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14 13917,'-37'-14'2843,"26"16"1204,-6 15-1254,15-13-2367,0 1-1,1-1 1,-1 1-1,1-1 1,0 1-1,0 0 1,1 0-1,-1 7 1,-3 19 1041,-27 133 2213,19-81-3629,4 1 0,4 143 0,5-209-487,1-1 0,1 1 0,0 0-1,1-1 1,1 0 0,1 0 0,0 0-1,12 21 1,-12-28-363,0 0 1,1-1-1,0 1 0,0-1 0,1-1 0,0 1 1,1-1-1,-1-1 0,2 1 0,-1-2 0,1 1 1,0-1-1,17 7 0,12 2-4952,8-1-3135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22 136 12141,'-20'-61'3116,"19"59"-2823,1 0 0,0 0 0,0 0 0,0 0 0,-1 0 0,2 1 0,-1-1-1,0 0 1,0 0 0,1 0 0,-1 0 0,1 0 0,-1 0 0,1 1 0,0-1-1,0 0 1,0 1 0,0-1 0,0 0 0,0 1 0,0-1 0,0 1 0,1 0 0,-1-1-1,1 1 1,-1 0 0,4-2 0,0 0 277,1 0 1,-1 0-1,1 1 0,0 0 0,9-3 1,-10 4-332,0 0 1,0 0 0,0 1-1,0-1 1,0 1 0,5 1-1,14 0 396,0 2-1,0 1 1,0 0-1,35 12 1,-2 5-390,0 1 1,74 43 0,-97-46-186,-2 3 0,0 0 0,-2 2 0,53 53 0,-57-48-60,-1 1 0,-1 1 0,-2 1 0,-1 1 0,-2 0 0,18 42 0,-25-45 0,-2-1 0,-1 1 0,-1 1 0,-1 0 0,-2 0 0,-2 0 0,0 0 0,-2 34 0,-2-44 0,-1-1 0,-4 25 0,4-29 0,9-23 0,7-19 0,113-277 0,-15 31 0,-77 198 0,68-108 0,-95 168 0,1 1 0,1 1 0,0 0 0,0 0 0,21-17 0,-28 27 0,0-1 0,0 1 0,1 0 0,0 0 0,-1 0 0,1 0 0,0 0 0,0 1 0,0 0 0,0 0 0,0 0 0,0 0 0,0 1 0,0-1 0,0 1 0,1 0 0,-1 0 0,0 1 0,0-1 0,0 1 0,0 0 0,0 0 0,0 1 0,0-1 0,0 1 0,4 2 0,3 3 0,-1 0 0,0 1 0,-1 0 0,0 1 0,0 0 0,0 0 0,-1 1 0,-1 0 0,0 0 0,0 1 0,8 19 0,5 15 0,23 72 0,-42-114 0,17 58 0,-3 1 0,9 80 0,-2 129 0,-21-131-628,-3-100 125,2 0 0,1 0 0,2-1 0,2 1 0,12 43 0,-16-77 134,1 0 1,0 0 0,1 0-1,-1-1 1,1 1 0,1-1-1,-1 1 1,1-1-1,0 0 1,0 0 0,0 0-1,1-1 1,-1 0 0,1 0-1,0 0 1,9 5 0,-3-4-1007,1 0 1,-1-1-1,1-1 1,0 0-1,0 0 0,0-1 1,20 1-1,24 2-7503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844 268 11213,'4'-10'638,"0"0"-1,0 0 1,-1 0 0,0-1 0,2-20-1,-4 26-208,-1-1 0,0 0 0,-1 1 0,1-1 0,-1 0 0,0 1 0,0-1 0,-1 1 0,0 0 0,0-1 0,0 1 0,0 0 0,-6-9 0,2 6 56,1 1-1,-1-1 1,-1 1 0,1 0-1,-1 1 1,-1-1-1,1 2 1,-1-1-1,0 1 1,0 0-1,-16-7 1,13 8-236,-1 1-1,1 0 1,-1 0 0,0 1-1,0 1 1,0 0 0,0 1-1,0 0 1,-14 2 0,-13 3 57,1 2 1,1 2-1,-1 1 1,1 2 0,1 2-1,-67 35 1,74-34-259,2 2 0,1 1 0,0 1 0,1 1 0,1 1 0,1 1 0,1 2 0,-36 47 0,55-66-66,0 0-1,0 1 1,0 0 0,0-1-1,1 1 1,0 0 0,0 0-1,1 0 1,-2 11 0,3-14 11,0-1 1,0 0 0,0 0 0,0 0 0,0 0 0,1 1 0,-1-1 0,1 0 0,0 0 0,0 0-1,-1 0 1,1 0 0,1 0 0,-1 0 0,0-1 0,0 1 0,1 0 0,-1-1 0,0 1 0,1-1-1,0 1 1,-1-1 0,1 1 0,0-1 0,0 0 0,0 0 0,0 0 0,0 0 0,0-1 0,0 1-1,0 0 1,3 0 0,7 1-2,1 1 1,-1-2-1,0 0 0,1 0 0,-1-1 1,20-3-1,80-19-56,-81 15 44,0 0 1,0 2 0,36-1-1,-55 6 20,-1 1-1,1 0 1,21 4-1,-29-4-10,-1 0 0,1 0 0,0 1 0,-1-1 0,1 1 0,-1 0 0,0 0 0,1 0 0,-1 0 0,0 0 0,0 1 0,0 0 0,-1-1 0,1 1 0,-1 0 0,4 5 0,17 27-3370,47 57 0,-27-39-6894,-21-22-859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78 13361,'-3'-4'412,"0"-1"0,-1 1-1,0 0 1,0 0 0,0 0-1,0 0 1,-1 1 0,1 0-1,-1 0 1,0 0 0,-8-3-1,9 5-133,1 0 1,-1 1-1,0-1 0,0 1 0,0 0 0,1 0 1,-1 0-1,0 0 0,0 1 0,0 0 0,1 0 0,-1 0 1,0 0-1,1 0 0,-1 1 0,1-1 0,-1 1 0,1 0 1,-4 3-1,-3 2 247,0 1 0,0 0-1,1 0 1,0 1 0,0 1 0,-13 18 0,-37 71 1301,47-77-1560,-2 5-95,2 1-1,1 0 1,1 0-1,1 1 0,2 0 1,1 1-1,1 0 0,2 0 1,0 0-1,5 60 1,-1-80-229,0 1 0,1 0 0,1 0 0,0-1 0,0 1 0,1-1 0,0 0 0,1 0 0,0 0 0,7 10 0,-8-15 17,0 0 0,0-1 1,0 1-1,1-1 0,-1 0 0,1 0 0,0-1 0,0 1 1,0-1-1,1 0 0,-1 0 0,1-1 0,0 0 0,-1 0 1,1 0-1,0-1 0,0 0 0,0 0 0,9 0 0,2-1-80,0-2-1,-1 0 0,1-1 0,-1 0 1,1-2-1,-1 0 0,0 0 0,0-2 1,-1 0-1,0-1 0,0 0 0,24-19 1,-4 0-59,-1-2 1,-2-1 0,53-61-1,-22 8 356,-3-3-1,-4-2 1,-4-2 0,46-110-1,-113 255 505,-2-10-489,-71 204 363,71-192-468,2 0 0,-9 76 1,23-126-71,0-1-1,1 0 1,-1 1 0,1-1 0,0 0 0,1 1-1,0-1 1,0 1 0,0-1 0,4 10 0,-3-13-15,-1-1 1,1 0-1,0 0 1,0 0-1,0 0 1,0 0 0,0 0-1,0-1 1,1 1-1,-1-1 1,1 1-1,-1-1 1,1 0-1,-1 0 1,1 0-1,0 0 1,-1-1 0,1 1-1,0-1 1,0 1-1,-1-1 1,1 0-1,0 0 1,4-1-1,29-1 22,54-9 0,-66 6-25,1 1 0,-1 2-1,1 0 1,0 2 0,46 4-1,-43 4-9,0 0 0,-1 2-1,0 1 1,36 20 0,46 18-3,-97-44 19,1 0 0,-1-1-1,1 0 1,0-1 0,0 0 0,0-1 0,1-1 0,-1 0 0,0-1 0,0 0 0,1-1 0,14-3-1,-6-2 51,-1-1 0,0 0 0,-1-2 0,1 0-1,-1-2 1,-1 0 0,24-18 0,-9 7 429,-28 17-389,1 1 0,0 1 1,0-1-1,0 1 0,0 0 0,1 1 0,11-3 1,-16 5-82,-1-1 0,1 1-1,0 0 1,-1 0 0,1 0 0,0 0 0,0 1 0,-1-1 0,1 1 0,-1-1 0,1 1 0,0 0 0,-1 0 0,0 0 0,1 1 0,-1-1 0,0 0-1,1 1 1,-1 0 0,0-1 0,0 1 0,0 0 0,0 0 0,-1 0 0,3 3 0,0 2-51,0 1-1,0-1 1,-1 1 0,0 0-1,-1 0 1,3 15 0,13 35-1321,-18-58 1324,6 15-957,1-1 1,0-1 0,12 16 0,-17-25 407,1-1 0,-1 0-1,1 0 1,0-1 0,0 1 0,0-1 0,0 1-1,6 2 1,-8-4 169,1 0 1,-1-1-1,1 1 0,-1-1 0,1 0 0,-1 1 0,1-1 1,-1 0-1,1 0 0,-1 0 0,1 0 0,0 0 0,-1 0 1,1 0-1,-1-1 0,1 1 0,-1-1 0,1 1 0,-1-1 1,0 1-1,1-1 0,1-1 0,13-9-8710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6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 12253,'0'0'4257,"-22"-3"-2493,0 3 2944,28 29-4664,-3 0-352,7-9-600,3 0-1160,-10 2-1060,19 18-1761,-3-5-3852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24 13241,'3'-10'-347,"-1"-2"6904,-2 11-6445,0 1 0,-1 0 0,1 0 0,0 0 0,0 0 0,-1 0 0,1 0 0,0 0 0,0 0 0,-1 0 0,1 0 0,0 0 0,0 0 0,-1 0 0,1 0 0,0 0 0,-1 0 0,1 0 0,0 0 0,0 1 0,-1-1 0,1 0 0,0 0 0,0 0 0,0 0 0,-1 0-1,1 1 1,0-1 0,0 0 0,0 0 0,-1 0 0,1 1 0,0-1 0,0 0 0,0 0 0,0 1 0,0-1 0,0 0 0,0 0 0,-1 1 0,1-1 0,0 1 0,-1 0-9,0 0 1,0 0-1,1 1 0,-1-1 0,0 1 1,0-1-1,1 1 0,-1-1 0,1 1 1,0-1-1,-1 1 0,1-1 0,0 1 1,0-1-1,0 1 0,0 0 0,0-1 1,0 1-1,0-1 0,0 1 0,1 0 0,-1-1 1,1 1-1,-1-1 0,1 1 0,0-1 1,-1 0-1,1 1 0,1 1 0,8 29 1165,-8-16-1050,-1 0 0,-1 1 0,-1-1 0,0 1 0,-4 16 0,-22 82 359,6-32-318,2-24 76,18-55-194,5-6-132,-1 1 0,0-1 1,0 0-1,0 0 0,0 0 1,0 0-1,-1 0 0,1-1 0,0 0 1,-1 1-1,0-1 0,0 0 0,3-4 1,-2 2 9,23-27 86,1 1 1,1 1-1,1 1 0,2 1 0,1 2 0,1 1 0,1 2 1,1 1-1,1 2 0,42-17 0,-72 35-97,0 1 1,0 0-1,0 0 1,-1 1-1,1-1 0,0 1 1,0 1-1,0-1 1,0 1-1,0 0 0,0 0 1,-1 1-1,1 0 1,0 0-1,-1 0 0,1 1 1,-1-1-1,0 1 1,0 1-1,0-1 0,0 1 1,-1 0-1,0 0 1,8 8-1,-7-3-8,-1 0 0,1 0 0,-1 0 0,-1 1 0,0-1 0,0 1 0,-1 0 0,0 0 0,1 11 0,-1 16 0,-2 39 0,0-73 0,-15 141-160,0 0-625,15-124-138,1 0 1,1 0-1,6 26 0,12 21-4941,-7-40-1352,5-4-4851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94 394 10261,'-20'-7'951,"11"4"554,17 7 356,9 4-65,-12-6-1440,-1-1 0,1 1-1,-1-1 1,1 0 0,-1 0-1,1-1 1,0 1 0,-1-1-1,6 0 1,6 0 268,12 3-250,1-1 1,0-2-1,0-1 1,0-1 0,0-1-1,-1-2 1,41-11-1,-66 14-348,1 1-1,0-1 0,0 0 0,0 0 1,-1 0-1,1-1 0,-1 1 0,0-1 1,0 0-1,0 0 0,0 0 0,0 0 1,-1 0-1,1-1 0,-1 1 0,0-1 1,0 1-1,3-7 0,0-1-14,-4 10-4,-1 0 1,0-1-1,0 1 0,1 0 0,-1-1 0,0 1 1,0-1-1,0 1 0,0 0 0,-1-1 0,1 1 0,0 0 1,-1-1-1,1 1 0,-1 0 0,1-1 0,-2-1 1,0-2 18,-1-5 56,-1 0 0,0 0 0,-1 1 0,-10-17-1,10 18-16,3 5-14,-1 1 1,0-1 0,1 1 0,-1 0 0,0 0-1,0 0 1,-1 0 0,1 0 0,0 1 0,-1-1-1,1 1 1,-1 0 0,1 0 0,-1 0 0,0 1-1,1-1 1,-1 1 0,0 0 0,-4 0 0,0-1 59,-6 1 31,1 0 1,-1 0-1,0 2 0,1-1 0,-1 2 0,1 0 1,0 0-1,-1 2 0,2-1 0,-1 2 1,1-1-1,-13 9 0,9-5 40,1 1 0,1 1 0,0 0 0,0 1 0,1 0 0,1 1 0,0 1 0,-17 25 0,22-29-101,1 1-1,0 0 1,0 1-1,2-1 1,-1 1 0,1 0-1,1 1 1,0-1-1,1 0 1,1 1-1,-1-1 1,2 1 0,0 0-1,0-1 1,1 1-1,1-1 1,0 1-1,1-1 1,0 0 0,1 0-1,0 0 1,1 0-1,0-1 1,1 0 0,1 0-1,-1 0 1,2-1-1,11 14 1,-3-7-110,1-1 0,1-1 0,0-1 0,1-1 0,0 0 0,1-1 0,0-1 0,1-1 0,0-1 0,40 11 0,-4-5-1066,1-3-1,116 10 1,-142-20 165,0-2 0,0-2 0,0-1 0,48-11 0,-78 14 788,0 0 0,0 0 0,-1 0 0,1-1 0,0 1 0,-1-1 0,1 1 0,0-1 0,-1 1 0,1-1 0,0 0 0,-1 0 0,1 0 0,-1 0 0,0 0 0,1 0 0,-1 0 0,0-1 0,0 1 0,0 0 0,0-1 0,0 1 0,0-1 0,0 1 0,0-1 0,0 1 0,-1-1 0,1 0 0,-1 1 0,1-1 0,0-3 0,-2 0-401,0-1-1,0 1 1,0 0 0,0-1-1,-1 1 1,0 0-1,-5-10 1,-1-3-1368,8 17 1874,0-1 0,-1 1-1,1-1 1,0 1 0,0-1-1,0 1 1,0-1 0,0 1-1,1-1 1,-1 1 0,0-1-1,1 1 1,-1-1 0,1 1-1,-1-1 1,1 1 0,0 0-1,-1-1 1,1 1 0,0 0-1,0 0 1,0 0 0,0 0-1,0 0 1,0-1 0,3 0-1,34-23 492,-31 21-342,6-2 322,0 0-1,1 0 1,0 1 0,0 1 0,19-4-1,-4 1 425,-8 1 176,-1-2 1,1 0-1,24-14 0,-40 18-704,-1-1 1,1 1-1,0-1 0,-1 0 0,0-1 0,-1 1 1,1-1-1,-1 1 0,0-1 0,0 0 1,-1 0-1,4-13 0,-2 9 343,58-185 5063,-32 110-4945,-21 58-408,0 0 1,2 0-1,27-47 0,16-9-383,-38 62 0,-10 19 0,-3 1 0,-2 1 0,-1 0 0,1 0 0,-1-1 0,1 1 0,-1 0 0,0 0 0,1 0 0,-1-1 0,1 1 0,-1 0 0,1 0 0,-1 0 0,1 0 0,-1 0 0,1 0 0,-1 0 0,1 0 0,-1 0 0,1 0 0,-1 0 0,1 1 0,-1-1 0,1 0 0,-1 0 0,1 0 0,-1 1 0,1-1 0,-1 0 0,0 0 0,1 1 0,-1-1 0,1 0 0,-1 1 0,0-1 0,1 1 0,-1-1 0,0 0 0,1 2 0,7 27 0,-8 40 0,0-64 0,-11 159 0,0 40 0,11-147 0,1 21 0,-10 78 0,6-134 0,0 0 0,-2 0 0,0 0 0,-1 0 0,-2-1 0,0 0 0,-1-1 0,-14 24 0,14-32-30,1-1 1,-1 0-1,-1 0 1,0-1-1,-1-1 1,0 0-1,0 0 0,-1-1 1,0 0-1,0-1 1,-1-1-1,0 0 1,-14 4-1,-14 3-430,-1-1 1,-86 10-1,113-21-3651,34-5-253,22-3-2926,9 1-4935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8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26 9837,'-35'-9'12693,"54"1"-16821,4-1-1365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19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373 859 10825,'0'0'13533,"-1"2"-12455,-14 22 5958,22-12-6741,-7-12-295,1 1 0,0 0 0,0 0 0,-1 0 0,1 0 0,-1 1 0,1-1 0,-1 0 0,1 0 0,-1 0 0,1 0 0,-1 1 0,0-1 0,0 0 0,0 0 0,0 0 0,0 1 0,0 1 0,0 2 0,10 16 0,-10-22 0,0 1 0,3 5 0,0-1 0,0 0 0,0 0 0,0 0 0,1-1 0,0 1 0,-1-1 0,1 0 0,7 4 0,-7-6 0,1 1 0,-1-1 0,0-1 0,0 1 0,0-1 0,0 1 0,1-1 0,-1 0 0,0-1 0,0 1 0,1-1 0,-1 0 0,0 0 0,0 0 0,0 0 0,0-1 0,0 0 0,4-2 0,2-1 0,0 0 0,-1-1 0,1-1 0,-1 1 0,15-16 0,-3 1 0,-1 0 0,-2-1 0,0-2 0,-1 0 0,-1 0 0,-1-1 0,21-53 0,-10-6 0,25-150 0,-49 227 0,24-257 0,-26 256 0,0-1 0,0 1 0,0-1 0,-1 0 0,0 1 0,-4-14 0,5 21 0,-1 0 0,1-1 0,-1 1 0,0-1 0,1 1 0,-1 0 0,0 0 0,0-1 0,0 1 0,0 0 0,0 0 0,0 0 0,0 0 0,0 0 0,0 0 0,-1 0 0,1 0 0,0 1 0,-1-1 0,1 0 0,0 1 0,-1-1 0,1 1 0,-1-1 0,1 1 0,-1 0 0,1 0 0,-1 0 0,1-1 0,-1 2 0,1-1 0,-1 0 0,1 0 0,-1 0 0,1 1 0,0-1 0,-1 0 0,1 1 0,-1 0 0,1-1 0,-2 2 0,-13 6 0,0 0 0,1 2 0,0-1 0,1 2 0,0 0 0,0 1 0,1 0 0,1 1 0,0 0 0,-15 23 0,7-7 0,2 0 0,1 1 0,2 1 0,-19 52 0,25-56 0,1 0 0,1 0 0,2 1 0,1 0 0,1 0 0,1 0 0,1 0 0,2 1 0,1-1 0,1 0 0,1 0 0,2 0 0,1-1 0,0 0 0,3 0 0,0-1 0,1 0 0,24 38 0,2-8 0,69 79 0,58 42 0,46 55 0,-193-211 0,-1 1 0,-1 0 0,-1 1 0,-1 1 0,13 32 0,-23-47 0,1 0 0,-2 0 0,1 0 0,-1 1 0,-1-1 0,0 1 0,0-1 0,-1 1 0,0-1 0,0 1 0,-1-1 0,0 1 0,-1-1 0,0 1 0,-1-1 0,0 0 0,0 0 0,-6 10 0,-1-3 0,-1-1 0,0 0 0,-1-1 0,0 0 0,-2-1 0,1 0 0,-2-1 0,1-1 0,-29 17 0,-12 3 0,-90 35 0,-26 2 0,-308 80 0,450-142 0,-39 3 0,65-9 0,0 0 0,0 0 0,0 0 0,-1-1 0,1 1 0,0-1 0,0 0 0,0 0 0,0 0 0,0 0 0,0-1 0,0 1 0,1-1 0,-1 0 0,0 1 0,1-1 0,-1 0 0,1-1 0,0 1 0,-1 0 0,1-1 0,0 1 0,1-1 0,-1 0 0,0 1 0,1-1 0,-1 0 0,1 0 0,0 0 0,0 0 0,0 0 0,1 0 0,-1-1 0,1 1 0,0 0 0,-1 0 0,2-5 0,2-5-805,0 0 0,1 1-1,1-1 1,11-22 0,-9 23-649,0 0 0,0 1 0,2 0 0,-1 0 0,1 1 0,1 0 0,0 1 0,14-11 0,17-10-11217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73 9837,'-1'1'298,"1"-1"1,-1 0-1,0 1 0,0-1 1,0 0-1,1 1 0,-1-1 1,0 0-1,0 0 0,0 0 1,0 0-1,0 0 0,1 0 1,-1 0-1,0 0 0,0 0 1,0 0-1,0 0 0,0-1 1,1 1-1,-1 0 0,0-1 1,0 1-1,1-1 0,-1 1 1,0 0-1,0-1 0,1 0 1,-1 1-1,0-1 0,1 1 1,-1-1-1,1 0 0,-1 1 1,1-1-1,-1 0 0,1 0 1,0 1-1,-1-1 0,0-1 1,0 0 147,0 0 0,0 0 0,0 1 1,-1-1-1,1 0 0,-1 1 1,1 0-1,-1-1 0,1 1 1,-7-3 5422,37-30-5503,-29 34-366,0-1 0,0 1 0,0 0 0,0-1 0,0 1 0,1 0 0,-1-1 0,0 1 0,0 0 0,0-1 0,0 1 0,1 0 0,-1-1 0,0 1 0,0 0 0,1 0 0,-1-1 0,0 1 0,0 0 0,1 0 0,-1 0 0,0-1 0,1 1 0,-1 0 0,0 0 0,1 0 0,-1 0 0,0 0 0,1 0 0,-1-1 0,0 1 0,1 0 0,-1 0 0,0 0 0,1 0 0,-1 0 0,0 0 0,1 1 0,-1-1 0,1 0 0,-1 0 0,0 0 0,1 0 0,-1 0 0,0 0 0,0 1 0,1-1 0,-1 0 0,0 0 0,1 0 0,-1 1 0,0-1 0,0 0 0,1 0 0,-1 1 0,0-1 0,0 0 0,0 1 0,1-1 0,-1 0 0,0 1 0,0-1 0,0 0 0,0 1 0,0-1 0,0 1 0,0-1 0,10 16 0,-9-4 0,-1 1 0,0 0 0,-1-1 0,0 1 0,-6 22 0,2-5 0,-1 12 0,1 0 0,3-1 0,1 1 0,2 0 0,11 65 0,-9-91 0,1 0 0,1 0 0,0-1 0,2 0 0,-1 0 0,2 0 0,11 18 0,-11-23 0,-1-1 0,1 1 0,1-2 0,0 1 0,0-1 0,0 0 0,1-1 0,0 0 0,1-1 0,21 10 0,-22-12 0,0-1 0,0 0 0,0 0 0,0-1 0,0-1 0,0 0 0,1 0 0,-1-1 0,1 0 0,-1-1 0,0 0 0,1 0 0,-1-1 0,0-1 0,0 0 0,0 0 0,12-7 0,-4 2 0,-1-2 0,0 0 0,0-1 0,-1-1 0,-1-1 0,0 0 0,-1-1 0,15-17 0,-15 14 0,9-9 0,-1-1 0,-2-1 0,29-50 0,-31 37 0,20-68 0,-32 88 0,16-38 0,-22 60 0,0-1 0,0 0 0,0 0 0,0 0 0,0 1 0,0-1 0,0 0 0,0 0 0,1 1 0,-1-1 0,0 0 0,0 0 0,0 0 0,0 1 0,1-1 0,-1 0 0,0 0 0,0 0 0,0 0 0,1 0 0,-1 1 0,0-1 0,0 0 0,1 0 0,-1 0 0,0 0 0,0 0 0,1 0 0,-1 0 0,0 0 0,0 0 0,1 0 0,-1 0 0,0 0 0,0 0 0,1 0 0,-1 0 0,0 0 0,0 0 0,1 0 0,-1 0 0,0 0 0,0-1 0,1 1 0,-1 0 0,0 0 0,0 0 0,0 0 0,1-1 0,-1 1 0,0 0 0,0 0 0,0 0 0,0-1 0,1 1 0,-1 0 0,0 0 0,0 0 0,0-1 0,0 1 0,0 0 0,0 0 0,0-1 0,0 1 0,0 0 0,0 0 0,0-1 0,9 18 0,-8-10 0,0 0 0,-1 0 0,0 0 0,0 0 0,-1 7 0,-1 25 0,4 2-247,1-1 0,2 0 0,2 0 0,2 0 0,16 46 0,-19-70-269,1 1 1,0-1-1,1 0 0,0-1 1,2 0-1,0 0 0,0-1 0,1-1 1,1 1-1,0-2 0,1 0 1,0 0-1,1-1 0,1-1 1,15 9-1,31 9-19534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0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30 10485,'-18'-1'1023,"15"2"-677,-1-1 1,1-1 0,-1 1-1,1 0 1,0-1 0,-1 0-1,1 1 1,0-2 0,0 1-1,-1 0 1,1 0-1,-4-3 1,-5-6 2539,-2 3 4882,13 7-7529,0 1-1,1 0 0,-1-1 1,0 1-1,0 0 1,1 0-1,-1 0 1,0-1-1,1 1 0,-1 0 1,1 0-1,-1 0 1,1 0-1,-1 0 0,1 0 1,0 0-1,-1 0 1,1 1-1,-5 16 84,2-1-1,0 1 0,-2 32 1,-3 20-39,-57 183-283,37-160 0,-24 145 0,42-154 0,-15 89 0,19-138-324,0 0 0,2 0 0,2 0 0,2 0 0,6 61 0,2-46-4034,-3-15-6355,-2-12-2055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12189,'11'0'1479,"35"0"2478,-16 1-2623,52 8 1,-71-7-1219,146 32 1148,-134-28-1111,-1 2 0,0 0 0,-1 1-1,40 23 1,-58-31-140,-1 1 0,1 0 0,0 0 0,0 0-1,-1 0 1,0 0 0,1 1 0,-1-1 0,0 1 0,0-1 0,0 1 0,0 0-1,-1 0 1,1 0 0,-1 0 0,0 0 0,0 0 0,0 0 0,0 1-1,0-1 1,-1 0 0,1 0 0,-1 1 0,0-1 0,0 0 0,0 1 0,-1-1-1,1 0 1,-1 1 0,0-1 0,0 0 0,0 0 0,0 0 0,0 0 0,-1 0-1,1 0 1,-1 0 0,0 0 0,0 0 0,0-1 0,0 1 0,0-1 0,-1 0-1,1 1 1,-5 2 0,-10 8 19,-1 0 0,-1-1 0,0-1 0,-31 14 0,-87 27 22,67-27-153,-74 20-2685,142-44 2143,-1-1 1,0 1-1,0-1 0,0 0 0,1 1 1,-1-1-1,0 0 0,0-1 0,0 1 0,0 0 1,1-1-1,-6-2 0,-11-2-8406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12 14641,'-41'-12'12306,"41"106"-11057,-7 222 3322,-30 99-4571,32-373-972,4 79 1,1-108 664,1 0 0,1-1 0,0 1 0,1-1 0,0 0 0,1 0 0,0 0 0,1 0 0,0-1 0,11 17 0,-15-27-68,0 1 1,0-1 0,0 0 0,0 1 0,0-1 0,1 0 0,-1 0 0,1 1 0,-1-1 0,0 0-1,1 0 1,0-1 0,-1 1 0,1 0 0,-1-1 0,1 1 0,0 0 0,0-1 0,2 1 0,13-3-5954,6-5-4325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27 12857,'5'-4'624,"0"1"0,0 0 0,0 0-1,1 1 1,-1 0 0,1 0 0,0 0 0,0 0-1,0 1 1,0 0 0,0 0 0,10 1 0,4-1-76,-1 2 1,27 3 0,-13 2 439,60 17 0,-83-20-861,0 0-1,0 1 0,0 1 0,0 0 1,-1 0-1,0 1 0,0 0 0,0 1 0,9 9 1,-17-15-94,1 1 1,-1 0 0,0 1 0,0-1 0,0 0-1,0 0 1,0 0 0,0 1 0,0-1 0,-1 0-1,1 1 1,-1-1 0,0 1 0,0-1-1,0 0 1,0 1 0,0-1 0,0 1 0,-1-1-1,1 0 1,-1 1 0,1-1 0,-3 3 0,1 1 19,0 0 1,-1 0 0,0 0 0,-1-1 0,1 0 0,-1 0 0,-8 9 0,-3 0 30,-1 0 1,-1-2-1,0 0 1,0-1-1,-23 11 0,-100 38 342,91-41-843,-74 39 1,87-37-578,29-18-3504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13 13629,'0'-1'236,"-1"0"-1,1 0 1,-1 0-1,1 1 1,-1-1-1,0 0 1,1 0-1,-1 1 1,0-1-1,0 1 1,0-1-1,1 1 1,-1-1-1,0 1 1,0-1-1,0 1 1,0 0-1,0 0 1,0-1-1,0 1 0,0 0 1,0 0-1,0 0 1,0 0-1,0 0 1,0 0-1,0 0 1,0 0-1,0 1 1,-1-1-1,1 2 39,0 0-1,0 0 1,1 0 0,-1 0-1,0 0 1,1 0-1,-1 0 1,1 0-1,-1 0 1,1 0-1,0 0 1,0 1-1,1 3 1,0 4 213,1 0 1,0 0-1,0 0 1,1 0-1,1-1 1,-1 1-1,7 10 0,2 6 3,5 17 258,1-1-1,26 40 1,-32-62-616,0-1 0,2-1 0,1 0 0,0-1 0,30 27 0,-42-42-131,-1 1-1,1-1 1,0 0 0,0-1 0,0 1-1,0 0 1,0-1 0,0 0-1,0 0 1,0 1 0,0-2 0,1 1-1,-1 0 1,0-1 0,1 0-1,-1 1 1,1-1 0,-1-1 0,0 1-1,1 0 1,-1-1 0,5-1-1,-6 1-3,0 0-1,0 0 0,0-1 0,0 1 0,0-1 0,0 1 0,0-1 0,0 0 0,0 0 0,-1 0 0,1 0 0,-1 0 0,0 0 0,1 0 0,-1 0 0,0-1 0,0 1 0,0 0 0,-1-1 0,1 1 1,0-1-1,-1 1 0,0-1 0,0 1 0,0-1 0,0 1 0,0-1 0,-1-4 0,-1-8 9,-1 1 0,-1-1 0,0 1 0,-2-1 0,1 1 1,-1 0-1,-1 1 0,-1 0 0,0 0 0,0 1 0,-1-1 0,-1 2 0,-18-18 1,6 8-30,0 2 0,-1 0 0,-1 2 0,-1 0 0,-1 2 0,-31-14 1,46 24-59,-1 1 0,-24-5 1,3 1-610,30 7-233,9 19-3866,-2-13 4145,-1-1 1,1 1-1,1-1 1,-1 0-1,1 0 0,-1-1 1,1 0-1,0 1 1,0-2-1,0 1 1,1 0-1,5 1 1,10 6-3201,20 11-6287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16 132 11801,'0'0'10085,"3"1"-8846,1 2-1032,1 0 0,-1 1-1,1-1 1,-1 1 0,0 0-1,-1 0 1,1 1 0,-1-1-1,0 1 1,0-1 0,0 1-1,0 0 1,-1 0 0,0 0-1,0 1 1,-1-1 0,3 11-1,0 10 83,-1 0-1,0 44 0,-2-38 41,-3 5-162,-1-1-1,-2 0 0,-1 0 1,-18 59-1,2-38 588,21-54-60,-13-21-23,13 16-581,-1-1-42,0-1 0,1 1 0,0-1 0,0 0 0,0 0 0,0 0-1,0 0 1,1 1 0,0-1 0,-1 0 0,2 0 0,-1 0 0,0 0 0,2-7 0,19-57 277,-19 63-287,9-28-406,2 0 1,1 1-1,1 1 1,1 1-1,37-50 1,-27 49-1063,1 1 1,2 1 0,1 2 0,36-25-1,-32 29-3935,74-39-1,-42 35-3729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8 9473,'16'-8'2334,"-27"9"-73,-16 1 483,21-2-2242,1 1 0,0 0-1,0 0 1,0 0-1,0 1 1,0 0 0,0 0-1,0 0 1,0 1 0,1-1-1,-1 1 1,1 0 0,0 0-1,0 1 1,0-1 0,0 1-1,1 0 1,-6 8 0,-5 7 847,1 1 0,-19 39 0,27-50-979,-17 42-84,2 1 1,2 0 0,3 2-1,2-1 1,2 2-1,-6 91 1,16-128-1283,1 1-1,0 0 1,6 29 0,-3-31-868,1 1 1,1-1-1,0 0 1,2 0-1,0-1 1,17 30-1,3-4-10889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17582,'38'-37'3000,"-25"17"-536,22 12-496,16-7-436,-10 7-351,13 2-553,6-5-396,13-4-1128,7-2-669,-1-9-1231,10 6-40,3 12-3245,0-4-5348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3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11469,'3'0'2100,"3"1"-1745,-1 0 0,0 0 1,0 0-1,0 0 1,0 1-1,0 0 1,0 0-1,0 0 0,0 0 1,-1 1-1,1 0 1,-1 0-1,0 0 1,0 1-1,0-1 0,0 1 1,-1 0-1,1 0 1,3 6-1,8 12 560,-1 0 0,18 41 1,-21-42-175,105 257 3084,-31-66-2007,-61-159-699,59 93 1,-73-130-1011,1-1 0,1 0 0,0-1 0,19 18 0,-27-28-100,0-1 0,1 0 0,-1 1-1,1-1 1,0-1 0,0 1 0,0-1 0,0 0-1,0 0 1,1 0 0,-1-1 0,0 0 0,1 0-1,-1 0 1,1-1 0,0 0 0,-1 0-1,1 0 1,5-1 0,4-3-9,-1-1 0,0 0 0,0 0 0,-1-2 0,1 1 0,-1-2 0,-1 0 0,18-14 0,0-3 0,-1-1 0,27-31 0,38-56 0,-5-4 0,81-141 0,16-15-4139,-161 242 3183,2 0 0,1 2 0,1 0-1,2 3 1,0 0 0,40-23 0,-63 44-475,1 0 1,0 1-1,1 0 1,11-4-1,36-1-10367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304 254 10565,'0'0'120,"0"-1"1,0 1-1,1 0 0,-1 0 0,0-1 1,1 1-1,-1 0 0,1 0 1,-1 0-1,0 0 0,1 0 1,-1-1-1,0 1 0,1 0 0,-1 0 1,1 0-1,-1 0 0,1 0 1,-1 0-1,0 0 0,1 0 0,-1 1 1,0-1-1,1 0 0,-1 0 1,1 0-1,-1 0 0,0 0 1,1 1-1,-1-1 0,0 0 0,1 1 1,2-1 2267,1-9-1067,-2 5-1058,1-1 0,0 1 0,0 0 0,0 0 0,0 0 0,1 0 0,-1 0 0,1 1-1,5-4 1,41-29 1052,-45 33-1196,80-54 2061,-82 54-2035,0 0 1,0-1-1,-1 1 1,1-1-1,-1 0 1,0 0-1,0 1 1,0-1-1,-1-1 0,1 1 1,-1 0-1,0 0 1,0 0-1,-1-1 1,1 1-1,-1 0 1,0-1-1,-1-7 0,0 10-101,0 1-1,-1-1 1,1 0-1,-1 1 1,0-1-1,1 1 0,-1-1 1,0 1-1,0 0 1,0 0-1,0-1 0,0 2 1,0-1-1,0 0 1,-1 0-1,1 1 1,0-1-1,0 1 0,-1-1 1,1 1-1,0 0 1,-4 0-1,-5 1 98,-1 0 0,1 0 0,-13 4 0,21-4-117,-23 6 197,0 1 0,1 1 0,0 2 0,0 1 0,1 0 0,1 2 0,0 1 0,1 0 0,1 2 0,0 1 0,1 0 0,1 1 0,1 1 0,1 1 0,0 1 0,-15 27 0,27-40-208,0 0-1,1 0 1,0 1 0,0 0 0,1-1 0,1 1 0,-1 0 0,1 0 0,1 1 0,0-1-1,1 12 1,0-13-11,2 0-1,-1 0 0,1-1 1,0 1-1,1 0 0,0-1 1,1 0-1,0 0 0,0 0 1,0 0-1,1 0 0,0-1 1,7 7-1,-2-2-116,2 0-1,-1-1 1,1 0-1,1-1 1,0-1-1,0 0 1,1 0-1,19 7 1,-10-6-362,0-2-1,0 0 1,1-2 0,44 7-1,-6-8-631,1-2 0,0-4 0,82-10-1,-103 6-648,0-3 0,74-22 0,76-43-7517,-119 42 1904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418 173 10813,'-7'-4'662,"-1"0"0,0 0 0,0 0 0,0 1 0,0 0 0,-1 1 1,1 0-1,-1 0 0,0 1 0,1 0 0,-13 0 0,8 1 15,0 0 1,1 1 0,-1 1-1,0 0 1,1 1-1,-1 0 1,-16 7-1,17-4-393,-1 1 0,1 0 0,0 0-1,1 2 1,-1-1 0,2 2 0,-1-1 0,2 1-1,-1 1 1,1 0 0,1 0 0,0 1-1,0 0 1,1 0 0,-10 25 0,13-27-266,1 0 1,0 0 0,0 1-1,1-1 1,0 0-1,1 1 1,0 0 0,1-1-1,0 1 1,1-1-1,0 1 1,0-1 0,1 1-1,1-1 1,0 0-1,0 0 1,1 0 0,0 0-1,1 0 1,0-1-1,11 16 1,-2-9-319,0-1 0,1 0 1,1-1-1,0 0 0,1-2 0,0 0 1,1-1-1,1-1 0,0 0 0,0-1 0,22 6 1,-13-6-417,0-1 0,1-1 1,-1-2-1,1 0 0,0-3 1,0 0-1,45-3 0,-51-2 403,-1-1 0,0 0 0,0-2 0,0-1 0,-1 0 0,0-2 0,0 0 0,-1-1 0,0-1 0,-1-1 0,0-1 0,-1-1 0,0 0 0,-1-1 0,-1-1 0,0 0 0,21-31 0,-9 4 889,-1-1 0,-2-1 0,-2-1 0,-2-1-1,27-89 1,-44 118 33,0-1-1,1-27 1,-3 30 65,-1 0-1,2 0 1,0 1-1,7-19 1,-4 20 1309,-6 31-432,0-12-1596,-20 236 3635,-41 120-2883,54-322-1662,-4 44 0,10-62-636,1 0 0,2 22 0,3-16-898,-5-26 2113,1 0 0,-1 0 0,0 0 0,0 0 0,0 0 0,1 0 0,-1 0 0,1 0 0,-1 0 0,1-1 0,-1 1 0,1 0 0,-1 0 1,1 0-1,0 0 0,-1-1 0,1 1 0,0 0 0,0-1 0,-1 1 0,1-1 0,0 1 0,2 0 0,6-8-9051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8193,'7'-6'365,"-1"0"99,0 0 1,1 0-1,-1 1 1,2-1-1,-1 2 1,0-1 0,1 1-1,0 0 1,0 1-1,0 0 1,10-3 0,106-17 4516,-109 21-4590,-1 1 0,1 1-1,0 0 1,-1 1-1,1 0 1,19 5 0,-30-5-293,0 0 0,0 1 0,-1 0 1,1-1-1,0 1 0,-1 1 0,1-1 1,-1 0-1,0 1 0,1 0 0,-1 0 1,-1 0-1,1 0 0,0 0 0,-1 0 0,0 1 1,1-1-1,-1 1 0,-1 0 0,1-1 1,0 1-1,-1 0 0,0 0 0,1 6 1,0 3 127,0 0 0,-1 0 0,0 0 0,-1 1 0,-1-1 1,-2 14-1,-4 18 223,2 0 0,2 47-1,3-82-405,0 0 0,1 0-1,0 0 1,0 0-1,1 0 1,1 0-1,-1-1 1,2 1-1,-1-1 1,1 0 0,1 0-1,0 0 1,0 0-1,0-1 1,1 0-1,0 0 1,1-1-1,0 1 1,11 8 0,-11-11-50,0-1 1,0 0 0,0 0 0,0 0 0,1-1-1,0 0 1,-1-1 0,1 1 0,0-1 0,0-1-1,1 0 1,-1 0 0,0 0 0,0-1 0,1-1-1,-1 1 1,0-1 0,0-1 0,0 1 0,0-1-1,12-5 1,-10 3-8,0 0 0,0-1 0,0 0 0,-1-1-1,0 0 1,0 0 0,0-1 0,-1 0 0,0-1 0,0 0-1,-1 0 1,0-1 0,-1 1 0,0-1 0,0-1 0,0 1 0,-2-1-1,1 0 1,-1 0 0,0-1 0,-1 1 0,-1-1 0,1 0-1,-2 1 1,1-1 0,-2 0 0,1 0 0,-2 0 0,-1-14 0,-1 1-34,-23-104-544,22 116 219,1 0-1,-2 0 1,1 1 0,-2 0 0,1 0-1,-2 0 1,1 1 0,-11-13-1,-11-17-11701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9505,'49'-6'2168,"-48"6"-2064,0 0-1,1 0 1,-1 0-1,1 0 1,-1 1 0,1-1-1,-1 1 1,0-1-1,1 1 1,-1-1-1,0 1 1,0-1 0,1 1-1,-1 0 1,0 0-1,0 0 1,0 0-1,0 0 1,0 0 0,0 0-1,0 0 1,1 2-1,12 15 691,-2 1-1,0 0 1,-1 1-1,0 0 0,-2 1 1,-1 0-1,0 0 1,7 36-1,-11-22-509,-2-1 1,-1 1-1,-2-1 0,-1 1 0,-10 48 1,1-32 721,-2-1 1,-36 92 0,46-137-646,1 0 1,-1 0-1,0 0 1,0-1-1,-6 8 1,7-9-152,-2-30 1120,5 4-1026,2 0 0,0-1 0,1 2 0,1-1 0,15-40 0,55-108 121,-60 139-462,15-30-875,42-63-1,-9 39-3342,-44 64-1257,38-33 0,-28 32-6243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9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49 7241,'1'-1'727,"0"-1"-1,0 1 1,0-1 0,0 1 0,-1-1 0,1 1 0,0-1 0,-1 0-1,1 1 1,-1-1 0,0 0 0,1 1 0,-1-1 0,0 0 0,0 0 0,-1-2-1,0-11 1350,0 12-2717,-19 22 4307,11-8-3193,1 0-1,1 1 1,0 0 0,1 0-1,0 1 1,1 0 0,0 0-1,-4 18 1,-10 26 629,-36 93 255,-36 161-1,78-258-1356,1 2 0,3 0 0,3 0 0,2 1 0,2-1 0,2 1 0,10 64 0,-5-89 0,1 1 0,2-1 0,0 0 0,2-1 0,2 0 0,1 0 0,1-1 0,1-1 0,1-1 0,2 0 0,1-1 0,1-1 0,43 42 0,-30-39-442,1-2 1,1-1-1,1-2 0,2-1 0,0-2 1,1-2-1,80 26 0,-45-23-834,2-3 0,0-4-1,118 8 1,-107-20-3905,128-11 0,-65-5-5601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38 10093,'0'-2'366,"0"1"0,0-1-1,-1 1 1,1-1 0,-1 1 0,1 0 0,-1-1 0,1 1-1,-1 0 1,0-1 0,0 1 0,0 0 0,1 0-1,-1 0 1,0-1 0,-1 1 0,1 0 0,0 0 0,0 1-1,0-1 1,0 0 0,-1 0 0,1 1 0,0-1 0,-1 0-1,1 1 1,-1 0 0,-2-1 0,-3-1 1213,-1 0-1,1 1 1,-1 0 0,-12 0 0,17 4-1393,1 0-1,0 0 1,0 0-1,0 0 1,0 0 0,1 0-1,-3 5 1,2-4 54,-25 44 658,-42 52 1,10-14-250,32-45-649,-8 11 0,-42 85 0,69-119 0,0 1 0,2-1 0,0 1 0,1 0 0,0 1 0,2-1 0,0 1 0,2 0 0,0 20 0,1-23 0,1 0 0,1 0 0,0 0 0,1 0 0,1-1 0,0 1 0,2-1 0,0 0 0,0 0 0,1-1 0,1 0 0,1 0 0,0-1 0,1 0 0,1 0 0,16 16 0,107 101 0,-89-92 0,50 34 0,-45-37 0,-17-12 0,-22-17 0,0 0 0,0 1 0,-1 1 0,0 0 0,9 11 0,-18-19 0,0 0 1,-1 0-1,1 0 0,-1 0 1,1 0-1,-1 0 0,1 0 0,-1 0 1,0 0-1,1 0 0,-1 0 1,0 0-1,0 0 0,0 0 1,0 0-1,0 0 0,0 0 1,0 0-1,0 0 0,0 1 1,-1-1-1,1 0 0,0 0 0,-1 0 1,1 0-1,-1 0 0,1 0 1,-1-1-1,1 1 0,-1 0 1,0 0-1,1 0 0,-2 0 1,-1 3-9,0-1 0,-1-1 1,1 1-1,-1 0 1,0-1-1,-4 3 0,-5 0-99,-1 0-1,1 0 0,-1-1 1,0-1-1,0 0 0,0-1 1,-25 0-1,-103-7-1932,136 4 1878,-10 0-599,-1-1 0,1-1 1,0-1-1,0 0 0,0-2 0,0 1 0,-28-17 0,33 16-693,1 0 1,0-1-1,1-1 1,-1 0-1,2 0 1,-16-18-1,-1-11-8961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0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64 13529,'-14'-7'1961,"16"13"1129,0-2-2626,0-1-1,0 0 1,-1 0 0,1 1-1,-1-1 1,0 1 0,1 4-1,2 11 370,0-1-1,2 1 1,0-1 0,1-1-1,11 23 1,22 54 1067,47 242 86,4 16-390,-88-343-1596,0-1 0,0 1 0,0-1 0,1 0 0,0 0 0,1 0 0,0-1 0,0 0 0,1 0 0,-1 0 0,1 0 0,1-1 0,0 0 0,-1 0 0,2-1 0,8 5 0,-13-8 0,1-1 0,0 0 0,0 0 0,0 0 0,0-1 0,-1 1 0,1-1 0,0 0 0,0 0 0,0-1 0,0 1 0,0-1 0,7-2 0,43-18 0,-39 13 0,-1-1 0,0 0 0,0-1 0,0-1 0,-1 0 0,18-21 0,-5 2 0,37-57 0,40-86 0,93-214 0,-151 286-575,34-68-2290,-78 167 2617,26-40-2640,-10 23-382,3 7-4614,1 10-4169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1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29 131 14705,'-29'-11'11576,"31"14"-10317,8 14-586,-1 1 0,0 0 0,-2 0 0,0 0 1,4 22-1,17 102 206,-19-89-603,-1-3-598,-3 1 1,-2 1-1,-2-1 0,-11 100 0,7-119-746,3 0 1,0 0-1,5 34 0,-5-65 971,1 1-1,-1-1 0,0 0 0,0 1 1,0-1-1,1 1 0,-1-1 0,1 0 0,-1 1 1,1-1-1,-1 0 0,1 0 0,0 0 0,1 3 1,-1-4 84,-1 0 1,1-1 0,-1 1 0,0 0-1,1 0 1,-1 0 0,1 0-1,-1 0 1,1 0 0,-1-1 0,0 1-1,1 0 1,-1 0 0,0-1 0,1 1-1,-1 0 1,0-1 0,1 1 0,-1 0-1,0-1 1,1 1 0,-1 0-1,0-1 1,0 1 0,0 0 0,1-1-1,-1 1 1,0-1 0,0 1 0,0-1-1,0 1 1,0 0 0,0-1 0,0 1-1,0-1 1,0 1 0,0-1-1,0 1 1,0-1 0,28-151-796,6-27 529,-16 105 228,-4 10 286,3 1 0,3 1 0,42-92 1,-57 143-130,1 1 1,0 0 0,1 0 0,0 1-1,0 0 1,1 0 0,14-12-1,-18 19-41,-1-1 0,1 1 0,-1-1 0,1 1 0,0 0 0,0 1-1,0-1 1,0 1 0,0-1 0,1 1 0,-1 0 0,0 1-1,0-1 1,1 1 0,-1 0 0,0 0 0,1 0 0,-1 1 0,0-1-1,0 1 1,1 0 0,-1 0 0,8 4 0,-1 0 17,-1 1 0,1 0 1,-1 1-1,0 0 0,-1 1 0,1 0 1,-2 0-1,1 1 0,-1 0 0,0 1 1,-1 0-1,0 0 0,-1 0 1,0 1-1,-1 0 0,0 0 0,0 1 1,3 13-1,4 22 36,-2 1 0,-2 0 0,2 62 1,-3-32 4,-4-7 19,-3-67-56,14-21-12,-8 7-68,0-1 0,-1 0 1,0-1-1,4-15 0,8-20 1,16-27-3,79-129 0,-90 169-12,2 1 1,1 1-1,2 1 1,1 1-1,52-42 1,-70 63 1,2 1 0,-1 1 0,1 0 0,0 0 0,0 1 0,1 1 0,0 0 0,17-4 0,-25 8 22,1 0 1,1 0-1,-1 1 0,0-1 0,0 2 1,0-1-1,0 0 0,0 1 1,0 0-1,0 1 0,0-1 0,-1 1 1,1 0-1,0 1 0,-1-1 1,0 1-1,1 0 0,-1 1 0,0-1 1,9 9-1,-4-2 53,0 1 0,-1 0 0,0 1 0,-1 0 0,0 0 0,-1 1 1,8 18-1,-3 0 54,-1 1 0,7 38 0,3 56 64,0 107-18,-12-98-295,-6-77-623,14 78 1,-11-103 8,31 142-2226,-9-91-905,-19-62-16,20 35 1,4-10-7295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1543 149 7149,'-10'-35'2249,"9"33"-2004,0 1 0,1 0 0,-1-1 0,0 1 0,0 0 0,0 0 0,0-1-1,0 1 1,0 0 0,0 0 0,0 0 0,0 0 0,-1 0 0,1 1 0,0-1 0,-1 0 0,1 0-1,0 1 1,-3-1 0,-4-3 954,-23-16 2291,-1 2-1,-37-16 1,50 22-1533,11 8 1082,15 24-1440,5 7-1544,2-1 1,1 0 0,30 37-1,8 14-69,94 203 14,-22 12 0,-105-242 0,-3 1 0,-2 1 0,-2 0 0,-2 1 0,-3 0 0,-2 0 0,-2 106 0,-8-113 0,-2-1 0,-2-1 0,-2 0 0,-2 0 0,-2-1 0,-21 45 0,31-78 0,-9 23 0,-2-1 0,-2 0 0,0-1 0,-41 52 0,19-38 0,-76 68 0,64-68-386,-2-3 0,-2-3 0,-2-1 0,-1-4 0,-2-1 0,-109 41 0,90-47-539,-1-3-1,-2-4 1,0-3 0,-1-4 0,-89 3 0,-28-10-7107,-6-1-5466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8257,'30'-23'9932,"-24"19"-9750,-6 2 247,0 0 1,0 0-1,0 0 1,0 0-1,0 0 0,0 0 1,0 0-1,-1 0 0,1 1 1,-1-1-1,1 0 0,-1 0 1,0 0-1,-1-2 1,-14-8 1891,18 21 1167,7 21-1342,-3 33-2146,-2-1 0,-5 64 0,1 0 0,1-54 51,5 84-397,6-45-5758,-4-44-4437,-3-24-2302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831 1 10205,'-78'4'6448,"64"-4"-5818,0 0 1,-1 1-1,1 0 0,0 1 0,0 1 0,1 0 0,-16 6 1,-2 5-9,0 1 0,1 1 1,1 1-1,1 2 0,0 1 1,2 1-1,0 1 1,2 2-1,0 0 0,2 2 1,0 0-1,-24 40 0,10-8-373,2 0-1,3 2 1,3 2-1,2 0 1,3 2-1,3 0 1,3 2-1,3 0 1,2 0-1,3 1 1,1 76-1,9-104-248,11 70 0,36 139 0,-42-220 0,1-1 0,1 0 0,1 0 0,2-1 0,1 0 0,17 28 0,-23-44 0,9 17 0,2-1 0,1-1 0,1 0 0,2-1 0,0-1 0,1-1 0,1-1 0,1-1 0,1-1 0,1-2 0,0 0 0,1-2 0,1 0 0,0-2 0,1-1 0,1-2 0,-1-1 0,2-1 0,48 7 0,-24-9-172,0-3 1,1-1-1,-1-4 1,0-1-1,0-3 0,81-20 1,-91 15 21,0-3 0,-1-2 0,0-2-1,-1-1 1,-2-2 0,0-3 0,-1 0 0,38-33 0,-56 38 84,0-2 0,-1 0 0,-1-1 0,-1-1 0,-1-1 0,-1-1 0,-1 0 0,18-40 0,-18 29 14,-2 0-1,-2-2 1,-1 0-1,-2 0 1,8-76-1,-14 56 21,-3 0-1,-1 0 1,-4 0-1,-2 0 1,-2 0-1,-3 1 1,-2 1-1,-39-98 1,23 90 53,-1 1-1,-4 1 1,-2 2 0,-3 1 0,-2 3 0,-3 1-1,-76-73 1,92 103 17,0 0 0,-1 2 0,-1 1-1,-60-31 1,75 45-175,0 1-1,0 0 1,-1 2-1,0 0 1,0 0-1,0 2 1,-1 0-1,1 1 1,-1 0-1,0 2 1,1 0-1,-26 4 1,36-3-201,0 1 0,-1 0 0,1 0 1,0 1-1,0 0 0,0 0 0,0 1 0,1 0 0,-1 0 1,1 0-1,0 1 0,1 0 0,-1 0 0,-6 8 0,7-6-760,-1 0 0,2 1-1,-1-1 1,1 1-1,0 0 1,1 1-1,-5 12 1,-8 44-9645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1290 887 8653,'44'6'13104,"-61"5"-8165,8-6-800,23-7-2207,-7-2-1932,1 0 0,-1 0 0,0 0 0,0-1 0,-1 0 0,1 0 0,-1-1 0,0 0 0,-1 0 0,9-11 0,-3 3 0,30-30 0,48-60 0,-76 87 0,-1-1 0,-1 0 0,-1-1 0,13-30 0,0-18 0,-2 0 0,-4-1 0,-2-1 0,9-112 0,-24 172 0,2-3 0,-2-1 0,1 1 0,-4-23 0,3 33 0,0 1 0,0 0 0,0 0 0,-1-1 0,1 1 0,0 0 0,-1 0 0,1-1 0,-1 1 0,1 0 0,-1 0 0,1 0 0,-1 0 0,-1-2 0,0 3 0,1-1 0,-1 0 0,1 1 0,-1-1 0,0 1 0,1-1 0,-1 1 0,0 0 0,0 0 0,1 0 0,-1 0 0,0 0 0,1 0 0,-1 1 0,0-1 0,-1 1 0,-29 10 0,17-1 0,1 1 0,0 0 0,1 1 0,0 0 0,1 1 0,1 1 0,-19 26 0,-5 12 0,2 1 0,3 2 0,2 1 0,2 1 0,3 2 0,3 0 0,2 1 0,3 0 0,2 2 0,-8 115 0,20-141 0,0-1 0,3 1 0,1 0 0,1-1 0,2 0 0,2 0 0,21 60 0,-13-54 0,3-2 0,0 0 0,3-1 0,1-1 0,2-1 0,30 33 0,9-1 0,4-3 0,129 96 0,6 5 0,-200-164 0,5 5 0,0 1 0,-1-1 0,12 16 0,-18-22 0,0 1 0,0 0 0,0-1 0,0 1 0,0 0 0,0 0 0,0 0 0,-1-1 0,1 1 0,-1 0 0,1 0 0,-1 0 0,0 0 0,0 0 0,1 0 0,-1 0 0,-1 0 0,1 0 0,0 0 0,0 0 0,-1 0 0,1 0 0,-1 0 0,0 0 0,0-1 0,1 1 0,-3 2 0,1-1 0,-1 0 0,1-1 0,-1 1 0,0 0 0,0-1 0,-1 0 0,1 0 0,0 0 0,-1 0 0,1 0 0,-8 2 0,-48 10 0,55-13 0,-410 46 0,262-35 0,-492 61-465,138-13-885,462-57-975,1 0 0,-53-6-1,34-2-4320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21 577 11345,'-21'-38'12447,"21"37"-12258,1 0 1,-1 0 0,0 0-1,1 0 1,-1 0 0,1 0 0,-1 0-1,1 0 1,-1 0 0,1 0 0,0 0-1,-1 0 1,1 1 0,0-1 0,0 0-1,0 0 1,-1 1 0,1-1 0,2 0-1,5-8 2099,-4 4-1953,-1 1 0,1-1 1,-1 1-1,1 0 0,8-6 0,32-31 547,-40 38-882,-2 1 0,-1 1 0,1-1 0,-1 0 0,0 0 0,0 0 0,0 0 0,1 0 0,-2 0 0,1 0 0,0 0 0,0 0 0,0-5 0,0 2 0,11-15 0,-4 10 0,-8 9 0,1 1 0,-1-1 0,1 0 0,-1 1 0,1-1 0,-1 1 0,1-1 0,0 1 0,-1-1 0,1 1 0,0 0 0,-1-1 0,1 1 0,0 0 0,0-1 0,-1 1 0,1 0 0,0 0 0,0 0 0,0 0 0,-1-1 0,1 1 0,0 0 0,0 1 0,0-1 0,-1 0 0,1 0 0,0 0 0,0 0 0,0 1 0,-1-1 0,1 0 0,0 1 0,-1-1 0,1 0 0,0 1 0,-1-1 0,1 1 0,0-1 0,-1 1 0,1-1 0,-1 1 0,1 0 0,-1-1 0,1 1 0,-1 0 0,1-1 0,-1 1 0,0 0 0,1 0 0,-1 0 0,-1 3 0,0 0 0,0 0 0,0 0 0,-1-1 0,0 1 0,0-1 0,-3 6 0,-5 11 0,2 2 0,2 1 0,1 0 0,1 0 0,0 0 0,2 0 0,1 1 0,1-1 0,0 1 0,2-1 0,6 30 0,-5-41 0,0 1 0,1-1 0,1 0 0,0 0 0,0-1 0,1 1 0,1-1 0,0 0 0,0-1 0,1 0 0,1 0 0,-1-1 0,2 0 0,-1 0 0,1-1 0,20 13 0,-19-14 0,0-1 0,0 0 0,0-1 0,1 0 0,0-1 0,0-1 0,0 1 0,0-2 0,0 0 0,1 0 0,-1-1 0,1-1 0,-1 0 0,1 0 0,-1-1 0,0-1 0,18-5 0,-16 3 0,-1-1 0,0-1 0,0-1 0,-1 1 0,0-2 0,0 0 0,-1 0 0,0-1 0,0 0 0,10-14 0,10-12 0,44-70 0,-3 4 0,-55 85 0,-8 16 0,-5 0 0,-2 0 0,0 0 0,0 0 0,-1 0 0,1 1 0,0-1 0,0 0 0,0 1 0,0-1 0,0 1 0,-1 0 0,1-1 0,0 1 0,0 0 0,-1 0 0,1 0 0,-1 1 0,1-1 0,-1 0 0,1 0 0,0 2 0,28 38 0,-5-6 0,-14-24 0,0-1 0,0 0 0,1-1 0,0 0 0,1-1 0,0 0 0,0-1 0,1 0 0,-1-1 0,1-1 0,1 0 0,-1-1 0,1-1 0,0 0 0,-1-1 0,1 0 0,0-2 0,0 1 0,0-2 0,0 0 0,0-1 0,0 0 0,0-1 0,-1-1 0,1 0 0,25-13 0,-16 5 0,0-2 0,-1-1 0,-1-1 0,-1 0 0,0-2 0,-1-1 0,-1 0 0,-1-1 0,0-1 0,-2-1 0,-1-1 0,0 0 0,-2 0 0,0-2 0,-2 1 0,-1-2 0,10-37 0,-2 0 0,63-237 0,-214 743 0,-48 84 0,56-159 0,87-244-3221,25-77-429,-21 47 1,27-77-3701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6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26 10737,'-6'-26'10895,"10"29"-9365,175 79 2758,-113-54-3601,71 40 0,-123-60-613,3 1 17,-1 1 0,0 1 0,0 0 0,18 19 0,-31-28-80,0 1 0,-1 0 1,1 0-1,-1 0 0,1 0 0,-1 0 0,0 0 1,-1 1-1,1-1 0,0 1 0,-1-1 1,0 1-1,0-1 0,0 1 0,0 0 1,-1 0-1,1-1 0,-1 1 0,0 0 1,0 0-1,0 0 0,-1-1 0,1 1 1,-1 0-1,0 0 0,0-1 0,-1 1 0,-1 5 1,-2-2-3,0 1 1,-1-1 0,1 0 0,-1-1 0,0 0-1,-1 0 1,0 0 0,0-1 0,0 1-1,0-2 1,-14 8 0,-14 4 15,-49 17 1,54-22-43,-99 33 49,39-14-4435,34-9-7732,80-30 1795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10853,'-19'3'16699,"29"15"-13237,-2 2-3240,-2 0 1,0 0 0,-1 1 0,3 35 0,0 91 361,-6-92-529,-2 59-55,-24 173 0,-1 11 0,17-209-5677,0-14-4369,8-43-4014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9741,'3'-1'292,"0"0"0,0 1 0,0-1 0,0 1-1,0 0 1,0 0 0,0 0 0,0 0 0,0 1 0,1-1 0,-1 1 0,0 0 0,-1 0 0,1 0-1,0 0 1,0 0 0,0 0 0,0 1 0,-1 0 0,1-1 0,3 4 0,2-3 1328,30-1 44,-1 1 0,51 10-1,-72-9-1295,-1 1-1,1 0 1,-1 1-1,-1 0 1,1 1-1,-1 1 1,0 0-1,23 16 1,-35-21-335,0 0 1,1-1 0,-1 1 0,-1 0-1,1 1 1,0-1 0,0 0-1,-1 0 1,0 1 0,1-1-1,-1 1 1,0-1 0,0 1 0,0 0-1,0-1 1,-1 1 0,1 0-1,-1-1 1,0 1 0,0 0-1,0 0 1,0 0 0,0-1 0,0 1-1,-1 0 1,1 0 0,-1-1-1,0 1 1,0-1 0,0 1-1,0 0 1,0-1 0,-1 0 0,1 1-1,-2 1 1,-5 7 6,0-1-1,-1 0 1,0 0-1,0-1 1,-1-1-1,-12 10 1,-18 10 71,-46 22 1,14-8-1704,3 6-4773,56-38 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29 11505,'-5'7'650,"1"0"1,0 0-1,0 0 0,0 1 0,1 0 1,0 0-1,1-1 0,0 2 1,0-1-1,0 0 0,1 0 0,1 0 1,-1 1-1,2 15 0,1-9-322,0 1 1,1-1-1,0 1 0,1-1 0,1 0 1,14 28-1,-15-34-247,1 0 1,1-1 0,0 0-1,0 0 1,0 0-1,1 0 1,0-1 0,1 0-1,14 11 1,-16-15-31,0 1-1,0-1 1,0 0 0,0 0 0,1-1 0,-1 0 0,1 0-1,0 0 1,-1-1 0,1 0 0,0 0 0,0-1 0,0 0 0,0 0-1,7-1 1,-13 1-23,0 0-1,0-1 1,1 1 0,-1 0-1,0-1 1,0 1-1,1-1 1,-1 1-1,0-1 1,0 1 0,0-1-1,0 0 1,0 0-1,0 0 1,0 1-1,0-1 1,0 0 0,0 0-1,-1 0 1,1 0-1,0-1 1,0-1-1,0 1 23,0-1-1,0 1 0,-1-1 0,0 1 0,1-1 0,-1 0 0,0 1 1,0-1-1,0 0 0,-2-4 0,0-3 84,0 1 0,-1 0 0,-1 0 0,0 0 0,-9-16 0,-22-26 144,-2 2 0,-2 1-1,-74-69 1,110 114-654,0 0 0,0 1 1,0-1-1,0 1 0,0-1 0,-1 1 1,1 0-1,-1 0 0,-5-2 0,7 5-441,1-1 0,-1 1 0,0-1 1,1 1-1,-1 0 0,1 0 0,-1-1 0,1 1 0,-1 0 0,1 0 0,-1 0 0,1 1 0,-2 1 0,1 15-9245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13365,'0'-1'302,"0"0"0,0 0 0,0 0 0,0 0 0,1 0 0,-1 1 0,0-1 0,1 0 0,-1 0 1,1 0-1,-1 0 0,1 1 0,-1-1 0,1 0 0,0 0 0,-1 1 0,1-1 0,0 0 0,0 1 0,-1-1 0,1 1 0,0-1 0,0 1 0,1-1 0,0 1-41,0-1 1,-1 1-1,1 0 0,0 0 0,0 0 1,0 0-1,0 0 0,0 1 1,0-1-1,0 0 0,3 2 0,5 2 50,0 0-1,0 1 1,14 9-1,-17-10 213,12 7-218,0 2 0,-1 0 0,-1 1 0,0 0 0,0 2 0,-2 0 0,0 0 0,-1 2 0,19 29 0,-25-33-249,-1 0 1,0 0-1,-1 1 0,-1-1 1,0 1-1,-1 1 1,-1-1-1,0 0 0,-1 1 1,-1 0-1,0-1 0,-1 1 1,-1 0-1,-3 20 0,-2-11 26,-14 41-1,0 2 62,19-66-157,3-2-79,12-7-360,0 1-1,-1-2 1,1 0-1,-2-1 1,16-12-1,-16 12 86,65-57-4360,86-92 0,-157 152 4485,109-125-7064,-61 60 476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8 10609,'-11'-8'9873,"5"19"-5776,2-5-3719,0 1 1,1 1-1,0-1 0,0 0 0,0 1 1,1-1-1,-1 11 0,-7 62 1387,6-30-1002,-5 33 95,-15 167 611,21-186-2154,4 68 0,7-1-4817,-5-76 802,-1-26-2091,6 12-4322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8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7 112 15229,'-4'-18'3349,"1"1"2299,16 9-3512,3 2-507,6 0-309,16-2-272,0 2-500,16-3-592,13 7-796,12-4-744,7 3-889,6-14-1051,-3 11-3101,6 12-6208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38 838 8861,'13'14'9358,"-15"-15"-7308,0 0-1510,1-1 1,-1 1 0,0 0-1,0 0 1,0 0 0,0 1-1,0-1 1,0 0 0,0 1 0,0-1-1,0 1 1,-3 0 0,4 0-442,0 0 1,0 0 0,0 1-1,0-1 1,0 1 0,0-1-1,0 1 1,0-1 0,0 1-1,0 0 1,1-1-1,-1 1 1,0 0 0,0 0-1,1-1 1,-1 1 0,0 0-1,1 0 1,-1 0 0,1 0-1,-1 0 1,1 0 0,-1 0-1,1 0 1,0 0 0,-1 0-1,1 0 1,0 0 0,0 1-1,0 1 1,-1 5 146,1 0 0,1 1 0,-1-1 1,1 0-1,1 0 0,3 12 0,0 2 73,34 179-206,10-3-1,77 204 1,-124-397-113,10 28 0,2 0 0,31 53 0,-42-79 0,2 0 0,-1 0 0,1-1 0,0 0 0,1 0 0,-1 0 0,1-1 0,0 1 0,0-1 0,1-1 0,0 1 0,0-1 0,0 0 0,0-1 0,0 0 0,1 0 0,0-1 0,8 3 0,-8-5 0,-1 0 0,0 0 0,1-1 0,-1 0 0,1 0 0,-1 0 0,0-1 0,0 0 0,0-1 0,0 0 0,0 0 0,-1 0 0,1-1 0,6-5 0,11-8 0,-2-1 0,26-25 0,-5 0 0,-1-3 0,35-51 0,65-110 0,-76 106 0,336-579 0,-177 296-6960,-96 167 1869,-82 146-1694,-5 19-4162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163 250 11041,'5'-5'1547,"-9"7"1235,2 2-48,15-4-1332,15-4-312,37-5 404,0-3 0,66-22 0,-121 30-1409,0 0 1,0 0 0,-1-2 0,1 1-1,-1-1 1,-1 0 0,1-1 0,-1 0 0,0 0-1,13-17 1,-19 22-73,-1 0 1,1 0-1,-1-1 0,1 1 0,-1 0 1,0-1-1,0 1 0,0-1 0,0 1 1,0-1-1,-1 0 0,1 1 0,-1-1 1,1 0-1,-1 0 0,0 1 0,0-1 1,-1 0-1,1 0 0,0 1 0,-1-1 0,0 0 1,1 1-1,-1-1 0,0 1 0,0-1 1,-3-3-1,2 3 10,0 0 1,-1 0-1,1 1 1,-1-1-1,1 1 0,-1 0 1,0-1-1,0 1 1,0 0-1,0 1 0,0-1 1,0 1-1,-1-1 0,1 1 1,-1 0-1,1 0 1,-1 0-1,1 1 0,-7-1 1,-10 1 173,0 1 1,1 1-1,-1 1 0,1 1 1,0 1-1,-1 0 1,2 2-1,-1 0 1,1 1-1,0 0 0,1 2 1,0 0-1,-17 14 1,12-8 117,1 2 1,0 1-1,2 0 1,0 1-1,1 2 1,2-1 0,0 2-1,-24 45 1,32-52-284,1 0 1,1 1 0,0 0-1,1 0 1,1 0 0,0 1-1,-2 31 1,6-35-29,1 0-1,0 1 1,1-1 0,0 0 0,1 0 0,0 0 0,2-1-1,-1 1 1,2-1 0,7 15 0,0-7-327,0-1 0,1 0 1,1-1-1,1-1 0,1 0 0,1-1 1,0-1-1,1 0 0,0-2 0,1 0 1,1-1-1,36 16 0,-22-14-516,2 0-1,-1-3 1,2-1 0,-1-2-1,1-1 1,1-2-1,46 1 1,-9-4-6274,1 0-4646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362 268 9453,'0'-1'109,"1"1"0,-1-1 0,0 0 0,0 1 0,0-1 0,0 1-1,-1-1 1,1 0 0,0 1 0,0-1 0,0 0 0,0 1 0,-1-1 0,1 1 0,0-1 0,0 0 0,-1 1 0,1-1 0,-1 1 0,1-1 0,0 1 0,-1-1-1,1 1 1,-1 0 0,1-1 0,-1 1 0,0-1 0,-13 11 3304,9-6-2519,4-3-582,-1 0-1,1-1 1,0 1 0,0-1-1,-1 1 1,1-1 0,0 0-1,-1 1 1,1-1 0,-1 0-1,1 0 1,0 0-1,-1 0 1,-1 0 0,-13 1 1315,8 4-1039,1 0 0,-1 0-1,1 0 1,0 1 0,0 0 0,1 0 0,-1 1-1,-9 13 1,-8 8 686,-8 6-645,2 2 0,-35 50 1,55-70-497,0 0 1,1 0 0,1 1-1,1 0 1,0 0 0,1 1 0,1 0-1,-5 31 1,9-39-157,1-1 0,0 1 1,0 0-1,1-1 0,0 1 0,0 0 1,1-1-1,1 0 0,0 1 0,0-1 1,1 0-1,7 13 0,-5-12-49,1 0-1,1 0 1,0-1-1,0 0 1,0 0-1,1-1 1,1 0-1,-1-1 1,12 7-1,1-2-103,1-1 0,-1 0 0,2-2 0,0-1 0,0-1 0,0 0 0,1-2 0,0-1 0,27 0 0,-17-2-392,0-1 0,0-2-1,0-2 1,0-1 0,-1-2-1,0-1 1,0-2 0,0-1 0,-1-1-1,0-2 1,-1-2 0,-1-1 0,-1-1-1,32-23 1,-23 10 152,-2-2 0,-1-1 0,-1-1-1,-2-2 1,38-55 0,-12 3 937,68-133-1,-50 39 3110,-46 103-1108,-14 45-100,-17 34-2388,0-1-1,0 1 1,0 0 0,1 0 0,-1 0 0,0-1 0,0 1 0,0 0 0,0 0 0,0 0 0,0 0 0,1-1 0,-1 1 0,0 0 0,0 0 0,0 0 0,0 0 0,1 0 0,-1 0 0,0 0 0,0 0 0,0 0 0,1-1 0,-1 1 0,0 0 0,0 0 0,0 0 0,1 0 0,-1 0 0,0 0-1,0 0 1,0 0 0,1 0 0,-1 0 0,0 0 0,0 1 0,0-1 0,1 0 0,-1 0 0,3 16 1167,-6 56-836,-2 0 1,-22 100-1,-48 142 157,63-267-512,-56 177-5233,0 1-5556,62-200-3002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13305,'9'-10'547,"-3"2"-68,1 0 0,1 0 0,-1 0-1,1 1 1,0 1 0,1-1 0,0 1 0,0 0 0,0 1 0,1 0-1,-1 1 1,13-4 0,48-6-88,0 3 1,1 3-1,0 3 0,0 3 1,0 3-1,125 19 0,18 9-1024,-211-29 657,1 0-1,-1 0 1,0-1-1,0 1 1,1-1-1,-1 1 1,0-1-1,0 0 1,5-3-1,3 1 56,56-20 1210,-67 23-1277,0 1 1,0-1-1,0 0 0,0 0 1,0 0-1,0 0 0,0 0 0,0 0 1,0 0-1,-1 0 0,1 0 1,0 0-1,0 0 0,0 1 0,0-1 1,0 0-1,0 0 0,0 0 0,0 0 1,0 0-1,0 0 0,0 0 1,0 0-1,0 1 0,0-1 0,0 0 1,0 0-1,0 0 0,0 0 0,0 0 1,0 0-1,0 0 0,0 0 1,0 0-1,0 1 0,0-1 0,1 0 1,-1 0-1,0 0 0,0 0 1,0 0-1,0 0 0,0 0 0,0 0 1,0 0-1,0 0 0,0 0 0,0 0 1,0 1-1,1-1 0,-1 0 1,0 0-1,0 0 0,0 0 0,0 0 1,0 0-1,0 0 0,0 0 1,0 0-1,1 0 0,-1 0 0,0 0 1,-15 45 1176,-50 163 2141,61-192-3166,1 0 0,0 1 0,2-1 0,0 1 1,0 0-1,2 0 0,0-1 0,1 1 0,7 29 0,-6-35-98,1-1-1,0 1 0,0-1 1,1 0-1,0 0 0,1 0 1,0-1-1,1 0 0,0 0 1,0-1-1,1 1 0,0-2 1,0 1-1,1-1 0,15 10 1,-10-9-21,1-1 1,0 0-1,0-1 1,0 0 0,1-1-1,0-1 1,25 4 0,-31-7-35,0 0 0,0-1 1,-1 0-1,1-1 1,0 1-1,0-2 0,-1 0 1,1 0-1,-1 0 1,1-1-1,-1-1 0,0 1 1,0-2-1,8-4 1,-12 5-17,-1 1 1,0-1-1,0 0 1,0 0-1,-1-1 1,0 1 0,1-1-1,-1 0 1,-1 0-1,1 1 1,-1-2 0,0 1-1,0 0 1,0 0-1,-1-1 1,0 1-1,0-1 1,0 1 0,-1-1-1,0 1 1,0-1-1,-1-8 1,-1-1-34,0 1 1,0-1 0,-2 0-1,0 1 1,0 0 0,-1 0-1,-10-18 1,-24-33-1221,-94-118 1,113 158 442,12 14 199,-1 1 0,0 0 0,-1 1 0,-19-15 0,3 8-3392,-2 3-4431,15 5-1621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0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1 243 14025,'0'0'115,"0"0"-1,0-1 1,0 1-1,1-1 1,-1 1 0,0 0-1,0-1 1,0 1-1,1-1 1,-1 1-1,0 0 1,0-1-1,1 1 1,-1 0-1,0-1 1,1 1-1,-1 0 1,1 0-1,-1-1 1,0 1 0,1 0-1,-1 0 1,1 0-1,-1 0 1,0-1-1,1 1 1,-1 0-1,1 0 1,-1 0-1,1 0 1,0 0-1,14 9 2292,19 28 189,-24-25-1895,43 51 1937,53 80 0,-85-111-2270,-1 2 1,-2 1 0,-2 0-1,21 62 1,-32-76-265,0 1-1,-1 0 1,-2 0 0,0 0 0,-1 0 0,-3 31 0,1-38-53,-1-1 0,0 0 0,-1 0 0,-1 0 0,0 0 1,-1-1-1,0 1 0,-1-1 0,-1-1 0,-14 22 0,16-27 14,-1-1-1,1-1 1,-1 1-1,-10 6 1,-4 4 377,19-16-427,0 0-1,-1 0 1,1-1 0,0 1-1,0 0 1,0 0 0,0-1-1,-1 1 1,1-1 0,0 1-1,0-1 1,0 0 0,0 1-1,0-1 1,0 0 0,-1-1-1,1 1-11,-1 0-2,1 0 0,0 0 0,-1-1 0,1 1 0,0-1 0,0 1 0,0-1 0,0 1 0,0-1 0,0 0 0,0 1 0,0-1 0,1 0 0,-1 0 0,1 0 0,-1 1 0,1-1 0,0 0 0,-1 0 0,1 0 0,0 0 0,0 0 0,1 0 0,-1-2 0,13-51 0,-9 40 0,7-18 0,1 0 0,1 1 0,18-33 0,60-87 0,25-13-3337,158-172-1,-190 248-1741,-23 36-1180,17-2-5511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581 214 4764,'1'-2'328,"0"-1"-1,0 0 0,0 1 1,0-1-1,0 1 0,-1-1 1,1 0-1,-1 0 0,1 1 1,-1-1-1,0 0 0,0 0 1,-1-3-1,-8-45 5438,5 24-3711,3 20-1491,0 1 0,-1 0 0,1-1 0,-1 1 0,0 0 0,-1 0 0,0 0-1,0 0 1,0 0 0,0 1 0,-1-1 0,0 1 0,0 0 0,-6-6 0,9 11-453,-1 0 0,1 0 0,0 0 0,0 0 0,0 0 1,0 0-1,0 0 0,0 0 0,0 0 0,0 1 0,0-1 1,0 0-1,0 1 0,0-1 0,0 0 0,1 1 0,-1 0 0,-2 0 1,1 1 194,-6 2-139,1 1 0,0 0 0,1 0 0,-1 1 0,1 0-1,0 0 1,0 0 0,1 1 0,0 0 0,0 0 0,1 0 0,-8 15 0,-2 11 984,-17 63-1,15-46-846,-147 471-303,77-242 0,68-224 0,0-2 0,3 1 0,3 1 0,-8 68 0,-7 204 0,26-294 0,1 1 0,1-1 0,7 36 0,-4-49 0,2-1 0,0 0 0,16 32 0,-15-35-46,1-1-1,1-1 1,0 0-1,1 0 1,1 0 0,0-1-1,0-1 1,2 0-1,-1-1 1,1 0 0,1-1-1,0 0 1,1-1 0,0-1-1,0 0 1,0-1-1,1-1 1,20 6 0,-2-4-422,0-1 1,1-2 0,-1-1 0,1-1 0,0-2-1,0-2 1,66-10 0,34-9-8635,-1-3-6960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1582 8101,'-57'14'16155,"55"-17"-15139,0 1-855,1-1 0,-1 0 0,1 0 0,-1 0 0,1 0 0,0 0-1,0 0 1,1 0 0,-1 0 0,1-1 0,-1-5 0,7-39 716,-3 35-756,21-101 670,9-42-195,65-594-30,-60 335-592,-40 372 49,-2 31 71,3 12-89,1 1 0,0-1 0,-1 0 1,1 0-1,0 0 0,-1 0 0,1 0 1,0 1-1,-1-1 0,1 0 0,0 0 0,-1 1 1,1-1-1,0 0 0,0 1 0,-1-1 1,1 0-1,0 1 0,0-1 0,0 0 1,-1 1-1,1-1 0,0 0 0,0 1 0,0-1 1,0 0-1,0 1 0,0-1 0,0 1 1,0-1-1,-9 30 289,2 0-1,2 0 1,0 0 0,1 36 0,-1-11 14,-30 257-55,-11 122-11,37-298-198,11 161 0,0-269-44,1 1 1,1 0-1,1-1 0,2 0 0,1 0 1,19 44-1,-23-62-1,1 0 1,1 0-1,0 0 1,0-1 0,1 0-1,1 0 1,-1-1-1,1 0 1,0 0-1,1 0 1,0-1-1,0-1 1,1 0-1,0 0 1,0 0-1,0-2 1,1 1 0,-1-1-1,19 4 1,-12-5-147,0-2 1,0 0-1,0 0 1,0-2-1,0 0 1,1-1-1,-2-1 0,1 0 1,0-1-1,-1-1 1,0-1-1,0 0 1,16-10-1,1-1-428,0-2 0,-2-1 0,0-1 0,53-50 0,-55 42 223,-2-2 1,-1 0-1,-1-2 0,-2 0 0,-1-2 1,-2 0-1,26-66 0,-44 99 340,-2 0-1,1 0 1,0 0 0,0 0 0,-1 0-1,1 0 1,-1 0 0,1 0 0,-1 0 0,0-1-1,0 1 1,0 0 0,0 0 0,0 0-1,-1 0 1,1 0 0,-1 0 0,1-1-1,-1 1 1,0 0 0,0 0 0,0 1-1,0-1 1,0 0 0,0 0 0,0 0-1,-1 1 1,1-1 0,-1 0 0,1 1-1,-1 0 1,1-1 0,-1 1 0,0 0-1,0 0 1,0 0 0,0 0 0,0 0-1,0 0 1,0 0 0,0 1 0,0-1-1,0 1 1,0 0 0,0-1 0,0 1 0,0 0-1,-1 0 1,1 0 0,0 1 0,0-1-1,0 0 1,0 1 0,-4 1 0,-11 5-21,0 0 0,1 1 1,0 1-1,1 1 1,-1 0-1,2 1 0,0 0 1,0 1-1,-18 21 1,7-4-296,1 1 1,2 0-1,1 2 1,-29 58 0,50-89 314,0-1-1,0 1 1,0-1 0,0 1 0,0 0 0,0-1 0,0 1-1,0 0 1,0-1 0,0 1 0,1-1 0,-1 1 0,0 0 0,0-1-1,1 1 1,-1-1 0,0 1 0,1-1 0,-1 1 0,1-1-1,-1 1 1,1-1 0,0 1 0,0 1-31,0-1 34,-1 0 1,1 0 0,-1 0 0,1 0-1,0 0 1,-1 0 0,1 0-1,0 0 1,0-1 0,0 1 0,-1 0-1,1 0 1,0-1 0,0 1-1,0-1 1,0 1 0,0 0 0,0-1-1,1 0 1,-1 1 0,0-1-1,0 0 1,0 1 0,0-1 0,0 0-1,1 0 1,-1 0 0,0 0-1,0 0 1,0 0 0,2-1 0,-2 1 16,39 2 254,0 2 0,69 16 0,-80-13-190,0-1-1,1-1 1,0-2-1,0-1 1,0-1-1,57-6 0,-72 3-60,0 0 0,-1-1 0,1 0 0,-1-1 0,0-1 0,17-7 0,-17 4-5,-1 0-1,0-1 1,0 0 0,0-1-1,-1-1 1,-1 0 0,0 0 0,0-1-1,-1-1 1,14-23 0,-4 1 244,-2-1 1,-2-1-1,22-69 1,-27 67 443,3 2 1,1-1-1,36-62 0,-50 98-652,0 0 0,1 0-1,-1 0 1,1 0 0,-1 0-1,1 0 1,0 0-1,0 1 1,0-1 0,0 1-1,0-1 1,0 1 0,0 0-1,1 0 1,-1 0 0,0 0-1,1 0 1,-1 0-1,1 1 1,-1-1 0,1 1-1,-1 0 1,1 0 0,-1 0-1,1 0 1,-1 0-1,1 0 1,-1 1 0,1-1-1,-1 1 1,1-1 0,-1 1-1,0 0 1,1 0-1,-1 0 1,0 1 0,0-1-1,3 2 1,3 2 18,-1 1 0,0 0 1,0 0-1,0 1 0,-1-1 0,0 1 1,0 1-1,9 15 0,-7-8-20,-2 0 0,0 1 0,-1 0-1,0 0 1,-1 1 0,-1-1 0,-1 1 0,0 0 0,-1-1-1,-1 1 1,-1 0 0,0 0 0,-4 16 0,-6 28 13,-4-1 0,-26 69 0,20-64-9,20-62-38,-1 1-1,1-1 0,1 1 0,-1 0 1,0 0-1,1-1 0,0 1 0,0 0 1,0 0-1,1 4 0,-1-7-3,0 0 1,1 0-1,-1-1 0,0 1 0,1 0 1,-1 0-1,1 0 0,-1-1 0,1 1 1,-1 0-1,1 0 0,0-1 0,-1 1 1,1-1-1,0 1 0,0 0 0,-1-1 1,3 1-1,-1 0-1,0-1 0,0 1 0,0-1 1,0 1-1,0-1 0,0 0 0,0 0 0,0 0 1,0 0-1,0 0 0,4-1 0,11-4-3,0 0-1,0 0 0,-1-2 1,1 0-1,-1-1 1,-1-1-1,0 0 1,0-1-1,-1 0 1,0-2-1,0 1 1,-2-2-1,1 0 0,12-17 1,16-25-13,-3-2 0,43-82 0,-62 105 0,7-15 10,42-69 13,-60 106-4,1 0 0,0 1 0,1 0 1,0 0-1,1 1 0,0 1 0,13-9 0,-20 15 16,1 1 0,-1 0 0,1 1 1,-1-1-1,1 1 0,0 0 0,-1 0 0,1 0 0,0 1 0,0-1 0,0 1 0,0 0 0,7 2 0,-3-1 38,0 1 0,0 0 0,0 1 0,0-1 0,15 9 0,-13-5 14,0 0 0,-1 1 0,0 1 0,0 0 0,0 0 0,-1 1 0,-1 0 0,0 0 0,0 1 0,0 1 0,-2-1 0,1 1 0,9 22 0,-12-23-34,0 1-1,0 0 1,-1 0-1,-1 0 0,0 0 1,0 0-1,-1 1 1,-1-1-1,0 0 0,0 1 1,-1-1-1,-1 0 1,0 1-1,0-1 1,-6 15-1,-2-3-19,0-1 0,-2-1 0,0 0 1,-2 0-1,0-1 0,-1-1 0,-19 19 0,-19 13-2442,-62 46 0,97-83 1008,4-3-969,2-2-2146,-11 10-11367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13773,'-67'34'3077,"51"-3"-369,-6-2-620,6 2-352,3-5-352,1 8-288,2 1-248,7 5-243,6-6-698,0 9-671,-3-20-488,4 2-868,2 4-624,3-9-3293,1-6-5284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 11505,'0'0'4520,"-4"-17"-2399,4 3 935,10 36-12313,6 16 296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1043 8805,'0'-3'1821,"2"-4"-1107,-1 1-1,1 0 1,1-1-1,-1 1 1,1 0-1,0 1 0,0-1 1,1 0-1,5-6 1,44-42 1274,-42 44-1717,0 0-1,-1-1 1,0 1-1,-1-2 1,15-24 0,-10 6 338,-1-1 0,-2-1 1,-1 0-1,-2 0 1,-1-1-1,-1 0 0,-2 0 1,0-53-1,1-30 1053,29-178 0,-18 216-899,-43 267 1060,5-72-1823,-120 580 0,-80 87 0,80-307 0,128-422 0,-15 103 0,26-128 0,2 0 0,0 0 0,2 0 0,1 0 0,8 36 0,-8-58-59,0 0-1,0 1 1,1-1 0,0 0-1,0-1 1,1 1 0,0-1-1,0 1 1,1-1 0,0 0-1,0-1 1,0 1 0,1-1-1,12 9 1,-15-12 33,1 0 0,-1-1 0,1 1 0,0-1 0,0 0 0,0 0 0,1-1 0,-1 1 0,0-1 0,1 0 1,-1 0-1,0 0 0,1-1 0,-1 1 0,1-1 0,-1 0 0,1-1 0,-1 1 0,1-1 0,-1 0 0,1 0 0,-1 0 0,0 0 0,0-1 0,1 0 0,3-2 0,-3 1 6,1 0-1,-1-1 1,0 0-1,0 0 1,-1 0-1,1 0 0,-1-1 1,0 0-1,0 0 1,0 0-1,-1 0 1,0 0-1,0-1 0,0 0 1,-1 1-1,0-1 1,0 0-1,2-8 0,0-24-540,-2 0 0,-1 0 0,-5-43 0,0 48-187,0 1 1,-2 0-1,-2 1 1,-20-57 0,-64-113-2356,61 145 2683,-2 2-1,-2 2 1,-74-84-1,107 134 441,0 0 0,0 1-1,0-1 1,1 0 0,-1 0-1,1 0 1,-1-1 0,1 1 0,0 0-1,0 0 1,0-1 0,0 1-1,0-1 1,0 1 0,1-1 0,-1 1-1,1-1 1,-1 1 0,1-1-1,0 1 1,0-1 0,0 0 0,1 1-1,-1-1 1,1 1 0,-1-1-1,1 1 1,0-1 0,0 1 0,0 0-1,0-1 1,0 1 0,1 0-1,-1 0 1,4-4 0,3-2 21,1 1-1,0 0 1,0 0 0,0 1-1,1 0 1,19-8 0,376-140 290,-369 142-292,-10 3-33,-4 1-11,1 1-1,0 0 1,36-4-1,-51 10-1,-1 1-1,1 0 0,-1 0 0,1 1 0,-1 0 0,0 0 0,1 1 0,-1 0 0,0 0 0,0 1 0,0 0 1,0 0-1,-1 0 0,1 1 0,7 5 0,33 34-1005,-8 2-4336,-35-38 709,1 9-2616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23 6433,'-10'12'9472,"7"-14"-7229,-1 1-3203,-24-11 9761,13 1-3159,11 2-5352,-15 10-4133,18-1 2966,-12 1 782,9 0-2895,0 16-18142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1 406 14577,'0'0'5750,"4"0"-3298,22 3 399,42-2-1,-46-3-2307,1 0-1,-1-2 0,0 0 1,32-11-1,-37 10-465,10-4 148,-1 0 1,0-2 0,25-15 0,-45 23-193,1-1 0,-1 0 0,0 0 0,-1-1 0,1 0 0,-1 0 0,0 0 0,0-1 0,-1 1 0,1-1 1,-1 0-1,0-1 0,-1 1 0,0-1 0,0 1 0,0-1 0,1-7 0,-3 8-34,3-9-24,-1-1 0,2-30-1,-5 40 18,0 1-1,-1-1 0,1 0 1,-1 1-1,0-1 0,-1 1 1,1 0-1,-1-1 0,0 1 1,0 0-1,-1 0 0,1 0 1,-6-7-1,5 8 3,0 0-1,0 0 1,0 0 0,-1 1 0,0-1-1,0 1 1,0 0 0,0 0 0,0 0-1,0 0 1,-1 1 0,0 0 0,1 0-1,-1 0 1,0 1 0,0-1 0,0 1-1,0 0 1,0 0 0,0 1 0,0 0-1,0 0 1,0 0 0,0 0 0,0 1-1,0 0 1,0 0 0,-7 2 0,-6 5 21,0 1 1,1 1 0,0 1 0,0 0 0,1 1-1,1 0 1,0 2 0,1 0 0,0 0 0,1 1-1,1 1 1,0 0 0,1 1 0,1 0 0,0 1 0,2 0-1,0 0 1,1 1 0,1 0 0,0 0 0,2 0-1,0 1 1,-2 33 0,6-42-115,1-1 1,0 1-1,0 0 0,1-1 0,0 1 1,1-1-1,0 0 0,1 0 0,0 0 1,1-1-1,0 1 0,11 15 0,-8-14-242,2 0-1,-1-1 1,1-1-1,1 0 1,0 0-1,0 0 1,1-2-1,21 12 1,-1-5-638,1-2 0,0-1 0,0-1 0,1-2 0,0-2 0,70 5 0,-32-9-6037,-1-4-4541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24 261 12849,'-24'-9'9084,"31"22"-5938,-3-7-3215,7 11 691,1-1-1,1-1 1,30 28 0,12 14 238,-32-28-614,0 1 1,-2 0 0,-1 2 0,-2 1 0,22 50 0,-33-64-202,-1-1 1,0 1-1,-2 0 1,0 1-1,-1-1 0,-1 1 1,-1-1-1,-1 1 1,0 0-1,-1-1 0,-2 1 1,-4 21-1,2-24-25,0-1 1,-1 1-1,-1-1 0,-1 0 1,0 0-1,-17 24 0,19-32-2,1-1-1,-1 0 0,0-1 0,0 1 0,-1-1 1,1-1-1,-2 1 0,1-1 0,0 0 0,-1-1 1,0 0-1,0 0 0,0 0 0,-1-1 0,-8 2 0,15-5-4,1 1 0,-1-1 0,1 0 0,-1 1 0,1-1 0,-1 0 0,1 0 0,-1 0 0,1 0 0,-1 0 0,1-1 0,-1 1 0,1 0 0,-1-1 0,1 1 0,0-1 0,-1 0 0,1 1 0,0-1 0,-1 0 0,1 0 0,0 0 0,0 1 0,0-1 0,0-1 0,0 1 0,0 0 0,0 0 0,0 0 0,0 0 0,0-1 0,1 1 0,-1 0 0,0-1 0,1 1 0,-1-1 0,1 1 0,0-1 0,-1 1 0,1 0 0,0-4 0,-1-4 64,1 0 0,0-1-1,1 1 1,0-1 0,4-13 0,3-9 80,2 1 0,0 1 0,25-48 0,54-81-35,-76 137-175,281-402-4400,-209 309 913,-68 93 1259,30-32-1,3 11-3747,8 4-4951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9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179 343 4844,'13'-11'701,"-9"8"-211,0 0 0,-1 0 0,1-1 0,0 1 0,-1-1 0,0 0 0,0 0 0,0 0 0,0 0 1,-1-1-1,4-6 0,10-19 2766,-14 26-2743,1 0-1,-1 0 0,0 0 1,0 0-1,0 0 0,0 0 1,1-9-1,0-1 297,-1 5-230,0 1 0,0-1 0,-1 1 0,0-1-1,-1 0 1,0 0 0,0 0 0,-1 1 0,-2-12-1,1 13 29,0-1 1,0 1-1,1-1 0,0 0 0,1 0 0,-1 0 0,1 1 0,1-1 0,1-9 1,-3 8-409,-2 8 17,-10 15 213,-13 34 44,18-28-473,-152 393 0,145-363 0,2 1 0,3 0 0,1 0 0,3 1 0,2 0 0,4 79 0,2-104-75,2 0 0,1 0 1,0-1-1,2 1 0,2-1 0,0 0 0,1-1 0,2 0 1,0-1-1,2 0 0,0-1 0,2-1 0,1 0 0,0-1 1,2-1-1,0-1 0,31 25 0,-20-22-891,1-2-1,1-1 0,0-1 1,2-2-1,46 16 0,181 40-10076,-112-37-550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668 269 6825,'-1'-4'560,"0"0"0,1-1 1,-1 1-1,1 0 0,0-1 1,0 1-1,0 0 1,1-1-1,0 1 0,-1 0 1,1 0-1,3-7 0,-2 4 219,0 1 0,-1-1-1,0 0 1,0 0-1,0-9 1,-1 7-237,0 1-1,-1-1 1,0 1-1,0-1 0,-1 1 1,0 0-1,-1 0 1,0 0-1,0 0 1,0 0-1,-1 0 1,-7-9-1,8 13-266,0 1-1,0-1 0,0 0 1,-1 1-1,1 0 0,-1 0 0,0 0 1,-6-4-1,7 6-161,0 0-1,0 0 1,0 0-1,-1 0 1,1 1 0,0-1-1,0 1 1,0 0-1,0 0 1,0 0 0,-1 0-1,1 1 1,0-1-1,-5 3 1,-11 3 116,0 1-1,1 1 1,0 1-1,1 0 0,-1 1 1,-28 24-1,-91 87 962,136-121-1190,-43 42 0,2 1 0,-53 70 0,85-99 0,1 0 0,0 0 0,0 1 0,2 0 0,0 0 0,0 1 0,2 0 0,0 0 0,1 1 0,0-1 0,1 1 0,1 0 0,1 29 0,2-25 0,2 1 0,1-1 0,0 0 0,2 0 0,0 0 0,1-1 0,1 0 0,1 0 0,13 20 0,2-4 0,2 0 0,2-2 0,59 58 0,103 86 0,-166-155 0,7 4 0,-2 1 0,32 40 0,-55-60 0,1 1 0,-1 0 0,-1 0 0,0 0 0,0 0 0,-1 1 0,0 0 0,0 0 0,-1 0 0,-1 0 0,0 1 0,0-1 0,0 20 0,-3-22-16,0 0-1,0 0 1,-1 0 0,0 0 0,-1-1-1,1 1 1,-2-1 0,1 0-1,-1 0 1,0 0 0,0 0 0,-1 0-1,0-1 1,0 0 0,-1 0-1,1 0 1,-1-1 0,-1 0 0,-7 6-1,-10 4-158,0-1 0,-1-1 0,0-1 0,-33 11 0,29-13-635,0-1 0,-1-2 0,0-1 0,-1-2 1,-32 2-1,-8-5-3708,0-3-3992,48 2-2185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53 400 9705,'13'-24'2363,"-13"24"-2223,0-1-1,0 0 1,-1 1-1,1-1 0,0 0 1,-1 1-1,1-1 1,-1 0-1,1 1 1,0-1-1,-1 1 0,1-1 1,-1 1-1,0-1 1,1 1-1,-1-1 0,1 1 1,-1 0-1,0-1 1,1 1-1,-1 0 0,0-1 1,1 1-1,-1 0 1,0 0-1,0 0 1,1 0-1,-2 0 0,1 0 159,-44-17 7339,45 17-7622,0 0 1,0 0 0,0 0 0,0 0 0,0 0 0,0 0 0,0 0 0,0-1 0,0 1 0,-1 0-1,1 0 1,0 0 0,0 0 0,0 0 0,0 0 0,0 0 0,0 0 0,0 0 0,0 0 0,-1 1 0,1-1-1,0 0 1,0 0 0,0 0 0,0 0 0,0 0 0,0 0 0,0 0 0,0 0 0,0 0 0,0 0-1,0 0 1,-1 0 0,1 0 0,0 0 0,0 0 0,0 0 0,0 1 0,0-1 0,0 0 0,0 0-1,0 0 1,0 0 0,0 0 0,0 0 0,0 0 0,0 0 0,0 0 0,0 1 0,0-1 0,0 0 0,0 0-1,0 0 1,0 0 0,0 0 0,0 0 0,0 0 0,0 0 0,0 0 0,0 1 0,0-1 0,0 0-1,0 0 1,0 0 0,0 0 0,1 0 0,-1 0 0,-1 15 377,0 0 0,2 0 0,0 0 0,0 0 0,2-1 0,0 1 0,6 18-1,43 105 1114,-28-79-914,47 124 336,48 121 543,-53-157-1471,-65-145 0,0 1 0,0-1 0,1 0 0,-1 0 0,0 1 0,1-1 0,0 0 0,0 0 0,-1-1 0,1 1 0,0 0 0,0-1 0,1 1 0,-1-1 0,0 1 0,0-1 0,1 0 0,-1 0 0,1 0 0,-1 0 0,6 0 0,-5-1 0,1 0 0,0 0 0,0-1 0,0 1 0,0-1 0,-1 0 0,1 0 0,0-1 0,-1 1 0,1-1 0,-1 0 0,0 0 0,5-3 0,3-4 0,1 0 0,-2-1 0,1 0 0,-1-1 0,-1 0 0,15-22 0,10-26-165,-3-1-1,36-99 1,28-136-1055,-10 27-170,-59 199 715,60-116 0,-85 184 610,12-24-1771,21-27 0,-29 45 731,0 1 1,1 0-1,0 0 0,0 0 0,0 1 1,0 0-1,1 0 0,11-6 0,23-3-10542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43 11289,'-2'-2'2227,"-14"-16"1119,15 16-2819,-1-1 0,1 1 0,-1 0 0,0 0 1,0 1-1,0-1 0,0 0 0,0 0 0,-2-1 0,2 3-393,1 0 1,0-1-1,-1 1 1,1 0-1,0 0 1,-1 0-1,1 0 0,0 0 1,-1 0-1,1 0 1,0 1-1,-1-1 0,1 0 1,0 1-1,0-1 1,-1 1-1,1-1 1,0 1-1,0 0 0,0-1 1,0 1-1,-1 0 1,0 1-1,-12 9 582,1 2 0,0-1 0,0 2-1,1-1 1,1 2 0,-13 21 0,-44 89 1226,61-111-1789,-115 259 225,106-228-394,3 0 1,1 1 0,3 0 0,-5 50 0,13-78 15,0 0 0,1 0 0,1-1 0,1 1 0,1 0 0,0 0 0,1-1 0,1 0 0,0 0 0,1 0 0,1 0 0,10 16 0,-7-16 0,2-1 0,0 0 0,0-1 0,2 0 0,-1-1 0,2 0 0,0-2 0,1 1 0,0-2 0,32 18 0,-18-15-1109,0 0 0,1-2 0,1-1 1,65 13-1,-44-15-2549,2-3-1,71-1 1,-34-8-9606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78 10357,'-5'-8'574,"5"6"-405,-1 1 0,0-1-1,1 1 1,-1 0 0,0-1-1,0 1 1,0 0-1,1-1 1,-1 1 0,-1 0-1,1 0 1,0 0 0,0 0-1,0 0 1,0 0 0,-1 0-1,1 1 1,-1-1-1,1 0 1,0 1 0,-1-1-1,1 1 1,-3-1 0,-41-42 9365,43 42-7310,30 3-631,-20 1-1451,0 0 1,0 1-1,0-1 0,-1 1 1,1 1-1,-1 0 0,0 0 1,0 0-1,-1 1 0,1 0 1,-1 0-1,-1 0 0,11 15 1,2 7 337,0 0 1,17 40-1,-8-5-229,-2 2 0,-3 1-1,23 119 1,-38-142-251,-2 1 0,-2-1 0,-2 1 0,-2 0 0,-2 0 0,-1-1 0,-2 1 0,-3-1 0,-14 44 0,6-34 0,-3-1 0,-2 0 0,-2-2 0,-2-1 0,-3-1 0,-58 76 0,22-46-1779,-3-3 0,-127 108 1,132-132-943,-2-3 1,-3-3-1,-131 65 1,57-48-10845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8589,'9'-15'855,"-7"12"-670,0 1-1,-1-1 0,1 1 1,-1-1-1,0 1 1,1-1-1,-1 0 0,0 0 1,-1 0-1,1 1 1,0-1-1,-1 0 0,0 0 1,1 0-1,-1 0 1,0 0-1,-1 0 0,1 0 1,0 0-1,-2-3 1,0-4 497,-1-1 0,2 1 1,-1-1-1,1 1 0,1-1 1,0 0-1,1 1 1,0-1-1,0 1 0,1-1 1,0 1-1,1 0 0,1 0 1,6-16-1,-7 19-365,1 1 0,0-1 0,0 1-1,1 0 1,0 0 0,0 1 0,0-1 0,0 1-1,1 0 1,0 1 0,0-1 0,1 1 0,9-5-1,-13 8-257,0 0-1,1 0 0,-1 0 0,0 0 0,1 0 0,0 1 0,-1-1 0,1 1 1,-1 0-1,1 0 0,-1 1 0,1-1 0,-1 1 0,1-1 0,-1 1 1,1 0-1,-1 1 0,0-1 0,1 0 0,-1 1 0,0 0 0,0 0 1,0 0-1,0 0 0,-1 0 0,1 0 0,0 1 0,3 5 0,-2-3-19,-1 0-1,0 0 0,0 0 0,-1 1 1,0-1-1,0 1 0,0-1 0,-1 1 0,1 0 1,-1 0-1,-1 0 0,1-1 0,-1 1 1,0 0-1,0 0 0,-1 0 0,-1 7 0,-2 8 48,0 0 0,-2-1 0,-10 29 0,-172 340 310,146-311-358,14-20 44,26-56-70,1 0-1,0 1 1,0-1 0,0 1-1,0 0 1,0-1 0,0 1-1,1-1 1,0 1 0,-1 0-1,1 0 1,0-1 0,0 1 0,0 0-1,1-1 1,-1 1 0,0 0-1,1-1 1,0 1 0,0 0-1,1 2 1,0-3-4,0 0-1,0 0 1,0 1 0,0-2-1,0 1 1,0 0 0,1 0-1,-1-1 1,1 1 0,-1-1-1,1 0 1,0 0-1,0 0 1,-1 0 0,7 1-1,7 1-46,0-2-1,1 0 0,-1-1 0,0 0 0,17-3 0,28-4-1641,104-26 0,-139 26 410,1-2 0,-1 0 0,-1-2 0,0-1-1,0-1 1,27-20 0,-3-2-4909,-3 5-3757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2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1028 120 11493,'-11'-3'556,"1"-1"0,0 0 0,-1 0 1,1-1-1,1 0 0,-1-1 0,-16-13 0,12 10 376,-1 0 0,1 1 0,-2 1 0,1 0 0,-1 1 0,0 1 0,0 0 0,0 1 0,-32-3 0,30 6-691,0 0-1,0 1 0,-1 1 1,1 0-1,0 1 0,0 2 1,0 0-1,1 0 0,-1 2 0,1 0 1,0 1-1,0 1 0,1 0 1,0 1-1,1 1 0,-22 18 1,8-4 186,2 0 1,1 3-1,2 0 0,0 1 1,2 1-1,1 1 1,-23 44-1,8-4-427,4 0 0,2 2 0,4 1 0,3 2 0,3 0 0,-16 131 0,30-148 0,3 0 0,3 0 0,12 107 0,-4-121 0,1-1 0,2 0 0,1 0 0,3-1 0,30 62 0,-30-76 0,1 0 0,2-1 0,1-1 0,0 0 0,2-2 0,1 0 0,1-2 0,1 0 0,1-1 0,0-2 0,2-1 0,0 0 0,1-2 0,1-2 0,0 0 0,1-2 0,0-1 0,1-2 0,0-1 0,48 7 0,-2-7-6,1-2 0,0-4 0,0-4 0,0-3 0,0-3 0,-1-3 0,-1-4 0,0-4 0,122-46 0,-156 48-86,-1-2-1,-1-1 1,-1-3-1,-1-1 1,-1-2-1,-2-1 1,0-2-1,-2-1 1,56-66-1,-72 74 67,0-1-1,-2-1 1,-1 0 0,0-1-1,-2-1 1,-1 0-1,-1 0 1,-1-1 0,-2 0-1,0-1 1,-2 0 0,-1 1-1,-1-2 1,-2 1-1,0 0 1,-7-51 0,1 47 1,-2 1 1,0 1 0,-3-1 0,0 1-1,-2 1 1,-1 0 0,-1 0 0,-28-40 0,16 34 59,-1 2 0,-1 0 0,-2 2 0,-1 1-1,-60-45 1,37 38-346,-1 2 0,-2 2-1,-73-30 1,51 31-1981,-155-41 0,110 47-2088,40 16-2015,-6 11-5342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13173,'0'1'3159,"-5"12"-1349,1-4-309,2 1 0,-1 0 0,-1 19 0,2 28 1203,2-38-1694,-6 39 0,-13 42 483,3-21-352,-9 105 1,24-155-2167,1 1-1,6 42 1,-3-52-634,1 0-1,1-1 1,0 1 0,13 26-1,-2-19-5233,5-2-4503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7 240 10005,'-1'-11'513,"-4"-46"3920,5 54-4194,0-1 1,1 0-1,0 1 0,0-1 0,0 1 0,0-1 0,0 1 0,0-1 0,1 1 1,0 0-1,0 0 0,0 0 0,3-4 0,2-1 147,1 1-1,0 0 1,0 1 0,1 0 0,-1 0-1,2 1 1,-1 0 0,0 0-1,17-5 1,9-1 526,48-8 0,-69 16-700,28-5 161,0 1 0,0 3 0,0 1 0,0 3 0,63 6 1,-80-3-308,0 1 1,-1 1 0,0 2-1,0 0 1,0 1 0,-1 2-1,0 0 1,-1 1-1,0 2 1,31 22 0,-44-27-55,-1-1 1,1 1-1,-2 1 0,1-1 1,-1 1-1,0 1 0,-1-1 1,0 1-1,0 0 1,-1 1-1,-1-1 0,0 1 1,0 0-1,-1 0 0,0 0 1,-1 1-1,0-1 1,-1 0-1,0 1 0,-2 19 1,-1-12-125,-1-1 1,0 1-1,-2-1 0,0 0 1,-1 0-1,-1-1 1,0 1-1,-1-1 0,-1-1 1,-1 0-1,0 0 1,-14 15-1,-5 1-294,-1 0 1,-64 50-1,-80 45-584,147-108 845,-122 79-399,116-78 420,-1-1 0,-56 20 0,88-38 132,0 0 0,0-1 0,0 1 0,0 0 0,-1-1 0,1 0 0,0 0 0,-1 1 0,1-1 0,0-1 0,-1 1 0,1 0 0,0 0 0,0-1 0,-1 1 0,1-1 0,-3-1 0,-5-2 45,10 3-36,0-1 1,0 1-1,0 0 0,1-1 1,-1 1-1,1-1 0,-1 1 1,1 0-1,0-1 0,-1 1 0,1 0 1,0 0-1,1-2 0,-1 3-8,1-4 66,0 1-1,0 0 0,1 0 0,0 0 0,-1 0 0,1 0 0,0 1 1,1-1-1,-1 1 0,0 0 0,1 0 0,-1 0 0,1 0 0,-1 1 1,1-1-1,0 1 0,4-1 0,-3 2 50,0-1 0,0 1 1,1 0-1,-1 1 0,0-1 0,0 1 0,0 0 0,0 1 1,0-1-1,0 1 0,7 3 0,8 6 369,-1 1 1,0 1-1,-1 0 1,29 28-1,-43-37-425,90 83 863,51 45-619,-114-106-1133,1-2 0,67 37 1,-59-42-1524,54 19 0,-2-9-5583,-16-9-3768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178 330 10825,'0'0'64,"-1"0"0,1 0 0,-1 0-1,1 0 1,0-1 0,-1 1 0,1 0 0,0 0 0,-1-1-1,1 1 1,0 0 0,-1-1 0,1 1 0,0 0 0,-1-1 0,1 1-1,0 0 1,0-1 0,-1 1 0,1-1 0,0 1 0,0 0-1,0-1 1,0 1 0,0-1 0,-1 1 0,1-1 0,0 1-1,0-1 1,12-7 1515,36-2 564,-28 7-1588,16-5 417,12-1 398,67-24 1,-102 28-1228,-1 0 0,1 0 0,-1-2 0,-1 1 0,1-1 0,-1-1-1,0 0 1,-1-1 0,19-19 0,-27 26-123,0-1-1,-1 1 0,1-1 0,-1 0 1,0 1-1,0-1 0,1 0 1,-2 1-1,1-1 0,0 0 0,-1 0 1,1 0-1,-1 0 0,0 0 1,0 0-1,0 0 0,0 0 0,0 0 1,-1 0-1,1 0 0,-1 1 1,0-1-1,0 0 0,0 0 0,0 1 1,-1-1-1,1 0 0,-3-2 0,1 0 23,-1-1 0,0 1-1,0 0 1,-1 0 0,1 1-1,-1 0 1,0-1 0,-1 1-1,1 1 1,-1-1-1,-9-4 1,1 4 140,-1-1 0,1 2 0,-1 0 0,0 1 0,0 0 0,0 1 0,0 1 0,0 0 0,0 1 0,0 1 0,1 1 0,-1 0 0,0 0 0,-25 11 0,18-6 68,0 2 1,1 1-1,0 0 0,0 2 1,1 0-1,1 1 0,1 1 0,-28 28 1,39-36-189,1 0 1,0 1 0,1 0 0,-1 0 0,2 0 0,-1 0-1,1 1 1,0 0 0,1 0 0,0 0 0,1 0 0,-1 0 0,0 16-1,3-18-37,0-1 0,0 1 0,1 0-1,0-1 1,0 1 0,0 0 0,1-1 0,0 1-1,1-1 1,-1 0 0,1 0 0,1 0-1,-1 0 1,1 0 0,0-1 0,0 0 0,0 1-1,1-1 1,0-1 0,6 6 0,6 2-29,0 0 1,1-2 0,1 1 0,0-2-1,0-1 1,0 0 0,1-1 0,1-2-1,-1 0 1,27 3 0,27 1-393,116-3 0,-98-7-15,-1-3 0,0-5-1,0-4 1,-1-3-1,-1-5 1,110-40 0,-170 49 335,-1 0 1,0-2-1,-1-1 0,-1-1 1,34-27-1,-50 34 51,1 0-1,-2 0 1,1-1 0,-1 0-1,-1 0 1,0-1-1,0-1 1,-1 1-1,0-1 1,-1 0 0,-1 0-1,0-1 1,0 0-1,4-21 1,-9 29 13,1 0 0,-1 0 0,1 0 0,-1 0-1,-1 1 1,1-1 0,-1 0 0,0 0 0,0 0 0,0 1 0,-1-1 0,1 0 0,-3-4-1,2 6 6,0 1 0,0-1 0,0 1 0,0-1 0,0 1-1,-1 0 1,1 0 0,-1 0 0,1 0 0,-1 0-1,0 0 1,0 1 0,0 0 0,0-1 0,0 1 0,0 0-1,0 0 1,0 1 0,0-1 0,0 1 0,0-1-1,-4 1 1,-6 0-17,0 0-1,0 2 1,0-1 0,0 1-1,1 1 1,-1 0 0,1 1-1,-1 1 1,1-1-1,1 2 1,-1 0 0,1 0-1,0 1 1,0 1-1,1-1 1,0 2 0,0-1-1,1 2 1,0-1-1,1 1 1,0 0 0,0 1-1,-7 14 1,13-22-23,1 0 1,-1 0-1,1 0 0,-1 0 1,1 0-1,0 0 0,0 1 1,0-1-1,1 0 0,-1 1 1,1-1-1,0 0 0,0 1 1,0-1-1,0 1 0,1-1 1,-1 0-1,1 1 0,0-1 1,0 0-1,0 0 0,0 1 1,1-1-1,-1 0 0,1 0 1,0-1-1,0 1 0,0 0 1,0 0-1,0-1 0,1 0 1,-1 1-1,1-1 0,0 0 1,-1 0-1,1 0 1,0 0-1,0-1 0,0 1 1,4 0-1,1 1 19,0 0 0,1-1-1,-1 0 1,1 0 0,-1-1 0,1 0 0,-1 0 0,1-1-1,0 0 1,-1-1 0,1 0 0,0 0 0,-1-1 0,0 0-1,9-3 1,-13 3 113,1 1-1,-1-1 0,0 0 0,0 0 1,-1-1-1,1 1 0,0-1 0,-1 0 0,0 0 1,0 0-1,1 0 0,-2-1 0,1 1 1,0-1-1,-1 1 0,0-1 0,1 0 1,-1 0-1,-1 0 0,1-1 0,-1 1 1,2-8-1,-3 11 15,0 0 0,0 0 1,0 0-1,0 0 0,1 0 1,-1 0-1,0 0 0,0 0 1,1 1-1,-1-1 0,1 0 1,-1 0-1,1 0 0,-1 0 1,1 0-1,-1 1 0,1-1 1,0 0-1,0 0 0,-1 1 1,1-1-1,0 1 0,0-1 1,0 1-1,-1-1 0,1 1 1,0-1-1,0 1 0,0 0 1,2-1-1,-1 2-39,0-1 1,0 1-1,0 0 1,0 0-1,-1 0 1,1 0-1,0 1 1,-1-1-1,1 0 0,0 1 1,-1-1-1,0 1 1,1 0-1,-1-1 1,2 4-1,6 10 113,0 1 0,-1 1 0,9 24 0,2 3 91,4 13-108,-1 1-1,-4 2 1,-1 0 0,-4 0 0,-2 2 0,-3-1 0,1 108 0,-13-57-176,-4-1 1,-5 0 0,-39 154-1,23-117-373,-24 82-28,52-227 584,-13-21 218,11 13-300,-5-9 88,1 1-1,0-1 1,0 0 0,2-1-1,-6-23 1,-15-84 816,16 69-685,3 13-254,1 1 0,2-1 0,2 0 0,2 0 0,1 0 0,8-45 0,-4 54-571,2 1-1,1 0 0,1 0 1,2 1-1,0 0 0,2 1 1,2 0-1,25-38 0,-13 30-1386,1 1 0,47-44 0,-43 49-1890,37-26 0,28-9-7457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13289,'21'-52'2250,"-20"50"-2105,-1 1 0,0 0 0,1 0 0,-1 0 0,1 0 0,-1-1 0,1 1 0,-1 0 0,1 0-1,0 0 1,0 0 0,-1 0 0,1 1 0,0-1 0,0 0 0,0 0 0,0 0 0,0 1 0,0-1-1,0 0 1,0 1 0,0-1 0,0 1 0,3-1 0,1-1 433,0 0-335,-1 0 0,1 1 0,0-1 0,0 1 0,0 0 0,0 0 0,0 1 0,0-1 1,0 1-1,0 0 0,0 0 0,0 1 0,0 0 0,0 0 0,6 1 0,8 4 323,-1 0-1,29 14 1,-33-13-379,0 0 1,-1 0 0,1 2 0,-2 0 0,1 0-1,-1 1 1,17 19 0,-23-22-134,0 1 0,0 0 0,-1 0 0,0 0 0,-1 1 0,0-1 0,0 1 0,-1 0 0,0 0 0,-1 1 0,0-1 0,0 1 0,0 17 0,-2-15-25,0 0 0,-1 1 0,-1-1 0,0 0 0,-1 0 1,0 0-1,-5 12 0,-39 76 249,21-50 138,25-47 5,0-7-339,0-1 1,0 1-1,0 0 1,1-1-1,-1 1 0,1-6 1,4-12-199,0 1 0,1 0 1,1 0-1,1 1 1,1-1-1,1 2 0,0-1 1,2 1-1,0 0 1,17-20-1,-11 18-1476,1 1 1,39-35-1,-34 36-1662,2 1 0,37-21 1,-2 9-7464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40 380 7689,'96'-41'5546,"-69"31"-4417,4-1 1223,43-22 0,-70 31-2246,1-1 1,-1 1-1,0-1 1,0-1 0,0 1-1,0 0 1,-1-1-1,1 0 1,-1 0 0,0 0-1,0 0 1,0 0-1,-1-1 1,1 1-1,-1-1 1,0 0 0,-1 0-1,1 1 1,-1-1-1,0 0 1,0 0 0,0 0-1,-1-1 1,0 1-1,0 0 1,0 0-1,0 0 1,-1 0 0,0 0-1,0 0 1,-1 0-1,1 0 1,-1 0-1,-3-5 1,4 6-6,-1 0-1,0 1 0,0-1 1,-1 0-1,1 1 1,-1 0-1,0-1 1,0 1-1,0 0 0,0 0 1,-1 1-1,1-1 1,-1 1-1,1 0 0,-1 0 1,0 0-1,0 0 1,0 0-1,0 1 1,0 0-1,0 0 0,0 0 1,-1 0-1,1 1 1,0-1-1,-1 1 1,1 0-1,-6 1 0,1 0-20,-1 0-1,1 1 0,-1 0 0,1 1 0,0 0 0,0 0 0,0 1 0,0 0 0,0 0 1,1 1-1,-12 8 0,12-6-43,0 0 0,1 0 0,-1 0 0,2 1 0,-1 0 0,1 1 0,0-1 0,1 1 0,0 0 1,0 1-1,1-1 0,0 1 0,1 0 0,0 0 0,1 0 0,0 0 0,0 0 0,1 0 0,0 1 0,1-1 0,0 1 0,1-1 1,0 0-1,0 0 0,1 1 0,1-1 0,5 15 0,-1-9-104,0-1 0,2-1 0,-1 1 0,1-1 0,1-1 0,1 0 0,0 0 0,0-1 0,2-1 0,-1 0 0,1 0 0,1-1 0,0-1 0,0 0 0,1-1 0,0-1 0,0 0 0,0-1 0,1 0 0,0-2 0,1 0 0,-1 0 0,1-2 0,28 1 0,-37-3 24,1-1 0,0 0 0,0-1-1,-1 0 1,1-1 0,-1 0 0,0 0-1,1 0 1,-2-1 0,1-1-1,0 1 1,-1-1 0,0 0 0,12-11-1,-11 8 133,0 0 0,-1 0-1,0 0 1,0-1 0,-1 0-1,0 0 1,-1-1 0,0 0-1,0 0 1,-1 0 0,4-15-1,7-46 662,-9 34-545,3 0 0,0 1 1,3 0-1,0 0 1,23-41-1,-24 58-173,34-54 88,-44 71-117,0 1-1,0-1 0,1 1 1,-1-1-1,0 1 0,1 0 1,-1-1-1,1 1 0,0 0 1,-1 0-1,1 0 0,0 0 0,-1 0 1,1 0-1,0 1 0,0-1 1,0 1-1,0-1 0,0 1 1,0 0-1,0-1 0,-1 1 1,1 0-1,0 0 0,0 1 1,0-1-1,0 0 0,0 1 1,0-1-1,2 2 0,0-1-3,-1 1 0,1 0-1,-1 0 1,0 1 0,1-1-1,-1 1 1,0 0 0,0 0-1,-1 0 1,1 0 0,-1 0-1,4 6 1,-1 0 7,-1 1 1,-1 0-1,1-1 0,-2 1 1,1 0-1,-1 1 0,-1-1 1,1 19-1,-7 84-26,5-109 17,-32 275 54,23-211 54,9-44-8,0-24-95,0 0 0,0 1 0,0-1-1,0 0 1,0 0 0,0 0 0,0 0 0,0 0 0,0 0-1,0 1 1,0-1 0,0 0 0,0 0 0,0 0 0,0 0 0,0 0-1,0 0 1,1 0 0,-1 1 0,0-1 0,0 0 0,0 0-1,0 0 1,0 0 0,0 0 0,0 0 0,0 0 0,1 0 0,-1 0-1,0 0 1,0 0 0,0 0 0,0 0 0,0 0 0,0 0-1,0 0 1,1 0 0,-1 0 0,0 0 0,0 0 0,0 0 0,0 0-1,0 0 1,0 0 0,1 0 0,-1 0 0,0 0 0,0 0 0,0 0-1,0 0 1,0 0 0,0 0 0,0 0 0,1 0 0,-1 0-1,0 0 1,0 0 0,0 0 0,0-1 0,0 1 0,0 0 0,2-3 7,0 1 0,-1-1 0,1 0 1,-1 0-1,0 1 0,0-1 1,0 0-1,0 0 0,0-5 1,2-19 169,-2-39 1,-1 43-71,0 0 0,7-38-1,-2 39-91,0-1 0,2 1-1,0 1 1,2-1 0,0 1-1,1 0 1,1 1 0,1 1-1,25-32 1,-26 39-9,0 0 0,1 1 1,0 0-1,1 1 0,0 1 1,1 0-1,0 0 0,0 2 1,1-1-1,0 2 0,0 0 0,0 1 1,1 0-1,24-3 0,-30 7-7,1 0 0,-1 1-1,0 0 1,1 0 0,-1 1-1,1 1 1,-1-1 0,0 2-1,0-1 1,0 2 0,0-1-1,-1 1 1,1 1 0,-1 0-1,0 0 1,13 10 0,-14-9-1,-1 0 0,-1 1 1,1-1-1,-1 1 1,0 0-1,-1 1 1,0-1-1,0 1 1,0 0-1,-1 1 1,0-1-1,-1 1 1,0 0-1,0-1 0,-1 1 1,0 0-1,-1 1 1,0-1-1,0 9 1,-2 1 9,0-1 0,-1 0 0,-1 1-1,-1-1 1,0-1 0,-2 1 0,0-1 0,-16 33 0,8-26-118,0 0 0,-2-1 0,0 0-1,-2-2 1,-24 24 0,1 3-1250,32-37 168,0 0 0,-1 0 0,0-1 0,-18 15 0,26-24-1411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70 6745,'0'0'1914,"-7"12"1912,3-4-3224,1 1-1,0-1 0,0 1 1,0 0-1,1 0 1,1 0-1,-1 0 0,1 12 1,5 76 2071,-2-69-1792,2-1 1,1 1-1,12 40 0,-13-58-621,-1 0 0,1 0 0,1 0 0,0-1 0,0 1 0,1-1 1,0-1-1,0 1 0,1-1 0,1 0 0,-1-1 0,13 11 0,-16-16-210,-1 1 0,1-1 1,-1 0-1,1 0 0,0 0 0,0-1 0,0 0 0,0 1 0,0-1 1,0 0-1,0-1 0,0 1 0,0-1 0,0 0 0,0 0 0,0 0 1,1 0-1,-1-1 0,0 0 0,0 0 0,0 0 0,0 0 0,0-1 0,-1 1 1,1-1-1,0 0 0,4-3 0,-5 2-32,1 0 0,0-1 0,-1 1 0,0-1 0,0 0 0,0 0 0,0 0 0,-1 0 0,1 0 0,-1-1 0,0 1 0,-1-1-1,1 0 1,-1 1 0,0-1 0,0 0 0,0 0 0,0 0 0,-1 0 0,0 0 0,0 0 0,-1 1 0,-1-9 0,-1-4-5,-1-1 1,-1 1-1,0 0 0,-2 0 1,0 1-1,0 0 0,-2 0 1,-15-21-1,7 14-24,-1 1 0,-1 0 0,-2 2 0,-36-30 0,51 45 6,-91-66-790,83 61 198,-1 2-1,0 0 1,0 1-1,0 0 1,-20-5-1,31 12 162,0-1-1,0 1 0,0 0 0,1 0 1,-1 0-1,0 0 0,0 1 0,0-1 1,0 1-1,0 0 0,1 0 0,-1 1 1,0-1-1,1 1 0,-1-1 0,1 1 1,-4 3-1,6-4 207,1-1 0,-1 0 0,1 1-1,-1-1 1,1 1 0,-1-1 0,1 1 0,0-1 0,-1 1 0,1-1 0,0 1 0,-1 0 0,1-1-1,0 1 1,0-1 0,0 1 0,-1 0 0,1-1 0,0 1 0,0-1 0,0 1 0,0 0 0,0 0-1,2 25-8393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9653,'0'0'2195,"4"2"-234,10 4-1347,-1 0 0,0 1 0,-1 1 0,1 0 0,-1 0 0,-1 2 0,0-1 0,0 1 0,-1 1 0,18 23 0,-15-15-419,0 1-1,-2 0 1,0 1-1,-1 0 1,-2 1 0,9 30-1,-13-36-131,0-1 1,-1 2-1,-1-1 0,-1 0 0,-1 0 0,-1 23 0,-3-9 178,-1-1 0,-15 47 0,20-74-116,-1 1 0,0-1 0,0 0 0,0 1 0,0-1 0,0 0 0,0 0 0,0 0 0,-1 0 0,0 0 0,1 0 0,-1 0 0,0 0-1,0 0 1,1-1 0,-1 1 0,-3 1 0,3-3-53,1 0-1,-1 1 1,1-1-1,-1 0 0,1 0 1,-1 0-1,0 0 1,1 0-1,-1 0 0,1-1 1,-1 1-1,1 0 1,-1-1-1,1 1 1,-1-1-1,1 0 0,0 1 1,-1-1-1,1 0 1,0 0-1,0 0 0,-1 0 1,1 0-1,0 0 1,0 0-1,0 0 1,0 0-1,0-1 0,0 1 1,0-3-1,-1 1 2,0-1 1,0 0-1,1 1 0,-1-1 1,1 0-1,0 0 0,0 0 0,1 0 1,-1-1-1,1 1 0,0 0 1,0 0-1,0 0 0,1 0 0,1-6 1,1-5 91,0-1 0,11-26 0,-2 13-364,2 0-1,1 1 0,1 1 1,1 1-1,1 0 0,2 1 1,0 1-1,35-32 0,-32 36-2107,42-28-1,-43 34-602,1 1-1,28-11 1,12 2-8184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95 12157,'-48'-52'2288,"39"44"-331,-10-4-217,3 1 872,0 5-2500,3 0-868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233 739 8341,'0'0'7459,"1"2"-6877,1 0 0,-1 0-1,0 0 1,0 0 0,0 1-1,0-1 1,0 1 0,0-1 0,0 4-1,-7 8 1412,-1 1 0,0-1 0,-18 26 0,24-38-1015,-2 15 688,3-16-1648,0-1 0,0 1 0,-1-1 1,1 1-1,0-1 0,0 1 0,0-1 0,0 1 0,0-1 1,0 1-1,0-1 0,1 1 0,-1-1 0,0 1 0,0-1 1,0 1-1,0-1 0,1 1 0,-1-1 0,0 1 0,1-1 1,-1 1-1,0-1 0,1 1 0,1-1-13,0 0 0,0 0 0,0 0 0,0 0 0,0 0 0,0-1 0,0 1 0,0-1 0,0 0 0,0 1 0,-1-1 0,1 0 0,0 0 0,0 0 0,-1 0 0,1 0 0,-1 0 0,1-1 0,2-1 0,29-32-25,-21 18 20,0-1 0,-1 0 0,-1-1 0,-1 0 0,-1 0 0,-1-1 0,0 0 0,-1 0 0,-2-1 0,0 0 0,1-23 0,0-30 0,-10-132 0,3 174 0,0-1 0,1-2 0,-1 0 0,-2 0 0,-13-52 0,16 85 0,1 0 0,-1 0 0,0 0 0,1 0 0,-1 0 0,0 0 0,0 0 0,0 0 0,-1 0 0,1 1 0,0-1 0,-1 0 0,1 1 0,-1-1 0,0 1 0,1 0 0,-1-1 0,0 1 0,-3-1 0,3 1 0,-1 1 0,1-1 0,-1 1 0,1 0 0,-1 0 0,0 0 0,1 1 0,-1-1 0,1 1 0,-1-1 0,1 1 0,0 0 0,-1 0 0,1 0 0,-5 2 0,-1 3 0,-1-1 0,1 1 0,0 1 0,0 0 0,0 0 0,1 0 0,0 1 0,1 0 0,0 0 0,0 1 0,1-1 0,0 1 0,-6 14 0,-3 13 0,1-1 0,-10 46 0,17-49 0,1 0 0,1 1 0,1-1 0,2 1 0,1-1 0,2 1 0,2-1 0,0 0 0,2 0 0,2 0 0,12 34 0,-1-15 0,2-1 0,2-1 0,3-1 0,1-1 0,63 81 0,289 289 0,-283-317 0,-93-97 0,39 39 0,-2 2 0,-2 2 0,47 73 0,-79-109 0,-1 0 0,0 0 0,-1 0 0,0 0 0,-1 1 0,0 0 0,-1 0 0,0 0 0,0 0 0,-1 12 0,-1-17 0,0 1 0,-1 0 0,0 0 0,-1-1 0,1 1 0,-1 0 0,0-1 0,-1 0 0,0 1 0,0-1 0,0 0 0,-1-1 0,1 1 0,-1 0 0,-1-1 0,1 0 0,-9 7 0,-10 7 0,-1-1 0,0-2 0,-1 0 0,-1-2 0,-1-1 0,-28 11 0,-173 49 0,214-69 0,-71 18 0,0-3 0,-1-4 0,-93 5 0,161-19-431,6 1-586,0-1 0,0 0-1,1-1 1,-20-3 0,30 3 882,-1 0 1,1 0-1,-1 0 0,1-1 1,-1 1-1,1-1 0,0 1 1,-1-1-1,1 1 1,0-1-1,-1 0 0,1 0 1,0 1-1,0-1 0,0 0 1,0 0-1,0 0 1,0-1-1,0 1 0,0 0 1,0 0-1,0 0 1,0-1-1,1 1 0,-1 0 1,1-1-1,-1 1 0,1 0 1,-1-1-1,1 1 1,0-1-1,0 1 0,-1-1 1,1 1-1,0-1 1,1 1-1,-1-1 0,0 1 1,0 0-1,0-1 0,1 1 1,-1-1-1,1 1 1,0-3-1,17-27-6838,15-16-4262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32 437 13573,'-2'0'234,"0"-1"-1,1 0 1,-1 0 0,0 0-1,0 0 1,0 0-1,1 0 1,-1-1-1,1 1 1,-1-1 0,1 1-1,-1-1 1,1 1-1,0-1 1,0 0 0,0 1-1,0-1 1,-1-3-1,0-5 4905,2-3 4109,3 18-8959,-2-5-284,0 0 0,0 1-1,0-1 1,0 1-1,0-1 1,0 1 0,0-1-1,0 1 1,0-1-1,0 1 1,0 0 0,0 0-1,0 0 1,0-1-1,0 1 1,-1 0-1,1 0 1,0 0 0,-1 0-1,1 0 1,-1 0-1,1 2 1,9 15-4,-2 0 0,8 20 0,-9-21 0,-4-7 0,2 2 0,0 0 0,0-1 0,1 0 0,9 15 0,-13-23 0,1-1 0,-1 1 0,1 0 0,-1-1 0,1 1 0,0-1 0,0 0 0,0 0 0,0 0 0,0-1 0,0 1 0,1-1 0,-1 1 0,0-1 0,1 0 0,-1 0 0,1-1 0,0 1 0,-1-1 0,5 1 0,-2-1 0,0 0 0,0-1 0,0 1 0,0-1 0,0 0 0,0 0 0,0-1 0,-1 0 0,1 0 0,7-4 0,-9 4 0,-1-1 0,0 0 0,1 0 0,-1 0 0,0 0 0,0-1 0,-1 1 0,1-1 0,-1 0 0,1 0 0,-1 0 0,-1 0 0,1 0 0,0 0 0,-1-1 0,0 1 0,0 0 0,1-9 0,5 25 0,7 24 0,-1-4 0,-7-21 0,1-1 0,0 0 0,0 0 0,1-1 0,0 0 0,0 0 0,1-1 0,0 0 0,1 0 0,0-1 0,0 0 0,0-1 0,1 0 0,0-1 0,0 0 0,19 5 0,-12-5 0,-1-1 0,1-1 0,0 0 0,-1-2 0,1 0 0,0-1 0,0 0 0,0-2 0,0 0 0,27-7 0,-19 2 0,-1-1 0,0-1 0,0-1 0,0-1 0,-2-1 0,1-1 0,-2-2 0,0 0 0,0-1 0,-2-1 0,0-1 0,-1-1 0,0 0 0,-2-2 0,-1 0 0,0-1 0,14-27 0,-15 17 0,-2 0 0,19-66 0,-9 21 0,-15 52 0,7-34 0,-4 27 0,-4 1 0,6-12-12,-8 32-33,-4 8 18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168 305 8125,'8'-8'884,"6"-7"7197,-15 14-7827,0-1 1,0 1 0,-1 0 0,1 0 0,-1 0 0,1 0 0,-1 0-1,1 0 1,-1 0 0,0 0 0,1 1 0,-1-1 0,0 1 0,0-1-1,1 1 1,-1 0 0,0-1 0,0 1 0,1 0 0,-1 0 0,0 0 0,0 1-1,0-1 1,1 0 0,-1 1 0,0-1 0,0 1 0,1-1 0,-1 1-1,0 0 1,1 0 0,-1 0 0,1 0 0,-1 0 0,1 0 0,0 0-1,-1 0 1,0 2 0,-6 6 285,0 0 0,1 0 0,0 1 0,-9 16 0,10-17 2,-5 13-433,0 0-1,1 0 1,1 1-1,1 0 1,1 1-1,2-1 1,0 1-1,1 1 1,1-1-1,2 0 1,0 1-1,2-1 1,0 1-1,2-1 1,1 0-1,1 0 1,0 0-1,2-1 1,1 0-1,1 0 1,1 0-1,23 38 1,-25-49-109,1 0 0,0-1 0,0 1 0,1-2 0,1 1 0,0-2 0,0 1 0,1-1 0,0-1 0,1 0 0,-1-1 0,2 0 0,-1-1 0,1-1 0,-1 0 0,23 5 0,-19-7 0,0-1 0,0 0 0,1-1 0,-1-1 0,1 0 0,-1-1 0,1-1 0,-1-1 0,0-1 0,0 0 0,-1-1 0,1-1 0,25-12 0,-16 3-85,-2 0 0,1-1 0,-2-2-1,0 0 1,-1-1 0,-1-2 0,-1 0 0,-1-1 0,-1-1-1,-1-1 1,-1 0 0,15-31 0,-3-3-143,-3-1 1,-2-1 0,-3-1-1,18-94 1,-31 119 201,-2 9 106,1 1 1,1-1-1,14-32 0,-21 57-53,0 1 0,1 0-1,-1 0 1,1 0 0,0-1 0,-1 1-1,1 0 1,0 0 0,0 0-1,-1 0 1,1 0 0,0 0 0,0 0-1,0 1 1,0-1 0,0 0 0,0 1-1,2-2 1,-2 2 3,-1 0 0,1 0-1,0 0 1,-1 0 0,1 0 0,0 1-1,-1-1 1,1 0 0,0 0 0,-1 1 0,1-1-1,-1 0 1,1 0 0,0 1 0,-1-1-1,1 1 1,-1-1 0,1 1 0,-1-1-1,1 1 1,-1-1 0,0 1 0,1-1 0,0 2-1,2 3 67,0 1-1,-1-1 0,1 1 1,-1 0-1,0 0 0,2 12 1,7 44-71,-4-13-24,3 1 0,2-1 0,23 59 0,-30-95-1,0-1 0,0 0 0,1 0 0,1 0 0,0-1 0,0 0 0,1 0 0,1-1 0,0 0 0,0 0 0,1-1 0,12 8 0,-18-15 0,1 0 0,0 0 0,-1-1 0,1 0 0,0 1 0,0-2 0,0 1 0,0-1 0,0 1 0,1-2 0,-1 1 0,0 0 0,0-1 0,0 0 0,-1 0 0,8-3 0,1 2 0,4-3-84,1 0-1,-1 0 1,-1-2-1,1 0 1,-1-1-1,0 0 1,-1-2-1,0 0 1,0 0-1,-1-2 1,0 1-1,-1-2 1,-1 0-1,16-20 1,-2-2-188,-2-2 1,-1 0 0,-2-1 0,28-73 0,-27 47 163,15-72 0,-15 49 1265,-37 104 190,9-5-1310,0 0 0,2 0 0,-1 1 0,1-1 0,1 1 1,1 0-1,0 0 0,-1 15 0,0 0-36,-35 417-1,19-172 0,-139 1296 0,149-1506-214,4-34-449,1-1 0,1 1 0,2 0 1,3 34-1,-2-59-3890,22-15-17149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204 165 9081,'2'-6'105,"4"-11"1660,0 1 0,17-31 0,-20 42-1412,0 0 0,1 0 1,-1 1-1,1-1 0,0 1 1,1 0-1,-1 0 0,1 0 1,0 1-1,0-1 0,0 1 0,0 0 1,7-2-1,2 0-23,0 1 0,1 1-1,0 0 1,0 0 0,0 2-1,29 0 1,-33 1-264,-1 1-1,0 0 1,0 0-1,0 1 1,0 0-1,0 1 1,0 0-1,-1 1 1,1 0-1,-1 1 1,10 5-1,-16-8-42,0 0 0,0 1 0,-1-1 0,1 1 0,0-1 0,-1 1-1,0 0 1,0 0 0,0 0 0,0 0 0,0 0 0,0 0 0,-1 1-1,0-1 1,1 0 0,-1 1 0,-1-1 0,2 6 0,-2-3-2,0-1 0,-1 0 1,1 0-1,-1 0 0,0 0 1,-1 0-1,1 0 0,-1 0 0,0 0 1,0-1-1,-5 8 0,-4 5 36,0-2-1,-2 1 1,0-2-1,0 0 1,-28 22-1,9-12 30,-1-1-1,-58 30 0,-78 25-39,65-31-359,93-42 133,8-3 8,-1 0 0,1-1 0,-1 1 0,1-1 0,-1 0 1,0 0-1,1 0 0,-1 0 0,-6 0 0,8-1-1633,7-18-2909,-2 14 4084,1 0 1,-1 0-1,1 0 0,0 0 1,0 0-1,7-3 1,-8 4-113,45-28-6246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 10797,'0'0'2599,"-3"0"14,-9-1-954,11 1-1516,0-1 0,0 1 0,0-1 0,-1 1 1,1 0-1,0 0 0,0 0 0,-1 0 1,1 0-1,0 0 0,0 0 0,-1 0 1,1 0-1,0 0 0,0 1 0,0-1 1,-1 1-1,1-1 0,0 1 0,0-1 1,0 1-1,0-1 0,0 1 0,0 0 1,0 0-1,0 0 0,0 0 0,0-1 0,0 1 1,1 0-1,-1 0 0,0 1 0,1-1 1,-1 0-1,1 0 0,-2 2 0,-3 26 1348,1 1 0,1 1 0,2-1 0,2 35 0,-2 33 226,1-86-1686,-28 765 566,28-754-609,12 272-1681,-8-262 1328,2-1 1,0-1-1,3 1 1,0-1-1,2-1 0,1 0 1,18 31-1,-25-51-506,1-1 1,0 0-1,0 0 0,1-1 0,10 10 0,-11-13-589,-1-1 0,1 1 0,0-1 0,0-1 0,11 6 0,23 5-9716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23 127 11657,'-9'-25'1462,"7"19"-840,-1 0-1,1 0 0,0 0 0,1 0 0,-1 0 0,0-10 0,2 14-523,0 1 1,0-1-1,1 0 0,-1 1 0,0-1 0,1 1 1,-1-1-1,1 1 0,0-1 0,-1 1 0,1-1 0,0 1 1,0 0-1,0-1 0,0 1 0,0 0 0,0 0 1,0 0-1,1-1 0,-1 1 0,0 1 0,1-1 1,-1 0-1,0 0 0,1 0 0,-1 1 0,1-1 0,-1 1 1,1-1-1,0 1 0,2-1 0,17-3 227,1 0-1,0 2 1,0 0 0,0 2-1,0 0 1,0 2 0,36 6-1,-33-3-166,0 1-1,0 1 0,-1 1 1,-1 1-1,1 1 0,33 21 1,-50-27-118,0 0 0,-1 1 1,0 0-1,1 0 1,-2 1-1,1-1 1,-1 1-1,0 0 1,0 1-1,8 13 0,-12-16-23,1 0-1,-1 1 1,1 0-1,-1-1 1,-1 1-1,1 0 1,-1-1-1,1 1 1,-1 0-1,-1 0 1,1-1-1,-1 1 0,1 0 1,-2 0-1,1-1 1,0 1-1,-1-1 1,0 1-1,-3 6 1,-4 3 26,0 0 1,0 0-1,-1-1 1,-1 0-1,0-1 1,-1 0 0,-15 11-1,-97 68 99,121-90-144,-231 150-3360,222-140 714,17 2-4977,2-2-1326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11845,'-3'30'4115,"2"43"-1,3-38-3362,2 1 0,11 48 1,-6-55-471,2 1 0,0-1 0,27 46 0,-7-14-21,-25-50-192,0 0-1,1 0 0,0 0 1,1-1-1,13 14 1,-17-19-39,1-1 0,1 1 0,-1-1 0,1 0 0,-1 0 0,1 0 0,0-1 0,1 0 0,-1 0 0,0 0 1,9 1-1,-13-3-21,0-1 1,-1 1-1,1-1 0,0 0 1,0 0-1,0 1 1,-1-1-1,1 0 1,0-1-1,0 1 1,0 0-1,0 0 1,-1-1-1,1 1 1,0-1-1,0 0 1,-1 1-1,1-1 0,-1 0 1,1 0-1,0 0 1,-1 0-1,0 0 1,1-1-1,-1 1 1,0 0-1,1-1 1,-1 1-1,0-1 1,0 1-1,0-1 1,0 1-1,-1-1 1,1 0-1,0 1 0,-1-1 1,1 0-1,-1 0 1,1 0-1,-1 1 1,0-3-1,1-4 3,0 0 0,-1-1 0,-1 1 0,1 0 0,-1 0 1,0 0-1,-4-10 0,-1 0 9,-1 1 1,0 0-1,-2 0 1,0 1-1,0 0 1,-2 1-1,0 0 1,-22-23-1,-9-3-50,-62-48-1,85 74-280,-1 2 0,0 0 0,-1 1-1,0 1 1,-31-12 0,49 22-7,0 0-1,0 0 1,0 1 0,-1-1 0,1 1-1,0-1 1,0 1 0,0 0 0,-1 0 0,1 1-1,0-1 1,0 1 0,-1-1 0,-5 3-1,-6 10-6235,8-2-2410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13205,'33'15'3356,"38"25"0,-50-27-3045,-1 2 0,-1 0 0,0 1-1,-1 1 1,16 20 0,-16-16-191,-2 1-1,0 1 1,-1 0-1,-1 1 1,-1 1-1,-1 0 1,-2 0-1,0 1 1,-2 1-1,0-1 1,-2 1-1,-2 0 1,0 1-1,0 30 1,-5-47 10,0-1 0,0 1 0,-1-1 0,0 0 0,-1 1 0,-1-1 0,1-1 0,-7 13 0,8-17 43,-1 0 0,1-1-1,-1 1 1,0-1 0,-1 1 0,1-1 0,-1 0-1,1 0 1,-1 0 0,0-1 0,-1 1-1,1-1 1,-1 0 0,1 0 0,-1-1 0,0 1-1,-5 1 1,9-4-128,-1 0 0,1 0 0,-1 0-1,1 0 1,0 0 0,-1 0 0,1 0-1,0-1 1,-1 1 0,1 0 0,0-1 0,-1 1-1,1-1 1,0 0 0,0 1 0,-1-1-1,1 0 1,0 0 0,0 0 0,0 0-1,0 0 1,0 0 0,0 0 0,0 0 0,1 0-1,-1 0 1,0 0 0,1 0 0,-1-1-1,0 1 1,0-3 0,-12-44 422,12 46-438,-1-16 90,0 0 1,1 1-1,1-1 0,1 0 0,4-31 1,2 14-292,21-64 0,-17 69-534,2 0 0,1 2 0,2 0-1,0 0 1,2 2 0,27-32 0,139-136-7921,-166 178 7676,42-39-4046,6 3-2657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10313,'1'0'75,"-1"0"0,1 0 0,0 0 0,-1 0 0,1 0 1,-1 0-1,1 0 0,0 0 0,-1 0 0,1 0 0,-1 1 0,1-1 0,0 0 0,-1 0 1,1 1-1,-1-1 0,1 0 0,-1 1 0,1-1 0,-1 1 0,1-1 0,-1 0 0,0 1 0,1-1 1,-1 1-1,0-1 0,1 1 0,-1 0 0,0-1 0,1 1 0,-1-1 0,0 1 0,0-1 0,0 1 1,0 0-1,0-1 0,0 1 0,1-1 0,-1 1 0,0 0 0,-1-1 0,1 1 0,0-1 1,0 1-1,0 0 0,0-1 0,0 1 0,-1-1 0,1 1 0,0 0 0,0-1 0,-1 1 0,0 0 1,-32 31 2811,10-12-1383,4 5 182,1 1-1,0 0 0,2 2 0,-22 51 0,-31 123 2390,45-112-4046,4 0 1,5 2 0,3-1-1,0 158 1,13-198-2315,11 63 0,7-33-2508,-14-66 2635,1 0 0,0 0-1,9 14 1,16 15-8271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20 204 12465,'-16'-17'5189,"13"-3"-3001,3 0-540,9 5-280,10-2-260,19 6-220,13-1-228,22 9-820,13-5-408,6-6-616,13-1-740,-1-5-724,4 3-3021,10 3-4708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1 563 11485,'4'-2'36,"21"-7"2583,-21 7-615,-15 4-133,10-2-1763,1 0-1,-1 1 1,1-1-1,-1 0 1,0 0-1,1 0 1,-1 1 0,0-1-1,1 0 1,-1 1-1,1-1 1,-1 0 0,1 1-1,-1-1 1,1 1-1,-1-1 1,1 1-1,0-1 1,-1 1 0,1-1-1,-1 1 1,1-1-1,0 1 1,0 0 0,-1-1-1,1 1 1,0 0-1,0 0 1,0 1 50,0-1 1,0 1-1,0 0 1,1-1 0,-1 1-1,1-1 1,-1 1-1,1-1 1,0 1-1,-1-1 1,3 3-1,32 37 1845,-32-37-1753,75 83 2883,85 127 0,-52-63-1962,-65-91-1136,-15-17-34,1-2 0,3 0 1,72 64-1,-100-99-1,-1-1 0,1 0 0,0-1 0,1 0 0,-1 0 0,1 0 0,0-1 0,0 0 0,0 0 0,12 1 0,-14-3 0,0-1 0,1 0 0,-1-1 0,0 1 0,0-1 0,0-1 0,0 1 0,0-1 0,0 0 0,0 0 0,0-1 0,-1 1 0,1-1 0,-1 0 0,0-1 0,8-6 0,8-9 0,-1 0 0,-1-1 0,29-39 0,-16 14 0,30-57 0,120-274 0,86-140-7979,-267 515 7928,23-42-5492,58-75 0,-23 53-5124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73 309 6541,'11'0'828,"-1"-1"0,1 0 1,-1-1-1,1 0 0,-1-1 1,16-7-1,6-1 1209,-15 6-1037,0-1-1,0-1 1,-1 0 0,1-1-1,19-15 1,-30 19-621,-1 0 1,0 0-1,0-1 1,0 0-1,-1 0 1,1 0-1,-1-1 0,0 1 1,-1-1-1,0 0 1,0 0-1,4-12 1,-4 9 27,-1 0 1,-1-1 0,1 1 0,-2 0 0,1-1 0,-1 1 0,-1-1-1,-2-15 1,3 23-353,0-1-1,-1 1 1,1 0-1,0 0 1,-1 0-1,0 0 1,1 0-1,-1 0 1,0 0-1,0 0 1,0 1-1,0-1 0,0 0 1,-1 0-1,1 1 1,0-1-1,-1 1 1,1-1-1,-1 1 1,0 0-1,-1-2 1,1 2-3,0 1 0,0 0 1,-1-1-1,1 1 0,0 0 1,0 0-1,0 0 0,0 0 0,0 0 1,0 0-1,0 1 0,0-1 1,-1 1-1,1-1 0,1 1 1,-5 2-1,-5 3 98,0 0 0,1 1 0,0 1 0,0-1 0,-11 13 1,-6 9 81,2 1 1,-30 46 0,19-25-130,23-34-103,1 1 0,1 0 0,1 1 0,0 0 0,1 0 0,2 1 0,0 1 0,1-1 0,-5 34 0,9-45 0,1 0 0,1 0 0,0 1 0,0-1 0,1 0 0,0 1 0,0-1 0,1 0 0,1 0 0,-1 0 0,1 0 0,1 0 0,0-1 0,0 0 0,0 0 0,1 0 0,1 0 0,-1 0 0,1-1 0,0 0 0,1-1 0,0 1 0,14 10 0,-6-8-307,0 0-1,1-1 1,0-1 0,0-1-1,1 0 1,-1-1 0,1 0-1,1-2 1,-1 0 0,0-1-1,18 0 1,17-2-1372,-1-2-1,76-13 0,60-30-5109,-102 22 1304,4 4-3297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291 454 6397,'0'-4'2168,"0"1"-1402,0-1-1,0 0 0,0 1 0,0-1 0,-1 1 0,1-1 1,-1 1-1,0-1 0,0 1 0,-1-1 0,1 1 0,-1 0 1,-3-6-1,3 7 630,-1 1-7,-1 0-1089,0 1 1,0-1 0,0 1 0,0 0-1,0 0 1,0 0 0,0 0-1,0 1 1,0 0 0,0 0-1,1 0 1,-1 0 0,0 0 0,0 1-1,1 0 1,-1 0 0,1 0-1,-1 0 1,1 0 0,-5 5 0,-15 13 427,1 1 1,1 0-1,1 2 1,1 0 0,-30 50-1,44-65-754,0 1 1,1 0-1,0 0 0,1 0 0,0 1 0,0-1 0,1 1 0,0 0 0,1-1 1,0 1-1,1 0 0,0 0 0,0 0 0,1-1 0,0 1 0,1 0 0,0-1 1,0 1-1,1-1 0,1 1 0,-1-1 0,1 0 0,1-1 0,0 1 0,0-1 1,1 0-1,0 0 0,0 0 0,0-1 0,1 0 0,1 0 0,-1-1 0,1 0 1,0 0-1,0-1 0,1 0 0,-1 0 0,17 5 0,-3-2-633,0-2 1,1 0-1,0-2 0,0 0 0,0-2 0,1 0 0,-1-1 1,0-2-1,1 0 0,-1-2 0,40-9 0,-33 4 54,-1 0 0,0-2 0,-1-1 0,0-2 0,-1 0 0,0-2 0,-2-1 0,40-31 0,-44 27 461,0 0 0,-2-2 0,0 0 0,-1-1 0,-2-1 0,24-45 0,-12 11 860,40-118 1,-55 133 165,-3 0 0,8-55 0,-7-85 5319,-23 409-1371,5 146-4588,8-347-278,0 4-854,2-1-1,2 1 1,8 33 0,-5-33-2067,14 31 0,-21-57 2153,0 0 0,1-1 0,-1 1 0,0-1 0,1 1 0,0-1 0,0 0 0,-1 1 0,1-1 0,4 3 0,-3-3-396,15 13-8870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11217,'28'-23'1055,"-16"12"-387,1 1 0,0 0 0,0 1 1,20-10-1,33-8 487,2 2 1,106-23 0,144-8-310,-304 53-780,0 2 0,0 0 0,20 1-1,-30 0 12,-1 1 0,1-1 0,0 1 0,-1 0-1,1 0 1,0 0 0,-1 1 0,0-1-1,1 1 1,-1 0 0,0 0 0,0 0 0,0 0-1,0 1 1,0-1 0,4 5 0,-7-6-38,0 0 0,0 1 1,0-1-1,-1 0 0,1 0 1,0 1-1,0-1 0,-1 0 0,1 0 1,-1 0-1,1 0 0,-1 1 1,1-1-1,-1 0 0,-1 1 1,1 0 52,-44 113 1744,44-111-1778,0 1 0,1-1 0,-1 1 0,1 0-1,0-1 1,0 1 0,0-1 0,1 1 0,0 0 0,0-1-1,0 1 1,0-1 0,1 1 0,-1-1 0,1 0 0,0 0 0,1 0-1,-1 0 1,1 0 0,-1 0 0,6 5 0,3 3 47,-1-1 1,1-1-1,1 1 1,0-2-1,21 14 1,-6-8-21,1 0 1,0-2-1,0-1 0,38 10 1,-44-16-35,1-1 0,-1-1 0,0-1 0,1-1 0,0-1 0,31-3 0,-48 2-48,0-1 0,-1 1 1,1-2-1,0 1 1,-1-1-1,1 1 0,-1-1 1,1-1-1,-1 1 0,6-5 1,-9 6-1,-1-1 0,1 1 0,-1-1 0,1 1 0,-1-1 0,0 0 0,0 0 0,0 1 0,0-1 0,0 0 0,0 0 0,-1 0 1,1 0-1,0 0 0,-1 0 0,0 0 0,1 0 0,-1 0 0,0 0 0,0-1 0,0 1 0,0 0 0,-1 0 0,1 0 0,-1 0 0,1 0 1,-1 0-1,0 0 0,1 0 0,-3-2 0,-2-7 3,0 2 1,-1-1-1,0 1 1,-1 0-1,0 0 1,-1 1-1,-14-14 1,-71-52 203,64 53-190,-165-132-1928,190 150 1340,0 0-1,0 1 1,0 0-1,-1 0 1,1 0-1,-1 0 1,-8-2-1,5 2-1144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4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12857,'14'5'641,"0"1"0,0 1-1,-1 0 1,0 1 0,-1 1-1,0-1 1,0 2 0,-1 0 0,0 0-1,15 19 1,-14-14-290,-1 0 0,-1 0 0,0 1 0,-1 0-1,0 1 1,-2 0 0,0 0 0,6 23 0,-10-20-171,-1 0-1,0-1 1,-2 1 0,0 0-1,-2 0 1,0 0 0,-1-1 0,0 1-1,-2-1 1,-1 0 0,-13 33 0,15-43 22,-1 0 0,0 1 1,0-2-1,-13 16 1,16-21-70,-1 0 1,1 0-1,-1-1 1,0 1-1,0 0 1,0-1-1,0 0 1,-1 0-1,1 0 1,-1 0-1,1-1 1,-1 1-1,0-1 1,1 0-1,-9 2 1,11-3-97,0 0 0,0 0 0,-1-1-1,1 1 1,0 0 0,0 0 0,0 0 0,-1-1 0,1 1 0,0-1-1,0 1 1,0-1 0,0 1 0,0-1 0,0 0 0,0 0 0,0 1-1,0-1 1,0 0 0,0 0 0,0 0 0,0 0 0,1 0 0,-1 0-1,0 0 1,1 0 0,-1 0 0,1-1 0,-1 1 0,1 0 0,0 0-1,-1 0 1,1-1 0,0 1 0,0 0 0,0 0 0,0-1 0,0 1-1,0-2 1,0-4 53,1-1 1,-1 1-1,1 0 0,1 0 0,-1 0 0,4-8 0,16-35 203,2 1 0,32-51 0,66-89-1005,-104 164 479,31-42-1554,2 3 0,64-64 0,-38 52-1049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90 5324,'11'-8'2444,"-14"-1"1458,-6-11 348,4-11-2515,4 28 1163,0 1-2698,0 1 0,0-1 0,0 1 0,0-1 0,-1 1 0,1 0 0,0 0 0,-1-1 0,1 1 0,-1 0 0,0 0 0,1 1 0,-3-2 0,-11 14 279,1 0-1,0 1 1,1 1-1,0 0 0,1 1 1,-12 20-1,-55 106 969,72-128-1300,-41 84 815,-64 186 0,89-209-705,4 2 1,3 0-1,-9 101 1,23-137-280,1 0 0,1 0 0,3 0 0,1 0 1,13 56-1,-10-71-203,1 0 0,1 0 0,1-1 0,1 0 0,1-1 1,0 0-1,2-1 0,1 0 0,24 26 0,-9-18-351,1-1 1,1-1-1,1-2 0,2-1 1,0-1-1,2-3 1,0-1-1,45 17 0,4-5-3282,2-3 1,154 28-1,-93-29-5274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2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606 156 6885,'-3'-11'889,"-1"0"0,-1 1 0,1 0 0,-1-1 0,-1 2 0,0-1 0,-1 1 0,-9-12 0,0 2 1733,15 16-2465,0 1 0,-1 0 0,1 0 1,-1 0-1,1 0 0,-1 0 1,0 0-1,0 0 0,0 0 1,0 1-1,0-1 0,0 1 1,0 0-1,-1-1 0,1 1 1,0 0-1,-1 0 0,1 0 1,-1 1-1,1-1 0,-1 1 1,1-1-1,-1 1 0,1 0 1,-1 0-1,0 0 0,-2 1 1,-5 1 135,0 1 1,1 1-1,0 0 1,0 1 0,0-1-1,0 1 1,1 1-1,0 0 1,0 0 0,-7 8-1,-8 7 68,2 1 0,0 1-1,2 1 1,0 0 0,2 2-1,0 0 1,2 0 0,1 2-1,2 0 1,0 0-1,-12 47 1,18-50-275,0-1 1,2 1-1,1 1 1,1-1-1,1 0 0,1 1 1,1-1-1,1 0 0,2 1 1,0-1-1,2 0 0,0-1 1,2 0-1,14 32 0,-5-25-40,1-2-1,1 0 0,1-1 0,46 49 0,109 84 55,-4-4-55,-163-149-51,0 0 1,-1 1 0,0 0-1,-1 1 1,0-1 0,0 1-1,7 18 1,-12-24 8,0 0-1,0 0 1,0 0-1,0 0 1,0 1 0,-1-1-1,0 0 1,0 0-1,0 0 1,0 0-1,-1 0 1,0 0 0,1 1-1,-2-1 1,1 0-1,0-1 1,-1 1-1,0 0 1,0 0 0,0-1-1,0 1 1,0-1-1,-6 7 1,-3 0-7,-1-1 1,0 0 0,0-1-1,-1 0 1,0-1-1,-1 0 1,1-1 0,-1 0-1,-23 5 1,33-10 5,-50 18-194,-1-3-1,-86 14 1,70-17-317,-10 0-753,-58 13-4854,136-25 5069,-9 2 247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13241,'2'2'2078,"9"20"-462,0 0-1,-1 1 1,-1 0 0,11 47 0,6 14 24,51 119 731,62 173-449,-128-346-1798,0 0 0,3-1-1,29 49 1,-35-66-5,0 0-1,1-1 1,1 0 0,0 0 0,0-1 0,1 0 0,0-1-1,1-1 1,0 1 0,18 8 0,-25-15-85,0 0 1,0 0-1,0-1 1,1 1-1,-1-1 0,0-1 1,1 1-1,-1-1 1,1 0-1,-1 0 1,0 0-1,1-1 0,-1 1 1,1-1-1,-1-1 1,0 1-1,0-1 1,0 0-1,0 0 0,0-1 1,0 1-1,0-1 1,-1 0-1,0 0 1,1-1-1,5-6 0,3-3 67,0 0 0,-1-2-1,-1 1 1,-1-1 0,0-1-1,12-24 1,0-10-185,-2 0-1,20-75 1,12-110-599,21-67-654,-65 277-417,16-35 0,-20 52 869,0 0-1,1 0 1,0 1 0,1 0-1,-1 0 1,1 0 0,11-10-1,1 7-5541,4 6-4065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12685,'-10'7'1039,"0"2"1,0-1-1,1 1 0,1 0 1,0 1-1,0 0 0,-8 13 0,7-6-152,1-1-1,0 1 1,1 0-1,-6 24 1,1 11 66,3 1 1,-4 78-1,13-125-908,-1 31-583,1 0 0,9 53 0,-4-48-1987,0 56-1,-6-73-560,1 0 1,5 32-1,4-6-6345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1 358 6845,'8'-40'788,"-1"4"989,2 0 1,18-49-1,-22 75-1424,0 0 0,0 0-1,1 0 1,0 1 0,1 0-1,0 0 1,0 1 0,1-1-1,0 2 1,0-1 0,1 1-1,0 0 1,1 1 0,-1 0-1,1 1 1,0 0 0,0 0-1,1 1 1,0 0 0,-1 1-1,1 0 1,0 1 0,0 0-1,13 0 1,-3 1-184,-1 1 1,1 1-1,-1 1 0,0 1 0,1 0 1,-1 2-1,-1 0 0,1 1 1,-1 1-1,0 1 0,0 0 1,24 17-1,-26-14-115,0 1 0,0 0 0,-1 2-1,-1 0 1,0 1 0,-1 0 0,-1 1 0,0 0 0,-2 1 0,1 1 0,-2 0 0,-1 0-1,0 1 1,-1 0 0,-1 1 0,-1-1 0,0 2 0,-2-1 0,0 0 0,-2 1 0,0-1-1,-2 37 1,-3-9-209,-3-1-1,-2 1 1,-1-2-1,-3 1 1,-2-1-1,-2-1 1,-1-1 0,-27 47-1,8-27-93,-2-3 1,-2 0-1,-4-3 1,-86 90-1,120-138 271,0 0-1,-1-1 0,0 0 1,-23 13-1,33-22-9,-1 1 0,1-1 0,0 0 0,0 0-1,0 1 1,-1-1 0,1 0 0,0 0-1,0-1 1,0 1 0,-1 0 0,1 0 0,0 0-1,0-1 1,0 1 0,0-1 0,-2 0-1,-1-1 37,3 2-35,0 0 1,1 0 0,-1 0-1,0 0 1,1 0-1,-1 0 1,0-1-1,1 1 1,-1 0 0,0 0-1,1-1 1,-1 1-1,1-1 1,-1 1-1,1 0 1,-1-1 0,1 1-1,-1-1 1,1 1-1,-1-1 1,1 1 0,-1-1-1,1 0 1,0 1-1,-1-1 1,1 1-1,0-1 1,0 0 0,0 1-1,-1-1 1,1 0-1,0 1 1,0-1 0,0 0-1,0 1 1,0-1-1,0 0 1,0 1-1,0-1 1,0 0 0,0 0-1,1 1 1,-1-1-1,0 1 1,0-1 0,1 0-1,-1 1 1,0-1-1,1 1 1,-1-1-1,1 0 1,-1 1 0,1-1-1,-1 1 1,1-1-1,-1 1 1,1-1-1,4-4 75,-1 0 0,1 0 0,-1 1-1,11-8 1,-8 9 12,0-1 0,1 1 0,-1 0 0,0 1 0,1 0 0,0 0 0,0 1 0,-1-1 0,1 2 0,0-1 0,0 1 0,0 1 0,13 1 1,7 2 126,1 2 0,33 10 1,-10 2-120,-2 1 0,77 42 0,91 68-1125,-66-36-933,-74-48 205,51 30-2592,-40-30-1905,-16-13-2063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394 126 7513,'2'-80'2247,"-2"78"-2032,0 0 1,0 0 0,0 0 0,1 0-1,-1 0 1,1 0 0,-1 0 0,1 0-1,-1 0 1,1 0 0,0 1 0,0-1-1,0 0 1,0 0 0,0 1 0,1-1-1,-1 1 1,0-1 0,1 1 0,-1 0-1,4-3 1,-1 1 779,3 2 460,1 2-1240,0 1-1,0 0 0,0 0 1,0 0-1,-1 1 1,1 1-1,-1-1 0,0 1 1,0 0-1,0 1 1,0 0-1,-1 0 0,1 0 1,-1 1-1,-1 0 1,1 0-1,-1 0 1,8 14-1,21 31 320,-3 1-1,-2 1 1,-2 1 0,-3 1-1,-2 2 1,-3 0 0,-2 1 0,-3 1-1,13 115 1,-22-110-373,-3 1 0,-3-1-1,-2 1 1,-3-1 0,-3 0 0,-3 0-1,-3-2 1,-2 1 0,-31 72 0,7-46-34,-4-1 1,-3-3-1,-63 82 1,-199 219-4175,260-336 2052,-7 9-1972,28-17-1993,26-35 4054,0-1 0,1 1-1,0-1 1,-2 11-1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10901,'3'-20'1656,"7"-14"1516,-1 20-3252,1-12-2452,-1 6-1276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4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30277,'0'7081'0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48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28960,'9795'0'0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2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29 8817,'0'0'4143,"-24"-16"3439,23 16-7393,1 0 0,0 0-1,-1 0 1,1-1 0,-1 1 0,1 0 0,0 0 0,-1 0 0,1 0-1,0 0 1,-1-1 0,1 1 0,0 0 0,-1 0 0,1-1 0,0 1-1,0 0 1,-1-1 0,1 1 0,0 0 0,0-1 0,0 1 0,-1 0-1,1-1 1,0 1 0,0 0 0,0-1 0,0 1 0,0 0 0,0-1-1,0 1 1,0-1 0,-1 1 0,2 0 0,-1-1 0,0 1 0,0-1-1,18-1 2465,49 12-3317,-42-6 1372,275 39-1668,-164-21-4501,-55-6-6043,-60-8 1998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33 10017,'-9'-4'374,"0"0"814,0-1-1,-1 1 1,0 1-1,0 0 0,0 0 1,0 1-1,0 0 1,-1 1-1,1 0 0,-1 1 1,-13 1-1,18-1-1016,-1 2 0,1-1 0,0 0 0,0 1 0,0 0 0,0 1 0,1-1 0,-1 1 0,0 0 0,1 1 0,0-1 0,0 1 0,0 0 0,0 1 1,1-1-1,-1 1 0,1-1 0,0 1 0,1 1 0,-1-1 0,-3 9 0,-2 7-1465,2 0 1,0 0 0,1 0-1,-5 40 1,6-27-2029,-1 3-2694,5 5-3598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9885,'0'0'4327,"1"4"-2428,5 13-935,0 0 1,2-1 0,0 0-1,0-1 1,2 1-1,21 25 1,0-7-733,2 0 0,61 46 1,-15-13-2966,-73-61 2096,44 36-2659,-11-21-4473,-24-15 1628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61 6825,'-10'-9'1159,"10"9"-981,-1 0 0,0-1 1,1 1-1,-1-1 0,1 1 1,-1-1-1,1 1 0,-1-1 1,0 1-1,1-1 0,0 0 1,-1 1-1,1-1 0,-1 0 0,1 1 1,0-1-1,0 0 0,-1 1 1,1-1-1,0 0 0,0 0 1,0 1-1,0-1 0,0 0 0,-1 0 1,2 1-1,-1-1 0,0 0 1,0 0-1,0 1 0,0-1 1,1-1-1,13-21 2970,-8 16-1277,-7 18 57,-13 27-1121,5-14-579,1 1 0,1 0 0,-7 48 0,6-9-1058,0-6-2050,6 0-4420,5-21-1240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11749,'3'-2'320,"-1"0"0,1 0 1,0 0-1,0 0 0,-1 0 0,1 0 0,1 1 0,-1-1 1,0 1-1,0 0 0,0 0 0,1 0 0,-1 1 1,0-1-1,1 1 0,3 0 0,20-6 1140,15-9-416,1 3-1,1 1 0,0 3 1,82-7-1,29 2-2538,-28 1-4612,-77 5-600,-27 6 131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19 8345,'-62'-10'2106,"41"4"737,20 5-2657,0 1-1,0 0 1,0-1-1,-1 1 0,1 0 1,0 0-1,0 0 1,0-1-1,-1 1 1,1 1-1,0-1 1,0 0-1,0 0 1,-1 0-1,0 1 0,-24 2 2278,23-3-2311,0 0-1,-1 0 0,1 1 1,-1-1-1,1 0 0,0 1 1,0 0-1,-1 0 0,1 0 1,0 0-1,0 1 0,0-1 1,0 1-1,0 0 0,0 0 1,1 0-1,-1 0 0,1 0 1,-1 1-1,1-1 0,0 1 1,0-1-1,0 1 0,0 0 0,0 0 1,0 0-1,1 0 0,-2 4 1,-5 14-71,0 1-1,2 1 1,0-1 0,-2 26 0,-6 98-4950,11-116 2885,1 13-3296,4 0-3120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11097,'8'-3'673,"-7"2"-402,1 1 0,-1-1 0,1 0 0,0 1 0,-1-1 0,1 1 0,0-1 0,0 1 0,-1 0 0,1 0-1,3 0 1,19 18 4224,-13-14-3948,0-1-1,1 0 0,0-1 0,-1 0 0,21 0 1,6 2-32,303 35-409,-226-33-4593,2-3-4721,-66-3 2472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533 24 8385,'-2'-2'295,"-1"-1"1,0 1 0,-1 0-1,1 0 1,0 0 0,0 0-1,-1 0 1,0 1 0,1-1-1,-1 1 1,-6-1 0,5 2 129,0 0 1,1 1 0,-1-1 0,0 1 0,0 0 0,1 1-1,-1-1 1,1 1 0,-7 2 0,-17 9 447,0 1 1,1 2-1,1 0 1,0 2-1,-32 29 1,17-8-963,1 1 0,-36 49 0,65-74-756,1 0 1,1 0 0,0 1 0,-9 23 0,12-23-1470,0 0 0,-4 25 0,5 0-4704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1 322 11961,'0'13'2590,"7"-20"288,10-9-1243,-6 12-1251,0 0 0,1 0 1,-1 1-1,1 0 0,0 1 1,0 0-1,19 0 0,2-1 79,61-2-382,0 3 1,179 22-1,-85-4-4744,-148-12 3229,-28-2 540,1-1 0,-1 0-1,0-1 1,1 0-1,-1-1 1,0 0-1,13-3 1,1-12-1635,-8 4 1970,-17 11 591,1 1 0,0-1 0,-1 0 0,1 0 0,-1 0 0,1 0 0,-1 0 0,1-1 0,-1 1 0,0 0 0,0-1 0,0 1 0,1-1 0,-1 1 0,-1-1 0,1 1-1,0-1 1,0 0 0,-1 1 0,2-3 0,-2 0 53,0 1-1,1 0 1,-1-1-1,0 1 1,-1-1-1,1 1 1,-1 0-1,1-1 1,-1 1-1,-2-5 1,-3-7 563,-2-1-1,0 1 1,-16-23-1,16 27-79,-1-4 385,-1 1 1,-1 0 0,0 0 0,-24-21-1,31 31-771,0 1-1,0 1 1,1-1-1,-2 0 1,1 1-1,0 0 1,0 0-1,-1 0 1,1 1-1,-1-1 1,1 1-1,-1 0 1,0 0 0,0 1-1,1-1 1,-1 1-1,0 0 1,0 0-1,0 1 1,1 0-1,-1 0 1,0 0-1,-5 2 1,-3 3-50,1 0 1,-1 1 0,1 1-1,0 0 1,0 1 0,1 0-1,1 0 1,-1 2 0,2-1 0,-10 14-1,1-1-354,1 2-1,1 0 1,-24 53 0,31-55-708,1 1 0,0 0 0,-4 29 0,1 31-5734,7-37-927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97 8169,'-6'-37'8124,"20"37"-7435,0 2-1,0 0 1,0 0 0,0 1-1,0 1 1,-1 1 0,1 0-1,21 11 1,10 9-288,46 35 1,1 1-963,-52-37-168,-13-7-1784,54 25-1,-72-38 1958,0-1-1,1 0 0,-1 0 1,1-1-1,-1 0 0,1-1 1,0 0-1,-1-1 1,1 0-1,14-2 0,-21 2 522,0 0-1,-1-1 0,1 0 0,-1 0 1,1 0-1,-1 0 0,1 0 1,-1 0-1,0 0 0,0-1 1,1 1-1,-1-1 0,0 0 0,0 0 1,-1 0-1,1 0 0,0 0 1,0 0-1,-1 0 0,0 0 0,1 0 1,-1-1-1,0 1 0,0-1 1,0 1-1,0-1 0,-1 1 0,1-1 1,0-3-1,0-7 229,0 1 0,-1-1 1,-1 0-1,-3-21 0,4 28-141,-4-11 410,0 1 0,-1 0 0,-1 1 0,-1-1 0,0 1 0,0 0 0,-2 1 0,-13-19 0,19 29-309,1 1 1,0 0 0,-1 0 0,0 0-1,0 0 1,0 1 0,0-1 0,0 1 0,0 0-1,-1 0 1,1 0 0,-1 0 0,1 1-1,-1-1 1,0 1 0,1 0 0,-1 0-1,-5-1 1,3 2-33,0 0-1,0 0 0,0 1 1,0 0-1,0 0 1,0 0-1,1 1 1,-1 0-1,0 0 0,-10 6 1,0 1 3,1 1 1,0 0 0,1 2-1,0-1 1,1 2 0,0 0-1,-11 14 1,6-3-479,2 1 0,0 0 0,2 1 0,-17 42 0,-10 55-7069,24-57-602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5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36 312 9613,'-2'0'338,"0"0"-1,0-1 1,1 1-1,-1-1 1,0 0 0,1 1-1,-1-1 1,1 0 0,-1 0-1,1 0 1,-1 0-1,1 0 1,-1 0 0,1 0-1,0-1 1,0 1 0,0 0-1,0-1 1,0 1 0,0-1-1,0 1 1,0-1-1,0 1 1,-1-6 2997,3 4-2175,1-2-847,-2 3-198,1-1 1,0 0-1,0 1 1,0-1-1,0 1 1,1 0-1,-1-1 1,1 1 0,-1 0-1,1 0 1,0 0-1,0 0 1,0 0-1,0 0 1,0 1-1,0-1 1,0 1-1,5-3 1,30-13 195,0 2-1,2 2 1,71-16 0,17-5-1754,-15 2-731,-63 20-1048,67-27 0,-62 16-1857,-1 7-2759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 8729,'-54'-3'2120,"25"26"-20,-6-3-288,7-6-316,-4 3-283,0 0-249,10 9-308,0 5-68,-1 1-248,4-4-440,-3 4-548,6 2-736,4 3-481,-1 0-2819,0 1-3669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1 255 9925,'13'-23'1924,"12"26"12,0 0-188,-6-3-343,0 0-217,20-6-304,21-5-192,-13 2-152,14-2-100,12-6-296,9-6-444,4 3-320,-3-3-524,2-3-496,1 3-193,-13 0-315,-6-2-1664,3 5-2533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3 7997,'-22'-2'2364,"-7"10"-420,19 4-148,-5-4-204,-8 4-275,4 2-221,-6 14-296,6-2-128,0 0-128,3 2-120,-6 4-100,0 2-256,6-2-456,-3 5-480,0 3-600,3-3-449,0 0-2863,-3-5-3753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12037,'1'1'331,"0"-1"-1,0 0 1,0 1-1,0-1 1,0 0-1,0 0 1,1 0-1,-1 0 1,0 1-1,0-2 1,0 1-1,0 0 0,0 0 1,0 0-1,0 0 1,0-1-1,1 1 1,0-1-1,35-9 3100,-23 5-2337,24-5 621,66-17 494,-57 16-2641,65-6 0,-40 7-4525,118-34 0,-131 23-3077,-40 13 3075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1 7029,'-70'3'3820,"48"-3"-2012,-1 0-128,-2 8-212,-10 12-251,7 0-221,-1 6-232,-6 3-304,7 5 28,2 0-340,7 9-440,0 0-808,3 3-868,3-4-2885,7-2-3828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11165,'6'-14'2016,"16"19"-196,4 1-263,-1-3-229,1-3-340,9 3-220,19 0-160,-13-3-116,10 0-164,3-3-248,0 0-412,6 3-448,-3-6-484,0 1-380,-6-1-361,-3-3-247,-10 1-1492,3 2-2401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23 8533,'-22'-22'2428,"-10"33"-268,-9 0-120,25-2-275,-22 2-209,-16 9-332,12 0-196,-2 9-172,-4 2-212,1 7-176,5 4-344,1 1-384,0 0-720,3 0-956,6 3 68,10 2-3417,6-2-4228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94 11993,'-1'-2'374,"0"0"0,0 0 0,1 1 0,-1-1 1,1 0-1,0 0 0,0 0 0,-1 0 0,1 0 0,0 0 0,1 0 0,-1 0 0,0 0 0,0 0 0,1 0 1,0 0-1,-1 0 0,1 0 0,0 1 0,1-4 0,-1 1 9,1 1 0,-1 0 0,1-1 0,0 1 0,0 0 0,0 0 0,0 0 0,1 0 0,-1 0 0,1 1 1,5-5-1,-3 5-169,1 0 0,-1 0 1,1 1-1,-1 0 0,1 0 1,-1 1-1,1 0 0,0-1 1,-1 2-1,1-1 0,7 2 1,61 16 292,-66-16-448,187 68-3175,-70-15-5723,-101-40 3870,9 5-2707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633 23 7061,'-61'-11'2344,"45"-1"1708,-6 12-2164,3 0-315,-6 12-245,-13 8-320,3 0-192,-7 8-136,-2 10-156,0 4-112,-4 7-116,0 5-268,1 1-612,5 2-796,4 3-780,3 0-3161,7 0-4260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6333,'0'0'9842,"2"-1"-8575,13-2-698,-1 1 0,1 1 1,-1 0-1,1 0 1,-1 2-1,1 0 0,15 3 1,11-1-136,400-6 369,-296-7-4246,1-2-4004,-69 6-1913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 9861,'-82'37'1772,"43"-9"-336,-2-5-208,6 6-260,0-4-212,7 7-131,-1 8-129,1 8-564,-7 7-953,6 2-715,-3 6-2384,7 11-3093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 8509,'57'-11'2232,"-38"19"-180,0 1-188,-6-6-208,6 0-235,45-9 679,-45 0-1316,19 1-128,25-1-144,-12-3-92,6 4-52,4-4-300,2 3-440,1-5-736,2-6-864,-5 0-941,-7 5-1859,0-2-3749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566 0 10401,'-64'57'1976,"26"-31"-232,3 2-236,-6 4-227,3-1-181,0 7-292,-7 2-188,-2 8-116,8 4-452,-5 5-792,6 0-708,0-6-793,3 9-2287,9 3-3525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7309,'79'-8'2288,"-53"8"-292,-4-3-120,3 11-216,1 1-219,-1-9-233,20 9-284,-7-7-208,6 1-168,7 3-80,3-6-176,0-3-400,3 0-540,0 3-664,0-3-560,-9-5-797,-10 5-1399,-16 6-2997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 7333,'-98'77'1456,"69"-46"-248,4 1-308,3-1-212,6 1-168,6-1-272,7-14-536,3 15-428,-6 19-2636,9-17-1661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35.9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24575,'0'0'-8191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39.0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750 0 4492,'-146'37'776,"95"-5"-203,7-7-181,5-2-64,8 3-104,-7 5-196,3 9-108,-7 3-36,1 0 16,0 6-84,6-6 224,3-1 0,0-4 12,1-4-20,-4-6-28,6 4-316,7-6-1521,-3 2 461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118 195 4520,'-18'-35'8774,"9"24"-8297,8 9 510,-10-29 3361,6 24-3847,-1-3 287,0 0 1,-1 1 0,0 0-1,0 0 1,-1 1-1,0 0 1,-16-11 2355,25 17-3060,1 0 0,-1 1-1,1-1 1,-1 1 0,1 0 0,0 0 0,-1-1 0,1 1 0,0 0 0,0 0 0,0 0 0,0 1 0,0-1 0,0 0 0,0 1 0,3-1 0,62-4 405,1 2-1,86 9 1,-76-2-338,5 1-594,0 3 0,-1 5 1,86 23-1,-100-16-4022,126 54 1,-116-33-4422,-43-21 141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184 27 7373,'-2'-3'307,"0"1"0,0 0 0,-1 0 0,1 0 0,0 0 0,-1 0 0,1 1 0,-1-1 0,0 1 0,1-1 0,-1 1 0,0 0 0,0 0 0,0 0 0,0 1 0,0-1 0,0 1 0,0-1 0,0 1 0,0 0 0,0 0 0,0 0 0,0 1 0,0-1 0,0 1 0,0 0 0,0-1 0,1 1 0,-1 1 1,0-1-1,0 0 0,1 1 0,-1-1 0,1 1 0,-5 3 0,0 1-103,0 0 0,1 0 0,0 1 0,0-1 0,0 1 0,1 1 0,0-1 0,0 1 0,1 0 0,0 0 0,0 0 0,1 0 0,0 1 0,0-1 0,1 1 0,0 0 0,1 0 0,-1 14-1,2-3-181,0-1-1,1 1 0,1-1 0,1 0 0,1 0 0,1 0 1,10 29-1,3-2-727,38 95-3077,-9-51-4035,-22-53 638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.7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27 5372,'-22'0'1063,"9"0"4226,1-27-3542,14 31-1827,0 0 0,0-1 0,0 1 0,0-1 0,1 0 0,-1 1-1,1-1 1,0 0 0,0-1 0,0 1 0,8 5 2383,7-24 6893,-20 35-8754,1 0 1,1 0-1,1 0 1,5 26 0,20 82-682,15-6-2548,-20-64-729,-2 2-3337,-9-11-3070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3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1 205 13301,'0'-4'508,"0"1"-1,1-1 1,0 1 0,0-1-1,0 1 1,0-1 0,0 1-1,0 0 1,1-1 0,0 1-1,0 0 1,0 0-1,0 0 1,3-3 0,19-8-203,-8 9-18,0 1 1,0 0 0,33-2 0,-3 0 1,73-11-285,147-2 0,-184 19-2485,93 11 0,38 29-5518,-203-39 7773,0 1 1,0 0-1,-1 0 1,1 1 0,11 5-1,-25-11 409,-36-22 1575,-2 1-1,0 2 0,-2 2 1,-62-19-1,92 35-1443,0 1 0,0 1 1,0 0-1,0 1 0,-1 0 1,1 1-1,0 1 0,-18 3 0,21-2-236,0 1-1,1 1 0,-1 0 1,1 0-1,0 1 0,0 0 1,1 0-1,-1 1 0,1 1 1,1 0-1,-1 0 0,-7 9 1,5-4-258,0 0 1,2 0 0,0 1 0,0 1 0,1 0 0,-9 20-1,-14 48-4456,18-47 910,-4 16-4832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5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10477,'49'15'3357,"-37"-11"-2041,0 0 0,23 5 0,302 40 2893,-165-31-6622,4-6-4058,-113-10 1101,-36-6 617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6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38 8057,'-7'-5'786,"0"0"-1,0 0 1,0 1 0,0 0 0,-1 1 0,0 0 0,-8-3 0,11 5-475,0 1 1,-1-1-1,1 1 1,-1 0-1,1 0 1,0 0-1,-1 1 1,1 0-1,0 0 1,-1 1-1,1-1 1,-6 3-1,-7 4 100,1 1 0,0 0 0,0 1 1,-26 22-1,-55 58 231,84-76-938,2 1 1,0 1-1,1 0 0,-16 29 0,-27 74-4437,47-101 3685,-11 34-3276,7 2-2199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9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1 103 10481,'0'2'244,"0"0"0,0-1 0,0 1 0,0-1 0,0 1-1,0 0 1,0-1 0,1 1 0,-1-1 0,1 1 0,-1 0 0,1-1 0,0 1 0,-1-1 0,1 0 0,0 1-1,0-1 1,0 0 0,0 1 0,0-1 0,0 0 0,0 0 0,1 0 0,-1 0 0,0 0 0,1 0 0,1 1-1,3-1 376,-1 1 0,1-1 0,-1 0 1,1-1-1,0 1 0,9-2 0,11 2-387,67 2 712,1-4 0,100-13 0,185-45-6961,-353 54 4171,-1-1-1,1-1 1,-1-2 0,45-21 0,-25 10-4630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0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258 0 6617,'-35'23'2148,"16"-20"-116,0 8-340,-13 12-188,7-6-288,6 6-276,0 3-135,0 5-165,0 9-116,3-2-180,6 7-440,1 1-896,-1 0-861,7 5-2663,0-8-3505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52 9345,'2'-4'221,"0"1"0,1-1 0,-1 1 1,1-1-1,-1 1 0,1 0 0,0 0 0,1 0 0,-1 1 1,0-1-1,8-4 0,-5 5 157,-1 0-1,1 1 1,0-1 0,0 1-1,0 0 1,0 1 0,0-1-1,8 1 1,339 14 3733,99 15-10037,-406-27 3770,0-2 1,63-8 0,-45-3-1978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4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537 126 4564,'-12'-12'747,"0"0"0,-1 1 0,0 1-1,-1 0 1,0 1 0,0 0 0,-29-12-1,32 17 0,-2-2-97,-1 2 1,1-1-1,-1 2 0,0 0 0,-1 0 0,-20 0 1,29 3-567,1 1 0,-1 0 0,0 0 0,0 0 0,1 1 0,-1-1 0,1 1 0,-1 1 0,1-1 0,0 1 0,0 0 0,0 0 0,0 1 0,1-1 0,-1 1 0,1 0 0,0 0 0,0 1 0,1-1 1,-1 1-1,-4 8 0,-3 3 27,1-1-43,0 1-1,0 0 0,2 0 0,0 1 0,1 0 0,1 0 1,-8 31-1,-40 240-5609,42-219 1725,2 6-2133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9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 14409,'0'0'9805,"5"0"-8369,33-1-51,54 4 0,-9 1-587,196 14 227,-93-5-1907,7 0-1913,52 3-5593,-186-14 2517,-8-4-3452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0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445 0 11057,'-70'31'1920,"29"-5"-180,9 3-240,-6-1-343,9 4-245,-3-1-156,7 9-180,0 9-184,-23 62-772,29-51-748,-3 3-772,0 3-929,-1 0-1151,4-9-2829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3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14 10709,'-1'0'320,"0"0"-1,-1 0 1,1 0-1,0 0 1,0 0 0,-1 0-1,1 0 1,0 1 0,0-1-1,-1 0 1,1 1-1,0-1 1,0 1 0,0-1-1,0 1 1,-1-1-1,1 1 1,0 0 0,0 0-1,0-1 1,1 1 0,-1 0-1,0 0 1,0 0-1,0 0 1,-1 2 0,0 0-552,2-3 252,0 0 1,0 0-1,0 0 0,0 0 1,0 0-1,0 0 0,1 0 1,-1 0-1,0 0 0,0 0 1,0 0-1,0 0 0,0 0 0,0 0 1,0 0-1,0 0 0,1 0 1,-1 0-1,0 0 0,0 0 1,0 0-1,0 0 0,0 0 1,0 0-1,0 0 0,0 0 1,1 0-1,-1 0 0,0 0 0,0 0 1,0 0-1,0 0 0,0 0 1,0 0-1,0 0 0,0 1 1,0-1-1,0 0 0,0 0 1,1 0-1,-1 0 0,0 0 1,0 0-1,0 0 0,0 0 1,0 0-1,0 1 0,0-1 0,0 0 1,0 0-1,0 0 0,0 0 1,0 0-1,0 0 0,0 0 1,0 0-1,0 1 0,0-1 1,0 0-1,0 0 0,0 0 1,0 0-1,0 0 0,64 7 1395,1-2 1,100-7-1,-75-1-1162,387-11-2456,-318 4-1498,1-2-3395,-79 6-1826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4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632 1 10005,'-98'71'2040,"53"-34"-112,1 3-168,-7-6-335,13 4-277,-4-1-316,-8 8-136,-4 1-208,6 3-136,0-4-528,10 4-616,7 0-776,8-1-517,7-2-2611,10 0-3677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10633,'0'0'7819,"2"2"-6893,4 4-687,0-1-1,0 0 0,1 0 1,-1-1-1,1 0 0,0 0 1,1 0-1,11 3 0,72 20 300,-64-19-302,42 9-528,94 11-1,7-12-6437,-56-4-5268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9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43 9741,'0'0'8841,"38"0"-8097,29-2-152,-7-1-132,4 0-152,9-6-588,6 6-296,4-2-604,-1-1-524,-6 0-457,1 3-2103,-11 1-3273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1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305 1 9749,'-88'23'1380,"53"-15"-92,-3 4-236,9 8-244,13-12-156,-6 12-296,-7 12-596,7-9-516,3 8-504,13-14-2524,6 6-2477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4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47 8973,'64'-13'3305,"100"-8"1,162 9 1214,0 27-6474,-201 3-1545,-42-2-2781,-50-8 893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5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369 46 5685,'-6'-2'443,"1"1"1,0 0-1,0-1 1,0 0-1,0 0 1,0-1-1,1 0 1,-1 1-1,1-1 1,0-1-1,0 1 1,-5-5-1,8 7-250,0 0 0,0 0 0,0 1 0,0-1 0,0 0 0,-1 0 0,1 1 0,0-1 0,-1 0 0,1 1 0,0-1 0,-1 1 0,1 0 0,-1 0 0,1-1 0,0 1 0,-1 0-1,1 0 1,-1 0 0,-1 1 0,-29 8 1363,17-1-1337,2 1 1,-1 0 0,1 1 0,1 0 0,-1 1 0,2 0 0,0 1 0,0 0-1,1 1 1,1 0 0,0 0 0,0 1 0,2 0 0,-12 28 0,8-11-921,1 0 1,-8 41-1,-2 66-6599,13-75-670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8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 7629,'12'-1'1117,"1"1"1,-1 0-1,1 1 0,-1 0 1,0 1-1,21 6 1,23 4 511,-36-9-1368,276 38 1266,-202-31-4675,113-5 0,-162-8-663,-3-5-1966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9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366 16 7361,'-21'7'1944,"20"-7"-1829,0 0-1,1 0 1,-1 0 0,0-1-1,1 1 1,-1 0 0,1 0-1,-1-1 1,0 1 0,1 0-1,-1-1 1,1 1 0,-1 0-1,1-1 1,-1 1 0,1-1-1,-1 1 1,1-1 0,0 1-1,-1-1 1,1 0 0,0 1-1,-1-1 1,1 1 0,0-1-1,0 0 1,-1 1 0,1-2-1,0 2-26,0-1 0,0 1 0,0 0 1,0-1-1,0 1 0,0-1 0,-1 1 0,1-1 0,0 1 0,0 0 0,-1-1 0,1 1 0,0 0 0,0-1 0,-1 1 0,1 0 1,0-1-1,-1 1 0,1 0 0,0-1 0,-1 1 0,1 0 0,0 0 0,-1 0 0,1-1 0,-1 1 0,1 0 0,-1 0 1,1 0-1,0 0 0,-2 0 0,-11 9 452,0 1 0,1 1 0,0 0 0,0 1 0,1 0 0,1 0 0,0 1 0,-13 24 0,-4 10-535,-27 70 0,-16 41-4910,37-84-731,13-25-1158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3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10633,'12'7'543,"-10"-6"-352,0 0-1,0 0 0,0 0 0,0 0 0,0 0 1,-1 1-1,1-1 0,0 1 0,-1-1 1,1 1-1,0 0 0,-1-1 0,0 1 0,1 0 1,-1 0-1,0 0 0,0 0 0,0 0 0,-1 0 1,1 0-1,0 1 0,-1-1 0,1 4 0,-1-1 43,1 0 0,-1-1-1,1 1 1,0 0-1,0-1 1,0 1 0,1-1-1,-1 1 1,1-1-1,0 0 1,1 1 0,-1-1-1,1 0 1,-1-1-1,1 1 1,0 0-1,1-1 1,-1 1 0,1-1-1,-1 0 1,7 3-1,6 5-27,0 0 0,1-2 0,0 0 0,19 6 0,11 2-199,2-2 0,0-2 0,0-3 0,82 8 0,205-7-5687,-315-11 4816,56-3-1587,-69 1 1075,1 1 1,0-1-1,15-7 0,0-3-3047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4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436 0 7617,'-13'9'3652,"0"2"-1984,-3 9-220,-6 11-20,6 1-199,0 5-229,-3 3-220,-3 3-176,3 3-120,-10 2-80,4 1-96,0 5-224,-7 0-400,-3 1-588,3-1-524,0 3-689,-2 3-2543,-1 9-3637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8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1 187 9569,'0'0'3004,"6"-18"-1756,4 7-40,6 0-164,18-1-239,5 1-133,15-1-128,12-2-148,10 0-104,13 5-384,3-2-512,0-6-876,1-6-733,-8 6-1923,1 11-3137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7.1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1 209 6285,'0'0'7092,"6"-12"-6380,0-2-140,10 3-352,16-9-128,-4 3-420,11-6-344,8 6-132,7-3-236,0-6-332,-6 0-1824,3 3-1381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7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306 0 5537,'-23'18'1584,"-15"7"-412,7-8-232,-77 63 4,76-54-2512,-9 6-932,9-1-625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57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6126 20859,'9271'-6126'0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1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16 2336,'-2'1'252,"0"0"-1,-1 0 1,1 0-1,0 0 1,-1 0 0,1-1-1,-1 1 1,1-1-1,-1 1 1,1-1-1,-1 0 1,1 0 0,-1 0-1,1 0 1,-1-1-1,1 1 1,-1-1-1,1 1 1,-1-1 0,1 0-1,-7-3 3456,8 4-3663,0-1 0,0 1 0,0 0 0,0 0 0,0-1 0,0 1 0,0 0 0,0-1 0,1 1 0,-1-1 1,0 1-1,0-1 0,0 1 0,1-1 0,-1 0 0,-1 0 0,2 0-3,0 1-1,-1-1 1,1 1 0,0-1-1,-1 1 1,1-1 0,-1 1-1,1 0 1,-1-1-1,1 1 1,-1 0 0,1-1-1,-1 1 1,0 0 0,1 0-1,-1-1 1,1 1 0,-1 0-1,0 0 1,1 0-1,-1 0 1,1 0 0,-1 0-1,0 0 1,1 0 0,-1 0-1,1 0 1,-1 0 0,0 1-1,1-1 1,-1 0-1,1 0 1,-1 0 0,1 1-1,-1-1 1,1 0 0,-1 1-1,1-1 1,-2 1 0,1 0 14,0 1 1,0-1 0,0 0 0,0 1-1,0-1 1,0 1 0,0-1 0,1 1-1,-1 0 1,1-1 0,-1 1 0,1 0-1,-1-1 1,1 1 0,0 0 0,0-1-1,0 1 1,0 0 0,0 0 0,0-1-1,0 1 1,1 0 0,-1-1-1,1 1 1,-1 0 0,1-1 0,1 3-1,1 4 29,0 0-1,1-1 1,0 0-1,7 9 1,0-3 14,0 0 1,1-1 0,1 0-1,0-1 1,1-1-1,0 0 1,0-1 0,16 8-1,130 52 19,-142-62-136,53 18-708,1-3 0,128 20 0,153 0-4895,-306-37 4448,100 11-3529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273 29 4816,'-10'-11'5239,"8"9"-4435,0 0-677,0 1 1,-1-1-1,1 1 0,0-1 1,-1 1-1,1 0 0,-1 0 1,1 0-1,-1 0 0,0 1 1,1-1-1,-1 1 0,0-1 0,1 1 1,-1 0-1,0 0 0,1 0 1,-1 0-1,0 1 0,0-1 1,1 1-1,-1 0 0,1 0 1,-1-1-1,-3 3 0,0 0-17,0 1-1,0-1 0,0 1 0,0 0 0,1 0 1,-1 1-1,-6 8 0,-9 6 101,8-8-82,1 0 0,0 2 0,1-1 1,1 1-1,0 1 0,0 0 0,-9 19 0,16-27-102,0-1-1,1 1 0,-1 0 0,1 1 0,0-1 1,1 0-1,0 0 0,0 1 0,0-1 0,1 1 1,-1-1-1,2 1 0,-1-1 0,1 0 0,0 1 1,0-1-1,1 0 0,-1 1 0,1-1 0,1 0 1,5 10-1,1-2-4,1-1 0,0-1 0,1 0-1,0-1 1,1 0 0,0 0 0,1-1 0,0-1 0,15 8 0,19 8 30,71 26 1,24 14-12,-132-60-1,9 5-9,-1 0 0,0 2 1,32 26-1,-46-35-31,-1 1 1,1-1-1,-1 1 1,0 0-1,0 0 0,0 0 1,0 1-1,-1-1 0,1 0 1,-1 1-1,0 0 1,-1-1-1,1 1 0,-1 0 1,0 0-1,0 0 1,-1 0-1,1 0 0,-1 0 1,0 0-1,-1 0 1,0 8-1,-2-2 4,-1 0-1,0 0 1,0 0 0,-1-1-1,0 1 1,-1-1 0,0 0-1,0-1 1,-11 13 0,-9 6-289,-45 37 0,44-41-1265,-37 40-1,40-42-3827,8-11 59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6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7109,'0'0'5246,"4"1"-4256,2 2-809,0 0 0,0 1 1,-1-1-1,1 1 0,-1 0 1,0 1-1,0 0 0,-1-1 1,1 1-1,-1 1 0,0-1 1,-1 1-1,1-1 0,-1 1 1,0 0-1,0 0 0,3 11 1,3 14 29,-1 0 1,7 48 0,-10-46-104,13 78-1403,3 21-1730,-2-45-1853,-7-41-292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7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7653,'0'0'1636,"6"-14"-136,4-1-68,2-2-496,14-6-196,5 6-140,4 0-136,13 0-296,9 0-456,7-9-564,9 3-440,0-2-2408,6 2-2313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13 706 3596,'-6'74'11331,"15"-83"-10247,-6 6-1000,0-1-1,0 0 0,-1 0 1,0 0-1,0 0 0,0-1 0,0 1 1,-1-1-1,0 1 0,1-7 1,6-52 315,-7 42-292,2-68-14,-3-1-1,-22-153 1,14 171-247,6 48 103,-1-7-171,-11-51 0,13 78 103,15 169-138,-6-92 205,-2-19 34,2-1 0,2 0 0,3-1 0,29 78 0,-36-116 27,0-1 1,2 1-1,-1-2 0,19 23 1,-21-29-5,0-1 1,0 1-1,0-1 1,1 0-1,-1-1 1,1 0-1,0 0 1,1 0-1,-1 0 1,1-1-1,13 5 1,-15-8 3,-1 1 1,0-1-1,1 0 1,-1 0-1,1 0 1,-1 0-1,1-1 1,-1 0 0,1 0-1,-1 0 1,0 0-1,0-1 1,6-2-1,7-5 22,30-21 0,-7 5-44,-29 20 15,1 0 1,0 1-1,0 0 0,0 1 0,0 0 0,1 0 0,17 0 0,90 4-113,-44 2-960,0 1-947,3 1-3314,-77-7 2923,12-5-523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19 155 4044,'0'-60'88,"-9"12"-628,-1 33-520,13-16 320</inkml:trace>
  <inkml:trace contextRef="#ctx0" brushRef="#br0" timeOffset="1">124 9 176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3936,'0'0'1621,"4"-17"-1033,-1 2 528,13 10-1052,-4-1 64,7 0-376,4 3-172,-11-5-3381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25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26000,'0'6527'0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34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4240 28766,'8401'-4240'0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41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0 302 22388,'6387'0'0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4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476 140 4852,'3'-9'568,"-3"7"-270,1 0 1,-1 0-1,1 0 1,-1 0 0,1 0-1,-1 0 1,0-1 0,0 1-1,0 0 1,0 0 0,-1 0-1,1 0 1,0 0 0,-1 0-1,0 0 1,1 0-1,-1 0 1,0 0 0,-2-3-1,2 3 764,1-1-859,0 0 1,0 0-1,1 0 1,-1-1-1,1 1 0,0 0 1,-1 0-1,1 0 1,1 0-1,-1 0 1,0 0-1,1 1 1,-1-1-1,1 0 1,0 1-1,0-1 0,0 1 1,0 0-1,0-1 1,1 1-1,-1 0 1,1 0-1,-1 1 1,1-1-1,0 0 0,4-1 1,0 0-121,0 1 0,0 0 0,0 0 0,0 0 0,0 1 1,0 0-1,0 1 0,0 0 0,1 0 0,8 1 0,-12-1-38,30 11 69,53 73 52,28 26-99,205 129-352,-75-60-1500,-236-172 1620,-1 0 1,0 1-1,-1 0 1,12 14-1,-18-20 145,-1-1 0,1 1-1,0 0 1,0-1 0,-1 1-1,1 0 1,-1-1 0,0 1-1,1 0 1,-1 0 0,0-1-1,0 1 1,0 0 0,0 0 0,-1-1-1,1 1 1,0 0 0,-1-1-1,1 1 1,-1 0 0,1-1-1,-1 1 1,0 0 0,0-1-1,0 1 1,0-1 0,0 1-1,0-1 1,-2 2 0,-1 1-7,0 1 1,0-1-1,-1-1 0,1 1 1,-1-1-1,0 1 1,-8 3-1,-30 10-54,-1-2-1,-91 18 1,55-14 167,-465 146-114,194-16-2999,241-93-662,7-4-1963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5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4028,'0'0'3651,"2"1"-2869,4 2-297,8 3-49,-1-5 3410,12-3-2753,-23 2-1026,0-1 0,-1 1-1,1-1 1,0 0 0,0 0 0,-1 0-1,1 0 1,-1 0 0,1 0-1,-1-1 1,1 1 0,-1 0-1,0-1 1,1 1 0,-1-1 0,1-2-1,1 1 108,35-46 1511,-36 48-1265,26-9 68,-26 11-451,0 1 1,-1-1-1,1 1 1,0 0-1,-1-1 1,1 1-1,-1 0 1,0 0-1,1 0 1,-1 0-1,0 0 1,0 1-1,0 1 1,15 40 285,-11-30-242,2 8 47,-1 1 0,-1 0-1,-1 0 1,-1 1 0,-1-1 0,-1 36 0,-4-1 81,-16 83 1,-52 157 264,42-193-297,28-98-100,0 1 0,0 0 0,0-1 0,1 13 0,0-12-17,0-8-59,0 0 0,0 1 1,0-1-1,0 0 0,0 0 0,0 0 1,0 0-1,0 0 0,0 0 1,0 1-1,0-1 0,0 0 1,0 0-1,0 0 0,0 0 0,0 0 1,0 0-1,0 1 0,0-1 1,0 0-1,1 0 0,-1 0 1,0 0-1,0 0 0,0 0 1,0 0-1,0 1 0,0-1 0,0 0 1,0 0-1,0 0 0,1 0 1,-1 0-1,0 0 0,0 0 1,0 0-1,0 0 0,0 0 0,0 0 1,1 0-1,-1 0 0,0 0 1,0 0-1,0 0 0,0 0 1,0 0-1,1 0 0,-1 0 0,0 0 1,0 0-1,0 0 0,0 0 1,0 0-1,0 0 0,0 0 1,1 0-1,-1 0 0,0 0 0,0 0 1,0 0-1,0-1 0,0 1 1,0 0-1,1 0 0,24-6 47,1-1 0,-1-1 0,0-1 0,28-15-1,100-61-174,-49 26-458,288-128-4523,-239 121 693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6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10221,'0'0'10742,"4"0"-10233,6 0-397,-1 0 0,1 0-1,0 1 1,0 0 0,-1 1 0,1 0-1,0 0 1,-1 1 0,0 1 0,0 0-1,0 0 1,13 8 0,13 10-273,53 43 0,-72-52-77,65 60-2790,-12-10-6017,-47-45 1737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7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743 35 8045,'-31'-29'2128,"18"23"-120,-9 15-168,-16 8-292,6-3-271,-3 6-245,-6 6-256,-1 5-148,-2 1-152,-4 11-68,-9 0-300,3 5-416,0 4-620,3 5-492,1-3-397,-1-5-667,6-4-1376,11 1-2613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7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9965,'0'0'6705,"9"-9"-4913,1-2 1544,5 19-2624,1 4-140,3 8-120,10 20-100,-10-9-232,-6 12-448,-1 6-568,-8-4-740,-4 4-652,-26 42-13586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 1724,'32'-3'708,"-19"9"-464,3 0 144,-10-21-2028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3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829 1 3028,'0'0'6871,"-3"0"-5975,-32 5 740,32-5-363,-1 0-844,-10-1-188,0 1 0,-1 0 1,1 1-1,-1 0 0,1 2 0,0 0 1,0 0-1,0 1 0,1 1 1,-1 0-1,1 1 0,0 0 1,-12 9-1,-17 11 53,1 2 0,-58 52 1,-97 121-1302,80-76-3026,69-76-64,10 0-2176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3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0 137 6637,'7'-7'99,"12"-14"1592,1 0 0,37-28 0,-51 45-1373,-1 0-1,2 0 0,-1 0 0,0 0 1,1 1-1,0 0 0,-1 1 1,1-1-1,0 1 0,1 1 0,-1-1 1,0 1-1,0 0 0,1 1 0,-1 0 1,10 1-1,-9 0-193,0 1-1,0 0 1,0 1 0,-1-1 0,1 2-1,-1-1 1,1 1 0,-1 0 0,0 0-1,-1 1 1,1 0 0,-1 0 0,9 10-1,-7-5-38,0 1-1,0 0 1,-1 0-1,-1 1 0,0-1 1,0 2-1,7 23 0,-3-3-486,-2 1 0,6 36 0,-11-43-734,-1 1 0,-1-1 0,-4 31 1,0 14-3223,13 0-2161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0 198 5857,'13'-50'4206,"6"-53"0,-20 75-1375,-1 12 538,17 29-2525,-3 1-643,0 0 0,0 0 0,15 26 0,6 8 3,131 187-3097,-62-73-6603,-79-122 2548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9 4916,'-63'-9'3373,"44"12"-2037,-4-3-344,11 15-244,-4-1-148,6 14-120,-6 21-72,1-6-52,2 3-316,3-1-380,1 7-336,-4-1-500,7-2-2096,6-1-1529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6089,'1'-8'5779,"8"11"-4529,10 16-1118,-17-14-36,0 1 1,0-1-1,-1 1 0,0 0 1,0-1-1,0 1 0,0 10 1,-1-6 9,1 31 230,-1 0 0,-8 51 0,4-50-54,1 1-1,3 43 0,0-77-86,1 0-1,0 0 0,0 0 0,1 0 0,0 0 0,5 10 0,-6-17-150,0 0 0,0 0-1,0 0 1,1 0 0,-1 0-1,0-1 1,1 1 0,0 0-1,-1-1 1,1 1 0,0-1 0,0 0-1,-1 0 1,1 0 0,0 0-1,0 0 1,0 0 0,1 0 0,-1 0-1,0-1 1,0 1 0,0-1-1,0 0 1,1 1 0,-1-1-1,0 0 1,0 0 0,1-1 0,-1 1-1,0 0 1,0-1 0,4-1-1,21-6 43,0-2 0,-1-1-1,0-1 1,36-21 0,-30 14-1410,1 2 1,38-14 0,-25 18-3388,1 3-2833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9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76 214 4332,'-5'-6'604,"0"0"0,0 0-1,0 0 1,0-1 0,1 0-1,0 0 1,1 0 0,0 0-1,0 0 1,-3-13 0,-3-5 976,4 13-133,2 0 0,-1 0 0,2 0-1,-3-23 1,6 33-1347,0 1 0,0-1-1,0 1 1,0-1 0,0 1 0,0-1 0,0 1-1,0 0 1,1 0 0,-1 0 0,0-1-1,1 1 1,2-1 0,3 2-13,-1 1-1,1 0 1,-1 0 0,1 1-1,11 3 1,4 2 43,171 51 427,-53-14-1355,64 4-2969,-161-41-255,53 1 0,-51-7-2776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9.8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330 0 9009,'-38'15'1712,"13"10"-428,-7-2-12,7 9-224,-4-1-148,1 3-168,-1 12-119,0 5-173,7 7-180,0-1-568,3 6-541,6 8-307,4-5-312,2 2-2436,4-5-2697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00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156 103 8637,'0'0'1845,"-1"-3"-393,0-1-1041,-1-1 1,2 1-1,-1-1 1,0 1-1,1-1 1,0 1-1,0-1 1,0 1-1,0-1 0,1 1 1,0-1-1,2-6 1,-2 8 246,5-29 879,22 49-1258,-8 8-156,-16-19-99,0-1 0,0 1 0,0-1 0,1 0 0,10 8 0,4-2-10,0-1-1,0-1 0,0-1 1,1-1-1,0 0 0,27 4 0,1 2 5,-42-12-21,-1 1 1,1 0 0,0 0 0,0 1 0,-1 0 0,0-1 0,1 2 0,-1-1 0,0 1 0,-1-1 0,1 2 0,6 6 0,-9-9 5,-1 1-1,1 0 1,-1-1-1,0 1 1,0 0 0,0 0-1,0 0 1,-1 0-1,1 0 1,-1 0 0,1 0-1,-1 0 1,0 0 0,0 0-1,0 0 1,-1 0-1,1 0 1,-1 0 0,0-1-1,0 1 1,0 0-1,0 0 1,0 0 0,0-1-1,-1 1 1,-3 4 0,-17 24 4,-1-2 1,-2 0-1,0-2 1,-2 0 0,-41 30-1,-19 20-278,41-34-322,-66 65-1844,43-34-4330,44-42-405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1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5080,'60'12'1157,"-28"-9"-309,-16-1-120,-1 4 8,4 3-340,1-1-88,-1-2-176,0 5-324,-7-5-456,4 3-620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7 4444,'19'-6'5985,"-38"12"-6357,3-6-440,-6 0-2880,3 0 1123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 5673,'-16'25'9760,"16"-21"-8573,-1 3-879,1 0-1,0 1 0,1-1 0,0 1 1,0-1-1,1 0 0,-1 0 1,1 0-1,1 0 0,0 0 1,0 0-1,0 0 0,1-1 1,0 0-1,0 0 0,0 0 1,6 6-1,8 9 261,1-2 1,1 0-1,32 23 1,-6-9-374,2-2 0,1-3 0,60 26 0,-74-35-915,-29-15-32,0 0 0,0 0 0,1-1 0,0 0 0,0 0 0,-1-1 0,2 0 0,-1 0 0,10 1 0,-11-4-4620,10-7-3238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5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1 8525,'0'0'2540,"-23"11"-372,-2 1-300,3-1-339,-1 1-297,1 5-280,-10 6-204,7 2-216,-4-2-164,1 6-568,-1 2-872,-2 4-944,2 2-3061,4 3-4036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79 8609,'19'2'2724,"-1"0"1,0 2-1,0 0 1,34 12-1,36 8 747,-32-17-3157,57 1 1,-76-7-1565,65 13-4684,-73-9 1582,52 3 0,-80-9 4277,0 1 0,0-1 0,-1 1 0,1 0-1,0-1 1,0 1 0,-1-1 0,1 0 0,0 1 0,-1-1 0,1 1 0,-1-1-1,1 0 1,-1 0 0,1 1 0,-1-1 0,1 0 0,-1 0 0,0 0 0,0 1 0,1-3-1,0 2-100,0-3 304,1 0-1,-1 0 0,1 0 1,-1 0-1,-1 0 1,1 0-1,0 0 0,-1 0 1,0 0-1,0-1 1,0 1-1,0 0 0,-1 0 1,0 0-1,0 0 1,0 0-1,0 0 1,0 0-1,-1 0 0,-2-4 1,2 3 192,-1 1 1,1 0 0,-1 0-1,1 0 1,-1 0-1,0 0 1,-1 0-1,1 1 1,-1 0 0,1 0-1,-1 0 1,0 0-1,0 0 1,0 1-1,-1 0 1,1 0 0,-8-3-1,-5 2 98,1 2-1,-1-1 0,1 2 0,-1 0 1,1 1-1,-21 5 0,-4 1 75,-42 14 0,48-9-1251,0 1 1,1 1 0,-59 35 0,59-27-3351,-43 35 0,40-23-2621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10089,'4'1'2345,"31"2"1861,17 3-724,-20-1-2161,62 15-1,-5 8-1461,109 49-1,-60-21-4557,-41-23-4442,-55-19 3485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72 6405,'-54'-20'1840,"48"3"88,-1 0-232,-9 11-148,-3-2 140,-9 5-175,-96 8 1459,80 10-2424,-1 2-44,1 3-160,-1 6-260,4 2-512,3 4-724,9 2-812,1 0-1021,-1 3-1199,20 1-3189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11353,'127'74'10140,"76"18"-9227,-146-67-490,228 81-4705,-90-54-5758,-150-41 4517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718 58 5629,'-25'-17'1868,"9"0"96,-3 2 1528,-25 7-352,15 10-1855,-16 4-221,11 0-276,-8 8-156,-5-2-124,-4 8-156,0 0-88,0-3-484,0 9-676,-3 2-844,-6 1-1165,6 8-1507,10 6-3417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4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63 8273,'-24'-14'2514,"19"11"-238,-4-31 5439,11 32-7456,1 0 0,0 1 0,0 0 0,0 0 0,-1 0 0,1 0 0,0 0 0,4 0 0,-1 2-128,0 0 0,0 1 0,0 0 0,10 5 0,0 0 32,28 10-86,-1 3 1,54 31 0,15 26-2984,34 20-6367,-130-88 5611,3 2-1673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4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769 137 6945,'1'-4'232,"0"-1"1,0 1-1,0 0 1,0 0 0,-1 0-1,0 0 1,0-1 0,0 1-1,0 0 1,-1 0-1,1 0 1,-1 0 0,0 0-1,0-1 1,-1 1-1,1 1 1,-1-1 0,0 0-1,0 0 1,0 1-1,0-1 1,-1 1 0,0 0-1,1-1 1,-1 1-1,0 0 1,-1 1 0,1-1-1,0 1 1,-1-1 0,1 1-1,-1 0 1,-4-1-1,-9-2 160,0 2 1,0 0-1,-1 1 0,1 1 0,-1 0 0,1 2 0,-1 0 0,1 1 1,0 0-1,-1 2 0,1 0 0,-17 6 0,-16 9-200,1 1 1,-79 45-1,15 6-3813,42-19-2034,10-1-2613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0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11065,'3'5'684,"1"0"1,0 0-1,0 0 0,0-1 0,1 1 1,-1-1-1,1 0 0,0-1 0,7 5 1,55 26 3117,-45-23-3391,263 107 1368,-217-93-2144,-5-5-1626,1-2 1,79 10-1,-72-15-994,-67-12 2538,0 0 0,0-1-1,-1 1 1,1-1 0,0 0 0,0 0-1,0-1 1,0 1 0,0-1 0,5-1-1,1-1-777,32-5-4224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753 23 6997,'-86'-23'5384,"67"26"-3656,0-3-136,-16 3-227,-25 9-241,15 5-280,-5 3-176,-1 3-132,-3-1-128,0 4-216,3 8-436,0 1-732,4 5-748,-1-3-885,4 3-1823,6 9-3437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13113,'0'0'3913,"25"-6"-2345,1-3-388,-4 12-64,0 0-388,13 6-148,26 2-116,-4 3-220,9 1-220,1 2-460,3-6-372,0 1-572,0 2-384,-4 0-272,-9-2-509,-9-4-1483,0 1-2921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927 60 6533,'-39'-4'1823,"38"4"-1774,1 0 0,0 0 0,0 0-1,-1 0 1,1 0 0,0 0 0,-1 0 0,1 0 0,0 0 0,0 0-1,-1 0 1,1 0 0,0 0 0,-1 0 0,1 0 0,0 0-1,0 0 1,-1 0 0,1-1 0,0 1 0,0 0 0,-1 0-1,1 0 1,0 0 0,0-1 0,0 1 0,-1 0 0,1 0 0,0 0-1,0-1 1,0 1 0,-1 0 0,1 0 0,0-1 0,0 1-1,0 0 1,0 0 0,0-1 0,-8-35 3163,6 35-2961,1-1 0,-1 1 0,0 0 0,1 0 0,-1 0 0,0 0 0,0 0 0,0 0 0,0 0 0,0 0 0,1 1 0,-2-1 0,1 1 0,0-1 1,-2 1-1,-1 1-100,-1 0 0,1 1 1,0 0-1,0 0 1,0 0-1,0 0 0,0 1 1,0 0-1,1 0 0,-1 0 1,1 1-1,-7 6 1,2 1 18,0-1 0,1 2 1,-12 22-1,18-31-167,1-1 0,0 1 0,0-1 0,1 1 0,-1 0 0,1-1-1,-1 1 1,1 4 0,-1-1 43,1-3 105,-1 0-90,0 5-82,-2 6 177,0-13-73,-2-10-63,4 8-24,0 0-1,0-1 0,0 1 1,0-1-1,-1 1 0,1 0 1,0 0-1,-1 0 0,1 0 1,-1 0-1,1 0 0,-1 0 1,1 0-1,-1 1 0,0-1 1,1 0-1,-1 1 1,0-1-1,0 1 0,1 0 1,-1 0-1,0 0 0,0 0 1,1 0-1,-1 0 0,0 0 1,0 0-1,1 1 0,-1-1 1,-2 2-1,-7 0 14,0 2 1,0-1-1,-13 8 1,-71 34-338,2 5 0,-115 80 0,146-86-1273,-45 32-6341,77-50 898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12329,'4'1'155,"20"2"2000,-24-4-1993,0 0 1,0 0-1,0 0 0,0 0 1,-1 0-1,1 0 1,0 1-1,0-1 0,-1 0 1,1 0-1,0 0 1,-1 0-1,1 1 0,-1-1 1,1 0-1,-1 0 1,-6-5 8391,8 8-7490,5 3-812,0 1 0,0-1 0,0 0 0,1 0 0,0-1 0,0 0 0,0 0-1,13 4 1,69 22 463,-52-19-525,132 46-1910,14 6-7149,-147-51 2553,-17-5-3985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1 11053,'-29'5'2176,"-12"10"-212,6-1-311,0-3-309,7 4-336,-4-4-204,-9 6-160,-1 12-132,1 2-104,-10 6-172,7 1-384,-1 2-752,7 2-728,10-1-380,5-13-793,4 1-1319,7-1-3093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9613,'13'20'2252,"-20"-3"1804,20-3-2499,-3 0-329,9-5-308,0-3 0,6 5-352,20 12-172,-10-6-244,-1-6-496,1 4-672,3-7-652,-15-2-568,15-3-2577,19 5-3788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0 10781,'-92'46'2252,"57"-26"-76,1-3-499,-1 3-305,0 0-344,3 3-212,-6 0-180,-3 11 24,-1 0-560,-2-2-700,-4-4-1072,-6 4-1437,0 8-1611,10 5-3693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0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35 12253,'1'-1'187,"0"1"0,-1-1-1,1 0 1,-1 0 0,1 0-1,-1 1 1,0-1 0,1 0-1,-1 0 1,0 0 0,1 0-1,-1 0 1,0 0 0,0 0 0,0 0-1,0 0 1,0 1 0,0-1-1,0 0 1,0 0 0,0 0-1,-1 0 1,1 0 0,-8-12 11321,13 13-10914,30 5-207,0 2 1,0 1-1,-1 2 0,57 24 1,-26-3-1287,86 54 0,-51-20-2384,-28-16-1139,1-5-5269,-57-37 1096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0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692 23 8617,'-25'-11'4064,"-4"5"-2168,7 1-204,-10 10-263,-15 4-301,6 5-92,-4 0-384,-6 9-124,1 9-112,-8 2-144,4 3-476,0 3-660,4 0-936,-4-8-825,9 8-2135,10 2-3733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12945,'4'-5'9228,"6"6"-5257,18 15-4233,-5-4 958,168 48 811,-75-26-2035,-28-6-630,146 46-4118,-77-29-5209,-122-35 2831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727 34 7837,'-54'-34'4260,"32"37"-2272,0-3-188,-10 0-319,4 0-229,-10 3-312,-23 8-184,10 4-148,1 2-132,-1 8-76,-3 7-232,-3-1-540,3 1-852,0 8-920,0-3-3293,9 3-4368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10953,'0'0'2371,"3"0"-158,17 2-188,0 0-1,0 2 0,29 9 0,-9-3-1386,300 61-1232,-180-45-4263,-56-14-3477,-76-9 831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649 12 8789,'-26'-12'4076,"4"18"-2132,6 0-259,-9-6-261,3 3-316,-10 5-168,-22 4-248,13 2-140,-7 6-112,-6 6-96,0 8-248,0 0-648,0 0-936,0 1-956,6 5-2777,4 5-4180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10509,'10'35'8251,"28"-34"-4530,-27 0-3371,0 1-1,0 0 1,0 1-1,0 0 0,16 8 1,144 55 836,3-7-3612,-97-34 373,-70-22 1780,102 30-4508,-33-18-1861,-29-11 37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826 32 8257,'-9'-32'3912,"-14"35"-2144,1-3-120,-3 9-231,-20 2-221,10 1-344,-9-4-100,-7 7-168,-6 7-112,-10 4-96,1 3-64,-1 2-296,-3 1-508,0-1-676,7 9-844,3 3-3309,9-3-4264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9589,'6'-11'12052,"-5"11"-11636,16 1 3498,29 18-5434,-31-12 2977,-5-3-1325,120 56-317,-1 2-6202,-82-40-3556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559 76 6913,'-34'-16'2409,"27"12"-251,-5-32 3538,11 34-5455,-1 0 0,1 1 1,-1-1-1,0 1 1,0-1-1,1 1 0,-1 0 1,0 0-1,0 0 1,0 0-1,0 0 0,0 0 1,0 1-1,-1-1 1,-2 0-1,1 1-112,1 0 1,-1 0-1,1 0 0,-1 1 0,1-1 1,0 1-1,-1 0 0,1 0 1,0 0-1,-1 0 0,1 1 1,0-1-1,0 1 0,0 0 1,0 0-1,-4 4 0,-7 6 179,-25 27 0,14-13-330,-10 4-1662,-1-2 0,-2-2 1,-43 23-1,3-1-4299,11-3-2145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15 8621,'0'0'13640,"-3"-2"-12388,-25-11 3150,33 14-3822,191 25 1135,45 7-2031,-56-6-3386,-93-13 4,-32-2-1968,-32-7 972,9 3-4456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9 10009,'-16'-9'2248,"-6"12"-196,-19 6-360,12 8-243,16-6-317,-15 3-280,-17 18-180,17-3-124,-10 2-180,6 9-44,-3-3-404,3 0-496,-3 0-760,13-2-652,0 2-901,0-6-1275,15-16-3165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11909,'0'0'10538,"2"2"-9041,9 6-914,1-2 1,-1 0-1,1 0 0,0-1 1,24 7-1,69 10-618,-40-9-744,110 20-4407,-53-22-5330,-79-9 2572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537 0 10265,'0'0'2047,"-6"1"-89,-21 3-1186,0 1 0,0 1 0,0 2-1,1 0 1,0 2 0,1 1 0,0 1 0,0 2 0,-33 23 0,31-18-966,2 2 0,0 0 0,-23 26 1,32-28-694,0 0-1,1 1 1,2 0 0,-16 30 0,11-4-5989,12-21-42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12037,'-3'4'607,"-7"10"3544,19-13-492,16 1-3038,17 6 133,0 2 1,76 28-1,5 2-1117,-59-22-779,96 22-2590,-132-36 834,0 0 0,29-2 0,-6-2-3525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594 15 6577,'-31'3'2056,"24"-14"-12,-12 11-308,0-6-36,-6 14-340,-16 7-247,9-4-213,-10 3-196,-2 6-176,6 0-56,-3 6-248,-4 0-376,4 2-660,0 10-764,-7-4-485,7 0-2211,3 0-3285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12341,'0'0'2178,"4"-1"-72,7-1-1244,-1 1 0,1 0 0,-1 0 0,1 1 0,0 0 0,0 1 0,15 3 1,79 22 1038,-69-16-1590,172 53-2734,-168-52-666,63 27-1,-98-36 2319,1 1 0,0-1 1,0-1-1,1 1 0,-1-1 1,0 0-1,10 0 1,-7-1-405,32 3-5633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772 29 8133,'-1'-1'219,"-1"0"0,1 0 0,0 0 0,0 0 0,0-1 0,0 1 0,0 0 1,0-1-1,1 1 0,-1 0 0,0-1 0,1 1 0,-1-1 0,0-1 0,-3-4 4224,-7 12-2307,-33 23-396,-88 42 0,75-42-1368,-16 9-223,-198 108-4093,139-65-4651,98-59 2119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8837,'-2'7'470,"-1"0"446,5-8-7,-2 0-580,1 0-1,0 0 1,0 0-1,0 0 1,-1 0-1,1 0 1,0 0-1,0 0 1,0 1-1,0-1 1,0 0-1,0 1 1,1-1-1,0 0 0,15 29 2817,-5-14-2269,4 9 42,-14-17-1269,0 0 1,0 0-1,-1 0 1,0 0-1,1 11 1,-2-12-561,1 0 1,-1 0-1,1 0 0,0 0 1,4 10-1,-4-9-3242,-1 13-2141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5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273 164 6801,'-20'-1'13659,"25"-6"-13033,-2 4-1519,1 1 0,0-1 0,0 1 0,0 0 0,0 0 0,8-3 0,-9 4-265,19-1-663,-18 1 1725,-1 1-1,0 0 1,0-1 0,0 1-1,0-1 1,0 0 0,0 0 0,0 0-1,0 0 1,0-1 0,0 1 0,0-1-1,-1 1 1,1-1 0,-1 0 0,1 0-1,-1-1 1,0 1 0,0 0 0,0-1-1,3-3 1,-2 1 324,-1-1-1,0 1 1,0 0 0,0-1-1,-1 0 1,0 1-1,0-1 1,0 0 0,-1 1-1,1-1 1,-1 0-1,-1 0 1,0-7 0,0 12-128,-1 0 0,1 0 0,0-1 0,0 1 0,-1 1 1,1-1-1,0 0 0,-1 0 0,1 0 0,-1 1 0,1-1 1,-1 1-1,0-1 0,1 1 0,-1 0 0,-2-1 0,-5 2 26,-1 1-1,1-1 1,1 2-1,-1-1 0,0 1 1,1 0-1,-1 1 0,1 0 1,-14 9-1,5-4-58,-99 49-1997,42-21-2885,14-7-1404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0 6389,'1'13'15424,"-10"-20"-7682,1 4-10497,6 5 3022,-5 5-45,1 0-1,0 1 1,0 0-1,1 0 1,0 0-1,0 1 1,-4 12-1,-24 72 834,28-80-914,-119 507 1373,115-474-1575,-26 175-2069,31-190 1417,-22 97-3523,12-73-4041,12-45 5926,-6 9-8446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3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0 529 3968,'0'0'9490,"2"1"-8816,7 4-265,-1-1 0,1 0 1,0-1-1,0 0 0,0 0 0,0-1 0,19 2 1,70 1 1054,274-25-299,-187 6-989,28 4-104,218-20-1,-231 2-44,-102 12-3,39-9-31,84-12-59,-138 25 72,107-7-25,26 3 89,-107 12 30,47-4 45,-91 4-89,67-12 1,63-5-36,-81 13 18,226-10-68,-176 13 70,-60 2-68,122-9 8,466-61 63,-354 43-4,28 8-134,-95 18 82,-190 2 8,-63 3-54,0-1 0,-1-1 0,28-5 0,10 0-62,78-5-65,-119 11 181,0-1 0,0-1 0,0 0 0,18-5-1,17-4-27,-13 0 55,-30 9-29,1 0-1,-1 0 1,0 0-1,1 1 1,-1 0 0,9-1-1,-11 1 16,1-2-1,-1 1 1,0 0-1,0-1 0,7-5 1,-2 1 6,4-2-20,-10 7-39,-22 5-3267,11-2 3038,-1 0-1,1-1 1,0 0 0,-13-2 3927,19 5-3439,-6 9-3,0 0 1,1 1-1,1 0 0,0 0 0,0 0 0,2 1 1,-5 15-1,3 3 179,1 0-1,-2 39 1,6-48-299,-2 0 0,-1 0 0,-1 0 0,-13 35 0,-43 83 182,13-34-138,35-78-119,-4 7 21,-22 74 0,6 61-27,25-122 1,5-33-11,0 0-1,-2 0 0,-9 26 0,4-27 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0 527 3524,'0'0'7298,"18"-25"-4506,-3 18-2475,1 0 0,-1 1 0,1 1 0,0 0 0,0 1 0,23-3-1,-9 2 41,193-48 618,-29 29-821,-106 16-16,101-19 377,-83 9-260,-54 8-282,0 2 1,105-2-1,226 30 79,-303-20-29,121-14-1,-101 8-24,196 16 0,-225-6 10,192 14-203,-215-14 239,24 0 149,288-6 218,-184 4-383,-32-2-10,204 3 318,-313-5-195,-1-2 0,0-1-1,0-1 1,40-14 0,-26 7 112,-23 6-201,0 2-1,0 0 0,1 1 1,31 0-1,-36 4-39,0-1 1,24-4-1,-23 3-15,-1 0 0,23 1 1,-18 0 12,-1-1 1,0-1-1,38-10 1,-28 6 48,8-4-32,-9 7-33,23-6 4,-31 4 11,1 2 0,-1 1 0,1 0 0,-1 2 1,42 4-1,7-1 29,65-18-5,-111 11-45,43-8 9,-38 6-22,39-4-1,-42 8 11,46-13 1,-7 2-21,-53 9 29,0 1 0,19-9 1,-15 5-4,-15 6 13,-1-1-8,0 1 1,1 0 0,-1 1-1,0-1 1,1 1-1,-1 0 1,0 1 0,1-1-1,-1 1 1,1 0-1,-1 0 1,1 1 0,-1-1-1,10 4 1,-3 0 10,0-1-1,0 0 1,1 0 0,-1-1-1,1-1 1,-1 0 0,1 0-1,0-2 1,-1 1 0,14-4-1,122-26-56,-15 5 153,-129 24-100,1 0 28,0 0-1,0 0 0,0-1 1,0 0-1,-1 0 1,1 0-1,5-3 0,3-1-23,-10 5-32,7 10-46,26 25-12,-34-31 130,0-3-59,4 3-33,15 4 104,42 11-1,-60-18-103,0 1-1285,15 4 1148,95 34-1969,-110-38 2077,7-10-7580,2 1 1399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4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14 8933,'0'0'6868,"-2"-2"-5015,-14-9 1749,21 23 2532,8 26-757,1 127-7850,-13 5-3587,-1-8-1215,1-102-6700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12529,'-15'22'1519,"0"1"0,2 1 0,1 0 0,1 1-1,-13 46 1,21-62-1290,-15 40 1081,-21 60 293,5 1-1,-29 159 1,53-200-1360,3 1 0,2 0 0,4 0 0,14 124 0,-7-161-174,1 0 0,2 0 0,0-1 0,29 60 0,-26-69-42,0-2 1,2 1-1,0-2 0,1 0 0,1-1 0,1 0 1,28 23-1,-19-22-45,0-1 1,1-2-1,1-1 1,0-1-1,1-1 1,1-2-1,0-1 1,1-1-1,0-2 1,0-1-1,43 5 1,-30-8-111,0-2-1,0-2 1,-1-2 0,1-2 0,-1-1 0,0-2 0,77-24 0,-93 22 78,0-2 0,-1 0 1,0-2-1,0 0 0,-2-2 0,0-1 0,0-1 1,-2 0-1,0-2 0,-1-1 0,-1-1 0,-1 0 0,0-1 1,-2-1-1,-1-1 0,-1-1 0,-1 0 0,-1 0 1,10-30-1,-11 21 29,-2 0 1,-1 0-1,-2-1 1,-2 0-1,-1 0 1,-1 0-1,-2 0 1,-2-1 0,-1 1-1,-1 0 1,-3 0-1,0 0 1,-3 1-1,0 0 1,-2 0-1,-2 1 1,-33-62-1,19 47 42,-2 2-1,-2 1 1,-2 1-1,-2 2 0,-1 2 1,-54-46-1,68 66-7,-2 2-1,0 0 1,-1 2-1,-1 1 1,0 0-1,-1 2 1,-1 2-1,0 0 1,0 2-1,-1 1 1,0 1-1,-59-6 1,70 13-159,0 0 0,0 2 1,0 0-1,0 1 0,1 0 1,-1 2-1,-26 10 1,30-10-486,0 1 1,1 1-1,0 0 1,0 1-1,1 0 1,0 1-1,1 1 1,0-1-1,-17 20 0,24-24-291,0 1 0,0 0 0,1 0 0,0 0 0,0 0-1,-3 10 1,-4 43-9641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856 753 7201,'0'0'18404,"-4"0"-17859,-36 3 2752,43-13-3078,12-28 36,33-58 1,-28 57-218,-2-1-1,-1-1 1,15-61 0,19-128-33,-46 206-1,0-24 107,-4 39-61,0 1 1,0-1-1,1 0 0,3-11 0,-4 17 20,-2-19 53,1 22-114,0 0-1,1 0 1,-1 0-1,0-1 0,0 1 1,0 0-1,0 0 1,0-1-1,0 1 0,0 0 1,0 0-1,0 0 1,0-1-1,0 1 0,0 0 1,0 0-1,0-1 1,0 1-1,0 0 0,0 0 1,0 0-1,0-1 1,0 1-1,0 0 0,0 0 1,-1-1-1,1 1 1,0 0-1,0 0 0,0 0 1,0 0-1,0-1 1,-1 1-1,1 0 0,0 0 1,0 0-1,0 0 1,-1-1-1,-20 12 229,3 2-122,0 0-1,0 2 1,1 0 0,-24 27 0,-54 79 554,65-81-602,5-7-67,1 1 0,2 1 0,1 1 0,2 1 0,2 1 0,1 0 0,-14 52 0,26-71 0,0 0 0,0 0 0,2 0 0,1 1 0,0-1 0,1 0 0,1 1 0,1-1 0,1 0 0,0 0 0,2 0 0,0-1 0,1 1 0,1-1 0,0 0 0,2-1 0,18 30 0,-6-19 0,1-1 0,1-2 0,50 45 0,91 57 0,-123-98 0,27 20 0,60 46 0,-107-78 0,-1 1 0,0 1 0,26 34 0,-44-51 0,-1 0 0,1 1 0,-1-1 0,1 0 0,-1 1 0,0-1 0,0 0 0,0 1 0,0 0 0,0-1 0,0 1 0,-1-1 0,0 1 0,1 0 0,-1-1 0,0 1 0,0 0 0,0 0 0,-1-1 0,0 6 0,-1-5 0,1 1 0,-1-1 0,0 1 0,0-1 0,-1 0 0,1 0 0,-1 0 0,1 0 0,-1-1 0,0 1 0,0-1 0,-6 5 0,-7 1 0,1 0 0,-1-1 0,0-1 0,0 0 0,-19 4 0,-75 14 0,-2-5 0,-188 9 0,27-28 9,238-3-17,0-2 1,1-1 0,0-1 0,0-2 0,-58-23-1,83 28-319,1-1 0,0 0 0,0 0 0,0 0-1,0-1 1,1 0 0,0-1 0,0 0 0,1 0 0,-10-12-1,14 15-245,-1 1 0,1-1-1,0 0 1,0 0 0,1 0-1,-1 0 1,1 0 0,0 0-1,0 0 1,0 0 0,1-1-1,-1 1 1,1 0 0,0 0-1,0-1 1,0 1 0,1 0-1,0 0 1,0 0 0,0-1-1,0 1 1,0 0 0,1 0-1,4-7 1,-3 7-1109,0 0 0,0 0 0,0 1 0,1-1 0,-1 1 0,6-4 0,-9 7 1640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7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24 422 8709,'26'-20'7608,"-31"14"-6635,1 0-1,0-1 0,1 1 0,-4-9 0,-1-1 897,7 15-826,0 1-930,1 0 0,-1 0 0,1 0 0,-1 0 0,0 0-1,1 0 1,-1 0 0,0-1 0,1 1 0,-1 0 0,0 0 0,1 0-1,-1-1 1,1 1 0,-1 0 0,0 0 0,1-1 0,-1 1 0,1-1-1,-1 1 1,1 0 0,-1-1 0,1 1 0,0-1 0,-1 1 0,1-1 0,-1 0-1,1 1 1,0-1 0,-1 1 0,1-1 0,0 0 0,0 1 0,-1-2-1,4-22 3183,-1 12-2819,8 78-383,-10-63 479,9-13-281,26-34-291,-35 44 0,0 0 0,1-1 0,-1 1 0,0 0 0,0 0 0,0 0 0,0 0 0,0 0 0,0 0 0,0 0 0,0 0 0,0 0 0,0 0 0,0-1 0,1 1 0,-1 0 0,0 0 0,0 0 0,0 0 0,0 0 0,0 0 0,0 0 0,0 0 0,0 0 0,1 0 0,-1 0 0,0 0 0,0 0 0,0 0 0,0 0 0,0 0 0,0 0 0,0 0 0,0 0 0,1 0 0,-1 0 0,0 0 0,0 0 0,0 0 0,0 1 0,0-1 0,0 0 0,0 0 0,0 0 0,0 0 0,1 0 0,-1 0 0,0 0 0,0 0 0,0 0 0,0 0 0,0 0 0,0 1 0,0-1 0,0 0 0,0 0 0,0 0 0,0 0 0,0 0 0,0 0 0,0 0 0,0 0 0,0 1 0,1 12 0,-3 11 0,-9 32 0,7-43 0,2-1 0,0 1 0,0 0 0,1 0 0,1 15 0,0-21 0,1-1 0,0 1 0,0-1 0,0 0 0,1 0 0,0 1 0,0-1 0,1 0 0,0-1 0,0 1 0,0 0 0,0-1 0,1 0 0,0 0 0,0 0 0,1 0 0,-1-1 0,1 1 0,0-1 0,10 6 0,-6-5 0,1 0 0,-1-1 0,1-1 0,-1 1 0,1-2 0,0 1 0,1-1 0,-1-1 0,0 0 0,0 0 0,0-1 0,13-2 0,3 1 0,0-2 0,-1-1 0,38-11 0,-54 12 0,0 0 0,-1-1 0,1 0 0,-1-1 0,0 0 0,0 0 0,-1 0 0,0-1 0,0 0 0,0-1 0,0 1 0,9-15 0,-10 13 0,-1 1 0,0-2 0,-1 1 0,0 0 0,0-1 0,0 0 0,-1 0 0,-1 0 0,3-14 0,5-19 0,-10 46 0,-1 1 0,1-1 0,0 1 0,0-1 0,0 0 0,0 1 0,1-1 0,0 0 0,0 1 0,0-1 0,1 0 0,2 6 0,1 2 0,1-1 0,1 1 0,0-1 0,10 12 0,-6-9 0,0-1 0,1-1 0,1 0 0,0 0 0,0-1 0,1-1 0,26 15 0,-30-21-35,1 0-1,-1 0 1,1-1-1,0-1 1,0 0-1,0 0 1,0-1-1,0 0 1,0-1 0,0 0-1,0-1 1,0 0-1,0-1 1,0 0-1,0-1 1,0 0 0,14-7-1,-11 4-15,-1-1 0,1 0 0,-1-1 0,0-1 0,-1 0 0,0-1 0,-1 0 0,0-1 0,0 0 0,-1 0 0,-1-1 0,10-15 0,13-33 49,-3-2-1,-2 0 1,28-98-1,-6 17 873,-41 123-710,-11 35 7,-4 23-53,5-16-114,-6 59 0,-24 115 0,-96 416 0,50-213 0,73-376-82,-6 40-954,10-58 862,1-1-1,0 1 1,1-1-1,-1 1 1,1-1-1,0 0 1,0 1-1,0-1 1,0 0-1,1 1 1,0-1-1,2 4 1,-4-8-6,0 1-1,0 0 1,1-1 0,-1 1 0,0-1 0,1 1 0,-1-1 0,0 1 0,1-1-1,-1 1 1,1-1 0,-1 0 0,1 1 0,-1-1 0,1 0 0,-1 1-1,1-1 1,-1 0 0,1 1 0,0-1 0,-1 0 0,1 0 0,-1 0 0,1 0-1,0 0 1,-1 0 0,1 0 0,0 0 0,18-11-7057,11-15-6699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52 448 12529,'-51'-26'11919,"53"26"-11731,0-1-1,-1 1 1,1 0-1,0 0 1,0 0-1,0-1 1,0 2-1,0-1 0,-1 0 1,5 1-1,-2 0 107,15 0-47,1 2 0,-1 0-1,0 1 1,-1 1-1,1 0 1,-1 2-1,0 0 1,0 1-1,-1 1 1,0 0-1,0 1 1,25 22-1,-40-30-239,0-1 0,0 1 1,0 0-1,0-1 0,-1 1 0,1 0 0,-1 0 0,1 0 0,-1 0 0,0 1 0,0-1 0,0 0 0,0 0 0,0 1 0,-1-1 0,1 1 0,-1-1 0,1 0 0,-1 1 0,0 3 0,0-2-1,-1 0 0,0-1-1,0 1 1,0 0 0,-1-1 0,1 1-1,-1 0 1,0-1 0,1 0 0,-2 1-1,-4 4 1,-1 2 5,0-2-1,-1 1 1,0-2 0,-1 1-1,0-1 1,0 0 0,-13 6-1,14-9-71,-1-1 0,1 0 0,-1-1 0,-13 3 0,23-6 56,0 1 1,0 0-1,1 0 0,-1 0 1,0 0-1,0 0 0,0 0 1,0 0-1,0 0 1,0 0-1,0 0 0,0-1 1,0 1-1,0 0 0,0 0 1,0 0-1,0 0 0,0 0 1,0 0-1,0 0 0,0 0 1,0 0-1,0-1 0,0 1 1,0 0-1,0 0 0,0 0 1,0 0-1,0 0 0,0 0 1,0 0-1,0 0 0,0 0 1,0-1-1,-1 1 0,1 0 1,0 0-1,0 0 0,0 0 1,0 0-1,0 0 1,0 0-1,0 0 0,0 0 1,0 0-1,0 0 0,0 0 1,-1 0-1,1 0 0,0 0 1,0 0-1,0 0 0,0 0 1,0 0-1,0 0 0,0 0 1,0 0-1,-1 0 0,1 0 1,0 0-1,8-16-304,1 1 1,0 0-1,1 1 0,1 0 0,0 1 0,1 0 1,24-20-1,28-34-601,-45 44 755,-2 0 0,0-2 0,-2 0 0,-1-1 1,0 0-1,-2-1 0,-2 0 0,15-55 0,23-114 2846,-43 172-1810,-5 24-848,0 0 1,0 0-1,0 0 1,0 0 0,0 1-1,0-1 1,0 0-1,0 0 1,0 0-1,1 0 1,-1 0-1,0 0 1,0 0-1,0 0 1,0 0-1,0 0 1,0 0-1,0 0 1,0 0 0,0 0-1,0 0 1,0 0-1,0 0 1,0 0-1,1 0 1,-1 0-1,0 0 1,0 0-1,0 0 1,0 0-1,0 0 1,0 0-1,0 0 1,0 0 0,0 0-1,0 0 1,0 0-1,0 0 1,1 0-1,-1 0 1,0 0-1,0 0 1,0 0-1,0-1 1,1 43 1909,-1-38-1985,-24 783 879,6-622-781,9-98-148,2 1 1,4 0-1,4 69 0,0-127-568,1 1 0,0 0 0,0-1 0,1 1 0,5 11 0,-8-20 437,1-1 0,0 1 0,0-1 0,0 0 0,0 0 0,0 1 0,0-1 0,0 0 0,0 0 0,0 0 1,0 0-1,1 0 0,-1 0 0,0-1 0,1 1 0,-1 0 0,1-1 0,-1 1 0,1-1 0,-1 1 0,1-1 0,-1 1 0,1-1 0,0 0 0,-1 0 0,1 0 0,-1 0 0,1 0 0,-1-1 0,1 1 1,0 0-1,-1-1 0,3 0 0,2-1-823,0 0 0,-1 0 0,0-1 0,1 0 0,-1 0 0,0 0 0,8-8 0,23-21-8518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8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180 104 13601,'-10'-6'747,"8"5"-523,0 0 0,1 0-1,-1 0 1,0 0-1,0 0 1,1 0 0,-1-1-1,0 1 1,1-1 0,-1 1-1,1-1 1,0 0 0,0 1-1,-1-1 1,1 0-1,0 0 1,-1-5 3905,4 8-2685,10 5-825,0 0 1,0 0-1,0-1 0,1-1 1,22 5-1,-20-5-405,1 0 0,-1 1 0,27 13 0,-37-16-172,0 1-1,-1 0 1,1 1-1,-1-1 1,0 1-1,0 0 1,0 0-1,-1 0 1,1 0 0,-1 1-1,0-1 1,0 1-1,0 0 1,-1 0-1,3 8 1,-5-10-34,1 0 1,-1 0 0,0 0-1,1 0 1,-1 0-1,-1 0 1,1 0-1,0 0 1,-1 0-1,0 0 1,0 0-1,1 0 1,-2 0-1,1 0 1,0-1-1,-1 1 1,1 0-1,-1-1 1,0 1-1,-3 3 1,-2 2 2,1-1 0,-1 0 0,0-1 0,-1 0 0,-13 9 0,-23 9 101,-70 28-1,-19 8-938,112-46-652,18-9 95,17-9 231,16-8-266,-1-1-1,0-2 1,34-24 0,79-64-1162,-57 33 2960,52-39 4955,-135 109-5175,-1 0 1,1-1-1,-1 1 1,1 0-1,-1 0 0,1 0 1,-1 0-1,1 0 1,-1 1-1,1-1 0,-1 0 1,1 1-1,-1-1 0,1 1 1,-1-1-1,0 1 1,1 0-1,-1 0 0,0-1 1,1 1-1,-1 0 1,0 0-1,0 0 0,0 0 1,0 1-1,0-1 1,0 0-1,1 2 0,4 3-38,-1 1 1,0-1-1,0 1 0,4 9 0,-2-2 15,0-1 0,2 0 0,-1 0 0,1-1 1,1 0-1,19 17 0,-2-5 144,49 31 1,-75-55-277,0 0 0,0 0 0,0 1 0,0-1 1,0 0-1,1 0 0,-1 0 0,0 0 0,0 0 0,0-1 0,0 1 0,0 0 0,0 0 1,0-1-1,0 1 0,0-1 0,2 0 0,0 0 19,-1 1 0,0-1 0,0 1-1,0-1 1,0 1-1,0-1 1,0 0 0,0 0-1,-1 0 1,1 0 0,0 0-1,0 0 1,-1-1 0,1 1-1,-1 0 1,1-1 0,-1 1-1,0-1 1,1 0-1,-1 1 1,0-1 0,0 0-1,0 0 1,0 0 0,-1 0-1,1 0 1,0 0 0,-1 0-1,1 0 1,-1 0-1,0 0 1,0 0 0,1 0-1,-2 0 1,1 0 0,0 0-1,0 0 1,-1 0 0,1 0-1,-1-3 1,-2-6 53,-1-1 0,0 1-1,-1 0 1,0 0 0,-11-16 0,-1 0-27,-3 1 1,0 1-1,-45-43 0,6 14-3791,57 52 1777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19 280 11957,'-3'1'2096,"3"-1"-1961,-1 0 0,0 0 0,1 0 0,-1 0 0,0 0 0,1 0 1,-1 1-1,0-1 0,1 0 0,-1 0 0,0 1 0,1-1 0,-1 1 0,1-1 1,-1 0-1,1 1 0,-1-1 0,1 1 0,-1-1 0,1 1 0,0-1 0,-1 1 1,1-1-1,-1 1 0,1 0 0,0-1 0,0 1 0,-1 0 0,1-1 1,0 1-1,0 0 0,0-1 0,0 1 0,0 0 0,0-1 0,0 1 0,0 0 1,0 0-1,2 2 137,0 0 0,0 0 1,0 0-1,0-1 0,1 1 1,-1-1-1,1 1 0,0-1 1,3 2-1,7 7-40,0 1 1,0 1-1,-1 0 0,-1 0 1,0 2-1,-1-1 0,0 1 0,-1 0 1,-1 1-1,-1 0 0,0 0 1,-1 1-1,7 30 0,-13-45-117,1-1 0,-1 1 0,0 0 0,0-1-1,0 1 1,0 0 0,0 0 0,0 0 0,0-1-1,-1 1 1,1 0 0,-1 3 0,0-5-66,1 0 0,0 1 0,0-1 0,-1 0 0,1 1 0,0-1 0,0 0 0,-1 0 0,1 1 0,0-1 0,-1 0 0,1 0 0,0 1 0,-1-1 0,1 0 0,0 0 0,-1 0 0,1 0 0,-1 1 0,1-1 0,0 0 0,-1 0 0,1 0 0,-1 0 0,1 0 0,0 0 0,-1 0 0,1 0 0,-1 0 0,1 0 0,-1-1 0,0 1-9,-1-1 1,1 0 0,0 0 0,0 1 0,0-1 0,0 0-1,0 0 1,0 0 0,0 0 0,0 0 0,0-1 0,1 1 0,-1 0-1,0 0 1,1 0 0,-1-1 0,1 1 0,-1 0 0,1-1-1,-1 1 1,1 0 0,0-1 0,0 1 0,0 0 0,0-1 0,0-2-1,1-6-44,1 0 0,0 0 0,0 1-1,1-1 1,1 0 0,-1 1-1,1 0 1,1 0 0,0 0 0,9-12-1,6-4-979,45-44-1,-24 27-110,12-15-277,2 2 0,3 3 1,97-68-1,-151 117 1488,0 0-1,1 1 0,-1 0 1,1-1-1,0 2 1,-1-1-1,1 1 1,0-1-1,7 0 0,-12 3-58,1-1-1,-1 0 0,1 1 1,-1-1-1,0 1 0,1-1 0,-1 0 1,0 1-1,0-1 0,1 1 1,-1-1-1,0 1 0,0-1 0,0 1 1,1-1-1,-1 1 0,0 0 1,0-1-1,0 1 0,0-1 0,0 1 1,0-1-1,0 1 0,0-1 1,-1 1-1,1-1 0,0 1 1,0-1-1,-1 1 0,1 2 195,-4 35 1230,-3-1 0,-11 42-1,-9 49 47,23-101-1639,2 0-1,1 0 1,2 0-1,5 43 1,-3-54-1019,0 0 0,1 0 1,9 21-1,-7-25-777,-1-1-1,1 0 1,1 0 0,0 0 0,8 9 0,11 9-8500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13 106 12241,'-12'-9'12317,"34"9"-10957,25-5-604,7-4-836,13-5-748,-3 0-988,-1-9-1252,10 3-3121,3 8-5520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31 547 13685,'2'-29'2936,"-5"25"387,-12 5-2011,15-1-1005,-1 0-168,1 0 0,-1 0-1,1 0 1,-1 0 0,1 0 0,-1 0 0,0 0 0,1 0 0,-1 0 0,1 0 0,-1 1 0,1-1 0,-1 0 0,1 0 0,-1 0 0,1 1 0,-1-1-1,1 0 1,-1 1 0,1-1 0,0 0 0,-1 1 0,1-1 0,-1 1 0,1-1 0,0 0 0,-1 1 0,1-1 0,0 2 0,10 17 3281,-4-9-3874,160 235 3326,-42-64-1674,-87-127-1198,3-3 0,1-1 0,63 58 0,-97-102 0,0 0 0,0 0 0,0 0 0,16 8 0,-20-12 0,0-1 0,-1 0 0,1 0 0,0 0 0,0 0 0,0-1 0,0 1 0,0-1 0,0 0 0,0 0 0,0 0 0,0 0 0,0-1 0,0 1 0,0-1 0,0 1 0,0-1 0,0 0 0,4-2 0,6-5 0,1 0 0,-1 0 0,-1-1 0,0-1 0,0 0 0,-1-1 0,0 0 0,-1 0 0,-1-1 0,1-1 0,12-22 0,5-17 0,38-100 0,-28 59 0,56-171-1799,-9 18-1869,-68 208 2884,1 1 1,3 0 0,1 2 0,32-43-1,-2 20-6850,2 15-5131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0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190 476 10265,'18'-12'7094,"16"-3"-4815,-5 2-1584,-11 2 5,-1 0 1,-1 0 0,0-2 0,-1 0 0,26-29 0,-41 41-647,1 1 0,-1-1 1,0 0-1,0 0 1,0 0-1,0 1 1,0-1-1,0 0 0,0 0 1,0 1-1,0-1 1,0 0-1,-1 0 1,1 0-1,0 1 1,-1-1-1,1 0 0,0 1 1,-1-1-1,1 0 1,-1 1-1,0-2 1,0 1 83,1 0-108,-1 0 0,1 1 0,-1-1 0,0 0 0,1 0 0,-1 1 0,0-1 0,0 0 0,1 1 0,-1-1 0,0 1 0,0-1 0,0 1 0,0-1 0,0 1 0,0 0 0,0-1 0,0 1 0,0 0 0,0 0 0,0 0 0,0 0 0,0 0 0,0 0 0,0 0 0,0 0 0,-2 1 0,-15-1 266,1 2 0,-1 0 1,1 1-1,0 0 0,0 2 0,0 0 1,1 1-1,-1 1 0,1 0 0,-27 17 1,29-13-161,1-1 0,0 2 0,1 0 1,0 0-1,1 1 0,1 0 0,0 1 0,0 0 0,2 1 1,-14 29-1,19-36-58,0 0 1,1 0-1,0 1 0,0-1 1,1 1-1,0-1 0,0 1 1,1-1-1,0 1 0,2 10 1,0-13-54,-1 1 1,1-1-1,0 0 0,1 0 1,-1 0-1,1 0 0,0 0 1,1-1-1,0 0 0,-1 1 1,2-1-1,-1 0 0,0-1 1,10 8-1,-1-3-129,-1 0-1,2-2 1,-1 0 0,1 0-1,0-1 1,0-1 0,1 0-1,23 5 1,4-3-741,78 4 0,-9-10-1845,1-4-1,-1-6 1,0-4-1,129-33 1,-184 33 1366,-1-3 0,-1-1 0,54-26 1,-89 34 1179,-1-1-1,0-1 1,-1 0 0,0-1 0,0-1-1,-1 0 1,-1-2 0,-1 1 0,0-2 0,0 0-1,18-30 1,-25 33 155,80-144 1920,-75 132-835,-1 0-1,-2-1 0,0 0 0,7-37 0,-14 50-255,-1 1 0,0-1 1,-1 0-1,0 1 0,-1-1 1,-4-18-1,5 30-744,0 0 0,0-1 0,0 1-1,-1 0 1,1-1 0,-1 1 0,1 0 0,-1-1 0,1 1-1,-1 0 1,0 0 0,1 0 0,-1 0 0,0-1-1,0 1 1,0 0 0,0 1 0,0-1 0,0 0 0,0 0-1,0 0 1,-1 1 0,1-1 0,0 0 0,0 1 0,-1-1-1,1 1 1,0-1 0,-1 1 0,1 0 0,0 0 0,-1 0-1,1-1 1,-1 1 0,1 0 0,0 1 0,-1-1-1,1 0 1,-2 1 0,-5 2 139,0 1 0,1 0 0,-1 1 0,1-1 0,0 1 1,1 1-1,-1 0 0,1-1 0,0 2 0,0-1 0,1 1 0,0 0 0,0 0 0,-5 11 0,-4 8 76,1 1 0,1 0 0,-9 33 1,15-40-215,0 1 0,2 0 0,0-1 0,1 1 0,2 1 0,0-1 0,1 0 0,5 32 0,-4-42-194,1-1 0,1 1 0,0-1 0,0 0 0,1 0 0,0-1 0,1 1 0,0-1 0,1 0 0,0 0-1,0 0 1,1-1 0,0 0 0,0 0 0,1-1 0,0 0 0,0 0 0,18 10 0,-5-6-430,1-1 1,0-1 0,0-1-1,1-1 1,0-1-1,0-1 1,1-1-1,44 2 1,-29-5-311,0-3 0,0-1 0,0-1 0,66-18 0,-84 16 636,0-1 1,-1-1-1,0-1 1,0 0-1,-1-2 1,-1 0-1,1-2 1,-2 0-1,0 0 1,0-2-1,-1 0 1,-1-1-1,-1 0 1,16-24-1,-19 24 370,-1 0 0,-1-1 0,0-1-1,-1 1 1,-1-1 0,-1-1 0,0 1 0,-1-1-1,-2 0 1,0 0 0,0-1 0,-2 1 0,0-1 0,-2 1-1,0 0 1,-5-26 0,-15-47 2943,20 91-2998,0 1 0,-1 0 0,1-1 1,0 1-1,0 0 0,-1 0 1,1 0-1,0 0 0,0 0 1,0 0-1,-1 0 0,1 0 1,0 0-1,0 0 0,-3 1 0,3 0-65,0-1-1,0 1 0,0-1 0,0 0 0,0 1 0,0-1 0,1 1 0,-1 0 0,0-1 1,0 1-1,0 0 0,1 0 0,-1-1 0,0 1 0,1 0 0,-1 0 0,1 0 1,-1 0-1,1 0 0,-1 0 0,1 0 0,0 0 0,-1 0 0,1 0 0,0 0 0,0 0 1,0 0-1,-1 1 0,1 38 511,1-25-316,-8 103 987,2-58-1324,3 1-1,6 75 1,0-44-3943,-7-31-7228,3-42-66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10 199 8805,'-9'-26'10706,"11"25"-9315,15-7-828,-1 1-1,1 1 1,1 1 0,-1 0 0,30-4-1,96-5 182,-116 13-573,123-3 140,-130 5-340,0 1 0,-1 1-1,1 1 1,-1 0 0,26 9-1,-41-10 24,1-1 0,-1 1-1,1 0 1,-1 0 0,0 0 0,0 1-1,0-1 1,-1 1 0,1 0-1,-1 0 1,0 0 0,0 0-1,0 1 1,-1-1 0,4 8-1,-1 1-18,0 1-1,0 0 1,-2-1-1,3 19 1,-5-29 6,0 0 1,0 0-1,0 0 0,1 0 1,-1 0-1,1 0 1,-1 0-1,1-1 1,0 1-1,0-1 1,0 1-1,0-1 0,1 0 1,-1 1-1,1-1 1,0 0-1,-1-1 1,1 1-1,0 0 1,3 1-1,7 2-176,1 0-1,-1 0 1,22 4-1,-10-6-91,0-2 0,0 0 0,-1-1 0,1-2 0,42-7 0,-58 7 207,-1 0-1,0 0 1,0-1 0,0 0-1,0 0 1,11-8 0,-2 3-25,-13 6 91,0 0 0,0 0-1,-1 0 1,1 0 0,0-1 0,-1 1-1,1-1 1,-1 0 0,4-4 0,-6 5 27,1 1 1,-1-1 0,0 0 0,0 1 0,0-1-1,-1 0 1,1 0 0,0 0 0,-1 0-1,1 0 1,-1 0 0,0 0 0,1 0 0,-1 0-1,0-2 1,-1-1 25,0 0-1,-1 0 0,0 0 1,1 0-1,-2 0 0,1 0 1,0 0-1,-1 1 1,0-1-1,0 1 0,0 0 1,-7-6-1,-5-5 63,0 0 0,-1 1 0,-1 1 1,-1 0-1,0 1 0,-23-11 0,-3 2 148,-74-25 1,97 39-350,0 1 0,-1 1 0,-39-4 0,50 8-1062,-1 1 0,0 0 1,0 1-1,-19 4 0,31-5 1075,0 0 1,0 0-1,0-1 1,0 1-1,-1 0 1,1 0-1,0 0 1,0 0-1,0 0 1,0 0-1,0 0 1,0 0-1,0 0 0,-1 0 1,1 0-1,0 0 1,0 0-1,0 0 1,0 0-1,0 1 1,0-1-1,0 0 1,0 0-1,-1 0 1,1 0-1,0 0 1,0 0-1,0 0 1,0 0-1,0 0 1,0 0-1,0 0 1,0 0-1,0 0 1,0 1-1,0-1 1,0 0-1,-1 0 1,1 0-1,0 0 1,0 0-1,0 0 1,0 0-1,0 1 1,0-1-1,0 0 1,0 0-1,0 0 1,0 0-1,0 0 1,0 0-1,0 0 1,0 1-1,0-1 1,0 0-1,0 0 1,1 0-1,-1 0 1,0 0-1,0 0 1,0 0-1,0 0 1,5 15-8594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1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15789,'10'0'510,"1"0"0,0 1 0,-1 0 0,1 1 0,-1 0 0,0 1 0,0 0 0,0 1 0,0 0 0,9 5 0,6 1-248,-8-3-102,0 1 1,0 1 0,-1 0 0,0 1-1,-1 1 1,0 0 0,0 1 0,-1 0-1,-1 2 1,0-1 0,20 31-1,-27-35-121,0 0 0,0 1-1,-2 0 1,1 0 0,-1 1-1,0-1 1,-1 1-1,-1 0 1,0 0 0,0 0-1,-1 0 1,0 0-1,-1 0 1,0 1 0,-1-1-1,0 0 1,-1 0-1,0 0 1,-1 0 0,0-1-1,-5 11 1,-19 64 3827,26-82-2729,15-16 801,12-13-1441,37-47 1,6-9-106,-5 16-3839,-2-2 0,76-113-1,-106 135-3878,2 12-4789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45 12273,'-18'-34'2340,"6"25"1449,9 9-3498,1-1-1,-1 1 1,0 0 0,1 0 0,-1 0 0,0 0-1,1 1 1,-1-1 0,-4 2 0,7-2-162,-8 3 327,-1 0 1,1 1 0,1 0 0,-1 1-1,1-1 1,0 1 0,0 1 0,0 0-1,0-1 1,1 2 0,0-1 0,1 1-1,-8 11 1,-5 9 611,2 1-1,-18 38 1,7-5-821,2 1 0,3 0 1,2 2-1,4 1 0,2 0 1,-7 93-1,20-138-247,1 0 0,0 0 0,2-1 0,0 1 0,2 0 0,0-1 0,1 0 0,0 0 0,2 0 0,1 0 0,9 17 0,-8-21 0,1 0 0,0 0 0,1-1 0,0-1 0,2 0 0,-1 0 0,1-1 0,1-1 0,0 0 0,1-1 0,0-1 0,27 13 0,-10-9-141,1-1 0,1-2 0,0-1 0,0-2 0,0-1-1,65 2 1,-9-8-680,130-15 0,-149 7 65,-1-3 1,0-3-1,-2-3 1,1-4-1,111-48 1,-161 59 643,-1 0 1,0-1 0,-1-1-1,0-1 1,-1 0 0,0-1-1,-1-1 1,-1 0 0,0-1 0,-1-1-1,16-27 1,-16 19 76,0 0-1,-2-1 1,-1 0 0,-2-1 0,0 0 0,-2 0-1,0-1 1,1-31 0,-4 1 374,-2-1 1,-8-66 0,-24-113 2047,30 235-2314,1 0 0,-1 1 0,1-1 0,-1 1 0,0-1 0,0 1 0,0-1 0,0 1 0,0 0 0,-1-1 0,1 1 0,-4-4-1,5 6-60,0 0-1,-1 0 1,1 0-1,0 0 1,0 0-1,0-1 1,-1 1-1,1 0 1,0 0-1,0 0 1,0 0-1,-1 0 1,1 0-1,0 0 1,0 0-1,-1 0 1,1 0-1,0 0 0,0 0 1,0 0-1,-1 0 1,1 0-1,0 0 1,0 0-1,-1 0 1,1 0-1,0 0 1,0 0-1,0 0 1,-1 0-1,1 0 1,0 1-1,0-1 1,0 0-1,-1 0 0,1 0 1,0 0-1,0 0 1,0 1-1,-1-1 1,-2 20 299,7 49 385,18 96 0,-11-95-514,-2-10 28,3-1 1,33 104-1,-35-139-208,0 0 0,1 0 0,1-1-1,1-1 1,1 0 0,1-1-1,1 0 1,1-1 0,22 20 0,-33-35-28,0 0 1,1 0-1,-1 0 1,1-1 0,0 0-1,0 0 1,0-1 0,1 0-1,-1 0 1,1-1 0,0 0-1,-1 0 1,1-1 0,0 0-1,0 0 1,0-1 0,11 0-1,-10-2 0,0 1-1,-1-1 1,1-1-1,0 1 1,-1-2-1,0 1 1,0-1-1,0 0 1,0-1-1,0 1 1,-1-2-1,0 1 1,0-1-1,12-13 0,-18 18 21,1-1-1,0 1 0,-1-1 1,1 1-1,-1-1 0,0 0 1,0 0-1,1 0 0,-1 0 0,0 0 1,-1 0-1,1 0 0,0 0 1,-1 0-1,1 0 0,-1 0 1,1 0-1,-1 0 0,0-1 0,0 1 1,0 0-1,0 0 0,0 0 1,-1-1-1,1 1 0,-1 0 1,1 0-1,-1 0 0,0 0 0,0 0 1,0 0-1,0 0 0,0 0 1,0 0-1,-1 1 0,1-1 1,0 0-1,-4-2 0,2 2-73,1 0 0,-1 1 0,1-1 1,-1 1-1,0-1 0,0 1 0,0 0 0,0 0 0,0 0 0,0 1 0,0-1 1,0 1-1,0-1 0,0 1 0,0 0 0,-1 0 0,1 1 0,0-1 0,0 1 0,0-1 1,0 1-1,0 0 0,0 0 0,0 0 0,0 1 0,-3 1 0,-23 12-1757,23-13 1285,1 1 0,-1 0 0,0 0 0,1 0 0,0 1 0,-5 4 0,34 4-857,-5-10 1633,0-1-1,0-2 0,33-3 0,18-1 619,-40 5-444,179 5 1822,-159-2-1833,81-6 0,-105 0-264,0-1-1,0-1 0,-1-1 0,46-17 0,-67 22-84,0-1 0,0 0 0,0 0 0,0 0 0,-1-1 0,1 1 0,-1-1 0,1 0-1,-1 0 1,0 0 0,0 0 0,0-1 0,-1 1 0,1-1 0,-1 0 0,0 0 0,0 0 0,0 0 0,-1 0 0,1 0 0,-1 0 0,1-7 0,0-5 112,-1 1 1,-1-1 0,-1 1 0,0-1 0,-4-15-1,-1-35 146,6 53-223,-1-10 85,6-42 1,-4 60-147,0 0 0,0 1 0,0-1 0,0 0 1,1 0-1,0 1 0,0-1 0,0 1 0,1-1 1,-1 1-1,1 0 0,0 0 0,0 0 0,5-4 1,-5 6-10,-1 0-1,1 0 1,0 1 0,0-1 0,0 1 0,-1 0 0,1-1 0,0 2 0,0-1-1,1 0 1,-1 0 0,0 1 0,0 0 0,0 0 0,5 0 0,-2 1 1,1 0 0,-1 0 0,1 0 0,-1 1 0,1 0 0,-1 1 0,6 3 0,1 0-2,-1 2 0,1 0 0,-2 0-1,1 1 1,-1 1 0,10 11 0,-14-13-3,0 0 0,-1 1 0,-1 0 0,0-1 1,0 1-1,0 1 0,-1-1 0,-1 1 0,5 18 0,-5-12 1,0 1-1,-2-1 1,0 1-1,-1-1 1,-3 25-1,-5 7 7,-2 0 0,-2 0 0,-19 48 0,-6 18 61,37-113-65,0 0-1,0-1 1,0 1 0,1-1 0,-1 1 0,0 0-1,0-1 1,1 1 0,-1-1 0,0 1 0,1-1-1,-1 1 1,1-1 0,-1 1 0,1-1 0,-1 1-1,1-1 1,-1 1 0,1-1 0,-1 0 0,1 1-1,-1-1 1,1 0 0,0 0 0,-1 1 0,1-1-1,-1 0 1,1 0 0,0 0 0,18 5 12,-10-6-9,0-1 0,0 0 0,0 0-1,0-1 1,0 0 0,-1-1-1,1 0 1,14-10 0,-16 11-3,30-19-28,-2-1 1,0-2-1,-1-2 0,-1 0 1,47-54-1,-15 4-86,69-107 1,-130 178 111,0 0 0,0 0 0,1 1 0,0-1 0,0 1 0,0 0 0,1 0 0,-1 1 0,1 0 0,9-5 0,-9 7 3,0-1-1,0 2 1,0-1 0,0 1-1,1 0 1,-1 0 0,0 1 0,1-1-1,-1 2 1,1-1 0,-1 1-1,8 1 1,4 1-3,0 2-1,0-1 1,0 2 0,-1 1-1,0 0 1,0 1 0,-1 1-1,0 0 1,-1 1 0,17 14-1,-26-19 3,0 0 0,0 1 0,0 0 0,-1 0 0,1 1 0,-2-1 1,1 1-1,-1 0 0,0 1 0,0-1 0,-1 1 0,0-1 0,0 1 0,-1 0 0,0 0 0,-1 0 0,1 0 0,-2 1 0,1-1 0,-1 0 0,0 0 0,-1 1 0,0-1 0,0 0 0,-3 10 0,-6 9 10,-1 1-1,-1-2 0,-1 0 0,-2 0 1,0-2-1,-29 36 0,42-57 22,10-4-26,0-1-1,0 0 1,-1 0 0,1 0-1,0-1 1,-1 0-1,1-1 1,7-5-1,-12 8-3,33-22-5,0-1 1,-2-1 0,36-35-1,-38 32 44,0 1 0,2 1 0,41-23 0,-73 48-33,1 0 0,-1 0 0,0 0 0,0 0 0,1 0 0,-1 0 0,0 0 0,1 1 0,-1-1-1,1 1 1,-1 0 0,1 0 0,-1 0 0,1 0 0,-1 0 0,1 0 0,-1 1 0,0-1 0,1 1 0,-1-1 0,1 1 0,-1 0 0,4 2 0,-3 0-8,0-1 0,-1 0-1,0 1 1,1-1 0,-1 1 0,0 0-1,0 0 1,-1 0 0,1 0 0,0 0-1,-1 0 1,0 0 0,0 1 0,0-1-1,0 0 1,0 7 0,1 0-396,1-1 0,0 1 0,0-1 0,1 0 0,7 12 1,15 18-4191,-24-37 3828,1 1 1,-1-1-1,1 0 0,0 0 0,0 0 0,0-1 0,0 1 0,0-1 0,4 2 0,-1 0-1416,12 4-8012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73 109 9793,'-38'-51'2580,"25"42"-356,1 1-375,2-4 1495,16 1-2984,1-1-616,12 10-876,0-1-968,16 8-2805,22 10-3868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328 443 7817,'21'-45'2522,"-7"16"1222,-8 11-2451,-1 0 1,0-1 0,-2 1-1,0-1 1,-1 0 0,-1 0-1,-2-20 1,1 14-227,1 1 1,5-27 0,7-49 3994,-45 336-4992,-7-7-70,-20 446 0,49-401 0,9-263-194,1 0 0,0 0 1,0 0-1,2 0 0,-1 0 0,1 0 0,1 0 0,0 0 1,5 13-1,-4-17-77,1-1 0,0 0 0,0 0 0,0 0 0,0 0 0,1-1 0,0 0 0,0 0 0,14 8 0,-16-11-2,1 0 1,-1 0 0,1 0 0,-1-1-1,1 0 1,0 0 0,0 0 0,0 0-1,0-1 1,0 0 0,0 0 0,0 0-1,-1 0 1,1-1 0,0 0 0,6-2-1,-9 3 245,0 0 0,-1-1-1,1 1 1,0-1 0,0 1-1,-1-1 1,1 0-1,-1 0 1,1 0 0,0 0-1,-1 0 1,1 0 0,-1 0-1,0 0 1,1 0-1,-1-1 1,0 1 0,0-1-1,0 1 1,0-1 0,0 1-1,0-1 1,0 0 0,-1 1-1,1-1 1,-1 0-1,1 1 1,-1-1 0,1 0-1,-1 0 1,0 0 0,0 1-1,0-1 1,0 0-1,0 0 1,0 0 0,-1 0-1,1 1 1,-1-1 0,1 0-1,-1 0 1,1 1-1,-3-4 1,-2-4 131,-1 1 0,0-1 1,0 1-1,-1 0 0,0 1 0,0-1 0,-1 1 0,-15-10 1,-6-2 809,-42-21 1,-15 0 427,61 31-1017,1-1 1,0-1-1,1-2 0,1 0 0,0-2 0,-22-18 0,42 31-303,0 0 0,-1 0 0,1-1 1,0 1-1,1-1 0,-1 0 0,0 1 0,1-1 0,0 0 0,-1 0 1,1 0-1,0 0 0,0 0 0,1 0 0,-1 0 0,1 0 0,-1 0 1,1 0-1,0-1 0,0 1 0,1 0 0,-1 0 0,1 0 1,-1 0-1,1 0 0,0 0 0,0 0 0,0 0 0,1 0 0,-1 0 1,1 0-1,-1 1 0,1-1 0,4-4 0,3-4-49,0 1-1,1 0 0,1 0 1,0 1-1,0 1 1,20-13-1,42-19-230,2 2 0,109-38 1,169-26 469,-332 97-56,-1 1 1,1 1 0,32 0-1,-46 3-94,1 1 0,0-1 0,0 2 0,-1-1 0,1 1 0,-1 0 0,1 0 0,-1 1 0,0 0 0,0 1 0,0-1 0,8 7 0,-11-6-21,0 0-1,0 0 0,0 1 1,0-1-1,-1 1 1,1 0-1,-1 0 1,4 10-1,-1-2 5,-3-9-68,-1 1 0,0 0 0,0 0 0,-1 0-1,1 0 1,-1 0 0,0 0 0,-1 0 0,1 10-1,-1-8-282,1 0-1,0 0 1,0-1-1,3 13 0,3 4-952,13 33-4399,-18-53 4545,0 1 0,0-1 0,0 1 0,1-1 0,-1 0-1,1 0 1,4 4 0,19 16-8687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11189,'9'-25'3840,"-9"7"-2447,0 1 511,26 17-4001,2 0 29,-6 9-2008,16 11-3025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8857,'34'9'2189,"-27"-7"1544,-2-2-2303,33-1-204,-1-1 0,1-2 0,38-9 0,-61 10-1040,-11 3-78,0-1 0,1 0-1,-1 0 1,0 0 0,0 0 0,0-1 0,0 0-1,0 0 1,-1 0 0,1 0 0,4-4 0,-7 5-75,-1 1 1,0-1 0,0 0-1,0 0 1,0 0 0,0 1-1,0-1 1,0 0 0,0 0-1,0 0 1,0 1 0,0-1-1,-1 0 1,1 0 0,0 1-1,0-1 1,-1 0 0,1 0-1,-1 1 1,1-1 0,0 0-1,-1 0 1,-8-12 529,3 10 156,-4 3-487,0-1 1,0 1-1,0 1 1,0 0-1,0 0 1,0 1-1,0 0 1,0 1-1,1 0 1,-1 1-1,1 0 1,0 0-1,0 1 0,-15 10 1,15-8-58,-1 0-1,2 0 1,-1 1-1,1 0 1,0 0 0,1 1-1,0 0 1,0 0 0,1 1-1,0 0 1,1 0 0,0 0-1,0 1 1,1-1 0,1 1-1,-5 22 1,6-23-89,1 0 0,0 0-1,0 0 1,1 0 0,0 0 0,1 0 0,0 0-1,1-1 1,0 1 0,5 15 0,-4-17-156,0-1 0,1 0 0,0 0 1,1 0-1,0 0 0,0-1 0,0 1 0,0-1 0,1-1 0,0 1 0,0-1 1,1 0-1,13 7 0,-4-4-435,0 0 0,1-1 0,-1-1 0,1-1 0,33 6 1,91 4-3286,-95-12 925,79-7 1,-94 1-1270,50-13 0,-37 3-3137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4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9201,'19'-47'1896,"-18"45"-1632,-1 0 1,1 0-1,0 0 1,-1 0-1,1 0 0,-1 0 1,0 0-1,0 0 1,0 0-1,0 0 0,0 0 1,0-1-1,0 1 1,-1 0-1,0-2 0,-1-8 3257,20 22-2109,-9-3-1295,0-1-1,-1 1 1,1 1 0,-2 0-1,1 0 1,-1 0 0,0 1-1,-1 0 1,0 1 0,0-1-1,-1 1 1,-1 0 0,0 0 0,5 15-1,-3-4-51,-1 0-1,0 1 0,-2-1 1,0 1-1,-2 0 0,-1 33 1,-3-27-13,-1-1 0,-2 1 0,-1-1 0,-1 0 0,-1 0 0,-1-1 0,-26 47 0,34-70 35,0 0 0,0 0-1,-1 0 1,1 0 0,-1 0 0,1-1 0,-1 1 0,-4 2 0,-1 1 207,6-4 665,10-21-51,-3 9-818,2-1-1,0 1 1,0 1 0,0-1-1,1 1 1,15-12-1,63-48-781,-43 37-184,48-38-2979,-28 24-3519,-12 11-3292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74 104 10769,'-10'-12'2592,"-2"6"-60,-4-5 141,3 2 2471,0 1-4056,4 2-472,15-8-1508,4 0-516,-1 2-1056,1 1-3657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24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81 9693,'-10'-32'1288,"-15"32"-456,3 0 208,12-17-1472,1 6-112,-10 2-1652,0 6-668,6-5-969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27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0 29640,'0'6117'0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32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21578,'8102'0'0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12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11933,'-6'-17'0,"-11"25"0,40 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17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6875 26220,'8205'-6875'0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0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1 326 8805,'0'0'8755,"3"-2"-7564,29-15 400,64-23-1,-8 4-853,106-37-159,-30 12-1520,-81 27-762,-3 1-2135,-29 11-2506,-33 14-1088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2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124 1 14225,'-19'6'1812,"0"8"-303,-9 12-309,21-15-288,-5 12-184,-11 20-36,14-6-240,3 0-128,9 3-196,0 0-484,6 3-716,7-3-852,-6 0-925,6-3-1755,9-3-3589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4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1 404 14777,'11'-2'1030,"0"0"0,0 1 0,0 0 0,0 1-1,0 0 1,14 3 0,-9-2-415,0-1 0,0 0-1,0-1 1,0-1 0,0-1-1,0 0 1,18-6 0,-22 5-305,86-24 531,111-47 1,88-57-6174,-295 131 5244,28-14-2399,54-34 0,-14-4-5489,-36 27 433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62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480 1 12605,'-89'45'2048,"51"-16"-243,-3-3-253,3 2-168,3 1-360,-4 5-204,-2 12-164,0 3-140,0 5-124,12 0-148,7-2-304,9 2-492,4-3-724,9-2-792,-4-9-1101,11-3-1483,12 3-3633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8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1 235 16033,'47'2'7349,"1"-9"-3906,45-21-2486,-39 10-327,33-8-1701,159-50-5158,-85 18-3929,-104 35 2188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0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26 330 10557,'0'-1'568,"0"-1"-1,0 0 1,0 0 0,0 1-1,0-1 1,0 0 0,1 0-1,-1 1 1,0-1 0,1 0-1,0 1 1,1-4 0,16-18 2193,31-13-2287,-38 30 187,166-93 740,-47 29-3046,-97 51-1327,49-22-1,-62 33 1813,-16 6 324,-7 3 568,-20 9 847,-31 15 905,15-4-515,2 2 0,0 2 0,2 1 0,-49 47 0,56-46-663,2 1 1,1 1 0,1 1-1,-26 44 1,35-48-1020,1 1 1,-11 30-1,17-35-1275,1 0-1,1 0 1,-4 28-1,6 10-6756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35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0 332 14409,'24'-23'1237,"-16"15"-303,-1 1 0,1 0 0,1 0 0,-1 0 0,13-6 0,37-15 2074,72-24 0,70-6-1065,209-17-6513,-337 65 2325,97-17-5856,-128 19 3600,-18 7-2307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5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407 198 7453,'-46'-39'1531,"43"36"-1234,0-1 0,0 1 0,1-1 0,0 0 0,0 0 0,0 0-1,0 0 1,0 0 0,1 0 0,0 0 0,-1-1 0,1-5 0,-10-25 1972,4 23-1006,-1 0-1,1 0 0,-18-18 1,10 47-563,-7 12-472,2 1 0,1 2 0,1-1 0,-18 47 0,-43 141 133,34-47-1591,27-57-3444,14-67-538,3-5-3052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7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10 489 14721,'-3'-14'2237,"-3"0"379,31 5-312,16-5-412,-9-1-264,0-2-380,9-3-251,1-5-205,8-7-180,4 1-192,-3-1-400,9-5-816,4-3-376,-4-3-509,-6 3-743,-3 0-476,-7 3-3185,-9 9-5360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9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509 1 13745,'-51'51'2212,"16"-31"517,13 6-377,-1 5-376,-2 3-400,0 1-304,-10 5-316,3 3-191,-9 8-249,-1-2-508,7 5-949,1-3-715,-5 1-1112,4-1-4,16 21-3161,4-1-5120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5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1 535 11877,'0'-2'4436,"1"0"-4135,-1 0-1,1 0 0,-1 0 0,1 1 1,0-1-1,-1 0 0,1 1 0,0-1 0,0 0 1,0 1-1,0-1 0,1 1 0,-1-1 0,0 1 1,1 0-1,-1 0 0,3-2 0,32-9 2042,-22 8-1825,251-70 3946,-2-7-3710,248-109-8320,-383 127 2949,-47 15-1935,-24 18-1517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6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526 0 10533,'-25'10'1407,"0"1"1,1 0-1,0 2 1,1 1-1,-27 22 1,10-1 194,1 2 0,2 1 0,-40 56 0,55-65-1876,2 2 0,1 1 1,1 0-1,2 1 0,-19 56 0,27-59-1298,1 0-1,-6 55 1,9 9-5662,6-41-1574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8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12 397 13241,'-1'-6'1057,"0"0"0,0-1 1,0 1-1,-1 0 0,-4-11 0,6 17-930,0-1 53,1 0 0,-1 0 0,1 0-1,-1 0 1,1 0 0,-1 1 0,1-1 0,0 0-1,-1 0 1,1 1 0,0-1 0,0 0 0,-1 1-1,1-1 1,0 1 0,0-1 0,0 1-1,1-1 169,17-10 293,0 1 0,0 1 0,1 1 0,0 1 0,42-10 0,-12 4-176,297-73-1523,17-5-4834,-173 34-2760,-101 31-368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0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645 51 6137,'0'0'1220,"-1"-3"-19,-4-25 3654,4 26-4623,0 1 0,0-1-1,0 1 1,0-1 0,0 1 0,-1-1 0,1 1 0,0 0 0,-1 0 0,1-1 0,-1 1 0,-2-1 0,-12 7 305,1 2-1,1-1 1,-1 2-1,1 0 1,1 1-1,-22 17 1,-72 73 895,97-90-1336,-37 42-177,3 2 0,1 2 0,3 2 0,3 1 0,-50 104 0,39-49-3411,25-35-2689,11-20-2388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2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0 315 13581,'10'-11'1996,"2"-1"1805,1-2-2157,0-3-416,9 11-212,19-11-132,-3 3-180,10-4-152,9 1-368,0 0-544,7-6-160,-1-2-508,4 2-568,6-3-468,-6 0-220,-7 1-2985,0 2-4216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4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527 113 8409,'93'-87'7480,"-91"85"-6987,-1 1-416,-1-1 0,0 1-1,1 0 1,-1-1-1,1 1 1,-1 0 0,1 0-1,-1-1 1,1 1 0,0 0-1,0 0 1,1-2 0,1-2 254,-20 9-166,-3 4 89,1 1 0,0 0 0,1 1 0,-1 1 0,-24 21 0,3 1 554,-40 44 0,30-23-362,2 3 0,-71 110 0,6 40-6076,93-157 350,11 0-3179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7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1 409 14021,'9'31'1948,"4"-36"-115,3-1 191,6 3-188,22-5-332,1-1-300,9-11-268,6-3-180,7 0-196,9-5-480,3-4-644,7-8-236,3 0-632,0 0-624,0-3-432,-10 1-817,-12 2-1391,-4 2-3681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9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460 1 10557,'-47'0'1763,"43"0"-1500,-1 0-1,1 1 0,0 0 1,-1 0-1,1 0 0,0 0 1,0 1-1,0-1 0,0 1 1,0 0-1,1 0 0,-1 1 1,0-1-1,1 1 0,0-1 1,-4 6-1,3-6 41,-16 18 451,0 1 0,2 1 0,0 0 0,-24 42 0,-45 105 357,59-99-1769,-35 133 0,37-88-2875,14-39-2437,7-18-2191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6.6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0 603 12073,'8'-5'1105,"0"0"0,0-1-1,-1 1 1,0-2 0,0 1-1,0-1 1,-1 0 0,0 0-1,7-13 1,3-1-222,1 0-1,0 2 1,2 0 0,27-23-1,91-59 7,-85 65-697,-2 4-1785,2 2-1,86-36 1,2-1-4971,-129 60 5107,-1 1-1,0-2 1,0 1-1,-1-2 1,17-17-1,-15 15-4083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6.7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355 1 9929,'-9'0'609,"0"0"-1,1 1 1,-1-1 0,0 2 0,0-1-1,0 2 1,1-1 0,-1 1 0,1 0-1,-1 1 1,1 0 0,0 0-1,1 0 1,-9 7 0,-1 2 452,0 1 1,1 0-1,0 2 1,-23 29-1,25-27-815,1 2 1,0-1-1,2 1 1,1 1-1,0 0 1,1 0-1,2 1 1,0 0-1,-7 40 1,11-35-1578,0 0 1,2 0-1,1 0 1,6 49-1,1-20-7001,-4-34-531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1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11 104 11881,'-2'-3'2280,"1"3"-1911,1-1 0,-1 0 0,0 1 0,1-1 1,-1 0-1,0 1 0,1-1 0,-1 0 0,1 0 0,-1 0 1,1 0-1,0 1 0,-1-1 0,1 0 0,0 0 0,0 0 1,-1 0-1,1 0 0,0 0 0,0 0 0,0 0 0,0 0 1,0 0-1,0 0 0,1 0 0,-1 0 0,0 0 1,1 0-1,14-5 5038,4 4-6439,-18 2 954,48-6 1013,165-20 874,-3 0-4856,-79 16-1607,-88 11 279,0 1-3885,-24-1-328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225 13 11121,'-12'2'626,"9"-1"-402,0 0 0,0-1 0,0 1 0,0-1 0,0 1 0,0-1 0,0 0 0,0 0 0,-1-1 0,1 1 1,0-1-1,0 1 0,0-1 0,0 0 0,0 0 0,0 0 0,-3-2 0,4 2 83,0-1-1,0 1 1,0 0-1,0 0 1,-1 1 0,1-1-1,0 0 1,-1 1-1,1-1 1,-1 1 0,1 0-1,-1 0 1,1 0-1,-1 0 1,1 0-1,0 1 1,-1-1 0,1 1-1,-4 0 1,2 1 2,-1 1-1,1-1 1,0 0 0,0 1-1,1 0 1,-1 0 0,0 0-1,1 0 1,-5 7 0,0 0-7,1 1-1,0-1 1,1 1 0,0 1 0,0-1 0,2 1-1,-5 13 1,7-13-312,-1 0 0,2-1-1,-1 2 1,2-1 0,-1 0-1,3 15 1,16 71-2963,-17-91 2675,3 16-2964,2 42 0,-4-30-2084,3 5-3870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9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63 234 6621,'-3'-5'1573,"-1"0"0,1 0 0,0 0 0,0-1 0,1 1 0,-4-11 0,3 6-2041,2 7 2249,-14-10-55,9 7 1604,-7-9 657,27 15 958,10 2-5281,14-2 377,0-3 0,0-1-1,60-15 1,-16 3-34,92-17-2335,-4-9-6020,-143 33 6390,-11 2-845,0 2-2148,10 1-4444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0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156 1 12649,'-51'28'2112,"32"-22"1205,3 6-2189,0-1-240,4 6-172,-1 0-144,7 12-124,-4 14-212,7-9-352,3 6-632,-3 0-924,-1 0-508,1 0-2957,3 3-4092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4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1 122 6197,'0'-2'14443,"10"1"-7000,32 2-5559,-1 0-4070,-21-1 4130,38-6-1774,77-16 0,-76 8-2525,65-25 1,-48 19-2005,-3 0-6603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5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181 0 11881,'-12'29'2136,"-17"-23"-284,7 2-279,0 4-317,-4 11-320,4-1-184,6 1-148,3 6-92,4 2-192,3 4-268,6-1-524,0 3-652,0-23-636,0 23-605,-4-5-2367,4 2-3705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9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62 121 6137,'-41'-6'10633,"38"5"-9227,-15-4 2691,18 5-4037,0 0 1,0 0-1,0 0 1,0-1-1,0 1 1,0 0-1,0 0 1,0 0-1,0 0 1,0 0-1,0 0 1,0 0-1,0 0 1,0 0-1,0 0 1,0 0-1,0-1 1,0 1-1,0 0 1,39-1 4922,-19 1-5731,85-8 1751,112-24 0,-37 4-2910,-77 14-659,17-1-1707,-21 8-4762,-47 6 76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9.1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258 1 10013,'-6'-1'428,"0"1"0,-1 0-1,1 1 1,0-1 0,0 1 0,0 1 0,0-1 0,0 1-1,0 0 1,0 0 0,0 1 0,-6 3 0,-8 6 829,13-8-940,1 0 1,0 0 0,0 0 0,0 1 0,0 0-1,0 0 1,1 0 0,-5 7 0,-1 5-168,2 0 0,-1 0 1,2 1-1,0 1 0,2-1 0,0 1 1,1 0-1,-4 26 0,1 20-2824,1 78 1,3-45-3356,1-44-655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9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42 818 14485,'-11'-5'841,"-19"-15"14446,32 18-14252,2-3-923,1 1-1,-1 0 1,1 0-1,1 1 0,-1 0 1,0 0-1,1 0 1,-1 0-1,1 1 1,8-3-1,68-14-307,-65 16 285,74-14-87,68-15-205,51-31-4740,-171 49 3201,-1-3 0,-1-1-1,45-30 1,-54 30-50,0-2 0,-2-1 0,47-47 0,-62 56 1362,-2 0 0,1-1 1,-2 0-1,0 0 0,0-1 1,-1 0-1,-1 0 0,0-1 1,-1 0-1,6-28 0,-9 30 620,-1 1 0,0-1-1,0 0 1,-2 0-1,1 1 1,-5-23-1,4 29 165,-1 1 0,1-1-1,-1 0 1,0 1 0,0 0-1,-1-1 1,0 1 0,0 0-1,0 0 1,0 1 0,-1-1-1,0 1 1,0-1 0,0 1-1,0 0 1,-10-6 0,10 8-115,0 0 0,-1 0 0,0 0 0,1 1 0,-1-1 0,0 1 0,0 0 0,0 1 0,0-1 0,0 1 0,0 0 0,0 0 0,-6 1 0,0 1 148,0 0 0,0 1 1,0 0-1,1 1 0,-1 0 0,-9 6 0,-20 12 388,2 2 1,0 2-1,2 1 0,1 2 0,1 1 0,-34 40 0,51-48-865,0 1 1,1 0-1,1 1 0,1 0 1,2 1-1,-14 37 0,20-42-725,0 0 0,2 0-1,0 0 1,1 1 0,0 32-1,2-20-1148,1-9-2643,2 36 1,6-25-3294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0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143 1 14373,'-47'31'2205,"24"-19"47,-5 13-312,18-16-348,1 5-308,-1 3-256,1 1-308,2-1-192,17 3-760,-1-3-376,10-9-588,-3 1-940,13-9-932,18-3-2505,-5 3-4552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3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0 486 14477,'13'0'912,"0"0"0,-1-2 0,1 1-1,-1-2 1,1 1 0,-1-2 0,0 0-1,0 0 1,15-9 0,320-141 3484,-210 98-4150,119-43-2632,-81 42-3163,-129 37 2791,-44 19 2115,-3-2 142,0 0 493,0-1 1,-1 1-1,1 0 0,-1-1 1,0 1-1,0 0 0,0 0 1,0 1-1,-1-1 0,1 0 1,-1 1-1,1-1 0,-1 1 1,0 0-1,0 0 0,0 0 1,-5-3-1,2 3 184,0 0 0,0 0 1,0 1-1,0 0 0,0 0 0,0 0 0,0 1 1,-1 0-1,1 0 0,-11 2 0,-5 2 113,1 1-1,0 1 0,0 1 0,1 1 1,0 1-1,0 0 0,1 2 0,-18 13 0,3-1-35,1 2 0,1 2-1,-39 42 1,32-24-830,2 1 1,1 2-1,-32 61 1,35-50-3886,-24 64 0,31-59-3129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12 13745,'0'0'7973,"19"9"-6969,4-1-192,-1-5-140,19 3-388,-6-3-344,6-3-432,0-3-524,1-6-760,5 1-536,-5-1-3301,2-2-4624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7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1 198 11245,'12'-32'1876,"-2"21"-352,-1-1-216,1 1-379,3 2-209,2-2-424,14-9-584,-4 6-680,-2-3-221,-7-9-519,3 3-2260,-10 12-2825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8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280 1 10781,'-51'54'2204,"25"-28"-112,17-15-191,-7 6-201,3 1-484,1 2-240,-17 14-192,7-11-220,9 8-396,0-5-540,-2 0-1188,-11 2-1144,10 1-2573,-3-6-4212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9.8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134 246 4264,'-19'-27'8261,"12"17"-4905,-30-10 996,-32-41-2476,67 59-1062,19-11-718,-6 6-81,1 2-1,0-1 1,1 2 0,-1 0 0,1 0 0,13-1-1,3-3 6,34-10-54,60-21-3156,-78 27-446,-24 12-2950,-5 2-126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0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 1 7201,'-5'14'691,"1"-1"509,0 0 6790,-14-7-6868,16-5-1086,1 1-1,-1-1 1,1 0-1,-1 1 0,1-1 1,0 1-1,0-1 1,0 1-1,0 0 0,0-1 1,0 1-1,0 0 1,0 0-1,1 0 0,-1 0 1,1 0-1,-1-1 1,1 1-1,0 0 0,0 0 1,0 0-1,0 4 1,4 54 187,-3-44-141,13 119-1347,-6-52-1416,-2-3-3451,-5-57-130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5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0 106 5981,'0'0'13226,"3"-2"-12647,14-6-290,0 1-1,0 0 1,0 1-1,1 1 0,-1 1 1,24-2-1,13-5-70,-36 8-119,124-25-1921,-101 22-1431,66-1 1,-54 4-2448,-34 0 589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7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108 1 5477,'-7'0'480,"0"0"0,0 0 0,-1 1 1,1 0-1,-9 3 0,14-4-310,-1 1-1,0 1 0,1-1 0,-1 0 1,1 1-1,0-1 0,-1 1 0,1 0 0,0 0 1,0 0-1,0 0 0,0 0 0,1 0 1,-1 0-1,0 1 0,1-1 0,-2 5 0,-1 2 28,1 1 1,0 1-1,1-1 0,0 0 0,1 0 0,0 1 0,0-1 0,1 1 0,0-1 0,3 14 0,0-2-367,2 0-1,0-1 0,15 41 1,-6-32-439,-9-21-362,0 1 1,-1 0-1,0 1 0,-1-1 1,3 14-1,0 14-2502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1.6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32 372 3604,'0'-1'81,"0"0"-1,-1 0 0,1 0 1,-1 0-1,1 0 0,-1 0 1,0 0-1,1 0 0,-1 0 1,0 1-1,1-1 0,-1 0 1,0 1-1,0-1 0,0 0 1,0 1-1,0-1 0,0 1 1,0-1-1,0 1 0,0 0 1,0-1-1,-1 1 1,1 0 11,0-1 1,0 1 0,1-1-1,-1 1 1,0-1 0,1 0-1,-1 1 1,0-1 0,1 1-1,-1-1 1,0 0 0,1 0-1,-1 1 1,1-1 0,0 0-1,-1 0 1,1 0 0,0 0-1,-1 1 1,1-1 0,0 0 0,0 0-1,0 0 1,0 0 0,0-1-1,0-21 2297,6 7 5481,4 1-3857,35-29-3899,-18 20 807,-5 1-931,2 2-1,1 1 0,54-34 0,-41 33-1563,41-16 1,-11 12-2621,-36 16-1856,-11 6-781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1.8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95 3 6905,'-2'0'165,"1"-1"1,0 1-1,0-1 0,0 1 1,-1 0-1,1 0 1,0 0-1,0 0 1,-1 0-1,1 0 1,0 0-1,0 0 1,-1 0-1,1 1 0,0-1 1,0 0-1,0 1 1,-1-1-1,1 1 1,0-1-1,0 1 1,0 0-1,0-1 1,0 1-1,0 0 0,0 0 1,0 0-1,0 0 1,1 0-1,-1 0 1,-1 1-1,1 0 1246,-2 0-132,-1 1-1088,-1 1 1,1 0-1,0 1 0,0-1 1,0 1-1,1-1 1,-1 1-1,1 0 0,0 0 1,1 1-1,-1-1 1,1 0-1,0 1 0,1 0 1,-1-1-1,1 1 1,0 0-1,0 0 0,1 0 1,0 10-1,2 14-373,0-1-1,2 1 0,8 29 1,-1-6-912,-8-32 476,4 20-2958,12 45 0,-1-39-2754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3.3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7 143 7209,'0'0'7801,"0"3"-6273,-6 25 4074,8-25-4799,2 2-589,0-1 0,1 1 0,-1-1 0,1 0 0,0 0 0,0 0 0,1-1 0,-1 0 0,1 0 1,0 0-1,0-1 0,12 4 0,13 2-467,41 6 0,-47-10-217,-5-1-718,-1-2 1,1 0 0,-1-1-1,1-1 1,-1 0 0,1-2 0,34-9-1,-27-2-918,-19 8 1626,-7 5 433,-1 0-1,1 0 1,-1 0-1,0-1 1,1 1-1,-1 0 1,0 0-1,0-1 1,0 1 0,0 0-1,0 0 1,0-1-1,-1 1 1,1 0-1,0 0 1,-1-2-1,0 1-45,1-3 78,-1-1 0,0 1 0,-1-1-1,0 1 1,0 0 0,0-1 0,0 1 0,-1 0 0,1 0 0,-1 1-1,-1-1 1,-5-6 0,-6-6 816,-34-26 1,9 8 1932,35 30-2377,0 1 1,-1 0-1,1 1 0,-1 0 1,1 0-1,-8-3 0,12 6-302,-1 1 0,1 0 0,0-1 0,0 1 0,0 0-1,0 0 1,0 0 0,0-1 0,0 1 0,0 0 0,0 0 0,0 1-1,1-1 1,-1 0 0,0 0 0,0 2 0,0-2 34,-2 5-17,0 0 0,1-1-1,0 1 1,0 0 0,0 0-1,1 1 1,0-1-1,-1 11 1,1 51-420,11 37-4140,-4-64 278,0 15-3833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13.1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74 414 2604,'18'-4'2670,"-23"16"-498,3-7-2615,1-3 1462,-1-1-934,-22 10 51,21-9-72,1-3-86,-28-4 4259,30 5-4198,0-1-1,0 0 1,0 1-1,-1-1 1,1 1-1,0-1 1,-1 1-1,1-1 0,0 1 1,-1 0-1,1-1 1,-1 1-1,1-1 1,-1 1-1,1 0 0,-1-1 1,1 1-1,-1 0 1,1 0-1,-1-1 1,1 1-1,-1 0 0,0 0 1,1 0-1,-1 0 1,1 0-1,-1-1 1,-1 1-1,-6-3 1599,15-7-858,62-33 609,-25 17-845,8-6-118,1 1 0,2 3 0,89-32 0,13 12-166,1 6-1,2 7 0,1 7 0,2 7 1,298 1-1,128 51 372,-465-22-489,602 45 534,-437-37-284,103 1-5,18-7 168,84 6 19,-44 22-35,-319-20 16,181 49-1,-163-30 243,1-7 0,204 16 0,-320-44-728,50 4 66,155 32 0,-181-21 246,57 26 1,-110-42-360,46 16 419,79 17 0,-128-34-438,45 13 191,0 2 1,-1 2-1,-1 2 0,78 48 1,-99-52-76,0 1 0,-2 1 1,0 1-1,-1 0 0,0 2 1,-2 0-1,-1 2 0,0 0 1,15 29-1,201 248-118,-197-256 0,368 399 0,-330-364 0,-17-19 0,3-2 0,83 61 0,-105-92 0,0-2 0,1-1 0,2-2 0,0-2 0,68 22 0,55 5 0,78 26 0,-71 7 0,-128-58 0,-18-9 0,7 3 0,-3-4 0,-18-5 0,-12-7 0,0 0-1,1 0 1,-1 0 0,0 0-1,0 0 1,0 0 0,0 0-1,0 1 1,1-1 0,-1 0-1,0 0 1,0 0 0,0 0-1,0 0 1,0 0 0,1 0-1,-1 0 1,0 0 0,0 0-1,0 0 1,0 0-1,1 0 1,-1 0 0,0 0-1,0 0 1,0 0 0,0 0-1,1 0 1,-1 0 0,0 0-1,0 0 1,0-1 0,0 1-1,0 0 1,1 0 0,-1 0-1,0 0 1,0 0 0,0 0-1,0 0 1,0 0 0,0-1-1,0 1 1,0 0 0,1 0-1,-1 0 1,0-11-50,-4-11-805,3 19 346,0 1 0,0-1 0,-1 0 0,1 0 0,-1 1 0,0-1 0,0 1 0,0 0 0,0 0 0,0-1 0,-1 1 0,1 0-1,0 1 1,-1-1 0,0 0 0,-2-1 0,-16-7-5932,-13-4-7326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18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1092 4044,'0'0'2607,"1"-3"-1904,-1 1-507,0 1 0,0 0 1,0 0-1,1-1 0,-1 1 0,0 0 0,1-1 1,-1 1-1,1 0 0,0 0 0,-1 0 0,1 0 1,0-1-1,0 1 0,-1 0 0,1 0 0,0 0 1,0 1-1,0-1 0,2-1 0,-1 1 304,1 0 0,0 1-1,-1-1 1,1 1-1,0 0 1,-1 0 0,1 0-1,4 1 1,11-1-1425,9-1 1265,0-1-1,0-2 1,46-11-1,80-33 330,-115 35-520,1342-412 1906,-1018 338-1910,540-60-1,385 70 43,-808 67-66,-3-17-26,12-8-62,-375 24-127,-106 10 89,-1 0 0,0 0 0,1 0 0,-1-1 0,0 0 0,0-1-1,7-3 1,-9 4-10,-1 1 57,-1 0 6,20-5-27,1 0-1,-1 1 1,1 1 0,0 2 0,0 0 0,0 1 0,0 2-1,40 5 1,-60-6 1356,-3 0-1372,-1 0-1,0 0 1,1-1 0,-1 1-1,0 0 1,1-1 0,-1 1-1,1 0 1,-1-1-1,1 1 1,-1-1 0,1 1-1,-1-1 1,1 1 0,-1-1-1,1 1 1,-1-1 0,1 0-1,0 1 1,-1-1 0,1 0-1,0 1 1,-1-2 0,1 1 1,-1 0 0,1 0 0,-1 0 0,1 0 0,-1 0-1,1 0 1,-1 0 0,0 0 0,0 0 0,0 1 0,1-1 0,-1 0 0,0 0 0,0 1 0,-1-2 0,-22-7 21,22 8 10,-1 0-59,-18-11-2,19 11 58,0 0-94,-8-4-759,0 0 1,1 0 0,-12-9-1,-24-13-7026,15 15 243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0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584 593 8165,'0'0'3643,"-3"1"-1845,-31 9 1403,30-9-972,1-1-1379,2 0-863,-2 1 297,-1 0 1,0-1-1,1 1 0,-1-1 1,0 0-1,1 0 1,-1-1-1,0 1 0,1-1 1,-1 0-1,-7-2 0,-28-11 1825,34 13-1993,1 0 1,-1-1-1,0 1 0,1-1 0,-1 0 1,1 0-1,-1-1 0,1 1 0,0-1 1,0 0-1,0 0 0,1 0 0,-1-1 1,-4-6-1,-7-13-15,2-1 0,1-1 0,0 0 0,-12-45 0,-15-32-73,20 60 4,-3 2 0,-33-48 0,41 71 62,-1 0 1,0 1 0,-2 1 0,-25-19 0,41 33-87,1 0 0,-1 0 0,0 1 0,0-1-1,0 1 1,0-1 0,0 1 0,-1-1 0,1 1 0,0-1-1,0 1 1,0 0 0,0 0 0,0-1 0,-1 1 0,1 0-1,0 0 1,0 0 0,0 0 0,0 1 0,0-1 0,-1 0-1,1 0 1,-1 1 0,0 0 18,0 0 1,0 1-1,1-1 0,-1 0 0,0 1 1,1-1-1,-1 1 0,1 0 0,0-1 1,-1 1-1,1 0 0,-1 3 0,-1 0 37,0 1 0,1 0 0,0 0 0,0 0 0,0 1 0,1-1 0,0 0 0,0 12 0,1 4 45,2 1-1,0-1 1,2 0-1,0 0 1,1 0-1,2-1 1,0 0-1,1 0 1,20 37-1,-7-27-49,0-1-1,2-1 1,1-1-1,1-1 1,2-1-1,0-1 1,2-2-1,1-1 1,0-1 0,2-1-1,0-2 1,59 24-1,173 46 36,-32-12-135,-216-71 36,-1 2 0,1 0 1,-2 1-1,1 1 0,-1 0 1,14 12-1,-23-17 6,-1 0 1,0 1-1,0 0 0,0-1 1,0 1-1,-1 0 0,0 1 1,0-1-1,0 1 0,-1-1 1,0 1-1,0 0 0,0 0 1,-1 0-1,0 0 0,0 0 1,0 0-1,-1 0 0,0 0 1,0 7-1,-3 4-2,0 0-1,-2 0 1,1-1 0,-2 1-1,0-1 1,-1-1 0,-1 1-1,-17 26 1,-93 112-5,100-132 22,-243 260-1221,243-259 913,1-5-3883,14-21 1760,4-14 465,4-4-366,1-1 0,0 1-1,10-21 1,17-28-6561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0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31 535 7517,'0'0'197,"-1"1"0,1-1 0,-1 0 0,1 0 0,-1 1 0,1-1 0,-1 0 0,1 0 0,-1 1 0,1-1 0,-1 0 0,1 0 0,-1 0 0,1 0 0,-1 0-1,1 0 1,-1 0 0,1 0 0,-1 0 0,1 0 0,-1 0 0,1 0 0,-1 0 0,0-1 0,1 1 0,-1 0 0,1 0 0,0 0 0,-1-1 0,1 1 0,-1 0 0,1-1 0,-1 1 0,0-1 0,-3-15 7137,-1 31-6670,4-15-643,1 1-1,-1 0 1,1-1-1,0 1 1,-1-1-1,1 1 1,0-1-1,0 1 1,0 0-1,-1-1 1,1 1-1,0 0 1,0-1-1,0 1 1,0 0-1,0-1 1,0 1-1,0 0 1,0-1-1,0 1 1,0-1-1,1 1 0,-1 0 1,0-1-1,0 1 1,1 0-1,-1-1 1,0 1-1,1-1 1,-1 1-1,0-1 1,1 1-1,-1-1 1,1 1-1,0 0 1,6 8 39,1 1 1,0-1 0,0-1-1,1 0 1,0 0-1,0-1 1,1 0 0,0 0-1,0-1 1,1 0-1,0-1 1,-1 0 0,2-1-1,-1 0 1,0-1-1,1 0 1,0-1 0,0 0-1,0-1 1,-1-1-1,1 1 1,0-2 0,0 0-1,0 0 1,0-1-1,0 0 1,16-7 0,-15 5-90,0-1 1,0 0-1,-1-1 1,0 0-1,0-1 1,0-1-1,-1 0 1,0 0-1,-1-1 1,1 0-1,-2-1 1,0 0-1,11-15 1,-19 23-15,-1 1-18,0-1 53,0 1 0,0 0 0,0 0 0,0-1 0,0 1-1,0 0 1,0-1 0,1 1 0,-1 0 0,1 0 0,-1-1 0,1 1 0,-1 0 0,1 0 0,-1 0 0,1 0 0,0 0 0,0 0 0,-1 0 0,1 0 0,1-1-1,0 1 7,-1 1-1,0 0 1,1-1-1,-1 1 1,0 0-1,1 0 1,-1 0-1,0 0 0,1 0 1,-1 0-1,1 0 1,-1 1-1,0-1 1,1 0-1,-1 1 1,0-1-1,2 1 1,3 1 12,1-1 0,-1-1 1,1 1-1,0-1 1,-1-1-1,1 1 0,-1-1 1,1 0-1,-1 0 0,12-4 1,2 0-29,-4 2-3,-1-1 1,0 0-1,-1-1 1,1-1 0,-1 0-1,0-1 1,-1-1 0,0 0-1,21-16 1,-30 20 20,1 0 1,-1 0-1,1-1 0,-1 1 0,0-1 1,-1 0-1,1 0 0,-1 0 1,0-1-1,0 1 0,-1-1 0,0 0 1,0 1-1,0-1 0,0 0 0,-1 0 1,0 0-1,-1-1 0,1 1 1,-1 0-1,0 0 0,0 0 0,-1 0 1,0 0-1,0 0 0,-4-11 1,0 1 68,1 4 47,0 1 0,0-1-1,-2 1 1,1 0 0,-1 0-1,-12-15 1,-18-21 1252,-41-42 0,62 75-1037,15 14-325,0 0 0,0 0-1,0 0 1,0 0 0,0 0-1,0 0 1,0 0 0,0 0 0,0 0-1,-1 0 1,1 0 0,0 0-1,0-1 1,0 1 0,0 0-1,0 0 1,0 0 0,0 0 0,0 0-1,0 0 1,0 0 0,0 0-1,-1 0 1,1 0 0,0 0-1,0 0 1,0 0 0,0 0 0,0 0-1,0 0 1,0 0 0,0 0-1,0 0 1,-1 0 0,1 0 0,0 0-1,0 0 1,0 0 0,0 0-1,0 0 1,0 1 0,0-1-1,0 0 1,0 0 0,0 0 0,0 0-1,0 0 1,0 0 0,-1 0-1,1 0 1,0 0 0,0 0-1,0 0 1,0 0 0,0 0 0,0 1-1,0-1 1,0 0 0,0 0-1,0 0 1,0 0 0,0 0-1,0 0 1,0 0 0,0 0 0,0 0-1,0 1 1,11 27 552,-5-15-545,21 42 271,3-1 0,56 80 0,88 89-317,187 175-6444,-331-368 4444,38 28-1,0-7-5986,-49-37-174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2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57 653 11933,'-27'12'1894,"25"-12"-1517,1 0 1,-1-1-1,0 1 1,1-1-1,-1 0 1,0 1-1,1-1 1,-1 0-1,1 0 1,-1 0 0,1 0-1,-1 0 1,1 0-1,0 0 1,0-1-1,-1 1 1,1 0-1,-2-4 1,5 2-292,0-1 1,1 1-1,-1 0 1,1-1-1,-1 1 1,1 0 0,0 1-1,0-1 1,0 0-1,0 1 1,1 0-1,-1 0 1,1 0-1,-1 0 1,1 0-1,0 1 1,3-2-1,-4 3-74,-1-1 1,0 0-1,0 1 0,0 0 0,1-1 0,-1 1 1,0 0-1,1 0 0,-1 0 0,0 0 1,0 1-1,1-1 0,-1 1 0,0-1 0,0 1 1,0 0-1,0 0 0,0 0 0,0 0 1,0 0-1,0 0 0,0 1 0,0-1 0,0 1 1,-1-1-1,1 1 0,-1 0 0,1-1 0,-1 1 1,0 0-1,2 3 0,-1-2-6,-1 0 0,0 1 0,-1-1 0,1 0 0,0 0 0,-1 0-1,0 1 1,1-1 0,-1 0 0,-1 1 0,1-1 0,0 0 0,-1 0 0,-1 4 0,-17 47 33,13-39-15,-6 14 3,-28 47 0,38-73-78,9-17-271,94-237-1086,-85 202 1235,-2 0 0,-3-1 0,7-67 0,-13-123 1716,-5 157 108,0 90-1290,1 0 1,0 0 0,1 0-1,0 0 1,0 0-1,0-1 1,6 11-1,29 49 373,-31-57-523,198 286 1720,-61-97-1453,-101-134-505,106 144-1337,-126-181 645,1-1 0,1-1 0,2-1 0,0-1 0,34 22 0,-50-39 63,0 0 0,0 0 1,1-1-1,12 5 0,-18-9-129,0 1-1,0-1 0,0 0 0,1-1 0,-1 1 0,0-1 0,1 0 1,-1 0-1,0-1 0,0 1 0,8-3 0,29-8-7937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56 10421,'-3'-1'234,"1"0"0,-1-1 0,0 1 0,0 0 0,1 1 0,-1-1 0,0 0-1,0 1 1,0-1 0,0 1 0,0 0 0,0 0 0,0 0 0,0 1 0,1-1 0,-1 1 0,0-1 0,0 1 0,0 0 0,0 0 0,1 0 0,-1 0 0,-2 2-1,2-1 1236,1-2-1314,1 1 0,0-1-1,-1 0 1,1-1 0,0 1-1,-1 0 1,1 0 0,0 0 0,-1-1-1,1 1 1,0-1 0,0 1-1,-1-1 1,1 1 0,0-1-1,-2-1 1,3 2-102,0-1 0,-1 1 1,1-1-1,0 1 0,0-1 0,0 1 0,-1-1 0,1 1 0,0-1 1,0 0-1,0 1 0,0-1 0,0 1 0,0-1 0,0 1 0,0-1 1,0 1-1,1-1 0,-1 1 0,0-1 0,0 1 0,0-1 0,1 1 1,-1-1-1,0 1 0,0-1 0,1 0 0,1-1 19,1-1 0,-1 0 0,1 1 0,-1-1 0,1 1 0,0 0 1,0 0-1,0 0 0,0 0 0,5-2 0,-3 2-34,0 0-1,0 0 1,1 1 0,-1 0 0,0 0 0,0 0-1,1 1 1,-1-1 0,0 1 0,1 1 0,-1-1-1,0 1 1,0 0 0,1 0 0,4 2 0,-8-2-34,0 0 1,0 0 0,0 0 0,0 0-1,0 1 1,0-1 0,-1 1-1,1-1 1,0 1 0,-1 0-1,0-1 1,1 1 0,-1 0 0,0 0-1,2 3 1,-2-1 1,0-1 0,0 1 1,0-1-1,-1 1 0,1 0 0,-1-1 1,0 1-1,0 0 0,0-1 0,-1 1 1,1 0-1,-2 3 0,-2 10 13,-1-1-1,-1 0 1,0-1-1,-16 28 1,-42 57 44,31-52-83,-20 22-2961,87-102-6400,-9 5 1415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1 11093,'-2'3'310,"1"-1"-1,-1 1 1,0-1-1,0 0 1,0 1-1,0-1 1,0 0-1,0 0 1,-1 0-1,1 0 1,-1-1-1,1 1 1,-1-1-1,0 1 1,0-1-1,1 0 1,-1 0-1,0 0 1,0 0-1,-4 0 1,4-1-38,0 1-1,0 0 1,0 0 0,0 0-1,0 0 1,0 0 0,0 1-1,1-1 1,-1 1-1,0 0 1,1 0 0,-1 0-1,1 0 1,0 0 0,0 1-1,0-1 1,0 1 0,0-1-1,0 1 1,1 0 0,-1 0-1,1 0 1,-2 4 0,1-3-134,1 0 1,0 0 0,0 0 0,0 0 0,0 0-1,1 0 1,-1 0 0,1 0 0,0 1 0,0-1-1,1 0 1,-1 0 0,1 0 0,0 0 0,0 0-1,0 0 1,1 0 0,2 5 0,1-2-67,-1-1 1,2 0-1,-1 0 1,1-1 0,0 0-1,0 0 1,0 0-1,1-1 1,-1 0-1,1 0 1,0 0-1,1-1 1,-1 0 0,0-1-1,1 1 1,-1-1-1,1-1 1,13 2-1,-6-2-13,0 0 0,-1-1-1,1-1 1,0 0 0,0-1 0,-1 0-1,0-2 1,1 1 0,17-8-1,-29 10-52,-1 0-1,1 0 1,-1 0 0,1 0-1,-1-1 1,0 1 0,1 0-1,-1-1 1,0 0-1,0 0 1,0 1 0,0-1-1,0-1 1,0 1-1,-1 0 1,1 0 0,-1 0-1,1-1 1,-1 1-1,1-4 1,-2 3-4,0 1-1,0 0 1,0 0-1,-1 0 1,1 0-1,-1 0 1,1 0-1,-1 0 1,0 0-1,0 0 1,0 1 0,0-1-1,0 0 1,0 0-1,0 1 1,-1-1-1,1 1 1,0-1-1,-1 1 1,0-1 0,1 1-1,-1 0 1,0 0-1,1 0 1,-4-2-1,-7-3 1,0 0 0,0 0 0,0 1 0,-1 1 0,1 0 1,-19-3-1,-4 2-338,-42-2 0,73 7-3,-1 0 0,0 0 0,0 1 0,0-1 0,1 1 0,-1 0 0,0 1 0,1-1 0,-6 3 0,8-3-1469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9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1 420 9677,'0'0'9787,"4"2"-9024,216 80 1529,-201-74-2226,-1 1-1,0 1 0,-1 0 0,0 2 1,0 0-1,-1 0 0,-1 2 0,0 0 0,-1 1 1,0 0-1,18 28 0,-30-40 17,0 0 0,-1 0 0,1 0 1,-1 0-1,0 0 0,1 1 0,-1-1 0,-1 0 0,1 1 0,0-1 0,-1 0 0,0 1 0,0-1 0,0 0 1,0 1-1,0-1 0,-1 1 0,0-1 0,1 0 0,-1 0 0,-2 5 0,2-6-21,0 0-1,0-1 1,-1 1-1,1 0 0,0-1 1,-1 0-1,1 1 1,-1-1-1,0 0 1,1 0-1,-1 0 0,0 0 1,1 0-1,-1 0 1,0 0-1,0 0 1,0-1-1,0 1 0,0-1 1,0 0-1,0 1 1,0-1-1,0 0 0,0 0 1,0 0-1,0-1 1,0 1-1,0 0 1,0-1-1,0 1 0,0-1 1,0 0-1,1 1 1,-5-3-1,3 1-15,-1 1 1,0-1-1,1 0 0,-1 0 0,1 0 0,-1 0 1,1-1-1,0 1 0,0-1 0,0 0 1,1 0-1,-1 0 0,-2-4 0,2 1-65,1 0 1,-1 0-1,2-1 0,-1 1 0,1 0 1,-1-1-1,2 1 0,-1-1 0,1 1 1,0-1-1,1-8 0,-1 8-89,2-29-767,1 0 0,2 0 1,15-55-1,39-86-4036,-15 49 330,-17 57 41,6 4-2447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1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9489,'-1'4'301,"1"-2"-116,0 0-1,-1 0 1,1 0-1,0-1 0,0 1 1,0 0-1,0 0 1,0 0-1,1 0 1,-1 0-1,1-1 1,-1 1-1,1 0 1,-1 0-1,1-1 1,0 1-1,0 0 1,1 1-1,1 5 585,0-1-1,-1 1 0,0 0 1,0 0-1,-1 0 0,0 0 0,0 0 1,-1 0-1,0 0 0,-1 9 1,1 13 687,1-15-1156,1 0 1,0 0 0,1 0-1,1 0 1,1-1-1,0 0 1,0 1 0,2-2-1,0 1 1,0-1-1,14 18 1,10 9-1475,3-1 1,41 38-1,13 13-9448,-56-51 939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42 554 16554,'-42'-5'5384,"52"-10"-3420,-4 4-400,7-9-412,15-17-279,1 3-405,15-12-612,10-6-825,4-10-611,2-7-984,3-2-52,14 5-3353,-1 0-5164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1 640 12021,'14'0'1043,"1"-1"1,-1 2-1,1 0 1,0 1-1,-1 0 0,0 2 1,1-1-1,24 11 0,58 35 2132,103 71 0,77 76-2083,-199-136-889,124 85 137,-180-131-277,1-2 1,0 0 0,1-2 0,0-1-1,1 0 1,0-2 0,35 6-1,-52-12-16,0 0 0,0-1 0,0 0-1,0 0 1,0-1 0,0 0-1,0-1 1,0 1 0,0-2-1,0 1 1,0-1 0,-1 0 0,1 0-1,-1-1 1,0 0 0,0-1-1,8-6 1,-5 2 60,-2 0-1,1 0 1,-1-1 0,0 0-1,-1 0 1,-1 0-1,1-1 1,-1 0 0,-1-1-1,7-21 1,-4 5 22,-2-1 1,0 0-1,-2 0 1,-1 0-1,-2-43 0,-19-147-72,-22-8-1261,0-6-3616,35 198 3489,-5-64-3685,12 34-1926,10 12-3513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3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253 1287 13389,'0'0'5366,"-1"-3"-3707,-1-2-1371,1 0 0,0-1 0,1 1 0,-1-1 0,1 0 0,0 1 0,0-1 0,1 1 0,0-1 0,0 1 1,0-1-1,0 1 0,4-8 0,6-14 274,20-36 0,-3 3 194,-24 50-676,0 0 0,-1 0-1,-1 0 1,2-16 0,-3 22-72,-1 1 1,0-1-1,0 0 0,0 1 1,-1-1-1,1 0 0,-1 1 1,0-1-1,0 1 1,0-1-1,0 1 0,-1-1 1,1 1-1,-1 0 0,-2-4 1,2 6-7,1 0 1,0 0-1,-1 0 1,1 0-1,0 0 0,-1 0 1,1 1-1,-1-1 1,0 0-1,1 1 1,-1-1-1,1 1 1,-1 0-1,0 0 0,1-1 1,-1 1-1,0 0 1,1 0-1,-1 0 1,0 1-1,1-1 0,-1 0 1,0 1-1,1-1 1,-1 1-1,1-1 1,-1 1-1,1 0 1,-1 0-1,1-1 0,-1 1 1,-1 1-1,-5 4 50,0-1 0,0 1 0,0 1 0,-11 10 0,-3 7 128,1 2 0,1 0 0,1 2 0,1 0 0,-26 57 0,27-43 24,1 1 0,2 1 0,-14 76 0,25-105-159,1 0-1,1 1 1,1-1 0,0 0 0,0 0-1,2 1 1,5 23 0,-6-33-34,0-1 0,1 0 1,0 0-1,0 0 0,0 0 0,0 0 1,1 0-1,0-1 0,0 1 1,0-1-1,1 0 0,-1 0 1,1 0-1,0-1 0,0 1 0,0-1 1,1 0-1,-1 0 0,1 0 1,0 0-1,0-1 0,0 0 0,0 0 1,9 2-1,-2-2-44,1-1 0,-1-1 1,0 0-1,0-1 0,0 0 0,1-1 0,-1 0 1,19-6-1,93-39-980,-1-14-1435,194-128 0,-222 129 1095,-28 18-407,-1-3 0,115-103 0,-169 136 1664,-1-1-1,0 0 1,-1 0-1,0-2 1,-1 1 0,-1-1-1,0 0 1,-1 0 0,-1-1-1,0 0 1,4-22 0,-8 29 391,0 0 1,-1 0-1,-1-1 1,1 1-1,-2-1 1,1 1 0,-1-1-1,0 1 1,-1 0-1,0 0 1,-1 0-1,0 0 1,0 0-1,-1 0 1,0 1-1,-1-1 1,0 1 0,0 1-1,0-1 1,-1 0-1,-11-10 1,-39-30 4433,54 46-4010,-1 3-89,1-1-585,1 0 0,0 0 0,-1 0-1,1 1 1,0-1 0,-1 0 0,1 1 0,0-1 0,0 1 0,-1-1 0,1 1 0,0-1 0,0 1 0,0 0 0,0 0 0,0 0 0,0 0 0,0 0 0,0 0 0,0 0 0,0 0 0,-1 1 0,2 1 9,-1 1 1,0-1-1,1 0 1,0 0-1,0 1 1,0-1-1,0 0 1,0 0-1,1 1 1,1 3-1,1 7 18,0-1 1,1 1-1,1-1 0,0 0 0,1 0 0,0-1 1,1 1-1,0-1 0,1-1 0,15 17 0,-18-22-104,0 0-1,1 0 0,0-1 0,1 0 0,-1 0 1,1 0-1,0-1 0,0 0 0,0 0 1,1-1-1,-1 0 0,1 0 0,0-1 0,0 0 1,0 0-1,0-1 0,0 0 0,0-1 1,15 0-1,-3-3-213,0-1 0,0 0 1,0-2-1,-1 0 0,0-1 0,0-1 1,0-1-1,-1-1 0,-1 0 1,1-2-1,-2 1 0,0-2 0,19-19 1,-13 10 90,-2 0 0,0-2 1,-2-1-1,0 0 0,-2-1 0,-1-1 1,-1-1-1,13-35 0,-16 30 222,-1-1 0,-2 0 0,-1-1 0,3-63 0,-8 27 1345,-11-100 0,11 146-1006,-2 25-400,0 0 1,0 0 0,0-1 0,0 1-1,1 0 1,-1 0 0,0 0 0,0 0 0,1 0-1,-1 0 1,0 0 0,0 0 0,1 0-1,-1 0 1,0 0 0,0 0 0,0 0 0,1 0-1,-1 0 1,0 0 0,0 0 0,1 0-1,-1 0 1,0 0 0,0 0 0,1 0 0,-1 0-1,0 0 1,0 0 0,0 1 0,1-1-1,-1 0 1,0 0 0,0 0 0,0 0 0,0 1-1,1-1 1,-1 0 0,0 0 0,0 0-1,0 1 1,0-1 0,0 0 0,0 0 0,1 1-1,25 43 345,-15-25-309,6 7-413,1 0 0,1-1 0,1-1 0,1 0 0,32 25 0,9-4-4203,8-7-4754,-46-27-1091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3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5 675 11237,'-1'-1'164,"1"1"1,0 0-1,-1-1 0,1 1 1,0-1-1,-1 1 0,1-1 0,0 1 1,0-1-1,0 1 0,-1-1 1,1 1-1,0-1 0,0 1 1,0-1-1,0 0 0,0 1 1,0-1-1,0 1 0,0-1 0,0 1 1,0-1-1,0 1 0,1-1 1,-1 1-1,0-1 0,0 1 1,0-1-1,1 1 0,-1-1 0,1 0 1,15-29 2022,23-25-871,7 10-445,-45 43-853,44-39 1209,88-64 0,-128 101-1165,-1 1 1,1 1-1,0-1 0,0 1 1,0 0-1,1 0 0,-1 0 1,0 1-1,1 0 0,-1 0 1,1 0-1,-1 1 0,1-1 1,-1 1-1,1 1 0,-1-1 1,1 1-1,-1 0 1,1 0-1,-1 1 0,0-1 1,1 1-1,5 3 0,7 6 65,0 1-1,0 0 0,-2 1 1,30 29-1,-32-27-74,2-2 0,-1 1 0,2-2-1,21 14 1,-32-24-97,-1 0 0,1-1-1,-1 1 1,1-1 0,0 0 0,0-1-1,-1 1 1,1-1 0,0 0-1,0-1 1,5 0 0,3-1-109,0-1 0,26-9 1,-30 8 106,-1-1 0,1 0 0,-1 0 0,-1-1 0,1 0 0,-1-1 0,0 0 1,0 0-1,-1 0 0,8-11 0,4-7-113,30-53 0,-42 67 157,-1-1 1,0 1-1,-1-1 0,-1 0 0,0 0 0,0 0 1,-1-1-1,2-21 0,-5 27 9,0 0 0,-1 1 0,1-1 0,-1 0 0,0 1 0,-1-1 0,0 1 0,0 0 0,0-1 0,-1 1 0,0 0 0,0 0 0,0 1 0,-1-1 0,0 1 0,0-1 0,-1 1 0,-7-7 0,0 2 21,-1 0 0,0 1 0,-1 0 0,0 1 0,0 1 1,0 0-1,-1 1 0,0 0 0,-31-6 0,23 7-498,1 2 1,-1 0-1,0 1 0,0 2 0,1 0 0,-32 5 1,48-4-941,0 0 0,0 0 0,-1 1 0,1 0 0,-7 3-1,-9 6-8090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2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19 563 11933,'0'0'253,"-1"0"-1,0 0 1,0 0 0,1 0-1,-1 0 1,0 0 0,0 0-1,1 0 1,-1 0 0,0 0-1,1-1 1,-1 1-1,0 0 1,1 0 0,-1-1-1,0 1 1,1-1 0,-1 1-1,1 0 1,-1-1 0,0 1-1,1-1 1,-1 0-1,1 1 1,0-1 0,-1 1-1,1-1 1,-1-1 0,1 2-86,0-1 1,0 1 0,0-1 0,0 1 0,0-1-1,0 1 1,0-1 0,1 1 0,-1-1-1,0 1 1,0 0 0,0-1 0,1 1-1,-1-1 1,0 1 0,1-1 0,-1 1 0,0 0-1,1-1 1,-1 1 0,0 0 0,1-1-1,0 1 1,12-7-967,-4 5 954,0 0 0,0 1 0,0 0 0,0 0 0,0 1 0,13 2 0,54 8-53,-61-7-134,-1 0 0,1 1 0,-1 0 0,0 2 0,-1-1 0,1 2 0,-1 0 0,0 0 0,-1 2 0,0-1 0,0 1 1,0 1-1,-2 0 0,1 1 0,-1 0 0,-1 0 0,0 1 0,0 0 0,8 19 0,-7-15 250,-8-13 1851,-6-5-1203,-2-1-734,0 0 0,1-1 0,0 0 1,0 0-1,0-1 0,0 1 0,0-1 1,1 0-1,0-1 0,0 1 0,0-1 1,1 1-1,0-1 0,0 0 0,1 0 1,-1 0-1,1-1 0,0 1 0,-1-13 0,-2-13 89,1 0 0,2-60 0,2 79-198,0-8-385,2 0 0,0 0 0,1 0 1,2 1-1,0-1 0,0 1 0,2 0 0,1 1 0,0-1 1,2 1-1,0 1 0,1 0 0,1 0 0,17-19 0,-17 23-788,1 1 0,1 0 0,0 1 0,1 0 0,0 1 0,1 1-1,0 1 1,0 0 0,1 1 0,22-7 0,11 1-7305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4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133 379 8057,'0'0'6442,"-2"-2"-4521,-13-12-96,0-1 1,1 0-1,-13-19 1,19 22-1270,1 1 0,0-2 0,1 1 1,0-1-1,1 0 0,0 0 1,1 0-1,1-1 0,-3-21 1,5 30-470,0-1 0,1 1 0,0-1 0,0 1 0,0-1 0,0 1 0,1-1 0,0 1 0,0-1 0,0 1 1,1 0-1,0-1 0,0 1 0,3-5 0,-1 5-59,-1 1 0,1 0 1,0 0-1,0 0 0,0 1 0,1 0 1,-1-1-1,1 1 0,0 1 0,0-1 1,0 1-1,0 0 0,0 0 1,9-2-1,0 0-12,1 1 0,-1 0 0,1 1-1,0 1 1,0 0 0,-1 1 0,1 0 0,0 1 0,0 1 0,0 1 0,-1 0 0,0 1 0,1 0 0,20 10-1,-25-9-8,0 0-1,0 1 1,0 0-1,-1 1 1,0 0-1,0 0 1,-1 1-1,0 0 1,0 1-1,-1 0 1,0 0-1,-1 0 1,0 1 0,0 0-1,-1 0 1,0 1-1,-1-1 1,0 1-1,4 20 1,-4-8-49,-2 0 1,0 0 0,-1 0-1,-2 0 1,-4 33 0,-28 117-2468,5-36-4182,27-94-2963,1-25 356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81 11685,'0'0'2264,"-22"-3"-328,-4 3 1997,10-9-3217,0 6-436,7-8-808,-1 2-1292,-6-25-4981,7 23-1880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43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49 3072,'-32'-20'4939,"41"6"-8203,1-1 1501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0.8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13 126 5477,'-3'11'7677,"-4"-27"997,4 6-7213,21-11-818,-9 16-533,1 0 1,0 1 0,0 1 0,16-5 0,-21 7-98,10-2 17,0 0 0,25-1 1,-28 4-302,0-1 0,-1-1 0,1 0 0,22-7 0,10-4-2504,12-5-6793,-39 9 1660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2 9125,'-1'-1'74,"1"1"-1,0 0 1,-1 0 0,1 0-1,0 0 1,-1 0 0,1-1-1,0 1 1,-1 0 0,1 0-1,-1 0 1,1 0 0,0 0-1,-1 0 1,1 0 0,0 0-1,-1 0 1,1 1 0,0-1-1,-1 0 1,1 0 0,0 0-1,-1 0 1,1 0 0,0 1-1,-1-1 1,1 0 0,0 0-1,0 0 1,-1 1 0,1-1-1,0 0 1,0 0 0,-1 1-1,1 0 1,-10 19 2180,-5 37 445,11-42-2505,-5 33 132,2 1 1,0 50-1,4-51-1000,2-21-494,4 42 1,1 1-5447,-4-44 1318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1 141 8445,'16'-26'10434,"-13"27"-9583,5 0-640,0 0 1,0-1-1,0 0 0,-1 0 1,1-1-1,0 0 0,0-1 1,0 0-1,-1 0 1,1 0-1,9-5 0,34-8 147,-46 14-344,134-26-170,-43 16-3214,-20 2-1985,-74 9 5023,1 0 0,0-1 0,-1 1 0,1-1 0,0 0 0,-1 0 0,1 0 0,-1 0 0,1 0 0,-1 0 0,0-1 0,5-2-1,-5 2-103,0-3-2229,-2-11-690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0 4940,'-22'0'1425,"3"3"-33,6 6 88,0 2-8,0-2-264,1 2-184,2 1-180,-9 8-148,10-12-136,-4 12 92,0 0-316,4 3-112,-17 48-1432,23-48 296,-6-6-440,2-2-2364,7 5-2365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8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20 9253,'-10'-6'9521,"16"4"-5500,30 4-4414,-7-1 1125,4-1-407,57 8 1,11 0-455,-72-8-310,9 1-1852,41-6 0,-66 3-110,-1 0 1,0-1-1,24-8 0,-19 2-3647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0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286 3 5933,'-22'-3'1972,"12"15"160,0-4-452,1 1-144,-4-1-264,-9 7-224,-7 8-147,10-3-225,-6 0-120,3 5-80,3 1-144,-35 57-1756,47-69-89,-8 6-779,5 0-1560,13-3-2597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32 172 12085,'-32'17'4329,"42"-31"-2509,2 2 620,-2 1-1576,6-6-164,6 5 28,102-31 168,-86 35-1024,9-4-228,1 4-448,3-4-620,-7 4-524,1-1-256,-7-2-597,-3 2-1283,9 6-3045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1 9273,'-41'8'2344,"3"18"-296,12-3-288,4-3-311,3 6-269,-3-1-296,3 7-188,0 2-144,6 3-116,0 0-136,0-2-384,10 2-732,3-17-368,3 11-476,7 9-301,-1-28-2447,7 8-3417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52 11801,'19'0'7333,"7"0"-6593,2 3-40,1 0-220,19-6-132,-13 0-164,3-2-428,3 2-452,0 0-660,10-6-644,3 1-133,-3-4-2259,0 1-3389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0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 10 8045,'16'-7'8083,"3"5"-4146,-6 2-3945,-1 1 0,25 5-1,-10-1 1164,4-1-927,33 5-696,-61-8 144,17 0-444,0 1 363,-16-2 128,-7-1-135,-2-1 489,-1 0 0,1 0 0,0 0 0,-1 1 0,0 0 1,1 0-1,-1 1 0,0 0 0,1 0 0,-1 0 0,0 0 0,1 1 0,-1 0 0,-8 3 0,-5 2 200,0 2 0,-33 18 0,24-11-124,0 0-146,1 1 1,0 1-1,2 1 0,0 2 0,1 0 0,1 2 1,-32 38-1,34-33-1538,2 1 1,0 1-1,2 0 0,-16 38 1,-1 25-8800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53 8797,'-5'-26'4163,"0"21"-1258,-10 5-1639,5-3 6292,23-2-5818,28-4-1631,42 4-503,88 7 0,-45 1-4065,-95-3 2564,25 0-6701,-31 0 780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 7 7569,'-28'-3'2778,"25"2"-2419,0 1 1,0-1-1,-1 1 0,1-1 0,0 1 1,0 0-1,0 0 0,0 0 1,0 1-1,0-1 0,0 1 1,0-1-1,0 1 0,0 0 1,0 0-1,0 0 0,1 1 0,-1-1 1,0 1-1,1 0 0,-1-1 1,-2 4-1,-14 13 101,1 0-1,1 1 1,0 1-1,2 1 1,0 0-1,2 1 1,-19 40-1,8-2-667,-16 50-3428,35-94 1049,2 0 0,-4 28 0,6-4-5111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12 4360,'0'3'1353,"16"-9"1455,-38 3-4088,-4-2-825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22 107 8121,'0'0'2261,"-3"1"-199,-14 12 1645,16-13-3574,1 0 0,0 0 0,0 0 1,0 0-1,0 1 0,0-1 0,0 0 1,0 0-1,-1 0 0,1 1 0,0-1 1,0 0-1,0 0 0,0 0 0,0 1 0,0-1 1,0 0-1,0 0 0,0 0 0,0 1 1,0-1-1,0 0 0,0 0 0,1 0 1,-1 1-1,0-1 0,0 0 0,0 0 1,0 0-1,0 0 0,1 1 533,-1-1-533,0 0 1,0 1-1,0-1 0,1 0 0,-1 0 1,0 0-1,20 6 4827,1-4-5806,19 1 1677,0-2 1,75-7-1,84-23-380,-85 11-1311,-70 12 165,138-24-4092,-146 22 1253,44-17 0,-48 15-1431,0 3-2615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273 1 8237,'-50'34'2172,"8"-5"-432,14 2-136,2-2-292,4 2-268,0 1-139,0 5-261,6 3-160,0 0-444,3 3-812,7 0-757,0-6-1079,2-3-1240,14-3-2593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19 186 9373,'-19'-20'11916,"23"18"-10884,328-99 1643,-218 74-6431,1 1-4630,-98 22 6692,11-2-6482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378 0 8009,'-25'35'2208,"0"-15"-192,2 3-292,1-1-136,-3 4-235,6 8-249,-4 6-260,-8 9-188,2 5-140,-3 9-72,4 6-280,2-6-508,4 0-688,3-1-664,3-4-585,4-7-2147,12-5-3433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0 127 9285,'38'-8'7837,"-1"-2"-4190,-11 3-2346,36-6 0,192-7-39,-39 4-5224,-156 9-1306,93-24-1,-102 17-1881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7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455 0 7137,'-13'4'963,"0"1"1,0 0 0,0 1-1,1 0 1,0 1 0,-19 15 0,-6 16 92,2 2 1,1 1 0,2 2 0,-27 48-1,38-55-1389,2 1 0,1 1-1,-13 40 1,-12 53-6570,35-108 4840,-2 15-3820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0 186 10349,'16'-11'1628,"3"-4"232,3 21-184,-3 3-275,10-15-261,15 0-296,-2-2-252,9-1-16,3-2-256,3-9-484,6 0-648,4 0-688,12-3-445,4-6-2723,-4 6-3645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1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515 17 5821,'-3'0'580,"-14"1"-315,16-1-84,1 0 0,-1 0 0,1 0 0,-1 0 0,1 0 1,-1 0-1,1 0 0,-1 0 0,1 0 0,0 1 0,-1-1 0,1 0 0,-1 0 0,1 0 1,-1 1-1,1-1 0,0 0 0,-1 1 0,1-1 0,0 0 0,-1 1 0,1-1 1,0 0-1,0 1 0,-1-1 0,1 1 0,0-1 0,0 0 0,0 1 0,-1 0 0,-23-25 1746,23 22-1477,-2 3-54,0 1-307,-1 0 1,1 0-1,0 0 1,0 0 0,0 0-1,0 1 1,0-1-1,0 1 1,1 0 0,-1 0-1,1 0 1,0 0-1,-2 4 1,-25 53 393,22-43-311,-149 324 807,57-115-2502,9-21-5491,58-125 594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5557,'41'34'1928,"-6"-28"-156,3-1 100,0-2-260,1 0-128,5-3-132,4 0-151,9-3-321,3-2-80,7-4-148,-1 0-172,-2-2-124,3-9-428,-1 0-580,4-3-848,-6-5-625,-1 2-2415,4 3-3533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1 111 11941,'2'-3'467,"1"0"-1,0 0 0,0 0 1,0 1-1,0-1 1,0 1-1,0 0 1,1-1-1,-1 2 1,1-1-1,-1 0 0,1 1 1,0-1-1,0 1 1,-1 0-1,8 0 1,-1-2-488,61-13 1400,76-7 0,0 8-2584,-14 1-3373,-127 14 4259,12-3-1960,0 2 1,27 1 0,-5 4-4409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7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372 9 7025,'-76'-9'5840,"57"9"-4328,-13 12-152,10 8-255,-4 3-197,1 5-192,-1 12-176,1 6-92,0 5-324,6 7-180,-7-1-408,4 6-660,9-1-573,4-4-607,2-7-1716,11-5-2909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7.2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0 9993,'-47'0'2468,"31"14"-352,6-2-372,-5-4-335,-1 7-329,3 10-264,-6 18-172,13-11-384,2 2-596,1 3-884,3-14-1084,3 11-2605,4 26-3868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13 178 4876,'1'3'20676,"-8"0"-19330,0-1-1718,14-6 544,0-1-1,0 1 1,1 1 0,-1 0 0,1 0 0,0 0 0,-1 1-1,1 0 1,13-2 0,2 0 7,272-67 38,-98 28-6198,-178 36 4683,5-2-1462,-12 8-4463,-19-17-1171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 9 7349,'-26'-7'1735,"21"5"1821,-24 9 1201,24-5-4557,1 1-1,0 0 1,-1 0 0,1 1 0,0-1 0,1 1-1,-1 0 1,1 0 0,-1 0 0,1 0 0,0 0-1,1 1 1,-1 0 0,1-1 0,0 1-1,0 0 1,0 0 0,1 0 0,-2 8 0,1 0-86,0-1 1,1 1 0,0 0-1,1 0 1,1-1 0,2 19-1,1-15-346,0 0-1,2 0 1,0 0-1,0 0 1,10 15-1,10 23-1876,11 35-5588,-20-46-313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1 315 8285,'0'0'10737,"1"-1"-9954,4-4-569,0 0-1,0 0 1,0 1-1,1 0 1,-1 0-1,1 1 1,0-1-1,0 1 1,0 1-1,1-1 1,-1 1-1,11-3 1,11 0-199,51-4 1,-8 2-647,-40 2-991,-1-1 1,0-1-1,0-2 1,-1-1-1,-1-1 1,50-27-1,-71 33 1350,1-1 0,-1 1-1,-1-1 1,1 0 0,-1-1-1,0 0 1,6-8-1,-11 13 322,-1 1 0,1-1 0,0 0 0,-1 1 0,0-1 0,1 0 0,-1 1 0,0-1 0,0 0 0,0 1 0,0-1 0,0 0 0,0 0 0,0 1 0,-1-1 0,1 0 0,-1 1 0,1-1 0,-2-2 0,-15-26 1938,14 27-1718,1 1 0,-1-1 0,0 0 0,1 0 0,-1 1 0,0 0 0,0 0 1,-1 0-1,1 0 0,0 0 0,-1 0 0,1 1 0,-1 0 0,0-1 0,1 1 0,-1 1 1,0-1-1,0 1 0,1-1 0,-1 1 0,0 0 0,0 0 0,0 1 0,0-1 0,1 1 1,-1 0-1,0 0 0,1 0 0,-1 0 0,1 1 0,-5 2 0,-3 1-99,1 1 1,0 1-1,0 0 0,0 0 1,1 1-1,1 0 0,-1 1 1,1 0-1,0 0 0,1 1 1,0 0-1,1 0 0,0 0 1,1 1-1,0 0 0,-6 18 1,4-7-410,1-1 0,0 1 1,-2 27-1,6-27-823,0 0 1,2-1-1,2 23 1,2 23-6606,-2-11 594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1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7 317 7645,'0'0'1848,"-1"-2"-139,0 0-1500,1 1 1,-1-1 0,0 1 0,1-1-1,-1 1 1,1-1 0,-1 1-1,1-1 1,0 0 0,0 1 0,0-1-1,0 0 1,0 1 0,0-1 0,0 0-1,1 1 1,-1-1 0,1-1-1,1-1 105,1 0 1,-1 0-1,1 1 0,0 0 0,0-1 0,4-2 0,1-2-236,6-4 13,0 0 0,1 1 0,21-12 1,-22 14-941,0 0 1,-1 0 0,1-1 0,-2-1 0,15-16-1,0-10-1691,-25 34 2380,-2-3 552,0-1-1,-1 0 1,0 0 0,0 0-1,0 1 1,-1-1-1,0 0 1,-5-11 0,6 16 747,-21 2 1354,19 0-2347,0 1 1,0 0-1,0-1 1,0 1-1,-1 0 0,2 0 1,-1 1-1,0-1 1,0 1-1,0-1 0,1 1 1,-1 0-1,0 0 1,1 0-1,0 1 0,0-1 1,-3 3-1,-33 50 1019,35-51-1045,-9 17 141,1 1 0,0 0 1,2 1-1,1 0 0,0 0 0,2 0 0,-4 34 0,5-20-835,1 39-1,7 41-4918,3-72 193,6-2-2978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6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30 140 10641,'0'0'4086,"-3"0"-2301,-3-2-2272,-13-4 5955,18 2-2469,11 0-2230,121-24-427,-57 13-3075,81-27 0,-114 32-362,-35 9 2219,0 0 1,0-1 0,-1 1 0,1-1-1,0 0 1,-1 0 0,1-1-1,4-3 1,3-3-5305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0 7281,'-16'6'5720,"0"-1"-4156,-6 4-244,9 8-239,4-3-221,-1 15-256,-3 17-76,7-6-128,6 5-316,0 1-444,6 3-752,1 2-533,-7-8-799,0 6-1560,3 2-2889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0 203 7481,'5'3'8073,"1"-3"-3415,13-10-3065,2-2-1555,49-9 322,108-33-1778,-5-10-4972,-118 34 445,-29 15 479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0 8665,'-28'12'3808,"18"2"-2232,-2-2-224,2-1-243,1 6-249,-4 6-88,-6 14-252,3-3-104,0 1-136,3 5-216,1 3-256,-4-1-592,0 1-364,3 0-265,-6 49-4351,13-47-1373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8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45 169 12413,'-3'-2'2200,"-38"-19"9785,47 1-10956,-4 17-981,-1 0 0,1 0 1,0-1-1,1 2 0,-1-1 1,0 0-1,1 0 1,-1 1-1,1-1 0,0 1 1,0 0-1,0 0 1,0 0-1,0 0 0,1 0 1,2-1-1,65-22 10,-56 20-168,26-6-1875,68-10 1,-9 8-6619,-67 9 3648,-11 2-2931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50 6809,'-12'-9'1925,"-1"0"1,-1 1 0,-27-13 0,39 20-1752,1 1 0,-1 0 0,1-1 0,0 1-1,-1 0 1,1 0 0,-1 0 0,1 0 0,-1 0 0,1 0 0,-1 1 0,1-1-1,-1 0 1,1 1 0,-3 0 0,-3 2 269,-1-1-233,-1 1 0,1 1-1,0 0 1,0 0 0,0 0 0,1 1 0,0 0-1,0 1 1,0 0 0,0 0 0,1 0 0,0 1-1,0-1 1,1 2 0,0-1 0,0 0 0,1 1-1,0 0 1,0 0 0,1 0 0,-4 13 0,2-4-174,1-1 0,0 1 0,1 0 0,1 0 0,1 0 0,0 0 0,1 0 0,1 1 0,1-1 0,5 25 0,1-15-878,1-1 0,1 1 0,15 27 0,23 28-6604,-16-32-1505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0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4 230 5328,'18'-24'1691,"-17"23"-1504,0 0-1,0 0 1,-1-1-1,1 1 1,0 0-1,-1-1 0,1 1 1,-1-1-1,0 1 1,0-1-1,1 1 1,-1-1-1,0 1 1,0-1-1,0 1 1,0-1-1,0 1 0,-1 0 1,0-3-1,0-14 2421,9-20-25,-7 35-2348,-1 0-1,0 1 1,0-1-1,-1 1 1,1-1-1,-1 0 1,1 1 0,-1-1-1,0 1 1,0-1-1,-1-2 1,-1-1 357,-20-50 1495,22 54-1662,1 4-304,2 29 35,-1-27-94,-1-8-2169,9-29-1607,0 12-2943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0 277 7709,'0'14'14700,"31"-21"-14106,-1-1-1,0-1 1,0-2 0,34-18 0,12-4-766,112-50-3857,-155 66 499,50-37 1,-48 30-914,-3 8-2248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 8789,'-44'28'2088,"31"-16"-200,3 11-248,-2 19-72,8-24-283,-2 13-273,6 20-252,3-5-148,0 0-212,4 2-356,-1-2-588,4 6-860,6-10-645,3 4-2659,-4-6-3689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9561,'20'-8'10458,"15"5"-8730,3 0-1475,156-33 231,-72 13-2868,0-1-4327,-99 19 2593,4 2-2169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318 0 5553,'-48'0'1852,"36"6"1632,-1 5-1988,0 3-20,-6 6-200,-9 15-192,6 2-227,-1 6-193,1 5-100,3 9-164,0 3-344,0 9-584,0 2-752,3-2-577,3 3-2515,1 2-3369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2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1 189 6769,'0'0'15273,"2"-2"-14702,4-2-401,-1 0-1,1 1 0,0-1 1,1 1-1,-1 0 0,0 0 1,1 1-1,9-2 0,65-12 338,-33 8-266,191-52-1829,-85 8-6076,-129 41 2753,-10 2-2827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6221,'-10'11'1776,"1"1"-108,6 11-412,-1 2 20,1 4-164,0 22-228,6-11-176,-3 9-128,3 5-420,1 0-348,2 6-552,0 0-472,4 0-2696,-1 3-2701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 11313,'0'0'3440,"-9"14"-1956,3 0 741,-4 6-1493,1 0-148,9 3-224,0-3-288,0 6-560,3 3-940,0-7-809,6 24-2459,4-12-3681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147 415 4636,'0'0'8849,"-4"-1"-7489,-14-2 743,-1 1 0,0 1 0,-19 2 0,18-1-1175,17 0 557,0-1-921,2 1-531,0 0 0,0 0 0,0 0 0,0-1 0,0 1 0,0 0 0,0-1 0,0 1 0,1 0 0,-1-1 0,0 1 0,0-1 0,0 0 0,0 1 0,1-1 1,-1 0-1,0 1 0,0-1 0,1 0 0,-1 0 0,1 1 0,-1-1 0,1 0 0,-1 0 0,1 0 0,-1 0 0,1 0 0,0 0 0,-1 0 0,1-2 0,1 0 32,1-1 0,0 0 1,0 0-1,0 1 0,0-1 0,1 1 0,4-7 0,-5 8-55,21-27-402,2 2 0,44-40 0,66-39-4434,-79 58 1301,1-1-3765,-20 25-698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0 11441,'-16'23'2080,"7"5"-164,-7 1-275,13-15-269,-7 12-360,4 20-200,-1-12-168,1 9-124,6 3-104,6 2-260,1 1-268,2-3-512,1 5-688,-7-2-524,0-4-445,7 1-2343,-1-9-3613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83 9589,'-18'15'11990,"27"-16"-10545,77-13 1151,132-19-2978,-102 20-2022,52-13-6355,-144 22 4418,-5-3-2409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0 8549,'-3'1'1979,"-2"0"-1601,0 1 1,0-1-1,0 1 0,0 0 0,0 0 0,1 1 0,-1-1 0,1 1 1,0 0-1,0 0 0,0 1 0,0-1 0,0 1 0,1 0 0,-1 0 0,1 0 1,0 0-1,0 1 0,-2 6 0,-4 8 153,2-4-100,0 1 0,1 0 0,-6 26 1,6-4-252,1 0 0,2 1 0,1-1 0,3 1 0,4 39 0,1-39-2411,1 0 0,19 59 1,-16-65-1768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8 179 10969,'-1'3'2129,"-5"17"2636,14-25 833,14-15-5412,1 7-70,0 1 1,0 0 0,1 2-1,1 1 1,-1 1 0,32-6-1,21-8-1136,-30 8-212,-24 8-767,-1-1 1,1-2-1,38-19 0,-30 15-3882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22 7481,'-10'-4'321,"4"0"52,0 1 1,0 1-1,0-1 1,0 1-1,-11-2 1,12 4 129,1 0 0,-1 1 0,1-1 0,-1 1 0,1 0 0,-1 0 0,1 0 0,0 1 0,-1 0 0,1 0 0,-7 4 0,-1 3-110,0 1 1,1 0-1,0 0 1,0 1-1,1 0 1,1 1-1,0 0 1,1 1-1,0 0 1,1 0-1,0 0 1,1 1-1,1 0 1,0 0-1,-5 27 1,3-7-825,1 1 1,3 0-1,0 0 1,2 0-1,7 59 1,6-10-7716,-6-42-516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5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71 334 5284,'0'0'3253,"-3"0"-1736,-23-7 1231,25 6-2510,0 1 0,0 0 0,-1-1 0,1 1 1,0-1-1,0 0 0,0 1 0,0-1 0,0 0 0,0 1 1,0-1-1,0 0 0,0 0 0,0 0 0,0 0 0,1 0 1,-1 0-1,0 0 0,1 0 0,-1 0 0,1-1 0,-1 1 1,0-1-1,-1 1 738,-12-7-643,11 4 2932,22-8-2234,39-18-1,-1 2-520,152-105-3746,-166 104 966,-1 0-1675,-13 9-2437,-13 8-464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0 7409,'-25'6'5364,"16"8"-3892,-1 1-188,7 5-299,-7 14-57,7 0-168,3 3-200,0 6-108,3 6-104,4-1-364,-1 7-464,7-4-732,3 3-565,6-2-2927,-3-1-3685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6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21 207 5220,'-9'14'14895,"7"-16"-14512,1 0-1,0 0 1,0 1-1,0-1 0,0 0 1,0-1-1,0 1 1,0 0-1,1 0 1,-1-4-1,4 1-279,0 1 0,1-1 0,0 1 0,0 0 0,0 0 0,0 0-1,1 1 1,-1 0 0,1-1 0,0 2 0,0-1 0,10-4 0,11-2-31,39-11 0,-25 9-297,105-39-2582,-74 25-1109,-3 2-3842,-51 19-356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6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0 6393,'-26'37'7504,"17"-31"-6632,-4 3-136,10 8-84,-4 3-215,1 8-309,-3 12-513,-1-5-507,7-21-432,-3 12-852,-1 2-1324,4 4-1961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7.9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37 3572,'-2'0'511,"0"-1"0,0 1 0,0 0 0,0-1 0,0 0 0,0 1 0,0-1 0,0 0 0,1 0 0,-1 0 0,0 0 0,1-1 0,-1 1 0,0 0 0,1-1 0,-2-1 0,-6-6 4716,-8 3-3732,16 6-1383,0-1 1,1 1-1,-1-1 1,0 1-1,0-1 1,0 1-1,0 0 1,0-1-1,0 1 1,0 0-1,0 0 1,0-1-1,1 1 1,-1 0-1,0 0 1,0 0-1,0 0 1,0 0-1,0 1 1,0-1-1,0 0 1,0 0-1,0 1 1,-1 0-1,1-1-110,0 0-1,1 1 0,-1-1 1,1 1-1,-1-1 0,1 1 1,0-1-1,-1 1 0,1-1 1,-1 1-1,1 0 1,0-1-1,-1 1 0,1 0 1,0-1-1,0 1 0,0 0 1,0-1-1,-1 1 0,1 0 1,0-1-1,0 1 0,0 0 1,0-1-1,0 1 0,1 0 1,6 28-258,17 25-743,-24-52 932,27 46-2817,2-3-3474,-2-8-1924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03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67 416 4548,'0'0'14534,"-3"0"-14262,-32-5 773,36 22-957,1-8-57,0-1 1,1 1-1,0-1 1,1 0-1,0 0 1,0 0-1,1-1 0,0 0 1,0 1-1,12 10 1,-5-2 17,-4-7-41,1 0-1,-1-1 1,1 0 0,1 0 0,-1-1 0,1 0-1,1-1 1,-1 0 0,1-1 0,0 0-1,19 6 1,-17-10-1,-1-1 0,1 0 0,-1-1 0,0-1 0,0 0 0,1 0 0,-1-1 0,16-7 0,-1 2 13,0-2 0,0-1 0,35-21 1,-51 26-14,0-1 0,0-1 0,0 0 0,-1 0 0,-1-1 0,1 0 1,-1-1-1,-1 0 0,14-21 0,-19 25 12,-1 0-1,0 0 1,0 0 0,-1 0-1,1 0 1,-2 0-1,1-1 1,-1 1 0,1 0-1,-2-1 1,1 1 0,-1 0-1,0-1 1,0 1 0,-1 0-1,1 0 1,-1 0 0,-5-10-1,-4-6 25,0 1-1,-1 0 0,-23-28 0,-2-1 53,-60-61 0,93 107-93,-1 0 0,1 0 1,0 0-1,-1 1 0,0-1 1,0 1-1,0 1 0,0-1 1,0 1-1,-1 0 0,1 0 0,-1 0 1,1 1-1,-1 0 0,0 0 1,-8 0-1,6 1 5,1 1-1,-1 0 1,1 0 0,-1 1-1,1 0 1,0 0 0,-1 1-1,1 0 1,1 0 0,-1 1 0,-7 4-1,-3 5 8,1 0 1,0 1-1,1 0 0,0 1 1,1 1-1,1 1 0,-21 32 1,17-20-1264,1-1 1,-13 34 0,26-51 723,-1-1 0,1 0 0,1 1 0,0 0 0,0-1 0,1 1-1,1 0 1,0 0 0,2 19 0,0-25-3517,6 5-2073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05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147 116 4560,'0'0'11989,"-1"-2"-11410,-2-5-592,-4-6 1543,6 13-1500,1 0 0,0 0-1,-1-1 1,1 1 0,-1 0-1,1 0 1,-1 0 0,1 0-1,-1 0 1,1 0-1,-1 0 1,1 0 0,-1 0-1,1 1 1,0-1 0,-1 0-1,1 0 1,-1 0 0,1 0-1,-1 1 1,1-1-1,0 0 1,-1 0 0,1 1-1,0-1 1,-1 0 0,1 1-1,0-1 1,-1 0 0,1 1-1,0-1 1,0 0-1,-1 1 1,-2 3-1,0 0 1,1 0-1,0 0 1,-1 0-1,1 0 0,1 1 1,-1-1-1,0 1 0,1-1 1,0 1-1,0 0 0,1-1 1,-1 7-1,2 66 197,0-61-129,16 113 352,-6-54-176,-8-56-226,2-1 1,-1 0 0,2 0-1,1 0 1,0-1 0,1 0-1,15 23 1,-19-34-41,-1-1 0,2 0 0,-1 0 0,1 0 0,-1-1 0,1 1 0,0-1 0,1 0 1,-1-1-1,1 1 0,0-1 0,-1 0 0,2-1 0,-1 0 0,0 1 0,0-2 0,8 2 0,-2-1 4,1 0-1,0-1 1,-1 0 0,1-1-1,0-1 1,0 0-1,20-4 1,-11-1-1,1-1 0,-1-1 1,-1 0-1,1-2 0,-1 0 1,-1-2-1,23-16 0,-14 5 14,-1 0 0,0-2 1,43-53-1,-66 73-19,-1-1 1,0 0 0,0 0-1,-1 0 1,1-1 0,-1 1 0,-1-1-1,1 0 1,-1 0 0,-1 0-1,1 0 1,-1 0 0,0 0-1,-1 0 1,1 0 0,-1-1-1,-1 1 1,0 0 0,0 0-1,0 0 1,-5-14 0,2 10 2,-1-1 0,0 1 1,-1 0-1,-1 0 0,1 0 0,-2 1 1,1 0-1,-2 1 0,1 0 0,-1 0 0,-19-15 1,10 12 13,-8-9 14,-2 1 0,-1 1 0,0 2 0,-45-19 0,62 30-27,-1 1 1,0 0-1,0 1 1,0 1-1,-1 0 1,1 1-1,-1 0 1,0 1-1,1 1 1,-1 0-1,0 1 1,1 0-1,-1 1 1,0 1-1,-13 4 1,14-2-17,-1 0 1,1 1 0,1 0-1,-1 1 1,1 0 0,0 1-1,1 1 1,-1 0 0,2 0-1,-1 1 1,2 0 0,-1 1-1,-8 12 1,8-7-395,0 0 0,1 1 0,1 0 1,0 0-1,1 1 0,1 0 0,1 0 0,1 1 1,-4 25-1,3 5-1750,-2 8-4102,4-37-721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8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134 114 3884,'-3'0'950,"0"-1"-647,1 1-1,-1-1 0,0 0 0,0 0 1,1-1-1,-1 1 0,0 0 1,1-1-1,0 0 0,-1 1 0,1-1 1,0 0-1,0 0 0,0-1 0,0 1 1,-2-3-1,2 3 883,-19-19 1572,14 18-2539,1 0 1,0 0 0,0 0-1,1-1 1,-1 0 0,-5-5-1,9 8 26,-4-11 189,5 11-353,0 0 0,0 0 0,0 0 0,1 0-1,-1 0 1,0 0 0,1 0 0,-1 0 0,1 0 0,-1 0 0,1 0 0,0 0 0,-1 0 0,1-1 0,0 1 0,0-2 0,18 4 87,-15 0-127,11 4 78,0 0 1,-1 1 0,0 0-1,-1 1 1,1 0 0,11 10-1,21 12 156,487 282 2040,-211-112-1372,118 67-140,109 11 172,312 127 226,-636-288 283,385 267 0,-499-306-1011,142 106 521,-101-77-456,-76-55-304,136 79 314,-103-66-253,300 162 1360,-398-221-1625,118 65-11,-109-61-18,4 1 0,43 15 0,-36-16 0,44 20 0,-34-12 0,0-1 0,65 14 0,-67-24 0,-4 4 0,8-5 0,-2 3 0,-3 0 0,-20-4 0,-17-4 0,0 1 0,1-1-1,-1 0 1,0 0 0,1 1 0,-1-1-1,0 0 1,1 0 0,-1 0 0,0 0-1,1 0 1,-1 0 0,0 1 0,1-1 0,-1 0-1,1 0 1,-1 0 0,0 0 0,1 0-1,-1 0 1,1-1 0,-1 1 0,0 0-1,1 0 1,-1 0 0,1 0 0,-1 0-1,0-1 1,1 1 0,-1 0 0,0 0 0,1 0-1,-1-1 1,0 1 0,0 0 0,1-1-1,-1 1 1,0 0 0,0 0 0,1-1-1,-1 1 1,0-1 0,-5-11-70,4 10 24,-35-72-4382,-6 2-7396,19 35-1581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12705,'8'8'4948,"-28"-9"937,7-1-5692,27 17 2466,18 11-1120,-11-11-353,26 27 0,269 247 961,-297-273-3049,1 0 0,1-2 0,0-1 0,45 21 0,-48-26-971,1-2 0,0-1 0,33 6-1,-28-10-4748,3-6-4217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18 506 9741,'-18'5'2285,"23"-13"1964,15-6-651,-7 6-4435,29-15 938,67-48 0,-93 59-217,0-1 0,-1-1 0,-1-1 1,0 0-1,0 0 0,17-29 0,-28 39 140,0 0 0,0-1 0,-1 0 0,1 1 0,-1-1 0,-1 0 0,1 0 0,-1 0-1,0 0 1,-1 0 0,1 0 0,-1-1 0,0 1 0,-1 0 0,1 0 0,-1 0 0,0 0 0,-4-11 0,1 9 203,1 1 0,-1-1 1,0 1-1,-1 0 0,1 0 1,-2 0-1,1 1 0,-1 0 1,1 0-1,-2 0 0,1 1 0,-1 0 1,-7-5-1,-44-28 3491,56 36-2133,2 3-1473,0 1-1,1-1 1,-1 1-1,1 0 1,-1-1 0,1 1-1,0-1 1,0 1-1,-1-1 1,1 0-1,2 3 1,2 4 137,27 39 594,2-2 1,2 0 0,45 41 0,-47-49-628,134 117-2086,-124-117 129,-29-24 540,0 0-1,1-2 1,18 11-1,-4-8-3028,4-3-3619,-12-6-1217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0 12045,'-10'14'963,"2"1"-1,0-1 1,1 1 0,0 1-1,1-1 1,1 1 0,0 0-1,-4 31 1,8-38-828,-1 1-1,2 0 1,0-1 0,0 1 0,0 0-1,2-1 1,-1 1 0,1-1 0,0 1-1,1-1 1,0 0 0,0 0 0,1 0-1,1 0 1,-1-1 0,9 12-1,-8-15-105,-1-1 0,1 0 0,0 0-1,9 6 1,-5-4-15,-6-6-10,0 1 1,1-1-1,-1 0 0,0 0 1,0 0-1,1 0 1,-1-1-1,0 1 0,0-1 1,0 0-1,0 0 1,4-1-1,-5 1 2,0 0 0,0 0 0,-1 0 0,1 0-1,0 0 1,-1 0 0,1 0 0,0 0 0,-1-1 0,0 1 0,1-1-1,-1 1 1,0-1 0,0 1 0,1-1 0,-1 0 0,-1 0 0,1 1-1,0-1 1,0 0 0,-1 0 0,1 0 0,0-3 0,0-2 228,-1 1 1,0-1 0,0 0-1,-1 1 1,-1-9-1,1 9 136,0 2 525,-5-33 2113,20 22-2779,-4 3-605,-3 8-177,0 2 1,0-1-1,0 1 1,0 0-1,12-2 0,-11 3-208,0-1-1,0 0 0,0 0 1,10-5-1,2-7-1598,3-2-4750,0 7-2200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11 495 14085,'-2'-3'941,"-6"-17"6818,31 14-5902,-12 4-1725,0 0 1,-1 1 0,1 0 0,0 1 0,0 0-1,0 0 1,-1 1 0,1 1 0,0 0-1,-1 0 1,1 1 0,-1 1 0,0-1 0,0 2-1,16 9 1,5 4 23,-1 2-1,-1 1 1,38 36 0,-15-7 443,-50-48 204,-17-24-335,-8-12-458,1-1 0,2-1 0,-25-61 0,30 58-1265,3 0-1,1-1 1,1-1 0,-6-72-1,15 97 55,1 0 0,0 0 0,3-19 0,7-16-5269,2 18-2294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274 334 12749,'-53'23'3831,"40"-18"-1850,1 0 0,-24 15 0,32-18-1676,0 1-1,0 1 0,0-1 1,0 1-1,1-1 1,-1 1-1,1 0 0,0 0 1,1 1-1,-1-1 0,-3 9 1,1-2-130,2 0 1,0 0-1,0 0 0,1 1 1,0-1-1,1 1 0,0-1 1,1 1-1,0-1 1,1 1-1,0-1 0,1 1 1,0-1-1,1 0 1,7 19-1,-7-22-123,0 2 2,1 0 1,-1-1 0,2 1-1,0-1 1,0 0-1,0 0 1,8 8 0,4 5 36,-5-7-27,-1 0-1,2-1 1,0-1 0,22 18 0,-33-28-58,1-1 0,-1-1 0,1 1 0,0 0 0,0-1 0,0 1 0,0-1 0,0 0 0,0 0 0,0 0 0,0 0 0,0-1 0,1 1 0,-1-1 0,0 0 0,0 0-1,1 0 1,-1 0 0,0 0 0,0-1 0,0 0 0,1 0 0,-1 1 0,0-2 0,0 1 0,0 0 0,0-1 0,-1 1 0,1-1 0,0 0 0,-1 0 0,4-3 0,-1 0-15,0 0 1,-1-1-1,0 1 0,0-1 1,-1 0-1,1-1 0,-1 1 1,-1 0-1,1-1 0,-1 0 1,0 1-1,-1-1 0,1 0 1,-1 0-1,-1 0 0,1 0 0,-1 0 1,-2-12-1,0-4-7,-1 1-1,-2-1 1,0 1-1,-12-32 1,-1 9-12,-2 1 1,-40-67-1,-63-73 95,23 37 1037,98 144-1015,0 0 0,0 1 0,0-1 0,-1 1 0,1 0 0,-1-1 1,1 1-1,-1 0 0,0 1 0,0-1 0,-4-2 0,6 4-69,1 0 1,-1 0-1,0-1 0,1 1 0,-1 0 1,1 0-1,-1 0 0,0 0 1,1 0-1,-1 0 0,0 0 0,1 0 1,-1 0-1,1 0 0,-1 0 0,0 0 1,1 1-1,-1-1 0,1 0 1,-1 0-1,0 1 0,1-1 0,-1 1 1,0 0-6,0 0 0,1 0 1,-1 0-1,1 0 1,0 0-1,-1 0 0,1 0 1,0 0-1,0 0 1,-1 0-1,1 0 0,0 0 1,0 0-1,0 0 0,0 0 1,0 0-1,1 0 1,-1 2-1,3 8-15,0 0 0,1-1 0,0 1 0,1-1 0,0 0 0,11 16 0,5 11 0,-8-14-82,2 0-1,0-1 1,1 0-1,1-1 1,1-1 0,1-1-1,28 22 1,54 32-4368,8-8-7053,-57-34-1668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8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10 17070,'-7'2'9536,"18"-14"-7705,-9 13-1695,-1-1-1,0 0 1,0 0 0,0 1-1,0-1 1,0 1-1,0-1 1,0 1-1,0 0 1,0-1-1,0 1 1,0 0 0,0 0-1,0-1 1,0 1-1,1 2 1,-2-2 54,297 242 1288,-204-173-2910,-52-40-793,68 40-1,-27-32-2462,-62-30 1336,0-2 1,25 5 0,-23-7-5450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140 592 10753,'-1'0'-11,"-17"-5"2109,-1 2 1,-29-3-1,27 6-347,17 0-196,1-1-172,-10 0-718,0-3 1722,13 3-2315,0 1-1,0-1 1,0 0-1,0 0 1,1 0-1,-1 0 1,0 0-1,0 0 1,0 0-1,1 1 1,-1-1-1,0 0 1,1 0-1,-1 0 0,1 1 1,-1-1-1,1 0 1,-1 0-1,2 0 1,1-3 9,1 0 0,-1 0 1,1 1-1,0 0 0,1-1 1,-1 1-1,0 1 0,1-1 0,0 1 1,0-1-1,-1 1 0,1 1 1,0-1-1,1 1 0,-1 0 0,6-1 1,5 0-5,1 0 0,-1 1 0,0 1 1,17 1-1,-10 3-312,-1 0 1,0 2 0,0 0-1,0 1 1,-1 1-1,0 2 1,27 15-1,-44-22 87,1 0 0,-1 0 0,-1 0 0,1 1 0,0 0 0,3 5 0,-5-7 67,0 1-1,0-1 1,-1 0 0,1 0-1,1 0 1,-1 0-1,0 0 1,0-1-1,1 1 1,-1-1-1,1 1 1,2 0 0,-14-4 65,1-1 1,-1-1 0,1 1-1,0-1 1,0-1 0,0 1 0,1-1-1,-1-1 1,1 1 0,1-1-1,-11-11 1,-43-48 142,2-3 0,-69-105 0,121 164-29,1 0 0,0-1 1,0 1-1,1-1 0,0 0 0,0 0 1,1 0-1,1-1 0,-3-17 0,5 23-21,0 1 0,0-1-1,0 1 1,1-1 0,-1 0 0,1 1-1,0 0 1,1-1 0,-1 1-1,1 0 1,0-1 0,0 1 0,0 0-1,0 0 1,1 0 0,0 1-1,0-1 1,0 1 0,0 0 0,0-1-1,0 1 1,1 0 0,0 1-1,0-1 1,5-2 0,5-2 117,1 1 1,0 0 0,0 1-1,0 0 1,1 1 0,-1 1-1,1 1 1,30-1 0,11 3 247,65 10 1,-83-7-311,232 32-132,76 5-7520,-293-39 3886,-19-6-1923,1-8-4697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5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1 13429,'-2'2'124,"-3"5"459,-1 0 1,0-1-1,0 1 1,0-1-1,-11 8 1,14-11-363,-1 0 0,0 1 0,1 0 1,0 0-1,0 0 0,0 0 0,0 1 1,1-1-1,0 1 0,0-1 0,0 1 1,0 0-1,1 0 0,0 0 0,0 0 1,0 0-1,0 0 0,1 0 0,0 0 1,0 0-1,2 10 0,0 1-15,1 0 1,0 0-1,1 0 1,1 0-1,11 23 0,-5-15-393,1-1-1,2-1 0,0 0 1,1-1-1,1 0 0,1-1 0,0-1 1,26 21-1,-40-38 129,-1 0-1,1 0 1,0 0-1,0-1 1,-1 1-1,1-1 1,0 1-1,0-1 1,1 0-1,-1 0 1,0-1 0,0 1-1,0-1 1,7 1-1,-8-2 53,0 1-1,0 0 1,0-1 0,0 0-1,0 1 1,0-1-1,0 0 1,-1 0 0,1 0-1,0 0 1,0 0-1,-1-1 1,1 1 0,-1 0-1,1-1 1,-1 1-1,3-4 1,-1 0 94,-1 0 0,1 0-1,-1 0 1,0 0 0,-1 0 0,1-1-1,-1 1 1,0 0 0,0-1 0,0 1 0,-1-1-1,0 0 1,0 1 0,-1-1 0,-1-7-1,0-1 247,1-1 0,0 0 0,1 1 0,0-1-1,3-17 1,-2 31-332,-1 0 0,1 0-1,-1 1 1,1-1 0,-1 0-1,1 0 1,-1 0 0,1 1 0,0-1-1,0 0 1,-1 1 0,1-1-1,0 1 1,0-1 0,0 1 0,-1-1-1,1 1 1,0-1 0,0 1-1,0 0 1,2-1 0,-1 0-25,11-5-552,1 0 0,0 1 0,0 0 1,15-2-1,30-3-8645,-37 9 483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0 592 11881,'0'0'6425,"4"1"-5441,42 5-390,-1 3-1,-1 2 1,0 1-1,0 3 1,53 25-1,-20-12-243,-74-27 871,-7-3-578,-14-14-589,0-1 0,1-1 0,1 0 0,1-1-1,0-1 1,1 0 0,1-1 0,2 0 0,0-1 0,1 0 0,1-1 0,-9-35 0,-14-92-2934,12-15-3306,19 110 859,11 8-3062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3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4 9425,'-24'-1'382,"7"-1"878,1 2 0,0 0-1,-19 2 1,31-1-1033,0-1-1,0 1 1,1 0-1,-1 0 1,1 0-1,-1 0 1,1 1-1,-1-1 1,1 1-1,0 0 1,0 0-1,0 0 1,0 1-1,0-1 1,0 1-1,0-1 1,1 1-1,0 0 1,-4 4-1,2 1-117,1 1 0,0-1-1,0 0 1,1 1-1,0 0 1,0-1 0,1 1-1,0 0 1,0 0 0,1 0-1,0-1 1,1 1-1,0 0 1,1 0 0,-1 0-1,2-1 1,-1 1-1,1-1 1,5 10 0,-3-7-163,0-1 0,1 1 0,0-1 1,1 0-1,0 0 0,1-1 0,0 0 1,0 0-1,1-1 0,0 0 0,1-1 0,-1 0 1,18 9-1,-17-11-80,0-1 0,0 0 0,1 0 1,0-1-1,-1-1 0,1 0 0,19 2 0,-26-4 164,0 0-1,0 0 0,-1 0 0,1 0 0,0-1 0,0 0 1,-1 1-1,1-1 0,-1-1 0,1 1 0,-1 0 0,1-1 1,-1 0-1,0 0 0,1 0 0,-1 0 0,0 0 0,-1-1 1,1 1-1,0-1 0,-1 0 0,1 0 0,-1 0 1,0 0-1,2-4 0,-3 4 78,0 0 1,-1 0-1,1 0 1,-1 0-1,0 0 1,0 0-1,0 0 1,-1 0-1,1 0 1,-1 0-1,1 0 0,-1 0 1,0 0-1,0 0 1,0 0-1,-3-4 1,-27-44 2211,20 39-1650,1 1 0,-2 1 0,1 0 0,-22-14 0,31 22-330,5 4-70,135 89 419,63 49-539,-92-44-1111,-5 5 0,-5 5-1,97 132 1,-163-194 667,32 53-1,-63-94 284,-1 0 0,1 1 0,0 0-1,-1-1 1,0 1 0,0 0 0,0-1 0,0 1-1,-1 0 1,1 0 0,-1 0 0,-1 6 0,1-9 21,0 1 1,-1-1 0,1 1-1,-1-1 1,1 0 0,-1 1 0,0-1-1,1 0 1,-1 0 0,0 1 0,0-1-1,0 0 1,0 0 0,0 0-1,0 0 1,0 0 0,-1 0 0,1 0-1,0-1 1,0 1 0,-1 0 0,1-1-1,-1 1 1,1-1 0,0 1-1,-1-1 1,1 1 0,-1-1 0,1 0-1,-1 0 1,1 0 0,-1 0 0,-2 0-1,-4-1 11,0 1 0,0-1 1,1-1-1,-1 1 0,0-1 0,1-1 0,-1 1 0,1-1 0,0-1 0,-8-4 0,2 0-13,0-1-1,1 0 1,0-1 0,-18-20-1,4-1-198,1-1-1,-41-71 1,25 25-203,-50-136 1,66 143 356,4-1 0,-23-141 0,43 205 69,1-1-1,0 1 1,0 0-1,0-1 0,1 1 1,1 0-1,-1 0 1,5-12-1,-6 18-21,1 1-1,-1 0 0,1 0 1,-1-1-1,1 1 1,-1 0-1,1 0 1,0 0-1,0-1 0,-1 1 1,1 0-1,0 0 1,0 0-1,0 1 1,0-1-1,0 0 0,0 0 1,1 0-1,-1 1 1,0-1-1,0 1 1,2-1-1,0 0 1,-1 1 0,1-1 0,-1 1 0,1 0 0,0 0 0,-1 0-1,1 1 1,-1-1 0,1 1 0,-1-1 0,3 2 0,7 3-85,0 0 0,-1 0-1,19 13 1,-24-14-55,41 31-2387,-18-9-2906,-17-15 1281,6 3-4853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5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3 7061,'-26'-3'4152,"45"6"-4064,0 0-588,0 0-564,7 0-1820,-4 0-985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13 426 6393,'-13'29'13454,"36"-28"-12256,-8 1-1014,-1 2 1,0 0-1,0 1 1,0 0-1,16 10 1,18 6 130,143 62 227,-140-59-362,-49-23-102,12-28 375,-14 21-376,0-1 0,-1 1 1,0 0-1,0 0 0,0 0 1,-1 1-1,0-1 0,0 0 1,0 0-1,-4-5 0,-7-19 552,-11-30 164,-9-25 347,30 76-1036,1 0 1,0-1-1,1 1 0,0 0 1,0 0-1,1-1 1,1-13-1,0 18-92,0 0 0,0 1 0,1-1 0,0 0 0,0 1 0,0-1 0,1 1 0,-1 0 0,1 0 0,0 0 0,0 0-1,0 1 1,1-1 0,-1 1 0,1-1 0,0 1 0,0 1 0,0-1 0,0 0 0,1 1 0,-1 0 0,6-2 0,10-4-402,1 1 0,1 1 1,31-5-1,-48 10 254,279-44-11065,-254 38 10156,-19 4 1191,0 0 0,1 1-1,17-1 7927,-30 1-7026,0-2-556,-9-22-331,-2 0-5741,8 7-10357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14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 30442,'0'6394'0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19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28761,'9483'0'0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3500,'-2'1'356,"0"0"-1,-1-1 0,1 1 0,0 0 1,0 0-1,0 0 0,0 0 0,0 0 1,0 1-1,0-1 0,0 1 0,1-1 1,-1 1-1,0 0 0,1-1 0,-1 1 1,1 0-1,0 0 0,0 0 0,0 0 1,0 0-1,0 1 0,0-1 1,0 0-1,1 0 0,-1 0 0,1 1 1,-1 2-1,1-2-446,1 1 0,-1 0 0,1-1 0,0 1 0,-1-1 0,2 1 0,1 4 0,10 27 303,-11-28-169,0 0 0,1 0 0,0 0 0,0-1-1,0 1 1,8 10 0,22 31 305,-12-24-251,-1 1 1,-2 0-1,26 48 1,-16-26-30,1 4 57,-2 2 0,28 77 0,5 41-14,-58-164-102,1 0-1,1-1 0,-1 1 0,9 11 0,21 40 55,-10-12 50,154 242-175,-131-218 185,-44-68-113,12 23 236,-13-23-241,0-2-3,-1 1 0,1 0 0,0 0 0,-1 0 0,1 0 0,0 0 0,0-1 0,-1 1 0,1 0 0,0-1 0,0 1 0,0 0 0,0-1 0,0 1 0,2 0 0,-3-3-92,1 1 1,0 0-1,-1 0 0,1-1 1,0 1-1,-1-1 1,1 1-1,-1 0 1,0-1-1,0 1 0,1-1 1,-1 1-1,0-1 1,0 1-1,0-1 0,-1 1 1,1-3-1,-1-16-1781,-1 0 0,0 1 0,-10-34 0,6 31-1498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 4296,'-4'0'276,"0"-1"-1,0 0 1,0 1-1,0 0 1,0 0-1,0 0 1,0 0-1,0 1 1,0 0-1,0 0 1,0 0-1,1 0 1,-1 0-1,0 1 1,-5 2-1,7-2-31,0-1-207,0 1 0,-1-1 0,1 1 0,0 0 1,0 0-1,0 0 0,0 0 0,0 0 0,-1 4 0,-2-1 86,2-1-248,-1 1-1,1-1 1,0 0 0,0 1-1,0 0 1,1-1-1,0 1 1,-1 0 0,2 0-1,-1 1 1,1-1-1,-2 10 1,0-2-2022,3-11-534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4520,'4'-3'202,"-1"1"0,1-1-1,0 1 1,0 0-1,0 0 1,0 0 0,0 1-1,0-1 1,1 1 0,-1 0-1,0 0 1,1 1-1,-1-1 1,0 1 0,1 0-1,-1 0 1,1 0-1,-1 1 1,6 1 0,12 2 326,0 0 1,27 11-1,-48-15-517,14 5 100,-1 1 1,0 0-1,0 1 0,0 1 0,-1 0 1,0 1-1,-1 0 0,0 1 1,0 0-1,-1 1 0,0 0 0,10 15 1,-12-13-770,-1 0-1,0 0 1,0 1 0,-2 0 0,0 0 0,0 1 0,4 22 0,2 10-2689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6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4212,'0'0'1449,"9"12"-1005,4-1 340,-3-5-840,2 2-384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6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6849,'-12'8'1092,"2"-2"-4,-3 8-56,4-2-216,-1-1-156,1 0-84,-1 9-108,4-5-16,-4 10-140,4-2-80,0 3-52,-4 20-128,7-32-288,3 15-128,-3 19-452,3-28-324,-3 9-2180,-7 16-1629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7883 20991,'9020'-7883'0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12873,'4'-4'469,"1"0"-1,-1 1 1,1-1-1,0 1 1,0 0-1,0 0 1,0 0-1,1 1 1,-1 0-1,1 0 1,-1 0-1,1 1 1,0 0-1,0 0 0,0 0 1,-1 1-1,10 0 1,178 21 1909,-5 15-3842,-54 2-6022,-134-38 7095,16 4-350,-10-1-4376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366 1 9181,'0'0'2351,"-3"0"-96,-2 0-1672,2 0-216,0 0 0,0 0 0,0 0-1,1 0 1,-1 1 0,0-1 0,0 1 0,0-1 0,1 1 0,-1 0 0,0 0-1,1 0 1,-1 1 0,1-1 0,0 0 0,-1 1 0,1 0 0,-4 3 0,-20 21 497,0 1 1,2 1 0,1 1 0,1 1 0,-19 38 0,17-20-2334,2 1 1,-22 78-1,17-67-2529,8-18-2686,14-20-1774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0 180 15009,'35'20'2361,"-19"-11"3615,0-12-4676,6 3-268,4-9-268,24-2-316,-5-6-564,3 2-544,2 1-228,-2-3-444,3-3-548,-4 3-264,-5-3-180,-14-3-389,1 0-1567,-1 3-3289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 10105,'-2'2'6529,"-22"18"-2442,15-13-3263,1 0-1,0 0 0,0 0 0,1 1 0,-12 17 0,10-14-799,1 2 0,1-1 0,0 1 0,1 0 0,0 0 0,1 0 0,0 1 0,1 0 0,-3 21 0,3 7-2123,-2 20-5205,0-43 1975,-3-2-2855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0 298 12105,'58'20'2172,"2"-20"1281,-16-11-2137,-25 11-300,10-12-88,28-8-312,-9 3-236,6-6-204,-7 0-256,10-8-460,7-6-628,-4 2-748,-6 4-377,-3-9-2443,-6 3-3709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4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12877,'-54'14'2224,"29"-5"313,12 2-153,4 3-500,-7 1-284,0 2-320,3 0-260,-3 3-252,4 0-156,2 3-263,4 3-569,3-3-593,3-1-459,0 7-800,3-9-628,3 3-3373,-6 0-5328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66 13845,'26'-6'5457,"-14"9"-4201,7 3 576,16-3-1184,19 2-148,-12 1-512,2-3-188,10-6-384,3-3-424,4 1-596,-4-13-112,0 1-545,0-3-2471,3 3-3705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0 9453,'0'0'9835,"-3"1"-9074,0-1-641,0 1 0,0-1 0,0 1 1,0 0-1,1 0 0,-1 0 1,0 0-1,1 1 0,-1-1 1,1 1-1,-1 0 0,-3 3 1,1 0 5,0 1 1,0 1 0,0-1-1,-3 9 1,-13 18-972,-39 46 0,-33 25-4473,30-34-875,27-28 132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0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4 232 12577,'-3'11'4261,"28"-11"-2153,1 0-368,-7-6-424,0 3-232,9-5-176,26-6-344,-15-1-596,8-2-328,4-9-460,6 1-744,-3-7-612,-3-5-612,0 6-2165,-1 2-3928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62 13633,'2'-2'678,"-1"0"0,1 0-1,0 0 1,0 0-1,0 0 1,-1 1 0,2-1-1,-1 1 1,0-1 0,3 0-1,225-20 4227,5 4-7831,-224 17 2921,16 1-1904,-27 0 1891,0 0 1,1 0-1,-1 0 1,0 0-1,0 0 1,0 0-1,0 0 1,0 0-1,0 0 1,1 0-1,-1 0 1,0 1-1,0-1 1,0 0-1,0 0 1,0 0-1,0 0 1,0 0 0,0 0-1,0 1 1,0-1-1,0 0 1,0 0-1,0 0 1,0 0-1,0 0 1,0 1-1,0-1 1,0 0-1,0 0 1,0 0-1,0 0 1,0 0-1,0 0 1,0 1-1,0-1 1,0 0-1,0 0 1,0 0-1,0 0 1,0 0-1,0 0 1,0 1-1,0-1 1,0 0-1,-1 0 1,1 0-1,0 0 1,0 0-1,-16 13-88,-18 6 436,0-1 0,-38 13 0,-10 4 13,25-7-355,-19 10-2544,25-16-5067,28-13-643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1 483 9701,'147'-10'5003,"-103"11"-2730,61 12 0,-68-8-2091,0-1 0,42 0 0,-42-5-1433,-1-2 0,67-13 0,-90 13 668,1-1 0,-2 0 0,1-1-1,0-1 1,-1 0 0,0 0 0,0-1 0,-1-1-1,0 0 1,0 0 0,9-11 0,-16 15 593,0 1 1,-1-1-1,1 0 1,-1-1-1,0 1 1,-1-1-1,1 1 1,-1-1-1,1 0 0,-1 0 1,-1 0-1,1 0 1,-1 0-1,0 0 1,1-7-1,-1-5 858,-1 0 0,-2-32-1,0 29 136,2 13-473,-3-35 1821,2 15 2259,2 26-4559,-1 1 1,0-1-1,0 0 1,0 0-1,1 0 1,-1 0 0,1 0-1,-1 1 1,0-1-1,1 0 1,0 0 0,-1 0-1,1 1 1,-1-1-1,1 0 1,0 1-1,-1-1 1,1 1 0,0-1-1,0 1 1,-1-1-1,1 1 1,0-1-1,0 1 1,0 0 0,0 0-1,0-1 1,-1 1-1,1 0 1,0 0 0,0 0-1,0 0 1,2 0-1,32 1 368,-35-1-399,26 2-78,1 0 0,-1-2 1,0-2-1,32-4 0,-29 0-1261,0 0 0,-1-2 0,45-17 0,-63 20 571,1 0 1,-1 0 0,-1 0 0,13-10-1,-1-7-4554,-11 8 389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9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375 0 7569,'-124'66'1428,"83"-38"-140,3 1-352,3 2-132,6-2-396,1 2-608,5 1-560,-5 2-2620,-1 6-1729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4.5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14 261 12653,'0'0'3976,"-1"-2"-3469,-1 1 1,1-1-1,0 1 1,0-1-1,0 1 0,0-1 1,0 0-1,0 0 1,0 1-1,0-1 1,1 0-1,-1 0 0,0-2 1,6-2-9,0 1 1,0 0-1,1 0 1,0 1 0,0-1-1,0 1 1,0 1-1,13-7 1,19-11 863,-11 6-816,0 0 0,1 3 0,1 0 0,0 2 0,32-8 0,36-13-2084,-28 11-1919,-24 7-1699,-3-2-5135,-28 10 838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4.69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228 1 12933,'-1'1'230,"0"1"0,0 0 1,0-1-1,0 1 0,0-1 0,0 1 0,0-1 0,-1 1 1,1-1-1,-1 0 0,1 0 0,-1 0 0,1 0 0,-1 0 1,1 0-1,-1 0 0,0 0 0,0-1 0,0 1 0,1 0 0,-4-1 1,-25 15 3682,22-9-3505,-1 2-1,1-1 0,0 1 1,1 0-1,0 1 1,1 0-1,-1 0 1,-7 15-1,-1 8-639,-15 45 0,6-14-2433,10-26-1055,7-15-2881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0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23 172 13949,'0'-1'142,"1"0"-1,0 0 1,-1 0 0,0 0-1,1 0 1,-1-1-1,0 1 1,1 0-1,-1 0 1,0 0-1,0 0 1,0-1 0,0 1-1,0 0 1,-1-2-1,-13 4 3307,3 1 2567,40-17-3573,90-25-859,2 9-4639,-83 22 858,-31 8 1401,0-1 0,0 0 0,-1-1 0,1 1 0,-1-1 0,8-5 0,-11 6-269,0 0-1,0-1 1,-1 1-1,1-1 1,0 0-1,-1 0 0,4-6 1,1-3-6287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1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189 1 9301,'0'0'83,"0"0"1,0 0 0,0 0-1,1 0 1,-1 1-1,0-1 1,0 0-1,0 0 1,1 0 0,-1 1-1,0-1 1,0 0-1,0 0 1,0 0-1,1 1 1,-1-1 0,0 0-1,0 0 1,0 1-1,0-1 1,0 0-1,0 0 1,0 1 0,0-1-1,0 0 1,0 1-1,0-1 1,0 0-1,0 0 1,0 1 0,0-1-1,0 0 1,0 0-1,0 1 1,0-1-1,0 0 1,-1 0 0,1 1-1,0-1 1,0 0-1,0 0 1,-1 1-1,-11 13 1916,-18 9 852,1-5-649,12-8-1241,2 1 0,-20 15 0,30-22-859,1 1 0,0-1 0,0 1-1,0-1 1,1 1 0,-1 0 0,1 0 0,0 1-1,1-1 1,0 1 0,-3 8 0,2-2-438,1 0-1,0 0 1,1 0 0,0 0 0,2 19-1,3 0-3298,2-1-3419,-3-14-1306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4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1 303 14029,'0'-8'11866,"1"7"-11596,16-12 2484,24-10-3211,-40 23 817,92-48-561,48-19-4574,-127 61 3693,1 0-1,-1-1 1,-1-1-1,1 0 1,-1-1-1,-1 0 1,0-1-1,0 0 1,13-17-1,-6 5-2949,3 1-1973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5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273 0 8585,'-26'19'2003,"21"-15"1728,-13 3-524,14-5-2992,0-1 0,1 1 0,-1-1 0,1 1 0,-1 0 0,1 1 0,0-1 0,-4 4 0,-5 7 158,1 1 1,0 0-1,1 1 0,1 0 0,-13 28 1,8-16-328,-33 74-1452,27-54-1864,-3 0-4537,13-25 1527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7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0 11333,'-7'20'2044,"11"0"-104,5-2-295,-2-1-313,-1-3-348,-3 0-204,3 3-132,7 3-152,0-2-148,-1-4-232,8 0-408,-5 0-496,1-2-560,3-4-496,4 1-613,-4-15-1859,-4 1-3321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0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1 223 11457,'8'-43'1853,"-8"43"-1786,0 0 1,0 0-1,0-1 1,0 1-1,0 0 1,0 0-1,0 0 0,0-1 1,0 1-1,0 0 1,0 0-1,0 0 1,0 0-1,0-1 0,0 1 1,1 0-1,-1 0 1,0 0-1,0 0 1,0-1-1,0 1 1,0 0-1,0 0 0,1 0 1,-1 0-1,0 0 1,0 0-1,0 0 1,0 0-1,1-1 1,-1 1-1,0 0 0,0 0 1,0 0-1,1 0 1,-1 0-1,0 0 1,0 0-1,0 0 0,1 0 1,-1 0-1,0 0 1,0 0-1,0 0 1,1 1-1,9 5 678,1 0 1092,2-8-1499,0-1-1,0 0 0,0-1 1,-1-1-1,1 0 0,21-13 1,68-51-711,-49 32-3359,0 4-3805,-39 24 807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1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286 0 8569,'-19'9'2268,"-13"8"-180,4 6-204,5 0-227,-2 5-321,0-5-304,-1 9-256,4 5-156,3-3-276,3 0-348,3-2-412,1 5-732,5 0-692,-2-3-1025,2-2-1251,4-9-3085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32 7909,'39'-15'3080,"-27"10"-1704,4-1 1812,3 3-2500,0 0 157,-9 15-437,6-4-28,-10 4-1636,3 2-149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0 113 8973,'27'-10'2073,"-22"9"-116,-1 1-116,23 3 115,-9 0-1053,0-1 0,1-1 0,-1 0 0,26-3 0,-22-1-1024,0-1-1,0-1 1,-1-1 0,1-1-1,-1 0 1,31-18-1,-19 8-1307,0 0-1556,-3-1-3845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245 1 8501,'-41'22'2140,"28"-10"-204,-12 8-144,2 8-252,4-2-175,0 6-281,0 5-280,3 3-172,-6 0-276,9 3-680,1-1-492,5 7-924,1 0-3369,-4 2-4068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1 403 5208,'0'0'6921,"24"-20"-5888,-3-5-2036,2 0 1,43-36 0,22-23-1021,-53 47 1526,-13 14-33,-1 0 0,37-53 0,-42 47-1103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0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13 237 4824,'1'1'129,"-1"0"-1,1 0 0,0 1 0,-1-1 1,1 0-1,-1 0 0,1 0 0,-1 1 0,0-1 1,1 0-1,-1 0 0,0 1 0,0-1 1,0 0-1,0 2 0,-6-2 1412,-7-11 914,23-5-2154,-5 9-342,0 0 0,0 1-1,1-1 1,-1 1 0,1 0 0,0 1 0,1-1 0,-1 1 0,13-5 0,-8 3-256,0 0 1,-1-1-1,11-9 0,-11 7-343,0 0 0,-1-2 0,-1 1 0,1-1 0,-2 0 0,0-1 0,12-24 0,1 1-805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0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0 198 4280,'0'0'2013,"0"-3"-1213,0 1-704,1-1 0,-1 1 1,1 0-1,-1 0 0,1 0 0,0 0 0,0 0 0,0 0 0,0 0 0,0 0 0,0 0 0,1 1 0,-1-1 0,1 0 1,-1 1-1,1-1 0,0 1 0,-1-1 0,5-1 0,46-25 713,-26 15-559,-21 10-193,109-65-1737,-113 67 1556,0 1 0,0-1 0,0 0 0,0 1-1,0-1 1,0 0 0,0 0 0,0 0 0,-1 0-1,1 0 1,0 0 0,0 0 0,-1 0 0,1 0-1,-1 0 1,1 0 0,-1 0 0,1 0 0,-1-1-1,0 1 1,0 0 0,1 0 0,-1 0 0,0-2-1,2-15-2237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0.1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45 115 3504,'0'0'2291,"0"-3"-2111,1 0-167,0-1 0,0 0 0,1 1 0,-1-1 0,1 0 0,0 1 0,0 0 0,0-1 0,0 1 0,0 0 1,1 0-1,4-5 3345,-7 8-3346,0-1 0,0 1 0,0-1 1,0 1-1,0-1 0,0 1 0,0 0 1,0-1-1,0 1 0,0-1 1,-1 1-1,1-1 0,0 1 0,0-1 1,-1 1-1,1 0 0,0-1 0,-1 1 1,1 0-1,0-1 0,-1 1 1,1 0-1,0-1 0,-1 1 0,0 0 1,0-1-1,1 1 0,-1-1 1,0 1-1,1-1 1,-1 0-1,1 1 1,-1-1-1,1 0 0,-1 1 1,1-1-1,-1 0 1,1 0-1,0 1 0,-1-1 1,1 0-1,0 0 1,0 0-1,-1 1 0,1-3 1,5-30 64,-4 29 1672,-4 5-1554,-1 0 2,1 0 0,0 0 0,0 0 0,-1 1 0,1-1 0,0 1 0,1 0 1,-1 0-1,0 0 0,0 0 0,1 0 0,-1 1 0,1-1 0,0 1 0,0 0 1,0-1-1,-2 5 0,-4 3-302,6-8 249,2 1 9,0 0-148,1 0 0,-1 0-1,0 0 1,1 0 0,0 0 0,-1 0 0,1 0-1,0 0 1,1 0 0,-1 0 0,0-1-1,1 1 1,0 0 0,2 3 0,0-2 20,1 0 0,-1 0 0,1 0 0,0 0 0,0-1 0,11 6 0,73 37 90,60 32 159,-140-73-279,9 7 29,0-2 1,1 0 0,0-1-1,0-1 1,1-1-1,39 9 1,20 4 7,-16-3-35,-44-13-13,16 2-12,-1 1 0,0 2 0,0 2 0,39 17 0,52 34-82,-88-42 184,-34-18-44,26 18 56,-26-18-88,24 18-7,-25-17 8,0-1 0,1 0 1,-1 1-1,1-1 0,0 0 0,-1-1 1,1 1-1,0 0 0,0-1 1,0 0-1,0 0 0,0 0 1,1 0-1,-1 0 0,4 0 1,2 24-1390,-15-38-5343,-3-5 1288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0 127 3268,'7'20'10207,"11"-43"-8531,-6 11-2488,0 0 0,16-24 0,0-10-5122,-18 29 2137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 3888,'0'0'3409,"9"-5"-3565,4-4-328,-7-2-508,4-1-693,-1-5 689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16 257 6009,'-12'1'2164,"8"-6"2114,14-19 179,-7 18-5564,5-8 619,0 1 0,1 0 0,1 0 0,13-13 0,-10 10 279,49-53-225,-60 66 401,0 0 0,0 0 1,-1 0-1,1 0 0,-1 0 0,0-1 0,2-5 1,8-18-4680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7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4680,'31'-11'8604,"-3"-8"-7681,-22 16-890,1-1 0,-1 1 0,1 0 0,0 1 0,12-4 0,-16 6 19,0-1 18,29-6 116,-29 6-132,16-1 257,20-2 222,-28 2-425,2 0 0,-1 1-1,0 1 1,0 0 0,0 0 0,0 1 0,0 1 0,12 3 0,3 1-45,-24-5-41,1 0-1,0 0 0,-1 0 0,1 0 1,-1 0-1,0 1 0,4 1 1,22 10-65,-25-12 52,1 1 0,-1 0 0,0 0 0,0 0 0,0 0 0,0 1 0,7 5 1,160 137 88,-50-41 52,-115-101-139,10 17 47,-8-8 10,53 65 357,-60-75-373,31 13 112,-16-7-145,0-1-127,-13-6 125,17 21 62,9 23 94,-27-43-176,-1 0 47,-1-1-42,2 4 39,0 1 0,0 0-1,1-1 1,0 1-1,0-1 1,1 0-1,-1 0 1,1-1-1,0 1 1,0-1-1,1 1 1,6 4-1,-5-6-28,-1 1 0,1 0 0,-1 1 0,1 0 0,-2-1 0,8 9-1,22 21-40,56 30 546,-87-62-437,16 7 11,29 9 125,-45-16-110,7 6 155,1 0-373,-14-1 1762,-1-1-4048,2 5-6191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21 3404,'-5'-17'744,"4"14"2355,4 3-2825,35 0 9662,-24 5-9287,33 6 1324,-44-10-1635,15 8 326,33 16-234,1-2 0,0-2 0,108 26 0,25-6-176,342 29 0,-9-51-238,1-29-50,-412 7 24,-24 1 7,300-3-28,-279 9 20,174 29 0,-233-23 13,0 2 1,63 25-1,-76-24 0,-1 1 0,0 2 0,-1 1-1,-1 2 1,-1 1 0,39 35 0,-54-46 116,1-1 0,0 1 0,0-2 1,0 0-1,22 7 0,-33-15-46,0-1-1,1 1 1,-1-1 0,0 0-1,-1 0 1,1 0 0,0 0-1,3-4 1,-6 6-61,3-4 17,0-1 1,0 1-1,-1-1 1,0 0-1,0 0 1,0 0-1,0 0 1,-1-1-1,0 1 1,0 0-1,0-1 1,0-9-1,1-4 38,-1 13-65,-1-1 0,0 1 0,0-1 0,-1 0 0,0 1 0,0-1 0,-4-11 0,1 0 32,3 15-71,-13-22-1610,13 21 1116,0 1 0,-1 0 0,1 0 0,-1 0 0,0 0 0,0 0 0,0 0 1,0 0-1,-1 1 0,1-1 0,-1 1 0,0 0 0,1-1 0,-1 1 0,0 1 0,0-1 0,0 0 1,-1 1-1,1-1 0,0 1 0,-1 0 0,-4-1 0,-18-2-7651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61 134 5577,'-35'-8'20881,"33"7"-20587,0-1 0,0 2-1,0-1 1,0 0 0,0 0-1,0 0 1,0 1 0,0-1-1,0 1 1,-4 0 0,8 9-217,0 1 1,0-1-1,1 0 1,0 0 0,1 0-1,0 0 1,0 0-1,1-1 1,0 0 0,7 9-1,10 19 182,10 16 289,49 59 0,-42-59-299,-21-27-157,-12-15-39,0-1 0,0 0 0,1-1 0,1 1 0,-1-1-1,1 0 1,1-1 0,-1 0 0,13 7 0,-20-13-53,1 0 0,0 0 0,0 0 0,0 0 0,0-1 0,0 1 0,0 0 0,0-1 0,0 0 0,0 1 0,0-1 0,0 0 0,0 0 0,0 0 0,0 0 0,0-1 0,0 1 0,0-1 0,0 1 0,0-1 0,0 1 0,0-1 0,0 0 0,-1 0 0,1 0 0,0 0 0,0 0 0,-1-1 0,1 1 0,-1 0 0,1-1 0,-1 1 0,2-3 0,1-1 0,8-8 0,-1-2 0,0 0 0,-1 0 0,-1-1 0,0 0 0,-1 0 0,-1-1 0,5-19 0,5-6 0,0-5 0,-12 30 0,2 0 0,0 0 0,1 0 0,15-25 0,-20 38 0,0 0 0,1 0 0,-1 0 0,1 0 0,0 1 0,0 0 0,0-1 0,1 2 0,-1-1 0,1 0 0,-1 1 0,1 0 0,0 0 0,0 0 0,0 0 0,0 1 0,0 0 0,0 0 0,0 0 0,11 1 0,-3 1 0,1 0 0,-1 1 0,1 0 0,-1 1 0,0 1 0,0 0 0,0 1 0,0 0 0,14 9 0,-6-2 0,-1 1 0,-1 0 0,0 2 0,25 25 0,7 6 0,-39-38 0,-11-7 0,-1-1 0,1 0 0,-1 1 0,1-1 0,-1 0 0,1 0 0,-1 0 0,1 0 0,-1 1 0,1-1 0,-1 0 0,1 0 0,-1 0 0,1 0 0,-1 0 0,1 0 0,-1 0 0,1 0 0,-1-1 0,1 1 0,-1 0 0,1 0 0,-1 0 0,1 0 0,-1-1 0,1 1 0,-1 0 0,1-1 0,-1 1 0,0 0 0,1-1 0,-1 1 0,1 0 0,-1-1 0,0 1 0,1-1 0,-1 1 0,0 0 0,0-1 0,1 1 0,-1-1 0,0 1 0,0-1 0,0 1 0,0-1 0,0 1 0,0-1 0,1 1 0,-1-1 0,0 0 0,5-13 0,-1-1 0,0 1 0,-1-1 0,-1 0 0,0 0 0,0-16 0,8-50 0,-9 74 0,0 1 0,0-1 0,1 1 0,0-1 0,1 1 0,-1 0 0,1 0 0,0 0 0,1 0 0,-1 1 0,1-1 0,0 1 0,1 0 0,-1 0 0,1 0 0,0 1 0,0-1 0,0 1 0,8-4 0,-4 4 0,0 0 0,0 0 0,1 1 0,-1 1 0,1-1 0,-1 1 0,1 1 0,0 0 0,0 0 0,11 2 0,0 0 0,0 1 0,0 1 0,38 11 0,-28-3 0,-1 1 0,0 1 0,-1 2 0,-1 1 0,0 1 0,-1 1 0,-1 2 0,45 42 0,-20-18-2507,31 17-6965,-40-31 4307,-5-4-7474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241 38 11077,'-1'-3'2379,"-15"-25"2348,15 27-4565,0 1 0,1-1 0,-1 0 1,0 1-1,0-1 0,0 1 0,0 0 0,0-1 0,0 1 0,0 0 1,0-1-1,0 1 0,0 0 0,0 0 0,0 0 0,0 0 1,0 0-1,0 0 0,0 0 0,-2 1 0,1-1 290,-3 0-200,0 0 0,0 1-1,0-1 1,0 1 0,0 0 0,0 1 0,0 0 0,0-1-1,0 1 1,1 1 0,-1-1 0,1 1 0,0 0-1,-1 0 1,1 0 0,0 0 0,1 1 0,-1-1-1,1 1 1,-6 8 0,-3 5 49,1 0-1,1 1 0,-15 34 1,16-29-185,1 0 0,1 0 0,2 1 0,0 0 0,1 0 0,2 0 0,0 1-1,1-1 1,4 33 0,-2-53-101,-1 0 0,1 0 0,0 0 0,0 0 0,0 0 0,1 0 0,-1 0 0,1-1-1,0 1 1,0 0 0,5 5 0,-6-8-11,0-1 1,0 1-1,0-1 1,0 0-1,0 1 0,0-1 1,0 0-1,0 1 0,0-1 1,0 0-1,0 0 1,1 0-1,-1 0 0,0 0 1,0-1-1,0 1 1,2 0-1,0-1 8,2 1-6,-1-1 0,0 0 0,0 0 0,0 0 0,0-1 0,0 1 0,0-1 0,0 0 0,0 0 0,-1 0 0,1 0 0,-1-1 0,0 0 0,1 1 0,-1-1 0,0 0 0,-1-1 0,1 1 0,0 0 0,1-5 0,8-11 48,-1 0 0,14-34 0,-16 33 29,-7 16-60,9-20 342,1 0 1,23-34-1,-21 36 39,-12 17-351,1 1 1,-1-1 0,1 1-1,1 0 1,-1 0-1,5-5 1,-6 8-41,0 0-1,0 0 1,0 0 0,0 0 0,0 0 0,0 0 0,0 0-1,0 0 1,0 1 0,0-1 0,1 1 0,-1 0 0,0 0-1,0 0 1,1 0 0,-1 0 0,0 0 0,5 1 0,9 5-47,1-1 0,-1 2 0,1 0-1,-2 1 1,1 1 0,-1 1 0,25 20 0,-15-12-1349,36 20 0,-16-17-3634,49 14-1,-65-24 638,15 6-7654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29 446 13941,'-29'-28'9697,"34"27"-8136,19 0-1085,-1 1 0,0 1 1,1 1-1,-1 1 0,0 1 0,0 1 0,-1 1 0,27 11 1,-12-2-273,-1 1 0,0 2 0,-2 1 0,38 29 0,-45-25-112,0 1 0,-2 2 0,0 1 0,-2 0 0,32 53 0,7 22 550,-54-86-136,-24-56-367,2 0 0,-13-68-1,-11-108 8,33 178-1527,2-1 0,3-63 0,2 69-820,2-1 1,2 1 0,1 0-1,1 1 1,25-62-1,-10 41-10236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6.6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247 57 10517,'-16'-5'899,"12"4"-558,0 0 0,1 0 1,-1-1-1,1 1 0,-1-1 1,1 0-1,0 0 1,-1 0-1,1 0 0,-5-6 1,4 5 96,1 0 1,-1 0-1,0 1 1,0 0-1,0-1 1,0 1-1,0 0 0,0 1 1,-1-1-1,1 1 1,0 0-1,-1 0 1,0 0-1,1 1 1,-1-1-1,1 1 1,-1 0-1,-6 1 1,7 0-291,1 0 1,-1 0 0,0 0 0,1 1 0,-1-1-1,1 1 1,-1 0 0,1 0 0,0 0 0,0 0-1,0 1 1,0-1 0,0 1 0,1 0 0,-4 3-1,1 1-68,-1 1 0,2-1 1,-1 1-1,1 0 0,0 0 0,1 0 0,0 1 0,0-1 0,0 1 0,2 0 0,-1-1 0,1 1 0,0 0 0,1 0 0,1 18 0,-1-26-74,1 1-1,-1 0 1,1-1-1,-1 1 1,1-1-1,0 1 1,0-1-1,0 0 1,0 1-1,0-1 1,2 2-1,-2-2 12,-1-1 0,1 1 0,0 0 1,-1 0-1,1-1 0,0 1 0,-1 0 0,1 0 0,-1 0 0,0 0 0,1 0 0,-1 0 0,0 0 0,1 0 0,-1 1 1,17-5 518,-14 2-400,0-1 1,0 1-1,0-1 1,0 0-1,0 0 1,-1 0-1,1 0 1,0 0-1,-1-1 1,0 1-1,1-1 1,-1 0-1,0 1 1,-1-1-1,1 0 1,0 0-1,1-5 1,25-60 2134,-28 67-2271,0 1 0,0-1 0,0 1 0,0-1 0,0 1 0,0-1 0,1 1 0,-1-1 0,0 1 0,0-1 0,1 1 0,-1 0 0,0-1 0,1 1 0,-1-1 0,0 1 0,1 0 0,-1-1 0,1 1 0,-1 0 0,0-1 0,1 1 0,-1 0 0,1 0 0,-1-1 0,1 1 0,-1 0 0,1 0 0,-1 0 0,1 0 0,-1 0 0,1 0 0,0 0 0,-1 0 0,1 0 0,-1 0 0,1 0 0,-1 0 0,1 0 0,-1 0 0,1 0 0,-1 1 0,1-1 0,-1 0 0,1 0 0,-1 0 0,1 1 0,-1-1 0,0 0 0,1 1 0,-1-1 0,1 0 0,-1 1 0,0-1 0,1 1 0,-1-1 0,0 1 0,1 0 0,26 19 0,-2 1 0,-1 2 0,35 40 0,-40-43 0,45 51-12,75 108-1,-113-140-13,-2 1-1,-1 1 1,-2 2-1,27 81 1,-41-99-69,0 0 1,-2 0 0,-1 0-1,-1 1 1,-1-1 0,-1 1-1,-5 48 1,1-58 80,1-1 1,-2 0-1,0 0 1,0-1-1,-2 1 0,1-1 1,-2 0-1,0-1 1,-1 1-1,0-1 0,-1-1 1,0 1-1,-1-2 0,-15 15 1,22-24 16,1-1-1,0 1 1,-1 0 0,1-1-1,-1 0 1,0 0 0,1 0-1,-1 0 1,0 0 0,0 0 0,1-1-1,-1 1 1,0-1 0,0 0-1,0 0 1,0 0 0,0 0 0,1 0-1,-1-1 1,0 0 0,0 1-1,0-1 1,1 0 0,-1 0-1,0 0 1,1 0 0,-1-1 0,1 1-1,0-1 1,-1 0 0,1 0-1,0 1 1,0-1 0,0-1-1,0 1 1,0 0 0,0 0 0,-1-4-1,-5-10-10,1-2 0,0 1 0,1-1 0,1 0 0,1 0 0,-4-29-1,4 4-171,3-74 1,4 65 27,3 0 1,1 0 0,27-89 0,-22 103 176,2 0-1,1 2 1,2 0 0,1 0-1,36-51 1,-41 71 169,0-1 1,1 2-1,1 0 0,23-18 1,-35 31-174,0 0 1,-1 0-1,1 0 1,1 1-1,-1-1 1,0 1-1,0 0 1,0 0-1,1 0 1,-1 0-1,1 1 0,-1-1 1,0 1-1,1 0 1,-1 0-1,1 0 1,-1 0-1,1 1 1,-1-1-1,1 1 1,-1 0-1,0 0 1,0 0-1,1 1 1,3 1-1,-1 1 11,1 0 0,-1 0 1,0 1-1,0-1 0,-1 1 0,1 1 0,-1-1 0,0 1 1,-1 0-1,5 7 0,94 138-6876,-101-147 3827,9 1-4969,-9-4 5866,11 7-7696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6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69 11665,'-61'-23'5693,"55"6"-4513,0 0 92,22 11-1232,3 0-620,3 6-812,25 0-501,-8 3-2779,-1 8-3657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7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74 355 11781,'-43'-49'5661,"42"48"-5061,0 0-1,-1 0 1,1-1 0,-1 1 0,0 0 0,1 0 0,-1 1 0,0-1 0,0 0 0,1 0 0,-1 1 0,0-1-1,-3 1 1,0 1 3871,18 7-2771,4 2-1581,-2-1 0,1 2 0,-1 0 0,-1 1 0,17 17 0,-17-15-77,100 79-42,-112-91 0,0 0 0,0-1 0,1 1 0,-1-1 0,1 1 0,-1-1 0,1 0 0,-1 0 0,1 0 0,0 0 0,-1 0 0,4 0 0,-4-1 0,-1 0 0,0 0 0,1-1 0,-1 1 0,0 0 0,0 0 0,1-1 0,-1 1 0,0-1 0,0 1 0,1-1 0,-1 1 0,0-1 0,0 0 0,0 0 0,0 1 0,2-3 0,0-1 0,0-1 0,0 1 0,0-1 0,-1 0 0,1 1 0,-1-1 0,0 0 0,1-7 0,1 0 0,30-95 0,-30 86 0,2 0 0,0 0 0,1 1 0,2 0 0,0 1 0,1-1 0,15-22 0,-20 36 0,0 0 0,1 0 0,0 1 0,0-1 0,0 1 0,0 1 0,1-1 0,0 1 0,0 0 0,0 1 0,14-6 0,-9 6 0,-1 0 0,1 1 0,0 1 0,0-1 0,0 2 0,0 0 0,13 1 0,14 5 0,0 1 0,-1 3 0,63 22 0,-85-26 0,201 74 0,-212-78 0,0 0 0,-1-1 0,1 1 0,0-1 0,1 0 0,-1-1 0,0 1 0,0-1 0,0 0 0,0 0 0,9-2 0,-11 1 0,-1-1 0,1 1 0,-1 0 0,1-1 0,-1 1 0,0-1 0,0 0 0,0 0 0,0 0 0,0 0 0,0 0 0,0 0 0,2-4 0,-2 3 0,0 0 0,0 0 0,0 0 0,0-1 0,-1 1 0,1-1 0,-1 1 0,0-1 0,0 0 0,0 0 0,0 1 0,-1-5 0,2-6 0,-1 9-2,1 0-1,-2-1 1,1 1-1,-1-1 1,1 1-1,-1-1 1,-1 1-1,1-1 1,-1 1-1,0 0 1,-1-1-1,1 1 1,-1 0-1,0 0 1,0 0-1,0 0 1,-1 0-1,0 0 1,0 1 0,0-1-1,0 1 1,-1 0-1,-4-4 1,6 7-6,1 0 0,-1 0 0,0 0 0,0 1 0,1-1 0,-1 1 0,0-1 0,0 1 0,0 0 0,0 0 0,0 0 0,0 0 0,0 0 0,0 0 0,0 0 0,1 1 0,-1-1 1,0 1-1,0-1 0,0 1 0,0 0 0,1-1 0,-1 1 0,0 0 0,1 0 0,-1 1 0,-2 1 0,-4 3-86,1-1 0,0 1 0,0 1-1,-10 11 1,2 1-162,-10 11-981,-35 58-1,59-85 878,4-6-370,17-12 1117,0 1-1,31-16 1,-41 25-313,0 1-1,1 0 1,-1 1 0,1 0 0,0 1 0,-1 0 0,1 0 0,19 0 0,6 4-996,34 0-2390,-65-2 2543,1 0 0,-1-1 0,1 1 0,-1-1 0,1-1 0,-1 1 0,0-1 0,0 0 0,7-4 0,5-3-5069,4-2-3434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7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61 100 11481,'-14'-19'719,"-11"-19"2212,3-5 11899,26 47-13258,9 8-1451,-1 2 1,0 0-1,-1 0 1,-1 1-1,0 0 0,13 28 1,38 111 230,-36-87-320,57 195-4572,-60-170-7670,-8-46-823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16273,'43'58'6576,"96"99"0,-53-65-3234,17 28-3342,-5 5 0,100 169 0,-164-236-190,105 162-2867,-109-177 1824,2-2 1,71 72-1,-46-68-3359,-18-21-1745,3-2-5572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89 12269,'-39'-20'1268,"-59"-35"7370,95 53-5399,8 0-2962,1 0 0,-1 1 0,1-1 0,0 1 0,-1 0 0,1 1 0,0-1 0,5 1 0,2 0 29,26-2 88,0 2 1,0 2 0,-1 1 0,72 16 0,-90-14-352,0 0 0,-1 2 0,0 0 0,0 1 0,-1 1 0,0 1 0,0 0 0,-1 1 0,0 1 0,28 27-1,-39-32-35,0 1 0,0-1 0,-1 1 0,0 0 0,0 0 0,-1 1-1,0-1 1,0 1 0,-1 0 0,0 0 0,-1 1 0,0-1-1,0 0 1,-1 1 0,0-1 0,-1 1 0,0-1 0,0 1 0,-1-1-1,0 1 1,-1-1 0,0 0 0,-1 1 0,-3 8 0,-4 7-97,-1 0 0,-1-1 1,-1 0-1,-1-2 0,-1 1 1,-1-2-1,-24 26 0,34-41-26,-95 98-2154,88-92 1068,-1 0 1,-1-1-1,0-1 1,0 0-1,-30 13 1,14-11-5451,12-3-4230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7 15949,'-3'-6'8161,"25"9"-5853,1 3-331,-4 8-349,9 14-300,-2 1-264,9 8-712,-4 3-352,7 6 0,-3 5 0,0 4 0,89 113-4368,-80-114 1519,1-8-567,3-9-3121,2 1-6076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1 9841,'-2'1'2101,"-7"3"-1307,0 1 0,0 0 0,0 1 0,1 0 0,-1 1 0,2-1 1,-10 10-1,7-4-234,1-1 1,0 2-1,1-1 0,-10 19 1,0 11-363,1 1 1,-15 61-1,3-12 449,12-43-673,-19 95 0,35-111 161,1-33-123,0 1 0,1 0 0,-1-1 0,0 1 0,0 0 0,0-1 0,1 1 0,-1-1 0,0 1 0,1 0 0,-1-1 0,1 1 0,-1-1 0,0 1 0,1-1 0,-1 1 0,1-1 0,-1 0 0,1 1 0,0-1 0,-1 1 0,1-1 0,-1 0 0,2 1 0,0-2 59,0 1 1,1 0 0,-1-1-1,0 0 1,0 0-1,1 1 1,-1-1 0,0 0-1,0-1 1,0 1-1,0 0 1,0-1 0,0 1-1,-1-1 1,1 1-1,0-1 1,-1 0 0,1 0-1,-1 0 1,2-2 0,10-13 492,-6 7-219,1 0 0,0 0 0,0 0 0,1 1 0,1 0 0,-1 1 0,2 0 0,-1 0 0,1 1 1,0 1-1,12-6 0,-10 7-238,-1 1 0,1 0 1,0 1-1,0 0 1,0 2-1,0-1 0,1 1 1,-1 1-1,0 1 1,0 0-1,1 0 0,-1 1 1,14 5-1,69 17-2823,-64-18-1003,34 1-1,-24-2-2890,5 1-4075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9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162 153 12785,'-5'1'360,"-1"-1"-1,0 0 1,0 0 0,1 0-1,-1-1 1,-9-2 0,-20-15 5005,30 15-4672,1 0 0,-1 0 0,0 0 0,0 1 0,0 0 0,0 0 0,-1 0 0,1 1 0,0-1 0,-10 0 0,14 2-449,0-1 0,0 0 1,0 0-1,0 1 1,1-1-1,-1 0 1,0 0-1,0 0 1,1 0-1,-1 0 1,0 0-1,1 0 0,-1 0 1,1-1-1,-1 1 1,1-2-1,79 36-37,-29-14-150,55 31 0,-62-25-57,45 35 0,-68-45 0,-1 1 0,0 0 0,-2 2 0,29 35 0,-37-46 0,-3-12 0,-3-17 0,-3 20 0,1-3 0,5-38 1,1 1-1,16-49 1,-19 78-2,0 1 0,2-1 0,-1 1 1,2 0-1,0 1 0,0-1 0,1 1 0,0 1 1,1 0-1,0 0 0,15-12 0,-18 17-3,1 0 0,1 0-1,-1 1 1,1 0 0,-1 1 0,1-1 0,0 2 0,0-1-1,0 1 1,1 0 0,-1 1 0,0 0 0,1 0 0,-1 1-1,16 1 1,-8 1-64,1 1 0,-1 0 1,0 2-1,0 0 0,0 0 0,-1 2 0,16 8 0,106 47-4543,-90-45-17,1-2-3658,-13-6-3354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9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102 597 14421,'-17'-6'2425,"16"6"-2294,1 0 0,0 0 0,-1 0 1,1 0-1,-1-1 0,1 1 0,0 0 0,-1 0 1,1 0-1,-1 0 0,1 0 0,-1 0 1,1 0-1,-1 0 0,1 0 0,0 0 0,-1 0 1,1 0-1,-1 1 0,1-1 0,-1 0 1,1 0-1,0 0 0,-1 1 0,1-1 0,0 0 1,-1 0-1,1 1 0,0-1 0,-3 4 4091,5-7-3079,3-5-714,0 0-1,1 0 1,0 1 0,9-8 0,-6 7-234,-1-1 1,-1 0-1,0 0 0,0 0 1,7-14-1,-9 13-75,1-1-1,-2 0 0,0 0 0,4-16 1,-7 22-102,0 0 1,0 0-1,-1 0 1,0 0-1,0 0 1,0-1-1,-1 1 1,0 0-1,1 1 1,-2-1-1,1 0 1,-1 0-1,1 0 1,-5-7-1,2 6-11,0 0-1,0 0 0,0 1 1,0-1-1,-1 1 0,0 0 0,0 1 1,-1-1-1,1 1 0,-1 0 0,-8-4 1,12 7-6,0 0 1,0 0-1,0 0 0,-1 0 1,1 1-1,0-1 1,0 1-1,-1-1 1,1 1-1,-1 0 0,1 0 1,0 0-1,-1 0 1,1 0-1,0 1 1,-1-1-1,1 1 0,0 0 1,-1 0-1,1-1 1,0 1-1,0 1 1,0-1-1,0 0 0,0 0 1,0 1-1,0-1 1,0 1-1,1 0 0,-1-1 1,1 1-1,-1 0 1,1 0-1,0 0 1,-1 0-1,0 3 0,-4 7 51,1 1 0,0 0-1,0 0 1,2 0-1,0 0 1,0 0 0,1 1-1,0 25 1,2-11 79,1 0 0,1 1 1,8 36-1,-7-51-73,0 0 1,2 0-1,-1-1 1,1 0-1,1 0 1,1 0-1,0 0 1,0-1-1,1 0 1,0-1-1,19 19 1,-19-23-53,0 0 0,1 0 0,-1-1 0,2 0-1,-1-1 1,1 0 0,-1-1 0,1 1 0,1-2 0,-1 1 0,0-2 0,1 1 0,0-2 0,-1 1 0,22-1 0,-12-2-182,1-1 1,-1-1-1,0-1 0,1 0 0,-2-2 0,1 0 0,-1-2 0,34-16 1,-8-2-693,0-2 0,51-42 0,-80 58 759,-1-1 1,0-1-1,-1 0 0,0-1 1,-1 0-1,-1-2 1,0 1-1,-2-1 0,0-1 1,0 0-1,-2 0 1,0-1-1,-1 1 0,-1-2 1,-1 1-1,-1-1 0,0 0 1,-2 0-1,0 0 1,-2-39-1,-3 41 479,-1 0-1,-1 0 1,0 1-1,-2-1 1,0 1-1,0 1 1,-12-18-1,-8-20 973,27 53-1303,-1 0 0,0 0 0,1-1-1,-1 1 1,1 0 0,-1-1 0,1 1-1,-1 0 1,1-1 0,0 1-1,0-1 1,0 1 0,0 0 0,0-1-1,0 1 1,0-1 0,0 1 0,1-2-1,-1 3-9,1-1 0,-1 1 0,1 0 0,-1-1 0,1 1 0,0 0 0,-1 0 0,1 0 0,-1-1 0,1 1 0,0 0 0,-1 0 0,1 0 0,0 0 0,-1 0 0,1 0 0,0 0 0,-1 0 0,1 0 0,-1 1 0,1-1 0,0 0 0,-1 0 0,1 0 0,-1 1 0,2 0 0,7 3 134,0 1 0,0 0 0,13 10 0,30 23-111,-7-6 44,-2 1 1,75 76-1,-107-97-85,-1 0 0,-1 0-1,1 1 1,-2 0 0,0 1 0,-1-1-1,0 2 1,-1-1 0,-1 1 0,0 0-1,-1 0 1,0 0 0,-2 0 0,0 1-1,1 17 1,-4-10-128,-1 0 0,-1 0 0,-1 0 0,-1-1 1,-1 1-1,-1-1 0,0 0 0,-13 24 0,14-35-510,-5 12-364,8-8-3066,14-5-4871,-10-9 6847,12 8-9966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0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43 13777,'-54'-17'2444,"22"14"385,16 6-409,1 0 2340,-4 0-3848,3 0-375,13-20-6946,3 0 112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6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4436,'0'0'5149,"3"-2"-4668,21-12 336,-22 13 369,0 2-882,21 15 2286,-20-15-2281,6 2 568,1 0 1,-1-1-1,1 0 1,16 1 4356,-50 16-4606,24-15-567,1-1-1,0 1 0,0-1 1,0 0-1,1 1 0,-1-1 1,1 0-1,0 0 1,0 0-1,0 0 0,0 0 1,3 3-1,1 2 63,38 49 555,84 86 0,65 40-191,-184-176-461,172 154-303,356 241 1,9-91-1171,-396-242 258,284 90 0,-27-62-2689,-131-66-3969,-137-28-487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837 282 6909,'-67'17'5867,"49"-13"-4943,0 0 0,0 2 1,0 0-1,-19 10 0,-3 5 999,-74 51-1,100-62-1653,1 2-1,0-1 1,1 1-1,0 1 0,1 0 1,1 1-1,0 0 1,-13 24-1,12-13 124,1 0-1,1 0 1,1 1 0,1 0-1,2 1 1,0-1 0,-1 53-1,6-62-293,0 0 1,1 0-1,0 0 0,2 0 0,0 0 1,1-1-1,0 1 0,2-1 0,0 0 1,0 0-1,2-1 0,0 0 0,16 23 1,-20-33-85,0 0 1,0-1 0,1 0 0,-1 0 0,1 0 0,0 0-1,0-1 1,0 1 0,1-1 0,-1-1 0,1 1-1,-1-1 1,1 0 0,0 0 0,0 0 0,0-1 0,0 0-1,0 0 1,0-1 0,0 0 0,1 0 0,-1 0 0,0-1-1,0 0 1,0 0 0,0 0 0,8-4 0,-4 2-39,0-2 1,0 1 0,0-2-1,-1 1 1,0-1 0,0 0-1,0-1 1,-1 0 0,0 0 0,0-1-1,-1 0 1,0-1 0,0 1-1,8-16 1,-9 10-13,0 0 0,-1 0 0,0-1 0,-2 0 0,1 0 0,-2 0 0,0 0 1,0-1-1,-2 1 0,0-1 0,-1 1 0,0 0 0,-1 0 0,-1-1 0,-6-18 0,-1 1-120,-1-1 0,-2 2 0,-1 0 1,-1 1-1,-34-51 0,10 25-23,-3 2-1,-2 2 1,-3 2 0,-1 1 0,-70-53-1,109 96 162,-23-19 57,-2 1 0,-1 1-1,-43-21 1,75 43 0,0 1-1,0 0 1,0 0-1,0 0 1,0 0-1,0 0 1,0 1-1,-1-1 1,1 1-1,0 0 1,0 0-1,0 0 1,-5 1-1,6 0-6,1-1-1,-1 1 0,1-1 1,-1 1-1,1 0 0,-1 0 1,1 0-1,-1 0 1,1 0-1,0 0 0,-1 0 1,1 0-1,0 1 0,0-1 1,0 0-1,0 1 0,0-1 1,-1 3-1,0 0 20,1 0 0,0 0 0,0 0 0,1 0 0,-1 1 0,1-1 0,0 0 0,0 0-1,0 0 1,0 0 0,1 1 0,-1-1 0,1 0 0,0 0 0,1 0 0,-1 0 0,1 0 0,2 3 0,8 14 89,0-2 0,2 1 0,0-2 0,2 0 1,-1-1-1,34 28 0,120 78 244,-164-119-369,348 201-2450,-230-146-2226,3-6-4524,-80-33-816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7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93 140 14333,'-16'-6'12093,"6"-8"-10556,1 0 743,-4 5-1444,0 1-24,4-4-2256,-4-5-344,7-6-4209,3 0-688,9 9-6308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1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38 3896,'0'0'2253,"-10"-14"-2337,1 2-220,-1 1-2473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18 394 4664,'-18'18'5698,"21"-20"-5400,-1-1 1,1 0-1,-1 1 1,1-1-1,0 1 1,0 0-1,0 0 1,1 0-1,-1 1 1,0-1-1,1 1 0,6-3 1,-7 4-135,-1-2-106,8-11 6,1 0 0,23-21 0,-21 22-68,0-1-1,-2 0 1,12-15 0,46-75-265,-67 100 260,43-36-51,-23 15 120,-13 13-90,12-24-1456,-20 32 323,2-16-3680,1 1 988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1 435 5901,'0'17'8432,"1"-20"-6950,16-45 3610,-15 37-5044,2 0 0,-1 1 0,1 0 0,1 0 0,10-16 0,11-8-1630,1 1 0,2 1 0,2 2 0,44-35 0,-61 54 987,41-47-2843,-27 27 691,1 2-774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24 237 5324,'0'0'16,"0"-1"0,0 1 0,0 0 0,0-1 0,0 1 0,0-1 0,0 1 0,0-1 0,0 1 0,0 0 0,0-1 0,0 1 0,0-1 0,-1 1 0,1 0 0,0-1 0,0 1 0,0-1 0,-1 1 0,1 0 0,0-1 0,-1 1 0,1 0 0,0 0 0,-1-1 0,1 1 0,-15 3 4972,11-2-725,16-20-3052,76-100-4968,-50 58-1167,-16 29 371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0 412 5304,'4'-1'814,"0"1"-1,0-1 1,-1-1-1,1 1 1,-1 0-1,1-1 0,6-4 1,20-20 1291,-17 9-2822,22-35-1,-16 22 901,18-21-1167,-12 16-1124,40-71 0,-44 66-7,3 0-251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0 512 5264,'49'-36'2409,"-47"34"-2271,1-1 1,0 0-1,-1 0 1,0 0 0,0 0-1,0 0 1,2-4-1,2-3 195,3-4 319,-1-1-1,8-20 1,-10 21-251,1-1 0,0 2 1,11-17-1,13-7-960,2 0-1,2 3 1,76-60 0,-102 86 22,0 0 0,-1-1 0,0 0 0,6-10 0,2-1-1369,5-8-956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0 455 5601,'6'-4'507,"6"-4"25,-5 6 2624,-18-25 230,11 25-3281,0-1 0,0 1 1,0-1-1,1 1 0,-1-1 1,1 1-1,0 0 0,-1-1 0,1 1 1,0 0-1,1 0 0,-1-1 0,2-1 1,0-2 113,1-4-220,1-1 1,0 1-1,1 0 1,0 0 0,1 1-1,0 0 1,0 0-1,1 0 1,13-10 0,7-4-1913,53-32 0,-3 3-445,-75 50 2340,2-2-196,0 0 0,0 0 0,0 0 0,-1 0 0,1-1 0,-1 0 0,0 0 0,0 0 0,5-10 0,-7 9 32,30-54-2639,-19 47 2279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4784,'18'17'824,"-14"-14"3485,14 22 1126,-13-26-5293,-1 0 0,0-1 0,1 0 0,-1 0 0,0 0 0,0 0 0,-1-1 0,1 0-1,0 1 1,-1-1 0,1-1 0,-1 1 0,3-5 0,41-59-976,-14 19-479,111-121-7636,-119 140 5690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4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3383 4876,'29'-38'7719,"-5"-4"-5248,-16 26-2147,1 1 1,15-20-1,-8 14-365,18-30 0,7-10-1013,-21 39 488,0 0-1,2 2 1,0 0-1,1 2 1,1 0-1,30-16 1,-14 4 137,-33 23 451,1 0 0,1 1 0,-1 0 1,12-5-1,49-28 794,-61 34-714,0-1 1,0 0-1,0-1 0,-1 1 0,0-1 1,10-13-1,-9 10-71,1 1 0,0 0-1,0 0 1,1 1 0,19-13 0,-3 2-180,-11 9-325,2 0-1,-1 1 1,2 0 0,24-8 0,-14 5-425,31-16 0,-14 2 950,50-37 1,-32 15 813,31-24 1142,-15 6-897,-46 39-1359,70-42 0,-3 3-231,-78 49 785,-1-1 0,0-1 0,24-30 0,108-117 3105,25-27-3424,-131 145-473,140-157-135,-169 182 580,1 1 0,1 1 0,0 1 0,2 0 0,1 2-1,0 0 1,1 2 0,41-22 0,30-9-246,-3-4 0,-2-4 0,119-96 1,-8 8-824,-183 129 879,54-47-836,-21 10 602,9-10 164,117-92 0,-145 126 427,12-7 182,-12 11-142,0 0 1,-2-2 0,33-35-1,-27 25-72,42-31 0,-51 45-76,-17 12-80,1 1 0,-1 1 0,13-7 0,-4 15-427,4 1-1011,-15-3 1444,-4 1 46,-1 0 0,1-1 0,0 1 1,-1-1-1,1 1 0,-1-1 0,1 0 0,-1 0 0,1-1 0,-1 1 0,0-1 1,0 0-1,0 0 0,0 0 0,0 0 0,0 0 0,0 0 0,0-1 0,-1 0 1,5-5-1,4-9 378,-1-2 1,11-28 0,-19 44-264,-8 15-4530,2 2 2238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5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2 104 5184,'-2'17'2129,"18"-24"1248,-16 6-3221,2 0 1502,-5-33 2899,3 31-3403,0-68 2500,0 68-2541,1 5-1031,46 97 191,22 52-2546,-35-49-3940,-26-59 123,-2-23 313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6.6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6 575 4996,'-5'9'422,"4"-13"4155,6-9 917,-1 4-4947,-2 6-497,0 1 0,1 0-1,-1-1 1,1 1 0,0 0 0,-1 0-1,1 0 1,0 1 0,0-1 0,0 1-1,0-1 1,1 1 0,2-1 0,30-15 67,-10-3-296,0-1 1,-2-2 0,0 0-1,31-41 1,23-31-1392,50-68-2443,-90 110 897,2 2-1159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6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0 287 4012,'8'-8'671,"-5"8"446,-5 14 777,0-4-2073,5-8 283,0 0-1,0-1 0,0 1 0,0-1 1,1 0-1,-1 0 0,4 0 0,-5 0-54,1-1-1,0 1 1,0-1 0,-1 0-1,1 0 1,0-1-1,0 1 1,-1 0-1,1-1 1,0 0-1,-1 1 1,1-1-1,-1 0 1,5-2-1,30-19 261,-19 7-218,0 0 0,31-35 0,3-3-13,-20 21-214,-24 23-53,1 1-1,-1 0 0,1 0 0,0 1 0,1 0 1,19-10-1,61-31-4144,-75 40 3387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7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10 624 6405,'-9'-29'7186,"10"27"-6662,1-3-423,0 0 1,0 0 0,0 1 0,1-1 0,0 1 0,0 0-1,0 0 1,1 0 0,-1 0 0,6-4 0,9-8-364,0-1 1,24-33-1,-24 28-405,29-27-1,-6 13-105,19-18-369,78-88 0,-130 134 959,0 1 0,0 0 1,1 1-1,-1-1 0,18-8 0,11-8-811,-26 16 795,3-3-761,0 0-1,-1 0 1,15-15-1,-12 6 19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7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2 647 5661,'4'-6'211,"-2"4"-66,0-1 0,0 1 0,0-1-1,-1 1 1,1-1 0,-1 0 0,0 0 0,0 0-1,0 0 1,0 0 0,0 0 0,0-4 0,-1 5 51,0 0 1,-1 0-1,1 0 1,-1 0-1,1 0 0,-1 0 1,0 0-1,0 0 1,0 0-1,0 0 1,0 0-1,0 1 1,-2-3-1,-7-13 4572,9 14-4707,1 0 0,0 0 0,0 0 0,0 0 0,1 0-1,-1 0 1,1 0 0,-1 0 0,1 1 0,0-1 0,0 0 0,1 0-1,-1 1 1,0-1 0,1 0 0,0 1 0,-1-1 0,5-3-1,40-46-1161,-42 48 1114,226-228-4984,-74 83 1208,-110 111 1182,-26 16 1539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3127 5949,'-6'-12'1110,"5"10"1697,2-1-2089,0-2-571,1-1 1,0 1-1,0 0 0,0 1 1,0-1-1,1 0 1,0 1-1,0-1 1,0 1-1,1 0 1,-1 0-1,1 0 1,7-5-1,-2 0-139,45-47-89,-11 11-591,1 2-1,2 2 1,74-51 0,-89 69 652,-1-1 1,-2-1-1,0-2 1,-2 0-1,28-39 1,-23 29 489,322-353-188,-253 272-637,-38 41 593,-48 58 18,0-1 0,20-38-1,-21 34 26,30-41 0,-18 25-154,-22 34-115,0 0-1,0 0 0,0 1 0,1-1 0,0 1 1,0 0-1,1 0 0,-1 0 0,1 1 1,8-6-1,14-9-25,-22 14 3,1 0-1,1 1 1,-1 0-1,0 0 0,1 1 1,0-1-1,8-1 1,-2 0-71,0-1 0,-1 0 0,1 0 0,15-12 0,6-2-228,-15 8-148,-1 0 0,0-2 0,-1 0-1,29-31 1,35-30-1507,-55 59 2397,0 0-1,0 2 1,1 1 0,34-12 0,-35 15 793,-14 4-984,0-1 1,-1 0-1,0-1 0,0 0 0,-1-1 0,15-14 0,22-19-195,145-93-769,-144 94 679,-32 27-342,0 1-1,0 0 1,27-14 0,13-9-872,-37 23 924,1 1 0,22-11 0,37-17-45,145-97-1,-75 10 1247,-15 12-444,-92 83-550,-1-3 0,-2-1 0,-1-1 0,64-83 1,-86 99-84,-6 8-256,0-1 0,-1 0 1,0 0-1,10-22 0,-9 13-711,5 3 532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1 263 4824,'15'-6'1101,"-5"-11"-221,-4-3-196,7 9-88,0-1-116,-4-2-84,1 0-104,2-3-308,11-9 212,-14 14-48,7-5-184,0 6-152,0-6-176,9-12-172,-18 18-472,-1-4-1153,3 1-143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4396,'0'-43'1778,"22"21"-189,-3 10-1896,0 1-1,1 1 0,40-14 1,-57 23-711,-2-2-420,1-11 345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86 3564,'41'-6'2369,"-32"-8"-1809,1 0 212,-7-1-732,7 4-176,-20-3-1857,4 2 473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2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2647 3960,'-13'4'19035,"16"-11"-16172,2-5-6385,22-73 3966,19-91-1,-18 61-279,71-270-30,272-943-1342,-346 1251-65,4 2-1,3 0 0,3 2 1,58-90-1,-77 138 224,-12 17-49,1 1 0,0 0 0,0 0 0,7-7 0,6 3-5317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3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496 192 4004,'-38'-24'7596,"25"17"-7350,8 4-21,1 0 0,-1 0 0,1-1 0,0 0 0,0 0 0,0 0 0,0 0 0,1 0 0,-6-9 0,8 11-141,-12-20 714,-18-41-1,30 61-591,0 0-178,-1-1-1,1 1 0,-1 0 0,0 0 0,0 0 0,0 0 0,0 1 0,-2-3 0,-1 3-8,0 0-1,0 0 0,0 0 1,1 0-1,-1 1 0,0 0 1,0 0-1,0 0 0,0 1 0,0-1 1,0 1-1,0 0 0,0 1 1,1-1-1,-1 1 0,0 0 0,-4 3 1,-3 0 4,1 1-1,1 1 1,-1-1 0,1 2 0,0-1 0,-9 11 0,6-3 0,1 0 0,1 1 0,0 0-1,2 1 1,0 0 0,-9 22 0,0 9 19,-14 56 0,23-57-30,1 0 0,3 0-1,1 85 1,5-104-4,1 0-1,6 33 1,-7-60-10,-1 3-11,1 1 1,-1-1-1,1 0 1,1 0-1,-1 0 1,0 0-1,1 0 1,0 0-1,0 0 1,0 0-1,1-1 1,-1 1-1,6 5 1,-1-7-19,0-4 15,1 0 0,-1-1 1,0 0-1,0 0 0,0 0 0,-1-1 1,1 0-1,-1 0 0,0 0 1,0-1-1,10-9 0,-5 1 17,-1 1 1,0-1-1,-1 0 0,14-28 0,-8 9 95,-1 1 0,17-66 0,4-68 1401,-28 131-882,-3 12-83,-1 0 0,0-29 0,-2 51-514,0 0 0,-1-1 1,1 1-1,0 0 0,0 0 1,-1 0-1,1 0 0,0 0 1,0 0-1,0 0 0,-1 0 0,1 0 1,0 0-1,0 0 0,0 0 1,-1 0-1,1 1 0,1 0 1,-1-1 6,1 1-11,0-1 0,0 1 0,0 0 0,0 1 0,0-1 0,0 0 0,0 1 0,-1-1 0,1 1 0,0-1 0,-1 1 0,1 0 0,-1-1 0,2 4 0,17 31 83,-13-21-73,90 152-2248,-25-63-6337,-46-70 992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4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90 4600,'23'-34'2276,"-21"31"-1296,7-29 3275,-13 13-3109,2 18 930,0 28 1336,2-8-3835,0 12 920,1-1-1,1 1 1,13 56-1,34 87 364,-36-134-705,33 98-387,86 178 1,20-27-4852,-92-192 139,3-7-2905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7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52 5869,'-4'-9'1178,"-1"0"0,0 1 1,-11-16-1,14 23 289,21 24 2335,23 98-1505,-4-11-1340,-5-31-680,32 82-1456,-33-48-6107,-16-46-647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9.0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1075 722 5745,'3'-29'931,"-2"17"188,1 0-1,-2 0 1,0-15 0,-2 14-216,2 1-378,0 1 0,-2-1-1,1 1 1,-1-1 0,-1 1-1,0 0 1,-1 0 0,0 0-1,0 0 1,-1 1 0,-13-20-1,12 21-372,-1 1 0,1 0 0,-2 1 0,1-1 0,-1 1 0,0 0 0,0 1 0,-1 0 0,0 1 0,0 0 0,0 0 0,-1 0 0,0 2 0,0-1 0,0 1 0,0 0 0,0 1 0,0 0 0,-17 0 0,7 1-75,1 1 0,-1 0-1,0 1 1,1 2 0,-1 0 0,1 0 0,0 2 0,0 1-1,1 0 1,-1 1 0,1 1 0,-22 14 0,8-6 30,0 3 0,1 0 0,1 2 1,1 1-1,-31 32 0,21-13-11,2 3 0,2 0 0,2 2 0,3 2 0,1 1 0,-30 70 0,40-74-58,2 0 1,2 2-1,3 0 0,1 0 0,2 1 1,3 1-1,-1 84 0,8-110-27,0-1 1,2 0-1,0 1 0,2-1 1,0 0-1,2-1 0,0 1 0,14 26 1,-15-36-28,0-1 0,1 0 1,0-1-1,1 1 0,0-1 1,1-1-1,0 0 0,1 0 1,0 0-1,0-1 0,0-1 1,1 0-1,0 0 0,1-1 1,22 8-1,-19-9-12,0-1 0,1-1 0,-1 0 0,1-1 0,-1-1 0,1 0-1,0-1 1,-1-1 0,1 0 0,-1-1 0,1-1 0,-1 0 0,0-1 0,0-1 0,0-1 0,-1 0 0,1 0 0,-2-1 0,1-1 0,14-11 0,-10 5 11,-1 0 0,-1-1 1,0 0-1,-1-1 1,-1-1-1,-1-1 0,0 0 1,-1 0-1,-1-1 0,0-1 1,-2 0-1,0 0 0,10-40 1,-9 15 8,-2-1 1,-2 0 0,-1 0-1,-3 0 1,-2-1 0,-2 1-1,-2 0 1,-2 0 0,-20-76-1,-3 21-7,-4 1-1,-70-144 0,-124-172 673,194 365-89,18 36 151,12 16-273,4 8 51,18 64 67,4-2 0,45 98 0,-47-120-528,213 479-4018,-120-317-184,-32-77-2607,-16-32-2855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0 6989,'-34'3'4289,"27"-3"-258,24 16-2138,5 1-1469,0 0 1,1-1 0,1-2-1,1 0 1,0-2 0,0 0-1,52 14 1,6-4-78,109 14 0,-24-15-347,252 0 0,169-39-1723,-281-3 1031,-293 23 807,-12 4 82,-19 20 231,12-21-377,-20 26 284,-14 16 251,-56 94-1,36-27-243,4 2-1,-45 147 1,-48 252 86,105-340-330,9 1 1,-15 238-1,39-162-63,10-192-67,3 0 0,13 70 1,-10-93-102,22 91-36,-24-113-145,0 1 0,2-1-1,0-1 1,0 1 0,1-1 0,12 15-1,-19-28 230,-1 0-1,1 0 0,0 0 1,-1 0-1,1 0 1,0 0-1,0 0 0,0 0 1,0 0-1,0 0 0,0 0 1,0 0-1,0-1 1,0 1-1,0 0 0,0-1 1,1 1-1,-1-1 1,0 0-1,0 1 0,1-1 1,-1 0-1,0 0 1,0 1-1,1-1 0,-1 0 1,0 0-1,1-1 0,-1 1 1,0 0-1,0 0 1,1-1-1,-1 1 0,0 0 1,0-1-1,0 1 1,1-1-1,-1 0 0,0 1 1,0-1-1,0 0 1,0 0-1,0 0 0,0 1 1,1-3-1,1-1-633,1-1 0,-1 0-1,0 0 1,0 0 0,0 0 0,-1 0 0,0-1-1,0 1 1,2-9 0,5-25-5528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599 634 6717,'-28'-11'908,"4"2"1209,-42-24-1,59 28-1830,0 1 0,0 1 0,-1-1-1,0 1 1,0 1 0,1-1 0,-1 1 0,-1 1 0,1 0 0,0 0 0,0 0 0,0 1 0,-1 0 0,1 1 0,0-1 0,0 2 0,0-1 0,0 1-1,0 0 1,0 1 0,0 0 0,-11 6 0,5-1-119,0 1 0,0 0 0,1 0 0,0 1 0,1 1-1,0 1 1,1-1 0,0 2 0,1-1 0,-12 20 0,4 0 54,1 1 0,1 0 1,2 1-1,-19 71 0,19-38 46,-13 122-1,25-147-208,1-1-1,2 0 1,2 0-1,2 1 1,13 54-1,-9-63-57,1 0 0,1-1 0,2 0 0,1-1 0,2 0 0,36 53-1,-42-71-11,1 0 0,1 0 0,0-1 0,1 0 0,27 18 0,-36-27 7,0 0 1,0-1 0,1 1 0,-1-1-1,1 0 1,0 0 0,-1-1 0,1 1-1,0-1 1,0 0 0,0-1 0,0 1-1,0-1 1,0 0 0,0 0 0,0 0-1,0-1 1,0 0 0,0 0 0,-1 0-1,1 0 1,0-1 0,0 0 0,-1 0-1,6-3 1,-3 0 3,0 0-1,-1 0 1,0-1-1,0 0 1,0 0 0,-1 0-1,0 0 1,0-1-1,0 0 1,-1 0-1,0-1 1,-1 1-1,5-12 1,2-15-2,-1-1 1,-2 1-1,-1-1 0,-2-1 1,-1 1-1,-3-45 0,-30-214 47,21 225-102,-12-66 93,-5 1 0,-6 2-1,-6 1 1,-100-232 0,106 289 73,20 41 30,-2 1 0,-33-55 0,47 87-125,0-1 0,-1 1 0,1-1 0,0 1 0,0 0 0,0-1 0,-1 1 1,1-1-1,0 1 0,-1 0 0,1-1 0,0 1 0,-1 0 0,1-1 0,0 1 0,-1 0 0,1-1 0,-1 1 1,1 0-1,-1 0 0,1 0 0,-1-1 0,1 1 0,-1 0 0,1 0 0,0 0 0,-1 0 0,1 0 1,-1 0-1,1 0 0,-1 0 0,1 0 0,-1 0 0,1 0 0,-1 0 0,-8 17 198,4 30-25,7-21-114,1-1 1,2 0 0,0 0 0,1 0-1,13 31 1,-3-7 11,40 122-305,99 209 0,32-33-3534,-150-287 2451,78 120-6912,-65-111 816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29 7965,'-63'-28'7576,"63"32"-6448,1 16-497,1 0-1,1 0 1,1 0 0,11 36-1,37 81 276,-36-96-631,73 162-402,18 48-5020,-69-145 162,0 2-2775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3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37 5589,'-32'-37'8812,"54"53"-6917,-11-5-1543,-1 0 0,0 1 1,-1 1-1,0 0 0,12 23 0,34 81 854,-45-92-1002,45 101 536,299 740 1238,-264-610-1969,146 395-1311,29-14-5171,-193-481 2435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4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4104 3468,'-1'-6'375,"0"1"-1,-1 0 0,0-1 0,0 1 0,0 0 1,0 0-1,-4-5 0,6 9-294,-1 0-1,1-1 1,-1 1-1,1 0 1,0-1 0,0 1-1,0 0 1,0 0 0,0-1-1,0 1 1,0 0-1,0-1 1,0 1 0,0 0-1,1-1 1,-1 1-1,1 0 1,0-2 0,3-22 1387,-16-85 2154,12 108-3592,0 1-1,0 0 1,0-1-1,0 1 1,0 0-1,0-1 1,0 1-1,0 0 1,0-1-1,1 1 1,-1 0-1,1 0 1,-1-1-1,2 0 1,1-6 47,2-6 7,1 0 0,0 0 0,1 1 0,0 0 1,1 1-1,1 0 0,19-22 0,86-73 168,-73 71-199,46-43-9,439-366 191,131-8-187,-308 218-25,930-660-67,-1147 800 55,500-370 24,-35-42 10,-500 410-21,112-146 1,-137 161-91,-71 80 47,2 3-164,26 9-129,-28-10 300,0 1 0,-1 0 0,1-1 0,0 1 0,-1 0 0,1-1 0,-1 1 0,1 0 0,-1 0 0,1-1 0,-1 1 0,0 0 0,1 0 0,-1 0 0,0 0 0,0-1 0,1 1 0,-1 0 0,0 1 0,5 13-199,17 2 58,-20-16 138,0 1-62,14 17 32,-15-17 134,-3-3-86,-22-9-14,22 10 236,-1-1-75,-6-1-121,-5 2 537,14 1-529,0 0-1,0 0 1,0 1 0,0-1 0,0 0-1,0 0 1,0 1 0,0-1 0,1 0-1,-1 0 1,0 0 0,1 0 0,-1 1-1,1-1 1,-1 0 0,2 1 0,24 75 1156,29 133 0,-33-115-843,18 68-9,147 535 682,4-181-1259,-120-357-230,104 171 1,165 175-1569,29-26-594,-299-391 2160,-32-41 276,34 42-526,68 113 0,-66-73-1764,-72-128-110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5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3325 3632,'-2'2'-642,"-11"18"5915,13-19-5140,0 0 0,0-1 0,0 1 0,0 0 1,0-1-1,1 1 0,-1-1 0,0 1 0,0 0 0,0-1 0,1 1 1,-1-1-1,0 1 0,1 0 0,-1-1 0,0 1 0,1-1 0,-1 0 0,1 1 1,-1-1-1,1 1 0,-1-1 0,1 1 0,-1-1 0,1 0 0,-1 1 0,1-1 1,0 0-1,-1 0 0,1 0 0,-1 1 0,1-1 0,0 0 0,-1 0 0,1 0 1,0 0-1,-1 0 0,1 0 0,0 0 0,0 0 0,5 0-6,0 0 0,0-1 0,0 0 0,0 1 0,0-2 0,0 1 0,0-1 0,10-4 0,-6 2 4,71-30 457,-2-3-1,125-81 0,-128 72-419,281-177 212,108-64-282,-310 199-124,606-350-255,-13-26-146,442-318 544,-767 516 835,-367 231-816,350-183 524,-156 104-861,-240 79 756,-11 29-544,1 1 1,0-1-1,1 1 0,-1-1 0,1 0 0,0 1 0,1 0 0,-1-1 0,1 1 0,0 0 0,0 0 0,1 0 0,0 0 0,0 0 0,0 0 0,0 1 0,1 0 0,7-8 0,13-21-52,-23 31 8,18-14-78,-14 12-2477,-11 15 1350,5-8 546,0-1 0,-1 1 0,1 0 1,-1-1-1,0 1 0,1-1 0,-1 0 0,-4 4 0,-6 3-5184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5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0 3748,'0'0'4921,"-22"0"-10606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6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1 361 4484,'0'0'10884,"1"1"-10629,0 0 0,0 1 0,0-1 0,0 0 0,1 0 0,-1 0 0,0 0 0,1 0 0,-1 0 0,1 0 0,-1-1 0,1 1 0,1 0 0,71-102 1453,1-2-2990,-57 76-1625,27-56-1,-29 50-1301,2 6-2147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7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51 369 6073,'-42'5'1690,"33"-4"2752,44 2-25,-33-6-3848,13-17 151,2 0-1,34-32 1,-28 31-987,34-44 0,30-63-5546,-65 87 1618,-1 14-1629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7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0 406 5525,'16'4'-112,"20"8"9126,-27-9-8192,-6-2-206,-1-2-154,9-3-117,-1-1 0,0 0 0,-1-1 0,1 0 0,-1-1-1,0 0 1,11-12 0,57-66-922,-59 63 220,6-6-314,63-68-2225,-65 73-38,35-42 0,-20 18-2799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1 395 5721,'38'2'11965,"-38"-6"-11813,0-1 0,1 1 0,0 0 0,0-1 0,0 1 0,1 0 1,-1-1-1,1 1 0,0 0 0,0 0 0,0 0 0,5-5 0,42-43 88,-16 18-408,89-96-3692,-37 41-3108,-53 57 1045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4 512 4156,'-4'16'7231,"9"-20"-3130,14-30-1210,-10 17-1670,-1 7-1171,1 0 0,0 1 0,1 0 0,0 0 0,20-12 0,12-12-308,28-24-577,15-14-1015,16-22-1093,19-17-3249,-81 70 1354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5721,'13'4'1678,"-17"-10"-164,-5-9 5705,32 5-5920,-16 7-1018,7-8-290,0-1 0,-1-1 1,0 0-1,10-15 1,-10 13-471,68-65-3859,-3 2-2091,-55 53 2990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8 326 4088,'0'0'116,"0"0"-1,-1 0 1,1 0-1,0 0 0,-1 0 1,1 0-1,0 0 1,-1 0-1,1 0 0,0-1 1,-1 1-1,1 0 1,0 0-1,-1 0 0,1-1 1,0 1-1,0 0 1,-1 0-1,1-1 0,0 1 1,0 0-1,-1-1 1,1 1-1,0 0 0,0-1 1,0 1-1,0 0 1,0-1-1,-1 1 0,1 0 1,0-1-1,0 1 1,0 0-1,0-1 0,0 1 1,0-1-1,0 1 1,0 0-1,0-1 0,0 1 1,1-1-1,14-8 6443,3 0-7606,26-21 492,51-47-1,-39 31-609,-34 26-343,0 0 0,-2-1 0,26-33 0,-24 26-1637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1 267 4536,'13'-3'7323,"2"-8"-4633,12-21-3662,-12 15 1559,33-31-2229,57-42 1,-101 86 1104,0 1-1,0 0 1,0-1-1,-1 0 1,0 0-1,0 0 1,3-5-1,13-21-3059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23 278 5160,'-5'-4'453,"-5"-6"-101,3 7 2836,17-30-1613,-2 18-1485,1 1-1,1 0 1,0 1-1,0 0 1,22-21-1,-16 18-963,0-1 0,15-23 0,-15 15-1584,3-1-743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6 401 3964,'0'0'9728,"-1"-3"-8715,0 1-951,0 0 0,1-1-1,-1 1 1,0 0 0,1 0 0,0-1 0,0 1 0,-1 0 0,1-1 0,1 1 0,-1 0 0,0-1 0,0 1 0,1 0 0,0-1 0,-1 1 0,1 0 0,0 0-1,0 0 1,0 0 0,0 0 0,1 0 0,-1 0 0,0 0 0,1 0 0,2-3 0,7-9 62,81-123-33,-30 44-2917,-18 26-2829,-27 43 528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10 357 3340,'-10'-14'9086,"13"12"-8409,29-27 469,63-44 0,-72 57-1433,-1-2-1,24-24 1,9-7-1111,1-5-1366,-27 23-366,4 2-1127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29 392 4684,'0'0'3587,"-3"-1"-2677,-21-11 484,22 11 19,4-1-1071,22-17-336,-1 0 0,0-2-1,23-29 1,-1 3-773,120-124-5151,-118 122 3234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29 306 3996,'0'0'974,"-3"-2"-58,-23-13 7253,27 9-7471,1-17 228,-2 17-484,3 5-397,0-1 0,0 1 0,0-1 0,0 0 0,-1 0 0,1 0 0,-1 0-1,1-1 1,-1 1 0,4-6 0,-1 2-11,136-132-4961,-78 81 40,-32 31 1036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36 289 4452,'-35'-14'9744,"38"13"-9315,2-1-417,1 0 0,-1 0-1,0 0 1,0-1 0,0 1-1,0-1 1,0-1 0,0 1-1,-1-1 1,1 1-1,-1-1 1,0 0 0,-1-1-1,5-5 1,62-73-1974,15-20-3948,-60 68 1966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0 209 5012,'0'0'7616,"1"-3"-7278,1-4-352,0-1 0,1 1 0,0 0 0,0 1 1,1-1-1,0 1 0,0-1 0,1 1 0,-1 0 0,1 1 0,1-1 1,-1 1-1,11-8 0,19-16-977,-23 19-457,1 0 1,-2-1-1,16-18 0,-11 9-1558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0 323 6249,'0'0'5788,"10"-17"-4904,2 0 392,-5-3-680,5-3-268,1 3-188,13-17-296,-4 8-264,9-2-328,-2-1-212,0 1-368,2-3-2096,-5 2-1817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0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19 615 3980,'-19'-12'1054,"20"11"-746,-1-1 0,0 0-1,1 1 1,-1-1-1,1 0 1,-1 1-1,1-1 1,0 1-1,0-1 1,0 1 0,0-1-1,0 1 1,0 0-1,0-1 1,0 1-1,2-1 1,6-3-111,-6 4-57,-1 1 0,0-1 0,0-1 1,0 1-1,0 0 0,0 0 0,0-1 0,0 1 1,0-1-1,-1 0 0,1 1 0,1-3 0,27-39-552,2 1 0,49-51 0,-24 31-36,-19 22 83,2 3 0,73-55 0,35-31-3970,-125 103 2151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13 220 5893,'-12'5'3083,"21"-7"2500,12-8-1366,-11 3-6195,13-21 431,27-26 0,-26 29-1847,35-45-1,-40 41-536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29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58 124 3772,'0'0'3209,"-3"0"-2876,-14 0-323,3-1 1937,36-11-987,-20 11 1019,-4-8-1878,2 8-94,0 0 0,0 0 1,-1 0-1,1 0 0,0 0 0,0 0 1,-1 0-1,1 0 0,0 0 0,-1 0 1,1 0-1,-1 0 0,1 0 0,-1 0 1,0 0-1,1 0 0,-1 0 0,0 0 1,0 1-1,0-2 0,-34-5 404,40-25-368,-3 29-36,0 0 0,-1 0 0,1 0 0,0 0 0,0 0 0,1 0 1,-1 0-1,0 1 0,5-4 0,-2 1 0,0 2-3,-7 10-13,-13 20-34,8-12 84,6-12-173,0 0 132,0 0-1,1 0 0,0 0 0,-1 0 0,1 0 0,0 0 1,1 0-1,-1 0 0,0 0 0,1 0 0,0 0 1,0 0-1,0 0 0,0 0 0,0 0 0,0 0 0,1-1 1,1 4-1,1 1 2,1 1 0,0-1-1,0 0 1,12 11 0,-15-16 19,-2-1-22,5 4-10,13 7 24,-15-10 53,18-8-78,-15 4 16,-1 0 0,0 0 0,0-1 0,0 0 0,6-4 0,-8 5 17,-1 1 9,-1-2-45,2-4 4,-2 6 13,0 0 0,0 0 1,-1 0-1,1-1 0,-1 1 1,1 0-1,-1 0 0,1-1 1,-1 1-1,0 0 0,0-1 0,0 1 1,1 0-1,-1-1 0,-1 1 1,1 0-1,0-1 0,0 1 1,0 0-1,-1-1 0,1 1 1,0 0-1,-1 0 0,1-1 1,-1 1-1,0 0 0,1 0 1,-1 0-1,0 0 0,0 0 1,0 0-1,0 0 0,-2-2 1,2 1-10,-6 0 1,-9-11-5,13 11 33,1 2-15,-27-5-28,26 4 128,3 0-136,-1 0 25,1 0 0,0 0 0,0 0 0,0 0 0,-1 1 0,1-1 0,0 0 0,-1 0 0,1 0 0,-1 0 0,1 0 0,-1 0 0,1 0 1,-1 1-1,0-1 0,1 0 0,-2 0 0,2 0 1,0 1 0,-1 0 1,1 0-1,0 0 0,-1-1 1,1 1-1,0 0 0,-1 0 1,1 0-1,0 0 1,-1 0-1,1 0 0,-1 0 1,1 0-1,0 0 0,-1 0 1,1 0-1,0 0 0,-1 0 1,1 0-1,0 0 0,-1 0 1,1 0-1,0 0 0,-1 0 1,1 0-1,0 0 0,-1 1 1,1-1-1,0 0 0,-1 0 1,1 1-1,0-1 0,-1 0 1,1 0-1,0 1 0,0-1 1,0 0-1,-1 0 0,1 1 1,0-1-1,0 0 1,0 1-1,-1 0 0,-4 10 26,4-9 123,1-2-136,1-1 14,-1 0 1,1 0-1,-1 1 0,1-1 1,0 0-1,-1 1 1,1-1-1,0 0 1,-1 1-1,1-1 1,0 1-1,0-1 0,0 1 1,-1 0-1,1-1 1,2 0-1,5-3-1126,-5-1-4431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0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26 135 4004,'-1'0'75,"1"1"0,-1-1 0,0 0-1,1 0 1,-1-1 0,0 1 0,1 0 0,-1 0-1,0 0 1,1 0 0,-1-1 0,0 1-1,1 0 1,-1 0 0,1-1 0,-1 1 0,1 0-1,-1-1 1,1 1 0,-1-1 0,1 1-1,-1-1 1,1 1 0,-1-1 0,1 1 0,0-1-1,-1 0 1,18-10 1596,-15 10-264,-4-1-693,-18-34 4945,15 23-6001,3 10 712,17 2-368,0-1 0,0-1 0,0 0 0,-1-1 0,0 0-1,20-9 1,-22 7-459,1 1-1,0 1 1,0 0-1,0 0 0,1 2 1,-1-1-1,26 1 1,7 3-4152,-26 1 272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0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41 4192,'-23'-5'1208,"23"5"-1131,0-1-1,0 0 1,0 1-1,0-1 0,0 1 1,1-1-1,-1 0 1,0 1-1,1-1 0,-1 1 1,0-1-1,1 1 1,-1-1-1,0 1 0,1 0 1,-1-1-1,1 1 1,-1-1-1,1 1 0,-1 0 1,1-1-1,-1 1 1,1 0-1,0 0 0,-1-1 1,1 1-1,1 0 1,7-8 1577,1-8-959,-10 21 634,-15 30 640,11-24-2352,-14 32 236,3 0 1,2 1 0,1 0-1,2 1 1,-6 85 0,8-66-4525,7-44 400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1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454 200 3500,'-33'41'3109,"32"-39"-1963,-2-1-619,-19 8-35,1 1 0,0 1 1,0 2-1,1-1 0,1 2 0,0 1 0,1 0 0,1 1 1,0 1-1,1 1 0,-18 26 0,24-27-320,1 1 0,1 0 1,1 0-1,0 1 0,2-1 0,0 2 0,1-1 1,1 0-1,0 1 0,1 39 0,3-39 79,1 0 1,0 0-1,1 0 0,11 33 1,32 72 725,-38-106-836,-2-4-70,1-1 0,1 0 0,1-1 0,0 0 0,0 0 0,1-1 0,1 0 0,0-1 0,1 0 0,0 0-1,0-2 1,1 1 0,1-2 0,-1 0 0,1 0 0,1-1 0,-1-1 0,1-1 0,0 0 0,1-1 0,-1 0 0,1-1 0,16 1 0,5-4-11,-1-2 0,1-2 0,0-1 0,-1-1 0,0-2 0,0-2 0,37-15 0,-22 3-22,-1-1 0,-2-3 0,0-1-1,48-38 1,-69 45-27,-2-1 0,-1-2 0,0 0 0,-2-1 0,-1-2 0,34-51 0,-45 61-8,-1-1 0,0 0 0,-1-1-1,-1 0 1,-1 0 0,0 0 0,-2-1 0,0 0 0,-1 1 0,-1-2-1,0 1 1,-2 0 0,-1-23 0,-2 23-10,-1-1 1,0 1-1,-1 0 1,-1 0-1,-1 1 1,-1 0-1,0 0 1,-2 0-1,0 1 1,-14-19-1,8 17 2,0 1-1,-1 0 0,-1 2 0,0 0 1,-1 0-1,-1 2 0,-35-20 1,25 19 4,-2 1 0,1 1 1,-2 1-1,1 2 0,-1 2 1,-1 1-1,0 1 0,0 2 1,0 1-1,0 2 0,0 1 1,-36 6-1,32 0 1,0 1 0,0 3 0,1 1 0,0 1 0,1 3 1,0 0-1,1 3 0,1 0 0,-40 31 0,53-34-6,1 0 1,0 2-1,2 1 1,0 0-1,0 1 0,2 1 1,1 0-1,0 2 1,1-1-1,2 2 1,0 0-1,1 0 0,2 1 1,-13 46-1,20-57-136,1-1 0,1 0 0,0 0 0,0 1 0,1-1 0,0 0 0,2 0 1,-1 0-1,9 23 0,8 11-3115,4-6-3590,-14-26 617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9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13 3680,'-11'-6'-136,"-2"-1"4046,13 7-3867,-1 1 0,1-1 0,-1 0 0,1 0 0,-1 0 0,1 0 0,0 1-1,-1-1 1,1 0 0,-1 0 0,1 1 0,0-1 0,-1 0 0,1 1 0,0-1 0,-1 1 0,1-1 0,0 0 0,0 1 0,-1-1 0,1 1 0,0-1 0,0 0 0,0 1 0,0-1 0,0 1 0,-1-1 0,1 1 0,0 0 0,-12 27-3380,3-14 915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0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57 5469,'3'-14'7456,"-9"0"-7004,-1-1 204,1 1-11705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1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520 108 3636,'-13'-5'972,"11"4"1825,3-1-2044,6-5-852,-6 7 266,0-1 0,-1 1 0,1-1 0,-1 1 0,1-1-1,0 1 1,-1-1 0,1 0 0,-1 1 0,1-1-1,-1 0 1,1 1 0,-1-1 0,0 0 0,1 0 0,-1 1-1,0-1 1,0 0 0,0 0 0,1 1 0,-1-1-1,0 0 1,0 0 0,0 0 0,0 0 0,0 1 0,-1-1-1,1 0 1,0 0 0,0 0 0,0 1 0,-1-1-1,0-1 1,-26-38 2091,25 37-2159,-1 1-1,0 0 0,1 0 1,-1 0-1,0 0 0,-1 0 1,1 1-1,0-1 0,0 1 1,-1 0-1,-5-1 0,8 1-61,-8-1 3,0 1 0,1 0 0,-1 1 0,0-1 0,0 2 0,0-1 0,1 1 0,-1 1 0,0-1 0,1 1 0,-15 6 0,6-2 0,1 1 0,-1 1 0,1 1 0,-26 18 0,26-14 36,0 1-1,2 0 0,-1 1 0,2 1 0,0 0 1,1 1-1,-11 21 0,1 2 14,3 0 1,-18 52-1,32-78-71,1-1 0,0 1 0,1 0 0,1 0 0,0 0 0,1 0 0,0 0 0,1 0 0,0 0 0,6 27 0,-6-39-7,1 1 0,0-1 0,1 0 0,-1 1 0,0-1 0,1 0 0,-1 0 0,1 0-1,-1 0 1,1 0 0,0 0 0,0-1 0,0 1 0,0-1 0,0 1 0,0-1 0,0 0 0,1 1-1,-1-1 1,0 0 0,1-1 0,-1 1 0,1 0 0,-1-1 0,1 1 0,-1-1 0,6 0 0,5 0 38,0 0 1,0-1-1,0 0 1,13-4 0,-16 3-63,80-17-5,-57 11 106,1 1 1,59-4-1,-69 11-33,-1 1 1,1 1-1,-1 0 0,0 2 1,0 1-1,0 1 0,0 1 1,-1 1-1,0 0 0,-1 2 1,23 14-1,-30-16-27,-1 1-1,0 1 1,-1 0 0,0 1 0,0 0-1,-1 0 1,-1 1 0,0 1-1,-1 0 1,0 0 0,-1 1-1,0 0 1,-1 0 0,-1 1-1,0 0 1,-1 0 0,4 21 0,-6-11-6,0 0-1,-2 1 1,-1-1 0,0 0 0,-2 1 0,-1-1 0,-13 49 0,0-19 12,-3-1 0,-36 76-1,48-115-32,-1-1 0,0 1-1,0-1 1,-2-1 0,1 0-1,-2 0 1,-11 11 0,19-22-76,2-4 45,-1-1 0,1 1 0,-1 0 0,1-1 0,0 1 0,0-1 0,0 0 0,0 1 0,1-1 0,-1 0 0,0-3 0,2 1 0,0 1 0,1-1 0,-1 1 0,1-1 0,0 1 0,0 0 0,1 0 0,-1 0 0,6-6 0,31-34-148,-31 37 167,1-1 1,1 1-1,-1 0 1,1 1-1,1 1 0,-1-1 1,1 1-1,-1 1 1,1 0-1,1 1 0,-1 0 1,0 0-1,1 1 1,0 1-1,-1 0 0,1 1 1,0 0-1,-1 0 1,1 2-1,0-1 0,-1 1 1,1 1-1,-1 0 1,0 1-1,20 9 1,13 8 130,-1 3 0,-2 1 0,0 3 0,50 43 0,-25-12 164,87 102 0,-61-48 79,-6 3-1,123 222 1,-90-138 72,-93-161-324,2-1 0,1-2 0,44 42 0,-52-57-31,2-2-1,0 0 1,1-2-1,1 0 0,1-2 1,33 15-1,-43-24-70,-1-1 0,1 0-1,0-1 1,0-1 0,0 0 0,1-1-1,-1-1 1,1-1 0,-1 0 0,1-1-1,-1-1 1,0 0 0,0-1 0,1-1-1,-2-1 1,1 0 0,-1-1 0,0 0-1,0-2 1,0 0 0,-1 0-1,0-1 1,-1-1 0,0 0 0,-1-1-1,21-22 1,-20 17-47,-1 1-1,0-2 0,13-22 1,-21 32-225,-1-1 1,1 1 0,-1-1 0,0 0 0,-1 0-1,0 0 1,0 0 0,-1 0 0,0-1-1,0-14 1,-2 19-398,1 0 0,-1 0-1,0 0 1,-1 0 0,1 1 0,-1-1-1,1 0 1,-1 1 0,0-1 0,0 1-1,-1-1 1,1 1 0,-5-5 0,-16-10-8000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3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5116,'0'0'8437,"2"2"-7973,10 14 1224,19 34 0,1 2-541,98 114 476,-127-162-1601,1-1 0,-1 1 0,1 0 1,0-1-1,0 0 0,7 4 0,1 0 15,25 35 226,-25-36-870,-16-14-490,4 7 788,-1 0 0,1 1 0,-1-1 1,1 0-1,-1 0 0,1 0 0,-1 0 0,1 0 1,0 1-1,-1-1 0,1 0 0,0 0 1,0 0-1,0 0 0,0 0 0,-1 0 0,2 0 1,-1 0-1,0 0 0,0 0 0,0-1 0,-16 11-8827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3.9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18 4068,'-38'-18'9777,"46"50"-9303,-5-27-418,0 0-1,0 0 1,0 0-1,0 0 1,1 0-1,7 7 0,-3-5-32,-7-5 298,-3-6-319,0 1-1,-1-1 1,1 0 0,-1 1 0,0 0 0,0-1 0,-6-4 0,6 5-27,1 1-447,-3-3 1082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5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251 181 3816,'-17'-14'1997,"11"8"2258,4 1-3658,-1 0-1,1 0 0,-1 0 1,0 0-1,0 1 0,0 0 1,-1-1-1,-4-3 0,-6-17 1542,-21-23-741,33 47-1270,-25-12 477,-25-14 880,28 45-1362,20-10-80,1 0 0,1 0 0,-1 0 0,-1 15 1,0-3 44,-4 23 164,1 0 0,0 63 1,9 88 313,0-146-478,21 343 538,18-1-1,104 438 1,-74-541-459,115 291 0,-149-485-180,3-2 0,5-2 1,4-1-1,3-3 0,115 140 0,-134-184-166,2-2 0,2-2 1,1-1-1,2-2 0,1-2 0,84 49 0,-111-74 29,0-1 0,0-1 0,1 0 0,-1-1 0,1 0 0,0-1 1,0-1-1,0-1 0,29 0 0,-31-2-371,1 0 1,-1 0 0,0-1-1,0-1 1,0 0-1,0-1 1,-1-1-1,1 0 1,-1 0 0,0-1-1,16-12 1,-21 13-618,-1-1 1,0 0-1,0-1 1,0 1 0,6-12-1,7-10-5155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1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1280 5817,'0'-2'316,"0"1"0,0-1 0,0 1 0,0-1 0,0 0 0,0 1 0,0-1 0,0 1 0,-1-1 0,1 1 0,-1-1 1,1 1-1,-1-1 0,1 1 0,-1-1 0,0 1 0,0-1 0,0 1 0,0 0 0,0 0 0,0 0 0,-2-2 0,-2-3-213,3 3 456,1-1 0,-1 1 0,1-1 0,0 0 0,0 0 0,0 1 0,-1-6 0,0-4 800,1 13-1305,1 0 1,0 0 0,0 0-1,0 0 1,0 0 0,0 0 0,0 0-1,0 0 1,0 0 0,0 0-1,-1 0 1,1 0 0,0 0-1,0 0 1,0 0 0,0 0-1,0 0 1,0 0 0,0 0-1,-1 0 1,1 0 0,0 0-1,0 0 1,0 0 0,0 0 0,0 0-1,0 0 1,0 0 0,0 0-1,0 0 1,0 0 0,-1 0-1,1 0 1,0 0 0,0 0-1,0-1 1,0 1 0,0 0-1,0 0 1,0 0 0,0 0-1,0 0 1,0 0 0,0 0 0,0 0-1,0 0 1,0-1 0,0 1-1,0 0 1,0 0 0,0 0-1,-1 16 554,3 25-534,13 41 270,32 102-1,-33-135-198,-11-34-127,2 1 0,0-1-1,1-1 1,0 1 0,1-1 0,1 0 0,0 0 0,1-1 0,1 0 0,0-1 0,12 12-1,-19-22-23,0 0 0,1 0 0,-1 0 0,1 0 0,-1-1 0,1 1-1,-1-1 1,1 0 0,0 0 0,0 0 0,0-1 0,-1 1 0,1-1-1,0 0 1,0 0 0,0 0 0,0-1 0,0 1 0,3-2 0,5-1-27,0-1 0,0 0 0,-1-1 1,13-7-1,-14 6-13,0 0 0,0-1-1,-1-1 1,0 0 0,0 0 0,0 0 0,-1-1 0,12-18 0,1-5-195,22-47-1,-24 40 32,-3-1 0,-1 0 1,-2-2-1,-1 1 0,-3-1 0,-1-1 0,-3 0 0,-1 0 0,-2 0 0,-2 0 0,-1 0 0,-15-80 0,2 55 112,-3 1 1,-3 1-1,-3 1 1,-2 0-1,-4 2 1,-2 1-1,-51-75 1,77 129 94,-194-276 846,179 264-352,20 20-483,0 0-1,0 0 1,0 0 0,0 0-1,0 0 1,-1 0 0,1 0-1,0 0 1,0 0 0,0 0-1,0 0 1,0 1-1,-1-1 1,1 0 0,0 0-1,0 0 1,0 0 0,0 0-1,0 0 1,0 0 0,0 0-1,-1 0 1,1 1-1,0-1 1,0 0 0,0 0-1,0 0 1,0 0 0,0 0-1,0 0 1,0 1-1,0-1 1,0 0 0,0 0-1,0 0 1,0 0 0,0 1-1,0-1 1,0 0 0,0 0-1,0 0 1,0 0-1,0 0 1,0 1 0,0-1-1,0 0 1,0 0 0,0 0-1,0 0 1,0 0 0,0 0-1,0 1 1,1-1-1,-1 0 1,0 0 0,0 0-1,0 0 1,0 0 0,0 0-1,0 0 1,0 0 0,1 1-1,-1-1 1,0 0-1,20 43 579,-17-36-588,220 468 1028,-187-397-962,19 31 15,102 151 1,-145-242-101,1-1 0,0 0 1,30 27-1,-38-39 6,0 0 0,0-1 0,1 0 0,0 0 0,-1 0-1,1-1 1,1 0 0,-1 0 0,0 0 0,1-1 0,-1 0 0,1-1 0,0 1 0,0-1 0,11 0 0,-15-1-3,1-1 1,0 0-1,0 1 0,-1-2 1,1 1-1,-1 0 0,1-1 1,-1 0-1,1 0 1,-1 0-1,0 0 0,0 0 1,0 0-1,0-1 0,3-3 1,3-5-95,0 0-1,12-21 1,-9 12-112,-1-1-1,-1 0 0,14-45 0,-17 45 120,-7 19 85,1 1 1,-1-1-1,1 1 0,-1 0 0,1-1 0,-1 1 0,1 0 0,0-1 1,0 1-1,0 0 0,0-1 0,0 1 0,0 0 0,0 0 0,1-1 1,-1 2 7,-1 0 1,1 0-1,-1 0 0,0 0 1,1 0-1,-1 0 1,1 0-1,-1 1 1,1-1-1,-1 0 1,0 0-1,1 0 1,-1 0-1,1 1 1,-1-1-1,0 0 1,1 0-1,-1 1 1,0-1-1,1 0 1,-1 1-1,0-1 1,1 0-1,-1 1 1,0-1-1,0 1 0,0-1 1,1 0-1,-1 1 1,0-1-1,0 1 1,3 8-133,0-1 0,0 1 1,2 15-1,-2-8-611,-1 1 1,-1 23 0,-1-36 361,0-8-1324,2-17 1618,1 0 1,1 1 0,1-1-1,0 1 1,15-34 0,-3 12 86,-10 28 259,-2 0 0,1 0 0,-2-1 0,1 0 0,-2 0 0,0 0 0,0-20 0,16 39 213,1 3-12,-14-5-285,0 0-1,-1 0 0,1 0 1,0-1-1,0 0 0,12 1 1,3-1-105,0 1 1,-1 1-1,1 1 0,0 1 1,-1 0-1,0 2 1,0 0-1,-1 2 1,0 0-1,0 1 1,32 23-1,-37-20-74,-1 0-1,-1 1 1,0 0-1,16 25 1,7 8 371,-33-45-208,-5-36 46,6-21-121,11-67-1,1 7-156,-14 105 84,4-31-31,-2 0 1,-2 0 0,-2 0-1,-1 0 1,-9-48-1,9 81 48,1 2 8,0 0 0,0 0 0,-1 0 0,0 0 0,0 1 1,-1-1-1,1 1 0,-1-1 0,-5-5 0,7 9 101,-29 17 376,36-7-464,1 1 0,0-1 0,1 0 0,-1-1 0,2 0 0,-1 0 0,1 0 0,0-1 0,0-1 0,0 0 0,11 5 0,-6-2-28,0 0 1,-1 1-1,0 0 0,0 1 0,21 23 1,-28-26 0,-1-1 1,1 1-1,-1 1 1,-1-1-1,0 1 1,0 0 0,0 0-1,-1 0 1,0 0-1,0 1 1,-1 0-1,2 16 1,8 21-343,-1-63 35,-2 1 259,-1-1 1,0 0 0,-2 0 0,0-1 0,-1 1 0,3-20 0,-2 13 131,0-1 1,16-36-1,-22 59-72,1 1 1,0-1-1,0 1 0,-1-1 0,1 1 1,0-1-1,0 1 0,0 0 1,0 0-1,1-1 0,-1 1 1,0 0-1,0 0 0,1 0 1,-1 0-1,1 0 0,-1 0 1,1 1-1,1-2 0,-2 2-7,1 0-1,-1 0 0,0 0 0,1 0 1,-1 0-1,1 0 0,-1 1 1,0-1-1,1 0 0,-1 1 1,0-1-1,1 1 0,-1 0 0,0-1 1,0 1-1,1 0 0,-1 0 1,1 1-1,3 3-16,1 0-1,-2 0 1,1 1-1,-1 0 1,1 0-1,-2 0 1,7 12 0,-1 5-742,-1 1 1,6 26-1,5 18-5093,-19-63 1828,-5 4-2121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172 209 4868,'-41'-77'1061,"6"28"-285,25 35 316,-9-6-52,3 6-148,4 5-164,-1-2-196,0 2-132,0 4-380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179 260 8997,'0'0'6401,"-2"-2"-5584,-46-83 2113,-6-10-1680,48 85-1059,-1 0 1,-1 1-1,0 0 0,0 0 0,-1 1 0,-17-13 0,24 19 210,2 11-320,1 0 1,1-1-1,-1 1 1,1 0-1,1-1 1,0 1-1,0-1 0,8 15 1,6 7 82,21 27 0,-10-16-40,285 501 593,-69-108-762,-214-386-272,2-1 0,61 67 0,-90-111 298,7 9-149,1-1-1,0 0 1,0 0 0,1-2 0,26 17 0,-28-21-56,1 0 0,0-1 0,0 0 0,0 0 0,22 3 0,-31-6 158,0-1 0,0 0 1,-1 1-1,1-1 0,0 0 1,0 0-1,0 0 0,0 0 1,0 0-1,0 0 0,0-1 0,0 1 1,0-1-1,0 1 0,0-1 1,3-1-1,-5 1 38,1 0 1,-1 0-1,1 0 0,-1 0 1,1 0-1,-1 0 1,0 0-1,0 1 1,1-1-1,-1 0 0,0 0 1,0 0-1,0 0 1,0 0-1,0 0 0,0 0 1,0 0-1,-1 0 1,1 0-1,0 0 1,0 0-1,-1 0 0,1 0 1,-1 0-1,1 1 1,-1-1-1,1 0 0,-1 0 1,1 0-1,-2 0 1,-3-7-49,-1 1 0,0-1 0,0 2 0,-1-1 0,1 1 0,-1 0 0,-1 0 0,1 1 0,-11-6 0,-10-3-78,-42-17 0,24 16 122,0 3 1,-1 1-1,-89-7 1,53 8 198,73 8-101,0-1 1,0 1-1,0-1 1,0-1-1,1 0 1,-16-9-1,25 13-65,-2-1 3,0 0 0,1-1 0,-1 1 0,1-1 0,0 1 0,0-1 0,-1 1 0,1-1 0,0 0 0,0 0 0,0 1 0,1-1 0,-1 0 1,0 0-1,1 0 0,-1 0 0,1 0 0,0 0 0,-1-3 0,1-39 81,1 36-62,0-7 0,1 0-1,0-1 0,2 1 0,0 1 0,0-1 1,8-14-1,43-84-48,-41 87 20,37-63 148,-22 41 299,26-62 0,-52 102-345,17-34 240,-19 39-230,1 0 0,0 1 0,0-1 0,-1 1 0,1 0-1,1 0 1,-1 0 0,0 0 0,0 0 0,1 0 0,-1 0 0,5-2 0,-6 4-88,0 0 0,0 0 0,1 0 0,-1 0 1,0 0-1,0 0 0,0 0 0,0 1 0,0-1 0,-1 0 1,1 1-1,0-1 0,0 0 0,0 1 0,0-1 1,0 1-1,0-1 0,0 1 0,-1 0 0,1-1 1,0 1-1,0 0 0,-1 0 0,1-1 0,-1 1 1,1 0-1,-1 0 0,1 0 0,-1 0 0,1 0 0,-1 0 1,0 0-1,1 0 0,-1 0 0,0 0 0,0 1 1,12 50 52,-10-43-147,3 24-385,13 53-3011,0-29-5041,-11-42 1994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45 121 4148,'-10'-46'1016,"-5"32"-267,5-1-329,0 4-240,17-6-1401,2 0-339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0 295 7081,'1'3'1711,"13"73"5230,10 44-3851,-18-94-2683,-3-7-249,1 0 0,1 0 0,1-1 1,1 1-1,0-1 0,12 20 0,-18-37-148,0 1-1,0-1 0,0 1 1,0-1-1,0 0 1,1 0-1,-1 0 1,1 0-1,-1 0 0,0 0 1,1 0-1,0 0 1,-1 0-1,1 0 1,0-1-1,-1 1 0,1-1 1,0 0-1,0 1 1,-1-1-1,3 0 1,0 0 0,0 0 1,0-1 0,0 0 0,0 1 0,0-2-1,0 1 1,-1 0 0,1-1 0,4-2 0,2-1-15,-1-1 0,1-1 0,-1 0 0,-1 0 0,1-1 0,8-10 0,-12 12-62,1-1 1,-1-1-1,-1 1 1,1-1-1,-1 1 0,-1-1 1,1-1-1,3-12 1,-4 5-113,-1 1-1,0-1 1,-1-26 0,-1 39 96,-2 2 0,0 0 73,1 0 0,0 0 0,0 0 0,0 0 0,-1 1-1,1-1 1,0 1 0,-1-1 0,1 1 0,-1-1 0,1 1-1,0 0 1,-1 0 0,1-1 0,-1 1 0,1 0 0,-1 1-1,1-1 1,0 0 0,-1 0 0,1 0 0,-1 1 0,1-1-1,0 1 1,-1-1 0,1 1 0,-2 1 0,-1 1-1,1 0 1,-1 0-1,1 1 1,0 0-1,0-1 1,0 1-1,0 0 1,-2 7-1,0-1-53,1-1 0,0 1 0,0 0-1,1 0 1,0 0 0,1 0 0,0 1-1,0 16 1,2-23-158,15 23-491,3-36 737,-4 1-60,0 1 0,21-17 0,-14 7-426,-1 0-1,0-2 0,-2 0 1,0-1-1,28-43 0,-38 51 261,-1 0-1,-1-1 0,0 0 1,0 0-1,-2-1 0,1 1 1,-2-1-1,0 0 1,-1 0-1,0 0 0,-1-1 1,-1-26-1,-2 25 386,-1 0 1,0 0-1,-1 1 0,-1-1 1,0 1-1,-9-16 0,7 15 778,0 0-1,1-1 1,-4-20 0,9 34 1388,14 21-1664,-6-9-631,1 0 1,0 0-1,0-1 0,1 0 1,0 0-1,1-1 0,14 9 1,77 36-3486,-54-29-737,-43-21 2260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33 255 6813,'-3'-3'98,"-1"-1"111,0 1 0,1-1 1,-1 0-1,1 0 1,0 0-1,-3-6 0,6 8-142,-1 0-1,0 0 0,1 0 1,0 1-1,-1-1 0,1 0 1,0 0-1,0 0 0,0 0 1,0 0-1,1 0 0,-1 0 1,0 1-1,1-1 0,-1 0 1,1 0-1,0 0 0,-1 1 1,1-1-1,0 0 0,2-1 1,8-15 364,1 1 1,1 0 0,0 1 0,2 0 0,-1 1 0,2 1 0,0 0 0,1 2 0,20-13 0,-34 23-346,-1 1 0,1-1 1,0 1-1,1-1 1,-1 1-1,0 0 0,0 1 1,0-1-1,1 0 1,-1 1-1,0 0 0,1 0 1,-1 0-1,0 0 1,0 0-1,1 1 0,-1-1 1,0 1-1,0 0 1,1 0-1,-1 0 0,0 0 1,0 1-1,4 2 1,-1 1-91,-1 0 0,1 0 0,-1 1 0,0 0 0,0-1 1,-1 2-1,0-1 0,0 1 0,5 12 0,-4-10-563,0-1 0,1 1 0,0-1 0,0 0 0,1-1 0,13 13 0,-18-18-502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3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77 3492,'2'0'644,"10"-1"158,-1 1 1,1-2-1,-1 0 1,14-4-1,-22 5-116,34-1 1177,-33 2 32,9 6-592,-13-6-1226,1 0 1,0 1-1,-1-1 0,1 0 0,0 0 0,-1 1 1,1-1-1,-1 0 0,1 0 0,0 0 0,-1 0 1,1 0-1,0 0 0,-1 0 0,1 0 0,0 0 1,-1 0-1,1-1 0,0 1 0,-1 0 0,1 0 1,0-1-1,-1 1 0,1 0 0,-1-1 0,1 1 1,-1 0-1,1-1 0,-1 1 0,1-1 0,-1 1 1,1-1-1,-1 1 0,1-1 0,-1 1 0,0-1 1,1 0-1,-1 1 0,0-1 0,0 1 0,1-1 1,-1 0-1,0 1 0,0-1 0,0 0 0,0 1 1,0-1-1,0 0 0,0 1 0,0-1 0,0 0 1,0 1-1,0-1 0,0 0 0,-1 0 0,-4-5 82,0 1 0,-1 0 0,0 1 0,0-1 0,0 1 0,-9-5 0,9 7-122,1 0-1,-1 0 1,0 0 0,0 1 0,0 0-1,0 0 1,0 0 0,0 1-1,0 0 1,0 0 0,-8 2-1,1 0-21,0 1 1,1 0-1,-21 8 0,27-7-211,0-1 0,0 1 1,1 1-1,-1-1 0,1 1 0,0 0 1,1 0-1,-1 0 0,1 1 0,0 0 1,-6 10-1,7-11-260,3-5 349,0 1 1,-1 0 0,1 0-1,0 0 1,0 0-1,0 0 1,0 0-1,0 0 1,0 0-1,0-1 1,0 1 0,0 0-1,0 0 1,1 0-1,-1 0 1,0 0-1,1 0 1,-1 0-1,0-1 1,1 1 0,0 1-1,1 1-291,-2-2 190,0 0-1,0 0 1,1 0 0,-1 1 0,1-1 0,-1 0 0,1 0 0,-1 0 0,1 0 0,0 0-1,0 0 1,-1 0 0,1-1 0,0 1 0,0 0 0,0 0 0,0 0 0,0-1 0,0 1 0,0-1-1,0 1 1,0-1 0,0 1 0,0-1 0,1 1 0,-1-1 0,0 0 0,0 0 0,0 0-1,0 0 1,3 0 0,1 1-106,21 4-4015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3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1 167 10169,'0'0'4595,"2"2"-4461,12 15-53,-1 1 1,11 20-1,-23-36 689,15-39 216,-13 30-793,1-1 1,0 1-1,0-1 0,0 1 0,1 1 1,0-1-1,0 1 0,11-10 0,-13 13-168,0 1-1,0 0 1,0 0 0,0 0-1,0 1 1,1-1-1,-1 1 1,1 0 0,-1-1-1,1 2 1,-1-1-1,1 0 1,0 1 0,-1-1-1,1 1 1,0 0-1,-1 1 1,1-1 0,0 0-1,-1 1 1,1 0-1,4 2 1,11 4-857,0 2 0,34 19 0,-43-20 170,1-2-1,1 1 0,-1-1 1,1-1-1,0 0 0,0-1 1,0 0-1,1-1 1,-1-1-1,14 2 0,-23-4 578,0 0 0,0 0-1,0 0 1,0-1 0,-1 1-1,1-1 1,0 0 0,0 0-1,0 0 1,-1 0 0,1 0 0,-1 0-1,1-1 1,-1 0 0,1 1-1,-1-1 1,0 0 0,0 0-1,0 0 1,3-3 0,-1-2 361,0 0-1,0 0 1,0-1 0,-1 1 0,3-12 0,0 3 277,-5 9-280,1 0 0,-2 0 0,1 0 0,-1 0 1,0 0-1,0 0 0,-2-7 0,1-6 155,1 17-149,3-14-428,0 4-1379,-3 9-2892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56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72 5829,'14'-9'1566,"-12"7"-126,-17-14 1191,12 10 1007,10-7-3710,-7 12 377,0 1 0,0-1-1,0 1 1,0-1 0,0 0-1,0 1 1,0-1 0,0 0 0,0 1-1,0-1 1,0 1 0,0-1-1,0 0 1,0 1 0,0-1 0,-1 1-1,1-1 1,0 1 0,0-1-1,-1 0 1,1 1 0,0-1-1,-1 1 1,1-1 0,-1 0 0,-8-7 419,8 7-584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59.2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1 29025,'0'6129'0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02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6160 0 27400,'-6159'4461'0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05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26 4404,'0'0'1901,"-9"-14"-2986,-1 2-455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2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25389,'7671'3881'0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6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499 143 3252,'0'0'99,"1"0"-1,-1 0 0,1 0 1,-1-1-1,1 1 0,0 0 0,-1-1 1,1 1-1,-1 0 0,0-1 1,1 1-1,-1-1 0,1 1 1,-1-1-1,0 1 0,1-1 1,-1 1-1,0-1 0,1 1 0,-1-1 1,0 1-1,0-1 0,0 0 1,1 1-1,-1-1 0,0 1 1,0-1-1,0 1 0,0-1 1,0 0-1,0 1 0,0-1 0,0 0 1,-1 1-1,1-1 0,0 1 1,0-1-1,0 1 0,-1-1 1,1 0-1,0 1 0,0-1 1,-1 1-1,1-1 0,0 1 0,-1 0 1,1-1-1,-1 1 0,1-1 1,-1 1-1,1 0 0,-1-1 1,1 1-1,-1-1 0,-6-7-351,5 5 914,-2-31 3329,-39-37 2597,23 98-6346,-18 32-829,-3-2-1,-3-2 0,-64 64 1,56-68-1158,-56 52-5649,74-72 1989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6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6257,'0'0'7637,"3"0"-6638,-1 0-876,0 0 1,0 1 0,0-1 0,1 1 0,-1-1-1,0 1 1,0 0 0,-1 0 0,1 0-1,0 0 1,0 0 0,0 0 0,0 0 0,-1 0-1,1 1 1,-1-1 0,2 2 0,0 2 95,-1 0 1,1 0 0,-1 0-1,0 0 1,2 11 0,0-2-131,10 39 339,-7-23-481,1 0 0,2 0 0,1-1-1,15 27 1,-14-35-854,1-1 1,1-1-1,21 24 0,14 8-3175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7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15 6617,'-22'-15'4232,"40"27"1107,-11-6-5103,-1 1-1,1 0 1,-1 0-1,0 0 1,0 1-1,-1 0 1,0 0 0,-1 0-1,1 1 1,-2-1-1,6 16 1,-1 9 237,10 65 1,-14-72-278,17 167 466,3 20-254,-23-201-344,1-1 0,1 0 1,0 0-1,0 0 0,1 0 0,0 0 1,1-1-1,0 0 0,1 0 1,0 0-1,0-1 0,1 0 0,0 0 1,1 0-1,9 7 0,-14-14-27,0 0-1,0 0 1,1-1 0,-1 1-1,1-1 1,-1 0 0,1 0-1,-1 0 1,1 0 0,-1-1-1,1 0 1,0 1 0,-1-1-1,1 0 1,0-1-1,-1 1 1,6-2 0,-1 0-14,-1 0 1,0 0 0,0-1 0,0 0-1,0 0 1,0-1 0,8-5-1,228-192 31,-123 96-2707,6 6-5259,-45 43-1698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9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1388 29 7069,'7'-15'10786,"-16"6"-8954,-3 5 4383,10 11-6064,0 0-1,0 0 0,0 1 1,1-1-1,1 1 0,-1-1 0,1 1 1,0-1-1,1 1 0,0-1 1,0 0-1,0 1 0,1-1 0,0 0 1,4 9-1,3 6 29,0 0 1,2-1-1,22 35 0,2-8-235,2-2 1,1-1-1,80 68 0,-102-98-247,-1 1 0,18 23 0,-31-37 281,-1 0 0,0 1-1,1-1 1,-1 0 0,0 1 0,-1-1 0,1 1 0,0 0-1,-1-1 1,1 1 0,-1-1 0,0 1 0,0 0-1,0-1 1,0 1 0,-1 0 0,1-1 0,-1 1 0,1-1-1,-1 1 1,-1 2 0,0 1 2,-1-1 1,1 0-1,-1 0 0,0 0 1,0-1-1,-1 1 0,1-1 1,-8 7-1,-10 7-19,-1-2 0,0-1 0,-1 0 0,-1-2 0,-31 13 0,-132 42 64,157-58 12,-365 111 899,177-56-477,-235 47-476,422-106-449,-39 2 0,60-8 286,0 1-1,1-2 0,-1 1 0,0-1 0,1-1 0,-1 0 0,1 0 0,-9-4 0,14 4 88,0 1-1,1-1 1,-1-1-1,1 1 1,0 0-1,0-1 1,0 1-1,0-1 1,0 0-1,0 0 1,1 0-1,-1 0 1,1-1-1,0 1 1,0-1-1,0 1 1,1-1-1,-1 0 1,1 0-1,0 0 1,0 1-1,0-1 1,1 0-1,-1 0 1,1-8-1,0-6-456,2-1 1,0 0-1,1 0 0,7-23 0,-2 7-863,-4 19 518,0-4-1085,-4 2-2887,-4-10-3687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9 6717,'-29'-8'10041,"31"9"-9069,13 7-452,0 2 1,-1 0-1,0 0 0,0 2 1,20 22-1,18 14-46,121 76-1501,-86-59-2278,-9-7-3896,-42-27 392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464 0 8149,'-67'12'1996,"48"-4"-380,-22 6-284,6 1-344,0 8-100,4-1-128,-8 10-136,5 2-407,-1 9-722,-3-3-423,3 3-784,0 3-2176,16 5-2665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7305,'0'0'1996,"13"8"-164,-1-2 1020,17 0-1780,12 5-196,-6-2-235,3 2-37,4 4-208,5 5-352,-2-3-620,5 3-353,4 0-387,0-3-480,-3-9-1984,-3 4-2457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496 18 8109,'-41'-12'2220,"18"7"-372,-8 13-184,-20 6-292,13-5-248,0 0-235,-4 5-193,8 3-240,-8 6-268,4 8-512,6 6-760,4-2-597,-4 5-2819,7-3-3493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9641,'0'0'1716,"12"-6"-292,1-3-92,3 9-228,6 3-220,13 0-171,22 6-149,-6-4-380,0 7-32,0 2-388,9 0-384,7 3-357,6 3-235,0-2-380,-7-4-280,1-6-1436,0 4-1605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737 1 6469,'-2'1'308,"0"0"0,0 0 0,1 0-1,-1-1 1,-1 1 0,1-1 0,0 1 0,0-1 0,0 0 0,0 1 0,0-1 0,0 0 0,0 0 0,0-1 0,-1 1 0,1 0 0,0-1 0,0 1 0,0-1 0,0 0 0,-3-1 0,5 2-307,-1 0 126,0-1 1,-1 1 0,1 0-1,0 0 1,-1 0 0,1 0-1,0 0 1,0 1 0,0-1-1,-1 0 1,1 1-1,0-1 1,0 1 0,0-1-1,-1 1 1,1-1 0,-1 2-1,-3 0 250,-26 9 601,0 1-1,-32 18 0,6-3-452,-207 113-2618,102-29-5976,110-67 1839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10501,'48'8'1776,"-20"1"-168,-6-6-132,1 3-227,2 5-237,4-5-204,2 2-276,20 7-72,-3-10-344,3 10-376,9-4-736,3-2-580,1-1-469,3 1-2175,2-1-3237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0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708 10 9637,'6'13'10183,"7"-19"-6319,-2 7-5512,114 25-520,-121-25 1571,-18-2-1556,0-1 2045,0 0 0,0-1-1,-17-6 1,-29-5 149,4 7 142,0 3 1,0 2 0,0 2 0,0 3 0,-95 17 0,-29 25-2716,158-38 1577,11-5-379,1 2 0,-1-1 0,-16 10 0,-1 8-4688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10429,'10'10'641,"-1"-2"141,-1 1 0,0-1 0,-1 2 0,1-1 0,6 14 0,-7-15-257,0 0 1,0-1-1,0 1 0,1-2 0,0 1 0,1-1 1,-1 0-1,1-1 0,18 9 0,-2-1-169,17 10-1,1-2 0,1-2 0,1-2 0,84 20 0,191 18-5623,-307-53 4834,85 5-3281,-39-4-1123,-13-1-1068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547 41 7437,'-48'-11'1724,"26"2"-240,6-2-48,4 2-152,-11 15-44,1-1-200,-7 4-175,-21 8-201,8 3-124,-2 9-76,0 8-216,-4 3-420,7 3-772,3 5-641,6 7-2999,-3 5-3573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10577,'29'46'1788,"-7"-41"76,-12 15-164,-4-2-195,13-4-281,13 9-292,0 0-200,9-3-132,10 2-96,3-2-176,0 0-252,6-5-388,0-1-400,1-3-648,-1-2-400,-9-6-365,-1 3-2403,-2-1-3521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572 0 7689,'-73'32'1768,"41"-18"-132,20-5-204,-10 5-112,-10 9-288,0-3-192,0 8-284,-6-2-99,-3 3-409,-7 2-641,-6 1-603,-6-1-656,9 9-1960,7 3-2529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10557,'29'17'1324,"9"3"-172,0 3-196,3-3-180,10 8-144,-6 4-164,5-1-44,4 6-340,0 1-364,-3-7-352,-3 0-344,3 1-172,-1-6-196,-8-6-320,-4-6-1420,9 0-1177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9 7113,'-29'-8'4700,"20"19"-3172,-1 0-24,-15 1-124,-16 11-235,6 0-281,-7 2-140,-2 1-184,-1 0-348,-5 5-712,-4-2-1140,-3-1 27,-1 9-3003,4 1-3621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29 9497,'-34'-12'5992,"21"6"-4971,3-5 791,10 28-9733,3-3 504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7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7213,'53'39'2424,"-27"-20"-273,0 0 0,35 36 1,24 40 724,55 55-1210,138 100-3762,-213-201-2592,77 43 0,-72-52-1489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8373,'0'0'8901,"13"3"-8193,19 8-160,-1 3-80,11 6-176,2 0-276,7 3-536,6 3-724,3-3-461,-3-3-727,-3 0-1448,0 5-2661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8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492 3 8249,'-120'-3'4916,"66"12"-3808,25 2-152,-6 9-212,-3 6-315,-3 6-862,-3-1-727,-4 3-1144,3 9-1344,7 9-2225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3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8521,'0'0'12314,"4"1"-11377,266 121 2635,5 1-9243,-212-92 1873,-21-9-2138,-23-13-1019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5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560 20 9337,'-54'-20'2048,"31"29"-144,-12 8-40,4 6-303,-1-3-233,-3 5-312,0 10-224,-6 2-168,0 11-120,-1 4-96,1-1-212,6 4-640,-3 5-772,6 5-848,7 1-3245,6 0-4256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12177,'28'43'2120,"-6"-43"-252,7 0-215,-4 3-245,1 2-216,12-2-288,19 6-188,-6 2-128,16 1-128,6 2-320,3 0-196,-3-5-616,3-4-488,-3 4-692,0-3-456,-13-1-2769,-6 1-4040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9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756 1 10553,'-53'8'2376,"24"-5"-248,-3-9 65,-3 6-449,0 3-220,-25 9-276,16 2-200,-7 6-252,0 6-132,-6-1-188,3 7-220,6 5-528,1 0-280,5 3-656,7 3-1000,-3-3-752,7 3-2333,18-3-4236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1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13417,'7'17'2024,"2"-2"1785,10-12-2153,3 2-308,4-2-264,12 6-260,0-1-140,6-2-444,4 3-580,9-1-296,0-5-516,10 3-752,3-3-436,-3 2-3241,2 1-4568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4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381 157 11117,'22'3'135,"58"5"9392,-42-9-9031,1-1 1,39-8-1,-53 5-1400,-1-1 1,1 0-1,-1-2 0,30-15 1,-48 20 686,0-1 0,0-1 1,0 1-1,0-1 0,-1 0 1,0 0-1,5-7 0,-10 9 263,1 0 1,-1 0-1,0 0 0,0 0 1,-1 0-1,1 0 0,0 0 1,-1 0-1,0 0 0,-1-4 1,1 5 28,0 0 1,-1 1 0,1-1 0,-1 0-1,1 1 1,-1-1 0,0 1 0,1-1 0,-1 1-1,0 0 1,0-1 0,0 1 0,0 0-1,0 0 1,0 1 0,-1-1 0,1 0 0,0 1-1,0-1 1,0 1 0,-5 0 0,-3-1 158,-1 1 0,1 0 0,-13 2 1,-54 13 463,2 2 0,-86 32-1,93-28-730,-111 47-2245,66-10-5018,49-21-1336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12501,'11'5'1156,"-1"0"0,1 0-1,0-1 1,0-1 0,18 4 0,-5-3-59,1 1 0,-1 2 1,42 16-1,-18-5-366,123 42 177,125 40-4269,-213-77 767,88 13-1,-122-29-1312,75 0 0,-72-9-2209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9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588 0 6781,'0'1'172,"-1"-1"0,1 1 1,0 0-1,-1-1 0,1 1 1,0 0-1,-1-1 1,1 1-1,0 0 0,0-1 1,0 1-1,0 0 0,0-1 1,-1 1-1,1 0 0,0-1 1,0 1-1,1 0 1,-1 0-1,0-1 0,0 1 1,0 0-1,0-1 0,1 1 1,-1 0-1,1 0 0,17 21 2807,37 20-122,-39-31-2181,15 11 107,1-2 0,0-1 1,67 28-1,42 3-2557,-132-47 900,1-1 1,0-1-1,0 0 0,10 0 1,-16-1 2,-2-2 232,0 1 550,-1 0-1,0 0 1,1 0-1,-1 0 0,0 0 1,0-1-1,1 1 1,-1-1-1,0 1 0,0-1 1,-1 1-1,1-1 1,1-2-1,-3 3 82,1 0-1,-1 0 1,1 0-1,-1 0 1,0 0-1,1 0 1,-1 0 0,0 0-1,0 0 1,0 0-1,0 0 1,1 0-1,-1 1 1,0-1-1,-1 0 1,1 1-1,0-1 1,0 1-1,0-1 1,0 1 0,0 0-1,0 0 1,-1-1-1,-1 1 1,-6-2 135,0 0 0,-1 0 0,1 1-1,-1 1 1,0 0 0,1 0 0,-1 1 0,-11 2 0,-1-1 257,-92 12 833,1 5-1,-133 40 1,-56 43-4049,212-65-1516,7 0-2626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1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 1 11713,'-22'34'1612,"28"-14"32,1 3-31,-1-3-213,58 60 1344,-33-52-2100,8-5-180,8 3-84,7 0-88,-6 2-184,3-5-192,6-3-364,0 0-572,-6-3-528,3-2-296,-10-7-497,-3-5-2111,1 3-3441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4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620 35 8713,'0'0'6653,"3"1"-5355,140 24 1804,-51 0-9836,-89-24 5781,-21-7-202,0 0 1278,-33-18 0,-18-6 1619,50 24-1270,-1 2 0,0 0 1,0 1-1,1 1 0,-2 1 0,1 1 0,0 0 1,0 2-1,0 0 0,-36 10 0,-10 6-826,-115 51-1,156-59-283,-88 41-5663,49-12-1173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9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11389,'38'58'1908,"-22"-44"-136,12 14-223,-9-10-193,0 4-384,7-4-232,2 2-148,4 0-112,0 2-172,6-4-428,3-4-288,4 0-724,-1-2-604,-6-4-453,-3 1-2311,10-3-3497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3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966 6 8721,'-70'-6'2252,"13"20"-208,3 6-164,0 0-199,-3 0-325,-3 0-320,-7 3-232,-3 6-244,-6-3-528,-3 2-828,-4 1-968,1 2 207,2 9-3207,4 3-3737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3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21 8125,'9'-12'708,"1"4"-332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7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5961,'0'0'10917,"4"0"-10729,34-2 5691,-36 1-5794,27-1 72,-25 2 1019,-1-1-1189,29-1-37,-29 2 118,-6-20-21452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4292,'0'0'17545,"-1"2"-17385,-19 25 110,3 0 1,0 1-1,-18 42 1,16-32-363,-32 50 0,-12 19-2870,26-39-1690,14-26-223,11-1-2547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5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42 235 4648,'-35'-5'1156,"28"4"-163,12 1 500,17-4-1017,-13 5 4148,5 20-3772,-13-19-481,2-1-30,55 5 24,0-3 0,0-2 0,84-9 0,-61 3-245,612 16 160,-383-1-192,-72-3-232,-53-6 214,-153-2 48,32 4 0,5 0-16,-23-3 113,0-2 0,0-2 0,76-16 0,-90 14-97,0 1 1,0 2-1,35 0 1,33-3 135,517-39 571,-283 24-343,-167 1-299,-25-1-118,-127 18-55,1 1 1,28 0 0,2 0 17,342-31-70,-222 33 100,319 31-88,-256-23-44,-85-6 88,111-1-136,-125-2 162,-124 2-38,-1 0 1,1 0 0,0 1 0,-1 0 0,1 0 0,-1 0 0,10 6 0,-8-4-2,15 12 34,-19-14-26,-1 1-1,1-1 0,0 0 1,0 0-1,0-1 1,0 1-1,0 0 1,0-1-1,0 0 0,1 0 1,-1 0-1,0 0 1,1 0-1,-1-1 0,1 0 1,4 1-1,-2 0 37,1-1 0,-1 1-1,0-1 1,0 0 0,1 0 0,-1-1-1,0 0 1,0 0 0,0-1 0,8-2-1,7-1 30,41-6 0,-18 4-8,-9 2-70,65-2 0,7 1 70,167-37 19,-83 18-155,-44 10 77,7 1-49,-117 9 98,-34 4-68,16 1 30,-18 0-119,0 0 0,0 0-1,-1 0 1,1-1 0,0 1-1,0 0 1,-1 0 0,1 0-1,0-1 1,0 1 0,-1 0-1,1-1 1,0 1 0,-1 0-1,1-1 1,0 1 0,-1-1-1,1 1 1,-1-1 0,1 0-1,-1 1 1,1-1-1,-1 1 1,1-1 0,0-1-1,-1 1-148,0 0-1,-1 1 1,1-1-1,0 0 0,0 0 1,0 0-1,-1 1 1,1-1-1,0 0 0,-1 0 1,1 1-1,-1-1 1,1 0-1,-1 1 0,1-1 1,-1 0-1,1 1 1,-1-1-1,1 1 0,-1-1 1,0 1-1,1-1 1,-1 1-1,0-1 0,0 1 1,1 0-1,-1-1 1,0 1-1,-1 0 0,-26-5-7833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9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136 286 2220,'0'0'652,"1"-3"-101,1-1-898,5-10 2544,-6 14-845,-2 10-964,-4 3 407,0-16 744,4 1-1436,0 1 1,0 1-1,0-1 1,0 0 0,0 0-1,-1 0 1,1 0-1,0 1 1,0-1 0,-1 1-1,1-1 1,0 1-1,-3-1 1,-94-15 2111,95 15-1646,2 1-754,0 1 179,0-1 0,0 0-1,1 0 1,-1 0 0,0 1 0,0-1 0,1 1 0,-1-1 0,0 0 0,1 1 0,-1-1-1,0 1 1,1-1 0,-1 1 0,1 0 0,-1-1 0,1 1 0,-1 0 0,1-1-1,-1 2 1,1-2 11,0 1 0,0-1-1,0 1 1,0-1-1,0 1 1,0-1 0,0 1-1,0-1 1,0 1 0,0-1-1,1 1 1,-1-1-1,0 0 1,0 1 0,0-1-1,1 1 1,-1-1 0,0 0-1,1 1 1,-1-1-1,0 0 1,1 1 0,-1-1-1,0 0 1,1 0 0,-1 1-1,0-1 1,1 0-1,-1 0 1,1 1 0,-1-1-1,1 0 1,0 0 0,14 5 125,1-2 0,1 0 1,-1 0-1,0-2 0,28 0 1,-7 1-30,20 3-43,74 18 0,-7-6 45,-74-11-50,0-2 0,74-4 0,-53-1-58,-34 4 10,-27-2 12,1-1 0,0 1 0,-1-2 1,15-1-1,-5-1 100,1 1-1,26 2 1,24-3 190,51-11-168,143-1 74,-133 9-138,53-5 77,1-9-69,-121 11-41,-35 4-99,49-1 0,-54 6 71,20 0-43,75 8 0,-81-2 120,0-3 1,58-1-1,-45-8 438,63-13 0,-44 6-323,-64 11-191,44-7 42,98-4 1,-60 8-181,47 4 262,160-29 325,-198 26-303,21-6-265,-80 5 29,75 1 0,-42 0 99,-56 2-33,0 1 1,1 0-1,19 3 0,-1 0 53,60-3 1,-65-1 19,0 1 1,59 8 0,-82-6-83,0 0 0,0 0 0,-1-1 0,1 0 0,9-1 0,48-1-20,-43 2 62,0 1 0,0 1 0,-1 0 0,27 8 0,-29-7-114,0-1 0,36 0-1,2 1 16,8 0 114,-31-3-61,47-2 110,-64 3-105,0-1 1,0 0 0,0-2-1,0 0 1,28-7-1,21-2-143,19 3 194,62 2-12,-91 3 31,2-4-1,245-17-169,-261 23 107,42 5-1,13 7 76,27 3-201,36-2 257,78 2-64,-209-15-40,48-9-1,-52 6-105,38-1 0,-31-1 153,-20 4-21,-8 1 23,20-4-38,-3 3 47,-9 1-16,0 0-1,-1-1 1,1 0-1,-1-1 1,12-5-1,-6 5 7,22-2-82,15-7-163,-34 6 235,1 2 0,-1 0 0,28-1 0,-40 5-17,0-1 0,-1 0 0,1 0 0,0-1 0,7-3 0,9-1 86,100-10 87,-3-1-188,-47 6-124,-69 11 68,-1 0 82,64-5 29,-64 5-64,0 0 2,29 2 37,-29-2-98,19 0 81,29-3-608,-45 0-2421,-32 0-2691,-1 1-1212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9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43 3104,'0'0'3806,"20"-22"6662,-9 1-9052,-14 37 954,-16 46-883,19-61-1568,-33 118 467,-20 58-173,13-74-1214,4-8-1700,2 1-4776,17-39-1529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58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49 6969,'0'0'5744,"2"-2"-4726,3-2-375,1-1-1,-1 0 0,-1 0 0,1-1 1,-1 0-1,6-9 4312,-20 32-4650,3-4-246,1 0 0,0 0 0,1 0 0,-6 24 0,-4 11-84,-20 41-1424,12-32-1578,1 1-3658,6-10-2273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59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71 4224,'0'0'7002,"0"3"-6389,-2 6-68,1-1 0,-2 1 0,1-1-1,-8 16 1,9-22 864,18 24-34,-11-23-1263,0 0 0,0 0 0,1-1-1,-1 0 1,1 0 0,-1-1 0,1 0 0,0 0 0,0 0 0,-1-1 0,1 0 0,11-2 0,4 2 4,456-31 462,-345 19-594,38-4-9,645-33-42,-726 54 134,137 24 0,-134-12-58,-39-7-88,97 8 0,-96-18 75,73-8 1,79-22-21,8-1-228,-144 21 299,89 0 0,-45 12-37,115 16 0,-112-2 15,0-6-1,0-4 0,122-11 0,149-21-33,-24 14-362,-159 10 242,-107 2 89,19-1-303,10-6 46,293-26-407,-186 10 585,-186 21-399,0 2-1,87 11 1,-132-10 468,132 16-1097,-88-12 908,-34-2 162,0-2 1,25 1-1,308-13-224,-305 10 306,1 2 0,-1 2 0,58 12 0,-96-14-7,1 0 1,-1-1 0,1 0 0,-1 0 0,1 0 0,0 0 0,6-2 0,16 1-6,42 4 7,53 7 34,-58-8-11,-4-1 2,-39 0-7,0 0-1,0-2 1,0-1 0,31-6 0,34-2-15,-65 9 34,32-2 49,0 3-1,92 11 0,-141-10-2,15 2 149,-12-2-98,0 0-1,0-1 0,0 1 0,0-2 0,1 1 0,8-2 1,14-1 71,-27 3-19,32-6 1083,-32 5-1056,23-11 278,-23 11 909,-3 4-1058,1 6-186,0 0-1,0 0 0,-1 0 0,-1 0 0,0 0 0,0 0 1,-4 16-1,-26 64 224,6-21-284,16-39-686,-2-1-1,-23 46 1,9-30-1069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3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1 3888,'0'0'7931,"-2"1"-7622,-2 1-241,1 0 0,0 1 0,0-1 0,0 1 0,0 0 0,0 0 0,0 0-1,1 0 1,-1 0 0,1 0 0,0 1 0,0-1 0,0 1 0,1 0 0,-1-1-1,1 1 1,0 0 0,0 0 0,-1 6 0,-5 10 15,-18 35-1,2-3-64,-28 77 40,12-33 9,15-48-48,22-45 13,2-1-26,-3 8-53,0 2-126,4-11 170,-1-1 0,0 0 1,1 0-1,-1 0 0,0 0 0,0 0 1,1 0-1,-1 0 0,0 0 0,1 0 0,-1 0 1,0 0-1,1 0 0,-1 0 0,0 0 0,1 0 1,-1 0-1,0 0 0,0 0 0,1 0 1,-1 0-1,0-1 0,1 1 0,-1 0 0,0 0 1,0 0-1,1 0 0,-1-1 0,0 1 1,0 0-1,0 0 0,1-1 0,-1 1 0,0 0 1,0 0-1,0-1 0,1 1 0,1-2 0,0 1-1,0 0 1,0 0-1,1 0 1,-1 1 0,1-1-1,-1 0 1,0 1-1,1 0 1,-1-1-1,1 1 1,-1 0-1,1 0 1,-1 0-1,1 1 1,3 0 0,-4-1-1,18 26 103,-15 0-98,-4-23 1436,2-2-1264,71 16 179,1-4-1,119 8 0,-102-13-182,869 17 545,-286-91 481,-597 56-1050,-29 3-160,473-52-12,-231 60 112,-264 0-100,63-1 73,96-13 0,-77 4-206,124 2 45,-25 9 94,235-6 230,15 2-230,-411 4 14,59 1-148,90-14-113,96-9 41,-195 15 83,-37 1 147,226-4-19,-27 30-12,-151-22 11,-27 0-299,-59-1 191,37 2 1,152 7-167,-34-4 328,25 12 129,-182-15-199,1 0 0,-1-2 0,1 0 0,33-7 0,-27 3-79,53-1 1,-53 4 124,35-6 0,-33 4-7,43-2-1,79-5 45,-144 10 73,16 2-175,-5 1 13,-14-2 10,0 1 8,160 9-14,-161-9-55,1-1-203,18-1 274,-1 0 0,1-1 0,33-8 1,-43 7 24,0 1 1,0 0 0,13 1 0,-20 0-15,52-7-49,-53 7 270,10-29-186,-3 17-76,1 0 0,0 0-1,19-13 1,-8 6 48,-21 18-34,20-17 231,1 7-179,-20 12 17,-1-1-38,25-7-20,-25 8 210,1-1-246,7-2 986,-10 3-1066,1 0 1,0 0-1,-1 0 0,1 0 1,-1 0-1,1 0 1,-1 0-1,1 0 1,-1 0-1,1 0 1,-1 0-1,1-1 1,-1 1-1,1 0 1,-1 0-1,1-1 1,-1 1-1,1 0 1,-1 0-1,0-1 1,1 1-1,-1-1 1,0 1-1,1 0 1,-1-1-1,0 1 0,1-1 1,-1 1-1,0-1 1,0 1-1,1-1 1,-1 1-1,0-1 1,0 1-1,0-1 1,0 1-1,0-1 1,0 1-1,0-1 1,0 1-1,0-1 1,0 1-1,0-1 1,0 1-1,0-1 1,0 0-1,0 1 1,0-1-1,-1 1 0,1-1 1,0 1-1,0 0 1,-1-1-1,1 1 1,0-1-1,-1 1 1,1-1-1,0 1 1,-1-1-1,-7-13-3069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66 4932,'0'-3'152,"0"1"-1,0-1 1,1 1-1,-1-1 0,1 1 1,-1-1-1,1 1 1,0-1-1,0 1 0,0 0 1,0 0-1,0 0 1,1-1-1,2-2 0,-2 4 1808,-3-1-1774,1 0 1,0 1 0,-1-1-1,0 0 1,1 1 0,-1-1 0,0 1-1,0-1 1,0 1 0,0-1-1,-5-6 8015,-1 52-7279,1-13-493,1 0 1,-1 61 0,9 84-877,-5-59-3887,-5-48-2951,6-49 728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6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2 611 4100,'0'0'5038,"0"3"-4410,-1-2-633,1 24 1436,0-24-1375,0 0 0,0 0 1,1 0-1,-1 0 1,1 0-1,-1 0 1,1 0-1,-1 0 1,1 0-1,-1 0 0,1-1 1,0 1-1,-1 0 1,1 0-1,0-1 1,0 1-1,-1-1 0,1 1 1,0 0-1,0-1 1,0 0-1,0 1 1,0-1-1,0 1 0,0-1 1,0 0-1,0 0 1,0 0-1,0 1 1,0-1-1,0 0 0,1-1 1,223-10 1044,305 4-771,-429 9-346,540 35 259,-537-29-182,60-1 22,0-6-1,0-8 0,214-36 0,-75-10-21,90-14-24,19 38-56,333-13 737,-695 38-635,168-8 238,-1 10 0,376 44-1,-216 4-156,-331-43-82,0-2 1,-1-2 0,50-6 0,133-32 97,24-1-234,-190 34-50,467-42-83,-333 38 12,222-25-651,-377 26 812,0-2-1,0-2 1,41-19 0,-36 14 46,-16 8-135,39-9 0,21-6-6,-24 8-13,-52 15 99,0-1 1,-1-1 0,1 0-1,14-6 1,20-10-14,-37 16-41,1 0 0,-1-1-1,0-1 1,12-7 0,-3 1-346,0 0 0,25-9 0,-43 20 282,1 0 27,4-2 22,0 0 1,0 0 0,-1-1 0,1 0 0,9-8 0,-15 11 120,23-21-25,-23 22 32,-1 0 0,1-1 1,-1 1-1,1 0 0,-1 0 1,1-1-1,-1 1 0,1 0 1,-1-1-1,1 1 0,-1-1 1,1 1-1,-1 0 0,0-1 1,1 1-1,-1-1 1,0 1-1,1-1 0,-1 1 1,0-1-1,0 0 0,1 1 1,-1-1-1,0 1 0,0-1 1,0 0-1,0 1 0,0-1 1,0 1-1,0-2 0,-22 4 810,20-2 750,1 4-1455,1 0 1,-1-1 0,0 1-1,0 0 1,-1-1-1,1 1 1,-1-1 0,1 0-1,-1 1 1,-3 2-1,-9 23 531,6 1-229,-7 56-1,5-27-55,-19 153 174,19-157-996,3-13-1439,-2-1 1,-16 44-1,5-29-2775,6-4-2531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8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17 512 3720,'0'0'7184,"-16"-17"-3266,68 29-3298,1-3-1,90 4 1,-120-11-481,358 13 149,563-49 0,-426-23-244,-51 5 5,405 5 31,-434 29 56,335-18-213,-173-23-55,-442 41 160,359-41-9,-463 52 13,1 2-1,0 3 1,0 2 0,0 3-1,96 17 1,-100-12-57,2-2 0,-1-3-1,93-5 1,7 0 43,-80 5 428,0-3 0,95-11 0,26-27 420,58-7-820,180 14 182,-289 11-206,-66 16-31,-21 0-331,103 6 1,-157-2 333,14 1-53,-1 1 1,1 0-1,-1 1 0,0 0 0,26 10 1,-37-11 51,0-1 1,0 0-1,0-1 0,0 1 1,0 0-1,0-1 0,0 0 1,6 1-1,-1-1-9,-5 0 10,1 1-3,3-1 8,0 1-1,0-2 1,0 1 0,0-1-1,0 0 1,0-1 0,0 1-1,0-1 1,0-1 0,9-4-1,9-2 11,-5 2-52,1 1 0,-1 1 0,28-4 1,-2 10-2531,-62-12-3769,-6 2-595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9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29 986 3228,'0'1'151,"-1"1"-1,1-1 1,-1 0-1,0 0 1,1 1-1,-1-1 1,0 0-1,0 0 0,0 0 1,0 0-1,0 0 1,0 0-1,0 0 1,-1 1-1,1-3 52,0 1-1,0-1 1,0 1-1,0-1 0,0 1 1,0-1-1,0 0 1,0 1-1,1-1 1,-1 0-1,0 0 0,1 0 1,-1 1-1,-2-6 6181,23-1-5392,28-4-535,1 3 0,1 1-1,71 0 1,6-1-41,557-53 870,296-31-647,-6-44-173,-591 61 192,502-167 0,-767 202-540,389-118 358,-390 131-438,0 5 1,232-12 0,-189 18-569,-119 10-396,-37 6 91,-8-15-9165,-2-2 2978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1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9545,'0'0'10118,"0"3"-9443,1 11 14,0-1 0,1 1 1,8 25-1,-6-23-237,0 0 0,-1 0-1,1 17 1,-1 58 1168,0 23-71,35 217 0,20-93-1131,-46-201-342,1 0 0,2-1-1,2 0 1,27 41 0,-20-52 79,-15-18-88,-8-7-61,1 0 1,-1-1-1,1 1 1,-1 0-1,0-1 1,1 0-1,-1 1 1,0-1-1,1 0 1,-1 1-1,0-1 1,3-2-1,-4 3 0,4-3 2,-1 0-1,1 0 0,0 0 0,-1 0 0,0 0 0,0-1 0,0 1 0,0-1 0,0 0 0,-1 0 0,3-6 0,19-53 51,-14 32-40,1-1-28,2 2 0,1 0-1,2 0 1,1 2 0,27-38 0,-35 56 0,0 0 1,1 0 0,0 1-1,0 0 1,1 1 0,22-14-1,-24 18 5,-1 0 0,1 0 0,-1 1 0,1 0 0,0 1 0,0 0 0,0 1 0,0-1 0,1 2 0,-1-1 0,12 2 0,-14 0 5,-1 0 0,1 0 0,0 0 0,-1 1-1,0 0 1,1 1 0,-1-1 0,0 1 0,0 1-1,0-1 1,0 1 0,-1 0 0,0 0 0,0 0-1,0 1 1,0 0 0,0 0 0,-1 0 0,0 0-1,0 1 1,4 8 0,5 12 2,-1 1-1,-2 1 1,14 53-1,8 21-15,-10-55 12,-21-45 2,0-1 1,-1 0-1,1 1 0,0-1 1,0 0-1,0 0 0,0 0 1,1 0-1,-1 0 1,0 0-1,0 0 0,1 0 1,-1 0-1,0-1 0,1 1 1,-1 0-1,1-1 1,-1 1-1,1-1 0,-1 0 1,1 1-1,-1-1 0,1 0 1,-1 0-1,1 0 1,0 0-1,2-1 0,1 0-4,-1 0-1,1-1 0,0 0 1,-1 0-1,1 0 0,4-3 0,-4 2 5,5-4-4,-1 1-1,1-2 1,-1 1-1,-1-1 0,0-1 1,0 1-1,0-2 1,-1 1-1,6-12 1,6-10 2,21-52 0,-18 23-13,-16 42-11,0 2 1,11-24-1,-9 25-10,-1 5 10,7 13 39,-4 1 0,46 22-29,-43-19-2,0-1 1,1 0-1,-1-1 1,18 4-1,-16-6-3,0 0-1,0-1 0,0-1 0,0 0 0,0-1 0,-1-1 1,1 0-1,0-1 0,17-5 0,-24 5 9,-1-1 0,0 0 0,1 0 0,-1-1 0,0 1 0,-1-2 0,1 1 0,-1-1 0,1 0 0,-1 0 0,-1-1 0,1 1 0,-1-1 0,0-1 0,-1 1 0,1-1 0,-1 1 0,6-16 0,-4 4 24,0-1 0,-2 0-1,0 0 1,-1 0 0,-2-1 0,1 1 0,-2-1-1,-1 1 1,-5-35 0,6 53 7,1 0 0,-1 0 0,0 0 0,-1-1 1,1 1-1,0 0 0,0 0 0,0 0 0,-1 0 0,1-1 0,0 1 0,-1 0 0,1 0 0,-1 0 0,1 0 1,-1 0-1,0 0 0,0 0 0,1 0 0,-1 0 0,0 0 0,0 1 0,-1-2 0,0 2-2,1 1-1,-1 0 0,1-1 0,0 1 1,-1 0-1,1 0 0,0 0 0,0 0 1,0 0-1,0 0 0,0 0 1,0 0-1,-2 3 0,3-4-18,0 1 11,-1 0-1,1 0 1,-1 0-1,1 0 1,-1 0-1,1 0 0,0 0 1,0 0-1,-1 0 1,1 0-1,0 0 0,0 0 1,0 0-1,0 0 1,0 0-1,0 0 0,1 0 1,-1 2-1,1 1 28,1 17 141,0 0 0,2 0 0,0 0 0,1-1 0,2 0 1,8 21-1,10 33 124,0 8-130,-7-29-69,11 64-1,1 64-208,-7 2 1,-2 201-1,-22-287-51,-5-1-1,-3 0 0,-4 0 0,-5-2 0,-53 167 0,52-211 108,-43 83-1,48-109 55,-1 0-1,-1 0 0,-1-2 1,-37 39-1,52-59 2,0-1 0,0 1 1,0 0-1,0-1 0,0 1 1,0-1-1,0 0 0,-1 1 1,1-1-1,0 0 0,-1-1 0,1 1 1,-1 0-1,1-1 0,-1 1 1,1-1-1,-1 0 0,1 1 1,-1-1-1,1-1 0,-1 1 0,0 0 1,1-1-1,-1 1 0,1-1 1,0 0-1,-1 0 0,1 0 1,-1 0-1,-2-1 0,2-1-1,0 1 0,-1-1 0,1 0 0,0 0-1,0 0 1,0 0 0,1 0 0,-1-1 0,1 1-1,0-1 1,0 1 0,0-1 0,0 0 0,0 0 0,1 0-1,-2-8 1,1-3-96,1-1-1,1 0 1,0 0-1,1 1 1,1-1-1,0 0 1,8-26-1,42-107-1182,200-396-2701,-63 147 2494,-33-14 680,-139 356 1107,-3-1 0,-3 0 0,-2 0 0,-2-1 0,-3 0 0,-2-1 0,-3 1 0,-17-111 0,16 160-132,2 1-1,-1 0 0,-1 1-1,0-1 1,0 0 0,0 1 0,-1 0 0,0-1 0,0 1 0,-1 0 0,-7-10 0,11 17-152,0 0 0,-1-1-1,1 1 1,0-1 0,-1 1 0,1 0 0,0-1 0,-1 1 0,1 0-1,0-1 1,-1 1 0,1 0 0,-1 0 0,1-1 0,0 1-1,-1 0 1,1 0 0,-1 0 0,1 0 0,-1 0 0,1 0 0,-1-1-1,1 1 1,-1 0 0,1 0 0,-1 0 0,1 0 0,-1 1 0,1-1-1,-1 0 1,1 0 0,-1 0 0,-6 16 500,7 33 143,51 341 1628,-17-35-1614,23 197-916,-49-489-81,20 125-1620,-23-168 1189,1 0 1,0 0-1,1 0 1,2-1-1,0 0 1,21 33-1,-25-46-54,0 0 0,0 0 0,0 0 0,8 6 0,15 6-7184,-9-9-1932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1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13 140 9993,'-11'-34'3978,"10"30"-2311,1 1-305,0 0-1256,1-1 0,0 1 0,-1 0 0,1 0 0,0 0 0,1 1 0,-1-1 0,0 0 0,1 0 0,0 1 0,-1-1 0,1 0 0,0 1 0,1 0 0,-1-1 0,0 1 1,0 0-1,1 0 0,-1 1 0,1-1 0,0 0 0,0 1 0,-1 0 0,1-1 0,0 1 0,0 0 0,6-1 0,29-8 101,-1 2 0,1 2 0,1 1 1,-1 1-1,1 3 0,-1 1 0,62 8 0,-92-7-195,-1 0 0,1 1-1,-1 0 1,1 0 0,-1 1 0,0 0-1,7 4 1,-12-6-4,1 0 1,-1 1-1,0-1 0,0 1 1,0 0-1,0 0 0,0 0 0,-1 0 1,1 0-1,0 0 0,-1 0 1,0 1-1,1-1 0,-1 0 0,0 1 1,0-1-1,0 1 0,-1-1 1,1 1-1,-1 0 0,1-1 0,-1 1 1,0 0-1,0 3 0,-1 1 21,0-1-1,-1 1 0,0 0 1,0-1-1,-1 1 0,1-1 1,-1 0-1,-1 1 0,1-1 1,-1-1-1,0 1 0,0-1 1,-1 1-1,-6 5 1,-11 10 150,-47 33 0,63-49-151,-255 166-1128,204-140-2768,45-26 1862,22-18-10775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1 213 8485,'7'-10'346,"-5"7"-219,0 0 1,0 0-1,0 0 1,1 1 0,-1-1-1,1 1 1,-1-1-1,1 1 1,0 0-1,0 0 1,0 0-1,0 0 1,0 1 0,1-1-1,-1 1 1,0 0-1,1 0 1,-1 0-1,1 1 1,-1-1-1,5 0 1,11-1 546,-9 1-339,0-1 1,0 0-1,0 0 1,0-1 0,0-1-1,10-4 1,31-12 262,-36 16-393,-1-1-1,1-1 0,-1 0 0,0-1 0,-1-1 0,0 0 0,0 0 0,14-13 0,-26 20-172,-1 1 0,1-1 0,0 0 0,-1 1 1,1-1-1,-1 0 0,1 0 0,-1 0 0,1 1 0,-1-1 0,1 0 1,-1 0-1,0 0 0,1 0 0,-1 0 0,0 0 0,0 1 0,0-1 1,0 0-1,0 0 0,0 0 0,0 0 0,0 0 0,0 0 0,0 0 1,0 0-1,-1 0 0,1 0 0,0 1 0,-1-1 0,1 0 0,-1 0 1,1 0-1,-1 0 0,1 1 0,-1-1 0,1 0 0,-1 1 1,0-1-1,1 0 0,-1 1 0,0-1 0,0 1 0,0-1 0,1 1 1,-1-1-1,0 1 0,0 0 0,0-1 0,0 1 0,-1 0 0,-4-2 128,0 1 1,0 0-1,0 0 0,0 0 0,0 1 0,0 0 0,1 0 0,-1 1 0,-8 1 0,-51 12 737,64-13-879,-11 2 228,0 0 0,1 1-1,0 1 1,0 0 0,0 1 0,1 0 0,0 0-1,0 1 1,-14 13 0,17-14-73,1 1 0,0 0 0,1 0 0,-1 1 1,1 0-1,1-1 0,0 2 0,0-1 0,0 0 0,1 1 0,1 0 0,-4 13 0,6-15-121,-1 0-1,1 0 0,0 0 1,0 1-1,1-1 0,-1 0 1,2 0-1,-1 0 0,1 0 1,0 0-1,1 0 0,0 0 0,0-1 1,0 1-1,1-1 0,0 0 1,0 0-1,0 0 0,1-1 1,6 6-1,-1-1-310,0 0-1,1-1 1,1 0-1,0-1 1,0-1 0,0 0-1,1 0 1,27 9 0,-24-11-734,0 0 1,1-1 0,-1-1 0,26 2 0,-33-5-523,0-1-1,0 1 1,0-1 0,0-1 0,17-4 0,6-3-6183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20 252 11229,'-2'-2'2382,"-14"-17"1523,15 17-2466,2 0-295,1 0-1037,-1 0 1,1 0 0,-1 0 0,1 1 0,0-1 0,0 1 0,0-1 0,0 1-1,0 0 1,0 0 0,0 0 0,0 0 0,1 0 0,-1 0 0,0 1 0,1-1-1,-1 1 1,0-1 0,3 1 0,48 3 197,-33-1-77,15 3 1,0 1 0,-1 1 0,55 20 0,-77-23-231,0 0 0,-1 2 1,1-1-1,-1 1 0,-1 1 0,1 0 0,-1 0 1,0 1-1,-1 1 0,0-1 0,0 2 0,-1-1 1,0 1-1,0 0 0,9 18 0,-13-19 38,0 0-1,0 1 1,-1 0-1,0 0 0,-1 0 1,0 0-1,0 0 1,-1 0-1,0 0 0,-1 0 1,-1 1-1,1-1 1,-1 0-1,-1 0 0,0 0 1,0 0-1,-1 0 1,-6 13-1,9-21 31,-1-1 1,1 0-1,-1 1 0,1-1 1,-1 0-1,0 1 0,1-1 0,-1 0 1,0 0-1,0 0 0,0 1 1,0-1-1,0 0 0,0 0 1,0 0-1,0-1 0,0 1 1,0 0-1,-1 0 0,1-1 1,0 1-1,-1 0 0,1-1 1,0 1-1,-1-1 0,1 0 1,0 0-1,-1 1 0,1-1 1,-1 0-1,1 0 0,-1 0 0,1 0 1,0-1-1,-1 1 0,1 0 1,-1 0-1,1-1 0,0 1 1,-1-1-1,1 0 0,0 1 1,-2-2-1,-1 0-1,1-1-1,0 0 1,-1 1 0,1-1-1,0-1 1,1 1 0,-1 0-1,0-1 1,1 1 0,0-1 0,0 0-1,0 0 1,0 0 0,-1-6-1,1 2-18,1-1-1,0 1 1,0-1-1,1 0 0,0 1 1,1-1-1,0 1 1,3-15-1,24-70-1006,-13 51 100,43-117-3867,-12 53-3807,-17 38-2042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 11841,'-11'9'942,"8"-6"-402,-1-1-1,0 1 0,1 0 1,0 0-1,0 1 0,0-1 1,0 1-1,0 0 0,1-1 1,0 1-1,0 0 0,0 0 1,0 1-1,0-1 0,0 5 1,-8 38 1584,5-24-1143,0 1 0,-1 30-1,29 437 1832,32-142-5438,-5-119-2020,-46-213 3720,1 0-1,1 0 1,10 21-1,17 16-7168,-15-29 861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92 100 8205,'-49'-47'2182,"27"16"1558,21 29-3327,-1 0 1,1 0-1,0 0 1,-1 0-1,0 1 0,1-1 1,-1 0-1,0 0 1,-3-1-1,3 1 1169,7 3-1023,25 2-264,0 2 0,-1 1 0,0 2 0,49 18 1,-59-18-242,0 1 0,0 1 1,-1 0-1,0 2 1,-1 0-1,0 1 0,25 25 1,-39-35-51,-1 0 1,0 0 0,0 0-1,0 1 1,-1-1-1,1 0 1,-1 1 0,0-1-1,0 1 1,0 0-1,0-1 1,0 1 0,-1 0-1,0-1 1,0 1 0,0 0-1,0-1 1,0 1-1,-1 0 1,0-1 0,0 1-1,0 0 1,0-1-1,0 1 1,-1-1 0,1 0-1,-1 1 1,-3 3 0,-1 4 7,-2-1 1,1 0-1,-1 0 1,0 0-1,-1-1 1,0-1-1,-12 9 1,-9 4-1240,-42 20 0,70-39-1310,-11-17-12035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1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10113,'29'-14'2287,"-23"11"-248,-6 9-1374,1 0 0,0 0 0,0-1 0,0 1 0,0 0 0,3 6 0,3 5 30,1-2 0,13 20-1,5 11 199,93 218-937,-48-83-8576,-55-144 4431,6-5-2045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381 127 6837,'-2'-9'194,"-2"-6"1027,-1 1 1,0 0-1,-11-20 0,15 32-1006,0-1 0,-1 1 0,1-1 0,-1 1 0,0-1 0,0 1 0,0 0-1,0 0 1,0 0 0,0 0 0,0 0 0,-1 0 0,1 0 0,-1 1 0,0-1 0,1 1 0,-1 0 0,0 0-1,0 0 1,1 0 0,-1 1 0,0-1 0,0 1 0,-5-1 0,-3 3-11,0 0-1,0 0 1,0 1-1,1 1 1,-1 0-1,1 0 1,0 1 0,0 0-1,0 1 1,1 0-1,0 0 1,0 1 0,0 0-1,-8 10 1,5-4-162,0 0 1,1 1-1,0 0 1,2 1-1,-1 0 1,2 0-1,0 1 1,-8 23-1,14-34-99,-7 19-658,-8 44 1,16-61 634,0 0 0,0 0-1,1 0 1,0-1 0,0 1-1,1 0 1,-1 0-1,2 0 1,-1 0 0,1 0-1,3 8 1,-4-14 89,0-1 1,0 1-1,0-1 1,0 1-1,1-1 0,-1 0 1,0 0-1,0 1 1,0-1-1,1 0 0,-1 0 1,0 0-1,0 0 1,0 0-1,1-1 0,1 1 1,-2 0 23,7-2 178,1 1 0,-1-1 0,0-1 0,-1 0 0,1 0 1,0 0-1,-1-1 0,1 0 0,-1 0 0,-1-1 0,13-10 1,22-12 603,-40 26-798,0 1 1,0 0 0,0-1 0,0 1-1,0 0 1,1 0 0,-1-1 0,0 1-1,0 0 1,0 0 0,1 0 0,-1 1 0,0-1-1,0 0 1,0 0 0,3 1 0,2 1 30,5-1-197,0 1-1,0 1 0,0-1 0,0 2 1,15 6-1,26 14-5508,-35-14 733,7 9-2777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20 8613,'10'-10'1835,"-20"0"4309,6 54-3625,2-36-2325,1 0 0,0-1 0,1 1 0,0 0 0,0 0 0,2 14 0,3 2 82,1-1 0,16 40 0,-16-49-222,-1 1 1,0-1 0,-1 1 0,-1 1 0,2 18-1,7 33 504,-2-103-108,1 3-358,1 0 0,24-48 0,-29 67-73,1 0-1,1 1 0,0 0 1,1 0-1,0 1 0,1 0 1,22-18-1,-30 27-2,0 1 0,1-1 0,-1 1 0,1 0 0,-1 0 0,1 0 0,0 0 0,0 1 0,0 0 0,0-1 0,0 1 0,0 1 0,0-1 0,0 1 0,0-1 0,0 1 0,0 0 0,0 1 0,0-1 0,1 1 0,-1 0 0,0 0 0,0 0-1,0 0 1,-1 1 0,1-1 0,0 1 0,3 3 0,3 2 9,-1 0 0,-1 1 1,1 0-1,-1 1 0,-1 0 0,0 0 0,0 0 0,9 18 0,7 14-623,22 35-2391,-8-28-6333,-22-33 1470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4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125 276 9765,'0'0'8723,"3"0"-7836,15-1-666,-1 0 0,1-1 0,-1-1-1,0-1 1,0 0 0,0-2 0,-1 1-1,0-2 1,0 0 0,0-1 0,23-16 0,-37 22-212,-1 0 0,1 0 0,0 0 0,0-1 0,-1 1 0,1 0 0,-1-1 0,0 1 0,0-1 0,0 0 1,0 1-1,0-1 0,0 0 0,-1 0 0,1 1 0,-1-1 0,0 0 0,0 0 0,0 0 0,0 1 0,0-1 0,-1 0 1,1 0-1,-1 1 0,0-1 0,0 0 0,-1-3 0,-2-2 57,0-1 0,0 1 0,0 0 0,-1 0-1,0 0 1,-1 1 0,-7-9 0,8 11 55,0-1-1,0 2 1,-1-1 0,0 1 0,1 0-1,-2 0 1,1 0 0,0 1-1,-1 0 1,1 0 0,-1 1-1,0 0 1,0 0 0,0 0 0,0 1-1,0 0 1,0 0 0,0 1-1,0 0 1,-1 1 0,1-1-1,0 1 1,0 0 0,0 1-1,0 0 1,0 0 0,1 0 0,-1 1-1,1 0 1,-1 1 0,1-1-1,0 1 1,0 0 0,1 1-1,-1-1 1,1 1 0,-7 8 0,4-3-11,0 0 1,1 0-1,0 1 1,1 0-1,0 0 1,0 0-1,2 1 1,-1 0-1,2 0 1,-1 0-1,2 0 1,-1 1-1,2-1 1,-1 20-1,2-25-221,0 0-1,1 0 0,0 0 0,0 0 0,1 0 0,0 0 0,0-1 0,1 1 0,-1 0 0,1-1 1,1 0-1,-1 0 0,1 0 0,0 0 0,1 0 0,-1-1 0,1 0 0,0 0 0,0 0 0,1 0 0,0-1 1,-1 0-1,1 0 0,1-1 0,-1 1 0,11 3 0,2-1-807,0 0-1,0-1 1,1-1-1,0-1 1,0-1-1,21 0 1,-11-3-3057,46-6 1,-16-3-4683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4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78 8965,'-19'-20'9749,"16"3"-12566,-4 0 917,-2 5-2136,-1 1-2941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8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153 137 2844,'0'0'2801,"-3"1"-2477,-26 11 408,26-10 472,-26-14 1953,-5 12-2776,30 0 107,2 1-187,0 0-175,1 0 0,-1-1 1,1 1-1,-1 0 0,1-1 0,-1 0 1,0 1-1,1-1 0,-1 0 0,1 0 1,-1 0-1,0 0 0,1 0 0,-1 0 1,0 0-1,1 0 0,-1-1 0,0 1 1,1-1-1,-1 1 0,1-1 0,-1 1 1,1-1-1,-1 0 0,1 0 1,-3-2-1,1 0 172,2 0-288,1-1-1,1 1 1,-1-1-1,0 1 0,1-1 1,0 1-1,0-1 1,0 1-1,0 0 0,0-1 1,1 1-1,-1 0 0,1 0 1,0 0-1,0 0 1,0 0-1,0 0 0,1 1 1,-1-1-1,1 1 0,0 0 1,-1-1-1,1 1 1,0 0-1,0 1 0,1-1 1,5-2-1,10-5 2,0 1 0,0 0 0,1 2 0,0 0 0,0 1 1,1 1-1,-1 1 0,1 1 0,38 1 0,-55 2-12,0-1 0,0 1-1,0 1 1,0-1 0,0 0 0,0 1 0,0 0 0,0 0-1,-1 0 1,1 0 0,-1 1 0,0-1 0,1 1 0,-1 0 0,0 0-1,-1 0 1,1 0 0,0 1 0,-1-1 0,0 1 0,0 0-1,0-1 1,0 1 0,0 0 0,-1 0 0,0 0 0,2 8 0,0 9 20,0 0 0,-2 0 0,0 1 0,-3 27 0,1-27-25,-20 249 213,-2 67 6,23-330-200,4 118-83,-2-107 71,0 0 0,2 0 0,0 0 0,10 28 0,-12-42 2,1 0 0,-1 0 1,1-1-1,-1 1 0,1-1 1,1 0-1,-1 0 0,1 0 1,-1 0-1,1 0 1,0-1-1,0 0 0,1 1 1,5 2-1,-2-2 1,-1-1 1,1 0-1,0-1 0,-1 0 0,1 0 1,0 0-1,0-1 0,13 0 0,-2-1 15,-1-1-1,1-1 1,-1-1 0,0 0-1,0-1 1,0-1-1,23-11 1,-26 9 19,0 0-1,-1-2 1,0 0 0,-1-1-1,23-20 1,-34 28 133,-24 5-99,21-3-64,0 0 0,0 1 0,0-1 0,-1 0 0,1 1 0,0-1 0,0 1 0,0-1 0,0 1 1,0 0-1,0-1 0,0 1 0,1 0 0,-1 0 0,0 0 0,0-1 0,0 1 0,1 0 0,-1 0 1,0 0-1,1 0 0,-1 0 0,1 0 0,0 1 0,-1-1 0,0 2 0,0 2-2,1-1 1,-1 1-1,1 0 0,0 0 1,0 0-1,1 0 0,0 4 1,2 8 1,1-1 0,12 31 1,-14-42-7,1 0 1,0-1-1,0 1 1,0-1 0,1 1-1,0-1 1,7 7-1,7 9 2,10 21 20,38 62 63,-59-90-96,-1 0 0,0 1-1,-1-1 1,-1 1-1,0 0 1,3 19 0,-5-23 70,-1 0 1,0-1-1,0 1 1,-1 0-1,0 0 1,-1-1-1,0 1 1,-1 0-1,0-1 1,0 1-1,-1-1 1,0 1-1,0-1 1,-1 0-1,-1-1 1,1 1-1,-2-1 1,-6 10-1,0-4 47,0-1-1,-1 0 0,0 0 0,-1-2 1,-1 0-1,-26 16 0,-103 46 223,104-55-354,-160 57 218,172-65-262,14-6 11,0-1 0,0 0 1,-22 1-1,6-1-804,29-3 644,-1-1 0,1 0 0,-1 0 0,1 0-1,0 0 1,-1 0 0,1 0 0,0 0 0,0 0 0,0-1 0,0 1-1,0 0 1,0-1 0,0 1 0,0 0 0,1-1 0,-1 1 0,1-1-1,-1 0 1,1 1 0,-1-3 0,8-14-4163,5 0-2550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8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7045,'107'103'6082,"-5"-6"-4039,584 545 2410,-375-390-4527,521 322-1,72-56-1432,-651-396 1369,-236-114 153,-15-7-4,8 4 38,0 0-1,0 0 1,0-1 0,1 0 0,-1-1-1,1 0 1,0-1 0,0 0-1,0-1 1,0 0 0,19-1 0,-29 0-41,-1-1 1,1 1 0,0 0 0,-1 0 0,1 0-1,0 0 1,0-1 0,-1 1 0,1 0 0,0 0-1,-1-1 1,1 1 0,-1-1 0,1 1 0,0-1-1,-1 1 1,1-1 0,-1 1 0,1-1-1,-1 1 1,0-1 0,1 1 0,-1-1 0,1 0-1,-1 1 1,0-1 0,0 0 0,1 1 0,-1-2-1,0 0 1,0-1 0,0 1 0,0 0 0,0 0 0,0-1 0,-1 1 0,1 0 0,-1 0 0,0 0 0,-1-3 0,-4-10-182,-2 1 0,-12-18 0,14 22-131,-33-61-2594,18 22-2027,8 6-2247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9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 11149,'-24'9'1335,"24"-8"-1252,0-1-1,0 1 1,-1-1 0,1 1 0,0 0-1,0-1 1,0 1 0,0-1 0,0 1 0,0 0-1,0-1 1,0 1 0,0-1 0,0 1-1,0-1 1,1 1 0,-1-1 0,0 1 0,0 0-1,1-1 1,-1 1 0,0-1 0,1 1-1,-1-1 1,0 0 0,1 1 0,-1-1 0,1 1-1,-1-1 47,5 10 489,-1 0-1,0 0 1,-1 1 0,3 17-1,1 0-36,150 416 2280,-32-157-7466,-77-174-2463,-28-56 182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17 335 8081,'-13'-24'1939,"10"19"-193,3 1-1426,1-1-1,0 0 1,0 1 0,0-1 0,1 1-1,0-1 1,-1 1 0,1 0 0,1 0 0,-1 0-1,1 0 1,-1 0 0,1 0 0,1 1 0,-1-1-1,0 1 1,1 0 0,-1 0 0,1 0 0,0 0-1,0 1 1,4-3 0,3 0-154,0-1 0,0 1 0,0 1-1,1 0 1,-1 1 0,1 0 0,17-2 0,-10 3-78,0 1 0,1 1 0,-1 1-1,1 0 1,-1 2 0,0 0 0,0 1 0,0 1 0,-1 1 0,0 1 0,0 0-1,0 1 1,-1 1 0,0 1 0,0 0 0,-2 1 0,1 1 0,-1 0 0,-1 1-1,21 25 1,-5-2-54,-1 2-1,-3 1 0,-1 1 1,-2 1-1,-1 1 0,-3 1 1,18 57-1,-15-39-66,-6-17-108,19 87 0,-13-37-93,-21-90 201,-14-20-5,5-1 43,1 0-1,0 0 1,1 0-1,1-1 1,1 0 0,-4-31-1,-1-3 1,-2-11-7,3 0 0,2-1 0,3 1 0,3-1 0,3 0 0,14-76 0,-13 111-10,2 1 0,1 1 0,1-1 0,1 2 0,18-37-1,-24 55 23,1 1 0,0 1 0,0-1-1,1 0 1,0 1 0,0 0 0,1 0-1,-1 1 1,1-1 0,0 1-1,1 0 1,-1 1 0,1-1 0,0 1-1,0 1 1,0 0 0,1-1 0,-1 2-1,1-1 1,-1 1 0,1 1 0,0-1-1,15 0 1,-6 4 34,-1-1 1,0 2-1,0 0 1,0 1-1,-1 1 1,1 0-1,-1 1 1,0 1-1,-1 0 1,1 1-1,-1 0 1,17 15-1,0 2 102,0 1-1,-2 2 1,48 58 0,-41-37-33,-1 1-1,-3 2 1,-2 1 0,-3 1-1,27 75 1,13 84-1089,-19 2-3878,-36-126-2783,-1-57 127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192 0 10077,'-11'6'530,"1"1"0,-1 0 0,1 1 0,0 0 0,1 0 0,0 1 0,0 0 0,1 0 0,0 1 0,1 0 0,-11 21 0,5-3-211,1 1 1,1 0 0,2 1-1,1 0 1,2 1 0,1 0-1,-2 50 1,6-55-327,2-1 0,1 1 0,1-1 0,1 1 0,1-1 1,1-1-1,1 1 0,2-1 0,19 41 0,-24-59-4,-1 0 0,1 1 0,0-2 0,1 1-1,-1 0 1,1-1 0,8 7 0,-11-10 6,-1-1-1,1 1 0,0-1 1,1 0-1,-1 0 1,0 0-1,0 0 1,0 0-1,1-1 1,-1 1-1,0 0 1,1-1-1,-1 0 1,0 0-1,1 0 1,-1 0-1,0 0 1,1 0-1,-1 0 1,0-1-1,1 1 1,-1-1-1,0 0 1,1 1-1,-1-1 1,3-2-1,2-1 71,1-1 0,-1-1-1,0 1 1,0-1 0,0 0-1,-1-1 1,0 0 0,0 0 0,-1 0-1,0 0 1,6-11 0,-2 0 278,-1 0 1,-1 0-1,0-1 1,4-21-1,-9 34-176,0 1-1,0-1 0,0 0 1,1 1-1,6-10 1,-2 4 87,-6 8 283,0 9-470,-1 0 1,1 0 0,1 0 0,2 11-1,3 10-19,-4 25-34,-3-35-169,1 0 1,6 32-1,25 59-2169,-4-31-3225,1-11-6501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8569,'14'1'510,"1"1"1,-1 0 0,0 1-1,1 0 1,-2 1-1,1 1 1,0 0 0,-1 1-1,0 0 1,0 1-1,-1 0 1,0 1 0,0 1-1,0 0 1,-1 1-1,17 19 1,-3 0-267,-2 0 0,0 2-1,-3 0 1,0 1 0,19 46 0,-22-41-122,-2 1 0,-2 0 1,14 67-1,-23-81 62,0 1 0,-2 0 0,-1 0 0,-1 0 0,-1-1 0,-1 1 0,-6 30 0,1-11 740,7-40-493,-3-5 42,-1-1-401,1 0 0,0 0 0,0-1 0,0 1 0,1-1 0,-1 1-1,0-1 1,1 0 0,0 0 0,0 0 0,0-1 0,0 1 0,0 0 0,0-1 0,1 1 0,0-1 0,0 1 0,0-1 0,-1-7 0,-1-9 121,1 0 1,1-32-1,1 42-165,1-51-573,3 0-1,2 1 1,3-1 0,2 1-1,27-80 1,-29 116-1202,1 0 0,1 1 0,1 0 0,16-23 0,16-15-7810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1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7 9665,'-1'-1'232,"1"0"1,-1 1-1,0-1 0,1 1 1,-1-1-1,0 1 0,0 0 1,1-1-1,-1 1 0,0 0 0,0-1 1,0 1-1,1 0 0,-1 0 1,0 0-1,0 0 0,0 0 1,0 0-1,1 0 0,-1 0 1,0 0-1,0 0 0,0 0 1,0 1-1,-1-1 0,-27 15 1955,20-8-1895,1 0-1,-1 1 1,-14 16-1,10-5-213,0 1 0,1 0-1,1 1 1,1 0-1,1 1 1,0 0 0,2 1-1,1 0 1,1 0-1,0 0 1,2 0 0,-1 34-1,4-53 212,24-25 818,-24 20-1059,1 0 0,-1 0 1,0-1-1,0 1 0,1 0 1,-1 0-1,0 0 0,0 0 1,0 0-1,0 0 0,0-1 1,0 1-1,0 0 0,-1 0 1,1 0-1,0 0 0,-1 0 1,0-2-1,1 1 83,-5-12 599,0 25 388,0 30-394,8 33-240,22 121 0,3 39-761,-23-136-154,1 118-649,-7-178 849,-2 1 0,-2-1 1,-16 61-1,16-78 168,-2 0 1,0 0 0,-1 0-1,-1-1 1,-1 0-1,-1-1 1,-1 0 0,0-1-1,-2 0 1,0-1-1,-18 17 1,30-31 58,-1-1 1,1 0-1,-1 0 0,0 0 1,1-1-1,-1 1 0,0-1 0,0 1 1,-6 1-1,8-3 6,-1 0-1,1 0 1,0 0-1,0 0 1,0 0 0,-1 0-1,1 0 1,0 0-1,0 0 1,-1 0 0,1-1-1,0 1 1,0-1-1,0 1 1,0-1 0,-1 1-1,1-1 1,-2-1-1,1 0 3,0-1 0,0 0 0,0 1 0,1-1-1,-1 0 1,1 0 0,-1 0 0,1 0 0,0 0-1,0-1 1,0 1 0,1 0 0,-1 0-1,1-1 1,0 1 0,0 0 0,0-1 0,0-2-1,2-15 7,1 1 0,0 0-1,1 0 1,13-35 0,39-79 11,-25 61-14,28-55 16,5 2-1,146-211 1,-203 325-12,1 1 0,1-1 0,0 2 0,1 0 0,0 0-1,0 0 1,1 1 0,18-11 0,-27 19-8,0-1 0,0 1 0,0 0 0,0 0 0,0-1 0,0 1 0,0 1 0,1-1 0,-1 0 0,0 0 0,1 1 0,-1 0 0,1-1 0,-1 1 0,1 0 0,-1 0 0,0 0 0,1 0 0,-1 1 0,1-1 0,-1 1 0,0 0 0,1-1 0,-1 1 0,0 0 1,0 0-1,1 0 0,-1 1 0,0-1 0,0 0 0,0 1 0,-1-1 0,1 1 0,0 0 0,-1 0 0,1 0 0,-1 0 0,1 0 0,-1 0 0,2 2 0,3 11-273,1-1 1,-2 1 0,0 0-1,0 1 1,1 16-1,0-5-1202,5 10-1176,-4 0-2134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1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6941,'38'11'788,"-19"-5"-312,6 11-388,-15-2-708,-1 2-1597,14 11-255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2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6 981 10113,'-5'-8'5813,"9"14"-2753,1 2-3928,-1 3 1087,0 0 1,-1 1-1,0 0 0,0 0 0,-1-1 0,-1 1 0,0 0 1,-1 0-1,-2 20 0,2-8-9,3 36 1,10 105 335,2 18-212,-14-174-283,1-1-1,-1 1 1,1-1-1,1 0 0,-1 0 1,1 0-1,5 8 1,-7-14 361,1-5-311,13-15 6,-1-2 0,-2 0 1,0 0-1,18-44 0,-14 30-64,22-36 0,-9 19 74,-20 33-104,1 0 0,1 1 0,1 0 0,18-21 0,-27 34-17,1 0 0,0 1 1,1-1-1,-1 1 0,1 0 0,-1 0 0,1 0 0,0 1 0,0 0 0,0 0 1,0 0-1,0 0 0,0 1 0,1 0 0,-1 0 0,1 1 0,-1-1 0,0 1 0,1 0 1,-1 0-1,8 2 0,0 1 2,-1 0 1,1 1 0,-1 0-1,1 1 1,-1 1 0,-1 0-1,1 0 1,-1 1 0,17 14-1,7 9-75,45 52 0,-12-11-457,-58-62 251,0-1 0,1 0 0,-1 0-1,1-1 1,14 7 0,-20-12 86,0 1 1,0-1-1,0-1 1,0 1-1,0-1 1,0 0-1,0 0 0,1 0 1,-1-1-1,0 1 1,1-1-1,-1-1 1,0 1-1,0-1 1,10-2-1,-12 2 161,4-1-137,0-1 1,-1 1-1,1-1 0,-1-1 1,1 1-1,-1-1 1,0-1-1,-1 1 0,10-9 1,-7 4 166,-1 0 1,0-1 0,-1 0 0,0 0-1,0 0 1,-1-1 0,0 0-1,-1 0 1,0 0 0,-1 0 0,0-1-1,-1 1 1,1-23 0,-2 13 136,-1 0 0,-2 0 0,0 0 0,-1 1 1,-1-1-1,-1 1 0,-8-20 0,12 37-119,0-1 1,0 1-1,0 0 0,-1 0 0,1 0 1,-1 0-1,0 1 0,0-1 0,0 0 0,0 1 1,0-1-1,-1 1 0,1 0 0,-1 0 1,0 0-1,1 0 0,-1 0 0,0 0 1,0 1-1,0-1 0,0 1 0,0 0 0,-1 0 1,1 0-1,0 1 0,0-1 0,-5 0 1,3 1-25,-1 1-1,0 0 1,1-1 0,-1 2 0,1-1 0,-1 1 0,1 0 0,-1 0 0,1 0 0,0 1 0,0-1 0,0 1 0,1 1 0,-1-1 0,-5 5 0,3 1-206,-1-1 0,2 1 0,-1 0 0,1 1 0,0-1 1,1 1-1,0 0 0,1 1 0,-4 13 0,7-23 179,3 2-5,-1-1-1,0 0 1,1 1-1,0-1 1,-1 0 0,1 0-1,0 0 1,0 0-1,0-1 1,0 1-1,1 0 1,1 1 0,4 0 200,-1 0 0,1 0 1,0-1-1,0 0 1,0 0-1,17 1 0,-15-3 196,0 2-1,-1 0 0,1 0 0,17 6 1,24 21 710,-44-24-988,0 0 0,1-1 0,-1 0 0,1 0 0,0 0 0,0-1 0,0-1 0,1 1 0,-1-1 0,1 0 0,12 0 0,-14-2-64,0 0 0,0-1-1,1 0 1,-1 0-1,0-1 1,0 0-1,0 0 1,0 0 0,-1-1-1,1 0 1,0-1-1,-1 1 1,9-7-1,-8 3-9,0 1-1,0-1 0,0 0 1,-1-1-1,0 0 0,-1 0 0,0 0 1,0 0-1,4-11 0,-1-3 2,-1 0-1,0 0 0,-2 0 0,-1-1 0,0 1 1,-2-1-1,-1-42 0,-49-483 392,20 293 579,18 99 4,11 142-747,5 26-41,5 32 37,32 278 300,-22-147-759,-11-103-395,13 103-2550,-1-58-3558,0-31-2195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2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 12433,'3'10'904,"-1"0"0,0 0 0,0 0 0,-2 1 1,1-1-1,-1 0 0,0 1 0,-4 18 0,-2 15 586,2 0 0,3 0 0,1 0 0,10 80 0,-2-34-403,13 129-47,51 220 0,-64-400-1717,3 1 0,2-1 1,17 38-1,-17-50-1357,24 37 1,-25-45-1247,2-1 1,23 24-1,0-9-8310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34 12365,'-32'-20'3910,"35"18"-3718,-1 0 0,1 1-1,0-1 1,-1 1-1,1 0 1,0 0-1,0 0 1,0 1-1,0-1 1,0 1-1,0-1 1,0 1-1,0 0 1,1 0-1,-1 0 1,0 1 0,0-1-1,0 1 1,0-1-1,0 1 1,3 1-1,54 17 235,-1 2-1,0 2 1,-2 3-1,71 44 0,-99-52-374,-2 1 0,0 1-1,-1 1 1,-1 2-1,-1 0 1,-1 1-1,-1 2 1,-2 0 0,35 57-1,-50-71-40,1 1 0,-1 0-1,-1 0 1,0 0 0,-1 0 0,-1 0-1,0 1 1,0 0 0,-2-1 0,0 1-1,0 0 1,-1-1 0,-1 1 0,0-1-1,-1 1 1,0-1 0,-7 16 0,-2 2-11,-2 0 0,-2-1 0,0-1 0,-2 0 0,-40 48 0,38-54-334,0-1 0,-1-1 0,-38 28 1,41-36-1252,-1-1 1,-36 18 0,34-22-3857,-3-2-3329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13433,'-1'3'2046,"-1"2"-1518,1 0 0,-1 0 0,1 1 0,0-1 0,1 0 1,-1 1-1,1-1 0,0 1 0,0-1 0,1 1 0,-1-1 0,1 0 1,3 10-1,6 24 736,1-1-1,30 71 1,48 71-227,-61-127-995,153 289-4269,-86-162-816,-29-60-2616,-28-57-171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67 8521,'0'-2'109,"-2"-2"266,1 0 0,0-1 0,0 0-1,1 1 1,-1-1 0,1 1 0,0-1 0,0 0 0,1 1-1,0-5 1,-2 8-211,1 0 1,-1 0-1,1 1 0,-1-1 0,0 1 0,0-1 0,1 0 1,-1 1-1,0-1 0,0 1 0,0 0 0,0-1 0,0 1 1,1 0-1,-1 0 0,0-1 0,0 1 0,0 0 0,-2 0 1,3 0 10,-3-1-5,0 1 0,0 0-1,-1 0 1,1 0 0,0 0 0,0 0-1,0 1 1,-1-1 0,1 1-1,0 0 1,0 0 0,0 0 0,0 0-1,0 1 1,0-1 0,1 1 0,-1 0-1,0 0 1,1 0 0,-1 0 0,1 0-1,0 0 1,0 1 0,0-1-1,0 1 1,0-1 0,0 1 0,1 0-1,-3 4 1,-3 9-20,0 0 0,0 1 0,-7 33 0,14-49-125,-9 37-187,1-1-1,2 1 1,2 0 0,2 1-1,4 67 1,0-67-466,-3-31 475,1 1-1,0-1 1,1 0-1,0 1 0,1-1 1,-1 0-1,1 0 1,1 0-1,5 12 1,-7-20 161,-1 0 0,1 0 0,0 0 0,0 0 1,0 0-1,0 0 0,0 0 0,0 0 0,0-1 0,0 1 1,-1 0-1,1-1 0,0 1 0,0 0 0,0-1 1,0 1-1,-1-1 0,2 0 0,-2 1 12,5-3 133,-1 0-1,1 0 0,-1 0 1,0-1-1,0 0 1,0 1-1,0-1 1,-1-1-1,6-7 1,22-42 1422,-24 41-1169,4-4 108,-1-4 434,-6 22-763,3 2-234,-1-1 0,0 2 1,0-1-1,0 1 0,0-1 1,-1 2-1,0-1 0,6 6 1,39 47-3425,-25-27-949,-12-14-610,2 10-2739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46 6885,'-26'20'5847,"54"-12"-4016,-20 0-1533,-1 0-1,0 0 0,0 1 0,-1 0 0,-1 0 0,1 1 1,7 19-1,-11-24-93,0 0 0,0-1 0,0 1 0,1 0 0,0-1 0,0 1 0,0-1 1,1 0-1,7 7 0,-9-9 538,28-15 115,-30 11-852,1 1 1,0 0 0,-1 0 0,1 0 0,0 0 0,0 0-1,0 0 1,0 0 0,0 0 0,0 0 0,0 1-1,1-1 1,-1 0 0,0 1 0,0-1 0,1 1 0,-1-1-1,0 1 1,0-1 0,1 1 0,-1 0 0,0 0 0,1 0-1,-1 0 1,1 0 0,-1 0 0,0 0 0,1 0 0,-1 0-1,0 1 1,1-1 0,-1 0 0,0 1 0,2 0 0,3 2 2,1 0 1,-1 1 0,0 0 0,10 7 0,-13-9-8,80 72-751,-78-71 669,-1 0 1,1 0 0,-1 0-1,1-1 1,0 0 0,0 0-1,0 0 1,7 2 0,-10-4 69,0 0 0,-1 0 0,1 0 1,-1 0-1,1 0 0,-1-1 0,1 1 0,-1 0 1,1-1-1,-1 1 0,1-1 0,-1 0 1,1 1-1,-1-1 0,0 0 0,1 0 0,-1 0 1,0 0-1,0 0 0,0 0 0,0 0 1,0 0-1,0-1 0,0 1 0,0 0 1,0-1-1,0 1 0,-1 0 0,1-1 0,0 1 1,-1-1-1,1-1 0,2-6 48,-1 0 1,0 0-1,-1-1 1,0 1-1,0 0 1,-1 0-1,-1-19 0,-14-62 563,15 89-590,-13-38 437,10 31-261,0 0 0,0 0 0,1 0-1,0 0 1,-1-16 0,3 25-170,0 1-1,-1 0 1,1-1-1,0 1 1,-1-1 0,1 1-1,-1-1 1,0 1-1,1-1 1,-1 1 0,0-1-1,-1 2 1,1-2-13,0 1 1,0-1-1,0 0 0,1 0 1,-1 1-1,0-1 1,1 0-1,-1 1 0,1-1 1,-1 1-1,1-1 1,0 0-1,0 1 0,0-1 1,0 1-1,0-1 0,0 1 1,0-1-1,0 1 1,1 1-1,2 10 11,-2-6-123,1 0 1,0 0-1,0 0 1,1 0-1,0 0 0,0-1 1,0 1-1,8 9 1,-6-9-254,0-2 1,1 1-1,0 0 1,0-1-1,0 0 1,11 6 0,-10-7-417,0-1 0,0 1 0,1-1 0,-1-1 0,1 0-1,-1 0 1,12 2 0,4-4-2953,-1 0-1582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83 7961,'-13'-23'3852,"7"9"-2396,-1 0 1172,-9 2-3192,1 1-520,5 2-10181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 14353,'0'-1'157,"1"-1"0,-1 1 0,1-1 0,0 1 0,-1 0 0,1-1 0,0 1 0,0 0 0,0 0 0,0-1 0,0 1 0,0 0 0,0 0 0,1 0 0,-1 0 0,0 1 0,0-1 0,1 0-1,-1 0 1,1 1 0,-1-1 0,1 1 0,-1-1 0,1 1 0,-1 0 0,1 0 0,-1-1 0,3 1 0,1 0 403,0-1-1,0 1 1,0-1 0,0 1-1,0 1 1,-1-1 0,1 1-1,0 0 1,9 3 0,6 5 206,-1 1 1,0 0-1,-1 2 1,-1 0-1,23 20 1,72 81 806,-37-36-991,-9-12-468,3-3 0,140 97 0,-180-140-748,0-2 0,2-2-1,0 0 1,1-2 0,0-2 0,0-1 0,2-1 0,-1-2 0,1-1 0,0-2 0,37 1 0,24-10-3490,-31-5-1756,4-9-5121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1 16734,'-165'148'2244,"105"-90"-444,-10-4-72,3 0-216,-66 55 720,60-44-1468,-3 4-219,3 2-317,9 4-765,10-4-379,3 1-692,4-10-1008,9-1-796,9-7-2165,16-6-4560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17534,'8'1'987,"1"0"0,0 0 0,-1 0 0,1 1 0,-1 1 0,13 4 0,-20-7-873,2 1 1159,5 6 461,-7-6-1672,1 0 0,-1 0-1,1 0 1,-1 0 0,0 1-1,1-1 1,-1 0 0,0 0 0,0 1-1,0-1 1,2 3 0,-1 4 73,1 0 0,-2 0 0,1 1 0,-1-1 0,0 1 0,-1-1 0,0 1 0,-1 9 1,-12 79-468,4-38-648,-5 63-1703,-7 53-2727,6-60-1573,2-23-3166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0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11665,'1'0'191,"0"0"-1,0-1 1,0 1 0,0 0-1,0 0 1,0 0 0,0 0-1,0 0 1,0 0 0,0 0-1,1 0 1,-1 0 0,0 0 0,0 0-1,-1 1 1,1-1 0,0 0-1,0 1 1,0-1 0,0 1-1,0-1 1,0 1 0,0 0-1,0-1 1,-1 1 0,2 1-1,10 26 6802,-10-23-6737,-1 0 1,1 0-1,0-1 1,0 1 0,0 0-1,5 5 1,19 20 182,1-1 1,1-2 0,1 0 0,2-2 0,0-2 0,54 31-1,-27-23-1760,1-2-1,2-3 0,72 21 0,-79-32-2547,89 14-1,-133-28 3153,0-1-1,1 0 0,-1 0 0,0-1 1,17-3-1,-24 4 637,0-1 0,0 1 0,1-1 0,-1 0 0,0 0 0,0 0 0,0-1 0,0 1 0,-1-1 0,1 1 1,0-1-1,-1 0 0,1 0 0,-1 0 0,1-1 0,-1 1 0,0-1 0,0 1 0,2-4 0,-3 1 168,1 1 0,-1 0 0,0-1 0,-1 1 0,1-1-1,-1 1 1,0-1 0,0 1 0,-1-1 0,1 1 0,-1-1 0,0 1 0,0 0-1,-2-7 1,-4-5 484,0 1 0,-12-21 0,12 24-169,-3-7 329,0 1 1,-2 0 0,0 1-1,-1 0 1,0 1 0,-31-27 0,-18-12 1592,60 54-2196,-1-1 1,1 1-1,-1-1 1,1 1-1,-1 0 1,0 0-1,0 0 1,1 1 0,-1-1-1,0 1 1,0-1-1,0 1 1,0 0-1,1 0 1,-1 0-1,0 1 1,-3 0 0,-43 12 899,45-11-912,-7 2 89,1 2 0,-1-1 0,1 1 0,0 1 0,0 0 0,1 0 0,0 1 0,0 1 0,-12 14 0,7-5-60,0 1 0,1 0 0,-20 42-1,18-27-1098,2 1-1,-17 71 1,8 16-5359,19-60 652,8 3-3084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1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12545,'0'0'7441,"4"2"-6681,3 2-630,1 0-1,-1 1 1,0 0 0,0 0-1,-1 0 1,0 1 0,1 0-1,-2 0 1,1 1 0,-1-1 0,0 1-1,-1 0 1,1 1 0,-1-1-1,-1 1 1,0 0 0,0 0-1,0 0 1,-1 0 0,2 9-1,-1 2-24,-1 0-1,0 0 1,-2 1-1,0-1 0,-1 0 1,-1 0-1,-8 38 0,-28 153 2044,38-209-2091,-1 1-1,0 0 0,1 0 0,-1-1 1,1 1-1,0 0 0,-1 0 0,1 0 1,0 0-1,0 0 0,0 0 0,0-1 0,1 1 1,-1 0-1,0 0 0,1 0 0,-1 0 1,1-1-1,0 1 0,1 3 0,0-4-20,1-1-1,-1 1 0,0 0 0,1-1 0,-1 0 1,0 1-1,1-1 0,-1 0 0,0 0 1,1 0-1,-1-1 0,0 1 0,1-1 0,-1 1 1,0-1-1,1 0 0,1 0 0,25-9-131,-1 0-1,46-24 0,-26 10-439,106-56-2019,-48 22-1060,-11 9-3237,-2 1-4583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1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 12693,'1'0'194,"0"-1"-1,0 1 1,0-1 0,0 1-1,0-1 1,0 0-1,0 1 1,0-1-1,0 0 1,0 0 0,-1 1-1,1-1 1,0 0-1,0 0 1,-1 0 0,1 0-1,-1 0 1,1 0-1,-1 0 1,1 0-1,-1 0 1,0 0 0,1-1-1,-1 0 1,1 0 171,-1 0-1,0 0 1,1 1 0,0-1 0,-1 0 0,1 1 0,0-1-1,0 1 1,0-1 0,0 1 0,1-2 0,1 1-67,-1 1 1,0-1-1,1 1 1,-1 0 0,0 0-1,1-1 1,-1 1-1,1 1 1,0-1 0,-1 0-1,1 1 1,0-1-1,-1 1 1,1 0 0,4 0-1,43 6 500,-43-5-559,286 70 990,-6 24-5764,-191-62 1886,29 18-1821,-44-11-1784,-23-11-1808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555 27 12809,'-95'-22'2556,"81"20"-1806,0 0 1,1 2-1,-1-1 1,0 2 0,1 0-1,-1 0 1,1 1-1,-1 1 1,1 0 0,0 1-1,0 1 1,-15 7-1,14-6-552,0 1 0,1 1 0,0 0 0,1 1 0,0 0 0,0 1 0,1 0 0,0 1 0,1 0-1,0 1 1,1 0 0,0 0 0,1 1 0,1 0 0,0 1 0,-9 24 0,-1 11-1582,3 1-1,2 1 1,-8 73 0,17-103 700,-11 93-3654,13-37-1922,6-14-2424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63 10389,'-10'-7'-240,"-2"-4"6459,13 10-5956,0 0-1,-1 0 1,1 0-1,0 0 1,0 0-1,-1 0 1,1 0-1,0 0 1,0 1-1,0-1 1,0 0-1,0 1 0,0-1 1,1 0-1,1 0 1,5-3-178,0-1 0,0 1 1,0 1-1,1 0 0,0 0 1,-1 0-1,1 1 0,0 1 0,0-1 1,0 2-1,1-1 0,-1 1 1,9 1-1,-13 0-63,0 0 0,0 0 1,0 0-1,0 0 0,-1 1 1,1 0-1,0 0 0,-1 0 1,0 1-1,1 0 0,-1-1 1,0 1-1,-1 1 0,1-1 1,0 1-1,-1-1 0,0 1 1,0 0-1,0 0 0,0 0 0,0 1 1,-1-1-1,0 1 0,0-1 1,1 6-1,5 27 100,-7-30-104,1 0 0,-1 0 1,1 0-1,0-1 0,3 8 0,-1-4-12,0 1-1,1-1 1,0 0 0,1-1-1,-1 1 1,2-1-1,0 0 1,0-1-1,0 1 1,1-1-1,0-1 1,15 11-1,25 11-171,-28-18 110,-1 0 1,-1 2-1,33 27 0,-46-35 52,-1 0-1,0 0 1,1 0-1,-2 0 1,1 1 0,-1 0-1,1-1 1,-2 1-1,1 1 1,-1-1 0,0 0-1,0 0 1,0 1-1,-1-1 1,0 1 0,0 0-1,-1 11 1,-2 9-42,-1 0 0,-2 0 0,0 0 0,-2-1 0,-1 1 0,-13 27 0,4-16-1559,-34 55 1,43-80-962,0 1 1,-9 23 0,12-19-5401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152 1 14633,'-15'37'1821,"-1"-34"-373,-3 2-348,3-2-264,3 6-64,-6-12-1216,-3 0-1080,6-11-1361,0 2-1711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15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0 29153,'0'7530'0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19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0 381 20785,'11947'0'0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2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6536 25351,'9684'-6535'0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7113,'9'-1'4304,"17"-4"2044,-15 4-5984,0-1-1,1 2 1,15 0-1,115 11 1318,26 2-3192,-56-7-7660,-78-4 1937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11469,'-73'52'2068,"38"-30"-312,6 4-335,7 3-233,-3-4-292,5 4-224,-2 5-124,0 1-172,12 5-472,1 2-364,6 7-728,6-6-556,-3 0-713,3-6-1695,16-3-3161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1 155 10857,'0'-23'1600,"15"12"-36,-5-1-248,-4 1-263,13 2-225,4 1-224,8-1-428,23 1-464,-12 2-600,5-5-473,1-7-551,6 1-2008,-3 6-2725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0 11109,'-60'20'2216,"47"-14"-248,-9 8-319,-13 6-281,22-14-384,-9 8-192,-13 12-168,13-6-124,3 6-108,0 2-212,6 1-348,10 8-680,-3 3-744,12-3-484,-3-6-2977,4 4-4008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0 223 10345,'0'0'5692,"16"-14"-4275,3 2-281,13 1-324,19-6-116,-7 3-180,7-1-232,9-5-412,7 6-444,0-3-496,9 0-120,6-3-457,4 2-363,-7-2-2104,-6 6-3081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390 40 7473,'-6'-10'766,"5"8"-441,-1 0-1,1 0 1,0 0-1,0 0 1,0 0-1,1 0 1,-1 0 0,0 0-1,1 0 1,-1-5-1,-2 7 1596,-4-1-1288,0 0 1,0 0-1,0 1 1,-1 0 0,1 1-1,0 0 1,0 0-1,0 0 1,0 1-1,-12 4 1,8-1-332,0 0 1,1 1-1,0 0 0,0 1 1,0 0-1,-8 8 0,-4 6-199,2 1-1,0 1 1,2 1-1,-24 39 0,31-43-412,1 1-1,0 0 1,2 1-1,-8 27 1,-5 42-4885,19-71-21,7 3-3132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11853,'13'11'5969,"15"-11"-4417,1 0-280,0-3-184,21-2-304,-5-1-188,6 0-340,6 1-296,6-7-216,4-2-636,3-3-592,9 0-500,-9-1-469,-6 1-2315,-1 0-3741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14 113 10173,'37'-11'3828,"-35"11"-3544,0 0 1,0 0 0,0 1-1,0-1 1,0 0-1,0 1 1,0-1 0,0 1-1,0 0 1,0 0 0,0 0-1,2 1 1,7 3 446,18 0 298,1-2 0,43-1 1,-20 0-681,-7 1 155,40 3-4580,155-9 0,-233 2 3852,0 0 0,-1-1-1,1 0 1,-1 0 0,1 0 0,-1-1-1,0 0 1,0-1 0,9-5-1,-15 9 211,0-1 0,0 1 0,-1-1 0,1 0 0,0 1 0,-1-1 0,1 0 0,0 1 0,-1-1 0,1 0 0,-1 0 0,1 1 0,-1-1 0,1 0 0,-1 0 0,1 0 0,-1 0 0,0 0 0,0 0 0,1 0 0,-1 1 0,0-1 0,0 0 0,0 0 0,0-1 0,-1 0 23,1 0 0,-1 0 0,1 0 0,-1 1-1,0-1 1,0 0 0,0 1 0,0-1 0,0 1-1,0-1 1,0 1 0,-2-2 0,-3-2 120,0 0 1,0 0 0,0 1 0,-1 0-1,-8-5 1,1 4 211,-1 0 1,0 0-1,0 1 0,0 1 0,0 1 0,-1 0 1,1 1-1,-1 0 0,1 2 0,-1-1 1,1 2-1,0 0 0,0 1 0,-23 7 0,6 1 98,0 1-1,1 1 1,1 1-1,0 2 1,-43 31 0,50-30-280,2 0 0,0 1 1,1 1-1,1 1 0,-23 31 1,35-42-414,0 1 0,1-1 0,0 1 0,1 0 0,0 0 0,0 1 0,1 0 0,1 0 1,0 0-1,0 0 0,1 0 0,1 0 0,-1 1 0,2-1 0,0 15 0,1-19-660,1 0 0,-1 0 0,1-1 0,1 1-1,-1-1 1,1 1 0,5 7 0,17 32-5939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 9525,'37'-10'1857,"1"3"0,0 1 0,1 1 0,40 1 0,8-1-1375,153 5-2405,-182 2 174,-46-2 1206,0-1 0,1 0 0,-1 0 1,13-4-1,25-9-4893,-25 8 950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21 7029,'-25'-8'549,"1"2"341,0 0 4102,16 8-4437,-1 2 0,1-1 0,0 1 0,0 0 0,0 1 0,1 0 0,-1 0 0,1 1 0,0 0 0,-11 13-1,9-9-419,0 1-1,1 0 1,0 0-1,0 1 1,2 0-1,-8 18 1,6-12-747,1 1 0,1-1 0,1 1 0,1 0 0,1 1 0,-2 25 0,3-2-4454,-3-2-3106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29 10757,'-33'-5'1389,"18"2"2334,1-1 0,-32-13 4154,68 21-6549,162 29 177,-7-2-2843,1-8-4169,-120-15 2446,-11-1-5359,-21-4-572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5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12 9293,'-25'-11'2452,"9"17"-200,-3 2-260,0-2-155,-4-3-109,8 5-376,-11 12-140,4 3-256,-3 3-172,2 3-184,1 8-96,0 3-580,3 0-316,-3 0-452,-4 5-752,7 4-732,-3 0-3537,0 5-5012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45 13561,'28'7'6058,"51"9"-1,-29-14-4677,336-30 936,-259 15-4814,53-10-6238,-141 17 2840,0 8-3362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398 1 10921,'-54'3'2320,"31"14"-204,1-8 81,0-1-269,3 6-352,-10 9-356,10-3-212,0 6-216,-6 0-188,3 8-440,3 3-496,0-5-456,-4 2-776,4 6-724,-3 6-1048,-3-4-1525,9 4-3832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49 11489,'-5'19'2441,"20"-28"1036,-12 7-3061,1 1 0,-1-1 0,0 1 0,1 0 1,-1 0-1,1 0 0,0 0 0,-1 1 0,1-1 0,-1 1 0,1 0 1,0 0-1,5 1 0,-1-1 90,306-10 3290,2-12-6101,-249 17 1107,54-3-2851,-44 5-3131,-29 2-2639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6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347 1 10249,'-54'54'2156,"13"-28"-180,6-3-340,6 2-199,1-5-309,6 3-284,-4 9-176,1-4-220,2 1-464,4 2-360,7 6-636,2-8-628,-2 0-509,2-1-2311,10-11-3445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6 229 10781,'-1'3'3269,"-4"6"-2560,5 2 8712,47-21-8479,-1-1 0,0-3 1,65-28-1,4-1-2232,43-16-2490,-55 16-3023,-70 29 2955,9-1-5396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1 9821,'-26'46'2008,"4"-24"-236,-13 16-272,7-10-280,5 1-263,4 2-129,0 1-400,-3 5-352,6 0-596,-3 6-620,7 0-301,-8-1-407,1-2-2100,7-2-2781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10973,'60'0'2148,"-28"0"-184,0 0-279,-7-6-257,20 1-296,-4 2-244,0-3-164,4 0-152,5 1-116,4-1-92,10-6-160,-1 4-208,1-1-440,-4-2-428,4-1-600,-1 1-388,23-9-5069,-51 14-1044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0 11217,'-57'43'1768,"32"-26"-364,2 0-76,14-8-235,-7 11-237,6 0-160,1 3-292,3 3-452,6-1-300,0 4-660,0-3-393,3 5-299,-3 0-2404,0 21-3069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0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1 272 9917,'2'-2'5980,"5"-2"-5543,0 0 0,0 0 0,0 1-1,0 0 1,1 1 0,0-1 0,-1 1-1,1 1 1,0 0 0,0 0 0,8 0-1,34-6 579,274-82 726,-111 22-5240,-28 9-5975,-121 38 1537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2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0 12857,'-73'52'2156,"54"-24"-287,-6 1-77,0-3-616,-1-1-240,4 1-192,3 9-144,-3-1-236,6 0-220,3 0-704,4 1-764,9-1-768,6 3-3477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5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24 226 13257,'-3'-1'4513,"-16"-4"-1433,19 5-3033,0 0 0,0 0 0,0 0 0,0 0 0,0-1 0,0 1-1,-1 0 1,1 0 0,0 0 0,0 0 0,0 0 0,0 0 0,0 0 0,0 0 0,0 0-1,0-1 1,0 1 0,0 0 0,0 0 0,0 0 0,0 0 0,0 0 0,0 0 0,0 0-1,0-1 1,0 1 0,0 0 0,0 0 0,0 0 0,0 0 0,0 0 0,0 0 0,0 0-1,0-1 1,0 1 0,0 0 0,0 0 0,0 0 0,0 0 0,0 0 0,0 0-1,0 0 1,0 0 0,0 0 0,1-1 0,-1 1 0,0 0 0,0 0 0,0 0 0,0 0-1,0 0 1,0 0 0,0 0 0,0 0 0,1 0 0,-1 0 0,0 0 0,0 0 0,0 0-1,35-9 3545,-12 3-3640,248-83 320,-103 39-3794,-58 13-1671,-55 21-852,-1 8-3683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0 11605,'-57'23'2368,"48"-9"-276,-10-2-119,0-1-337,9 3-324,1 4-208,-4 4-148,3 1-360,-2 6-340,5 14-344,17-12-192,-4-14-424,-6 15-408,0-4-672,10-5-268,-1 0-709,-6-3-1619,1 0-3373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0 115 13221,'48'17'7877,"-29"-25"-6481,-3 2-352,6 0-176,22-2-228,-2-1-488,5 3-456,7-5-184,0-3-500,0-1-676,0-2-696,0 3-3413,-3-3-4864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490 1 12745,'-34'14'8296,"5"10"-4899,14-8-3737,-20 30 1,-6 6 795,-7 2-524,2 2 0,2 2-1,4 2 1,-63 122 0,94-160-535,0 1-1,2-1 0,-6 30 1,-1 28-4267,13-76 4455,-1 19-4740,10-3-2881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58 143 5416,'-21'-24'958,"17"19"1333,2 5-2006,1 0 0,0 0 0,0 0-1,0 0 1,-1 0 0,1 0-1,0 0 1,0 1 0,0-1 0,0 0-1,-1 1 1,1-1 0,0 1-1,0-1 1,0 1 0,0-1 0,0 1-1,0 0 1,0-1 0,0 1-1,0 0 1,0 0 0,1 0 0,-1 0-1,-1 1 1,1 1 684,0 0 1,1 0-1,-1 0 0,1 0 1,0 1-1,-1-1 0,1 0 1,1 3-1,-2 16 419,1-20-1259,0 0 0,1 0 0,-1 0 0,0-1 0,1 1 0,-1 0 0,1 0 0,0 0 0,-1-1 0,1 1 0,0 0 0,0-1 0,0 1 0,0-1 0,0 1 0,0-1 0,1 1 0,-1-1 0,0 0 0,1 0 0,-1 1 0,1-1 0,0 0 0,-1-1 0,1 1 0,0 0 0,-1 0 0,4 0 0,5 3 204,0-1 0,1-1 0,16 3-1,-9-3-199,-1-1 0,1-1 1,-1 0-1,0-1 0,1-1 0,18-5 0,100-33-1509,-90 24 409,2 1-1637,-2-3 1,0-2-1,76-45 0,-70 34-3721,-1 7-3792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 12513,'-86'83'2008,"64"-49"-131,0-3-433,16-14-340,-4 12-264,-3 14-200,7-29-244,3 18-456,0 16-528,3-31-988,-4 12-584,4 0-2665,4-4-3804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0 389 13069,'86'20'2132,"-26"-48"4381,-31 8-4993,3 3-268,2-3-252,14-3-232,3-3-244,6-3-380,7-2-636,-4 0-244,-3-9-624,0 8-576,3 1-496,-6 2-824,-12 1-1665,2 5-3884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1 11761,'-29'5'2212,"20"12"-228,-4-2-15,1-1-433,2 0-312,-3 3-204,1 6-208,-4 17-152,0-8-172,-3 8-96,3 0-412,-6 0-252,3 3-512,3 0-748,0-1-608,0-7-905,0-1-1723,10-3-3745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 12149,'0'31'1968,"16"-22"-228,-3 5-187,3 3-265,3-11-324,0 0-184,12-6-156,30 2-36,-11-2-264,4-2-176,0-13-296,-3 4-416,3-6-576,0 0-468,0-6-544,-6 0-2697,-4 3-3832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397 0 12045,'2'5'517,"-1"0"0,1 0 1,0-1-1,1 1 0,-1-1 0,1 1 0,0-1 0,0 0 1,0 0-1,0 0 0,1-1 0,0 1 0,-1-1 0,1 0 1,9 5-1,-2-3-174,0 0 1,0-1-1,0 0 1,1-1-1,20 3 1,69 6 77,-70-9-2332,1 0 0,45 13 1,-73-15 307,-39 10-4522,-16-12 7181,7 0-90,16 3-250,0 0 0,1 3 1,-1 0-1,1 2 0,0 0 0,1 2 1,0 1-1,0 1 0,1 2 1,0 0-1,-25 19 0,8-3-148,2 2-1,-50 48 1,69-59-1710,-30 43-1,39-45-969,1 0 0,0 1 0,-8 21-1,4 1-5831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1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52 11081,'-18'-3'11305,"18"3"-11200,18 12 5349,-3-5-6982,12 0 1832,1-2 0,1 0 0,-1-2 1,1 0-1,52-4 0,-41 0-541,175-10-3087,-179 7 1232,1-3 0,-1-1 0,62-22 1,-52 12-3159,-4 8-2830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1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1 9685,'-19'9'2228,"3"-1"-192,3 6-212,-3 1-287,3 2-209,-9 17-388,10-5-184,-4 5-164,-3 3-112,-4 3-124,4-3-148,0 3-484,3-3-468,1 6-744,-1 0-488,-3 0-1077,-4 6-1095,8-4-3153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0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1 132 12821,'4'-11'1406,"1"0"-1,1 0 1,0 0-1,8-9 1,-11 16-965,1 0 0,-1 1 0,1-1 0,0 1 0,0 0 1,1 0-1,-1 1 0,0-1 0,1 1 0,0 0 0,0 0 0,6-2 1,16-3 55,1 2 0,1 0 1,30-1-1,90 3-97,-149 3-401,195 6-1865,115-4-7340,-279-7 7081,0 0-2947,1 4-1647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1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219 0 9429,'-41'0'2100,"9"9"-128,10 11-200,-3-3-247,2 9-265,8-3-336,2 8-148,0 0-176,-3 7-112,4-1-144,5 0-404,14 3-608,2 0-588,10-3-568,-6 6-1133,3-3-1187,12 0-3153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4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0 212 14225,'0'0'7591,"3"1"-5528,8 0-1226,-1-1 1,0 1-1,0-2 0,16-2 1,82-22 767,-66 14-895,-5 2-468,162-44-1856,-4-16-5860,-170 58 2854,36-10-1,-20 10-4689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5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232 1 12153,'-60'62'2276,"34"-39"-243,1 3-149,-1-3-312,7 3-216,0-1-264,0 7-280,3-1-128,1 6-440,11 0-428,1 1-336,3-7-696,0-11-972,0 6-456,7 19-2497,5-16-4088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8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1 278 13261,'9'-15'2380,"7"15"233,6-2 1515,0-1-2600,7-12-312,0 1-256,-1 3-228,13-9-356,10 0-680,6-3-452,-3-9-532,3-5-732,1 6-624,-8 2-3349,-8 4-5212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0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178 0 14333,'-1'1'271,"-1"-1"0,1 0 0,-1 1 0,1-1 0,-1 1 0,1 0 0,0-1 0,-1 1-1,1 0 1,0 0 0,0 0 0,0 0 0,0 0 0,0 0 0,0 0 0,0 0 0,0 0 0,0 0-1,0 1 1,0-1 0,1 0 0,-1 1 0,0 1 0,-16 20 2345,8-16-2160,1 0 0,0 1 0,0 1 0,1-1 0,0 1-1,1 1 1,0-1 0,0 1 0,1 0 0,0 0-1,1 1 1,-5 18 0,3-5-924,2 1 1,1 0-1,1-1 1,2 45-1,-5 106-7275,3-165 6367,1-1 1,-1 1-1,0 0 0,-1-1 1,-5 12-1,0-1-6682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2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1 192 11925,'11'-4'2015,"-17"11"-150,8-5-1443,-1 0 0,1 0 0,-1 0 0,1-1 0,0 1 0,0-1 0,0 1 0,0-1 0,0 0 0,0 1 0,3 0 0,4 2 65,1-1 1,-1 1-1,1-2 0,0 1 0,0-1 1,0-1-1,0 0 0,19 0 0,7-4-75,42-7 0,-35 4-176,25-6-1143,0-2 0,90-31 0,-15-9-3085,-1-7-4181,-75 30-271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4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0 118 14265,'0'0'10477,"4"-1"-9081,225-32 2861,-112 14-6361,7-2-3480,-99 17 3812,-16 3 707,0 0 0,0-1 0,15-5-1,-20 5 18,0 1 0,0-1-1,0-1 1,0 1-1,-1-1 1,6-3 0,3-3-5304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6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454 0 9525,'-13'2'715,"1"1"1,0 1-1,1 0 0,-1 0 1,1 1-1,-1 0 1,2 1-1,-1 1 0,1-1 1,-16 14-1,-18 23 2623,-70 91-1,94-108-2949,1 2 0,2 0-1,1 1 1,2 1 0,-13 35 0,16-30-986,3 0 1,0 1-1,-2 46 1,5 43-4967,8-68-413,9-4-3504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9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1 13513,'-1'1'365,"1"1"0,-1 0 0,1 0 0,0 0 0,0 0 0,0-1 0,0 1 0,0 0 0,1 0-1,-1 0 1,1-1 0,-1 1 0,1 0 0,-1 0 0,1-1 0,0 1 0,0 0 0,1 1 0,1 1 214,0 0 0,0 0 0,1-1 0,-1 0-1,1 1 1,8 4 0,4 2 359,1-2-1,30 13 1,-40-19-831,24 10 211,1-3 1,0 0 0,0-2 0,1-2 0,36 3 0,-10-6-1800,114-10-1,-141 3-247,-1-2 0,52-17 0,4-1-6834,-40 16-1072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1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2 9629,'-22'0'1098,"15"-1"-396,0 0-1,0 1 0,0 0 1,0 1-1,-1-1 0,1 2 1,0-1-1,0 1 0,1-1 0,-9 5 1,-50 23 2848,41-9-3323,1 0 1,1 2-1,1 0 0,1 2 1,0 0-1,-17 31 0,12-17-651,2 1 0,1 1 0,3 0-1,1 2 1,-18 61 0,26-60-3823,-6 54 0,6-26-5313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3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1 286 13945,'63'-6'2104,"-44"6"141,0-5-225,7 2-380,-7-6-284,22-5-276,-3 0-200,13-3-252,13-3-596,2-3-616,1-3-368,3-3-624,-4-2-700,-8-3-488,-1 2-2521,0 9-4224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6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1 12321,'-9'17'11260,"10"-15"-10108,5 10-585,0 0-1,1 0 1,1-1 0,0 0-1,14 15 1,-10-13-713,1-1 1,1 0-1,0-1 0,17 10 0,-19-14-638,-1 0-1,1-1 1,0 0-1,0-1 0,0-1 1,1 0-1,-1-1 1,1 0-1,0 0 0,0-2 1,0 0-1,1 0 1,-1-1-1,15-2 0,-24 1 63,1 0-1,-1 0 0,1-1 1,-1 1-1,1-1 0,-1 0 1,0 0-1,5-4 1,8-12-5426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7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706 1 9137,'-54'29'1928,"28"-9"4,-5 8 28,-11 9-199,-5 3-133,-1 3-64,-6 9-456,0 5-208,-3 3-184,0 5-440,3-2-396,6 0-1148,4 3-1004,3 2-3457,-7 1-4808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2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0 452 13357,'57'-20'2424,"-38"17"205,7-6-393,12-5-328,-7 5-356,8-11-324,5 3-248,16-8-228,10-4-143,6-2-253,16-7-472,4 4-693,2-3-163,-6-3-648,-9 3-676,-4 3-360,-15 5-3161,-10 3-4944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3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150 0 9569,'0'0'3956,"-13"20"-2232,4 0-287,-4 9-181,-6 14-308,9-12-224,-2 9-136,2 3-128,-3 5-148,4-5-184,6 9-408,-4-1-504,1 6-724,0 0-488,-4 3-2865,1 1-3828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84 1 8409,'0'34'2308,"-10"0"-268,-9-11-252,9-9-196,-2 9-299,-1 0-257,10 8-268,-4 15-160,1-11-172,3-18-288,6 8-424,7 21-676,-4-29-668,-3 6-481,10 20-2399,-7-26-3493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8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1 498 8561,'17'8'790,"0"0"0,0-1 0,0-1 0,1 0-1,0-2 1,1 0 0,-1-1 0,1-1 0,23 1 0,4-6 248,0-2 0,63-15 0,90-33 103,284-115-648,-169 34-3541,-141 42-1561,-101 51 293,-8 8-1935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671 0 9001,'-16'2'1135,"4"-2"-269,1 1-1,0 0 1,0 1-1,0 1 1,0 0-1,1 0 1,-1 1-1,-11 6 1,-30 16 970,27-14-1264,1 1-1,-39 28 1,20-6-536,1 2 1,-69 77-1,85-81-1493,1 1 0,-27 49 1,-6 26-5905,35-52 490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2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172 0 7633,'10'66'2360,"-20"14"1776,-2-43-2400,-1 0-435,0 3-121,0 3-332,1 0-188,-7-3-164,3 0-340,0 0-440,6 0-580,-2 0-640,2-6-437,-2 3-2707,-1-2-3633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5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0 386 9977,'29'-9'12444,"-26"8"-11004,42-16 646,65-37 1,213-90-3662,-169 81-2116,-94 35 1641,19-7-1818,-24 15-1499,-1 5-3132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7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242 1 10461,'-29'68'2232,"1"-25"-224,2-12-327,7 1-321,-3 5-304,3 0-288,0 6-128,0 3-144,3-3-300,3-1-444,1 4-496,5-3-488,4 3-608,-3-6-745,3-3-1519,3 0-3057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0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32 170 8897,'-32'11'13148,"48"-1"-10595,-9-7-2371,1 1-1,0-1 0,0-1 0,0 0 0,0 0 1,0 0-1,0-1 0,1-1 0,-1 1 1,0-1-1,10-1 0,-4 1-21,76-6 399,215-35-506,62-37-4227,-127 10-7125,-181 52 2211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3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143 1 10669,'-60'80'2224,"41"-46"-280,0-8-343,9-12-325,1 9-328,-7 17-152,13-28-208,0 8-268,0 0-404,3 0-520,0 0-660,9-9-656,4 3-905,-7 3-1127,4-2-2781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4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185 1 9409,'-89'100'1480,"61"-66"-316,9 3-288,3-6-232,6-16-400,4 10-568,3-2-464,-4 3-856,1 17-1632,6-26-1525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8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1 375 6969,'1'-2'2223,"21"-17"5783,5 7-4272,32 0-2374,-29 8-352,349-76 2332,-7-15-5071,-126 19-2631,-85 22-4728,-102 33 617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0.0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235 1 9929,'-34'31'1780,"21"-11"-96,-3 3-204,-6 17-240,6-14-331,0 3-37,0 8-188,0 0-180,4 3-92,2 3-220,-3 2-456,1 1-284,5 0-600,4 0-409,-6 2-623,-4 1-1852,6-1-2941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0.2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9561,'35'69'1852,"-25"-58"-216,-4 15-244,0 17-288,1-26-163,-7 9-185,3 22-176,0-8-336,-3 0-724,0 0-877,-3-8-855,0 11-1832,6 2-2945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18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6853 3168,'-16'26'6473,"17"-29"-6187,7-23 151,-8 23-33,9-6-231,-8 7-143,0 1 0,-1-1 0,1 1 0,0 0 0,1-1 0,-1 1 0,0 0 0,0 0 0,0 0 0,1 0 0,-1 0 0,2-1 0,3-1 17,15-3 29,0-2 0,-1-1-1,0 0 1,-1-1-1,22-16 1,73-76 190,-86 75-233,0 1 1,2 1-1,0 1 1,2 2 0,38-21-1,7 7-44,-27 14 27,-1-2 1,-1-1-1,-2-3 0,47-36 1,-49 25-54,-9 8 13,46-31 1,-46 33-157,-29 23 146,0 1-1,0 0 1,0 0 0,0 1 0,0 0 0,13-6 0,-12 6 16,0 1 0,0-1 0,0-1 0,9-8 0,23-13-51,-27 18 65,0 0 0,-1-1 0,1 0 0,-2 0 0,14-17 0,26-20 13,20-8-31,67-47-345,6 6 199,-69 45 71,-62 43 74,-1 0 1,1-2-1,10-9 1,4-3-5,4 0 97,47-23 0,-10 6-33,219-125-34,-100 29-45,-74 52 44,-45 32 52,9-15-16,-53 43-38,40-28-1,-56 45-8,0 0 0,-1-1-1,1 0 1,6-8 0,-1 0 1,1 1 1,20-15-1,-2 1 2,51-59-1,-30 30 101,-26 31-75,31-21 0,1-2 24,-54 44-52,1 1-1,0 0 1,0 0 0,0 0 0,7-2 0,22-15-14,61-51-13,-81 59 25,5-5-1,28-31 0,-33 32-8,33-26-1,-17 16 163,3 0-87,51-33 0,-48 36 129,45-40 0,-65 48-151,-7 7-20,-1 0-1,1 1 1,13-9 0,22-20 20,-5 3-64,178-100 96,22 13 108,-122 60-220,116-64 277,-194 101-159,120-67 98,-74 47-120,-74 38-71,13-7 57,-1 0 1,24-17-1,5-11 55,-26 19-31,1 2 0,51-29 0,-35 28 18,-2-2 0,0-2 1,-1-2-1,-2-2 0,38-33 0,8-21 380,7-21-29,-68 76-416,1 2-1,1 0 1,1 2 0,49-35 0,-43 36 2,-1-2-1,34-32 1,-32 26 25,38-26-1,208-128-177,-110 86 165,-19 26-1,3 0 12,95-68 348,-124 69-307,82-55 65,-180 109-69,-1-1 0,39-36 0,65-66 80,-71 63-137,20-17 29,14-1 79,1-7-59,-52 46 15,73-70-70,-59 61-84,-14 12-18,96-92 63,-111 104 60,39-25 0,-7 6-4,96-91 52,-46 36-98,9 9-8,-67 48-22,1 1 0,91-48 0,-57 35 103,44-21-88,-78 42 151,-49 28-120,9-7-50,53-34-103,-11 14 241,-51 26-63,25-12 134,-15 6-54,1 3-51,-11 4 120,-6 1-3302,-14 0-728,-1 3-2111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5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1 589 6473,'0'0'5368,"2"-2"-4521,14-15-365,0 0 0,-2-1-1,0 0 1,20-37 0,16-21-115,77-116-1455,-77 112-654,-8 1-3191,-20 44 216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5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64 506 5012,'-3'1'1433,"-55"12"4322,55-12-4474,4 1-944,0 9-710,4 5 2888,-4-16-2426,0 0 0,0 0-1,0 0 1,1 0 0,-1 0-1,0 0 1,0 0 0,0 0-1,0 0 1,0 0 0,0-1 0,0 1-1,0 0 1,0-1 0,0 1-1,0-1 1,0 1 0,0-1 0,0 1-1,1-2 1,11-7 31,0 0-1,-1-1 1,0-1 0,15-17 0,17-15 0,206-201-4143,-100 93-3055,-107 113 2621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58 600 2792,'0'0'3021,"-3"1"-2386,-15 3-631,15-3 719,0 1 1,0-1-1,0 1 1,0-1 0,0 1-1,0 0 1,1 0 0,-1 1-1,1-1 1,-6 7 3340,19-31-2704,10-13-676,2 0-1,37-42 0,64-60-661,-105 118-170,199-213-7890,-176 191 3990,2 7-1918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1 426 8149,'0'0'8527,"1"-4"-7481,2-3-812,0 0 0,0 0 0,1 1 0,0-1 0,0 1 0,1 0 0,0 0 0,0 0 0,0 0 0,9-6 0,12-8 50,33-21 0,-1 1-529,55-37-2231,-69 49-391,53-44-1,-57 36-929,3 4-1830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11 498 7545,'-11'3'10614,"18"-15"-9633,28-36-1093,2 1-1,56-54 1,-61 66-632,10-10-591,114-127-7555,-119 131 4040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10 323 6705,'-10'11'14123,"31"-17"-10917,38-19-5385,-54 23 3166,379-189-9895,-277 120 3163,-51 32 540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6624 2028,'1'0'264,"-1"1"0,1-1 0,-1 1 1,1-1-1,0 0 0,-1 1 0,1-1 0,-1 0 0,1 0 0,0 1 0,-1-1 0,1 0 0,0 0 0,-1 0 0,1 0 0,0 0 1,-1 0-1,1 0 0,0 0 0,-1 0 0,1 0 0,0 0 0,-1 0 0,2-1 0,7-7 3898,-1-1-5366,36-32 2230,-42 39-951,26-16 169,-19 14-223,1 2-1,0-1 1,0 1-1,18-1 1,-23 3-22,-1-1 0,1 0 0,0-1 0,-1 1 0,1-1 0,-1 0 0,0 0 0,1 0 0,5-5 1,130-76 106,-114 67-49,1 1 0,0 2 1,41-15-1,49-24 262,-92 39-263,73-45 188,127-93-9,-200 136-233,0 1 0,1 1 1,35-12-1,-29 12 13,44-23 0,-51 20-8,-1-1 1,0-1 0,-1-1 0,25-27 0,72-93-32,-29 31-41,-58 69 60,-11 13 3,26-24 0,82-75 36,-2-14 0,-102 107 20,-18 21-66,1 0 1,0 1-1,15-14 0,152-109 0,-103 81-19,-22 14 44,2 3 0,93-46 0,-91 56 28,-5 4 13,-1-2 1,-2-2-1,52-36 0,77-56 280,-49 48-261,-10 5 38,-33 11 221,128-106 0,194-213 226,-129 112-158,-217 210-342,95-58 0,-40 30-51,92-62 1,5 7-182,104-54 171,-147 92 256,46-46 597,-191 125-769,187-136 212,-95 74-307,32-18-132,-107 68 122,154-124 245,-70 56-268,186-109 0,-106 75-74,-25 13 198,97-67 218,38-44-485,-244 177 207,29-24-62,-53 41 10,93-53 1,-128 81 67,287-171 23,-113 69 74,-180 105-152,34-18-75,62-23 0,18-5 55,-59 24 58,76-41-1,11-6 254,-101 51-311,-29 12-10,0 1 0,23-7 0,-30 11 39,1 0 0,-1-1 0,0 0 0,-1-1 0,1 0-1,-1 0 1,11-10 0,1 0 4,2 0 24,29-26 1,-44 34 5,0-1 1,-1-1-1,0 1 0,-1-2 1,11-17-1,-8 7 46,16-22 55,-24 41-25,10 34-347,2-1 403,1 0 0,1-1 0,2 0 1,24 30-1,3 7 73,296 492 511,-291-475-853,66 84 1,-95-138-403,7 8-1937,-9-17-4090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8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 8489,'-1'0'99,"1"-1"0,-1 1 0,1-1 1,-1 1-1,0 0 0,1-1 0,-1 1 0,1 0 0,-1-1 1,0 1-1,1 0 0,-1 0 0,0 0 0,1-1 1,-1 1-1,0 0 0,0 0 0,1 0 0,-1 0 0,0 0 1,1 0-1,-1 0 0,-10 8 9168,21-6-9144,-1 0 0,0 0-1,0 1 1,-1 0 0,1 0-1,0 1 1,-1 0 0,10 7-1,7 7 161,27 24 0,-16-12-49,361 300 932,-259-216-883,5-7-1,281 158 0,-333-220-232,2-4 1,1-4-1,3-4 0,0-4 0,107 17 1,-89-28-12,1-5 0,0-5 0,1-5 0,135-14 0,-69-8-41,357-85-1,-8-49-47,-262 73 31,-227 68 8,81-26 930,-123 38-866,0-1-1,0 1 1,1 0 0,-1-1-1,0 1 1,0-1 0,0 0-1,1 1 1,-1-1 0,0 0-1,0 0 1,0 1 0,0-1 0,0 0-1,-1 0 1,1 0 0,0 0-1,0 0 1,0-1 0,-1 1-1,1 0 1,0-1 0,-1 0 19,0 0 1,-1 0-1,1 0 1,0 0-1,-1 1 1,1-1-1,-1 0 1,0 0-1,1 0 1,-1 1-1,-2-3 1,1 0-179,0 0 0,0 0-1,1 0 1,-1 0 0,1 0 0,-1-7 0,-10-57-2507,-2-11-2469,13 25-2110,6 14-1561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9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35 12129,'-73'-34'7967,"70"33"-6942,-10 4 504,11-1-1445,0-1-1,0 0 1,0 1-1,0-1 1,0 1 0,1 0-1,-1-1 1,1 1-1,-1 0 1,1 0 0,-1 0-1,1 0 1,0 1-1,0-1 1,0 0 0,0 0-1,1 1 1,-1-1-1,1 0 1,-1 1 0,1 2-1,-8 59 932,8-35-811,1 0 0,1-1 1,2 1-1,1-1 0,1 1 0,1-1 0,2-1 0,13 31 0,-8-27-135,2 0 1,1-1-1,1-1 1,2 0-1,1-2 1,35 38-1,-35-46-38,1 0 1,1-1-1,0-1 0,1-2 0,1 0 1,36 16-1,166 52-24,-156-61-120,119 55 1,-179-71 107,1 0 0,-1 1 0,-1 0 0,1 1 0,-1 0 0,0 1 0,-1 0 0,0 1 0,-1-1 0,9 15 0,-12-16 5,0 0 0,-1 1 0,0 0 0,-1-1 0,0 2 0,0-1 0,-1 0 0,0 0 0,-1 1 1,0-1-1,0 1 0,-1-1 0,-1 1 0,-1 13 0,-2 0-18,-1-1 1,-1 0 0,-1-1-1,-15 35 1,-49 78-13,4-10-442,56-100 65,-21 39-2119,30-60 491,4-15-6631,1-4 6043,8-31-5321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9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13401,'-2'13'504,"0"2"781,0-1 0,-1 1-1,0-1 1,-11 26 0,11-31-891,1 0 0,-1 0 0,1 1 1,1-1-1,0 0 0,0 1 0,0-1 0,2 1 0,-1-1 0,1 0 0,2 11 0,1 0-88,1 0-1,1-1 1,0 1-1,12 22 1,-10-27-225,1 1 0,1-2 0,0 1 0,0-1 0,2-1-1,0 0 1,0 0 0,1-2 0,1 1 0,-1-2 0,2 0 0,0 0 0,0-1 0,1-1 0,0-1 0,0 0 0,0-1 0,21 4 0,-27-9-66,-1 0 0,0 0 0,0-1 1,1-1-1,-1 1 0,0-2 0,0 1 0,0-1 0,0-1 0,0 1 1,0-1-1,-1-1 0,0 0 0,1 0 0,-1-1 0,0 0 1,-1 0-1,0-1 0,1 0 0,-2 0 0,11-11 0,-13 12-8,0 0 0,-1-1-1,1 1 1,-1-1 0,0 1-1,0-1 1,-1 0 0,1 0 0,-2-1-1,1 1 1,-1 0 0,1-1-1,-2 1 1,1 0 0,-1-1-1,0 1 1,0-1 0,-1 1-1,-1-8 1,0 3-10,-2 0 1,1 0-1,-1 0 0,-1 0 1,0 1-1,0-1 0,-1 1 0,-1 1 1,1-1-1,-10-9 0,2 5 4,0 1 0,-1 0 0,0 0 0,-1 2 0,0 0 0,-1 0 0,-20-8 0,4 4-73,-1 2-1,-69-18 1,86 28-480,0 0-1,0 1 1,-1 1 0,1 1 0,0 0 0,0 1-1,0 1 1,0 1 0,0 0 0,-19 7-1,33-9-145,0 0-1,0 1 1,1-1-1,-1 1 1,0-1-1,1 1 1,0 0-1,-1 0 1,1 0-1,-4 4 1,3-2-921,-14 16-8372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230 624 13617,'0'0'4969,"0"-3"-3851,1-11-510,0-1 0,1 1-1,0 0 1,5-14 0,4-19-156,-8 26-385,-1 1-1,0-1 1,-2 0-1,0 0 1,-2 1-1,0-1 0,-1 0 1,-1 1-1,-1 0 1,-14-37-1,8 33-12,4 7 187,-1 0 1,0 0-1,-2 1 0,1 0 1,-24-27-1,21 30 65,-29-30 697,39 41-953,0 1 0,0-1 0,0 0 1,0 1-1,-1-1 0,1 1 0,0-1 0,-1 1 0,1 0 1,-1 0-1,1 0 0,-1 1 0,0-1 0,1 1 1,-1-1-1,-3 1 0,4 0-12,0 1-1,0-1 1,0 1 0,0 0 0,0 0 0,0 0-1,0 0 1,1 0 0,-1 1 0,0-1-1,0 0 1,1 1 0,-1-1 0,1 1 0,0-1-1,-1 1 1,1 0 0,0 0 0,0 0-1,0 0 1,0 0 0,0 0 0,1 0 0,-1 0-1,0 0 1,1 2 0,-2 4 74,1 0-1,0 0 1,1 0 0,-1 0 0,3 15 0,2 6 228,2 0 0,0 0 0,15 37 0,40 82 351,-17-46-371,88 264 218,92 209-282,65-15-1150,-262-514 265,2 0 1,2-2-1,52 58 0,-60-77-46,2-1-1,1-1 1,1-1 0,1-1-1,0-2 1,43 22 0,-55-33 9,1 0 1,32 8 0,-43-14 494,-1-1 1,1 0 0,0 0-1,0 0 1,0-1 0,0 0 0,-1 0-1,1-1 1,0 1 0,0-1-1,0-1 1,7-2 0,-11 4 138,1-1 0,-1 0 0,0 0 1,0 0-1,0 0 0,0 0 0,-1-1 0,1 1 0,0-1 1,0 1-1,-1-1 0,1 0 0,-1 1 0,0-1 1,1 0-1,-1 0 0,0 0 0,0 0 0,0 0 0,0 0 1,0-3-1,0 2 24,-1 0 0,0 0 0,0-1 0,0 1 0,-1 0 0,1 0 1,-1 0-1,1-1 0,-1 1 0,0 0 0,0 0 0,-1 0 0,-1-3 0,-3-4 51,0 0-1,-1 1 0,0 0 1,0 0-1,-1 0 0,0 1 1,-14-10-1,-11-4 295,-1 2 0,0 1 0,-38-14 0,-108-38 1051,123 50-979,7 2 207,-58-32-1,90 40-501,0-1 1,0 0-1,2-1 1,-28-27-1,36 30-102,0 0-1,1-1 1,0 0 0,0 0-1,1 0 1,1-1-1,0 0 1,0 0-1,1 0 1,1-1 0,0 1-1,1-1 1,0 0-1,1 0 1,0-19-1,2-4-161,2 1-1,1-1 0,1 1 1,15-49-1,4 7-292,3 2-1,51-102 1,93-135-931,-86 162 840,-66 116 586,-1 0 0,-2-2 0,-2 0 0,-1 0-1,-1-1 1,11-72 0,-22 102 42,-1 0 0,0 0 0,0 1-1,0-1 1,-1 0 0,0 1 0,0-1-1,-1 0 1,0 1 0,0 0 0,0-1-1,-1 1 1,0 0 0,0 0 0,-4-5-1,0 9 239,-3 4-128,8-2-145,0 0 1,0 0-1,0 0 1,0 1-1,1-1 1,-1 1-1,0-1 1,0 1-1,0 0 1,1-1-1,-1 1 1,0 0-1,1 0 1,-1 1-1,1-1 1,-1 0 0,1 0-1,0 1 1,-1-1-1,1 1 1,0-1-1,0 1 1,0-1-1,0 1 1,0 0-1,0-1 1,1 1-1,-1 0 1,0 3-1,-2 6 93,1 1 1,1 0-1,0-1 0,0 1 0,2 0 0,-1 0 0,1 0 1,1-1-1,0 1 0,1-1 0,0 1 0,0-1 0,2 0 0,-1 0 1,10 15-1,9 15 134,3-1 0,46 56 0,-19-32-1643,120 110-1,-5-32-6545,-126-108 2221,-3-2-3281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0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0 306 13457,'0'0'1892,"10"-17"-315,5 0-281,-5 3-332,12-12-244,0 6-212,17-6-468,8-5-484,10-4-776,-3-2-700,7-6-3053,-1 3-3940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13689,'1'2'2141,"10"37"3640,-9-30-4926,0 1 1,1-1-1,0 0 1,1 0 0,0 0-1,0-1 1,7 11-1,25 24 590,2-1 0,58 50 1,19 19-1470,52 82-793,-60-67-2750,6-5-3735,-73-80 490,-7-8-4473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23 379 11081,'-1'0'132,"1"0"-1,-1 0 1,0 1-1,1-1 1,-1 0 0,1 0-1,-1 0 1,0 1 0,1-1-1,-1 0 1,0 0-1,1 0 1,-1 0 0,0 0-1,1 0 1,-1 0-1,0-1 1,1 1 0,-1 0-1,1 0 1,-1 0 0,0-1-1,1 1 1,-1 0-1,1-1 1,-1 1 0,1 0-1,-1-1 1,1 1-1,-1-1 1,0 0 0,-2-20 3333,3 17-3378,1 3 32,-1 0 0,1 1 0,-1-1 0,1 0 0,-1 1 0,1-1 0,-1 0 0,1 1 0,0-1 0,-1 1 0,1-1 0,0 0 0,-1 1 0,1 0 0,0-1 0,0 1 0,0 0 0,1-1 0,0 0 200,2-1-178,-1 0 0,1 0 0,0 1 0,0-1 0,0 1 0,0 0 0,1 0 0,-1 1 0,0-1 0,0 1 0,1 0 0,-1 0 0,0 0-1,6 1 1,63 16 610,-65-15-605,24 7-112,-1 1 1,0 2 0,0 1 0,-1 1-1,-1 2 1,0 1 0,-2 1 0,0 2-1,-1 0 1,-1 2 0,0 1 0,-2 0-1,-1 2 1,-1 1 0,29 46 0,20 69-491,-60-121 424,-2-4 63,-5-11-40,0 1 0,-1-1 0,1 1 1,-1-1-1,0 1 0,-1 0 0,2 12 0,-5-23 28,1 1 1,-1 0-1,-1 0 0,1 0 0,-1 1 1,-5-8-1,-7-9-14,-4-23-9,2-1 0,2 0 0,2-1 0,-8-51 0,20 91 4,-6-30 7,2 1 1,2-1-1,1 1 1,1-1-1,2 0 0,2 0 1,1 1-1,9-38 1,-9 59 40,0 1-1,1 0 1,1-1 0,0 2 0,0-1 0,1 1-1,1 0 1,0 0 0,0 1 0,1 0 0,0 1-1,1 0 1,0 0 0,0 1 0,14-8 0,-9 7 63,1 0 1,1 2 0,-1 0 0,1 1-1,0 0 1,0 1 0,1 1 0,0 1-1,34-2 1,-18 6 35,0 1-1,1 1 1,-1 2 0,0 2-1,-1 1 1,0 1 0,0 2-1,-1 1 1,0 2 0,29 17-1,23 18-44,-4 3 1,99 83-1,-119-83-2048,103 120 0,-86-86-2044,-27-27-4565,-25-40-477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 14145,'-8'4'337,"-1"1"-1,1 0 1,1 0-1,-1 1 1,1 0-1,0 1 1,0-1-1,0 1 1,-6 10-1,-14 20 1513,21-30-1608,1 0 0,0 0 0,0 1-1,0-1 1,1 1 0,0 0 0,1 0 0,-1 0-1,2 1 1,-1-1 0,-1 14 0,2-3-167,1 0 1,1 1-1,1-1 0,1 0 1,0 0-1,2 0 1,0 0-1,1 0 1,0-1-1,2 1 1,0-1-1,18 30 0,-17-35-192,0 0 0,1-1-1,0-1 1,0 1 0,2-1-1,-1-1 1,1 0 0,1 0-1,0-1 1,0-1-1,0 0 1,1-1 0,1 0-1,-1-1 1,1 0 0,0-1-1,15 3 1,-22-7 167,0 0 1,0-1-1,0 0 1,-1 0-1,1-1 1,0 0-1,0 0 1,-1 0-1,1-1 1,0 0-1,-1 0 1,0-1-1,1 0 1,-1 0-1,0 0 0,6-6 1,-6 5 716,-1 0 0,1-1 1,-1 1-1,0-1 0,0-1 0,-1 1 1,1-1-1,-1 1 0,4-9 0,12 14-364,-8 2-821,1 1 1,-1 0-1,0 1 0,0 0 1,-1 1-1,20 11 1,24 9-2933,15-1-6572,-35-7-880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1 344 15157,'0'0'6322,"1"3"-4682,1 1-1426,0 0-1,1 0 1,0 0-1,0 0 1,0 0-1,0-1 1,0 1-1,1-1 0,-1 0 1,1 0-1,0 0 1,0-1-1,0 1 1,5 1-1,14 7 272,36 12 1,-21-9-53,-25-9-314,235 110 552,-220-101-899,-2 2 0,0 2 1,-1 0-1,-1 1 0,-1 2 1,37 40-1,-51-49 172,-5-8 11,0 0 1,-1 0-1,0 0 0,0 0 0,0 1 1,-1-1-1,1 1 0,-1 0 1,0 0-1,1 6 0,-2 14 94,-1-24-37,0 0 0,0-1 1,0 1-1,-1 0 0,1-1 1,0 1-1,-1 0 1,1-1-1,-1 1 0,1 0 1,-1-1-1,1 1 0,-1-1 1,1 1-1,-1-1 1,1 1-1,-1-1 0,0 1 1,1-1-1,-1 0 0,0 1 1,1-1-1,-1 0 0,0 0 1,1 1-1,-1-1 1,0 0-1,0 0 0,1 0 1,-1 0-1,0 0 0,-1 0 1,-3-1 41,0-1 1,0 0 0,-1 0-1,1-1 1,1 1 0,-1-1-1,0 0 1,1 0 0,-8-7 0,2 1 7,0-1 0,1 0 0,0 0 0,0-1 0,1 0 0,1 0 0,0-1 0,-6-15 0,1 1-158,2-2-1,-8-29 1,10 26-441,1 0 1,2 0-1,1-1 0,2 0 1,1 0-1,1 0 0,5-36 1,-1 45-656,0 0 0,2 0-1,16-42 1,-14 47-184,1 0 1,0 1-1,1 0 0,1 1 0,14-16 1,18-13-5971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 12125,'-129'67'5742,"116"-60"-5302,0 0-1,1 2 1,0-1-1,0 2 1,1 0 0,0 0-1,1 1 1,0 0-1,0 0 1,2 2 0,-1-1-1,-6 14 1,10-17-385,1-1 0,1 1-1,0 0 1,0 0 0,0 0 0,1 0 0,1 1-1,-1-1 1,2 1 0,-1-1 0,1 1 0,1-1-1,-1 1 1,2-1 0,-1 0 0,1 1 0,1-1-1,0 0 1,0 0 0,5 8 0,-4-9-95,0-1 0,1 0 1,0 0-1,0-1 0,1 1 0,0-1 1,0 0-1,0-1 0,1 1 0,0-1 1,0-1-1,0 1 0,0-1 0,12 4 1,-15-6 62,0-1 1,0 1-1,0-1 1,0 0-1,0-1 1,1 1-1,-1-1 1,0 0-1,0 0 1,1 0-1,-1 0 1,0-1 0,0 1-1,0-1 1,1-1-1,-1 1 1,0 0-1,-1-1 1,1 0-1,0 0 1,0 0-1,-1 0 1,1-1-1,-1 1 1,0-1 0,0 0-1,0 0 1,0 0-1,0 0 1,2-5-1,0-2 503,0 0-1,-1 0 1,-1-1-1,1 1 1,-2-1-1,0 0 1,0 0 0,0-22-1,18 68-56,39 76-185,59 99-1271,-104-189 627,0 1 1,-2 0-1,0 2 1,-2-1-1,-1 1 1,-1 0-1,0 1 1,-2 0-1,-1 0 1,1 28-1,-4-17-22,-2 1 0,-2-1 1,-1 0-1,-2 0 0,-1 0 0,-15 43 0,5-30-249,-2-1-1,-2-1 0,-49 82 1,59-111 418,-2-1-1,-18 22 1,27-35 165,-1 0 0,0 0 0,0 0 0,0 0 0,0-1 0,-1 0 0,0 0 0,1 0 0,-1-1-1,0 0 1,0 1 0,-1-2 0,1 1 0,-7 1 0,11-3 48,0 1 0,-1-1-1,1 0 1,0 0 0,0 0 0,-1 0-1,1 0 1,0 0 0,0 0 0,-1-1-1,1 1 1,0 0 0,0-1 0,-1 1-1,0-1 1,0-1 6,1 1-1,0-1 1,-1 0-1,1 1 1,0-1-1,0 0 1,0 0-1,1 0 0,-1 0 1,0 0-1,1 0 1,-1 0-1,0-4 1,-2-15 35,1 0 0,0 0-1,1-1 1,2 1 0,0-1 0,7-32 0,38-142 434,-22 103 53,-3 7 734,32-84 1,-29 100 16,-11 31-243,1 1-1,23-44 0,-32 73-823,0 0-1,0 1 1,1-1-1,0 1 0,1 0 1,0 0-1,0 1 0,1 0 1,-1 1-1,2-1 1,-1 1-1,1 1 0,15-8 1,-19 11-156,1 0 1,-1 0 0,0 0-1,0 1 1,1 0 0,-1 0-1,0 1 1,1 0-1,-1-1 1,1 2 0,-1-1-1,0 1 1,1 0 0,-1 0-1,0 0 1,0 0-1,1 1 1,-1 0 0,0 1-1,-1-1 1,1 1 0,0-1-1,-1 1 1,1 1-1,-1-1 1,0 1 0,6 6-1,5 9-774,0 0 0,-1 1 0,-1 1 0,19 41 0,-17-31-1505,-13-28 1567,-1 0 1,0 1-1,0-1 1,0 0-1,0 1 0,-1-1 1,0 1-1,1-1 1,-1 1-1,0-1 0,-1 1 1,1-1-1,0 1 1,-1-1-1,-1 5 0,0 1-2010,-4 17-7045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11281,'13'-17'3856,"-4"5"-7552,4 4 324,6 22-1713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3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35 103 13365,'-2'-1'728,"-1"0"0,1 0 0,0 0 0,0-1 0,0 1 0,0-1-1,0 0 1,0 1 0,0-1 0,1 0 0,-3-3 0,-5-8 3467,14 14-3754,22 5-497,-1 2 0,0 1 0,0 0 0,-1 2 0,-1 1 0,0 2 0,0 0 0,-2 1-1,0 1 1,0 1 0,26 28 0,-32-29-238,-2 1 1,24 33-1,-36-47 1578,-19-11-320,16 8-939,-1-1 1,1 1 0,0 0-1,0-1 1,-1 1 0,1-1-1,0 0 1,0 1 0,0-1-1,0 0 1,0 0 0,0 0-1,0 1 1,0-1 0,-1-2 0,-1-2 48,0 0 0,1 0 1,0 0-1,0 0 0,0-1 1,1 1-1,-1-1 1,2 1-1,-1-1 0,0-8 1,5-48 596,0 46-382,0 0 0,1 1 0,1 0-1,0 0 1,1 0 0,10-16 0,-14 26-191,-1 1-47,0 0 0,0 1 0,0 0 0,1-1 0,-1 1 0,1 0 0,0 0 0,0 0 1,0 1-1,0-1 0,0 1 0,1-1 0,-1 1 0,1 0 0,-1 0 0,1 1 0,0-1 1,0 1-1,0 0 0,0 0 0,0 0 0,0 0 0,0 1 0,0 0 0,0 0 1,0 0-1,0 0 0,0 0 0,5 2 0,9 3-238,0 1 1,0 0-1,-1 1 1,0 1-1,19 12 1,17 7-2502,3-4-3860,-18-11-2149,-10-3-2250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3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137 109 12945,'-3'-17'2676,"-22"17"189,-1 0 4119,10-3-5384,-3 0 641,7-5-1429,-1-1-720,3-5-2052,4-3-269,3-3-1155,0 3-3293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0.5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 0 6541,'-9'2'19909,"24"8"-18531,2 3-3209,-6-4 3815,7 8-1673,0-1 1,2-1 0,0 0 0,38 20 0,96 40 13,-149-73-319,97 41-1328,117 33 0,2-21-4042,-189-49 1928,47 2-1,-53-8-684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0.7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269 3 10189,'0'0'3377,"-4"0"-1850,-8-1-509,10 1-888,0-1 0,0 1 0,0 0 0,0 0 1,0-1-1,0 2 0,0-1 0,0 0 0,0 0 0,0 0 0,0 1 0,0-1 1,0 1-1,0 0 0,0 0 0,0-1 0,1 1 0,-1 0 0,0 1 1,-2 1-1,-12 13 172,0 1 0,2 1 0,0 0 1,0 1-1,2 1 0,0 0 0,2 0 0,0 1 1,1 1-1,-8 30 0,0 13-1616,3 0 0,-7 89 0,8-47-6050,14-58-514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0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16 10853,'0'0'6366,"4"0"-5134,95 1 1966,201-7-2334,-170 4-4028,-35 2-1902,-51-9-1099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2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277 0 9921,'-22'0'2084,"3"3"-172,-7 14-172,-5 12-259,12-9-201,0 6-388,-1 2-208,1 1-140,-3 5-100,9 6-164,-2-3-364,2 3-424,0 6-716,7 5-624,-4-8-881,1-3-1563,9 6-3301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5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44 10897,'1'2'1682,"0"1"-1203,1 0 1,-1 0-1,1 0 0,0 0 0,0-1 1,1 1-1,-1 0 0,0-1 0,1 0 0,-1 1 1,1-1-1,4 2 0,-2-1-149,0-1 0,0 0 0,1 1 0,-1-2 0,1 1 0,9 1-1,5-1-284,0-1 0,0 0-1,24-4 1,-22 2 414,247-28-676,-94-3-4983,-135 19 2605,-11-2-2992,-9 7 414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6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406 0 10145,'-9'7'995,"1"-1"1,-1 0-1,0 0 1,-13 5-1,12-6-545,1 0 0,0 0 0,0 1 0,-11 9 0,-3 7 753,1 0 0,-33 46 0,23-20-574,-50 98 0,69-117-1521,-19 63-1,10-11-3296,16-59 2259,2-4-2568,5 8-2355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9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10149,'18'21'6391,"-15"-18"-6001,-1 0 0,1 1-1,-1-1 1,1 0-1,0 0 1,0-1 0,5 4-1,6 1-49,0 0 1,1-1-1,0 0 0,0-2 0,0 1 1,0-2-1,28 3 0,114-1-218,-120-5-297,36 0-964,118-2-3782,-66-11-4437,-102 8 5434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2.1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518 105 7945,'-8'-3'596,"0"-1"0,1 1 0,0-2 1,0 1-1,0-1 0,0 0 1,1 0-1,0-1 0,-7-8 0,7 9 40,0-1-1,0 1 0,-1 0 1,0 0-1,0 1 0,-1 0 0,-10-5 1,15 8-567,1 0 0,-1 0 0,1 0 1,-1 0-1,0 1 0,1-1 0,-1 1 1,0-1-1,0 1 0,1 0 0,-1 0 0,0 0 1,0 0-1,1 1 0,-1-1 0,0 1 0,1 0 1,-1-1-1,0 1 0,1 0 0,-1 1 0,1-1 1,-1 0-1,1 1 0,0-1 0,-3 3 1,-8 13-21,0 0 0,1 1 0,-19 38 1,-25 68-1089,39-84 458,-21 48-1274,-53 124-6437,58-133 1987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4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24 5961,'16'-3'10092,"-13"-17"-23161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5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26 7137,'0'-21'2157,"0"17"1556,23 23 2708,-17-8-6097,0 0 1,1-1 0,0 0-1,1 0 1,0-1-1,0 0 1,1-1 0,0 1-1,1-2 1,-1 1-1,14 6 1,19 11-137,66 27 0,-98-47-177,52 21-1693,121 32 0,-98-38-2379,1-2-3364,-55-14 1549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5.8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299 5 7817,'-8'-1'870,"0"-1"1,1 1 0,-1 1-1,0 0 1,0 0 0,0 0-1,-14 3 1,16-1-642,0 0 0,0 0-1,0 1 1,0-1 0,1 2 0,-1-1-1,1 0 1,-1 1 0,1 0 0,0 0 0,1 1-1,-1-1 1,1 1 0,0 0 0,-5 8-1,-8 13 33,0 2-1,2 1 0,2 0 0,0 0 1,2 1-1,1 1 0,2 0 0,-6 40 1,7-23-1588,-1 70 1,15 45-6646,1-105 796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0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0 107 8485,'0'0'5824,"4"-1"-4732,14-3-580,1 1 1,-1 1-1,1 1 1,20 2-1,36-3-13,-41-1-416,41-2-1624,-2-3 1,1-3 0,73-22-1,-68 10-3725,-42 12 1133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2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337 0 7997,'-48'12'1976,"36"2"-284,-1 0-116,-6 4-292,-7 7-132,7 4-199,-6 2-173,3 1-176,0 8-140,-4 0-304,4 8-444,0 1-756,3-3-453,3-1-587,0-5-1892,6 0-2813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4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8061,'38'18'3233,"2"-3"1,68 18-1,-75-27-2916,1-1 1,36 0-1,-22-1-488,1-2-1048,0-1 0,66-8-1,25-14-5274,-83 9 1088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5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470 0 7169,'-32'20'2068,"7"-17"-356,3 0-264,3 2-132,-13 10-104,10 2-176,-4 6-391,1 2 63,-4 4-120,-3 8-128,4 0-160,-4 6-236,4 0-624,-1 0-384,7 6-493,-4 5-591,1-6-1944,9 4-2829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8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6 9417,'0'0'1655,"5"2"80,16 4-354,0-2 0,0 0 0,0-1 0,26 0 0,94-4-1429,-107 0 92,29-2-3873,101-16 0,-140 16 90,7 2-1588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9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512 21 7753,'-1'0'139,"0"1"0,0-1-1,0 1 1,0-1 0,0 1 0,0-1 0,0 1 0,0-1 0,-1 0 0,1 1 0,0-1 0,0 0 0,0 0 0,0 0 0,0 0-1,-1 0 1,1 0 0,0-1 0,0 1 0,-1 0 0,-28-11 2895,2 1-1443,18 8-1447,0 2-1,0-1 0,0 1 0,1 0 0,-1 1 1,0 0-1,0 1 0,1 0 0,-1 0 0,1 1 0,-1 1 1,1-1-1,0 1 0,0 1 0,1 0 0,-1 0 1,1 0-1,0 1 0,-8 8 0,-2 3-167,0 1 0,1 1 0,1 0 0,1 1 0,1 0 0,-16 31 0,-37 86-2405,57-110-424,-10 44-1,9-7-4017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54 5573,'0'0'4763,"-2"-2"-3680,-1 0-582,1 0-1,-1-1 1,1 1-1,0-1 1,0 0 0,0 0-1,0 0 1,-2-3-1,4 5-4,-1-1 0,1 0-1,-1 1 1,1-1 0,0 0-1,0 1 1,-1-1 0,1 0-1,0 0 1,0 1 0,1-1-1,0-3 1,-2 8-478,1-1 0,0 1 0,0-1 0,0 1-1,0-1 1,0 1 0,1-1 0,-1 1 0,1-1 0,-1 0 0,1 1 0,0-1-1,0 0 1,0 1 0,1-1 0,-1 0 0,0 0 0,1 0 0,-1 0 0,1 0-1,0 0 1,0 0 0,0-1 0,0 1 0,0-1 0,3 3 0,8 4 29,-1-1-1,1 0 1,19 6 0,-22-9-22,132 60 63,93 36-607,-62-34-2124,-61-23-1010,-39-11-3055,-38-17 64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21 6197,'0'0'6189,"1"-3"-4930,5-14 3108,-18 46-2465,-3-2-1539,-43 78 305,-48 119 0,83-168-1335,11-32-585,2 2-1,1-1 0,-9 45 0,10-25-3724,-1-2-2997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4704,'7'-10'7689,"-4"-6"-6838,-1 4 5077,1 15-5294,19 20-12,-2 0 1,-1 1-1,31 51 1,-21-31-300,50 90-88,-6-10-2542,-29-45-2005,-23-38-936,0-2-2755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8485,'16'21'8464,"8"-4"-5719,36 6-3784,-38-16 2026,224 94-108,-58-22-1303,-47-23-2084,-49-18-2970,-62-25 1895,-1 1-1961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0 6273,'-16'2'1853,"13"-1"-61,1 2-172,-43 149 5179,13 7-4374,-1 164-6808,25-226-2286,10-54-57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7273,'0'0'3454,"1"3"-1970,0 1-832,1 1 0,-1 0 0,1-1 0,-1 1 0,-1 0-1,1 6 1,-5 53 1691,0-12-1603,10 4-291,2-1 0,2 0 0,23 70-1,-13-52-1029,19 59-3569,-20-72-2379,-9-31-879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 8621,'-1'-2'1839,"-11"-13"2821,23 21 865,15 11-5270,97 37 708,-35-16-677,176 78-2885,-155-72-446,1 1-4653,-78-30 1875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25 4420,'-16'-3'1244,"0"-1"-1,0 0 0,-21-10 0,34 14-1099,1 0-1,0 0 1,-1 1 0,1-1-1,0 0 1,-1 1 0,1-1-1,0 1 1,-1 0 0,1 0-1,0 0 1,0 0 0,0 0 0,0 0-1,0 0 1,-3 3 0,1-1 170,-7 4-89,1 1 0,-1 1 0,1-1 0,1 2 0,0 0 0,0 0 0,1 0 0,0 1-1,0 0 1,2 1 0,-8 16 0,-4 12-144,2 1 1,-11 47-1,-26 99-6328,39-123 385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8249,'-16'66'2620,"13"-43"-1580,0 2-136,3 1 16,0 0-376,3 2-108,3 21-284,4-9-560,-1 3-496,-5-3-880,-8 8-1672,4 4-1873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6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6381,'0'0'70,"-1"0"0,1 0 0,-1 0 0,1 0 0,-1 0 1,0 0-1,1 0 0,-1 0 0,1 0 0,-1 0 0,1 0 1,-1 0-1,1 1 0,-1-1 0,1 0 0,-1 0 0,1 1 1,-1-1-1,1 0 0,-1 1 0,1-1 0,-1 0 0,1 1 1,0-1-1,-1 1 0,1-1 0,0 1 0,-1-1 0,1 1 1,-1 0-1,1 0 94,0 1 1,0-1-1,0 1 1,1-1-1,-1 1 1,0-1-1,0 0 1,1 1-1,-1-1 1,1 0-1,-1 1 1,2 1-1,33 49 3567,-22-35-2521,119 196 3965,-101-153-6225,41 113 0,-33-56-6485,-20-60-656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6877,'0'0'13141,"4"2"-12710,76 39 410,102 52-2577,-60-35-7672,-90-44 2246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 9149,'-38'11'1796,"22"-2"-328,1-1-64,-1 12-188,-10 12-232,4-7-175,3 7-333,0 5 28,-3 3-52,3 8-104,-7 4-224,4 2-436,6 3-644,0 0-497,7 4-171,-4-10-528,-3-2-1424,16-4-2097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17 5124,'-2'-2'1772,"-11"-12"2270,17 23 1733,11 15-1509,-6-11-5851,6 6 1528,0-1 0,1-1 0,1 0-1,0-1 1,38 25 0,25 7-2750,4-8-3295,-28-17-1056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55 9237,'-16'-6'6058,"18"5"-5222,35-8-198,1 0 0,-1 3 0,58-3 0,-94 9-628,280-13-1040,-93 12-8660,-156 1 4701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12 8745,'-32'-12'3700,"13"32"-2044,-10 9-264,10-3-107,0 2-249,3 12-228,4 3-200,-1 6-124,3 2-108,4 9-432,0 126-3633,12-126-1107,7-3-3769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10781,'-3'12'1740,"25"-12"-200,-6 11-156,0-2-163,3-1-205,3 1-200,7 0-200,21 5-128,43 0 48,-39-8-700,3 0-472,3-3-344,3-6-596,-2 0-313,-4 3-2415,-3-9-3301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10821,'-64'40'1456,"42"-14"-152,-10 11-144,13-5-192,-3 2-203,-4 3-121,4 0-220,0 9-140,0 5-376,9 1-548,0-1-485,1 1-347,-1-4-840,3 1-1256,4 0-2065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9245,'42'0'1628,"-20"0"-332,19-5-48,-25 2-132,19 3-168,25 0-184,-9-3-171,3 0-125,9-3-264,1 1-340,-1 2-236,7-6-529,0 4-323,3-7-692,-6-2-1852,-7 8-2441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18 10425,'0'-1'151,"0"0"0,0 0 0,0 0 0,0 0 0,-1 1 1,1-1-1,0 0 0,0 0 0,-1 0 0,1 0 0,0 1 0,-1-1 0,1 0 0,0 0 0,-1 0 1,1 1-1,-1-1 0,0 0 0,1 1 0,-2-2 0,-12 6 3449,1 1 2014,15-1-5836,0 0 1,1 0-1,0 0 0,0 0 0,0-1 1,0 0-1,1 1 0,4 3 1,60 38-7085,-66-44 5623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1 7393,'-76'34'1232,"28"-14"-164,10 8-116,-3 7-320,-3 2-148,2 6-96,-2 2-68,-32 64-692,41-46-340,6-6-748,-3-3-1488,16 3-1045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5757,'13'9'1404,"-16"5"-316,0 0 392,6 0-912,0 4-188,3-1 44,1 0-416,2 3-260,1 3-504,-1 0-2248,4-1-1109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9809,'8'3'544,"0"-1"0,0 0 0,1 0 0,-1-1 0,0 0 0,1 0 0,0-1 0,-1 0 0,1-1 1,-1 0-1,13-3 0,38-2 1476,58-3-753,142-31 0,-128 17-2525,72-16-6130,-181 36 3579,7 3-1644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 10989,'-63'23'1812,"43"0"-152,1 5-188,-3 4-215,3-1-237,0 6-236,0 9-168,6 0-148,4 2-92,-1 4-276,7 5-536,3 0-508,6 3-612,7-6-397,6-2-2611,-6-1-3553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6941,'19'5'5680,"3"-5"-4908,4 0 16,-4 0-148,0-5-156,7 2-276,18 0-336,-12-6-288,0-2-312,0-1-156,3 4-60,-3-1-184,-16 4-196,3-7-1636,1 1-1057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3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1 5324,'-60'60'1377,"44"-32"-277,0 1-192,-9-1-68,6-2-536,-3 3-480,-7 2-932,-6 3-1380,0 12-609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8:51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 23283,'0'11421'0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8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 22552,'16241'0'0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2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7 5633,'7'8'1825,"-12"-11"-2044,-16-8 11952,22 15-11603,3 33 227,2-1-1,15 50 1,-16-72-310,0 0 0,1 0 0,0 0 0,2-1 0,-1 0 0,2 0 0,-1-1 0,21 21 0,-17-21-29,0-2 0,0 1 1,1-2-1,1 0 0,-1 0 0,1-1 0,1-1 0,0 0 0,28 8 0,-35-13-30,0 0 0,0 0-1,0-1 1,0 0 0,0-1-1,0 0 1,1 0 0,-1-1-1,0 1 1,0-2-1,0 1 1,0-1 0,0-1-1,0 1 1,-1-1 0,1-1-1,-1 1 1,0-1 0,0-1-1,0 1 1,9-9 0,-8 5-8,-1 1 0,0-2 0,0 1 1,-1-1-1,0 0 0,0 0 1,-1 0-1,-1-1 0,8-20 1,-3-4-30,9-60 0,-9 46-20,-9 45 97,1 6-32,8 21 19,-1 0 0,-1 1 0,-2 0 0,0 1 0,-2-1 0,1 49 0,-15 165 72,8-206-87,-5 42 7,-2-1 1,-31 107-1,31-144 48,7-23 111,0-2 0,-1 1 0,-10 21 1,14-33-151,-1 0 1,1 0 0,0 0 0,-1 0 0,1 0-1,-1 0 1,1-1 0,-1 1 0,1 0 0,-1 0-1,0-1 1,1 1 0,-1 0 0,0-1 0,0 1-1,1-1 1,-1 1 0,0-1 0,0 1 0,0-1-1,0 1 1,1-1 0,-1 0 0,0 0 0,0 1-1,0-1 1,0 0 0,0 0 0,0 0 0,0 0-1,0 0 1,0 0 0,0 0 0,0 0 0,0-1-1,0 1 1,0 0 0,0-1 0,-1 0 0,0 0-2,1 0 0,0-1 1,-1 1-1,1-1 1,0 1-1,0-1 1,0 1-1,0-1 1,0 0-1,0 1 0,0-1 1,0 0-1,1 0 1,-1 0-1,1 0 1,-1 0-1,1 0 0,0 0 1,0-3-1,1-10 8,0 0 0,1 1 0,1-1-1,0 1 1,6-15 0,30-73 59,-27 77-367,0 1-1,1 0 1,1 1-1,1 1 1,20-23 0,-22 30-896,1 1 0,0 0 0,1 2 0,0-1 0,1 2 0,1 0 0,33-17 0,21 1-6973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4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6957,'0'0'3120,"1"-2"-1626,0 0-1162,0-1 1,0 1-1,0 0 1,0 0-1,1-1 0,-1 1 1,0 0-1,1 0 0,0 0 1,-1 1-1,1-1 0,0 0 1,0 1-1,4-3 1,-4 3-193,1 0 1,0 1 0,-1 0-1,1-1 1,0 1 0,-1 0-1,1 0 1,0 1-1,-1-1 1,1 0 0,-1 1-1,1 0 1,0-1 0,3 3-1,10 3 62,-1 1-1,1 1 0,22 15 1,-20-12-53,36 17 1,8 0-1106,88 54 1,-122-67-652,54 21 1,-27-13-141,7 2-311,-60-24 1988,1 0-1,-1-1 0,0 0 0,1 1 0,-1-1 0,1 0 1,-1 0-1,0 0 0,1 0 0,-1-1 0,1 1 1,1-2-1,2 1-77,-5 0 135,-1 0 0,1 0-1,-1 0 1,1 0 0,-1 0-1,0 0 1,1 0 0,-1-1-1,0 1 1,0 0 0,0 0-1,0 0 1,0-1 0,0-1-1,0 3 10,0-4 56,0 1 0,0-1 1,0 0-1,-1 1 1,1-1-1,-1 0 1,0 1-1,0-1 1,0 1-1,-1 0 1,1-1-1,-1 1 0,0 0 1,-3-5-1,1 2 137,-1 1 0,0-1 0,-1 1 0,1 0 0,-1 0 0,-10-6 0,-3 0 568,0 1 1,-1 1 0,-37-13 0,52 21-676,0 0 0,0 0 0,-1 1 0,1-1 0,0 1 1,0 0-1,0 1 0,0-1 0,0 1 0,0 0 0,0 0 0,-6 2 0,0 1-2,0 1 1,0 0-1,1 1 0,-11 6 0,9-4-103,1 1 1,0-1-1,1 2 0,0 0 0,0 0 1,1 1-1,-10 14 0,6-4-905,1 1 0,1 0 0,-10 29 0,5-10-2411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4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9013,'0'0'6356,"-3"17"-5592,0 3 401,3 9-709,0-3-276,3 2-700,0 1-905,-6 2-963,9 21-1544,7-15-2753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72 7369,'-29'6'7116,"5"3"-4229,21-7-2750,0 0-1,1 0 1,-1 0 0,0 0-1,1 1 1,-1-1-1,1 1 1,0 0 0,0-1-1,0 1 1,0 0-1,1 0 1,-3 4-1,3-4-54,-1 1 0,1-1 0,0 0-1,-1 1 1,2-1 0,-1 1-1,0-1 1,1 1 0,-1-1 0,1 1-1,0-1 1,0 1 0,1-1-1,-1 1 1,1-1 0,-1 1 0,1-1-1,0 1 1,1-1 0,1 5-1,0-4-24,0 1-1,1-1 0,-1 1 1,1-1-1,0-1 0,0 1 0,1 0 1,-1-1-1,1 0 0,-1 0 0,11 4 1,1 0-44,0-1 0,1 0 0,0-2 1,0 0-1,0-1 0,1 0 1,23-1-1,-11-3-225,0-2 0,0-2 0,0 0 0,-1-2-1,0-1 1,49-22 0,-67 25 132,0-1-1,-1 0 1,1 0 0,-2-1-1,1 0 1,-1-1 0,0 0-1,0-1 1,10-14 0,-7 7 143,-1 0 0,-1-1 1,-1 0-1,-1-1 1,7-19-1,-14 36-23,-1-1 0,1 0 0,0 0 0,0 1 0,-1-1 0,1 0 0,0 1 0,0-1 0,1 1 0,-1-1 0,2-1 0,-3 3-24,1 0 0,-1 0 1,0 0-1,0 0 0,1 0 0,-1 0 1,0 0-1,1 0 0,-1 0 0,0 0 1,1 0-1,-1 0 0,0 0 0,1 0 1,-1 0-1,0 0 0,0 0 1,1 0-1,-1 1 0,0-1 0,0 0 1,1 0-1,-1 0 0,0 1 0,0-1 1,0 0-1,1 0 0,-1 1 0,0-1 1,0 0-1,0 0 0,0 1 1,1-1-1,-1 0 0,0 0 0,0 1 1,0-1-1,0 1 0,11 48 897,-8-32-963,10 51 327,80 446 650,-77-386-821,-5 0 1,-6 135 0,-7-206-93,-2 0 1,-3-1-1,-2 0 1,-3 0 0,-21 59-1,31-107-19,-2-1 0,1 0-1,-1 0 1,0-1 0,0 1 0,0-1 0,-1 0-1,-11 12 1,14-17 4,0 1 0,0-1 0,0 1-1,0-1 1,0 1 0,0-1 0,-1 0-1,1 0 1,0 0 0,-1 0 0,1-1 0,-1 1-1,1 0 1,-1-1 0,1 0 0,-1 0-1,1 0 1,-1 0 0,1 0 0,-1 0 0,1 0-1,-1-1 1,1 0 0,0 1 0,-1-1-1,1 0 1,0 0 0,-1 0 0,1 0 0,0-1-1,-4-2 1,-1-2-4,1 0 1,-1-1-1,1-1 1,0 1-1,0-1 0,1 0 1,0 0-1,1 0 0,-1-1 1,2 1-1,-1-1 0,1 0 1,1-1-1,-1 1 0,2 0 1,-2-12-1,-1-23-232,2 1 0,3-54 0,0 76 42,4-55-1001,3 0 0,3 0-1,22-78 1,-12 81-2777,42-98 0,-18 78-2703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0 9065,'0'0'5992,"-13"9"-4419,0-1-261,4 4-272,-1 2-244,4 12 4,-7 11-296,10-3-148,-3 4-364,-4 7-612,1 7-956,-1 2-1108,7 12-2181,6-1-3836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61 4436,'-8'-19'1273,"7"16"-83,0-1-209,-3-22 186,2 18 2657,10 8-3516,0-1 1,0 2-1,0-1 1,0 1-1,-1 0 1,1 0-1,0 1 1,-1 0-1,1 0 1,-1 1-1,0 0 1,0 1-1,12 6 1,24 22 296,-2 2-1,-1 1 1,61 70 0,21 21-2948,-98-105 473,0-1 0,1-1 0,45 26 0,-8-13-4932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7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0 8953,'-92'32'1940,"67"-21"-564,-10 3-92,3 6-140,0 0-280,-2 3-112,-1 9-167,-70 96-2346,60-79-739,4-1-1184,13 4-2285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3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67 7161,'1'0'139,"0"-1"1,0 1 0,-1-1 0,1 0 0,0 0-1,-1 1 1,1-1 0,-1 0 0,1 0 0,-1 0-1,1 0 1,-1 0 0,1 1 0,-1-1-1,0 0 1,0 0 0,1 0 0,-1 0 0,0 0-1,0 0 1,0 0 0,0 0 0,0 0 0,0 0-1,0 0 1,-1 0 0,1 0 0,0 0-1,-1 0 1,1 0 0,0 0 0,-1 0 0,1 0-1,-1 1 1,1-1 0,-1 0 0,1 0 0,-1 0-1,0 1 1,0-1 0,1 0 0,-5-3 3649,5 3-3656,0 1 0,0-1 1,0 0-1,-1 0 0,2 0 1,-1 0-1,0 0 0,0 0 0,0 0 1,0 0-1,0 0 0,1 0 1,-1 0-1,0 0 0,1 0 0,-1 1 1,1-1-1,-1 0 0,1 0 1,-1 0-1,1 1 0,0-1 0,-1 0 1,1 1-1,0-1 0,0 1 1,-1-1-1,1 0 0,0 1 0,0 0 1,0-1-1,0 1 0,0-1 0,-1 1 1,1 0-1,0 0 0,0 0 1,0-1-1,0 1 0,0 0 0,0 0 1,0 0-1,0 1 0,1-1 1,5 1 232,-1 1 0,1 0 0,-1 0 1,0 1-1,7 3 0,-7-3-494,17 9 601,-1 1 0,0 1 1,0 1-1,36 34 0,67 81-232,-96-98-436,119 153-4139,-41-46-3419,-76-107 2954,0-3-2631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3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569 46 8441,'-54'-37'2212,"32"29"-284,-4 10-136,-12 7-280,3 8-275,4-3-237,-4 12-256,0 6-148,-7 10-136,1 10-100,0-1-532,0 9-744,-1 6-1000,1 5-3197,-3 1-4068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8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5929,'22'1'3304,"-22"-1"-3157,-16-10 6572,17 14-6583,1 0 0,0 0 0,0 0 0,0 0-1,1 0 1,-1-1 0,1 1 0,0-1-1,0 1 1,0-1 0,6 5 0,-1-1 95,60 57 536,142 102 1,50 30-984,-259-195 219,0 0 0,1 0-1,-1-1 1,0 1 0,0 0 0,0 0-1,1 0 1,-1 0 0,-1 0 0,1 0-1,0 1 1,0-1 0,0 0 0,0 0 0,-1 1-1,1-1 1,-1 0 0,1 1 0,-1-1-1,1 1 1,-1-1 0,0 1 0,0-1-1,0 1 1,0-1 0,0 1 0,0-1-1,0 0 1,0 1 0,-1 2 0,-1 0 6,-1-1 0,0 1 0,0 0-1,0-1 1,0 1 0,-1-1 0,1 0 0,-5 3 0,-7 7 2,-85 76-112,7-6-2318,1 1-4463,44-39-188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9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596 170 2964,'3'-2'248,"0"0"0,-1 1-1,1-1 1,-1 0-1,0 0 1,1 0 0,-1 0-1,0-1 1,0 1 0,-1-1-1,1 1 1,0-1 0,1-4-1,-3 5-157,-1 0 0,0 0 0,1 0 1,-1 0-1,0 1 0,0-1 0,0 0 0,0 0 0,0 0 0,-1 1 0,1-1 0,-1 1 0,1-1 0,-1 1 0,-2-2 0,-21-15 738,3 2 517,19 14-1104,1-1 1,0 1 0,-1 0-1,0 0 1,1 1 0,-1-1-1,0 1 1,0-1 0,0 1-1,0 0 1,0 0 0,0 0-1,-5 0 1,6 0-85,0 0-1,0 0 1,0 0-1,0-1 1,0 1 0,0 0-1,0-1 1,1 1 0,-1-1-1,0 0 1,1 1 0,0-1-1,-1 0 1,1 0-1,0 0 1,0 0 0,0 0-1,0 0 1,0 0 0,0-4-1,-4-3 326,4 7 175,-1 4-659,-59 71 267,33-38-261,-58 79 19,14-12-159,-119 185-850,183-274 874,1 1 0,-10 24 1,16-35 67,0-1 0,0 1 0,0-1 0,1 1 1,-1 0-1,0-1 0,1 1 0,0 0 0,0-1 0,0 1 0,0 0 1,0 0-1,0-1 0,1 1 0,-1 0 0,1-1 0,0 1 0,0-1 1,0 1-1,0-1 0,0 1 0,3 3 0,0-4-27,0 0 0,0-1 1,-1 0-1,1 0 0,0 0 0,0 0 0,1-1 0,-1 1 0,0-1 0,0 0 1,0-1-1,7 0 0,-7 1-3,42-7-1172,0-1 1,0-3-1,-1-1 0,75-32 1,-85 31-458,31-11-2067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10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508 98 2324,'0'0'1697,"-2"-1"-1638,-48-31 2797,48 31-2491,0 0-19,-42-31 1334,43 31-1352,0 1-283,0-1-1,0 1 1,0 0 0,0 0-1,1-1 1,-1 1 0,0-1-1,0 1 1,0-1 0,1 1-1,-1-1 1,0 1 0,1-1-1,-1 1 1,0-1 0,0-1-1,-17-10 789,10 10-664,0 0-1,1 0 1,-1 1-1,0 0 1,0 1-1,0 0 1,0 0-1,0 1 1,0 0-1,0 0 1,-13 4-1,10-1-41,-1 1-1,1 0 1,0 1-1,0 0 1,1 0-1,-19 16 1,6-2-707,2 2 0,1 0-1,1 1 1,0 1 0,-22 39 0,23-30-2603,7 1-1324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1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5557,'0'0'1160,"-3"14"-48,-1 3-116,-2-2-40,3-1-204,0 6-204,3 0-84,6 6-96,4 16-36,2-10-352,4 5-440,3 0-624,0 0-2092,-3 6-1345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0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26921,'9227'10867'0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3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 4464,'19'0'8553,"-40"-8"1079,51 10-9507,-1 2 0,1 2-1,-1 0 1,31 12 0,-6-3-761,-29-8-10,128 35-4749,-52-11-1805,-51-17 788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30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9 7485,'-13'-9'9743,"10"10"-8789,-4 3-707,0-1 1,-1 1-1,1 0 1,1 1 0,-1-1-1,1 1 1,-1 1-1,-6 7 1,-43 55 0,28-33-496,-42 56-3389,29-28-2623,18-20-1269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0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619 238 4680,'-4'-1'952,"-2"0"-2584,5 2 1975,1-1 1,-1 0-1,1 0 1,-1 0-1,0 0 1,1 0-1,-1 0 1,0 0-1,1 0 1,-1 0-1,1-1 1,-1 1-1,0 0 1,1 0-1,-1 0 1,1-1-1,-1 1 1,1 0-1,-1-1 1,1 1-1,-1-1 1,1 1-1,-1 0 1,1-1-1,-1 1 1,1-1-1,0 1 1,-1-1-1,1 1 1,0-1-1,-1 0 1,1 1-1,0-1 1,-1 0-1,3-8 288,-1 4-422,1-1-1,0 1 1,0 0 0,1 0-1,5-9 1,-7 11-57,1 0 1,-1-1-1,0 1 0,0 0 1,0-1-1,0 1 0,-1 0 1,1-1-1,-1 1 0,0-1 1,0 1-1,0 0 0,-1-8 1,0 5-12,-1 0 1,1 0-1,-1 0 1,0 1-1,0-1 1,-1 0-1,0 1 1,0-1-1,0 1 1,-1 0-1,1 0 1,-1 0-1,0 1 1,-1 0-1,1-1 1,-7-4-1,4 5-79,0 0 0,0 1 0,-1 0 0,1 0-1,-1 0 1,1 1 0,-1 0 0,0 0 0,0 1-1,1 0 1,-1 1 0,-14 0 0,3 1-17,0 2 0,0 0 0,0 0 0,1 2 0,-1 1 0,1 0 0,0 1 1,1 1-1,-34 20 0,32-15-18,0 0 1,1 1 0,1 1-1,0 1 1,1 0 0,1 1-1,0 1 1,-14 23 0,17-23-15,2 1 1,0 0-1,1 0 0,1 1 1,-8 30-1,15-43-6,0 0 1,1-1 0,0 1-1,0 0 1,0 0-1,1-1 1,0 1-1,0 0 1,0-1 0,1 1-1,0-1 1,4 7-1,-5-9-4,1 1-1,0-1 0,1 0 1,-1-1-1,1 1 1,-1 0-1,1-1 0,0 1 1,1-1-1,-1 0 0,0 0 1,1 0-1,0-1 1,0 1-1,-1-1 0,2 0 1,-1 0-1,0 0 1,5 1-1,0 0-5,0-1 0,0 0 0,1 0 0,-1-1 0,1 0 0,-1 0 0,1-1 0,-1-1 0,1 0 0,-1 0 0,1 0 0,-1-1 0,0-1 0,13-4 0,-6-1 6,0 0 1,0-2 0,-1 1 0,-1-2 0,0 0 0,0 0 0,-1-1 0,0-1 0,21-28 0,-22 25 240,1 0 0,-2-1 1,0-1-1,-2 0 0,0 0 1,0-1-1,10-38 0,-18 54 964,-13 36-238,11-18-1016,0 0 1,1 0 0,0 0 0,1 0 0,1 0-1,1-1 1,0 1 0,0 0 0,2-1 0,0 0-1,0 0 1,1 0 0,1-1 0,9 14 0,62 82-4389,-65-95 2302,0 1 1,24 18-1,-10-10-3290,4 3-2964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63 6105,'-18'-1'-166,"17"1"418,0-1 0,1 1-1,-1 0 1,0-1 0,1 1 0,-1 0 0,0-1 0,1 1-1,-1-1 1,1 1 0,-1-1 0,1 0 0,-1 1 0,1-1-1,-1 1 1,1-1 0,-1 0 0,1 0 0,0 1-1,-1-1 1,1-1 0,-1-2 917,1-1-1,0 1 0,0 0 1,0 0-1,1-1 1,0 1-1,1-5 1,-1 2-1220,-1 4 1010,9 4-866,0 0 1,0 1-1,0 0 0,0 0 1,-1 1-1,1 0 1,-1 1-1,0-1 0,0 2 1,0-1-1,0 1 1,-1 0-1,0 1 1,8 7-1,5 6-26,0 2 0,-1 0 0,20 28-1,-31-37-55,0 1 0,0-1-1,-1 1 1,-1 0 0,0 1-1,-1-1 1,0 1-1,-1 1 1,-1-1 0,0 0-1,-1 1 1,0-1-1,-1 1 1,-1 0 0,0-1-1,-2 1 1,1 0-1,-2-1 1,1 0 0,-2 1-1,-7 18 1,3-13 128,-1 4-107,-1 1 1,-25 43 0,33-65-24,2-8 41,0 2-48,0-3-9,0 0 0,0 0-1,0 0 1,1 0 0,0 0 0,1 0 0,-1 0 0,1 0-1,0 0 1,3-6 0,45-106-32,-1 4-4,-36 74-6,-10 26 67,-2 11 645,3 5-508,-1 0 0,0 0 0,0 1 0,1-1 0,-2 1 1,1-1-1,0 1 0,0 0 0,-1 0 0,0 1 0,4 5 0,17 45 371,-2-4-79,-7-21-302,48 89-399,-46-93-952,0 0-1,33 36 1,-41-53 334,0 0 1,1-1 0,-1-1-1,11 7 1,-11-8-591,0-1-1,1 0 0,-1-1 1,1 0-1,14 4 1,5-3-5934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8109,'0'0'7642,"-9"9"-4798,5-6-2583,0 1 1,0 0-1,0 0 1,1 1-1,0-1 0,0 1 1,0-1-1,1 1 1,0 0-1,-1 0 0,2 0 1,-1 0-1,1 1 1,-2 9-1,-7 45 803,6-42-929,0 1 0,2 0 0,0 0-1,1 0 1,1 0 0,5 34 0,8 24-799,14 68-4635,-20-99-571,-7-28 2500,3 5-2967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6 192 8277,'-1'-1'484,"1"0"0,-1-1 1,0 1-1,1 0 0,-1-1 0,1 1 1,-1 0-1,1-1 0,0 1 1,0-1-1,-1 1 0,1-1 0,0 1 1,0-1-1,1 1 0,-1 0 0,0-1 1,0 1-1,2-3 0,-1 2-258,0 0 0,0 0-1,0 1 1,0-1-1,1 0 1,-1 1-1,1-1 1,-1 1 0,1-1-1,0 1 1,-1 0-1,4-2 1,5-2-459,1 1 1,0 0-1,0 0 1,14-2-1,-10 2 1034,83-19-2892,118-12 1,24-4-6257,-168 24 3326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26 6685,'-29'7'2191,"28"-6"-2153,1-1-1,0 0 1,0 0 0,0 0-1,0 0 1,0 0 0,-1 0-1,1 0 1,0 0-1,0 0 1,0 1 0,0-1-1,-1 0 1,1 0 0,0 0-1,0 0 1,0 0-1,-1 0 1,1 0 0,0 0-1,0 0 1,0 0 0,0 0-1,-1-1 1,1 1-1,0 0 1,0 0 0,0 0-1,0 0 1,-1 0 0,1 0-1,0 0 1,0 0-1,0 0 1,0-1 0,0 1-1,-1 0 1,1 0 0,0 0-1,0 0 1,0 0-1,0-1 1,0 1 0,0 0-1,0 0 1,0 0 0,0 0-1,0-1 1,0 1-1,0 0 1,-1 0 0,1 0-1,0 0 1,0-1 0,0 1-1,1 0 1,-1 0-1,0 0 1,0-1 0,-5-22 2649,4 18-1132,-2 7-449,-4 2-849,1 1 0,-1 0 0,1 0 0,0 1 0,1 0 1,0 0-1,0 0 0,0 1 0,0-1 0,1 1 0,0 0 1,1 0-1,0 1 0,0-1 0,-2 9 0,-5 19 308,-12 71 0,12-11-165,3 158 0,7-199-340,-1-38-20,1 3 17,1-18-55,-1-1 0,1 1 0,0 0-1,0-1 1,0 1 0,0-1 0,-1 1-1,1-1 1,0 1 0,0-1 0,0 0-1,0 1 1,0-1 0,0 0 0,0 0-1,0 0 1,0 0 0,0 0 0,0 0 0,0 0-1,2 0 1,5-2 3,0 1 1,-1-1-1,1-1 0,0 0 0,-1 0 1,0 0-1,10-7 0,10-3 38,-11 6-49,0 2 1,1 0-1,24-5 1,-33 9 5,-1 0-1,1 1 1,0 0 0,0 0-1,-1 0 1,1 1-1,0 0 1,-1 1 0,14 3-1,-17-3-5,0 0 0,0 1 0,0-1 0,0 1 0,0-1 0,-1 1 0,1 0 0,-1 1 0,0-1 0,0 1 0,4 5 0,-5-7 5,-1 0-1,1 1 0,-1 0 1,1-1-1,-1 1 0,0 0 1,0 0-1,0 0 0,0 0 1,-1 0-1,1 0 0,-1 0 1,0 0-1,0 0 0,0 0 1,0 0-1,-1 6 0,-2-2 7,0 0 0,-1 0 0,0 0 0,0 0 0,-1-1 1,1 0-1,-1 0 0,-1 0 0,1 0 0,-1-1 0,0 0 0,0 0 0,-1 0 0,-11 6 0,-12 5 25,-1-1 0,-32 10 1,41-16-27,-60 18-1903,55-20 961,24-6-725,29-26-7280,-8 13 2520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5969,'-19'26'2039,"16"-24"-1727,0 1-1,1 0 1,-1 0-1,1 0 1,0 0-1,0 1 1,0-1-1,0 0 1,1 1-1,0 0 0,-1-1 1,1 1-1,0 0 1,1 0-1,-1-1 1,0 5-1,1 1-133,0 0-1,0 0 1,1 0 0,0-1-1,1 1 1,0 0 0,0-1-1,1 1 1,0-1-1,0 0 1,7 12 0,-6-14-150,40 54 337,-39-55-338,0 1 0,0-1-1,0 0 1,1-1 0,-1 1 0,1-1 0,0 0 0,10 5-1,-13-8-4,0 0 0,0 1 0,0-1 0,0 0-1,0-1 1,0 1 0,1 0 0,-1-1 0,0 0-1,0 0 1,1 0 0,-1 0 0,0 0 0,0-1-1,0 1 1,0-1 0,1 0 0,-1 0 0,0 0-1,0 0 1,0-1 0,-1 1 0,1-1 0,0 0-1,0 0 1,-1 0 0,1 0 0,-1 0 0,0 0-1,0-1 1,0 1 0,3-5 0,9-7 154,-5 3 386,-1 1 1,1-1-1,-2 0 0,0-1 1,0 0-1,9-23 0,-15 31-449,0 2 554,-4 143 764,3 110-463,17 187-441,-21-353-482,-3 0 0,-5-1 1,-24 95-1,30-155 70,-2 1-1,-1-1 1,-2-1-1,0 1 0,-1-2 1,-1 0-1,-1 0 1,-1-1-1,-1-1 1,0 0-1,-2-2 0,0 0 1,-1-1-1,-1 0 1,-37 22-1,53-37-30,1 0 1,-1 0-1,0 0 1,0-1-1,1 1 0,-1-1 1,0 0-1,0 0 0,0-1 1,-1 1-1,1-1 0,0 0 1,0 0-1,0 0 1,-7-2-1,8 2-61,1-1 1,0 0-1,0 0 1,0 0-1,-1 0 1,1 0-1,0-1 0,1 1 1,-1-1-1,0 1 1,0-1-1,1 0 1,-1 1-1,0-1 0,1 0 1,0 0-1,0 0 1,-1 0-1,1 0 1,0-1-1,1 1 1,-1 0-1,0 0 0,1-1 1,-1 1-1,1 0 1,-1-1-1,1-2 1,0-7-82,1 0 0,0 0-1,1 0 1,0 0 0,0 0 0,1 0 0,1 1 0,0-1 0,1 1 0,8-14 0,12-20-997,36-46-1,-36 54 405,276-339-8919,-215 284 4582,8 3-2718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7157,'-3'2'942,"0"-1"1,0 0-1,0 1 0,0 0 1,0-1-1,0 1 1,1 0-1,-1 1 1,-3 3-1,-17 30 2396,15-17-2902,1 1 0,-5 24 0,8-30 601,-12 42 143,-13 59 343,16-41-1017,-22 133-1001,17-72-3872,4-63-5316,15-48 1739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8049,'0'0'3320,"6"-15"-2024,4 1-288,9 11-172,3 0-172,13-2-152,22-4-476,-12 3-180,12 1-352,6-7-332,4 4-152,0-1-156,-4-5-280,-2 0-1768,-1-1-1369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5777,'0'0'1818,"-3"0"54,-31 0 1373,30 0-1872,1 1-91,-14 8-759,0 1 0,0 0 0,2 2 0,-1-1 0,1 2 0,1 0-1,0 1 1,1 0 0,1 1 0,-17 26 0,-2 8-55,2 3 1,-27 67-1,49-102-406,1 0-1,1 0 1,0 1-1,2 0 1,0 0 0,0 0-1,2 0 1,0 0-1,2 0 1,4 34 0,-4-43-110,1 0 0,1 0 0,-1-1 0,2 0 1,-1 1-1,1-1 0,0 0 0,1-1 0,-1 1 1,10 10-1,-9-13-122,0 0 0,0-1 0,1 1 1,0-1-1,0 0 0,0 0 0,0-1 1,1 0-1,-1 0 0,1 0 0,0-1 0,-1 0 1,1 0-1,12 1 0,11-2-1502,0 0 0,0-2-1,0-1 1,0-2 0,36-8 0,-57 10 1054,63-10-5876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7281,'0'0'7316,"12"-12"-6200,4-2-223,3 8-201,4 1-212,5 2-92,4-3-304,3 3-608,22 0-660,-13 3-337,-18 3-595,6-6-1636,18 9-2417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3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78 6401,'-3'20'9060,"12"-34"-8412,1 0-287,12 11-666,16-9-619,-3-2-432,0 0-960,3-3-1092,6 8-1769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18 5012,'-7'6'669,"0"0"0,1 0 0,0 1-1,1 0 1,-1 0 0,1 1 0,0 0-1,1-1 1,0 2 0,1-1-1,-4 9 1,-8 25 263,3 1 0,1 0 0,2 1 1,-6 65-1,15-101-889,0 1 1,1-1-1,-1 0 1,2 1-1,-1-1 1,1 0 0,0 0-1,1 0 1,0 0-1,0 0 1,1-1 0,0 0-1,8 12 1,-10-16-32,0 0 0,1-1 0,0 1 0,-1 0 0,1-1 0,0 0 0,0 0 0,0 0-1,1 0 1,-1 0 0,0-1 0,1 1 0,-1-1 0,1 0 0,-1 0 0,1 0 0,0 0 0,0-1 0,-1 0 0,1 1 0,0-2 0,-1 1 0,1 0 0,0-1 0,0 1 0,-1-1 0,1 0 0,-1 0 0,1 0 0,-1-1 0,1 1 0,4-4 0,-2 2 60,0-1 0,0 0 0,0 0 0,0 0-1,-1 0 1,0-1 0,0 0 0,0 0 0,0 0 0,-1-1 0,0 1-1,0-1 1,-1 0 0,1 0 0,-1-1 0,0 1 0,-1 0 0,0-1 0,0 0-1,0 0 1,-1 0 0,0 1 0,0-13 0,-1 5 4,0-1 0,-1 1 0,-1 0 0,0-1 1,-1 1-1,-1 0 0,0 0 0,-1 1 0,0-1 0,-1 1 0,-1 0 1,0 1-1,-13-19 0,4 10-99,1 2 0,-2 0 1,-1 0-1,0 2 1,-1 0-1,-39-26 0,50 39-260,0 0-1,0 0 1,0 1-1,0 0 0,-1 0 1,1 1-1,-1 0 1,-8 0-1,12 1-209,0 0-1,0 1 0,0 0 1,0 0-1,0 0 1,0 1-1,1 0 0,-1 0 1,0 0-1,0 0 0,1 1 1,-1 0-1,1 0 0,-1 0 1,1 0-1,-5 4 1,-14 18-6915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23 4952,'0'0'198,"1"0"0,-1 0 0,1-1-1,-1 1 1,1 0 0,-1-1-1,1 1 1,-1 0 0,1-1-1,-1 1 1,0 0 0,1-1-1,-1 1 1,0-1 0,1 1 0,-1-1-1,0 1 1,1-1 0,-1 1-1,0-1 1,0 0 0,0 1-1,0-1 1,1 1 0,-1-1-1,0 1 1,0-1 0,0 0 0,0 0-1,-1 0 142,1 1-1,-1-1 0,1 0 1,-1 1-1,1-1 0,-1 1 1,1-1-1,-1 1 1,0-1-1,1 1 0,-1-1 1,0 1-1,1 0 0,-1-1 1,0 1-1,1 0 0,-1 0 1,0 0-1,0-1 1,1 1-1,-1 0 0,0 0 1,0 0-1,1 0 0,-1 0 1,-1 0-1,0 1-271,0-1 1,1 1-1,-1-1 0,0 1 0,0 0 0,0-1 1,1 1-1,-1 0 0,1 0 0,-1 0 0,1 0 0,-1 1 1,1-1-1,-1 0 0,1 1 0,-2 2 0,-19 27 394,19-26-344,-15 26 227,2 0 0,-18 49 0,22-47-243,2 2 1,1 0 0,2 0-1,1 0 1,2 0 0,0 54-1,5-79-98,-1 0 1,1 0-1,0 0 0,1 0 1,0 0-1,1-1 0,0 1 0,7 14 1,-8-20-3,0 0 0,0 0 0,1 0 0,-1-1 1,1 0-1,0 1 0,0-1 0,0 0 0,0 0 1,0 0-1,1-1 0,-1 1 0,1-1 0,0 0 1,-1 0-1,1 0 0,0-1 0,0 1 0,1-1 1,7 2-1,-4-2 0,0 1 0,1-1 1,-1-1-1,1 0 0,-1 0 1,1 0-1,-1-1 0,0-1 1,1 1-1,-1-1 0,0-1 1,0 1-1,12-7 0,-18 8 0,26-14-7,0 1 0,48-16 0,-67 27 4,0 1-1,0 0 0,0 0 1,0 1-1,0 0 1,0 0-1,0 1 1,0 1-1,0-1 1,0 1-1,0 1 1,0 0-1,0 0 1,12 5-1,157 74 14,-159-71-4,0-1-1,0-1 1,1-1 0,0-1 0,1 0 0,-1-2-1,1 0 1,30 1 0,-43-5 0,0 0 1,0 0-1,0-1 0,-1 0 1,1 0-1,0-1 1,0 0-1,0 0 0,-1-1 1,0 0-1,1 0 1,-1-1-1,0 0 0,-1 0 1,1-1-1,-1 0 1,0 0-1,0 0 0,0-1 1,-1 0-1,1 0 1,-2 0-1,1-1 0,-1 1 1,5-9-1,-5 4 3,0 0 0,0 0 0,-1 0 0,0 0 0,-1 0 0,0-1 0,-1 1 0,0-1 0,-1 0-1,0 1 1,-1-1 0,0 1 0,-1-1 0,0 1 0,-1 0 0,-6-17 0,-8-13 15,-1 1 1,-46-74-1,49 88-45,-5-6-274,-2 1 0,-1 1 1,-46-47-1,67 76 167,1 0 1,0-1-1,-1 1 0,0 0 0,1-1 1,-1 1-1,0 0 0,1 0 0,-1 0 1,0 1-1,0-1 0,0 0 0,0 1 1,0-1-1,0 1 0,0 0 0,0-1 1,0 1-1,0 0 0,0 0 0,0 0 1,1 1-1,-1-1 0,0 0 0,0 1 1,-4 1-1,4-1-315,0 0-1,-1 1 1,1-1 0,0 1-1,0 0 1,0 0 0,0 0-1,0 0 1,1 0 0,-1 0-1,1 0 1,-1 0 0,1 1 0,0-1-1,0 1 1,0-1 0,0 1-1,0-1 1,0 4 0,-6 31-7120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4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9433,'2'3'10107,"-4"13"-5191,-5 32-3766,2-10-564,2-1-1705,3 69 0,7-13-4892,-7-91 5821,7 35-5506,7 0-3377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39 109 5649,'0'-2'243,"-1"-1"0,0 1 1,0 0-1,0 0 0,-1-1 1,1 1-1,0 0 0,-1 0 1,1 0-1,-1 0 0,0 1 1,0-1-1,0 0 0,0 1 1,0-1-1,0 1 1,0 0-1,0 0 0,0 0 1,-1 0-1,-1-1 0,15-27 5685,-9 23-5431,9-16 798,-11 21-1237,1 0 0,0 0 0,-1 0 0,1 1-1,0-1 1,-1 0 0,1 1 0,0-1 0,0 0 0,0 1 0,-1-1 0,1 1 0,0-1 0,0 1 0,0-1 0,0 1-1,0 0 1,0 0 0,0-1 0,0 1 0,0 0 0,0 0 0,2 0 0,11 3 17,0 0 0,0 1 0,-1 1 0,0 0 0,1 0 0,-1 2 0,-1 0 0,0 0 0,0 1 0,0 0 0,-1 1 0,0 1 0,-1 0 0,0 0 0,0 1 0,-1 0 0,10 16 0,-11-14-64,1 0 0,-2 0 0,0 1 1,0 0-1,-1 0 0,-1 1 0,0 0 0,-2 0 1,1 0-1,-2 0 0,0 1 0,0-1 0,-2 1 0,0-1 1,-1 1-1,-3 19 0,-3 4-53,5-26 54,0 0-1,-1 0 1,0-1 0,-1 1 0,-9 19 0,12-30-10,0 1 0,1-1 0,-1 1 0,0-1 1,1 1-1,0 0 0,-1-1 0,1 1 0,1 4 1,-1-1 9,-1-2 77,10-34-72,2-1-104,24-52 1,-10 27-50,6-7 20,-19 40 21,15-36-1,-27 56 39,10-19 331,-6 21 163,1 12-113,-2 2 37,-2 0-1,1 0 0,-2 0 0,1 0 1,-3 17-1,0 26 609,3-33-698,1-1 0,0 1 1,2-1-1,1 1 1,0-1-1,10 22 1,-10-32-277,0-1 1,1 0 0,1 0-1,-1-1 1,2 1 0,-1-2 0,1 1-1,1-1 1,0 0 0,0-1 0,1 0-1,0 0 1,18 9 0,-11-7-640,2-2 0,-1 0 0,1-1 0,0-1 0,0 0 0,1-2 0,0 0 1,-1-2-1,1 0 0,0-1 0,1-1 0,22-2 0,24-16-4163,-42 10 1520,19-2-4418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5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34 9241,'0'-1'493,"0"-1"1,1 1-1,-1-1 1,0 1-1,0-1 1,0 1-1,-1-1 1,1 1-1,0 0 1,-1-1-1,1 1 1,-1-1-1,1 1 1,-1 0 0,1-1-1,-1 1 1,0 0-1,0-1 1,0 1-1,0 0 1,0 0-1,-1-2 1,1 3-160,0 0 1,0 0-1,0 0 1,0-1-1,0 1 1,0 0-1,0 0 1,0 0-1,0 0 1,0 1-1,0-1 1,0 0-1,0 0 1,1 0-1,-1 1 1,0-1-1,-2 1 1,-14 10-475,14-8 300,0 0 0,1 0 1,-1 0-1,1 0 0,0 0 0,-1 0 0,1 0 0,1 1 1,-1-1-1,1 1 0,-1 0 0,1-1 0,-1 6 0,-7 54 725,7-41-681,-6 73-434,8-78-670,1 1 0,0-1 0,6 25 0,-5-27-1002,0-1-1,-1 22 0,3 14-5420,6-10-2636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24 7193,'-12'-8'4321,"-8"11"-2504,13-2-643,5 0 318,-2-1-185,-22 7 4167,43-8-4590,96-4-215,9-1-366,115-4-226,-97 8-600,-22-1-3118,-115 3 2019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 6645,'-17'-2'2225,"-2"8"5897,4 12-2208,8 1-7615,-3 19 2073,2 1 0,1 0 0,-2 69 0,9-30-3389,6-1-4301,-2-31-2056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7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9 196 9909,'0'0'4788,"-1"3"-3629,-1 3-821,0 0 0,1 0-1,0 0 1,0 0 0,1 1-1,-1-1 1,1 0 0,0 0 0,1 1-1,0-1 1,0 0 0,2 9 0,9 49 394,2 78 1,-12-117-841,1 0 0,11 44 1,-14-68 104,0-1 0,1 1 0,-1 0 1,0-1-1,1 1 0,-1-1 0,1 1 1,-1-1-1,1 1 0,-1 0 0,1-1 1,-1 0-1,1 1 0,-1-1 1,1 1-1,-1-1 0,1 0 0,0 1 1,-1-1-1,1 0 0,0 0 0,-1 1 1,1-1-1,0 0 0,-1 0 0,1 0 1,0 0-1,-1 0 0,1 0 0,0 0 1,0 0-1,-1 0 0,1 0 0,0-1 1,-1 1-1,1 0 0,0 0 0,-1-1 1,1 1-1,-1 0 0,1-1 1,0 1-1,-1-1 0,1 1 0,0-1 1,37-27-47,-21 15 11,-14 12 32,-1 0 0,0 1 0,0-1 0,0 1 1,0 0-1,1-1 0,-1 1 0,0 0 0,0 0 0,1 0 0,-1 1 1,0-1-1,0 0 0,0 1 0,4 1 0,28 14-13,-12-2 43,-10-5-7,2-1-1,-1 0 1,1-1 0,17 6 0,-26-11-1,0-1 0,0 0 0,0 0-1,0 0 1,1-1 0,-1 0 0,0 0 0,0 0-1,0 0 1,0-1 0,0 0 0,0 0 0,0-1 0,0 1-1,0-1 1,8-4 0,1-2 49,-1-1-1,0 0 1,-1 0-1,0-2 1,0 1-1,-1-2 1,0 1 0,-1-1-1,-1-1 1,0 0-1,0 0 1,-1-1-1,-1 0 1,-1 0 0,0-1-1,0 0 1,-2 0-1,0 0 1,3-22-1,-5 22-41,-1 0-1,-1 0 0,0-1 0,-1 1 1,-1 0-1,0 0 0,-1 0 0,0 0 1,-2 0-1,0 1 0,0 0 0,-10-18 1,8 19-232,0 0 0,-1 0 0,0 1 0,-1 0 0,0 1 0,-1 0 0,0 0 1,-1 1-1,0 0 0,-1 1 0,0 1 0,-20-12 0,28 18-201,-1 0 0,1 0-1,-1 1 1,0 0 0,1 0-1,-1 0 1,0 0-1,0 1 1,0-1 0,0 2-1,0-1 1,0 0 0,0 1-1,-5 1 1,6-1-225,1 0 0,0 0-1,0 1 1,0-1 0,0 1 0,0 0-1,-3 2 1,-9 14-5449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8045,'10'-11'2109,"0"-1"0,-1 0 0,13-24 0,-19 33-2024,-1 1 1,0-1-1,1 1 1,0 0-1,-1 0 1,1 0-1,0 0 1,0 0-1,0 0 1,1 1-1,-1 0 1,0-1-1,0 1 1,1 1-1,-1-1 1,1 0-1,-1 1 1,0-1-1,1 1 1,-1 0-1,1 0 1,-1 1-1,1-1 1,-1 1-1,1 0 1,-1 0-1,0 0 1,1 0-1,-1 0 1,0 1-1,0-1 1,0 1-1,4 3 1,-4-1-51,0 1 1,0 0-1,0 0 0,-1 0 1,1 0-1,-1 0 1,0 0-1,-1 1 0,0-1 1,1 1-1,-2-1 1,1 1-1,-1-1 1,1 1-1,-2 7 0,-1 11 22,-2 0-1,-7 30 0,2-15-13,1-7 317,-2-1 0,-1 0 0,-29 57-1,28-64 77,11-21-172,1-1-231,1-1-1,-1 0 1,1 1-1,0-1 1,-1 0 0,1 1-1,0-1 1,0 0-1,0 0 1,0 0-1,0 1 1,0-1-1,0 0 1,0-1-1,1 1 1,-1 0-1,0 0 1,2 1-1,38-11-477,-1-1-1,57-22 0,-52 16-812,29-13-1427,20-6-4150,-31 17-989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72 5216,'-1'-1'359,"0"1"-1,0-1 0,1 0 0,-1 1 0,0-1 0,0 0 0,1 0 0,-1 0 1,0 0-1,1 1 0,-1-1 0,1 0 0,-1 0 0,1 0 0,-1 0 0,1 0 1,0-1-1,0 1 0,-1 0 0,1 0 0,0 0 0,0 0 0,0 0 0,0 0 1,0 0-1,1-2 0,-3-16 5029,21 22-4893,-13-2-463,0 0 1,-1 0-1,1 1 0,-1 0 0,0 0 0,1 1 1,-1-1-1,0 1 0,-1 0 0,1 1 0,0-1 1,-1 1-1,0 0 0,0 0 0,0 0 0,0 0 1,-1 1-1,1-1 0,-1 1 0,0 0 0,4 10 1,-3-6-20,0 0 0,-1 0 0,1 1 0,-2 0 0,1-1 0,-2 1 1,1 0-1,-1 0 0,0 0 0,-1 0 0,-2 17 0,-6 3-31,-2-1-1,0 0 1,-2 0-1,-18 29 1,11-19-13,17-35 45,-9 17 35,118-140-507,-79 86 315,-2 0 1,-2-2-1,24-44 1,40-101 459,-86 178 467,7 19-269,-5-6-421,-1-1 0,0 2 0,0-1 0,-1 0 0,1 15 0,5 22 117,2-3 31,31 86 0,-35-117-426,1 1-1,0-1 0,1 0 1,0-1-1,1 0 0,1 0 1,0-1-1,0 0 0,17 14 1,-21-21-333,0-1-1,0 0 1,0-1 0,0 0 0,1 1 0,-1-2 0,1 1 0,0-1 0,0 0 0,9 1 0,-11-2-670,-1-1 0,1 0 0,0 0 0,0 0 1,8-2-1,9-3-4507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7281,'0'0'3143,"2"-1"-1969,3-2-969,0 1 0,0 0-1,0 0 1,0 0 0,0 1-1,0 0 1,1 0 0,-1 0-1,0 1 1,1-1 0,-1 1-1,1 0 1,-1 1 0,0 0 0,1-1-1,-1 2 1,6 1 0,-8-2-169,0-1 0,0 1 1,0 1-1,0-1 1,0 0-1,0 1 0,0 0 1,0 0-1,-1 0 1,1 0-1,0 0 1,-1 0-1,0 0 0,0 1 1,1-1-1,-1 1 1,-1 0-1,1 0 0,0 0 1,-1 0-1,0 0 1,1 0-1,-1 0 1,0 0-1,0 0 0,-1 0 1,1 1-1,-1-1 1,0 0-1,0 4 1,-3 11 36,0 0 1,-2-1 0,0 0 0,-1 0 0,-8 16 0,3-6 43,0-1 72,6-17 105,1 1 0,0 0 0,-3 15 0,8-24-243,0 1-1,0-1 1,0 0-1,0 1 1,0-1-1,0 0 1,0 0 0,0 0-1,1 0 1,-1 0-1,0 0 1,1 0-1,-1-1 1,1 1 0,-1 0-1,1-1 1,-1 1-1,3 0 1,3-1-13,0 1-1,0-1 1,0-1 0,0 1 0,0-1-1,0 0 1,-1-1 0,1 0 0,6-2 0,60-28-899,-72 32 832,24-12-1743,-1-1 0,41-30-1,-26 16-2403,4 6-2133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8037,'0'0'3864,"11"-9"-714,-9 8-2957,1 0 0,-1 0 0,1 0 1,0 1-1,-1-1 0,1 1 0,0-1 0,0 1 0,-1 0 0,1 0 0,0 0 0,0 0 0,3 1 0,28-1 661,130-14 118,-116 12-2304,0-2 0,0-2 0,60-15-1,-104 20 718,-1 0 0,0-1 1,0 1-1,1 0 0,-1-1 0,0 0 0,-1 0 0,1 0 0,0 0 0,2-2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6661,'-28'1'950,"19"0"495,27 2 665,-12-2-1719,-3-1 2269,1 28 593,-3-24-3071,0 0 0,-1 0 1,1-1-1,-1 1 0,0 0 0,0 0 0,0 0 1,-1 6-1,-55 193 2685,51-183-3427,1 0 0,1 1 0,0-1 1,1 33-1,-1 18-3847,-2-25-274,7 3-2425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87 4688,'-12'-3'1173,"11"-2"911,20-7 5795,-28 6-7703,8 6-9,0-1-1,0 1 1,0-1 0,0 1-1,0-1 1,0 1 0,0-1-1,0 0 1,1 1 0,-1-1-1,0 0 1,0 0-1,1 1 1,-1-1 0,0 0-1,0-2 1,2 3-63,0-1 0,-1 1 0,1-1 1,0 0-1,-1 0 0,1 1 0,0-1 0,-1 0 0,1 0 1,-1 0-1,0 0 0,1 0 0,-1 1 0,1-1 0,-1 0 0,0 0 1,0 0-1,0-1 0,-21-5 516,19 7 335,-9-25 908,-6 110-527,-10 152 0,21-160-1124,-13 126 53,16-35-120,3-119-14,1-46-120,0-1 0,0 1-1,0-1 1,0 1 0,1-1 0,-1 0-1,1 0 1,0 1 0,-1-1-1,1 0 1,2 1 0,12-14 14,0-1 1,-1 0-1,20-23 0,-17 17-38,35-28 0,-46 41-1,0 0 0,1 1 0,0 0 0,0 0 0,0 1 0,0-1 0,0 2 0,0-1 0,11 0 0,-4 1 9,0 1 1,1 1 0,-1 0-1,0 1 1,1 1 0,-1 1-1,0 0 1,0 1 0,0 0-1,-1 1 1,0 1 0,0 0 0,0 1-1,0 0 1,-1 1 0,-1 1-1,1 0 1,-1 1 0,-1 0-1,0 1 1,0 0 0,-1 1-1,12 18 1,-20-26 3,1 0-1,-1 0 1,-1 0-1,1 0 1,-1 0-1,0 1 1,0-1-1,0 0 1,0 1-1,-1-1 1,1 1 0,-1-1-1,0 1 1,-1-1-1,1 1 1,-1-1-1,0 1 1,0-1-1,0 0 1,-1 1-1,-3 6 1,1-3 4,0 0 1,-1 0 0,0 0-1,0-1 1,-1 0 0,0 0-1,0 0 1,0 0 0,-10 6-1,2-4 41,0 0 0,-1-1-1,-1 0 1,1-1 0,-1-1-1,0-1 1,-24 5 0,-118 14 137,133-22-184,-201 29-1276,222-30 1002,0 0 1,0-1 0,0 1-1,0-1 1,0 0 0,0-1-1,0 1 1,0-1 0,0 1-1,0-1 1,0 0 0,0-1-1,-6-2 1,9 3-16,0 0 1,-1 0-1,1 0 0,0 0 1,0-1-1,0 1 0,-1 0 1,1-1-1,1 1 0,-1 0 1,0-1-1,0 1 0,1-1 1,-1 0-1,0 1 0,1-1 1,0 1-1,-1-1 0,1 0 1,0 0-1,0 1 0,0-1 1,0 0-1,0 1 0,0-1 1,0 0-1,1 1 0,-1-1 1,1 0-1,-1 1 0,1-1 1,0 1-1,-1-1 0,2-1 1,17-24-9536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6 135 8117,'1'-1'247,"-1"0"0,0-1 0,1 1 1,-1-1-1,0 1 0,0-1 0,0 0 0,0 1 1,-1-1-1,1 1 0,0-1 0,0 1 1,-1 0-1,1-1 0,-1 1 0,0-1 0,1 1 1,-4-4 3671,5 3-3683,0 0 0,0 0 0,0 0 0,0 0 0,1 0 0,-1 0 0,0 1 0,1-1 0,-1 0 0,1 1 0,0-1 0,0 1 0,2-2 0,6-6 526,-3 3-700,0-1-1,1 1 1,0 0 0,0 1 0,1 0 0,0 0-1,-1 1 1,1 0 0,1 0 0,11-2 0,40-4-3753,-2 11-4069,-39 4 963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38 146 7269,'-38'9'2124,"44"-23"-216,4 2 4741,15 6-5985,1 1-368,-1-7-332,13-2-664,-6 3-396,0-4-269,-4 4-163,1-6-444,3-3-1596,-1 3-2093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4892,'-3'3'605,"1"1"-1,-1 0 1,1-1-1,0 1 0,0 0 1,0 0-1,1 0 0,0 1 1,-1-1-1,2 0 0,-2 6 1,-1 54 3098,3-29-2147,-1 2-89,7 74 0,-4-92-1261,1-1 1,1 1-1,1-1 0,0 0 0,15 32 0,-14-41-143,0 0 1,1 0-1,0 0 0,8 7 0,-4-4 19,-10-11-77,0-1 0,0 1 0,0 0 1,0-1-1,0 1 0,0-1 0,0 1 1,0-1-1,0 0 0,1 0 0,-1 1 1,0-1-1,0 0 0,0 0 0,0 0 1,1 0-1,-1 0 0,2-1 0,1 1 10,-2 1-8,1-1 1,0 0-1,-1 0 1,1 0-1,0 0 1,-1 0-1,1-1 1,-1 1-1,1-1 1,-1 0-1,1 1 1,-1-1-1,1 0 1,-1-1-1,1 1 1,-1 0-1,0-1 1,0 1-1,0-1 1,0 0-1,2-1 1,-1-1 18,0-1 1,0 1 0,-1 0-1,1-1 1,-1 1 0,0-1-1,0 0 1,-1 0 0,0 1-1,2-8 1,-1-4 39,-1 0 1,0-1-1,-1 1 1,0 0 0,-5-25-1,-1 16-55,0 1-1,-1 1 1,-1-1 0,-2 2-1,0-1 1,-1 1-1,-2 1 1,0 0 0,-21-26-1,31 44-146,1 1 1,0-1-1,-1 1 0,0 0 1,1 0-1,-1 0 1,0 1-1,0-1 0,0 0 1,0 1-1,0 0 0,0 0 1,-4-1-1,4 1-154,1 1 115,1 0 1,0 0-1,0 0 1,0 0-1,0 0 1,-1 0-1,1 1 1,0-1 0,0 0-1,0 1 1,0-1-1,0 1 1,0-1-1,0 1 1,0-1-1,0 1 1,0 0-1,-1 1 1,-2 0-674,-14 11-4411,14 3-3196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18 11845,'-35'17'8277,"31"-34"-7925,4-1-624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115 166 2836,'7'-3'233,"11"0"1780,-8-31 407,-10 31-1966,-3-55 2916,2 57-3283,1 0-1,-1 0 1,0 0-1,0-1 1,0 1-1,0 0 0,0 0 1,0 0-1,0 1 1,0-1-1,0 0 1,0 0-1,-2 0 1,-5-5 327,1-1 369,1-1-1,-1 0 0,-6-12 1,11 18-104,-19 28 290,15 0-644,1 0 0,1 1 0,-1 30-1,-4 33 266,6-72-495,-8 41 328,-4 109 0,10-88-287,1 188-418,15-141-2481,3-42-5930,-8-62 2720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5657,'0'0'3388,"-1"3"-2438,1-2-849,0 1 0,0 0 0,-1 0-1,1 0 1,0-1 0,1 1 0,-1 0 0,0 0 0,0 0 0,1-1-1,-1 1 1,1 0 0,-1-1 0,1 1 0,0 0 0,0-1 0,0 1 0,2 2-1,29 23 754,-28-24-846,26 17-417,0-1 1,42 18-1,23 2-4523,-55-25 1301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7 5985,'28'-2'7966,"-46"1"-6713,4-1-1081,0 1-1,1 1 1,-1 0 0,0 1 0,-21 4-1,-71 20-1178,47-9-54,-120 24-5515,121-23 1970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0 3448,'-103'26'1528,"2"4"0,-172 76 0,271-105-1431,11 16-2838,1 0 337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49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2080,'-27'5'556,"22"-4"-91,24 0 114,-17-1-547,-1 0 0,0 0 0,0 0 0,0 0 0,0 0 0,0 0 1,0 1-1,0-1 0,0 0 0,1 1 0,-1-1 0,0 1 0,0 0 0,-1-1 1,1 1-1,0 0 0,0-1 0,0 1 0,0 0 0,-1 0 0,1 0 0,0-1 1,-1 1-1,1 0 0,0 0 0,-1 0 0,1 0 0,-1 0 0,0 1 0,1-1 1,-1 0-1,0 0 0,0 0 0,1 0 0,-1 0 0,0 0 0,0 2 0,0 0-85,0-1 2173,12 15-1928,1 6-188,9 21-1080,-21-39-493,-4 9 35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12 6581,'-13'-10'1533,"10"8"-155,0 5-183,-6 7-644,-1 0 0,1 0 1,1 1-1,0 1 0,0 0 0,1 0 0,1 0 0,0 0 1,-5 17-1,-4 19 115,-11 61 1,12-44-35,5-15-273,-5 100 1,12-126-247,5 55 1429,-3-79-1519,1 1 1,-1-1-1,0 1 1,1-1-1,-1 1 0,0-1 1,1 1-1,-1-1 1,1 1-1,-1-1 1,1 1-1,-1-1 0,1 0 1,-1 1-1,1-1 1,0 0-1,-1 0 1,1 1-1,-1-1 0,1 0 1,0 0-1,-1 0 1,1 0-1,0 1 1,-1-1-1,2-1 0,14 3 129,-9-4-115,0 0 0,0 0 0,-1 0 0,1-1 0,-1 0 0,0 0 0,0-1 0,0 0 0,0 0 0,-1 0 0,6-5 0,32-21 56,-27 22-77,0 1 1,1 1-1,-1 0 0,2 1 1,-1 1-1,0 1 1,1 0-1,0 2 1,0 0-1,28 2 0,-32 0-15,0 1-1,0 1 1,-1 0-1,1 1 0,-1 1 1,0 0-1,0 0 0,-1 1 1,0 1-1,0 0 0,0 1 1,-1 0-1,0 1 0,11 11 1,-14-11-4,1 0 0,-2 0 0,1 1 0,-1 0 0,0 1 0,-1-1 0,0 1 0,-1 0 0,4 15 0,-7-21 2,0 1 0,-1 0 0,0 0 0,0 1-1,-1-1 1,0 0 0,0 0 0,0 0 0,-1 0 0,0 0 0,0 0 0,0 0 0,-1 0 0,0 0 0,0 0 0,0-1 0,-1 1 0,0-1 0,0 1 0,-5 5 0,0-1-3,-1-1 1,0-1-1,-1 0 1,1 0-1,-1-1 1,-1 0 0,0 0-1,0-1 1,0-1-1,0 0 1,-1 0-1,0-1 1,-23 4 0,-4-1 14,0-2 1,-1-1-1,-43-2 1,53-3-22,1-1 1,-1-2-1,1 0 1,0-2-1,-47-17 1,71 21-166,0 0 1,0-1-1,1 1 0,-1-1 1,1 0-1,0 0 0,0-1 1,0 1-1,-6-8 0,9 10 61,1 0-20,-1 0 0,1 0 0,0 0 0,-1 0 0,1 0 0,0 0 0,0 0-1,0 0 1,-1 0 0,1 0 0,0 0 0,0 0 0,1 0 0,-1 0 0,0 0 0,0 0 0,0 0 0,1 0-1,-1 0 1,0 0 0,2-2 0,-1-1-448,-1 1 205,1 0 1,0 0-1,-1 0 0,1 0 1,1 1-1,-1-1 0,0 0 1,1 0-1,-1 1 1,1-1-1,0 1 0,0-1 1,0 1-1,0 0 0,0-1 1,0 1-1,1 0 0,4-3 1,31-12-6025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10413,'9'-17'3224,"-2"6"-1856,2-1 1189,1 4-2041,-1-1-268,13 9-636,1 6-248,5-6-477,1 3-235,-1 0-480,4 2-1948,-6-2-2477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46 5168,'-9'15'1313,"-4"-33"1407,26 10-2332,3 2-272,-1-2-1148,-2-1-200,13 6-925,-1-5-143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92 5653,'-1'1'213,"-1"0"0,1 0 0,-1 0 1,1 1-1,-1-1 0,1 0 0,0 0 1,-1 1-1,1-1 0,0 1 1,0-1-1,0 1 0,0 0 0,0-1 1,1 1-1,-1 0 0,0 0 1,1 0-1,-1-1 0,1 1 0,0 0 1,0 0-1,-1 0 0,1 0 1,0 0-1,1-1 0,-1 1 0,0 0 1,1 0-1,-1 0 0,1 0 0,-1-1 1,1 1-1,0 0 0,-1 0 1,3 2-1,73 202 4375,-68-185-4492,2 0-1,0-1 0,1 0 1,1 0-1,1-1 0,0-1 1,2 0-1,0-1 0,1-1 1,33 27-1,-34-32-71,1 0 0,1-1 0,0-1 0,0-1 0,1 0 1,0-1-1,0-1 0,27 5 0,-36-10-18,0 1-1,0-1 1,0-1 0,0 0 0,0 0 0,0-1-1,0 0 1,0 0 0,-1-1 0,1-1 0,0 1-1,-1-1 1,1-1 0,-1 1 0,0-1 0,12-8-1,-15 6 40,1 0-1,-1 0 0,0 0 0,0-1 1,-1 0-1,0 0 0,0 0 0,-1 0 1,0 0-1,0-1 0,-1 0 1,1 1-1,-2-1 0,1 0 0,-1 0 1,0 0-1,-1 0 0,0 0 0,-1-12 1,-1 0 128,-1-1 0,-1 1 0,0 0 0,-2 0 0,0 1 0,-13-29 0,8 27-71,-1 1-1,-1 0 0,0 1 0,-2 1 1,0 0-1,-20-18 0,11 13-6,-1 2 0,-1 1 1,-54-31-1,64 42-115,-1 1-1,-1 1 1,0 0 0,0 1 0,-23-4 0,31 9-300,1-1 1,-1 2-1,0-1 0,0 1 1,-10 2-1,15-2-265,-1 1 1,1 1-1,0-1 1,0 1-1,-1 0 0,1 0 1,0 0-1,1 1 1,-10 5-1,13-7 160,-1 1-1,1-1 1,-1 1 0,1-1-1,0 1 1,0 0 0,0-1 0,0 1-1,0 0 1,-2 3 0,-7 27-6711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2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55 9377,'-9'-12'8657,"-7"4"-7785,-3-4 424,6 1-1652,0-1-776,-12 15-14598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49 235 5276,'18'-14'1192,"-16"1"767,-1-6 254,0 16-1853,-1 0-1,1 0 1,0 0-1,0 0 1,0 0-1,1 0 0,-1 0 1,1 0-1,0 1 1,-1-1-1,1 0 1,1 1-1,-1 0 1,0-1-1,4-2 1,-5 4-240,0 1 0,0-1 0,0 0 0,-1 0 1,1 0-1,0 0 0,-1 0 0,1 0 0,0 0 1,-1-1-1,1 1 0,-1 0 0,0 0 0,1 0 1,-1 0-1,0-2 0,2-4 226,12-28 3007,9-42 1,-22 74-2190,-9 14-150,1 2-827,1 1 1,1-1-1,0 1 0,1 0 1,-3 16-1,-3 10 11,-65 287 543,67-283-668,-4 73 0,11-96-53,2 0 1,0-1 0,1 1 0,0-1 0,11 36-1,-12-52-16,0 1-1,1 0 0,0-1 1,0 1-1,1-1 0,-1 1 0,1-1 1,0 0-1,0 0 0,0 0 0,0-1 1,1 1-1,-1-1 0,1 1 1,0-1-1,0-1 0,1 1 0,-1 0 1,0-1-1,1 0 0,-1 0 0,1 0 1,0-1-1,0 0 0,0 0 1,0 0-1,0 0 0,0-1 0,-1 1 1,8-2-1,9-1 11,-1-1 0,1 0 0,0-2 0,-1 0 0,36-16 0,-31 12-15,26-12-26,2 3 1,58-12-1,-94 27 20,0 0-1,0 2 1,0 0 0,1 0-1,-1 2 1,0 0 0,0 1-1,0 0 1,0 2 0,0 0-1,17 7 1,105 56 37,-105-48-7,1-1-1,1-2 0,67 20 0,-87-32 52,0-1-1,0-1 0,0 0 1,1-1-1,-1-1 0,1-1 1,-1 0-1,1-1 0,-1-1 1,0 0-1,0-1 1,23-9-1,-34 10-20,1 0 1,-1 0-1,0-1 0,0 0 1,0 0-1,-1 0 1,1 0-1,-1-1 0,0 1 1,-1-1-1,1 0 0,-1-1 1,0 1-1,0 0 1,0-1-1,-1 0 0,0 1 1,0-1-1,0 0 1,-1 0-1,1-7 0,0-7 44,0-1 0,-2 0 0,0 0 0,-6-36 0,3 39-87,-15-92-57,-16-29-268,14 65-2307,-19-142 1,24 107-6570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5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68 10577,'1'0'95,"-1"-1"1,1 0-1,-1 0 1,0 0-1,1 0 0,-1 0 1,0 0-1,1 0 0,-1 0 1,0 0-1,0 1 1,0-1-1,0 0 0,0 0 1,0 0-1,0 0 0,0 0 1,0 0-1,-1 0 1,1 0-1,0 0 0,-1 0 1,1 0-1,-1-1 1,0 2 122,-1 0 1,1-1-1,-1 1 1,1 0 0,-1 0-1,1-1 1,-1 1-1,1 1 1,-1-1 0,1 0-1,-1 0 1,-2 1 0,-3 0 330,3 0 2450,3-2-2886,1 1-1,-1-1 1,0 1-1,0-1 1,0 1-1,0-1 1,0 0-1,1 1 0,-1-1 1,0 0-1,0 0 1,1 1-1,-1-1 1,1 0-1,-1 0 1,1 0-1,-1 0 1,1 0-1,-1 0 0,1 0 1,0 0-1,0 0 1,-1 0-1,1 0 1,0-1-1,0 1-69,1 0-1,-1 0 1,0 0-1,1 0 1,-1 0-1,1 0 1,0 0-1,-1 0 1,1 1-1,0-1 1,-1 0-1,1 0 1,0 0-1,0 1 1,0-1 0,-1 1-1,1-1 1,0 0-1,0 1 1,0 0-1,0-1 1,0 1-1,0-1 1,0 1-1,0 0 1,1 0-1,0 0 1,50-6 352,383 8-203,-262 1-762,-9 0-1710,-56 5-4051,-105-7 1739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5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 7033,'-25'4'2140,"25"-6"-452,13-5 610,-10 6-466,-10 19 1513,-14 55 1206,-2 39-1947,7-29-1516,1 22-1422,5-22-1418,4-40-15,-2 9-1980,-1-18-1797,-7 6-4907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80 6397,'-5'-12'2028,"4"11"-1512,1 0 1,-1 0-1,1 0 0,-1 1 0,0-1 0,1 0 1,-1 1-1,0-1 0,0 0 0,1 1 0,-1-1 0,0 1 1,0-1-1,0 1 0,0-1 0,0 1 0,1 0 0,-1-1 1,0 1-1,-2 0 0,-13-1-457,13 1 1568,3-4-949,-1 1-632,1 2 17,-1 0 1,1 0-1,0-1 0,-1 1 0,1 0 0,0 0 0,0 0 0,0 0 1,0 0-1,0-1 0,0 1 0,0 0 0,0 0 0,1 0 1,-1 0-1,0 0 0,1-1 0,-1 1 0,1 0 0,-1 0 0,1 0 1,-1 0-1,1 0 0,0 1 0,0-1 0,-1 0 0,1 0 1,0 0-1,0 0 0,0 1 0,1-2 0,5-1 48,1 1 0,-1 0 0,0 0 0,1 0 0,-1 1 0,1 0 0,0 0 0,-1 1 0,1 0 1,-1 1-1,1 0 0,0 0 0,-1 0 0,1 1 0,-1 0 0,0 0 0,0 1 0,8 4 0,-1 0-71,0 0 0,0 1 0,-1 0 0,-1 1 0,1 1 0,-1 0 0,19 21 0,-27-25-34,1 0 0,-1 0 0,-1 1 0,1-1 1,-1 1-1,0 0 0,-1 0 0,1 0 0,-1 0 0,-1 0 0,1 0 0,-1 0 0,-1 1 0,1 10 0,-2-5-3,0-1 1,0 1-1,-2-1 1,1 0-1,-1 0 1,-1 0 0,-9 19-1,-3 0 6,-33 45 1,37-56 82,10-18-96,3-3-13,0 0 1,0 0-1,0 0 1,0 0-1,0 1 1,0-1-1,1 0 1,-1 1-1,0-1 1,0 1-1,1-1 1,-1 1-1,2-1 1,7-3-96,9-14-228,28-35 0,-32 36 263,20-28-213,55-93-1,-85 130 259,15-25 171,-19 30 711,-2 7-245,-4 6-444,0 1 0,0 0 0,2 0 0,-1 0 1,1 0-1,1 1 0,0-1 0,1 1 0,0 0 0,1-1 0,0 1 0,1 0 0,0-1 0,0 1 0,2 0 1,-1-1-1,2 0 0,-1 0 0,1 0 0,1 0 0,0 0 0,1-1 0,0 0 0,0 0 0,1-1 1,0 0-1,1 0 0,11 10 0,-2-5-235,-1 0-1,1-2 1,1 0 0,1-1 0,-1-1 0,1-1 0,1 0 0,0-1-1,0-2 1,33 7 0,-24-7-1030,1-2-1,45 1 1,-41-5-2402,64-9 0,-44 0-2898,-3 1-3972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61 11129,'-3'-15'1724,"25"12"-100,0 1-264,4-1-263,-1-3-225,7 0-176,25-5-388,-13 5-384,7 3-600,3 0-588,3 3-257,1 0-663,-8-2-1616,-2 7-2505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32 9421,'-9'4'1148,"1"0"0,0 0-1,0 0 1,-13 12 6029,25-16-6585,208-9-1811,-150 2-4028,89-22 0,-85 11-1837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18 9265,'-9'-6'676,"-1"0"354,1 1 4415,-7 16-2835,0 3-1869,0 1 0,1 1 0,1 0 0,0 0 0,2 2 0,-13 20 0,5-2-2,1 1 1,-16 48-1,28-64-601,1 0 0,1 0 0,0 0 0,2 1 0,1 0 0,0-1 0,2 1 0,0 0 0,5 25 0,-2-34-109,0-1 0,1 0 0,1 0 0,0-1 0,0 1 0,1-1 0,1 0 0,0 0 0,0-1 0,1 0 0,0 0 0,1-1 0,0 0 0,1-1 0,0 0 0,0 0 0,0-1 0,13 6 0,0 0-27,1-1 0,1-2 0,-1 0 0,2-2 0,-1-1 0,1-1 0,43 5 0,-50-9-8,1-1-1,-1 0 1,0-2 0,1 0-1,-1-1 1,0-1 0,0-1-1,0-1 1,30-11 0,-41 12 2,0 0 1,0 0-1,0-1 1,-1 0 0,1 0-1,-1-1 1,-1 0-1,1 0 1,-1 0-1,0-1 1,0 0 0,-1 0-1,0-1 1,0 0-1,-1 0 1,0 0-1,0 0 1,-1 0 0,0-1-1,0 0 1,-1 1-1,2-16 1,-2-3-7,0 0-1,-2 0 1,-1 0 0,-1 0 0,-1 0-1,-2 0 1,-1 1 0,-9-28-1,4 23-65,0 2 0,-3 0 0,0 0 0,-2 1 0,0 1 0,-32-38 0,39 54-259,0 1 0,-1 0 0,0 1 0,0 0 0,-1 1 0,-22-13 0,25 16-421,0 1 0,-1 1-1,0 0 1,-12-3 0,13 4-834,0 1-1,0 0 1,0 0 0,0 1-1,-12 1 1,-8 2-7369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29 10469,'0'0'3608,"-12"-12"-2308,-4 4 1189,0 5-2345,-3 3-876,-10-3-5433,4 0-1964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9497,'24'36'4106,"-20"-31"-3469,1 1 0,-1 0 0,0 0 0,-1 0 0,5 11 0,-1 4 404,0 1 0,-2 0 0,0 0 0,2 39 0,-4 97 1663,-3-76-1772,-35 518 1950,10-322-2801,6 280-2918,24-380-2175,32 201-1,-21-289-238,5-9-2881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8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91 7573,'-4'-3'185,"2"1"30,0-1 0,-1 1 0,1 0 1,-1 0-1,0 0 0,1 1 0,-1-1 0,0 0 0,0 1 0,-8-2 4878,14 0-4447,4-2-551,0 1 1,1 0-1,0 0 0,-1 1 1,1 0-1,1 0 0,-1 1 1,15-3-1,76-3 140,-55 5-110,539-16 325,6 28-289,-420-6-134,659 13 64,1429 32 485,1 30 1271,-1043-30-778,-1-42-162,-577-28-673,-585 21-244,-17 0 14,38-5-1,-73 6-5,1 0 0,0 0 1,0 0-1,0 0 0,0-1 1,0 1-1,0 0 1,0 0-1,0-1 0,0 1 1,0-1-1,0 1 0,0-1 1,-1 1-1,1-1 0,0 1 1,0-1-1,-1 0 0,1 1 1,0-1-1,-1 0 0,1 0 1,0 0-1,-1 1 1,1-1-1,-1 0 0,0 0 1,1 0-1,-1 0 0,0 0 1,1 0-1,-1 0 0,0 0 1,0 0-1,0 0 0,0-1 1,1-4 29,0 4 35,-4-18-1371,2 18 1167,1 0 0,-1 1 0,1-1 0,-1 0 0,1 1 0,-1-1 0,0 1 0,0 0 1,0-1-1,0 1 0,0-1 0,0 1 0,0 0 0,0 0 0,-1 0 0,1 0 0,0 0 1,-1 0-1,1 0 0,-1 0 0,1 0 0,-1 1 0,1-1 0,-1 1 0,0-1 0,1 1 1,-1-1-1,0 1 0,1 0 0,-1 0 0,-3 0 0,-3-9-2497,2 0 931,1 7-2414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1 5200,'0'0'1781,"1"3"-20,3 13-905,-1-1-1,0 1 0,-1-1 1,-1 1-1,-1 0 0,0 0 1,-1 0-1,0 0 1,-1-1-1,-1 1 0,-8 22 1,-8 18 637,-46 95 0,36-89-716,-69 148 381,-26 58-2219,13 5-4975,83-187 717,4 0-3209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00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13 229 5557,'-12'-6'816,"12"3"-24,20 3 703,-9 0-824,-9 0-485,1 1 1,0-1 0,-1 0-1,1 1 1,-1 0-1,1 0 1,-1-1-1,1 2 1,-1-1 0,1 0-1,1 2 1,14 5 492,79 15 763,0-4 0,127 8 0,-78-11-961,639 49 630,6-38-850,1182-38 58,-1841 9-236,1971-76 1281,-2054 76-1318,660-47 596,-42-15-146,59-5-217,196 26-104,-904 43-174,253-12-3350,-265 11 2982,1 0 0,-1 0-1,0 0 1,0-1 0,0 1 0,6-4-1,12-3-464,-21 8 693,-1-1 0,1 0 0,-1 0-1,0 0 1,1 0 0,-1-1 0,0 1 0,0-1-1,4-2 1,-1-1-290,-2 4-362,-3-9-846,-1-14-2300,-7 12 26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00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779 150 3832,'-21'-19'1336,"16"15"-144,15-30 2983,-10 30-3169,0-3-528,0 0-1,0 0 1,1 0-1,0-1 1,0 1-1,1 0 1,0 0 0,0 1-1,0-1 1,6-10-1,-5 15 278,-1 8-172,-3 20 201,-6 37 152,-122 417 1713,80-318-2257,-17 45-1376,-148 318 1,-38-68-10029,184-350 4082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3688,'0'0'7873,"-6"13"-7127,5-7-82,0-1 0,0 1-1,0 0 1,1 0 0,0-1 0,1 1-1,-1 0 1,1 0 0,0-1 0,0 1-1,3 7 1,28 69 85,-17-46 58,13 43-86,-12-31 28,44 87 1,-9-35-276,-22-43-178,41 62 0,-1-2-520,-29-52-2786,-39-63 1066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1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0 422 8873,'12'13'754,"-10"-10"-520,1 0 0,-1 0 1,1-1-1,0 1 0,0-1 0,0 1 1,0-1-1,0 0 0,1 0 1,-1-1-1,1 1 0,3 1 0,73 30 5004,-39-15-4331,76 22-1,242 34-2681,-329-70 1253,0-1-1,1-1 0,-1-2 1,1-1-1,44-8 1,-57 6 388,0-1 1,-1 0 0,0-1 0,0-1 0,0-1 0,0 0 0,-1-1-1,-1-1 1,1-1 0,22-18 0,-31 22 216,-1-1 0,0 0 1,0-1-1,0 1 0,-1-1 0,0 0 0,0 0 1,-1-1-1,0 1 0,3-13 0,-3 6 155,0 0 0,-2-1 0,0 1 0,0-1 0,-2-26 0,-3 7 333,-1 0 0,-2 0 0,-2 1 1,-19-56-1,26 84-575,-1 1 0,0 0-1,-1-1 1,1 1 0,-1 0 0,0 0 0,0 1 0,-1-1-1,1 1 1,-1-1 0,0 1 0,-6-5 0,-18-10-6090,19 13 2816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78 135 10037,'-1'-10'-1778,"-8"-4"17642,4 24-14849,-2 5-543,2 1 1,0 0 0,1 1-1,-3 31 1,3-22-122,-3 17 56,-2 7-25,2-1 0,0 88 0,8-119-311,1 1 0,5 22 0,-6-37-57,0 1 0,0 0 0,1-1-1,-1 1 1,1-1 0,0 0-1,0 1 1,1-1 0,-1 0-1,1 0 1,0-1 0,0 1-1,7 6 1,-7-8-8,0-1 0,0 1-1,0-1 1,0 0 0,1 0 0,-1 0 0,0-1 0,1 1-1,-1-1 1,0 1 0,1-1 0,-1 0 0,1 0-1,-1-1 1,6 0 0,55-18-11,-25 6-31,-20 8 19,0 1-1,0 1 1,1 1 0,-1 1-1,1 0 1,-1 1 0,1 2-1,0 0 1,-1 0 0,24 8-1,-11-1 76,0-1-1,1-1 0,57 4 0,-77-11-17,0 0 0,1-1 0,-1-1 0,0 0-1,1 0 1,-1-2 0,-1 1 0,1-2 0,0 1-1,-1-2 1,22-12 0,-24 11 37,-1 1 0,1-1 0,-1-1 0,0 1 0,-1-1 0,0-1 0,0 0 0,-1 0 0,0-1 0,0 1 0,10-22 0,-14 21-24,0 1 0,0-1 1,-1 0-1,0 0 0,0 0 0,-1 0 0,-1 0 1,1 0-1,-2 0 0,1 0 0,-2 0 1,1 0-1,-1 0 0,-5-14 0,0 4-26,-1 0-1,-1 1 0,-1 0 0,-1 0 1,0 1-1,-27-32 0,1 8-2108,-60-52 1,57 60-1981,7 6-6404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2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10 184 5164,'-9'-17'23173,"9"16"-22493,3-3 1206,2-1-5913,2 1 4111,0-1 0,0 1 0,1 0 0,-1 1 1,1 0-1,0 0 0,-1 0 0,2 1 0,9-1 1,15-6 51,81-23-843,2 5 0,176-19 0,-264 42 209,-19 3 202,0-1 1,1 1-1,-1 1 1,0-1-1,1 2 1,-1-1-1,0 1 1,1 1 0,10 2-1,-20-4 222,1 0 1,-1 0-1,1 0 1,-1 0-1,1 1 0,-1-1 1,1 0-1,0 0 0,-1 0 1,0 0-1,1 1 1,-1-1-1,1 0 0,-1 0 1,1 1-1,-1-1 0,1 0 1,-1 1-1,0-1 1,1 0-1,-1 1 0,0-1 1,1 1-1,-1-1 0,0 1 1,0-1-1,1 0 1,-1 1-1,0-1 0,0 1 1,0-1-1,0 1 0,1-1 1,-1 1-1,0 0 1,0-1-1,0 1 0,0-1 1,0 1-1,0-1 0,-1 1 1,1-1-1,0 1 1,0-1-1,0 1 0,0-1 1,-1 1-1,1 0 0,-2 4-33,2 1-518,-1 3-150,-3-1-6359,-4 3 87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17 8165,'15'-7'4634,"-22"3"2349,-8-1-6280,13 4 1873,-1 1-2394,1 1-1,0-1 1,0 1 0,1 0 0,-1 0 0,0 0 0,0 0 0,0 0-1,0 0 1,1 0 0,-1 0 0,0 1 0,1-1 0,-1 1 0,1-1-1,0 1 1,0 0 0,-1-1 0,1 1 0,0 0 0,0 0 0,0 0-1,1 0 1,-1 0 0,0 0 0,1 0 0,-1 2 0,-3 11 252,1-1 0,-2 25 0,4-29-250,-2 86 913,1-29-989,1-41-908,2 0 1,5 49 0,8 8-5354,-5-35-1344,-3-11-4315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61 6441,'0'0'10225,"-17"-11"-8450,10 6 3243,-17-8-235,34 4-4254,-5 6-491,0 0 0,-1 1-1,1-1 1,0 1 0,0 0-1,0 0 1,0 1 0,1 0-1,-1 0 1,0 0 0,1 0-1,-1 1 1,10 0 0,0 0 13,0 1 1,1 1 0,25 6-1,-30-4-41,1 0-1,-1 0 1,0 2-1,0-1 0,-1 1 1,1 1-1,-1 0 1,-1 0-1,1 1 1,-1 0-1,-1 1 0,0 0 1,0 0-1,0 1 1,-1 0-1,-1 0 1,0 0-1,5 13 0,-6-13-15,-1 0-1,0 0 1,-1 1-1,0-1 0,-1 1 1,0 0-1,0 0 1,-1 0-1,-1 0 1,0 0-1,0 0 0,-1 0 1,-1-1-1,0 1 1,0 0-1,-1 0 0,0-1 1,-1 0-1,0 1 1,-6 9-1,-59 86-9,68-103-9,1-7-409,0 0 350,1-1 1,0 1 0,0-1-1,0 1 1,0 0 0,1-1-1,-1 1 1,1 0 0,0 0 0,1 0-1,3-5 1,39-45-1081,-16 21 501,-8 6 254,94-111-1052,-96 115 1288,-1-1 1,18-31-1,-15 22 259,-8 0 589,-11 30 1322,-11 23-715,1 4-472,1 0 0,2 1 0,-4 36 0,-1-1 150,8-49-918,1-1 0,0 1 0,0-1 0,1 0 0,1 1 0,0-1 0,0 1 0,0-1 0,2 0 0,4 14 0,-5-18-30,1 1 0,-1-1 1,2 0-1,-1 0 0,1-1 1,0 1-1,0-1 0,0 0 1,1 0-1,-1 0 0,1 0 0,1-1 1,-1 0-1,1 0 0,-1-1 1,11 6-1,-1-4-174,0 1-1,1-2 1,-1 0 0,1-1-1,0-1 1,0 0 0,30-1 0,-1-3-1188,52-10 1,-96 12 1338,26-4-1537,1-1-1,-1-2 1,46-17 0,18-18-7629,-37 18-1228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77 9141,'-5'2'859,"1"0"-1,-1 0 1,1 0 0,0 0 0,0 1 0,0 0 0,0 0-1,-5 5 1,7-6 651,59 6 3251,188-43-1788,-52 5-2353,-131 22-731,47-1-2578,-105 9 1588,-2-10-8645,-1 5 7587,2-12-5785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4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 10253,'7'-2'11,"16"-6"3130,-47 7 2253,23 1-5208,0 1 0,0 0 0,0-1 0,0 1 0,0 0 0,1 0 0,-1 0 0,0 0 0,1 0 0,-1 0 0,1 0 0,-1 0 0,1 0 0,-1 0 0,1 0 0,0 1 0,-1 0 0,1 0 244,-4 9 197,1 1 1,1-1-1,0 1 1,1 0-1,0 0 1,1 0 0,0 0-1,1 0 1,2 11-1,-1-1-238,7 118 692,0 14-5478,-11-87-631,0-19-2761,4-14-2335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12 9513,'-28'-11'12900,"12"26"-11369,13-11-1406,0 0 0,1 0 0,-1 1 0,1-1 0,0 1 0,0-1 0,0 1 0,1 0 0,0 0 0,-1 0 0,1 6 0,-3 64 459,4-46-435,-4 43 46,1 131 223,5-190-371,0-1 0,0 0-1,1 1 1,6 13 0,-9-25-42,1-1 0,0 1 1,0-1-1,0 1 0,-1-1 0,1 0 0,0 1 1,0-1-1,0 0 0,0 0 0,0 0 1,0 0-1,0 1 0,0-1 0,-1 0 1,1-1-1,0 1 0,0 0 0,2-1 1,-1 1 9,3 0-6,-1-1 0,1 1 0,0-1 0,-1-1 0,1 1 0,-1-1 0,0 1-1,1-1 1,-1 0 0,4-4 0,45-31 119,-11 6-75,-25 21-58,1 0 0,0 2 0,0 0 0,1 1 0,1 1 0,-1 0 0,1 2 0,-1 0 0,1 1 0,34 0 0,-41 3 1,0 1 1,0 0-1,0 1 1,0 0-1,0 1 1,-1 0-1,1 1 1,-1 1-1,0 0 1,0 0-1,-1 1 1,1 1-1,-1 0 1,-1 1-1,1-1 1,-1 2-1,9 10 1,-16-17 5,-1 1 1,0-1 0,0 1 0,0-1 0,-1 1 0,1 0 0,0 0 0,-1 0 0,0 0-1,0 0 1,0 0 0,0 0 0,0 0 0,-1 1 0,1-1 0,-1 0 0,0 0 0,0 1 0,0-1-1,0 0 1,-1 0 0,1 1 0,-1-1 0,0 0 0,0 0 0,0 0 0,0 0 0,0 0 0,-1 0-1,0 0 1,1 0 0,-1-1 0,0 1 0,-4 3 0,-2 2 15,0 0-1,0 0 1,-1-1-1,0 0 1,0-1 0,-1 0-1,1 0 1,-19 7 0,-40 10-178,-97 21 0,69-20-1879,46-17-2779,37-6 2568,7-2-3591,1-9-3472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22 214 12985,'-1'-3'439,"-1"-1"-1,1 1 1,0-1-1,0 1 1,0-1-1,0 1 0,1-1 1,0 0-1,0 1 1,0-6-1,-14-33 6628,15 37-6959,0 1 1,0 0-1,0-1 1,0 1 0,1 0-1,0 0 1,0 0 0,0 0-1,0 0 1,1 0-1,-1 1 1,1-1 0,0 1-1,0 0 1,0-1-1,1 1 1,-1 1 0,1-1-1,0 1 1,-1-1 0,1 1-1,6-3 1,8-3-1360,0 0 0,0 1 0,32-8 0,-43 13 131,-1 1 1,1 0 0,-1 0 0,1 0-1,-1 1 1,1 0 0,-1 0-1,1 1 1,10 2 0,6 6-7034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8941,'0'0'9821,"16"-3"-9089,3 0-96,0-2-312,23-4-476,-17-5-652,10 0-748,0-6-493,3 0-2599,7 2-3629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9 8645,'-2'2'2128,"-1"3"-1450,0-1-1,0 1 1,1 0-1,-1 0 1,1 0-1,0 0 1,0 1-1,1-1 1,0 0-1,-1 7 1,-5 63 2767,6-64-3061,1 21 234,2 1 0,1-1 0,12 49 0,-13-69-533,2-1 1,0 1-1,0-1 1,1 0-1,0 0 1,1 0-1,1-1 1,-1 0-1,2 0 1,-1-1-1,1 0 1,1 0-1,16 13 1,-21-19-72,1 0 0,0 0 0,0 0 0,0-1 1,0 1-1,0-1 0,0-1 0,1 1 0,-1-1 1,1 0-1,-1 0 0,1-1 0,-1 1 0,1-1 1,-1 0-1,1-1 0,0 1 0,-1-1 0,1-1 1,-1 1-1,10-4 0,3-1-19,1-2 1,-1 0-1,0-1 1,28-19-1,-41 25 1,0-1 1,0 0-1,0-1 0,0 1 1,-1-1-1,0 0 0,0 0 1,0-1-1,0 1 0,-1-1 1,0 1-1,0-1 0,-1 0 1,1 0-1,-1-1 1,-1 1-1,1 0 0,-1-1 1,0 1-1,0 0 0,-1-1 1,0 1-1,-1-13 0,-1 7 7,0 1 0,-1-1 0,0 1-1,-1 0 1,0 0 0,-1 0 0,0 0 0,0 1-1,-1-1 1,-1 2 0,0-1 0,-8-9 0,-1 3 45,0 1 0,-1 0 0,-1 1 0,0 1-1,-1 0 1,0 2 0,-1 0 0,0 1 0,-1 1 0,0 1 0,0 1 0,-36-7 0,45 13-495,0 1-1,0 0 0,0 1 1,0 0-1,0 1 1,-20 5-1,20-4-1476,0 1-1,1 0 1,-1 1-1,1 0 1,-19 13 0,18-3-6998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8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4108,'-35'8'10411,"34"30"-9985,-6 37 0,-5-1-3417,7-40-293,-1 3-2828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4548,'-3'35'8132,"0"-34"-7718,-4 1-1600,5-2 1513,1 0 1,0 0-1,-1 0 0,1 1 1,0-1-1,-1 1 1,1-1-1,0 1 0,-1-1 1,1 1-1,0 0 1,0 0-1,0 0 1,0 0-1,0-1 0,0 1 1,0 1-1,0-1 1,0 0-1,0 0 0,0 0 1,1 0-1,-1 1 1,0-1-1,0 2 1,-7 41 134,7-42-357,4 18-83,-3-16 20,1 0 0,0-1 1,0 1-1,0 0 0,1-1 0,-1 1 1,1-1-1,0 1 0,0-1 0,3 4 1,-4-4 260,3-4-230,34-7 59,-31-9-65,-2 6-62,0-1-1,-1 0 1,-1-1-1,4-16 1,-6 26-1,-4-5-67,4 7 57,-1-1 0,-1 1 0,1 0 1,0 0-1,0 0 0,0 0 0,-1 0 0,1 0 0,0 0 0,-1 0 0,1 0 0,-1 0 0,1 0 0,-1 0 0,0 0 0,0-2 0,-1 4 12,0-1-2,0 1 1,-1 0-1,1-1 0,0 1 0,0 0 0,0 0 0,0 0 0,0 1 0,0-1 1,0 0-1,1 1 0,-1-1 0,0 1 0,1-1 0,-1 1 0,1 0 0,-1 0 0,1 0 1,0 0-1,0 0 0,0 0 0,-1 4 0,2-7-2,0 1 0,0-1-1,1 1 1,-1-1 0,0 1 0,1 0-1,-1-1 1,0 1 0,1-1 0,-1 1-1,1 0 1,-1 0 0,1-1 0,-1 1 0,1 0-1,-1 0 1,0-1 0,1 1 0,-1 0-1,1 0 1,0 0 0,-1 0 0,2 0-1,-2-1-3,1 1 0,0 0-1,0 0 1,0 0-1,-1-1 1,1 1 0,0 0-1,0-1 1,-1 1-1,1 0 1,0-1 0,-1 1-1,1-1 1,0 1-1,-1-1 1,1 0 0,-1 1-1,1-1 1,-1 0-1,2 0 1,6-26 17,-7 25-15,-16 7-119,14-5 120,0 0 0,0 0 0,0 0-1,-1 1 1,1-1 0,0 0-1,0 0 1,0 1 0,0-1 0,0 0-1,0 1 1,1-1 0,-1 1-1,0-1 1,0 1 0,0 0 0,0-1-1,0 1 1,0 1 0,1 1 2,0-1 0,0 1-1,0 0 1,0-1 0,1 1 0,-1 0 0,1-1 0,0 1 0,0 0 0,0-1 0,0 1 0,0-1 0,1 1 0,-1-1 0,1 0-1,0 0 1,1 2 0,-1-2 11,17-8-68,-18 6 49,0 0 0,0 0 0,0 0 0,0-1 0,0 1 0,0 0 1,-1 0-1,1-1 0,0 1 0,0-1 0,0 1 0,-1 0 0,1-1 1,0 0-1,0 1 0,-1-1 0,1 1 0,0-1 0,-1 0 0,1 0 1,-8-20-71,6 20 85,-22 11-9,21-9 60,2-4-160,-1-17 64,0 17-12,2 15 29,0-7 39,0-1 0,-1 0-1,1 1 1,1-1 0,-1 0-1,1 0 1,3 7 0,-4-9 26,-1-4-61,5-6 0,4-3 35,-8 9-20,0 0-1,1-1 1,-1 1 0,-1 0 0,1 0 0,0 0 0,0-1 0,-1 1 0,1 0-1,-1-1 1,0 1 0,0-1 0,0 1 0,0 0 0,0-1 0,-1 1 0,1-1-1,0 1 1,-1 0 0,0-1 0,-1-1 0,0-5-10,2 6-19,-4 4-79,0 1 108,1-1-1,0 1 1,-1 0-1,1 0 1,0 0-1,0 0 1,0 1-1,0-1 1,0 1-1,1 0 1,-1 0-1,1 0 1,0 0-1,0 0 0,0 0 1,0 1-1,0-1 1,-2 8-1,3-9 115,7 12-113,-6-13 4,0 0 0,0 0 0,0 0 0,0 0 0,0-1 0,0 1 0,1 0 0,-1 0 0,0 0-1,0-1 1,1 1 0,-1 0 0,1 0 0,-1-1 0,0 1 0,1 0 0,-1-1 0,1 1 0,0 0 0,0 0 0,5-2 2,0 0 1,0 0 0,0 0 0,0-1-1,0 0 1,-1 0 0,1-1 0,0 1 0,-1-1-1,0 0 1,0-1 0,0 1 0,6-7-1,-10 9-6,-1 0-1,0 0 0,1 0 0,-1 0 0,0 0 1,0 0-1,0-1 0,0 1 0,0 0 1,0 0-1,0 0 0,0 0 0,0 0 0,-1 0 1,1 0-1,0-1 0,-1 1 0,1 0 1,-1 0-1,0-1 0,-11-18-36,12 19 31,-1 1 1,1-1-1,-1 1 0,0 0 0,1-1 1,-1 1-1,0-1 0,1 1 0,-1 0 1,0-1-1,1 1 0,-1 0 0,0 0 1,0 0-1,1 0 0,-1 0 0,0-1 1,0 1-1,0 0 0,1 1 0,-1-1 1,0 0-1,0 0 0,1 0 0,-1 0 1,0 1-1,0-1 0,1 0 0,-1 1 1,0-1-1,1 0 0,-1 1 0,1-1 1,-1 1-1,0-1 0,1 1 0,-1-1 1,0 2-1,-2 0-1,1-1-3,2 3-8,0 0 23,0 0 0,1 0 0,-1-1 0,1 1 0,0 0 0,0 0 1,0-1-1,0 1 0,1-1 0,-1 1 0,1-1 0,0 1 0,3 2 0,-4-4 18,9 7 29,-10-8-50,0-1 1,1 1-1,-1 0 1,1-1-1,-1 1 1,0-1-1,1 1 1,-1-1-1,1 1 1,0-1-1,-1 1 1,1-1 0,-1 1-1,1-1 1,0 0-1,-1 1 1,1-1-1,0 0 1,-1 1-1,1-1 1,0 0-1,-1 0 1,3 0-1,-1-1-2,0 0 1,1 0-1,-1 0 0,0 0 0,1 0 0,-1-1 0,0 1 0,0-1 0,0 0 0,0 0 0,0 1 0,-1-1 0,1 0 0,-1-1 0,1 1 0,-1 0 1,1 0-1,1-5 0,-2 4-14,-2 3 8,0-1 1,0 0-1,0 0 1,1 1-1,-1-1 1,0 0-1,1 0 1,-1 0-1,0 0 1,1 0-1,-1 0 1,1 0-1,0 0 1,-1 0-1,1-2 1,-8-11-3,4 8 24,-7-4-112,9 9 87,-1 1-1,0-1 1,1 1-1,-1 0 1,0 0-1,0 0 1,0 0-1,1 1 1,-5 0-1,4 1 11,0-1 0,1 1 0,-1 0 1,0 0-1,1 0 0,0 1 0,0-1 0,0 0 0,0 1 1,0 0-1,0-1 0,0 1 0,1 0 0,-1 0 0,1 0 0,0 0 1,-1 6-1,1-7 79,24-18-303,-22 15 194,-1 0 0,0 0 1,1 0-1,-1 0 0,1 0 0,-1 0 0,1 0 0,0 0 1,-1 1-1,1-1 0,0 0 0,0 0 0,-1 1 0,1-1 1,0 0-1,0 1 0,1-1 0,5 12-419,-3-2 591,-3-7-140,-8-11-71,7 8 54,-1 0 0,1 0 0,0 1 0,0-1 0,-1 0 0,1 0 0,0 1 0,-1-1 0,1 0 0,-1 1 0,1-1 0,-1 0 1,1 1-1,-1-1 0,0 1 0,1-1 0,-1 1 0,1-1 0,-1 1 0,0-1 0,0 1 0,1 0 0,-1-1 0,0 1 0,-1 0 1,-5 2 96,-6 2-642,13-4 549,0 0-1,0 1 0,-1-1 0,1 0 1,0 0-1,0 1 0,0-1 1,0 0-1,0 0 0,0 1 1,0-1-1,0 0 0,0 0 0,0 1 1,0-1-1,0 0 0,0 1 1,0-1-1,0 0 0,0 0 1,0 1-1,0-1 0,0 0 0,0 0 1,1 1-1,-1-1 0,0 0 1,0 0-1,0 1 0,0-1 1,1 0-1,-1 0 0,0 0 1,0 1-1,0-1 0,1 0 0,-1 0 1,0 0-1,0 0 0,1 0 1,-1 0-1,0 1 0,0-1 1,1 0-1,40 18-233,-38-16 238,22-25-108,-24 23-5,0 0 0,0 0 0,-1-1 0,1 1 0,0 0 0,0 0 0,-1-1 0,1 1 0,0-1 0,-1 1 0,1 0-1,0-1 1,-1 1 0,1-1 0,-1 0 0,1 1 0,-1-1 0,1 1 0,-1-1 0,1 0 0,-1 1 0,0-1 0,1 0-1,-1 1 1,0-1 0,0 0 0,1 0 0,-1 1 0,0-1 0,0 0 0,0 0 0,0-1 0,-17-13-6773,12 11 6181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60 2596,'0'0'10141,"-3"0"-10107,-26 7-12,26-6 3272,4-4-3143,0 0-147,0 0 1,1 0-1,-1 0 0,1 1 0,0-1 1,0 0-1,0 1 0,0-1 0,0 1 0,1-1 1,-1 1-1,1 0 0,4-3 0,0 1-5,1 0 0,0 1-1,0 0 1,0 0 0,9-2-1,-9 4 1,0 0-1,0 0 1,0 0-1,1 1 1,-1 0-1,0 1 1,0 0-1,0 0 1,0 0-1,0 1 1,0 1-1,-1-1 1,1 1-1,-1 0 1,0 1-1,1 0 1,-1 0-1,-1 1 1,1-1-1,-1 2 0,0-1 1,0 1-1,0-1 1,-1 1-1,0 1 1,0-1-1,6 11 1,-9-11 6,1 0 0,-1-1-1,1 1 1,-2 0 0,2 6 0,-2-9-26,-1 17 52,0-18-17,0 0-1,-1-1 1,1 1-1,-1 0 1,1 0-1,-1 0 0,0 0 1,1-1-1,-1 1 1,0 0-1,0-1 1,0 1-1,-1-1 1,1 1-1,0-1 1,0 1-1,-1-1 1,1 0-1,-1 0 1,1 0-1,-1 0 1,0 0-1,1 0 0,-1 0 1,0 0-1,0-1 1,1 1-1,-1-1 1,-4 1-1,-12 7 608,37 17-437,-15-23-180,0 0 0,0 0 0,0 0 0,0 0 0,0 0 1,0-1-1,1 0 0,6 1 0,14 5 39,-23-6-39,1 0-1,0 1 1,0-1 0,-1 0-1,1 1 1,-1-1-1,1 1 1,-1 0 0,0 0-1,0 0 1,0 0 0,0 0-1,0 0 1,0 1 0,0-1-1,2 6 1,-3-6-16,-11 13 157,8-12-150,-1-1-1,1 1 1,-1 0-1,1-1 1,-1 0-1,0 1 1,0-1-1,0 0 1,0-1-1,-1 1 1,1 0 0,-4 1-1,-47 9-5,-2 1-1886,26-9-492,27-4 385,0 1-1461,-16 1-1484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7613,'0'0'12860,"-4"0"-12187,-27 2 412,27-2-796,-10 17 161,7-10-409,-22 41-2271,16-13-6154,10-16-1029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9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137 213 6601,'-1'-2'1760,"-3"-6"-849,3 6-671,0 1 0,1 0 1,-1-1-1,0 1 1,1 0-1,-1-1 0,1 1 1,-1-1-1,1 1 1,0 0-1,0-1 0,0 1 1,-1-1-1,1 1 1,1-1-1,-1 1 0,0-1 1,0 1-1,0-1 1,2-2-1,8-24 1801,-8 20-1808,0-1 0,1 1 0,0 0 0,0 1 1,1-1-1,0 0 0,1 1 0,-1 0 0,1 0 0,1 0 0,-1 1 0,1 0 1,0 0-1,9-6 0,-10 8-194,1 1 1,0-1-1,0 2 1,1-1-1,-1 0 1,0 1 0,1 0-1,0 1 1,6-1-1,-10 1-38,-1 1 0,1 0 0,-1 0 0,1 0 0,-1 0 0,1 0 0,-1 0 0,0 1 0,1-1 0,-1 1 0,1 0 0,-1 0 0,0 0 0,0 0-1,1 0 1,-1 0 0,0 0 0,0 1 0,0-1 0,0 1 0,0 0 0,-1-1 0,1 1 0,-1 0 0,1 0 0,-1 0 0,1 0 0,-1 1 0,1 1 0,0 2 6,0 0 1,0 0-1,0 1 1,-1-1-1,0 0 1,-1 1-1,1-1 1,-1 1-1,0-1 0,-1 1 1,-1 8-1,-3 7-12,-15 43 0,12-43 14,1 0 1,-4 23-1,11-41-9,-1-1 0,1 1-1,0 0 1,0 0-1,0 0 1,1-1 0,-1 1-1,1 0 1,0-1 0,0 1-1,0 0 1,0-1 0,1 1-1,0-1 1,-1 0 0,1 1-1,0-1 1,1 0 0,-1 0-1,0 0 1,1-1 0,0 1-1,5 4 1,6 2-23,1 0 1,0-1-1,0 0 1,21 7-1,29 16-82,-54-25 69,-1 1 0,0 0 0,-1 0 1,0 1-1,0 0 0,12 16 1,-18-21 24,-1 0 1,0 1 0,0-1-1,-1 1 1,1 0 0,-1-1-1,1 1 1,-1 0 0,0 0-1,-1 0 1,1 0-1,-1 0 1,1 0 0,-1 0-1,-1 0 1,1 0 0,0 0-1,-1 0 1,0-1 0,0 1-1,0 0 1,0 0 0,-4 6-1,0-1 15,0 0-1,-1-1 0,0 0 1,-1 0-1,1 0 0,-2-1 1,1 0-1,-1-1 0,0 1 1,0-1-1,-1-1 0,1 0 0,-13 6 1,-18 6-258,-74 23 0,85-31-49,-145 34-3594,103-28-1262,24-1-1701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0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21 5284,'18'-10'8947,"-7"1"-4641,-9 8-3192,-4 2-318,-11 13 963,10-10-1619,0 0 1,1 1-1,-1 0 0,1 0 0,0-1 1,1 1-1,-1 0 0,1 1 1,0-1-1,0 0 0,0 0 0,1 0 1,0 1-1,0 7 0,-1 11 224,-1-2-268,1 0 0,1 0 0,1 0 0,1 0 0,1 0 0,1-1 1,1 1-1,0-1 0,2 0 0,0 0 0,2-1 0,0 0 0,1 0 1,1-1-1,1-1 0,1 0 0,0 0 0,1-1 0,18 16 0,-2-3-887,2-1-1,0-1 0,2-2 1,1-2-1,70 37 0,-70-44-1857,1-2-1,1-2 0,68 16 1,-18-12-5615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 6609,'0'0'281,"0"0"1,0 0-1,0-1 1,1 1-1,-1 0 1,0 0-1,1 0 0,-1-1 1,0 1-1,0 0 1,1 0-1,-1 0 1,0 0-1,1 0 1,-1 0-1,0 0 1,1 0-1,-1 0 1,0 0-1,1 0 1,-1 0-1,0 0 1,1 0-1,-1 0 1,0 0-1,1 0 1,-1 0-1,0 0 1,0 0-1,1 0 1,-1 1-1,0-1 1,1 0-1,8 14 3483,6 34-4436,-7-19 1744,13 31-389,-3-8-108,25 49 0,35 72-25,-46-98-407,-24-56-102,-1-1 0,0 1 0,-1 1 0,-2-1 0,0 1-1,-1 0 1,0 0 0,-2 31 0,-2-36-154,0-1 1,-2 1-1,0-1 0,0 1 1,-1-1-1,-1 0 0,0 0 1,-1-1-1,-1 0 1,0 0-1,-1 0 0,-12 15 1,0-4-1155,-1-1 0,-1-1 1,-1-1-1,-1-1 0,-1-1 1,-1-1-1,0-1 1,-38 18-1,-32 9-6122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17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1400 25634,'1787'-1400'0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1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3400,'0'0'9490,"-10"9"-8271,9-9-1157,1 0 1,0 0-1,-1 0 1,1 0-1,0 0 1,0 0-1,-1 1 1,1-1-1,0 0 1,-1 0 0,1 0-1,0 1 1,0-1-1,0 0 1,-1 0-1,1 1 1,0-1-1,0 0 1,0 0-1,-1 1 1,1-1-1,0 0 1,0 1-1,0-1 1,0 0 0,0 1-1,0-1 1,0 0-1,0 1 1,0-1-1,0 0 1,0 1-1,0-1 1,0 0-1,0 1 1,0-1-1,0 0 1,0 1-1,0-1 1,1 1 0,12 4 3234,-4-2-3897,-7-2 2497,-1 0-1860,-1 1 0,0-1 0,1 1 1,-1-1-1,1 1 0,0-1 1,-1 1-1,1-1 0,0 0 1,0 1-1,0-1 0,0 0 0,0 0 1,0 0-1,0 0 0,0 0 1,1 0-1,-1 0 0,0 0 0,1 0 1,-1 0-1,0-1 0,3 2 1,37 11 564,-34-11-610,-3-1 28,-1 0 1,1-1-1,0 0 0,-1 0 0,1 0 0,0 0 1,-1 0-1,6-2 0,4 0 10,9 1 9,-5-2-31,-1 2 0,1 0 0,0 1 0,-1 1 0,1 1 0,0 0 1,-1 1-1,0 0 0,0 2 0,0 0 0,26 12 0,-37-15 2,-1 1 0,1 0 1,-1 0-1,0 0 0,1 0 0,4 7 0,-7-8 108,-5-4-200,0 1 83,0-1-1,0 1 1,0 0-1,0 0 1,0 0-1,0 0 1,0 1-1,0-1 1,-1 1-1,1 0 1,0 0-1,0 0 0,0 0 1,-1 1-1,1-1 1,0 1-1,0 0 1,0 0-1,0 0 1,0 0-1,0 0 1,0 1-1,0-1 1,1 1-1,-6 4 0,-35 25 89,1 2-1,2 2 0,-43 48 1,7-7-770,47-47-357,-11 9-1589,10-13-2454,15-13 659,4 4-2322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 4888,'-42'-2'1253,"34"1"7955,39 4-7027,-28-3-1658,128 3 2379,-1 6-4285,-93-10 23,-9 0-1226,-7 3-2895,-6 1-1680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4340,'0'0'5899,"-4"0"-5196,-33 10 685,36-10-1343,0 1 1,1-1 0,-1 1-1,0-1 1,0 1 0,1-1-1,-1 1 1,0-1 0,1 1-1,-1-1 1,1 1 0,-1 0-1,1-1 1,-1 1 0,1 0-1,-1 0 1,1 0 0,0-1-1,-1 1 1,1 0 0,0 1-1,-2 1 134,-8 14 337,1 0-1,-13 36 1,7-15-1259,-4 20-5416,12-35 985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2432,'0'0'2254,"2"2"-1971,0-1 0,-1 1 0,1-1 0,0 1 0,0-1 0,0 0 0,0 1 0,0-1 0,5 1 0,-5-4-331,1 0-1,-1 0 1,1 0-1,-1 0 1,1 0-1,0 0 1,0 1 0,0-1-1,0 1 1,0 0-1,0 0 1,0 0 0,0 0-1,0 1 1,4-1-1,-4 0-97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19008,'8207'0'0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55 5705,'10'6'1471,"-14"-12"94,-8-11 6003,13 13-6920,3-22 1891,-8 25-2514,1 0 0,-1-1 0,1 1 0,-1 1 0,1-1 0,-1 0 0,1 1 0,-1 0 0,0-1 0,1 2 0,-1-1 0,1 0 0,-1 1 1,0-1-1,1 1 0,-1 0 0,1 0 0,0 1 0,-1-1 0,1 1 0,0-1 0,-6 5 0,1-1 1,1 0 0,0 1 0,0 0 0,0 0 0,0 0 0,1 1 0,0 0 0,-7 12 0,8-11 17,1-1 1,0 1-1,1 0 0,0 0 0,-4 16 1,6-21-18,0-1 0,1 1 0,0 0 0,0 0 0,0 0 0,0 0 0,0 0 0,0 0 0,1 0 0,-1 0 1,1-1-1,0 1 0,0 0 0,0 0 0,0-1 0,0 1 0,1-1 0,-1 1 0,1-1 0,-1 1 0,3 1 0,2 2 27,-1-1-1,1 1 1,0-2-1,0 1 1,0-1-1,1 1 0,0-2 1,-1 1-1,1-1 1,1 0-1,-1-1 1,0 1-1,1-1 1,13 1-1,198 26 164,-151-14-200,-67-14-17,1-1 0,-1 1 1,0-1-1,0 1 0,1-1 0,-1 1 0,0 0 0,0 0 0,0-1 1,0 1-1,0 0 0,0 0 0,0 0 0,0 0 0,0 0 1,-1 1-1,1-1 0,0 0 0,-1 0 0,1 0 0,0 1 1,-1-1-1,0 0 0,1 1 0,-1-1 0,0 0 0,0 1 1,1-1-1,-1 0 0,0 1 0,0-1 0,-1 0 0,1 1 0,0-1 1,0 0-1,-1 1 0,1-1 0,-1 0 0,1 1 0,-1-1 1,1 0-1,-1 0 0,0 0 0,0 0 0,1 1 0,-1-1 1,0 0-1,0 0 0,-2 1 0,-7 6 4,1 0 0,-1-1-1,0 0 1,-1 0 0,-16 7 0,-64 23-60,58-25-2,17-5-170,-43 14-628,54-19 379,-1 0 1,1-1-1,-1 0 0,1 0 0,-1-1 0,0 1 1,1-1-1,-8-1 0,-11-13-4958,21 12 3775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6821,'0'0'4967,"1"2"-3634,13 24 938,-13-23-1273,-1 0-79,-2 9-555,2-1-1,-1 1 1,2-1 0,-1 1 0,2-1-1,2 12 1,21 72-141,1 4-5873,-15-62 1096,9 0-2336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10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35 172 3920,'0'0'6458,"13"25"-4600,-1 38 589,-11-60-2190,26 19 536,-23-20-726,0 0 0,0 0 0,1 0-1,-1 0 1,0-1 0,1 0 0,-1 0-1,1 0 1,0 0 0,-1-1-1,9 0 1,-11-1-30,1 0 0,-1 0-1,0-1 1,0 1 0,0-1-1,0 1 1,0-1 0,0 0-1,0 0 1,-1 0 0,3-4-1,-3-1-17,0-1-1,-1 0 1,0 1-1,0-1 1,-1 0-1,-3-11 1,4 16 26,-1 0-26,1 1-18,0-1-1,-1 1 1,1 0 0,-1-1 0,1 1 0,-1 0 0,0 0 0,0 0 0,0 0 0,0 0 0,0 0 0,0 0 0,-1 0 0,1 0 0,-1 0 0,1 0 0,-4-2 0,3 4-5,1-1 0,-1 1-1,1 0 1,-1-1 0,1 1 0,-1 0 0,1 0 0,-1 0 0,1 1 0,-1-1-1,1 0 1,-1 0 0,1 1 0,0-1 0,-1 1 0,1-1 0,-1 1-1,1 0 1,0 0 0,0-1 0,-1 1 0,1 0 0,0 0 0,0 0-1,0 0 1,-1 2 0,-33 33 101,29-29-61,5-6-29,0 1 0,0 0 0,-1 0 0,1 0 0,1 0 0,-1 0 1,0 0-1,0 0 0,1 0 0,-1 0 0,1 0 0,0 0 0,-1 3 0,1-2 60,1-1 1,-1-1 1,1 0-1,0 1 0,-1-1 0,1 1 0,0-1 0,0 0 1,0 0-1,0 0 0,0 1 0,0-1 0,0 0 0,1 0 1,-1 0-1,0-1 0,1 1 0,-1 0 0,0 0 1,3 0-1,0-2-28,8 0 66,-1 0-1,0-1 1,-1 0 0,13-5 0,-17 5-87,-1-1 0,0 0 0,0 0 0,0 0 0,0-1 0,0 1 0,-1-1 0,0 0 0,1 0 0,-1-1 0,5-7 0,-5 7-6,0-1-1,0 1 1,-1-1 0,0 0-1,0 0 1,0 0 0,-1 0-1,1-1 1,-2 1-1,1 0 1,-1-1 0,0 0-1,0 1 1,0-1 0,-1 0-1,0 0 1,-2-8-1,1 11-30,0 0 0,0 1-1,-1-1 1,1 1-1,-1 0 1,0-1-1,0 1 1,0 0 0,-1 0-1,-2-3 1,2 6 13,0 0 0,0 1 0,-1-1 0,1 1 0,0 0 0,0 0 1,1 0-1,-5 3 0,0 0-5,0 1 0,0 0 0,1 0 1,0 0-1,0 1 0,0 0 0,-7 10 0,-31 49-41,28-25 129,16-38 135,20-1-127,-17-1-75,1 1-1,0-1 0,0 0 0,-1 0 0,1 0 1,0-1-1,0 1 0,-1-1 0,1 0 0,0 0 0,-1 0 1,1-1-1,-1 1 0,1-1 0,-1 0 0,0 0 1,0 0-1,1 0 0,3-5 0,-4 4-17,1 0-1,-1-1 1,0 0-1,0 0 1,0 0-1,0 0 1,-1 0-1,0-1 1,0 1-1,0-1 1,0 1-1,-1-1 1,2-5-1,4-15-30,-6 23 29,-1 1 1,0 0 0,0-1 0,0 1-1,0-1 1,0 1 0,0-1-1,0 1 1,0-1 0,-1 1-1,1 0 1,0-1 0,-1 1-1,1-1 1,-1 1 0,0 0-1,1 0 1,-1-1 0,0 1-1,0 0 1,0 0 0,0 0-1,0 0 1,0 0 0,0 0-1,0 0 1,0 0 0,-1 0-1,1 0 1,0 1 0,0-1-1,-1 1 1,1-1 0,-3 0-1,-2-2 23,4 3-28,1 0 1,0 0-1,0 0 0,0 0 1,0 1-1,0-1 1,0 0-1,0 1 0,0-1 1,1 1-1,-1-1 0,0 1 1,0 0-1,0-1 1,0 1-1,1 0 0,-1 0 1,0-1-1,1 1 1,-1 0-1,0 0 0,0 1 1,-5 5 42,-15 17 65,19-21-89,-1 33 37,4-34-24,0 0 0,0 0-1,0-1 1,0 1 0,0-1-1,0 1 1,0-1 0,1 1 0,-1-1-1,0 0 1,1 1 0,-1-1 0,1 0-1,0 0 1,-1 0 0,3 1-1,2-1-2,0 1-1,-1-1 0,1 0 0,0-1 0,-1 1 1,1-1-1,0 0 0,0-1 0,-1 1 0,10-3 0,53-19 88,-68 22-101,2-1-4,0-1 0,0 1 0,0-1 0,0 0 0,-1 0 0,1 0 0,0 0 0,-1 0 0,0 0 0,1 0 0,0-4 0,1 2-4,-2 1 3,1 1-1,-1 0 1,0-1 0,0 1-1,0-1 1,-1 0 0,1 1 0,0-1-1,-1 0 1,0 1 0,0-1-1,1 0 1,-2 1 0,1-1 0,0 0-1,0 1 1,-1-1 0,0 0-1,1 1 1,-2-4 0,0-2-48,1 5 39,1 0 1,-1 0 0,0 0-1,0 1 1,0-1-1,0 0 1,-1 0-1,1 0 1,-1 1 0,1-1-1,-1 1 1,0-1-1,0 1 1,0 0-1,0 0 1,-1 0 0,1 0-1,-1 0 1,1 0-1,-1 1 1,-5-3-1,6 2-3,-3 2 11,1 0 0,-1 1 0,1-1-1,0 1 1,-1 0 0,1 0 0,0 0 0,0 1 0,0-1 0,0 1 0,0 0 0,-6 4 0,4-1 1,-1 1 0,1-1-1,0 1 1,1 1 0,-10 12 0,6-6 10,1 0 0,0 0 0,-8 20 0,14-30 9,1 1-1,-1 0 1,1-1-1,0 1 1,0 0 0,1 0-1,-1 0 1,1 0-1,0-1 1,0 1-1,0 0 1,0 0-1,1 0 1,-1 0 0,1-1-1,0 1 1,1 0-1,2 6 1,-3-9 117,19 0-39,-18 0-90,1-1 0,-1 1 0,1-1 0,-1 0 0,1 0 0,-1 0 0,1-1 0,-1 1 0,0 0 0,1-1 1,-1 1-1,0-1 0,1 0 0,-1 0 0,0 0 0,0 0 0,0 0 0,1-1 0,-1 1 0,-1-1 0,1 1 0,0-1 1,0 0-1,0 0 0,-1 1 0,1-1 0,-1 0 0,0 0 0,2-3 0,2-3-11,0 0-1,-1 0 1,8-18-1,-12 23-11,1 0 0,-1 0 0,0-1 0,0 1 0,0 0 0,0 0 0,0 0 0,-1 0 0,0-4 0,0 0-15,0 3 18,1 1 0,-1 0 1,1 0-1,-1 1 0,0-1 0,0 0 1,0 0-1,-1 0 0,-1-3 0,-1-2-22,2 7 24,1-1-1,-1 1 1,0-1-1,0 1 1,0 0-1,0 0 1,0 0-1,0 0 1,0 1-1,0-1 1,0 0-1,0 1 1,0-1-1,0 1 1,0 0-1,-3 0 1,-4 2 4,0 0 1,1 1 0,0 0-1,-1 0 1,1 1-1,0 0 1,1 0-1,-1 1 1,1 0 0,0 1-1,0-1 1,0 1-1,1 1 1,0-1 0,-5 8-1,-3 5 30,1 0 1,1 1-1,-11 23 0,24-41 31,-1 0-1,0 0 0,0 0 0,1 1 1,-1-1-1,1 0 0,0 0 0,0 0 1,0 0-1,0 0 0,0 0 0,0 0 1,3 3-1,0-4-14,0 0-1,1 0 1,-1-1 0,1 1-1,-1-1 1,1 0 0,-1 0 0,1-1-1,-1 1 1,1-1 0,-1 0-1,0 0 1,9-4 0,7-2 19,-7 2-14,-1 0-1,0-1 1,17-10 0,-26 15-42,0-1 0,0 0 0,-1-1 0,1 1 0,-1 0 0,0-1 0,1 1 0,-1-1 0,0 0 0,-1 0 0,1 0 0,0 0 0,-1 0 0,1 0 0,-1 0 0,0 0 0,0-1 0,0-5 0,6-11-115,-6 17 94,1 0-1,-1 0 0,0 0 0,0 0 1,0 0-1,-1 0 0,1-1 0,-1 1 0,1-6 1,-7-51-308,6 60 322,1-1 1,-1 1-1,0-1 0,0 1 1,0-1-1,0 1 0,-1-1 1,1 1-1,0-1 1,0 1-1,0-1 0,0 1 1,0-1-1,-1 1 1,1-1-1,0 1 0,0 0 1,-1-1-1,1 1 0,0-1 1,-1 1-1,1 0 1,0-1-1,-1 1 0,1 0 1,0-1-1,-1 1 0,1 0 1,-1 0-1,0-1 1,-11 10-225,7-5 332,4-1-100,0-1 0,0 1 0,0-1 0,0 1-1,0-1 1,1 1 0,0 0 0,-1-1 0,1 1 0,0 0 0,0-1 0,0 1-1,0 0 1,1-1 0,0 5 0,0-2 56,-1-1 0,1 1 0,0 0 0,1-1 0,-1 1 0,1 0 0,0-1 0,0 0 1,0 1-1,1-1 0,-1 0 0,1 0 0,0 0 0,0-1 0,6 6 0,-7-8-38,-1 1 0,1-1 1,-1 0-1,1 0 0,-1 0 1,1 0-1,-1 0 0,1 0 1,0 0-1,0-1 0,0 1 0,-1-1 1,1 1-1,0-1 0,0 0 1,0 1-1,0-1 0,0 0 1,0 0-1,0 0 0,3-1 0,-2 0-4,0-1 0,0 1 1,0 0-1,-1-1 0,1 0 0,-1 1 0,1-1 0,-1 0 0,1 0 0,-1-1 0,0 1 0,3-4 0,-1 0-51,0 0 0,0 0 0,-1-1 0,1 1 0,-1-1 0,-1 1 1,1-1-1,-1 0 0,-1 0 0,1 0 0,0-10 0,-2 16 24,0-1-1,0 1 1,0 0 0,0 0-1,0 0 1,0 0 0,0-1-1,0 1 1,0 0 0,-1 0-1,1 0 1,-1 0-1,1 0 1,-1 0 0,1 0-1,-1 0 1,1 0 0,-1 0-1,0 0 1,0 0 0,1 0-1,-1 0 1,0 0-1,0 1 1,0-1 0,0 0-1,0 1 1,0-1 0,-1 0-1,-1 1 3,1-1 0,-1 1-1,0 0 1,1 0 0,-1 0-1,1 0 1,-1 1 0,0-1-1,1 1 1,-1-1 0,1 1-1,-4 1 1,-5 3 23,1 0 0,0 0 1,0 1-1,0 1 0,-10 8 0,-7 14 100,26-27 227,2-1-335,1 0 0,0 0 0,-1-1 1,1 1-1,0 0 0,0-1 0,0 0 0,0 1 1,0-1-1,0 0 0,-1 0 0,1 0 0,0 0 1,0 0-1,0-1 0,0 1 0,0 0 0,0-1 0,-1 1 1,1-1-1,0 0 0,2-1 0,1-2-7,0 1 0,-1-1 0,1 0 0,-1-1 0,6-7 0,-8 10 34,-5-18-70,3 18 36,-1 1 0,1-1 1,-1 1-1,1-1 0,-1 0 1,1 1-1,-1-1 0,0 1 1,0 0-1,0-1 1,0 1-1,0 0 0,0-1 1,0 1-1,0 0 0,0 0 1,0 0-1,-1 0 0,1 0 1,-1 0-1,1 0 0,0 0 1,-1 1-1,0-1 1,1 1-1,-1-1 0,1 1 1,-1-1-1,0 1 0,1 0 1,-1 0-1,1 0 0,-1 0 1,0 0-1,1 0 1,-1 0-1,0 1 0,1-1 1,-1 0-1,1 1 0,-4 1 1,-1 0 4,1 0 1,-1 0-1,1 0 1,0 1-1,-1 0 1,1 0-1,0 0 1,1 1-1,-1-1 1,1 1-1,-5 5 1,1 3 5,0 0 0,2 0 0,-1 1 0,2 0 0,-1 0 0,2 0 0,-6 28 1,9-38 16,1 0 0,0-1 1,0 1-1,1 0 1,-1 0-1,1-1 1,-1 1-1,1 0 1,0 0-1,0-1 1,0 1-1,0-1 0,0 1 1,1-1-1,-1 1 1,1-1-1,-1 0 1,1 0-1,0 0 1,0 0-1,0 0 1,0 0-1,4 2 0,-6-4-23,2 2 85,5-3-80,0 0 1,0 0 0,0 0-1,0-1 1,0 0-1,-1-1 1,1 1 0,-1-1-1,0-1 1,1 1-1,-1-1 1,-1 0-1,1 0 1,-1-1 0,1 1-1,-1-1 1,0-1-1,-1 1 1,0-1-1,1 1 1,2-8 0,-6 9-50,0 0 0,0 0 0,-1 0 0,0 0 0,0 0 0,0 0 0,0 0 0,0 0 0,-3-7 0,3 9 13,0-2-1,-1 0 0,0 1 0,0-1 0,0 0 0,-1 1 0,1-1 0,-1 1 0,0-1 0,0 1 0,0 0 0,0 0 1,-1 0-1,1 0 0,-1 0 0,0 0 0,0 1 0,0-1 0,0 1 0,0 0 0,0 0 0,-1 0 0,1 0 0,-1 1 1,1 0-1,-1-1 0,0 1 0,0 0 0,1 1 0,-1-1 0,0 1 0,0-1 0,0 1 0,0 0 0,1 1 0,-1-1 0,0 1 1,0-1-1,0 1 0,1 0 0,-1 1 0,0-1 0,1 1 0,-1-1 0,1 1 0,0 0 0,0 0 0,-4 4 0,-3 1 67,1 0-1,0 1 0,0 0 0,1 1 0,0 0 0,1 0 1,0 1-1,0-1 0,1 2 0,1-1 0,-1 1 0,2-1 0,-1 1 1,-2 14-1,7-23 4,-1 1 0,1 0 1,1 0-1,-1 0 0,0 0 1,1-1-1,-1 1 0,1 0 1,0 0-1,2 4 0,-1-3 46,-1-2-61,1-1 0,-1 1 1,1 0-1,0-1 1,-1 0-1,1 1 0,0-1 1,0 0-1,0 0 1,0 0-1,0 0 0,0 0 1,1-1-1,-1 1 1,0-1-1,0 1 0,3-1 1,-4 1 7,3-1-10,-1 1 0,1-1 0,0 0 0,-1 0 0,1 0-1,0 0 1,-1-1 0,5 0 0,2-1 22,-4 1-15,1 0 0,-1-1 0,0 0 0,1 0 0,-1-1 0,0 1 0,-1-2 0,1 1 1,7-6-1,7-3-2,-20 12-26,1 0-1,0-1 0,-1 1 1,1-1-1,-1 1 1,1-1-1,-1 1 0,1-1 1,-1 1-1,1-1 0,-1 1 1,0-1-1,1 1 1,-1-1-1,0 0 0,1 1 1,-1-1-1,0 0 0,0 1 1,0-1-1,1 0 1,-1 1-1,0-1 0,0 0 1,0 1-1,0-1 0,0-1 1,2-16-8,-1 14-9,-1 1 0,0 0 0,-1 0 0,1-1 0,-1 1 0,1 0 0,-1 0 0,0 0 0,0 0 0,0 0 0,-1 0 0,1 0 0,-1 0 1,1 1-1,-5-6 0,0-2-76,5 8 51,-38 12-70,38-8 101,-1 0 0,0 0 0,0 0 1,1 0-1,-1 0 0,1 0 0,-1 0 0,1 1 0,0-1 1,0 0-1,0 1 0,-1 4 0,1-4 18,-1 2-13,1 1 1,-1 0-1,1 0 1,0 0-1,0 10 0,1-13 42,0-1-1,0 1 1,0 0-1,0 0 1,1-1-1,-1 1 0,1 0 1,0-1-1,0 1 1,0-1-1,0 1 1,0-1-1,1 1 1,-1-1-1,1 0 0,2 3 1,-2-4-22,1 0 1,-1-1-1,1 1 1,0-1-1,-1 0 1,1 1-1,-1-1 1,1 0-1,4-1 1,-6 1 0,3 0 65,-2-3-72,0-1-1,1 1 1,-1 0 0,1 0-1,0 1 1,0-1 0,6-4 0,-7 6-7,0-2-11,-1 1-33,0-5-50,-1 1 1,1 0-1,-1-1 1,-1 1-1,1-1 1,-1 1-1,-2-10 1,2 14-46,-7 3 104,-1 1 1,1 0-1,0 0 1,0 1-1,0 0 1,0 1-1,1-1 1,-1 2 0,1-1-1,0 1 1,-8 6-1,1-1 0,12-8 67,2-1-26,-1 0 0,1 0 0,0 0 0,0 0 0,-1 1 0,1-1 1,-1 0-1,1 0 0,-1 0 0,1 0 0,-1 0 0,1 0 0,-1-1 0,-1 3 1,2-3-2,-1 0 1,1 0 0,-1 1-1,1-1 1,0 0 0,0 0-1,-1 1 1,1-1 0,0 0-1,-1 1 1,1-1 0,0 1-1,0-1 1,0 0 0,0 1-1,-1-1 1,1 0 0,0 1-1,0-1 1,0 1 0,0-1-1,0 1 1,0-1 0,0 0-1,0 1 1,0-1 0,0 1-1,0-1 1,0 1 0,0-1-1,0 0 1,1 1 0,-1-1-1,0 1 1,0-1 0,0 0-1,1 1 1,-1-1 0,0 0-1,0 1 1,1-1 0,-1 0-1,0 1 1,1-1 0,-1 0-1,0 0 1,1 1 0,-1-1-1,0 0 1,1 0 0,0 1-1,0-1-5,1 1 0,-1 0 1,0 0-1,1-1 0,-1 1 0,1-1 0,-1 1 0,1-1 0,-1 0 0,1 0 0,0 0 1,-1 1-1,1-1 0,-1-1 0,1 1 0,-1 0 0,1 0 0,-1-1 0,1 1 0,-1 0 1,1-1-1,-1 0 0,1 1 0,1-2 0,31-26 38,-14 11-29,-19 16-17,0 0 1,-1 0-1,1 0 0,0 0 1,0 0-1,0 0 1,-1 0-1,1 0 1,0 0-1,-1 0 1,1-1-1,-1 1 1,1 0-1,-1 0 1,0-1-1,0 1 1,1 0-1,-1-1 0,0 1 1,0-3-1,-5-24-147,4 24 143,1 1-12,-2 3-208,0 0 232,0-1 0,0 1 0,1 0-1,-1 0 1,0 0 0,0 1 0,0-1 0,0 0 0,1 1 0,-1-1-1,0 1 1,0-1 0,1 1 0,-1 0 0,0 0 0,1 0-1,-1 0 1,1 0 0,-1 0 0,1 0 0,-1 0 0,1 1 0,0-1-1,0 0 1,-1 1 0,1-1 0,0 1 0,0 0 0,-1 3 0,1-3 6,19 22 126,8-12-94,-22-11-37,26-14-64,-38 3 69,8 8-12,-1 1 1,0 0 0,1 0 0,-1-1 0,0 1 0,0 0-1,0 0 1,0 0 0,0 0 0,0 0 0,0 0 0,0 0-1,-1 0 1,1 1 0,0-1 0,0 0 0,-1 1 0,1-1 0,-1 1-1,1-1 1,0 1 0,-1 0 0,1-1 0,-3 1 0,-2-1-90,4 0-237,-20 4-873,14-3 1209,2 0-1729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1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1916,'-8'6'480,"10"-4"203,15-7 451,-6 2-1289,-7 3 513,-3 0-330,0 0-26,0 1-1,0-1 0,0 0 0,0 1 0,0-1 1,0 1-1,-1 0 0,1-1 0,0 1 1,0 0-1,0-1 0,-1 1 0,1 0 1,0 0-1,-1 0 0,1 0 0,-1 0 1,1 0-1,0 1 0,1 0 819,-1 18-826,1 0 3854,-20-26-3635,4-2 4290,11 8-4445,-32 3 26,32-3-35,9 34 53,-10 0 104,1-24-160,0-1 1,1 1-1,0 0 0,0 11 0,2-18 52,6 28-38,-5-28 114,-7 29-22,5-29 84,-5 29-40,0 35 482,3-51-696,1-1 1,1 0-1,1 1 0,2 28 0,-2-41 65,0 34-131,0-34 535,-1 0-379,-25 54 218,25-54-234,1 7-192,-2 16 1304,1-26-1281,1 1 0,-1-1 0,0 1-1,0 0 1,0-1 0,1 1 0,-1 0 0,0-1 0,1 1 0,-1 0 0,1 0 0,-1 0 0,1 0 0,-1-1 0,1 1 0,0 0 0,-1 0 0,1 0 0,0 0 0,0 0 0,-1 1 0,16 12-4105,-12-12 4056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2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6 3564,'-19'23'7337,"17"-22"-7080,-14 2-954,-9-5 9735,13-2-7780,10 3 330,-12-24 1759,10 43-3212,0 0 0,1 1 0,0 20 0,-7 41 28,7-60-394,1 0 1,1 39-1,1-41-1090,0 0 1,-1 0-1,-6 32 0,-6-30-4790,10-17 3564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74 5489,'0'0'4727,"-2"2"-3296,0-1-1970,-1 1 1452,-1 0 0,1 0-1,0 0 1,1 0 0,-1 0 0,0 1 0,1-1 0,-1 1-1,1 0 1,0 0 0,0 0 0,-3 5 0,9-9-779,-1 1-126,130-37-854,-117 32-459,0-2 0,-1 0 0,23-15 0,-6 2-4134,3 5-3189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1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91 5933,'-25'0'11472,"29"-17"-10691,-2 13-678,0 1 0,0-1-1,0 1 1,1-1 0,-1 1-1,1 0 1,0 0 0,0 1-1,0-1 1,0 0 0,0 1-1,1 0 1,4-3 0,47-19 418,-15 18-455,-38 6-63,-1 1-1,0-1 1,1 0-1,-1 0 1,0 1 0,1-1-1,-1 1 1,0-1-1,0 1 1,1 0-1,-1-1 1,0 1-1,0 0 1,0 0 0,0 0-1,0 0 1,0 0-1,0 0 1,0 0-1,1 1 1,3 4 35,-1-1-44,0 0 0,0 0 0,-1 0 0,0 1 1,0-1-1,-1 1 0,1-1 0,-1 1 0,1 7 0,-2-10 14,0 0-13,2 17-58,-3-1-56,0-15 103,1-2 25,0 0-1,1 0 1,-1 0-1,0 0 1,1 0-1,-1 0 1,1-1-1,0 1 1,-1 0-1,1-1 1,0 1-1,0-1 1,0 0-1,0 0 1,0 1-1,0-2 1,0 1-1,1 0 1,2 1-1,0-1-5,6 1-3,0 0 1,-1 1-1,1 0 0,-1 1 0,0 0 1,15 9-1,-23-11 2,1-1 1,-1 1-1,0 0 0,-1 0 0,1 0 1,0 0-1,-1 1 0,1-1 0,-1 0 1,1 1-1,-1-1 0,0 1 1,0-1-1,0 1 0,-1-1 0,1 1 1,0 0-1,-1-1 0,0 1 1,0 0-1,0 0 0,0-1 0,0 1 1,0 0-1,-1-1 0,1 1 1,-1 0-1,0-1 0,0 1 0,0-1 1,0 1-1,-2 3 0,-5 10-4,-1-1 0,0 1 0,-1-2 0,0 1 0,-1-1 0,-19 17 0,-3 5-322,33-35-104,-18 23 48,16-18-3138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1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6241,'-20'13'3251,"3"8"6248,9 5-2468,4-4-8168,4-19 493,-4 40 859,-2 14-2538,-6-22-3400,5-20 451,8 4-2882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2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83 3420,'0'0'43,"0"0"0,0 0-1,0 1 1,-1-1 0,1 0-1,0 1 1,0-1 0,0 0-1,-1 0 1,1 1 0,0-1-1,0 0 1,0 1 0,0-1-1,0 0 1,0 1 0,0-1-1,0 0 1,0 1 0,0-1-1,0 0 1,0 1 0,0-1-1,0 0 1,0 1 0,0-1-1,0 0 1,0 1 0,0-1-1,1 0 1,-1 1 0,0-1-1,0 0 1,0 0 0,0 1-1,1-1 1,-1 0 0,0 0-1,0 1 1,1-1 0,-1 0-1,0 0 1,1 0 0,-1 1-1,0-1 1,0 0 0,1 0-1,20 1 3766,-13-1-239,-24 7-3679,0 0 10859,22 5-10437,11 46 192,-14-43-446,2 0 0,-1 0 0,2 0 0,9 17 0,-10-23-43,1 0 1,0 0-1,0-1 1,1 0 0,0-1-1,0 1 1,1-1 0,0-1-1,1 1 1,-1-2-1,1 1 1,0-1 0,1 0-1,16 6 1,-18-9-15,0 0 1,0 0-1,0 0 1,0-1-1,0 0 0,1-1 1,-1 0-1,0 0 1,0-1-1,1 0 1,-1 0-1,0-1 0,0 0 1,0-1-1,0 1 1,-1-1-1,1-1 0,-1 0 1,0 0-1,8-5 1,-11 6-6,0 1 1,0-1 0,-1 0 0,1 0-1,-1 0 1,0 0 0,1 0 0,-1-1-1,-1 0 1,1 1 0,0-1-1,-1 0 1,0 0 0,0-1 0,0 1-1,-1 0 1,1-1 0,-1 1 0,0 0-1,0-1 1,-1 0 0,1 1 0,-1-1-1,0 1 1,0-1 0,-1-4 0,-3-10 5,-1 0 0,-1 0-1,0 1 1,-1 0 0,-1 0 0,-1 1 0,-1 0 0,-16-23 0,21 34-301,0 1 0,0-1 0,0 1 0,-1 0-1,0 1 1,0-1 0,0 1 0,-1 0 0,1 1-1,-13-6 1,13 8-465,0-1 0,-1 1-1,1 0 1,0 0 0,-1 1-1,1-1 1,0 2 0,-1-1-1,1 1 1,0 0 0,-1 0 0,1 0-1,0 1 1,-8 3 0,-8 6-6280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29 6361,'-1'-3'1731,"-7"-23"10474,8 30-11610,0 4-290,1 0 0,1 1 0,-1-1 0,1 0 0,0 1 1,1-1-1,0 0 0,0-1 0,1 1 0,8 12 0,6 7 448,33 36 0,-25-33-392,-5-5-209,-2 0-1,-1 0 1,0 2-1,16 35 1,-30-53-237,0 0 0,-1 0 0,0 1-1,-1-1 1,0 1 0,0 0 0,-1 0 0,0-1 0,-1 1-1,0 0 1,-1 0 0,0 0 0,0 0 0,-1-1 0,0 1-1,-1 0 1,0-1 0,-4 10 0,-2-2-517,0 0 0,-1-1 1,-1 0-1,0 0 0,-1-2 0,-28 27 0,0-5-4126,-56 36 0,34-29-3874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 4748,'-1'3'1333,"-2"28"8139,-19-13-4795,-10-11-3521,29-6-695,1-1-44,-3 2-258,0-1 1,0 1-1,1 0 1,-1 1-1,1-1 0,-1 1 1,1 0-1,0 0 0,0 0 1,1 0-1,-1 1 0,1-1 1,-1 1-1,1 0 1,0 0-1,0 1 0,1-1 1,-4 7-1,-3 9 215,0 0 0,2 1-1,-6 21 1,5-12-310,2-1 1,1 1-1,2 0 0,0 0 0,3 1 1,0-1-1,2 0 0,1 0 0,1 0 1,2 0-1,10 34 0,-8-41-581,1 0 0,0-1 0,2 0 0,0 0 0,2-1-1,0 0 1,2-1 0,0-1 0,1 0 0,1-2 0,0 1 0,1-2-1,1-1 1,25 16 0,-23-18-1159,1-1 0,1 0 0,0-2 0,33 9-1,30 3-6759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5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5236,'0'0'7429,"10"9"-6637,26 12 776,-34-19 953,8 0-1517,11 5 6218,-58 206-4446,30-176-2639,4-24-181,0 0 0,1 0 0,1 0 0,0 1 0,1-1 0,2 17 0,26 105-3812,-3-40-4466,-19-76 3117,-3 4-2805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5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6081,'0'0'9038,"-3"2"-7661,0 1-1097,-1 1 1,1-1 0,0 1 0,0-1 0,1 1 0,-1 0 0,1 0 0,0 0 0,0 0 0,0 1 0,0-1 0,1 1 0,-1 5 0,-12 69 1001,11-55-1004,0 13-345,2 0 0,1 1-1,6 38 1,-1-12-4505,-3-31-891,1 2-3238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5797,'-16'14'7762,"13"-15"-7260,-7 0-651,-6 0 1885,16 2-1658,0 0 0,0 0 0,0-1 0,0 1 0,0 0 0,0 0 0,0 0 0,0-1 0,0 1 0,0 0 0,0 0 0,1-1 0,-1 1 0,0 0 0,1 0 0,-1-1 0,0 1 0,1 0 0,-1-1 0,1 1 0,-1 0 0,1 0 0,1 1 1748,-2-1-1788,1-1-1,-1 1 0,1-1 0,-1 1 0,0 0 0,1-1 1,-1 1-1,1 0 0,-1-1 0,0 1 0,0 0 0,1 0 1,-1 0-1,0-1 0,0 1 0,0 0 0,0 0 0,0-1 0,0 2 1,0 0 44,0-1 1,0 1 0,0-1 0,1 1 0,-1-1-1,0 1 1,1-1 0,-1 0 0,1 1 0,-1-1-1,1 0 1,1 3 0,6 2-15,-8-6-50,1 1 0,-1 0-1,1-1 1,-1 1 0,1-1 0,-1 1 0,1-1-1,-1 1 1,1-1 0,0 0 0,-1 1 0,1-1-1,0 0 1,0 1 0,-1-1 0,1 0-1,0 0 1,-1 0 0,1 0 0,0 1 0,0-1-1,-1 0 1,1 0 0,0-1 0,0 1-1,-1 0 1,1 0 0,0 0 0,0 0 0,-1-1-1,1 1 1,0 0 0,-1-1 0,1 1-1,0 0 1,0-1 0,0 0-13,0 0-1,-1 0 1,1 1-1,0-1 1,0 0 0,-1 0-1,1 0 1,-1 0-1,1 0 1,-1 0 0,1 0-1,-1 0 1,0 0-1,1 0 1,-1 0-1,0-1 1,0 1 0,0 0-1,0 0 1,0 0-1,0 0 1,0 0 0,0 0-1,0-1 1,-1 1-1,1 0 1,0 0 0,-1 0-1,0-2 1,-1-7-22,1 7 17,-2 3 31,1 1-26,0-1-1,0 0 1,1 1-1,-1-1 1,0 1 0,0 0-1,0-1 1,1 1-1,-1 0 1,1 0 0,-1 0-1,0 0 1,1 1-1,0-1 1,-1 0 0,1 1-1,0-1 1,-2 3-1,1 0 11,0 0-1,0 0 0,1 0 0,-1 0 0,1 1 0,0-1 1,0 7-1,-6 46 87,7-54-83,9 28-1,-8-28 41,17 0-33,-15-3-23,-1 0 0,0 0-1,1 0 1,-1 0 0,1 0 0,-1-1-1,0 1 1,1-1 0,-1 0 0,0 0-1,0 0 1,0 0 0,1 0 0,-1 0-1,0 0 1,0-1 0,-1 1 0,1-1-1,0 0 1,0 1 0,-1-1 0,1 0-1,-1 0 1,1 0 0,-1 0 0,0 0 0,1-3-1,4-6-11,-1 0 0,-1-1-1,6-20 1,-9 27-3,-1 3 7,1-1 1,-1 0-1,0 1 0,-1-1 1,1 0-1,0 1 1,-1-1-1,0 1 0,1-1 1,-1 0-1,-2-2 1,1-1-2,2 5 3,0-1 0,-1 1 0,1-1 0,-1 1-1,0 0 1,1 0 0,-1-1 0,0 1 0,0 0-1,0 0 1,0 0 0,0 0 0,0 0 0,0 0-1,0 0 1,0 0 0,0 1 0,0-1-1,-1 0 1,1 1 0,0-1 0,-1 1 0,1-1-1,0 1 1,-1-1 0,1 1 0,0 0 0,-1 0-1,1 0 1,-1 0 0,1 0 0,-1 0 0,1 0-1,0 0 1,-3 1 0,-22 4-14,22 1 16,2-3-1,-2 3 0,0-1 0,0 1 0,0 0 0,0 0 0,1 1 1,0-1-1,1 0 0,-1 1 0,1 0 0,0 0 0,1 0 1,0-1-1,0 1 0,0 0 0,1 0 0,0 1 0,1 6 0,2 7 46,1 0 0,1-1 0,1 1 0,10 20 0,-15-38 41,2-4-89,31-6-33,-32 6 39,-1 0-1,1 0 1,-1-1-1,1 1 1,-1 0-1,0-1 1,0 1-1,1-1 1,-1 0-1,0 1 1,0-1-1,-1 0 0,1 1 1,0-1-1,-1 0 1,2-3-1,-5-16-350,0 1 0,-1 0-1,-1 0 1,-11-30 0,15 47 226,-3 1 92,0 0 0,0 0 0,0 0 0,0-1 0,0 1 1,1-1-1,-1 0 0,1 0 0,-1 0 0,1 0 0,-4-6 0,7 6 42,0 0-1,-1 0 1,1 0 0,-1 0-1,0 0 1,0 0 0,0 1-1,-3-6 1,3 9 2,-1-1 1,0 1-1,0-1 0,1 1 1,-1 0-1,1 0 1,-1 0-1,0 0 0,1 0 1,0 0-1,-1 0 1,1 1-1,0-1 0,0 0 1,-1 1-1,1-1 1,0 1-1,0-1 0,1 1 1,-1 0-1,0-1 1,0 1-1,1 0 0,-1 0 1,1-1-1,0 1 1,-1 0-1,1 0 1,0 2-1,2-2 14,0 0 0,1-1 1,-1 1-1,1-1 0,-1 1 0,1-1 0,-1 0 1,4 1-1,-3-3-23,1 1 0,-1-1 0,1 0 0,-1 0 0,1 0 0,-1 0 0,0-1 0,0 0 0,0 1 0,0-1 0,0 0 0,0 0 0,0-1 0,-1 1 0,1-1 0,-1 1 0,1-1 0,-1 0 0,0 0 0,0 0 0,0 0 0,1-4 0,-2 5-75,-2-1 60,-2 1 10,-2-2 10,-2-18-84,-12 22 32,15 0 46,0 0 0,1 0 0,-1 1 0,0 0 0,1 0 0,-1 0 0,1 0 0,-1 1 0,1-1 0,-1 1 0,1 0 0,0 0 0,-5 3 0,-31 37 143,25-14 82,14-26-192,-1 1 0,0 0 0,0 0 0,0-1 0,-1 1 0,1-1 0,0 1 1,-4 4-1,6-8-30,0 0 1,0 0-1,0 1 1,0-1-1,0 1 1,0-1-1,1 1 1,-1-1-1,0 1 1,0-1-1,1 1 1,-1 0-1,3 0 1,-3 0-3,1-1 1,0 1 0,0 0-1,-1-1 1,1 1 0,0-1 0,-1 1-1,1-1 1,-1 0 0,1 1-1,0-1 1,-1 0 0,2-1-1,38-41-7,-40 42 0,-7-34-197,4 34 195,1 1 1,-1-1-1,0 0 1,0 0-1,1 1 0,-1-1 1,0 1-1,0 0 1,0-1-1,1 1 0,-1 0 1,0 0-1,0 0 1,0 1-1,0-1 0,0 0 1,1 1-1,-1-1 0,0 1 1,0-1-1,0 1 1,-1 1-1,-2 1-670,1 1 0,-1-1 0,1 1 0,0 0 0,-7 9 0,-5 5-6138,3-4-491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2036 3324,'0'0'2068,"1"-2"-1939,1-6-1125,-1-9 4414,-1 17-3326,-1-1-1,1 1 0,0 0 1,-1-1-1,1 1 1,0 0-1,-1 0 0,1-1 1,-1 1-1,1 0 0,0 0 1,-1 0-1,1-1 0,-1 1 1,1 0-1,-1 0 0,1 0 1,-1 0-1,1 0 0,-1 0 1,1 0-1,0 0 0,-1 0 1,1 0-1,-1 0 0,1 1 1,-1-1-1,1 0 0,-1 0 1,1 0-1,0 0 0,-1 1 1,1-1-1,-1 0 0,1 1 1,27-11 6218,43-15-2294,119-49-4859,-104 23 961,-61 37-115,1-1 0,27-22 0,18-11 1,69-47-69,-114 80 10,25-16 296,1 2 1,108-43 0,-47 25 109,-89 38-209,141-64 575,77-62-222,-127 75-379,39-24-51,28-38 164,-74 48-262,-83 56 40,-19 15-19,7-5 34,-1-1-1,19-17 0,-28 24-28,13-9 11,51-43 113,-1 2 214,-55 45-251,0-1-1,-1 0 1,11-11 0,-13 11 48,0 1 0,0 1 0,1-1 0,13-7 0,-10 2-78,-1 0 56,-8 10-100,3-3-6,1 0 0,-1 0 0,1 1 0,0 0 0,1 0 1,-1 0-1,9-3 0,-8 4 38,1 0-1,-1-1 1,0 0 0,0 0-1,-1 0 1,1-1 0,-1 0 0,10-10-1,-7 6-9,-7 7 14,-1 2-39,0 0 0,0-1 1,0 1-1,0 0 1,0-1-1,-1 1 0,1-1 1,0 1-1,0-1 0,-1 1 1,1-1-1,0 1 1,-1-1-1,1 0 0,0 1 1,0-2-1,13-10 82,70-32-9,-81 43-78,28-20 17,22-6 231,-23 13-189,34-22 0,-61 34-8,-1 1 29,51-25 270,-51 25-286,14-13 3,45-36-33,-60 49-29,0 0-1,0 0 1,1 1-1,-1-1 1,0 0-1,0 1 1,1-1 0,-1 0-1,0 1 1,1 0-1,-1-1 1,1 1-1,1 0 1,16-7 73,1-8 296,35-36-1,-19 17 10,-35 33-286,3-2-59,0-1-1,0 1 1,-1 0-1,0-1 1,0 0 0,5-7-1,-4 7-23,0 0-1,0 0 1,0 0-1,1 1 1,0-1-1,0 1 1,0 0 0,0 0-1,0 1 1,8-3-1,-8 2-2,-2 2 378,18-20-338,-14 16-1341,21-14 3227,-19 15-6767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0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218 209 5845,'7'-1'308,"-5"1"-177,-1 0 0,1-1 0,0 1 0,0 0 0,0-1 0,0 0 0,-1 1 0,1-1 0,0 0 0,-1 0 0,1 0 0,0 0 0,-1 0 0,1 0 0,-1 0 0,0-1 0,1 1 0,-1 0 0,3-5 6488,-45 19-3814,32-11-2501,1 0 0,0 0 0,0 1 0,-8 4 0,14-6-284,-23 13 423,-28 19-1,45-27-384,1-1 0,0 1-1,1 1 1,-1 0-1,1 0 1,0 0-1,-9 15 1,12-16-30,0-2-14,0 1 1,0-1 0,1 0 0,-1 1-1,1-1 1,0 1 0,1 0-1,-1-1 1,1 1 0,0 0 0,0 0-1,1 0 1,-1 0 0,1 0-1,0 0 1,0 0 0,2 7 0,-2-10-16,1 0 0,0 0 0,-1-1 1,1 1-1,0 0 0,0-1 0,0 1 1,0-1-1,0 1 0,0-1 0,0 1 1,1-1-1,-1 0 0,0 0 0,1 1 1,-1-1-1,1 0 0,-1 0 0,1-1 1,0 1-1,2 1 0,-1-2-20,0 1 0,0-1 0,0 0 0,0 0 0,0 0 0,0 0 1,0-1-1,-1 1 0,1-1 0,0 0 0,0 1 0,3-3 0,7-3-61,-1 0 0,0-2 0,0 1 0,16-14 1,-22 14 52,1 0 1,-2-1 0,1 0 0,-1 1 0,0-2 0,-1 1-1,5-12 1,1-1-31,-2 2 76,-2 1 1,0-1-1,-1 0 0,-1-1 1,2-27-1,1 1-22,-5 31 299,1 0 0,-2 0 0,0-1 0,-1 1 0,-3-30 0,2 43 573,2 33-632,0 0-1,2 0 1,2 0 0,1-1 0,9 32-1,4 8-6272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0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5448,'-9'25'16755,"6"-23"-15673,-1 0-842,1 0 0,-1 0 0,1 1 0,-1-1 0,1 1 0,0 0 0,0 0 0,0 0 0,1 0-1,-1 0 1,1 1 0,-1 0 0,1-1 0,0 1 0,-3 8 0,-18 27 478,19-34-916,1 0-1,-1 1 0,1 0 1,-1 0-1,2 0 0,-1 0 1,1 0-1,0 0 0,0 1 1,0-1-1,0 13 0,2-2-1360,-1 10-2712,3-7-1757,3 7-4588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1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169 101 1724,'-70'-40'304,"35"20"-352,3 0-600,1-1 192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2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1580,'3'20'592,"-22"-18"-1784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77 3552,'-32'0'981,"25"0"1959,9-2-2413,8-19 437,-9 19-66,1 0-590,-1 1-197,0 0 0,0 0 0,0 0 1,0 0-1,0-1 0,0 1 1,0 0-1,-1 0 0,1-1 0,0 1 1,-1-1-1,1 1 0,-1 0 1,1-1-1,-1 1 0,0-1 0,0 1 1,0-1-1,0 1 0,0-1 1,0 1-1,0-1 0,0 1 0,0-1 1,-1 1-1,1 0 0,0-1 1,-1 1-1,1-1 0,-1 1 0,0 0 1,0-1-1,0 0 0,0-1 2673,32 15-849,-23-9-1792,1 0 0,-1 1 0,1 0 0,-1 0 0,-1 1 0,1-1 1,0 2-1,-1-1 0,8 9 0,10 6 119,48 43 432,-35-29-523,-34-31-153,1 1 1,0 0-1,-1 1 1,8 8-1,-11-11-41,1-1-262,8 4 1514,2-2-7224,-12-3 5648,1-1-1,-1 1 0,0-1 1,1 0-1,-1 1 0,0-1 1,0 0-1,1 1 0,-1-1 0,0 0 1,0 0-1,0 1 0,0-1 1,0 0-1,0 1 0,0-1 1,0 0-1,0 0 0,0 1 1,-1-2-1,1-18-5615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 2964,'0'2'708,"3"30"5256,-3-35-5550,-6-26 3808,-7 36-4018,10-5-120,-1 1 1,1 0-1,0 0 1,0 0-1,0 1 0,1-1 1,-1 1-1,1-1 1,0 1-1,-3 8 0,1-6 0,1 1-1,-1-1 1,1 0-1,-9 8 0,-73 70 565,42-49-547,1 0-136,-1-1 0,-50 28 1,51-44 9,25-12-2257,0 2-5486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3640,'0'0'3679,"-3"1"-3395,2-1-49,0 0 0,0 1 0,0-1-1,-1 0 1,1 1 0,0-1 0,0 1-1,0-1 1,0 1 0,0 0 0,0-1-1,0 1 1,0 0 0,0 0-1,0 0 1,1 0 0,-1 0 0,0 0-1,0 0 1,1 0 0,-1 0 0,1 0-1,-1 0 1,1 0 0,-1 2 0,7 15 3835,7-1-5111,61 66 3159,-24-28-2379,-2 2-4200,-39-45 151,-2 4-2528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4542 3524,'0'0'3329,"-2"-1"-2903,-21-11 245,20 11 1207,16-30-268,-7-24-674,-6 41-780,0 11 325,0 0-340,0 0-55,1-1 0,-1 0 1,1 0-1,0 1 0,0-1 1,0 1-1,1-1 0,-1 1 0,1-1 1,0 1-1,0 0 0,0-1 0,0 1 1,3-2-1,-3 2 121,-2 0-184,0-3 0,0 0 1,0 0 0,0 1-1,1-1 1,-1 0 0,2 0-1,-1 0 1,1 1 0,-1-1-1,4-5 1,-4 10-12,-1-1 0,1 1-1,-1 0 1,0-1 0,1 1 0,-1 0 0,0-1-1,0 1 1,0-1 0,0 1 0,0 0-1,0-1 1,0 1 0,-1-3 0,1-16-32,6-8 26,3 0 1,0 1 0,26-53-1,-19 44 181,25-38 146,8-15-37,17-28-406,-24 40 260,-27 53 116,-2 0 0,13-31 0,8-34 209,16-65-579,-47 142 134,0 0 1,0 0 0,-1 0 0,0-19 0,4-21 39,2 16 0,-5 16-55,2-1-1,0 1 0,2 0 1,10-23-1,-14 36-8,-1 0-1,1 0 0,-1 0 1,-1 0-1,2-9 0,-1 7-13,15-32-1,2-108-134,-13 107 190,17-65-1,-9 51-76,-12 48 32,-1 0 0,2 0 0,-1 1 0,1-1 0,0 1 0,1-1 0,0 1 0,0 0 1,9-10-1,-9 12 4,-1 0 1,1 0-1,-1-1 1,0 1 0,0-1-1,-1 0 1,3-8 0,15-29 302,-15 35-234,-1 1-1,0-1 0,0 0 0,-1 0 1,0-1-1,-1 1 0,0 0 1,0-1-1,0 0 0,-1 1 0,0-16 1,-1 18-68,0-1 0,1 1 0,0 0 0,0 0 1,0 0-1,1 0 0,4-11 0,4-13 328,-1-13-119,6-21 87,-14 57-270,1 0-1,-1 1 1,-1-1-1,1 0 1,-2-13-1,1 0-6,1-26 29,-1 35-40,0-1-1,1 1 0,0-1 0,0 1 0,6-21 0,-5 27-27,-1 0 0,0 0 0,0 0 0,-1 0-1,0 0 1,0-6 0,3-20 112,6-18-123,0 1 184,-8 46-83,-1-3-68,0 0 0,0 1 0,-1-1 0,1 1 0,-1-1 0,0 0 0,0 1 0,-1 0 0,1-1 0,-1 1 0,-4-7 0,5 9-47,14-98 141,-12 94-94,1 0 1,0 0 0,0 0 0,1 1 0,4-9-1,7-20-47,-8 13 237,-5 19-164,0 0 0,-1 0 0,1 0 0,0 0 0,-1 0 0,0 0 0,1 0 0,-1 0 0,0 0 0,0-3 0,-2-10 44,0 1-1,-1 0 0,0 0 1,-1 0-1,-7-18 0,10 29-103,1-2 42,0-3-16,0 0-1,1 0 1,0-1-1,1 1 1,0 0-1,0 0 0,0 1 1,5-10-1,-5 15-30,-2-2 54,0 0-22,0 0 1,0 1 0,1-1-1,0 0 1,0 0-1,0 0 1,0 1 0,0-1-1,1 0 1,-1 1-1,1 0 1,0-1 0,0 1-1,3-3 1,-3 4 14,5-32 7,1 19-32,1 0-1,1 0 1,0 1 0,22-24 0,15-17-1,-35 38 68,29-27 1,-38 41-24,0-1 1,-1 0-1,1 0 0,-1 0 1,1 0-1,-1 0 0,3-9 1,1-1 48,-3 7-61,0-1 1,0 1-1,-1-1 0,0 1 1,0-1-1,-1 0 0,0 0 1,0-8-1,0 5-5,0 1 0,1-1 0,0 0 0,5-14 0,-2 7-33,-3 9 21,0 0 0,1 0 0,0 0 1,9-17-1,-7 15 12,-1 0 0,-1-1 1,3-15-1,-3 11-3,-1 10-6,-3 2-16,0 1 0,1-1 0,-1 0 0,1 0 0,0 1 0,0-1 0,1 0 0,-1 1-1,1-1 1,2-7 0,1-8 12,-1-14 1,-3 30-38,1-1 42,8-40 32,-4 12-4,-1-4-37,-4 32 10,0 1-29,0-8 10,1 1 0,1-1 0,4-20-1,-5 29-21,-3-4 35,2-5-1,4-12 2,-3 20-10,-1-1-14,0 0 20,0 0-1,0 0 1,1 0-1,-1 0 1,3-7-1,-1 4-1,-2 3-2,17-24 37,-12 21-23,-1 0-18,0-1 0,0 1 0,0-1 0,-1 1 0,0-1 0,0 0 0,1-10-1,-4 11 23,1-1-1,-1 1 0,2-1 1,-1 1-1,1-1 0,4-10 0,-5 16 196,-2-1-205,-5-19-195,6 20-1910,2 6-1424,5 8-1897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3428,'-6'1'1456,"0"1"0,1-1 0,-1 1 0,1 1 0,-9 4 0,-1 3 2449,24 21-3152,6-20-461,-9-6 18,-1 0 1,0 0-1,-1 0 0,8 12 0,0-1-70,-11-14-169,1 2-76,-1 0 17,0 0 1,1 0-1,0 0 0,0-1 1,0 1-1,5 6 0,2 5 196,-8-13 9,5 29 62,-5-24-226,0 1-1,0-1 1,0 0-1,1-1 1,0 1 0,4 9-1,-4-11 178,-2 30-45,0 2-40,6-6-67,-5-28 237,17-9-10561,-2-2 2394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4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15 4420,'-23'-12'977,"18"9"3026,39 17-3440,2 19-116,93 78 184,-118-103-598,1 1 20,0 0 1,-1 0-1,-1 1 1,0 1-1,16 21 0,2 6 25,-26-36-112,13 20-658,-46-8 659,27-13-42,-13 11-378,-4 2 6,12-1-9,1-1 0,0 2 1,-7 13-1,13-24 447,0-1 0,0 1 0,-1-1 0,1 0 0,-1 0 0,0 0 0,1 0 0,-1-1 0,-6 4 0,1-1-2,-25 21 80,31-24-73,-19 8-34,19-8 41,0-1 0,1 1 0,-1 0 0,0-1 0,1 1-1,-1 0 1,0 0 0,1 0 0,-1 0 0,1 1 0,0-1 0,-1 0-1,1 1 1,0-1 0,0 1 0,0-1 0,0 1 0,-2 2 0,3-3-5,0-1 1,0 0-1,0 1 1,0-1-1,-1 1 1,1-1-1,0 0 1,0 1-1,-1-1 1,1 1-1,0-1 1,-1 0-1,1 1 1,-1-1-1,1 0 1,0 0-1,-1 1 1,1-1-1,-1 0 1,1 0-1,0 0 1,-1 1-1,1-1 1,-1 0-1,1 0 1,-1 0-1,1 0 1,-1 0-1,-3 0-4,-2 0-2,-15 14 14,0-2 143,1 0-1,-24 8 1,42-19-86,-33 8 23,17-7-172,-28 9 413,44-10 1759,-7-10-1635,3 0-1567,2 7-3164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4 294 3980,'0'0'44,"1"0"-1,-1 0 1,0 0-1,1-1 1,-1 1-1,0 0 1,1 0-1,-1-1 1,0 1-1,0 0 1,1-1-1,-1 1 1,0 0-1,0 0 1,1-1-1,-1 1 1,0-1-1,0 1 1,0 0-1,0-1 1,0 1-1,0 0 1,0-1-1,0 1 1,0-1-1,0 1 1,0 0-1,0-1 1,0 1-1,0-1 1,0 1-1,0 0 1,0-1 0,0 1-1,0 0 1,0-1-1,-1 1 1,1 0-1,0-1 1,0 1-1,-1 0 1,1-1-1,0 1 1,0 0-1,-1-1 1,1 1-1,0 0 1,-1 0-1,1 0 1,0-1-1,-1 1 1,1 0-1,0 0 1,-3-1 3348,3-2-2902,1 1-1086,0-7 2067,1 1-1,0 0 1,0 0-1,5-9 1,-6 15-870,1 5-525,1 0 0,-1 0 0,0 1-1,0-1 1,0 1 0,2 5-1,-3-7-18,125 205 832,-106-188-861,-15-15-15,-3-2 174,17-15-127,-17 13-57,0-1 0,0 0-1,0 0 1,-1 0 0,1 0 0,-1 0-1,1 0 1,-1-1 0,1 1 0,-1 0 0,1-1-1,-1 1 1,0-1 0,0 0 0,1-1-1,5-10 49,-5 10-35,0 0-1,-1 0 0,1 0 1,-1-1-1,0 1 0,0 0 1,0-1-1,1-3 0,23-14 146,-22 20-151,27 1 6,51 16-5,-78-16-7,1 1 1,-1-1-1,0 0 0,0 0 1,0-1-1,0 1 0,0 0 0,0-1 1,0 0-1,0 0 0,0 0 1,0 0-1,-1 0 0,1 0 1,0-1-1,0 0 0,-1 1 0,1-1 1,-1 0-1,0 0 0,0 0 1,1 0-1,-1-1 0,-1 1 0,1-1 1,3-4-1,-1-2-17,0 1-1,0-1 1,-1 0-1,0 0 1,0 0-1,2-18 0,-4 16 33,-1 0-1,1 0 0,-2 0 0,0 0 0,0 0 1,-1 0-1,0 0 0,-1 1 0,-1-1 0,-4-10 1,-1 1-16,0 0 1,-2 1-1,-23-32 0,0 13-737,27 37 192,-1 1 344,5 0 58,1 0 0,-1 0 0,0 0 0,0 1 0,0-1 0,0 1 0,0 0 0,1 0 0,-1 0 0,0 0 0,1 0 0,-1 0 0,1 1 0,-1-1 1,1 1-1,0 0 0,-1 0 0,1 0 0,-3 3 0,0 3-788,0 1-1,1-1 1,0 1 0,1 0 0,0 0 0,0 0 0,0 0 0,0 11-1,2 5-3460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0.2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3252,'0'0'7663,"3"0"-7617,27 11-139,-17 0-1209,-8 4-3503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2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1296 32 4420,'-14'-14'4417,"2"3"-1180,9 10-3053,-4 1-63,-24-5 667,30 9-722,0 0 0,0-1 1,0 1-1,0 0 0,1 0 1,-1 7-1,9 18-54,-7-26 81,12 5-76,-5-3-25,-6-4 425,1 1-213,1-1 1,0 1-1,0-1 0,0 0 0,0 0 1,5 1-1,-6-6-323,-1 1 0,0 0 0,1 1 0,0-1 0,0 0 0,-1 1 0,2 0 0,-1 0 0,0 0 1,0 0-1,5-2 0,-6 3 1169,-15-19 893,19 77-1177,-6-54-727,-9 29 352,-4 51 41,-5 28 8,3-65-377,11-37-61,1 0-1,0 0 1,1 0-1,0 0 1,0 1-1,1-1 0,0 1 1,0-1-1,2 17 1,1-12 16,-2 1 1,0-1 0,0 1-1,-2-1 1,1 0 0,-7 21-1,-2 34-55,3-13 78,-17 64 0,21-106-38,-6 55-170,5-24 267,-2 39-41,5-50-36,-2 0 0,-6 34-1,-16 23-52,24-88 56,0 0 1,-26 65 1,9-16-100,13-43 79,5-7-5,-7 34 38,6-30-38,0-2 3,-11 22-26,1 10 3,-40 105-30,39-99 98,-7 46 0,6-24-46,3-29 368,-19 46-1,-5 17-5,20-55-349,9-29-28,0-1-1,1 1 1,-3 24 0,2-3 16,-9 33 1,7-37-35,-4 45 0,3-17 112,4-37-37,-1 37 0,5-51-48,-1 1 0,-1-1 1,1 0-1,-1 0 0,-4 11 0,2-10-11,1 1 0,1 0-1,-3 15 1,4-14 22,-1 0 1,0-1 0,0 1 0,-6 12-1,5-15-11,-2 7-10,0 0 1,1 1 0,1 0-1,-2 16 1,4-27 18,1 0 0,-1 0 0,0-1-1,-1 1 1,1-1 0,-5 9 0,-1 7 31,6-11-29,-2 0 0,1 0 0,-1 0 1,0-1-1,-1 1 0,0-1 0,0 0 0,-10 14 1,7-13-7,1 0 0,0 0 1,0 0-1,-7 18 1,-15 24-76,23-40 73,-1-1-1,2 1 1,-1 1-1,1-1 1,1 1 0,0-1-1,1 1 1,0 0-1,1 0 1,0 0 0,1 16-1,-7 98 92,2-92-88,5-28-7,0 0 1,-1 0 0,0 0-1,0 0 1,0 0 0,-1 0-1,0 0 1,0-1 0,0 1-1,0-1 1,-1 1 0,0-1-1,-7 8 1,-62 100 25,18-29 569,41-63-614,12-19 32,-6 7 6,1 1 1,1 0-1,0 0 1,0 0-1,1 1 1,0-1-1,1 1 1,-4 21-1,3 13 51,0-11-37,2 0 1,2 36-1,0-50-17,-1-1 0,0 0-1,-9 34 1,3-14-14,6-34 2,-1 0 0,1 0 0,-1 0 0,0-1 0,-1 1 0,1 0 0,-1-1 0,0 0 0,-6 7 0,0 1-9,-64 88 120,71-96-78,-1 0-1,1 1 0,-1-1 1,1 1-1,-2 8 1,-4 6 31,1-3-38,5-13-8,1 0-6,-16 52-22,16-53 5,0 2-42,0 7 88,-1 1 0,-1-1 1,0-1-1,-1 1 1,0 0-1,0-1 0,-1 0 1,-1 0-1,1 0 1,-2 0-1,-12 14 0,-14 5-20,31-27-20,-15 19-3,15-19-12,1-2-2,1 0 15,-1 1 1,0-1-1,0 1 1,0 0-1,0-1 1,0 1-1,1 0 1,-1-1-1,0 1 0,1 0 1,-1 0-1,0-1 1,1 1-1,-1 0 1,1 0-1,-1 0 1,1 0-1,0 0 1,-1 0-1,1 2 0,-19 56 64,17-56-73,2-8-3735,0 0 2609,0 0 0,1 1 1,-1-1-1,1 0 0,1-5 1,-1 4-667,7-21-5680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5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1115 72 3412,'0'0'3298,"-15"-16"-2015,8 11 3705,4 3-5300,-11-7 1859,23-10 653,-8 18-1606,0 1-572,-1 0 1,1 0-1,0-1 1,-1 1 0,1 0-1,0-1 1,-1 1 0,1 0-1,-1-1 1,1 1-1,0-1 1,-1 1 0,1-1-1,-1 1 1,1-1 0,-1 1-1,0-1 1,1 1-1,-1-1 1,1 0 0,-1 1-1,0-1 1,0 0 0,1 0-1,4-6 588,5 17-289,-8-6-251,0 1 0,-1-1 0,1 0 0,-1 0 0,0 0 0,-1 1 0,2 6 1,-2-5-30,1-1-1,0 1 1,0 0 0,1 0 0,3 7 0,6 11 297,2 4-35,-2 1 0,10 34 0,-16-47-210,-4-13-35,-1 0-51,3 28 55,-3-28-2,1 0 0,13 54 45,-13-54-77,6 30 75,-6-18-93,0 1 0,-1-1 0,0 1 0,-5 26 0,4-37-12,1-1-1,0 0 1,1 1 0,-1-1 0,1 0 0,1 7 0,1 10 21,-3-12-13,1 0-1,0 0 1,1 0 0,0 0 0,0 0 0,1 0 0,0-1 0,1 1 0,8 14 0,-11-21-11,0 2 19,4 23-8,5 48-10,-9-71-1,-1-1 1,1 1-1,-1-1 0,1 1 0,0-1 0,0 0 0,1 1 1,1 3-1,-1-4 2,-1 0 0,0 0 0,0 0-1,0 1 1,0-1 0,0 1 0,0-1 0,-1 4 0,1 0 18,-1 0-1,1 0 1,1 0 0,-1 0-1,1-1 1,3 8 0,-4-11 10,-1 33-46,0-32-44,0-1 82,-3 68-22,3-68 25,-3 17-1,-1 22 2,3-29-11,-1 1 0,1-1-1,-2 0 1,0 0 0,-1 0-1,-9 24 1,5-17-12,-2-1-1,0 0 1,-1 0 0,0 0 0,-2-2-1,-20 24 1,11-19-16,7-8 42,1 1 0,0 1-1,-19 29 1,32-44-24,0 0-1,0 1 1,0-1 0,0 0 0,0 0 0,-1 0 0,1 0 0,0 0-1,-1 0 1,1 0 0,-3 1 0,-10 8 18,6-4-17,0 0-1,0 0 0,-1 0 0,-13 6 1,-26 13-43,17-12 59,-32 18 0,-4 3-3,15-6-102,49-26 123,-29 7-104,29-7 77,0 0-1,-1 0 0,0 0 0,1 0 0,-1 0 1,-6 1-1,-95 47 41,86-43-67,13-5 24,1 0 0,-1 1 1,0-1-1,1 1 0,0 0 1,-8 5-1,8-5-12,0 0 0,-1-1 0,1 0-1,0-1 1,-1 1 0,1-1 0,-7 1 0,11-2 7,-8 3 14,-1-1 1,1 2-1,-13 5 1,-1 1-20,-27 16 23,43-24-15,5-2-3,0 1 0,1-1-1,-1 1 1,0 0 0,0-1-1,1 1 1,-1 0 0,0 0-1,1 0 1,-1 1 0,1-1-1,-1 0 1,1 0 0,0 1 0,0-1-1,-1 1 1,1-1 0,-1 3-1,0-2-8,-1-1 0,0 0 0,1 0 0,-1-1 0,0 1 0,0 0 0,0-1 0,1 0 1,-1 1-1,0-1 0,-3-1 0,2 1 19,1 1 28,-25 14-58,-27 3 35,53-17-5,-2 0 2,-57 20-15,59-20 24,0 0-24,2-1 2,-4 3 0,0-1-1,-1 1 1,1-1 0,0-1-1,-1 1 1,1-1-1,-1 1 1,1-1-1,-1-1 1,-7 2-1,10-2 13,-11 8-1215,0-1-979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204 37 6289,'0'-1'71,"0"0"0,0 1 1,0-1-1,0 0 0,0 0 1,-1 0-1,1 1 0,0-1 1,0 0-1,0 1 0,0-1 1,-1 0-1,1 0 0,0 1 1,-1-1-1,1 0 0,-1 1 1,1-1-1,-1 1 0,1-1 1,-1 1-1,1-1 0,-1 1 1,1-1-1,-1 1 0,0-1 1,1 1-1,-2-1 0,-22-1 1678,15 3-969,5-1 640,2-2-974,-1-1-1,1 1 1,-1 0-1,0 1 1,1-1 0,-1 0-1,-5-1 1,3 4-347,0 0 1,0 1-1,0 0 1,0-1 0,0 1-1,1 1 1,-1-1-1,1 1 1,-1 0-1,1 0 1,0 0 0,0 1-1,0-1 1,0 1-1,1 0 1,0 0-1,0 0 1,0 1-1,0-1 1,0 1 0,1 0-1,-3 7 1,-3 11-18,1-1 0,1 1 0,-5 42 0,7-35 11,3-17-151,1 0 1,1 1-1,0-1 0,1 0 1,0 0-1,1 0 1,0 0-1,7 16 0,-7-21 13,-2-5-14,2-3 60,-1 0-1,1 0 1,0-1-1,0 1 1,-1-1-1,1 0 1,0 0-1,-1 0 1,1 0 0,-1-1-1,1 1 1,-1 0-1,1-1 1,-1 0-1,0 0 1,0 1-1,0-1 1,0 0 0,0-1-1,0 1 1,-1 0-1,1-1 1,1-2-1,3-7 16,0-1 0,-1 0 0,6-23 0,2-5-138,15-48 24,-27 86 230,16 19-32,-12-11-94,0-2 0,-1 1 1,1 1-1,-1-1 1,0 0-1,0 1 1,-1 0-1,0 0 1,1 0-1,2 9 1,59 123-1010,-52-115-1183,1 0 1,17 20-1,-22-31-1043,-2 3-1117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4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23 3968,'-7'10'306,"6"-9"-243,0 0-1,0 1 0,0-1 0,0 1 0,0-1 0,0 1 1,0-1-1,0 1 0,1-1 0,-1 1 0,0 0 1,1-1-1,0 1 0,-1 0 0,1 0 0,0-1 1,0 1-1,0 0 0,0 0 0,0-1 0,0 1 1,1 0-1,-1 0 0,0-1 0,1 1 0,-1 0 1,1-1-1,1 4 0,3 1 265,-2 1-1,1 0 1,-1-1 0,0 2-1,2 6 1,11 23 572,44 57 549,-58-92-1389,0 1-1,1 0 1,-1-1-1,0 0 1,1 0 0,0 0-1,-1 0 1,1 0-1,0 0 1,0 0-1,0-1 1,0 0 0,0 1-1,5 0 1,-5-1-25,0-1 22,-1-1-1,1 0 1,-1 0 0,0 1 0,0-1 0,1-1-1,-1 1 1,0 0 0,0 0 0,0-1 0,0 1-1,-1-1 1,4-3 0,-1-2 42,-1 1 0,-1-1 0,1 0-1,-1 0 1,0 0 0,1-9 0,-3 12-68,0 0 1,0 1 0,0-1-1,-1 1 1,1-1-1,-1 0 1,0 1-1,0-1 1,-1 1-1,1 0 1,-1-1-1,1 1 1,-1 0 0,0 0-1,-1 0 1,-2-3-1,-12-15-18,0 2-1,-2 0 1,0 1-1,-1 1 0,-1 0 1,-26-14-1,44 29-431,0 0 0,0 1 0,0-1-1,-1 1 1,1 0 0,0 0 0,-1 0 0,1 0-1,-1 0 1,1 1 0,-1 0 0,1 0 0,-1 0-1,0 0 1,-6 1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 5673,'6'17'2432,"-18"-23"-1528,-4 0 1008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7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17 4712,'-3'15'5717,"6"-30"-5701,0-2-76,3 32-1292,4-4 32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9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 3604,'-13'-5'9115,"13"6"-8555,-1-1 1,1 1-1,-1 0 0,1 0 0,-1 0 0,1-1 0,-1 1 0,0 0 0,0-1 0,1 1 0,-1-1 0,0 1 0,0-1 0,0 1 1,-1 0-1,4 3-545,4 11 2,-4-11-29,-1-2-37,28 45 182,-28-45 210,9 7-315,-1-2-229,-12-12-314,-6-14-1413,-3 7-6844,1 1 1016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33 5737,'0'0'124,"0"-1"0,0 1 0,0 0 1,-1-1-1,1 1 0,0 0 1,0-1-1,0 1 0,-1 0 1,1-1-1,0 1 0,-1 0 1,1 0-1,0-1 0,-1 1 1,1 0-1,0 0 0,-1 0 1,1-1-1,0 1 0,-1 0 0,1 0 1,0 0-1,-1 0 0,1 0 1,-1 0-1,1 0 0,0 0 1,-1 0-1,1 0 0,-1 0 1,1 0-1,0 0 0,-1 0 1,1 0-1,0 0 0,-1 1 1,-18 11 6697,-3 12-1715,14-10-6892,4 2 1916,1 0 1,0 0 0,1 0-1,0 0 1,1 0 0,3 25 0,-1-18-63,1 1 0,1-1 0,1 0 0,2 0 0,8 25 0,-8-33-47,1-1 1,1 0-1,0 0 0,0-1 1,1 0-1,1-1 1,0 0-1,1 0 0,0-1 1,1-1-1,0 0 1,23 15-1,-25-19-13,1-1 0,0 1 0,0-2 0,0 1 0,1-1 0,0-1 0,-1 0 0,1-1-1,0-1 1,0 1 0,0-2 0,1 0 0,-1 0 0,0-1 0,0 0 0,0-1 0,16-5 0,-14 3-5,-1-1 0,0-1 0,0 1 0,0-2 0,-1 0 0,0 0 0,13-11 0,-21 14-3,0 1-1,0-1 0,0 0 1,-1 1-1,1-2 1,-1 1-1,0 0 0,0-1 1,-1 1-1,1-1 0,-1 0 1,0 0-1,0 0 1,-1 0-1,0 0 0,1 0 1,-2 0-1,1-1 1,0 1-1,-1 0 0,0 0 1,-2-11-1,-2-2-5,-1 0 0,-1 0 0,0 0 1,-1 1-1,-1 0 0,-1 0 0,-1 1 0,0 0 0,-1 1 0,0 0 0,-14-13 1,2 5-19,0 1 1,-1 1-1,-2 1 1,0 2 0,-50-27-1,61 37-133,0 1-1,0 1 0,-1 0 0,0 1 0,0 1 0,-1 1 1,1 0-1,-1 1 0,-22 0 0,32 3-226,1 1 0,0-1-1,0 1 1,0 0 0,1 1-1,-1-1 1,0 1 0,1 0 0,-9 7-1,12-9-1097,10 13-4617,3-2-179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1 210 6697,'0'0'6332,"25"0"-5612,-2 0-152,-8-12-112,17-5-280,-6 3 60,2-6-356,1-3-432,-1-3-312,7 0-292,-6 1-608,-4-1-1424,1 6-1369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3 5276,'-7'-1'456,"1"0"-1,0 1 1,-1 0-1,1 0 1,0 0-1,-1 1 1,1 0-1,0 0 0,0 1 1,-1 0-1,1 0 1,0 0-1,1 1 1,-1-1-1,0 2 0,1-1 1,-10 7-1,7-2-339,0 0 1,0 1-1,1 0 0,0 0 0,0 0 0,1 1 0,0 0 0,1 0 0,-5 12 0,-33 95 247,39-102-331,0 0-1,1 0 1,1 1 0,1-1-1,0 1 1,2 16-1,-1-26-23,0-1 4,0-1 1,0 0-1,1 1 0,0-1 0,0 1 0,0-1 0,0 0 1,1 0-1,-1 1 0,1-1 0,2 4 0,-2-6 3,2-2 12,2-1 8,-3 1-32,0 0 1,0-1-1,0 1 1,0-1-1,0 0 1,0 1-1,0-1 1,0-1-1,-1 1 1,1 0-1,0-1 1,-1 1-1,1-1 1,-1 0-1,0 1 1,4-5-1,-1 1 17,-1 1-1,0-1 1,0 0 0,0 0-1,-1 0 1,1-1-1,-1 1 1,-1-1-1,4-7 1,-1-7 247,-4 15-167,0 1 1,0 0-1,0-1 1,1 1-1,-1 0 0,1 0 1,0 0-1,0 0 1,1 0-1,-1 0 1,5-4-1,-6 7 790,9 18-183,-8-11-626,0-1-1,0 1 1,0 0-1,-1 0 1,0-1-1,0 1 1,0 0-1,-1 12 1,0-10-35,1 0 0,0 0 0,0 1 0,3 8 0,14 31-36,40 78 1,-27-65-1588,-29-55 980,1-1 0,1 1 0,-1-1 0,9 11 0,2-4-5395,-4-5-220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5609,'-54'10'1460,"52"-9"-1300,0 1 0,1-1 0,-1 0 0,0 1 0,1-1 0,-1 1 0,1-1 0,0 1 0,-1 0 0,1 0 0,0-1 0,0 1 0,0 0 0,0 0 0,1 0 0,-1 0 0,0 0 0,1 0 0,-1 4 0,-3 6 892,2-5-806,1-1-1,0 0 1,-1 1-1,2-1 1,-1 1 0,1 0-1,0-1 1,1 1-1,-1-1 1,1 1-1,1-1 1,-1 0 0,1 1-1,0-1 1,0 0-1,1 0 1,0 0-1,0 0 1,0-1 0,1 1-1,0-1 1,0 0-1,6 7 1,-5-9-201,-1 0-1,1 0 1,0-1 0,-1 0 0,1 1 0,7 1-1,8 4 70,-16-7-78,1 0 0,-1 0 0,0 0 0,1-1 1,-1 1-1,0-1 0,1 0 0,-1-1 0,1 1 0,-1-1 1,0 0-1,1 0 0,-1 0 0,8-3 0,-6 2-29,-4 1-13,0 0-1,0-1 1,-1 1 0,1 0-1,0-1 1,-1 1 0,1-1-1,-1 1 1,0-1 0,1 0-1,-1 1 1,2-4 0,-2 2 7,-1 1-6,0 0 1,0-1 0,0 1 0,0 0-1,-1-1 1,1 1 0,-1 0 0,0-1-1,0 1 1,0 0 0,0 0 0,0 0-1,-1-3 1,1 4 2,-3-6-25,0 1-1,0 0 1,-1 1 0,1-1-1,-1 1 1,0 0-1,-1 0 1,1 0 0,-1 1-1,0-1 1,0 2-1,-1-1 1,-9-4-1,-4-1-470,0 2 0,0 0 0,-24-5 0,-4 6-2912,45 5 1322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5901,'0'0'5669,"1"2"-5243,45 73 1485,13-8-1157,-57-65-633,1-2 25,0 1-78,0-1 0,0 1 0,0-1 0,0 0 0,0 0 0,0 0 0,0 0 0,0-1 0,1 1 0,-1-1 1,0 1-1,0-1 0,-1 0 0,1-1 0,0 1 0,0 0 0,4-3 0,-5 2 151,-8-17 173,4 13-352,1 1 1,-1 0 0,0 0-1,0 0 1,0 0 0,-1 0-1,1 0 1,-1 1 0,-1-1 0,1 1-1,-1 0 1,1 0 0,-1 0-1,0 1 1,0-1 0,-1 1 0,1 0-1,-1 0 1,-7-4 0,-8-2-475,13 5 17,1 1 1,-1 1-1,0-1 0,-9-2 1,13 5-1526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5785,'-12'20'4572,"-1"-9"-4032,0 1-292,0-6-2712,-2-1-60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6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12 236 4900,'0'0'1145,"0"3"-83,-3 30 1029,3-29-509,-6 8-342,5-12-1192,1 0 0,0 0 0,0 0 0,0 1 1,-1-1-1,1 0 0,0 1 0,0-1 0,0 0 0,0 0 0,0 1 0,0-1 0,0 0 0,-1 1 0,1-1 0,0 0 0,0 1 0,0-1 0,0 0 0,0 0 0,0 1 0,0-1 0,1 0 0,-1 1 0,0-1 0,0 0 0,0 1 0,0-1 0,0 0 0,0 0 0,1 1 0,-1-1 0,0 0 0,0 0 0,0 1 0,0-1 0,1 0 0,-1 0 0,0 1 0,0-1 0,1 0 0,-1 0 0,0 0 0,1 0 0,-1 1 0,21-3 843,27-16-256,7-10-218,-1-3 0,61-45 0,-10-2-129,-92 69-684,0 1 0,22-11 0,-33 18-121,7-28-7499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7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36 223 4088,'-29'-2'868,"23"1"1026,32-14 248,80-40-364,-49 12-1475,-38 27-479,40-25 1,-56 40-68,-1 2-1422,2 2 1454,21 10-712,-25-12 905,-1-1 0,1 1 0,-1-1 1,1 1-1,0-1 0,-1 1 0,1 0 0,0-1 0,-1 1 0,1 0 0,0-1 1,0 1-1,-1 0 0,1 0 0,0-1 0,0 1 0,0 0 0,0-1 1,0 1-1,0 1 0,0-1 40,0 1 0,0-1 0,0 1 0,-1-1 0,1 1 0,0-1 0,-1 1 1,1-1-1,-1 1 0,0-1 0,1 1 0,-3 1 0,-23 16 580,23-17 1416,1-4-1698,0 1-305,1 0 1,0 0 0,-1 0 0,1-1-1,0 1 1,-1-1 0,1 1 0,0-1-1,0 1 1,0-1 0,1 0 0,-1 1-1,0-1 1,0 0 0,1 1 0,-1-1-1,1 0 1,0 0 0,-1 0 0,1 0-1,0 0 1,0 1 0,0-1 0,1 0-1,-1 0 1,0 0 0,1 0 0,-1 1-1,1-1 1,-1 0 0,1 0 0,0 1-1,0-1 1,0 0 0,0 1 0,0-1-1,0 1 1,0-1 0,0 1 0,1 0-1,-1-1 1,0 1 0,1 0 0,2-2-1,4-2-225,-4 2-519,0-1 0,0 1 0,0-1 0,0 1-1,5-8 1,1-4-2942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5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7 443 9181,'-7'15'4912,"8"-18"-3355,2-1-1342,0 0 0,0 1 0,1-1 0,-1 1 0,1-1 0,0 1 0,-1 0 0,2 1 0,-1-1 0,0 1 0,0-1 0,1 1 0,-1 0-1,1 1 1,0-1 0,8-1 0,8-4 111,96-38 623,125-46-66,472-134-1269,-641 203-1866,-41 13-2890,-22 7 2142,6-4-4698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5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18 14533,'-51'-12'2899,"41"9"-248,10 3-2472,-1-1 0,0 1 0,0 0 0,0-1 0,1 1 0,-1 0 0,0 0 0,0 0 0,0-1 0,0 1 0,0 0 1,0 0-1,1 0 0,-1 0 0,0 1 0,0-1 0,0 0 0,0 0 0,0 0 0,0 1 0,1-1 0,-1 0 0,0 1 1,0-1-1,1 1 0,-1-1 0,0 1 0,0-1 0,1 1 0,-1 0 0,1-1 0,-1 1 0,0 0 0,1-1 1,0 1-1,-1 0 0,1 0 0,-1-1 0,1 1 0,0 0 0,-1 0 0,1 0 0,0 0 0,0 0 0,0-1 0,0 1 1,0 0-1,0 0 0,0 0 0,0 0 0,0 0 0,0 0 0,0-1 0,0 1 0,1 0 0,-1 0 0,0 0 1,1 1-1,2 9 448,1-1 1,0 1 0,8 14 0,-9-19-1021,26 51-172,51 76 0,8-16-5055,-73-96 3476,0 0 0,13 28 0,5 7-4703,2-12-2907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0 258 12389,'18'49'1616,"-17"-47"-1465,0 0 0,0-1 0,0 1 0,0 0 1,0-1-1,0 1 0,1-1 0,-1 1 0,0-1 0,1 0 1,-1 1-1,1-1 0,1 1 0,7 6 711,73 94 2785,-34-52-2923,-16-14-413,1-2 0,2-2 0,68 49 1,-78-64-242,-18-11-31,0 0 0,1-1 0,0 0 0,12 5 0,-17-9-12,0 0 1,-1 0 0,1 0-1,0-1 1,-1 1-1,1-1 1,0 0-1,-1 0 1,1 0-1,0-1 1,0 1-1,-1-1 1,1 0-1,-1 0 1,1 0 0,3-2-1,2-1 74,-1 0 0,0-1-1,0 0 1,0 0 0,-1-1-1,0 0 1,0 0 0,0 0 0,-1-1-1,0 0 1,-1-1 0,1 1-1,-1-1 1,-1 0 0,1 0-1,-1-1 1,-1 1 0,1-1 0,2-14-1,-1-31-237,-3-1 0,-2 1-1,-9-69 1,0-78-6954,13 156 1409,7 9-3358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436 194 10105,'1'-16'7209,"-7"-6"-4934,1-3-1159,4 21-916,0-8 461,0-1 0,-1 1 0,0 0 0,-1 0 0,-6-16-1,8 26-594,0 0-1,0-1 0,0 1 0,0 0 0,-1 0 1,1 0-1,0 0 0,-1 0 0,0 0 0,0 1 0,1-1 1,-1 0-1,0 1 0,0 0 0,0-1 0,0 1 1,-1 0-1,1 0 0,0 0 0,-1 0 0,1 0 0,0 1 1,-1-1-1,1 1 0,-1 0 0,1-1 0,0 1 1,-1 0-1,1 0 0,-1 1 0,1-1 0,-1 1 0,1-1 1,-3 2-1,-8 2 78,0 0 1,1 1 0,-1 1-1,1 0 1,1 1-1,-1 0 1,1 1 0,1 0-1,-1 1 1,-15 17-1,3 0 305,1 2-1,-37 59 0,46-64-291,1 1 0,0 0 0,2 0 0,1 2-1,1-1 1,-8 42 0,14-55-113,0 0 0,1 1 0,0-1 0,1 0 0,0 0 0,1 0 0,0 0 0,1 1 0,1-2 0,0 1 0,0 0 0,1 0 0,0-1 0,1 0 0,1 0 0,10 16 0,-11-21-55,0-1 0,0 1 0,1-1 0,0 0 0,0-1 0,0 1 0,0-1 0,1 0 0,0-1 0,0 1 0,0-1-1,0-1 1,9 3 0,-6-2-28,7 2-181,0-2 0,0 0-1,0 0 1,1-2 0,-1 0-1,1-1 1,-1-1 0,26-4-1,-16 3-265,32-5-1173,-1-2 0,-1-3 0,71-23 0,-82 19-2125,-1-2-1,53-31 1,-53 24-4442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962 65 7689,'-196'41'2119,"163"-33"-1163,0 2 1,1 1-1,0 1 0,-59 34 0,40-14 937,-71 62 1,87-65-1437,2 2 1,2 1-1,1 2 1,1 1-1,2 1 0,2 2 1,1 0-1,2 1 1,1 2-1,3 0 1,-16 48-1,24-55-222,0 1 0,3-1 0,1 2-1,1-1 1,2 1 0,1-1 0,2 1 0,2-1-1,1 1 1,2-1 0,1 0 0,2 0 0,1 0-1,21 50 1,-13-49-97,1-1-1,1 0 1,3-2-1,0-1 1,2 0-1,53 52 1,-41-50-48,2-2 0,2-2 0,0-1 1,2-2-1,49 23 0,-7-12-43,1-2-1,3-5 0,0-3 1,1-4-1,2-5 0,0-3 1,146 7-1,-123-21-213,0-4 0,0-5 0,-1-6 0,0-4 0,195-57 0,-227 49 34,-2-5 0,-1-2 0,89-52 1,-124 58 32,0-1 0,-2-2 1,-1-2-1,-1-2 0,-2-2 1,53-63-1,-73 76 53,-1-1 0,-1-1 0,-1-1 1,-1 0-1,-1 0 0,-1-1 0,-2-1 0,-1 0 0,0 0 0,5-52 0,-10 45 20,-2 1-1,-1-1 0,-1 1 1,-3-1-1,0 1 0,-2 0 1,-2 0-1,-20-55 0,8 38-4,-3 0 0,-2 2 0,-3 0 0,-1 2 0,-2 2 0,-2 0 0,-2 2 0,-2 2-1,-1 2 1,-49-38 0,38 37 10,-2 3-1,-1 2 1,-2 2-1,-1 3 1,-1 2-1,-2 2 0,0 3 1,-97-22-1,115 36-35,-1 1 0,0 3 0,0 1 0,0 2 0,-76 9 0,87-4-233,1 1-1,0 2 1,0 0-1,0 2 1,1 2-1,0 0 1,1 2-1,-42 26 1,59-32-44,1 0 0,0 0 1,0 1-1,1 0 0,0 0 1,1 1-1,-1 0 0,2 1 1,-1-1-1,-8 18 0,13-22-7,0 0 0,1 0-1,-1 0 1,1 0 0,0 0-1,0 0 1,1 0 0,-1 0-1,1 0 1,0 0 0,1 1-1,-1-1 1,1 0-1,0 0 1,0 0 0,1 0-1,-1 0 1,1 0 0,0 0-1,0-1 1,1 1 0,0-1-1,0 0 1,0 1 0,5 4-1,34 30-6829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7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 4232,'0'0'6544,"-3"0"-5457,-10 0-1305,-3-1 6168,29 5-2590,-3 0-3226,1-1 1,-1 1 0,0 1-1,0 0 1,-1 0 0,1 1-1,-1 1 1,9 7 0,2 3-3,-1 1-1,21 25 1,-34-36-106,0 0 0,-1 0 1,0 1-1,0-1 0,-1 1 0,0 0 0,0 1 1,-1-1-1,0 1 0,0-1 0,-1 1 0,2 13 0,-4-17-22,0 0-1,0 0 0,-1 0 1,0 0-1,1 0 0,-2 0 0,1-1 1,0 1-1,-1 0 0,0 0 1,0-1-1,-1 1 0,1-1 1,-1 0-1,0 0 0,0 0 0,0 0 1,-1 0-1,1-1 0,-1 1 1,0-1-1,0 0 0,-5 3 0,-17 10-569,-2-1-1,0-1 1,-45 17-1,-37 4-8382,68-23 167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3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10593,'-16'26'10536,"18"-27"-9455,1 0-935,0 0 0,0 0 0,0 0 1,0 1-1,0-1 0,0 1 0,0-1 0,0 1 0,0 0 0,0 0 0,0 0 1,0 1-1,0-1 0,0 1 0,-1 0 0,1 0 0,0 0 0,0 0 0,0 0 1,-1 0-1,1 1 0,3 2 0,-2-2-85,86 38 1171,50 26-1353,-11-2-3094,-61-27-936,-22-13-4320,-26-12 549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0 10269,'-47'3'2412,"5"12"-308,11-4-323,5 1-349,-6 5-332,4 6-248,-4 2-168,-6 10-136,-3 5-136,9 2-324,-3 4-484,7 3-904,2-1-856,4 4-3149,12 2-4236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44 13965,'-1'-1'163,"1"0"-1,-1 1 0,0-1 0,1 0 1,-1 0-1,0 1 0,0-1 1,0 1-1,0-1 0,1 0 0,-1 1 1,0 0-1,0-1 0,0 1 1,0-1-1,0 1 0,0 0 0,0 0 1,0 0-1,0 0 0,0 0 1,0 0-1,0 0 0,-1 0 0,1 0 1,-4 1 3538,21 14-1264,-11-12-2271,1 1 1,-1-1-1,1 0 0,-1-1 0,1 1 1,0-1-1,0-1 0,0 1 1,0-1-1,11 2 0,6 1 86,210 40-3281,-144-28-273,-57-10 302,1-1 0,64 1-1,-94-6 2882,-1 0-1,1 0 0,0 0 0,0 0 0,0-1 1,0 1-1,0-1 0,-1 0 0,1 0 1,0 0-1,-1 0 0,1 0 0,-1 0 1,1-1-1,-1 0 0,1 1 0,-1-1 0,0 0 1,0 0-1,0 0 0,2-2 0,-3 1 267,-1 1 0,1-1 0,-1 1 0,1-1 0,-1 0-1,0 1 1,0-1 0,0 1 0,0-1 0,-1 1 0,1-1 0,-1 1-1,1-1 1,-1 1 0,0-1 0,0 1 0,0 0 0,0-1 0,0 1 0,-1 0-1,1 0 1,-3-2 0,1-2 177,0 1 1,-1 0-1,0 0 0,0 0 0,0 0 1,-1 1-1,0 0 0,1 0 0,-1 0 1,-1 0-1,1 1 0,0 0 0,-1 0 1,0 0-1,0 1 0,0 0 0,0 0 1,0 0-1,0 1 0,0 0 0,0 0 1,-1 1-1,1-1 0,0 1 0,-1 1 1,-10 1-1,-2 4-241,0 0 0,0 1 0,1 1 0,0 1 0,0 1 0,1 0 1,0 1-1,0 1 0,2 0 0,-26 26 0,26-22-1183,2 0 1,-15 20 0,20-23-658,0 0 1,1 0 0,-8 21-1,0 17-6419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9709,'3'37'2216,"4"-23"1640,2 3-2383,4-8-281,0 0-316,9 5-172,22 3-144,-15-3-132,12-5-464,1-1-412,5-2-588,4 0-576,3 0-265,-3-4-283,-4-2-1836,4 0-2869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3 9953,'-38'-3'2352,"-6"20"-232,12-8-304,-3 2-331,3 6-329,-3 0-280,-3 9-164,-3 6 4,-7 2-460,4 0-548,3 6-936,-1-3-980,11 6-3053,-8 6-4208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11233,'10'-11'2036,"0"0"1477,-4-4-2181,0 1 440,4 3-1160,2-1 260,8 18-708,-1 0-556,-7 11-768,1 17-840,-10-20-3353,-6 18-4292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31 9153,'-4'-7'-515,"3"6"1011,0 1 0,0-1 0,1 0 0,-1-1 0,0 1 1,1 0-1,-1 0 0,0 0 0,1 0 0,-1 0 0,1-1 0,0 1 0,-1 0 0,1-3 1,10 0 4679,5 3-4695,30 3-615,52 10-1,39 1-2945,-59-11 547,13-1-3651,-39 0-503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0 6737,'-73'6'1788,"51"-6"-180,-7 0-392,7 3-252,0 5-92,-13 7-280,13 5-120,-4 5-240,7 1-392,0 6-472,0 5-560,-3-3-2456,6 9-2217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8021,'4'43'1336,"-4"-23"-328,0 6-184,0-1-176,3 4-152,6 11-448,1-3-532,-4-17-864,-6 17-1796,6 29-1277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6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2639 4080,'-19'12'-91,"17"-10"1190,-1-1 0,0 0-1,1 0 1,-1 0 0,1 0-1,-1-1 1,0 1 0,0 0-1,-3-1 1,-9-1 610,12 1-912,2-2-626,0 0-1,0 0 1,0 0 0,0-1-1,0 1 1,0 0-1,1 0 1,-1-1 0,1 1-1,0 0 1,0-1-1,0 1 1,0-3-1,4-10-11,1 0-1,1 0 0,1 0 1,0 1-1,0 0 0,2 0 1,19-24-1,86-88 169,-83 94-234,644-603 372,293-151-275,-88 178-194,-676 471-21,-161 107-28,10-6-360,104-55-1,-156 90 352,-1 1-1,1-1 1,0 1-1,0 0 1,0-1-1,-1 1 1,1 0-1,0 0 0,0-1 1,0 1-1,0 0 1,0 0-1,0 0 1,-1 0-1,1 0 1,0 0-1,1 1 1,-1 9-2402,-16 17-642,-11-1-1390,0 0-2632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7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2691 5284,'0'0'9041,"1"-3"-8024,3-5-682,0 0-1,0 0 0,1 0 1,0 1-1,8-11 1,70-55 781,190-142 143,452-295-555,83-63-585,213-231 103,-877 683-213,148-162-1,-260 241-743,-30 40-237,-20-5-2828,-6 8-940,-4 14-2815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8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2140 4404,'-49'4'7940,"28"-2"-2304,23-4-4966,39-30-222,2 3 0,1 1 1,1 2-1,54-23 0,-67 33-330,1046-594-406,-54-91-3192,-600 381 548,-150 98-2663,-144 111-135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8889,'0'0'2141,"-3"1"-134,-26 13 1436,26-12-2080,5-1-261,15 8-297,0-1 1,0-1-1,31 8 0,11 4-1245,0 2 0,103 53-1,-150-67-119,96 47-3803,-31-26-2184,-39-17 156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1 7941,'-50'20'2016,"27"-26"-308,-2 12-228,-1 3-248,-2 2-300,-17 12-128,11-3-227,2 8-497,-3-2-757,0 6-595,-3-1-1136,3 3-1216,6 1-2181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11113,'12'-17'1861,"0"1"0,29-29 0,-34 39-1477,1-1 0,0 1-1,0 1 1,0-1 0,1 1 0,-1 1 0,1-1-1,1 2 1,9-4 0,20-3-306,40-5 1,-56 12-968,-1 1 0,1 1 1,0 1-1,-1 1 0,1 1 1,24 6-1,11 5-5238,-11-3 768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0 6625,'-85'37'1612,"69"-22"-324,-10-7-280,-12 12-288,16-5-180,0 5-328,3 0-548,0 2-404,-4 1-1112,4 0-808,3 9-773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1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2452,'32'-17'1136,"-48"20"-2924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2592,'3'-11'1863,"7"-13"12656,-6 18-13241,1-1-51,-3 7-1227,0 0 0,0 0 0,-1 1 0,1-1 0,0 1 0,-1-1 0,1 1 0,0 0 0,-1 0 0,1-1 0,-1 1 0,1 0 0,-1 1 0,0-1 0,1 0 0,-1 0 0,0 0 1,0 1-1,2 1 0,18 17 43,-12-11 50,-1 0 1,1 0-1,-1 1 0,-1 0 0,0 1 0,0 0 1,8 19-1,6 2 60,-1-4-58,-13-16-57,0 0 0,1 0 0,0 0 0,15 15 0,-21-25 16,13 23 136,-5-13-188,-9-11-2,0 1-1,-1-1 0,1 0 0,0 0 1,0 0-1,0 1 0,0-1 0,0 0 1,0 0-1,0-1 0,0 1 0,0 0 1,1 0-1,-1 0 0,0-1 0,0 1 1,1-1-1,-1 1 0,1-1 0,-1 1 1,0-1-1,1 0 0,2 0 0,-3 0 2,-1 0-1,1 0 1,-1 0-1,1 0 1,-1 0-1,1 0 1,-1 1-1,1-1 0,-1 0 1,1 0-1,-1 0 1,1 0-1,-1 1 1,0-1-1,1 0 1,-1 0-1,1 1 1,-1-1-1,1 0 0,-1 1 1,0-1-1,1 0 1,-1 1-1,0-1 1,1 1-1,-1-1 1,0 0-1,0 1 1,1-1-1,-1 2 0,10 15-9,-5-10 28,0 1 0,-1 0 0,0 0 0,5 14 0,-9-20 3,2 2 5,0 1 1,-1-1-1,0 1 1,0 0-1,1 6 0,-1-8-47,22 26-34,-21-26 54,-2-2 3,-1-1-3,1 1 0,0 0 0,-1-1 1,1 1-1,0 0 0,0 0 1,0-1-1,0 1 0,-1 0 0,1 0 1,0-1-1,0 1 0,1 0 1,-1 0-1,0-1 0,0 1 0,0 0 1,0 0-1,1-1 0,-1 2 1,4 15 5,-4-11 50,0 1 1,0-1-1,0 0 0,-1 0 1,0 0-1,-3 11 0,1-5-2,3-9-54,0 17 109,0-18-116,-4 61-93,4-58 105,-2-1 0,1 1 1,0-1-1,-1 1 0,0-1 1,0 0-1,0 1 0,0-1 1,-1 0-1,-3 5 0,4-7 115,2 4-84,0 1 0,-1-1 0,0 1 0,0 0 1,-3 9-1,-1-3-42,4-10 179,1-3-169,0-1 7,0 0 1,0 1-1,0-1 1,0 0-1,-1 1 1,1-1-1,0 0 0,-1 1 1,1-1-1,0 1 1,-1-1-1,1 1 1,-1-1-1,1 1 1,0-1-1,-1 1 1,0-1-1,1 1 1,-1-1-1,1 1 1,-1 0-1,0-1 1,0 0-276,-1 0 0,1 1 0,0-1 0,0 0 0,0 0 0,0-1 0,0 1 1,0 0-1,1 0 0,-1 0 0,0 0 0,0-3 0,-1-8-1247,-5-32-7097,3 26 700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 1444,'-3'-9'264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3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5168,'-2'2'1401,"-12"22"5199,16-27-6263,9-6-193,0-1 1,1 2-1,0 0 1,0 0-1,1 1 1,16-7-1,-14 6-184,-15 9 38,-1-1 0,1 1 0,-1-1 0,1 1 0,0-1 0,-1 1 1,1-1-1,0 1 0,-1 0 0,1-1 0,0 1 0,0-1 0,-1 1 0,1 0 1,0-1-1,0 1 0,0 0 0,0-1 0,0 1 0,0 0 0,0 1 0,0-1 1,0 0-1,0 0 1,0 0-1,0 0 1,0 0-1,-1 1 1,1-1-1,0 0 1,0 0-1,-1 0 1,1 0-1,-1 0 0,1 0 1,-1 0-1,0 0 1,0 1-1,-74 51-11,72-51 104,2-2-83,0 0 0,-1 1 0,1-1-1,0 1 1,-1-1 0,1 1-1,0 0 1,0-1 0,-1 1 0,1 0-1,0 0 1,0 0 0,-1 1-1,-5 2-294,7-18 12,1 12 200,-1 0 0,1 0 1,0 0-1,-1 0 1,1 0-1,0 0 1,0 0-1,0 0 1,1 1-1,-1-1 0,0 0 1,1 1-1,-1-1 1,1 1-1,0-1 1,-1 1-1,1 0 0,0 0 1,2-2-1,15-12-984,-16 13 713,-1 1 1,1-1-1,0 0 1,-1 1 0,1-1-1,0 1 1,0 0-1,5-2 1,8-3-2792,-3-3 885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5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86 2448,'0'0'5314,"-2"-2"-5007,-11-19 221,12 19 171,0-2-426,0-5-3,-1 0 0,0 1 0,0-1 0,-6-12 0,-10 53-371,-41 140 38,25-65-4643,27-84 1641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29 4068,'-9'-9'1148,"-1"1"2497,23 2-3285,3 0-204,0 12-76,3 3-20,-3-4-108,15 10-320,-15-10-380,6 4-1668,20 8-537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2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95 6789,'-15'-4'2334,"15"4"-2203,0 0 0,0 0 0,0 0 0,-1-1 0,1 1 0,0 0 0,0 0 0,0-1 0,0 1 0,0 0 0,0-1 0,0 1 0,0 0 0,0 0 0,0-1 0,0 1 0,0 0 0,0 0 0,0-1 0,0 1 0,0 0 0,0 0 0,0-1 0,0 1 0,1 0 0,-1 0 0,0-1 0,0 1 0,0 0 0,0 0 0,0 0 0,1-1 0,13-10 3536,-1 6-4499,-4 3 1041,0 1-1,1 0 1,-1 0 0,10 1 0,20-2 99,84-5 86,52-7-1976,-149 10-969,-1-2 1,37-12-1,-35 8-3258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2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12 8189,'-12'-6'2140,"-1"0"-348,-3 15-16,0 2-248,-3 3-55,0 4-281,0 4-296,-13 18-192,13-5-136,-3-1-52,9 9-216,1-3-256,2 6-512,4-1-620,6 4-720,0-3-989,6 2-1527,7-5-3325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78 9801,'0'0'280,"0"1"1,-1-1-1,1 0 0,0 0 1,-1 1-1,1-1 0,0 1 1,-1-1-1,1 0 1,0 1-1,0-1 0,-1 1 1,1-1-1,0 0 0,0 1 1,0-1-1,-1 1 0,1-1 1,0 1-1,0-1 1,0 1-1,0-1 0,0 1 1,0-1-1,0 1 0,0-1 1,0 0-1,1 1 0,-1-1 1,0 1-1,0-1 1,0 1-1,0-1 0,1 1 1,-1-1-1,0 0 0,0 1 1,1 0-1,22 13 2428,38 4-4200,-54-16 2348,37 8-1102,0-3-1,69 4 0,92-10-5370,-111-2 1309,-85 1 3981,0 0 0,0-1 0,-1 0 0,1-1-1,0 0 1,-1 0 0,1 0 0,9-6 0,-18 8 315,1-1 0,-1 0 0,1 0 0,-1 0 0,1 0 0,-1 0-1,0 0 1,1-1 0,-1 1 0,0 0 0,0 0 0,0 0 0,0 0 0,0 0 0,0 0 0,0 0-1,0 0 1,0 0 0,-1-2 0,1 1 16,-1-4 215,0 1 1,0 0-1,0-1 0,0 1 0,-1 0 0,0 0 1,0 0-1,-1 0 0,1 0 0,-1 0 0,0 1 1,0-1-1,-1 1 0,1 0 0,-1 0 0,0 0 0,-6-4 1,-11-14 1387,20 22-1535,0-1 0,-1 1 0,1-1 1,0 1-1,0 0 0,0 0 0,-1 0 0,1-1 1,0 1-1,0 0 0,-1 0 0,1 1 1,0-1-1,0 0 0,-1 0 0,1 1 1,0-1-1,-2 1 0,0 0 117,-3 0-117,0 1 1,0 0-1,-1 0 0,1 0 0,0 1 0,1 0 1,-1 0-1,1 1 0,-1 0 0,1 0 0,0 0 1,0 0-1,1 1 0,-1-1 0,1 1 0,-5 7 1,-24 42-2128,11 0-3753,15-23-647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8281,'0'0'6145,"0"2"-4322,2 8-1090,0-1 1,1 0 0,-1 0-1,2-1 1,6 14 0,-7-16-602,1 0 1,1 0 0,-1-1 0,1 0 0,0 0 0,0 0 0,0 0 0,0-1 0,1 0 0,0 0 0,0 0 0,0-1-1,8 4 1,36 12-696,0-2-1,56 12 0,27 8-9376,-98-26 2044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0 7629,'-39'54'1916,"24"-28"-412,-11 14-404,7-11-132,0-1-272,3 6-412,-25 81-2800,28-70-896,10-2-1773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9921,'3'20'4555,"-3"-21"-4438,1 0 1,-1 0-1,0 1 0,0-1 1,0 0-1,0 0 0,1 0 0,-1 1 1,0-1-1,1 0 0,-1 0 1,0 1-1,1-1 0,-1 0 1,1 1-1,-1-1 0,1 0 0,0 1 1,-1-1-1,1 1 0,0-1 1,-1 1-1,1-1 0,0 1 1,-1 0-1,1-1 0,0 1 0,0 0 1,0-1-1,-1 1 0,3 0 1,28 0 698,12 6-421,0-1 0,1-2 0,72-5-1,75-22-3418,-61 5-5469,-107 17 2369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 8229,'-79'54'1092,"40"-34"-284,11-3-188,-7-2-168,19-7-320,-6 9-380,0 3-536,-1-5-2288,4 2-1173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6845,'0'0'1696,"22"0"-116,3 0-368,-9-6-240,-3 1-336,6-1-124,0 3-628,7-11-600,8-15-948,-8 9-1584,-1 3-1477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7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35 798 6245,'0'0'17054,"-3"0"-16217,-29-5 834,32 3-1550,0-1 1,0 1-1,0 0 0,0 0 0,1-1 0,-1 1 1,0 0-1,1 0 0,0 0 0,-1-1 1,1 1-1,2-3 0,-3 4-53,26-60 310,3 2 0,41-64 0,88-102-3441,-88 132 435,30-38-6522,-48 64-1610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7313,'22'-20'14685,"-21"24"-14600,1-1 1,0 1-1,-1-1 0,1 0 0,0 1 1,0-1-1,1 0 0,-1 0 0,1-1 1,0 1-1,-1 0 0,1-1 0,0 0 1,5 3-1,-1 1 7,67 59 327,59 48 55,-88-76-428,-34-27-19,0 0 0,0 0 0,1-1 0,0-1 0,1 0-1,0-1 1,0 0 0,0-1 0,27 8 0,-34-13 100,1 1 1,-1-1-1,1-1 0,-1 1 1,1-1-1,-1 0 0,1-1 1,7-1-1,-12 2-80,1-1 0,-1-1 0,1 1 0,-1 0 0,1 0-1,-1-1 1,0 0 0,0 1 0,0-1 0,0 0 0,0 0 0,0 0-1,0 0 1,-1 0 0,1-1 0,-1 1 0,0 0 0,1-1 0,-1 1 0,0-1-1,0 1 1,0-4 0,3-10 77,0 0-1,-1-1 0,-1 1 1,-1-1-1,0 1 1,-1-1-1,-1 1 1,-3-19-1,-3-6 53,-25-82 0,10 56-341,-28-100-2634,40 125 1138,-2-6-1688,6 14-4225,2 12-2158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1 386 7897,'11'-8'1508,"0"0"1,0 0 0,1 1-1,16-6 1,22-14 1058,-7 3-1000,-34 20-1251,0 0 0,-1 0 1,0-1-1,0-1 1,0 1-1,12-13 1,-18 15-265,0 1 1,-1-1 0,0 0 0,1 0-1,-1 0 1,0 1 0,-1-1 0,1 0 0,0-1-1,-1 1 1,0 0 0,0 0 0,0 0-1,0 0 1,0 0 0,0 0 0,-1 0-1,-1-5 1,0 0-22,0 0 0,-1 0 0,0 1 0,-1-1 0,-6-11 0,-5-3 227,-2 1 0,0 1 0,-1 0 0,-26-21 0,42 39 28,-3 3 77,1 0-281,1-1-27,0 0 0,0 1 0,1-1 0,-1 1 0,0 0 0,1-1 0,-1 1 0,1 1 0,-1-1 0,1 0-1,-1 0 1,1 1 0,0-1 0,0 1 0,0 0 0,0 0 0,0 0 0,0 0 0,0 0 0,0 0 0,1 0 0,-1 1 0,1-1 0,0 1-1,-2 3 1,-3 13 117,1 1-1,0 0 0,2 0 0,0 0 0,2 1 0,0-1 0,1 1 0,1-1 0,1 1 0,0-1 1,2 0-1,10 33 0,-10-42-152,0-1 0,1 1 0,0-1 0,0 0 0,2 0 0,-1 0 0,1-1 0,0 0 0,1 0 0,13 11 0,-14-14-98,1-1 1,0 0 0,0 0-1,1-1 1,0 0 0,-1 0-1,1-1 1,0 0 0,1 0-1,-1-1 1,0-1 0,1 1-1,-1-1 1,12-1 0,0-1-538,1-1 0,0 0 1,-1-2-1,0-1 1,0 0-1,0-2 1,-1 0-1,27-14 0,3-6-3431,-1-2-1,45-35 1,-44 29-2971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137 120 11765,'-16'9'2428,"-16"-18"141,13 6 99,3 3 3132,0-8-4468,4 2 925,2-8-2061,-2 2-768,12-11-2337,-4 1 41,8 7 212,2-2-3285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723 214 5717,'-9'-2'602,"1"0"0,-1 0 0,0 1 0,0 0 0,1 1 0,-1 0 1,0 0-1,0 1 0,1 0 0,-1 1 0,1 0 0,-1 0 0,1 0 1,0 1-1,-10 5 0,-16 8 543,2 1 0,-38 27 0,40-24-762,1 2 0,0 1-1,2 2 1,1 0-1,1 2 1,1 1-1,-23 35 1,23-25-195,2 1-1,1 1 1,2 1 0,2 1 0,-17 63-1,14-25 152,4 0 0,-7 110 0,16 166 476,12-263-691,3 0-1,5-1 1,4 0-1,3-1 1,5-1 0,3-2-1,65 138 1,-78-197-148,1-2 0,1 0 0,1-1 1,1 0-1,2-2 0,0-1 0,2 0 0,37 29 1,-44-40-65,0-1 1,0 0-1,2-2 1,-1 0-1,1-1 1,0 0-1,1-2 1,-1 0-1,1-1 0,1-1 1,-1 0-1,0-2 1,1 0-1,37-3 1,-24-3-48,0-2 0,0-1 0,0-2-1,-1-1 1,-1-1 0,0-2 0,0-1 0,-1-2 0,43-30 0,-10 0-233,-1-3-1,106-111 1,-100 85 146,-5-2 0,-2-3 0,83-147 0,-70 86-93,90-237 0,-47 17 264,-96 279 210,-4-2 0,9-122 0,-23 165-37,-2 0 1,-2 1-1,-2-1 0,-2 0 0,-16-70 0,15 91-74,0 1-1,-1 1 1,-1-1-1,-1 1 1,-1 1 0,0 0-1,-1 0 1,-1 1-1,0 0 1,-1 1-1,-1 1 1,0 0-1,-28-20 1,22 20-22,-1 2-1,-1 1 1,1 1-1,-2 0 1,1 2 0,-1 1-1,-1 0 1,1 2-1,-1 1 1,0 1-1,0 0 1,0 2 0,-35 3-1,1 3 4,1 3 1,0 2-1,1 2 0,-82 31 0,45-10-172,2 5 0,-144 82-1,172-80-1144,-65 52 0,81-53-2343,-74 79 0,33-12-5739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7 4740,'0'0'6061,"-3"-1"-5601,-2-1-1906,-9-1 5735,8 3 672,16 4-3133,41 13-1548,1-3 0,0-2 0,107 10 0,-47-7-2079,-98-13 1259,92 12-2833,-33-8-2845,-29-6-881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0 6873,'-38'18'2136,"16"-16"-272,0 4-416,-4 6-256,-15 8-140,12-3-212,7 6-360,-3 5-28,-1 6-420,-2 1-632,6-1-612,-1 3-1036,-2 3-1352,9 0-2125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6581,'0'0'2832,"10"-20"-1712,-4 6 552,23 8-920,63 9 180,-51 3-608,7 2-60,5 4-148,8 2-244,2-3-412,1 1-280,6 5-300,-7-3-468,1-5-1516,-1 2-1205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89 6105,'-51'-37'7858,"50"36"-7548,0 0 1,-1-1 0,1 1 0,0-1 0,0 1 0,0-1 0,0 0 0,0 1 0,0-1-1,-1-3 1,38 3 202,0-2 0,54-12 0,-58 10-294,-17 4-181,0 1 0,0 0 0,-1 1-1,1 1 1,0 0 0,0 1 0,-1 1-1,1 0 1,-1 1 0,17 6-1,-3 2-71,0 0-1,-1 2 0,50 33 0,-17 5-1971,-25-19-447,-4-1-3658,-15-12 249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0 5553,'-48'23'1308,"42"-6"-208,-1-3-232,1 9-136,-4 3-144,4 0-140,-3-1-208,9 7-256,0 19-432,0-11-448,-4-3-1896,1 1-909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7397,'0'0'1324,"10"12"-128,0-4 1088,9-5-1844,0 3-84,3-3-168,0-1-244,7-2-228,2 0-328,4-2-296,16-7-596,-16 0-1408,0 1-1013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4864,'-29'29'1757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4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 2688,'-24'-3'561,"19"3"3373,9 0-3910,22 2-275,1 0 0,-1 3 0,34 9 0,-24-6-426,48 7 1,-17-9-486,13 2 458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1736,'42'-3'1264,"-26"1"-1288,3-1-32,3 3-452,-3 0 156,0-3 16,3 0 176,0 0-372,4 3 176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5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2568,'3'0'101,"0"-1"-1,0 1 1,0 1-1,0-1 1,0 0 0,0 1-1,0-1 1,0 1-1,0 0 1,0 0-1,3 2 1,-3-2-11,0-1-1,0 1 1,0-1-1,0 0 1,0 1-1,0-1 1,0-1-1,0 1 1,0 0 0,0-1-1,0 0 1,5-1-1,1 0 118,39-6 204,-45 7-189,-4-1-457,1-1 88,0 1 1,0 0 0,-1-1 0,1 1 0,-1 0-1,0 0 1,0 0 0,0-1 0,0 1 0,0 0-1,0 0 1,-2-2 0,-14-6-513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6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2508,'11'-3'286,"-1"1"0,1 0 0,-1 1 0,1 1 0,0-1 0,0 1-1,-1 1 1,1 0 0,12 3 0,23 1-87,282 21 346,-197-20-353,141-12 0,-63-5 100,142-5-48,-241 16-196,130 16 0,-22 16-159,-99-12-81,1-5-1,167-1 1,16-32 39,115-2 150,664 100 40,-1040-75-22,571 61 25,2-43-58,-93-25-279,-234 14 36,-113-2 165,-23-3 29,134 3 24,270-29-13,404-36 116,-930 54-78,611-6 306,-625 7-252,-12 0-2395,-17-12 1799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94 140 4312,'9'-26'7396,"-8"23"-6628,10-18 639,-10 19 821,9-6-805,-10 8-1337,0 0 1,0 0 0,0 0 0,0 0 0,0 0 0,0 0-1,0 1 1,0-1 0,0 0 0,0 0 0,0 0-1,0 0 1,0 0 0,0 1 0,0-1 0,0 0 0,0 0-1,0 0 1,0 0 0,0 0 0,0 1 0,0-1-1,0 0 1,0 0 0,0 0 0,0 0 0,1 0 0,-1 0-1,0 0 1,0 1 0,0-1 0,0 0 0,0 0-1,0 0 1,0 0 0,1 0 0,-1 0 0,0 0 0,0 0-1,0 0 1,0 0 0,0 0 0,1 0 0,-1 0-1,0 0 1,0 0 0,0 0 0,0 0 0,0 0 0,1 0-1,-1 0 1,0 0 0,0 0 0,0 0 0,0 0 0,0 0-1,0 0 1,1 0 0,-1 0 0,0 0 0,0-1-1,0 1 1,0 0 0,-6 23 962,-16 31-1128,13-33 332,1 1 0,-8 39 1,-2 3-51,5-24-83,2 0-1,2 0 1,-8 83 0,16-105-96,1 0 1,0 1 0,2-1-1,0 0 1,1 0-1,1 0 1,8 22 0,-9-29-9,1-1 0,1 0 0,0-1 0,0 1 0,1-1 0,0 0 0,1 0 0,0-1-1,0 0 1,1 0 0,-1-1 0,2 0 0,12 9 0,-13-12-8,0 0-1,1 0 0,0-1 0,-1 0 0,1 0 0,0-1 1,1 0-1,-1-1 0,0 0 0,0-1 0,1 1 1,-1-2-1,16-1 0,-6-1-15,-1-1 0,1-1 0,-1-1 0,0 0-1,27-14 1,-12 1 21,0-2-1,50-41 0,-53 37-13,2 1 0,48-26 0,-76 47-11,0 0-1,1 1 0,-1-1 1,1 1-1,-1 1 0,1-1 1,0 0-1,-1 1 0,1 0 1,0 0-1,0 1 0,0-1 1,0 1-1,0 0 0,0 0 1,0 1-1,0-1 0,0 1 1,0 0-1,-1 1 0,8 2 1,2 4 17,1 1 1,-1 1 0,-1 0-1,0 1 1,0 1-1,-1 0 1,-1 0 0,17 24-1,-17-22 16,1 1-1,0-1 1,1-1-1,1 0 0,0-1 1,0-1-1,28 18 1,-29-23-11,-1-1-1,1 0 1,0-1 0,0 0 0,0-1 0,1 0 0,-1-1 0,16 0 0,-9-2-8,0-1 0,0-1 0,0-1 1,0-1-1,22-7 0,-28 7 8,-1-1-1,0 0 0,0-1 1,0-1-1,-1 0 0,1-1 1,13-11-1,-19 13-5,0 0 0,0-1 0,-1 1 1,0-1-1,0-1 0,-1 1 0,0-1 0,-1 0 0,1 0 1,-1 0-1,-1-1 0,6-16 0,-5 0-4,-1 1 0,-1-1 1,-1 0-1,-1 0 0,-1 1 0,-1-1 0,-2 0 0,0 1 1,-2 0-1,-10-31 0,-1 9-10,-1 1-1,-3 1 1,-1 1 0,-37-53 0,49 83-127,0 0 0,-1 1 0,0 0 0,-1 0 0,-1 2 0,1-1 0,-2 2 0,0 0 0,0 0 0,0 1 0,-24-9 0,33 16-172,0-1 1,0 1 0,0 0 0,0 1 0,0-1-1,-1 1 1,1 0 0,0 0 0,0 1 0,0 0-1,0-1 1,0 2 0,-6 1 0,2 0-1068,0 0 0,1 1 1,-1 0-1,1 1 1,-12 8-1,-2 8-7553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21 5056,'-3'-1'1820,"-32"-4"5789,33 4-6357,-15-13 1698,32 16 216,30 5-2714,116 1-195,43-2-563,-28-21-1259,-128 16 341,-43-1 146,1 2-581,-3-1 692,12 5 369,-7-5-6524,-24 4 2063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93 4336,'0'0'3249,"2"-2"-2342,0 0-684,0 0-1,0 0 1,0 0-1,-1-1 1,1 1-1,-1 0 1,1-1-1,-1 1 1,0-1-1,0 1 1,0-1-1,0 1 1,-1-1-1,1 0 1,-1 1-1,1-1 1,-1 0-1,0 0 1,0 1-1,0-4 1,0 3 2651,2-23-1651,-3 19 2813,-5 16-3685,0-1 0,1 1-1,-1 1 1,2-1 0,-1 1 0,2 0 0,-1-1-1,1 2 1,1-1 0,0 0 0,-1 12 0,-1-3-96,-8 36 360,-8 42 224,11 45-1877,2-31-3772,-5-58-4058,6-27-649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45 153 6305,'-3'-26'1986,"3"25"-1873,0 0 0,0 1 0,-1-1-1,1 0 1,0 1 0,0-1 0,-1 0-1,1 1 1,-1-1 0,1 1 0,0-1-1,-1 0 1,1 1 0,-1-1 0,1 1-1,-1-1 1,0 1 0,1 0 0,-1-1-1,1 1 1,-1 0 0,0-1-1,1 1 1,-1 0 0,0 0 0,1-1-1,-1 1 1,0 0 0,-1 0 0,-13-8 6101,14 6-6059,0 0 1,-1 0 0,1 0 0,0 0 0,0 0 0,0 0 0,1-1-1,-1 1 1,0 0 0,1 0 0,0-1 0,-1 1 0,1 0-1,0-1 1,0 1 0,0 0 0,0-1 0,1 1 0,-1 0 0,1-1-1,-1 1 1,1 0 0,0 0 0,0 0 0,0-1 0,0 1 0,0 0-1,0 0 1,1 0 0,-1 1 0,1-1 0,-1 0 0,1 0-1,0 1 1,3-3 0,2 0-99,0 1 0,0-1 0,1 1 0,-1 0 0,1 1 0,0 0 0,0 0 0,0 1 0,0 0 0,0 0 0,0 1 0,0 0 0,0 0 0,0 1 0,0 0 0,0 0 0,13 5 0,-12-3-46,1 0 0,-1 0 1,0 1-1,0 0 0,-1 1 1,1 0-1,-1 0 0,0 1 1,0 0-1,-1 1 0,0-1 1,0 2-1,0-1 0,6 10 1,-7-5-6,0-1 0,0 1 0,-1 0 1,-1 0-1,0 1 0,-1-1 0,0 1 0,-1 0 1,-1 0-1,0 0 0,0 0 0,-1 0 1,-1 0-1,0 0 0,-1 0 0,-5 17 0,-3 6 7,-1-1 0,-2 0-1,-2-1 1,-28 49-1,16-43-17,21-32 87,0 1 0,0 0 1,1 0-1,-7 13 0,-1-6 272,12-16-340,1 1 0,-1-1 0,0 1 0,0-1 0,1 1 0,-1-1 0,1 1 0,-1-1 0,1 1 0,-1 0 0,1 0 0,-1-1 0,1 1 0,-1 0 0,1 0 0,0-1 0,-1 1 0,1 1 0,-14-26 144,14 14-182,2 1 0,-1-1 1,1 1-1,0 0 0,1-1 1,0 1-1,0 1 0,6-11 1,-1 1-98,7-12-179,1 2-1,1 0 1,1 1 0,1 1 0,37-38 0,-44 51 211,35-37-341,56-45 1,-61 57 281,-36 34 195,1-1 1,-1 1 0,1 0 0,9-4-1,-5 2 49,-9 5 993,0 3-851,-1 0-1,0 0 0,0 0 0,1 1 1,-1-1-1,-1 0 0,1 1 1,0-1-1,0 5 0,-1 2 51,-1 0 0,0 0 0,-1 1 0,1-1 0,-2 0 0,0 0 0,0-1 0,0 1 0,-8 13 0,-4 11 382,6-8-572,-3 2 197,2 0-1,1 1 1,1 0-1,-7 51 1,14-70-248,1-1 0,0 1 0,0-1 0,1 0 0,0 1 0,1-1 0,-1 0 0,2 0 0,-1 0 0,1 0 0,0 0 0,1 0 0,0-1 1,0 0-1,1 0 0,-1 0 0,2 0 0,-1-1 0,1 1 0,0-1 0,10 7 0,-3-3-228,0-2 0,1 1-1,1-2 1,-1 1 0,1-2 0,0 0 0,26 6-1,-1-3-962,73 7 0,-55-13-1702,95-5 0,-13-13-6176,-43 1-2309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40 7557,'0'0'3671,"-2"2"-3005,0-1-1,0 0 1,0 1-1,1 0 1,-1-1 0,0 1-1,1 0 1,0 0-1,-3 3 1,5 3-156,-1-6-457,0-1 0,0 0 0,1 0 0,-1 0-1,0 1 1,0-1 0,0 0 0,1 0 0,-1 0 0,1 0-1,-1 0 1,1 1 0,-1-1 0,1 0 0,0 0 0,-1 0-1,1 0 1,0-1 0,0 1 0,0 0 0,0 0 0,0 0-1,0-1 1,0 1 0,0 0 0,0-1 0,0 1 0,0-1-1,0 1 1,0-1 0,1 0 0,-1 1 0,0-1 0,0 0-1,0 0 1,1 0 0,1 0 0,66 5 576,0-4 1,102-10-1,-81 3-402,-30 2-84,618-49 327,-360 22-169,-313 30-332,-25 10-4046,8-2 1603,3-6-3135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11 9921,'-3'-1'2563,"2"-1"-1927,-1 1 1,0 0-1,0 0 0,0 0 1,1 1-1,-1-1 1,0 0-1,0 1 0,0-1 1,-1 1-1,1 0 0,0 0 1,0-1-1,0 1 1,0 1-1,0-1 0,0 0 1,0 0-1,0 1 1,0-1-1,0 1 0,0 0 1,0 0-1,0-1 0,0 1 1,1 0-1,-4 2 1,3-1-538,1 0 0,-1-1 0,0 1 0,1 0 0,-1 0 0,1 0 0,0 0 1,0 0-1,0 0 0,-2 4 0,-6 20-83,1 1 0,2 1 0,0-1 1,2 1-1,1 0 0,1 0 0,1 0 0,2 0 1,5 40-1,-2-37-2195,1 35 1,-1-5-2253,6 1-4056,3-22-2809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11333,'0'0'4082,"-10"9"-923,9-7-2950,0 0-1,-1 0 1,1 0-1,0-1 1,0 1-1,1 0 1,-1 1-1,0-1 1,1 0-1,-1 0 1,1 0 0,-1 0-1,1 0 1,0 1-1,0 3 1,7 38 756,-3-21-239,1 53 935,-7 149 1,-1-135-1265,-7 43-27,1 23-5,3-112-62,6-41-272,4-4 3,15-8-2,0 0 0,-1-1 1,0-1-1,21-17 0,-16 12-36,49-27 1,-55 35-7,1 1 1,0 1-1,1 1 0,-1 1 0,1 0 0,0 1 0,-1 1 0,1 1 1,1 1-1,35 3 0,-43-1 2,-1 0 0,0 0-1,0 1 1,-1 0 0,1 1 0,-1 0 0,1 0-1,-1 1 1,-1 1 0,1 0 0,-1 0 0,0 1 0,0 0-1,-1 1 1,0-1 0,0 2 0,-1-1 0,0 1-1,9 14 1,-14-18 8,1 0-1,-1-1 1,-1 1-1,1 0 1,-1 0-1,0 0 1,0 0 0,0 0-1,-1 1 1,0-1-1,0 0 1,0 0-1,0 0 1,-1 0-1,0 0 1,0 1-1,0-1 1,-1-1-1,0 1 1,0 0-1,0 0 1,0-1 0,-1 1-1,0-1 1,-4 5-1,0 1 5,-1 0 0,-1-1 0,0-1-1,0 1 1,0-2 0,-1 1 0,0-1 0,-1-1-1,-14 7 1,-14 3 19,-2-2 0,0-2-1,-63 11 1,0 0-1372,102-23 1071,0 0 1,0-1-1,0 1 0,0-1 1,1 1-1,-1-1 0,0 0 1,0 0-1,0 0 0,1 0 1,-1 0-1,0 0 0,1 0 0,-1 0 1,1-1-1,-1 1 0,-1-3 1,3 2-265,-1 1-1,1-1 1,0 0 0,-1 0 0,1 0 0,0 0 0,0 0 0,0 0 0,0 0-1,0 0 1,1 0 0,-1 0 0,1 0 0,-1 0 0,1 1 0,1-3 0,9-23-9335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8 266 10597,'-1'-3'2388,"-1"-3"-1847,1 0-1,0 0 1,0 0-1,0 0 1,0 0 0,1-1-1,0 1 1,1 0-1,0 0 1,-1 0-1,3-7 1,0 5-149,0 0 0,0 0 0,0 0 0,1 0 0,0 1 0,1 0 0,9-12 0,-7 10-260,1 1-1,1 0 1,-1 0 0,1 1-1,1 0 1,-1 0 0,1 1-1,0 0 1,1 1 0,0 0-1,-1 1 1,21-5 0,-1 2-1021,0 2 1,1 0 0,40 1 0,-52 5-939,-1 0 1,0 1-1,0 1 1,19 5-1,10 6-6823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14 121 9237,'-13'-9'12233,"22"-2"-11473,1-1-284,18 6-380,20-5-352,-7 5-732,1-2-564,5-7-384,1 1-761,-4 0-1771,10 0-3453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15 9369,'7'-14'7738,"-21"29"-4684,-23 35-842,6 7-740,2 1 1,-30 84-1,47-106-1221,1 1 0,2 0 0,2 0 0,1 0 0,-1 60 1,7-84-242,0 0 1,1 0-1,1 0 0,0 0 1,1 0-1,0 0 1,1 0-1,1-1 1,0 0-1,0 0 1,1 0-1,1-1 1,0 0-1,0 0 1,1 0-1,1-1 1,-1 0-1,2-1 1,-1 0-1,1 0 0,1-1 1,0-1-1,0 0 1,0 0-1,1-1 1,24 9-1,-9-6-188,0-1-1,1-2 1,0-1-1,1-1 1,-1-2 0,40 0-1,-49-3 107,1-1 0,0 0 0,-1-1-1,1-1 1,-1-1 0,0-1 0,-1-1 0,1 0 0,-2-1 0,20-12-1,-29 14 58,0 0-1,0 0 0,-1-1 1,1 0-1,-1 0 1,-1-1-1,0 0 0,0 0 1,0-1-1,-1 1 0,0-1 1,-1 0-1,0-1 0,0 1 1,-1-1-1,0 1 0,-1-1 1,0 0-1,-1 0 1,0 0-1,0 0 0,-1-1 1,-2-16-1,0 5 11,-2 0-1,0 0 1,-2 0 0,0 0 0,-2 1-1,0 0 1,-1 1 0,-1 0 0,-22-33-1,9 22 13,-1 1-1,-1 2 0,-2 0 0,0 2 0,-2 1 0,-1 1 0,-1 2 0,-1 0 0,0 3 1,-57-25-1,76 38-313,-1 2 1,1 0 0,-1 0 0,0 2-1,0-1 1,0 2 0,0 0 0,-1 0-1,1 2 1,0 0 0,-24 4 0,37-5-20,-1 1-1,0-1 1,0 1 0,0 0 0,0 0 0,0 0-1,1 0 1,-1 0 0,0 0 0,1 0 0,-1 0-1,1 1 1,-1-1 0,1 0 0,-1 1 0,1-1-1,0 1 1,0 0 0,0-1 0,0 1 0,0 0 0,0 0-1,1 0 1,-1 0 0,0 0 0,1 0 0,0-1-1,-1 1 1,1 0 0,0 0 0,0 0 0,0 4-1,12 23-8425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81 12037,'-12'-20'2112,"-1"17"981,4-9-1969,-1 4-28,0-12-4433,4 3-1387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8749,'3'7'291,"-1"-1"0,1 1 1,-1 0-1,-1 1 0,1-1 1,-1 0-1,0 0 0,-1 1 1,1-1-1,-2 0 0,0 10 0,-3 52 2027,2 0 0,15 122-1,-5-99-1630,7 126 332,33 399-388,-21-379-4204,103 422-1,-116-609 2741,38 133-4414,-15-79-76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1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65 104 3700,'-7'2'894,"1"0"-1,-1 1 1,1 0-1,-12 7 2788,16-10-3372,0 1-1,1-1 1,-1 1 0,1 0 0,-1 0-1,1-1 1,0 1 0,-1 0 0,1 0-1,0 1 1,-1-1 0,1 0 0,-1 2-1,96-13 1250,249-20 332,1041-5-969,-960 31-882,372-7-89,-324 7-30,1787-8-603,-779 1 499,-1176 5 282,58-8-536,34 19-560,172 16 416,-478-13 574,67 6 84,127 6-204,146-2 34,-218-27 66,-106 3-40,-102 6 142,0 0-108,12 0-3,1-1 0,-1-1 0,1-1 0,24-7 0,19-2 3,-12-4 14,-45 15 20,38-2-602,-37 3 432,15 3-270,28 4-724,-28-6 5813,-21 1-4574,0-1-1,0 0 1,1 1-1,-1 0 0,0 0 1,1-1-1,-1 1 0,1 0 1,-1 0-1,1 0 1,0 0-1,0 1 0,-1 1 1,-13 37 507,2 1 1,2 1 0,-8 65-1,3-20-57,-67 614 1352,79-651-1846,0 474-2306,8-354-239,7 30-5456,-4-103-684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3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60 4068,'0'0'98,"-1"1"0,1-1 0,0 0-1,0 0 1,0 1 0,0-1 0,0 0 0,-1 0-1,1 0 1,0 1 0,0-1 0,0 0-1,-1 0 1,1 0 0,0 0 0,0 0-1,0 1 1,-1-1 0,1 0 0,0 0 0,0 0-1,-1 0 1,1 0 0,0 0 0,0 0-1,-1 0 1,1 0 0,0 0 0,0 0-1,-1 0 1,1 0 0,0 0 0,-1 0-1,1 0 1,0 0 0,0 0 0,-1-1 0,-9-8 1312,-3-16-588,14 24-806,-1 1-1,0 0 0,0-1 1,0 1-1,0-1 1,0 1-1,0-1 0,0 1 1,0 0-1,0-1 1,0 1-1,-1-1 1,1 1-1,0 0 0,0-1 1,0 1-1,0-1 1,-1 1-1,1 0 0,0-1 1,0 1-1,-1 0 1,1-1-1,0 1 0,0 0 1,-1 0-1,1-1 1,-1 1-1,1 0 0,0 0 1,-1-1-1,1 1 1,0 0-1,-1 0 0,1 0 1,-1 0-1,1 0 1,0 0-1,-1-1 1,1 1-1,-1 0 0,-1 1 93,0 0 0,0 0-1,0 0 1,1 0-1,-1 1 1,0-1-1,1 0 1,-1 1 0,1-1-1,0 1 1,-2 2-1,-30 35 839,32-38-885,-1 1-20,-43 28 2980,46-29-3004,1 0 0,0 1-1,-1-1 1,1 0-1,0 0 1,0-1-1,-1 1 1,1 0 0,0 0-1,0-1 1,0 1-1,0-1 1,2 0-1,-2 1 6,281 40 640,-223-34-623,212 23 146,424 54 14,-395-49-27,756 73 348,83-87-167,-853-26-327,861-8-161,-56 84 238,-875-54-211,-87-8 190,51-1-103,190-15 1,798-86-88,-568 0 124,-412 61-38,106 6-64,-123 10-12,-139 14 92,0-2 1,0 0-1,-1-3 0,0-1 1,39-14-1,-58 16-10,-1 0 0,0-1 0,14-10 0,8-4 12,-10 6 6,-12 8-8,0 0 0,1 0 0,0 1-1,21-7 1,1 0-31,-28 10 43,1 0-1,-1 0 0,1 1 1,0 0-1,0 0 0,12 0 1,111-7-4,-70 8 7,64-9 0,-70 1 13,-53 9-3,-3-3-326,0 1 147,0 0 1,0-1-1,-1 1 1,1 0-1,-1 0 1,1-1 0,-3 0-1,-3-1-936,0 1 0,0 0 0,0 1 0,-1 0 1,-9-2-1,15 4 627,-24-6-5887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 4868,'-10'19'1363,"-4"-24"665,-1 0 5496,28 27-6916,-2 1-1,0 0 0,-1 1 0,9 34 1,-11-21-584,-2 1 0,-1 0 0,-2 0 0,-2 1 0,-2-1 1,-1 0-1,-2 0 0,-1 0 0,-2 0 0,-2-1 0,-2 0 0,-1 0 1,-23 47-1,-14 9-2989,13-31-2649,10-17-1981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2664,'40'-11'200,"-30"7"-124,0 1 0,0 0 0,1 1 0,-1 0 0,1 1 0,0 0-1,-1 1 1,1 0 0,12 2 0,17 1 269,63 10 434,-33-3-108,91 1-1,2 0-17,424 29 693,-585-40-1344,54 3 54,469 14 261,642-6-58,-1125-10-246,710 59-39,-402-22-2,153-4 117,13-41 67,-303-5-5,63-14 204,92-7-45,-205 26-205,-129 3-116,-26 3 8,-1-1 1,0 2 0,1-1 0,-1 1 0,0 0 0,1 1 0,11 1 0,-3 2-106,-27-2-1112,-33-2-2244,19-3 1422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8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 3384,'-3'17'728,"9"-28"-512,1-1-908,9 7-380,-1 2 332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1:3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24340,'9473'11113'0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1:56.7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1588 23280,'2196'-1587'0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09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1 24575,'1'6'0,"0"-1"0,0 1 0,1-1 0,0 0 0,0 1 0,0-1 0,1 0 0,0 0 0,0-1 0,0 1 0,0 0 0,1-1 0,8 8 0,4 7 0,173 206 0,-157-190 0,-24-26 0,-1 0 0,1 1 0,-2 0 0,1 0 0,-1 1 0,-1-1 0,0 1 0,3 12 0,-7-20 0,0 0 0,0 0 0,-1 0 0,1 0 0,-1 0 0,0 1 0,0-1 0,0 0 0,0 0 0,0 0 0,-1 0 0,1 0 0,-1 0 0,0 0 0,0 0 0,0 0 0,-1 0 0,1 0 0,-1 0 0,1-1 0,-1 1 0,0 0 0,0-1 0,0 0 0,0 1 0,-1-1 0,1 0 0,0 0 0,-1 0 0,0-1 0,1 1 0,-1 0 0,0-1 0,-5 2 0,3-1 0,-29 13 0,-1-1 0,-61 14 0,51-18-455,1 2 0,-64 25 0,68-19-6371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15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929 566 24575,'-6'-1'0,"0"0"0,1 0 0,-1 0 0,1 0 0,-8-4 0,-27-5 0,30 10 0,1 0 0,-1 1 0,1 1 0,-1-1 0,1 1 0,-1 1 0,1 0 0,0 0 0,0 1 0,1 0 0,-14 8 0,-8 8 0,-49 42 0,25-18 0,36-29 0,0 1 0,1 0 0,0 1 0,1 1 0,-16 25 0,-56 105 0,6-11 0,-25 48 0,79-127 0,4 0 0,1 2 0,4 0 0,2 1 0,-11 80 0,13-14 0,4 193 0,12-311 0,0 0 0,0 0 0,1-1 0,1 1 0,-1-1 0,1 1 0,1-1 0,0 0 0,0 0 0,0-1 0,7 10 0,10 10 0,36 38 0,-42-48 0,148 189 0,-118-144 0,2-1 0,84 82 0,53 8 0,-153-129 0,0-2 0,1-2 0,2-1 0,48 19 0,-60-30 0,0 0 0,-1-1 0,2-2 0,34 2 0,91-7 0,-78-1 0,-12-1 0,0-2 0,-1-2 0,0-3 0,108-37 0,-40 0 0,122-65 0,38-34 130,90-44-3061,-254 129 2651,130-89 0,-157 91 585,113-79 1534,-177 116-1596,-1-2 1,-1 0-1,-2-2 1,35-44-1,-45 48-243,-2-1 0,0 0 0,-2-1 0,-1-1 0,-1 1 0,-1-2 0,6-30 0,2-25 0,5-87 0,-3-561 0,-22 480 0,3 241 0,-1-1 0,0 1 0,-1-1 0,0 1 0,0 0 0,-1 0 0,-1 0 0,1 0 0,-1 1 0,-1-1 0,0 1 0,0 0 0,0 0 0,-1 1 0,-8-9 0,-11-9 0,-2 1 0,-51-36 0,33 26 0,-19-11 0,-98-52 0,89 56 0,53 29 0,-1 1 0,0 1 0,-37-12 0,45 18 0,0 1 0,-1 1 0,1 1 0,-1-1 0,0 2 0,1 0 0,-1 1 0,-17 3 0,-37 11-238,1 3 0,1 2-1,-86 41 1,124-50-174,-221 95-6414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18.5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3149 112 24575,'-48'-26'0,"28"14"0,0 1 0,0 1 0,-1 0 0,0 2 0,0 1 0,-1 0 0,-28-4 0,-40 4 0,-1 4 0,0 4 0,-154 22 0,130-8 0,0 5 0,-170 54 0,217-51 0,2 3 0,1 2 0,1 4 0,1 2 0,-82 60 0,-276 193 0,234-182 0,-99 59 0,13 23 0,255-171 0,0 1 0,2 1 0,0 0 0,0 1 0,2 1 0,0 0 0,2 1 0,0 1 0,1-1 0,2 2 0,0 0 0,-7 28 0,0 12 0,3 2 0,3 0 0,-2 85 0,9-98 0,2 0 0,3-1 0,2 1 0,2-1 0,2 0 0,3 0 0,2-1 0,2-1 0,30 68 0,-5-36 4,5-2-1,2-2 0,87 106 0,-50-84-84,180 163 0,-160-173-77,3-5 0,4-5 0,3-5 0,143 69 0,-172-103 133,2-3 0,1-5 0,2-3 1,1-4-1,0-4 0,179 17 0,-220-35 33,0-2 0,1-3 0,-1-1 0,0-3 0,0-2 0,-1-2 0,0-2 0,-1-2 0,0-3 0,-1-1 0,-1-3-1,62-37 1,-30 6 245,-2-4-1,-3-3 0,75-78 1,-54 37-253,123-170 0,-114 123 0,138-264 0,-164 265 0,-24 48 0,73-189 0,-68 97 0,52-318 0,-87 318 0,-22 157 0,-2 0 0,-1 0 0,-11-59 0,-5 10 0,-5 0 0,-2 2 0,-42-89 0,60 155 0,-1-1 0,0 1 0,-1 0 0,0 1 0,-21-23 0,23 30 0,0 0 0,0 0 0,0 0 0,-1 1 0,0 0 0,0 0 0,0 1 0,-1 0 0,1 1 0,-1 0 0,-15-3 0,-45-12-49,-79-31-1,82 25-1216,-3 1-5560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1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718 263 24575,'-28'-26'0,"-1"1"0,-1 2 0,-1 1 0,-1 1 0,-61-29 0,34 17 0,39 21 0,-1 0 0,0 2 0,-43-15 0,61 24 0,-1 0 0,0 1 0,0-1 0,0 1 0,0 0 0,0 0 0,0 0 0,0 0 0,0 1 0,0 0 0,0 0 0,0 0 0,1 0 0,-1 0 0,-6 4 0,3-1 0,1 0 0,-1 1 0,1 0 0,0 0 0,0 1 0,0-1 0,-6 10 0,-4 8 0,1 0 0,1 2 0,-15 34 0,9-15 0,-28 91 0,41-108 0,1 1 0,1 1 0,2-1 0,0 49 0,3-64 0,1-1 0,0 1 0,1-1 0,0 0 0,1 0 0,0 0 0,7 16 0,-7-20 0,1-1 0,1-1 0,-1 1 0,1-1 0,0 0 0,0 0 0,1 0 0,0-1 0,0 1 0,0-1 0,0-1 0,13 7 0,22 15 0,-1 2 0,-2 1 0,0 3 0,-2 0 0,44 53 0,-68-71 0,1 0 0,1-1 0,0 0 0,1-2 0,20 14 0,-26-20 0,0-1 0,1 0 0,-1 0 0,1-1 0,0 0 0,0 0 0,0-1 0,0-1 0,0 0 0,0 0 0,14-1 0,-13-1 0,1 1 0,0-1 0,-1-1 0,1 0 0,-1-1 0,0 0 0,1-1 0,-1 0 0,-1-1 0,1 0 0,-1 0 0,0-1 0,0-1 0,-1 1 0,1-2 0,-1 1 0,-1-1 0,0-1 0,0 1 0,-1-1 0,0-1 0,6-10 0,126-222 0,-117 194 0,-2-1 0,-2 0 0,15-71 0,-31 113 0,-1-1 0,0 1 0,-1-1 0,0 1 0,0-1 0,-1 1 0,0-1 0,0 1 0,0-1 0,-1 1 0,0 0 0,-1-1 0,1 1 0,-2 0 0,1 1 0,-1-1 0,0 1 0,0-1 0,0 1 0,-1 0 0,0 1 0,0-1 0,-1 1 0,0 0 0,0 1 0,0-1 0,-12-6 0,-2 2 0,0 0 0,0 1 0,-1 2 0,0 0 0,0 1 0,0 1 0,-26-2 0,-32-7 0,-4-3-97,-205-52-1171,265 60-5558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6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 7 24575,'5'-5'0,"1"4"0,0 15 0,-2 18 0,-5 18 0,-8 18 0,-5 16 0,-2 15 0,-2 10 0,2 8 0,4 17 0,3 6 0,4 4 0,3 3 0,1-10 0,1-14 0,6-19 0,0-28-8191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8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1 531 22664,'9233'-528'0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42.1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1 808 24575,'9'-7'0,"0"1"0,0 1 0,0-1 0,1 2 0,0-1 0,0 1 0,0 1 0,18-5 0,-2 0 0,64-17 3,2 4 0,0 3-1,103-5 1,286 4-96,-375 18 11,720-22-810,528-3 1129,-1226 23-1667,189-28 1,118-54-1677,-310 51 2903,-75 18 536,1 3 1,1 2-1,60-5 1,72 9 4782,94 6-4302,51-2-1233,452-54-291,-722 48 710,-2-3 0,1-2 0,57-22 0,-95 29 115,2 1 0,-1 2 0,1 0 1,35-2-1,90 6 263,-78 1-480,669 3 102,-670-8 0,110-19 0,-60 5 0,-60 11 0,592-86 0,-430 37 0,-139 38-1365,-57 12-5461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43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0 24575,'-3'1'0,"1"-1"0,0 0 0,-1 1 0,1 0 0,0 0 0,-1-1 0,1 1 0,0 1 0,0-1 0,0 0 0,0 0 0,0 1 0,0-1 0,0 1 0,0 0 0,1 0 0,-1-1 0,1 1 0,-1 0 0,1 0 0,0 1 0,-1-1 0,1 0 0,-1 3 0,-3 7 0,0 1 0,1 0 0,-2 14 0,4-20 0,-2 10 0,-40 185 0,37-156 0,1 1 0,2 68 0,7 53 0,-20 187 0,11-298 0,3 1 0,2 0 0,3-1 0,11 79 0,-4-61 0,-4 0 0,-6 93 0,-1-60 0,1-89-151,0 0-1,-2 0 0,0 0 0,-1-1 1,-1 0-1,0 1 0,-2-2 1,-15 32-1,-12 15-6674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4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576 932 8297,'-50'-15'4237,"41"13"-3190,-1 0-1,2-1 0,-1 0 0,0-1 0,-13-7 1,12 6-580,1 0 0,0 0 0,-1 1 0,0 0 0,0 1 0,0 0 0,-1 1 1,1 0-1,0 0 0,-1 1 0,1 1 0,-1 0 0,0 0 0,-20 4 0,21-2-247,-1 0 0,1 1 1,-1 1-1,1 0 0,0 0 0,0 1 0,1 0 0,-1 1 0,1 0 0,0 1 1,1-1-1,-1 2 0,2-1 0,-10 12 0,2 0 28,2 2 1,0 0-1,1 0 0,1 1 1,-11 35-1,9-20-2,3 1 1,-11 65-1,18-82-199,1 1 0,1-1 0,1 1 0,1-1 0,1 1 0,1-1 0,1 1 0,0-1 1,2 0-1,8 20 0,-10-30-28,1-1 0,0 0 0,1 0 0,0-1 0,0 1 0,1-1 1,0-1-1,1 1 0,0-1 0,0-1 0,1 1 0,0-1 0,0-1 0,0 0 1,1 0-1,0-1 0,1 0 0,-1 0 0,1-2 0,17 6 0,-14-7-10,0-1 1,0 0-1,0 0 0,0-1 0,0-1 0,-1-1 0,1 0 1,0 0-1,0-2 0,-1 1 0,0-2 0,0 0 0,0 0 0,-1-1 1,20-13-1,-8 4-22,-2-2 0,0 0 1,0-1-1,-2-2 1,-1 0-1,32-41 0,-39 43 4,0-1 0,-1-1 0,0 1-1,-2-2 1,-1 0 0,0 0 0,4-24-1,-5 13-7,-2-1-1,-1 1 1,-2-1-1,-1-42 1,-7 6 13,-3 0 1,-3 1 0,-40-128 0,-141-279 445,87 270-269,96 191-173,4 14 0,2 14 0,4-13 0,-1 13 0,0-1 0,1 1 0,1-1 0,0 1 0,1-1 0,0 1 0,1-1 0,8 22 0,1 12 0,85 349 0,166 427 0,-227-732-240,63 112 0,16-24-7705,-71-127-46,-2-12-5376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4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76 469 12321,'-34'24'2230,"27"-20"-120,4-3-1381,-1 0 0,1-1 1,0 1-1,0 1 0,0-1 0,0 0 1,0 1-1,0-1 0,-3 4 1,57-9 276,-1-3 1,0-1 0,82-25 0,-73 17-637,264-78 277,-81 21-1419,289-100-5995,-342 107-1705,-77 28-1531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324 609 11909,'-23'2'475,"12"-1"138,-1 0 0,0-1 0,0-1 0,1 1 0,-1-2 0,0 1 0,-12-5 0,-67-15 3896,23 7-1534,66 14-2900,0-1 1,-1 1 0,1-1 0,0 0 0,0 0-1,0 0 1,0 0 0,0 0 0,1 0 0,-1 0-1,0 0 1,0-1 0,1 1 0,-1-1 0,-1-1-1,3 2-38,-1-1-1,1 1 1,-1 0-1,1 0 1,-1-1-1,1 1 1,0 0-1,0 0 1,-1-1-1,1 1 1,0 0-1,0-1 1,0 1-1,0 0 1,1-1-1,-1 1 1,0 0-1,1-3 0,2-1 11,-1 0-1,1 0 1,0 1-1,0-1 1,0 1-1,1-1 1,0 1-1,0 0 1,0 1-1,0-1 1,5-3-1,28-18-148,1 2 0,64-30 0,91-26-1595,-79 34 295,177-65-3417,-93 42-1490,-6 4-3409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58 375 12501,'-35'20'4117,"22"-31"-1857,4-1 1204,15 1-2264,13-9-212,19 0-184,13-3-180,19-3-348,22-2-632,9-4-260,7-5-580,10-3-708,3-5-684,-7-1-3233,-3 3-4948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242 426 12265,'-32'-16'1379,"17"8"152,0 1-1,0 0 1,-24-6-1,23 8 33,1 0-1,0-2 1,0 0-1,0 0 1,1-1-1,-21-16 1902,38 25-3319,9 4-142,1 1-1,-1 1 0,0 0 0,0 0 1,-1 1-1,0 1 0,13 13 1,66 78-5,-87-97 2,22 27 0,365 413 0,-375-429 0,0 0 0,0-1 0,2-1 0,0-1 0,0 0 0,31 13 0,-44-22 0,0 0 0,1-1 0,-1 0 0,1 0 0,-1 0 0,1 0 0,-1-1 0,1 0 0,-1 0 0,1 0 0,0 0 0,-1-1 0,1 0 0,-1 0 0,0 0 0,1 0 0,7-4 0,-4 1 0,0 0 0,-1-1 0,1 0 0,-1 0 0,0-1 0,9-8 0,-9 6 0,-1 0 0,1 0 0,-1 0 0,-1-1 0,1 0 0,-2 0 0,1 0 0,-1-1 0,3-10 0,0-8 0,8-52 0,-11 53 0,1-28 76,-3 0 0,-1-1-1,-8-54 1,2 39-873,5-87 0,2 132-916,2-1 1,8-31 0,-7 39-751,2 0 1,0 0-1,16-30 1,16-11-11043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168 340 12913,'-1'-3'2365,"-1"-6"-1186,1-10 1354,2 17-2342,0 0 0,1 1-1,-1-1 1,0 0 0,1 0-1,-1 1 1,1-1 0,-1 1 0,1-1-1,0 1 1,-1-1 0,5-1-1,182-119 6473,-179 117-6457,-1-1 0,-1 0-1,1 0 1,12-15 0,-15 15-109,-3 4-57,0-1 0,0 0 1,0 1-1,-1-1 0,1 0 0,-1 0 1,1 0-1,-1 0 0,0 0 0,-1 0 1,1-1-1,0 1 0,-1 0 0,0 0 1,1-1-1,-1 1 0,-1 0 0,1-1 0,0 1 1,-1 0-1,0 0 0,-2-7 0,3 8-13,-1 0 0,0 0-1,0 0 1,0 0 0,0 0-1,0 0 1,0 1 0,-1-1-1,1 0 1,-1 0 0,1 1-1,-1-1 1,0 1 0,1 0-1,-1-1 1,0 1-1,0 0 1,0 0 0,0 0-1,0 0 1,0 0 0,0 1-1,0-1 1,-1 1 0,1-1-1,0 1 1,0 0 0,0 0-1,-1 0 1,1 0 0,0 0-1,-4 1 1,-7 2 144,1 0 1,0 1-1,0 1 1,0 0-1,0 1 1,1 0-1,0 0 1,-14 11-1,12-5-148,-1 1 0,1 0 0,1 1 0,0 0 0,1 0 0,-18 33 0,-56 119-23,68-129 0,-21 66 0,33-80 0,0 0 0,1 0 0,-1 26 0,4-37 0,1 0 0,0 0 0,0 0 0,1 0 0,1 0 0,0 0 0,0 0 0,2-1 0,-1 1 0,1-1 0,1 0 0,0 0 0,0 0 0,1-1 0,1 0 0,0 0 0,0 0 0,1-1 0,0 0 0,0-1 0,1 0 0,0 0 0,1-1 0,0 0 0,0 0 0,21 9 0,-6-7-4,1 0 1,0-2-1,0-1 0,1-1 1,0-1-1,0-2 0,0 0 1,35-4-1,16-4-1749,120-27 0,83-39-5388,-93 10-828,-24 4-3165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13397,'-27'57'3170,"19"-43"-2198,2-1-1,0 1 1,-7 23-1,5-5 157,2 1 0,2 0 0,1 0 0,1 0-1,6 63 1,6-13 140,25 93 0,-19-112-852,4 0 1,36 81-1,70 114 295,-113-235-669,1 3 120,24 30 0,-36-57-135,1 0 0,-1 0 0,0 0 1,1 0-1,-1 0 0,1-1 1,-1 1-1,0-1 0,1 0 0,-1 0 1,0 1-1,0-2 0,3 0 1,-2-2-5,0 1 0,-1-1 0,1 0 0,-1 1 0,0-1 0,0 0 0,0 0 0,-1-1 0,2-5 1,0 1 3,4-12-24,2 1-1,0 0 1,1 1-1,1 0 1,1 0-1,0 1 1,1 1-1,1 0 1,1 1-1,1 1 1,0 0-1,0 1 1,2 0-1,0 2 1,0 0-1,1 1 1,36-15-1,-21 12-2,1 1 0,-1 2 0,2 2 0,-1 1 0,71-6 0,-84 12 0,0 2 0,0 0 0,1 2 0,-1 0 0,0 1 0,-1 1 0,1 2 0,-1 0 0,0 1 0,40 19 0,-55-22 0,0-1 0,0 1 0,0 0 0,0 1 0,-1-1 0,0 1 0,0 0 0,0 0 0,-1 1 0,0-1 0,0 1 0,0 0 0,-1 0 0,5 12 0,-6-13 0,0 1 0,-1 0 0,0 0 0,0 1 0,-1-1 0,0 0 0,0 0 0,0 0 0,-1 0 0,0 0 0,0 0 0,0 0 0,-1 0 0,0 0 0,0 0 0,0-1 0,-5 7 0,-3 6 0,-1-1 0,-1-1 0,0 0 0,-2-1 0,1 0 0,-2-1 0,-17 13 0,-118 77 0,4-23 63,123-70-231,0-2 1,-1 0 0,-1-1-1,-30 5 1,52-13-70,-1 1 0,1-1 0,0 1 0,0-1 0,0 0-1,0-1 1,0 1 0,0 0 0,-1-1 0,1 0 0,0 1 0,0-1 0,-4-3 0,5 3 23,1 0-1,-1 0 1,1 0 0,0 0 0,-1 0-1,1-1 1,0 1 0,0 0 0,0-1-1,0 1 1,0-1 0,0 0 0,0 1-1,1-1 1,-1 0 0,0 1 0,0-4-1,1 0-549,-1-1 0,1 1-1,0-1 1,1 1-1,-1-1 1,1 1-1,0-1 1,0 1-1,1 0 1,0-1-1,0 1 1,3-6-1,24-32-11130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9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1098 11917,'11'-9'460,"-4"3"46,1-1-1,-1 1 1,0-2 0,0 1-1,-1 0 1,0-1 0,8-14-1,-7 11 236,1 0 0,0 0 0,0 1 0,17-15 0,-14 14 120,1-1 1,14-21-1,8-15 909,-16 23-935,0 0 1,-2-1 0,-1-1 0,21-49 0,-27 34-67,-9 39-693,1 1 1,-1-1 0,0 1 0,0-1 0,-1 0 0,1 1 0,-1-1 0,1 0 0,-1 1 0,0-1 0,0 1 0,0-1 0,0 1 0,0 0 0,-2-3-1,1 2 19,-1 1 0,1-1 0,-1 1 0,1-1 0,-1 1 0,0 0 0,0 0 0,0 0 0,0 0 0,0 1 0,0-1 0,-1 1-1,1 0 1,-1 0 0,1 0 0,-1 0 0,-3 0 0,-2 1-38,1 0 0,-1 1-1,0 0 1,1 0 0,-1 1 0,-10 3 0,6-1-57,0 1 0,-1 1 0,2 0 0,-1 1 0,1 1 0,0 0 0,0 0 0,1 1 0,0 0 1,1 1-1,0 0 0,1 1 0,0 0 0,0 1 0,-13 24 0,6-5 0,1 0 0,2 1 0,0 1 0,3 0 0,-10 48 0,17-61 0,0 0 0,1 0 0,1 0 0,1 0 0,1 0 0,1 0 0,0-1 0,2 1 0,0 0 0,1-1 0,1 0 0,1 0 0,1 0 0,0-1 0,1 0 0,1-1 0,1 0 0,1-1 0,0 0 0,1-1 0,0 0 0,1-1 0,1 0 0,0-1 0,1-1 0,1 0 0,-1-2 0,36 17 0,-25-16 4,0-1 0,1-1 0,0-2 0,1-1 1,0-1-1,0-1 0,0-2 0,0 0 0,1-3 0,41-4 0,-39 0-60,-1 0 0,0-2 0,0-1 0,-1-2 0,0-1 0,0-1 0,-1-2 0,-1-1 0,37-25 0,-47 27-109,-2-1 1,1-1-1,-2 0 1,0-1-1,-1-1 0,-1 0 1,20-34-1,-18 23 26,-1-1-1,-2 0 0,-1-1 1,14-55-1,-14 26 39,-3 0 0,-2-1-1,-3 0 1,-3 0 0,-8-73 0,-11 5 253,-45-164 0,56 262-97,-3-7 181,-1-1 0,-21-40 0,19 97 575,10-8-728,1 0-1,1 0 1,-1 0-1,2 1 1,0-1-1,0 1 1,1-1-1,0 1 1,1-1 0,3 15-1,-2-2 8,11 84-38,4-1 0,4 0 0,6-2 1,76 194-1,-78-242-248,64 103 1,-78-144-34,1 0 0,0-1 0,1-1 0,1 0 0,0-1 0,1 0 0,20 13 0,-24-18 64,0-1 0,1 0 0,0-1 0,0-1 0,0 0 0,1 0 0,-1-1 1,1 0-1,0-2 0,0 1 0,0-1 0,1-1 0,-1-1 0,0 0 0,1 0 0,-1-1 0,0-1 0,0 0 0,22-8 0,-29 8 199,0-1-1,0 0 1,-1 0-1,1 0 0,-1-1 1,0 0-1,0 0 1,0 0-1,-1-1 1,1 0-1,-1 0 1,0 0-1,0 0 1,-1 0-1,4-8 1,8-3 622,-15 15-626,1 1 0,0-1 1,0 1-1,0-1 1,0 0-1,-1 0 1,1 1-1,0-1 0,0 0 1,-1 0-1,1 0 1,-1 0-1,1 0 1,-1 0-1,1 0 1,-1-1-1,1 7 53,0 0 0,0 0 0,0-1 0,1 1 0,0 0 0,0-1 0,0 0 0,4 8 1,-1-5 9,4 8-20,1 1 0,0-2 0,1 1 0,1-2 0,1 0-1,0 0 1,0-1 0,1 0 0,1-1 0,0-1 0,0-1 0,1 0-1,0-1 1,1 0 0,0-2 0,33 10 0,-36-12-50,1-1 0,-1-1 0,1 0 0,-1-1 0,1 0 0,0-1 0,-1-1 0,1 0 0,-1-1 0,1-1 0,-1 0 0,0-1 0,0-1 0,0 0 0,0 0 0,-1-2 0,0 1 0,0-2 0,-1 0 0,0 0 0,13-13 0,-21 17 1,1-1 0,-1 1 0,0-1 1,0-1-1,0 1 0,-1 0 0,0-1 0,0 0 0,-1 0 0,1 0 0,-1 0 0,0 0 0,-1 0 0,1-1 0,-2 1 1,2-13-1,-3 12 10,1-1 0,-1 0 0,-1 0 0,1 1 0,-1-1 0,-1 1 0,1-1 0,-1 1 0,-1 0 0,1 0 0,-1 0 0,0 1 0,-11-13 0,4 7 2,-2 0 0,0 0 0,0 1 0,-1 1 0,0 0-1,-1 1 1,0 1 0,0 0 0,-1 1 0,0 0 0,-30-7-1,18 7-203,-1 2-1,1 0 0,-1 2 0,0 1 0,-1 2 0,-33 3 0,42-1-1586,1 1 1,-24 7-1,37-8 386,0 0 0,0 1 0,0 0 0,0 0 0,0 0 0,1 1 0,-1 0 0,-10 9 0,8 0-9736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0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75 13681,'-2'3'2442,"-1"-1"-2104,1 1-1,0 0 1,-1 0-1,1 0 0,0 1 1,1-1-1,-1 0 1,1 1-1,-1-1 0,1 1 1,0 0-1,0-1 1,0 1-1,1 0 0,-1-1 1,1 1-1,0 0 0,0 0 1,0-1-1,1 1 1,0 0-1,-1 0 0,1-1 1,0 1-1,0-1 1,1 1-1,-1-1 0,3 5 1,9 14 237,1-1 1,1 0-1,1-2 1,0 1 0,2-2-1,35 30 1,-25-26-284,1-1 0,1-1 0,37 18 0,-63-36-262,0-1 0,0 0 0,0 0 0,1 0 0,-1 0 0,0-1 0,1 1 0,-1-1 0,6 0 0,-5 0-46,-2 0 29,3-3 0,-1 1 1,1 1-1,0-1 0,0 1 1,0 0-1,0 0 0,0 1 0,7 0 1,-7 0-42,167-1-44,-144-1 78,-1-1 1,1-1-1,-1-1 1,1-2 0,-2-1-1,1-1 1,-1-1-1,0-2 1,-1 0 0,-1-2-1,0-1 1,42-32 0,-54 37 133,-1-1 0,0 0 0,0 0 0,-2-1 1,11-14-1,-19 22-124,0 1 0,0 0 0,0-1 0,0 1 0,-1-1 0,1 0 0,-1 0 1,0 1-1,0-1 0,-1 0 0,1 0 0,-1 0 0,0 0 0,0 0 0,0 0 0,-1 0 0,1 0 0,-1 0 0,0 0 1,0 1-1,0-1 0,0 0 0,-1 1 0,0-1 0,-3-5 0,0 2-35,1 1 0,-1 0-1,-1 1 1,1-1 0,-1 1 0,0 0-1,0 0 1,0 1 0,-11-6 0,-8-3-1970,-31-11 0,28 13-694,25 10 1714,0-1 1,0 1-1,0 0 0,-1 0 1,1 0-1,-1 0 1,1 1-1,-1-1 0,1 1 1,0 0-1,-7 0 1,-15 2-10339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24 16305,'-34'-19'3073,"27"15"1894,9 8-2810,73 154 3798,16 41-5645,-36-44-310,-8 2 0,49 286 0,-46-188-695,-37-207-2534,28 67 1,-38-107 2096,0-1 0,0 0 0,1 0-1,1-1 1,-1 1 0,1-1 0,0 0 0,0 0-1,9 7 1,18 11-10177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12649,'0'0'8843,"6"1"-7190,134 15 1716,75 13-1556,-207-27-1757,-1 0 0,1 0 0,-1 1 0,0 0 0,1 0 0,-1 0 0,-1 1 0,1 0 0,11 10 0,-16-12-36,0 0 0,0 0 0,0 0 0,-1 1 0,1-1 0,-1 1 0,1-1 0,-1 1 0,0 0 0,0-1 0,0 1 0,0 0 0,0 0 0,-1 0 0,0 0 0,1 0 0,-1 0 0,0 0 0,0-1 0,-1 1 0,1 0 0,0 0 0,-1 0 0,0 0 0,0 0 0,0-1 0,0 1 0,0 0 0,-2 2 0,-3 6 18,0-1 1,0-1-1,-1 1 1,0-1 0,-1 0-1,0-1 1,-11 10-1,-72 50 114,57-43-106,-55 38-126,-96 74-4572,182-135 4141,1 0 0,-1-1-1,1 1 1,-1 0 0,0-1 0,1 0 0,-1 1-1,0-1 1,0 0 0,0-1 0,0 1 0,0 0-1,0-1 1,-1 0 0,1 1 0,0-1 0,-5-1-1,-2 1-3097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17562,'2'-1'562,"0"0"0,-1-1 1,1 1-1,0 0 0,0 0 1,1 0-1,-1 1 0,0-1 1,0 0-1,0 1 1,0 0-1,1-1 0,-1 1 1,4 0-1,-3 1-57,1-1 1,-1 1-1,1 0 1,-1 0-1,1 0 0,-1 0 1,0 1-1,5 2 1,5 5 48,-1 0 0,0 0 0,17 19 0,-9-9-549,19 22 10,-1 0-1,-3 3 1,-2 1 0,33 57 0,24 34-2087,-11-28-3431,-25-37-3494,-12-17-4288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456 101 11301,'-34'-32'1215,"23"22"429,-1 0 1,-1 1-1,-16-9 0,24 15-1222,1 0 1,-1 1-1,0-1 1,1 1-1,-1 0 1,0 1-1,0-1 1,0 1-1,-1 0 1,1 1-1,0-1 1,0 1-1,0 0 1,-1 0-1,1 0 1,0 1-1,0 0 1,0 0-1,0 0 1,0 1-1,0 0 1,-8 3-1,2 3-208,0 1 0,0 0 0,1 0 0,0 1 0,1 0 0,0 1 0,1 0 0,0 0 0,-13 25 0,-2 11-68,-22 66 1,24-56-470,14-33-246,0 0-1,2 0 1,0 1-1,-1 41 0,1-8-686,4-56 1207,1 0 0,0 0 0,-1 0 1,1 1-1,0-1 0,0 0 0,1 0 1,-1 0-1,0 0 0,1 0 0,-1 1 0,1-1 1,0 0-1,0 0 0,0 0 0,0 0 1,0-1-1,0 1 0,0 0 0,0 0 1,1-1-1,-1 1 0,1 0 0,-1-1 0,1 0 1,0 1-1,0-1 0,2 2 0,-1-2 34,-1-1 0,1 1-1,0-1 1,-1 1 0,1-1-1,0 0 1,-1 0 0,1 0-1,0 0 1,-1 0 0,1 0-1,0-1 1,-1 0 0,1 1 0,-1-1-1,1 0 1,-1 0 0,1 0-1,-1-1 1,0 1 0,0-1-1,1 1 1,1-3 0,23-21 901,37-42 1,23-20 1667,-72 73-2096,-5 5-49,0 1 0,19-13 0,-26 19-346,1 0 1,-1 0-1,1 1 0,-1-1 0,1 1 0,-1 0 1,1 0-1,0 0 0,0 1 0,-1-1 0,1 1 1,0 0-1,0 0 0,5 1 0,0 1-116,1 1-1,0 0 1,-1 1-1,0 0 1,0 1 0,0-1-1,0 2 1,9 6-1,64 57-3689,-66-54 2623,31 35-5633,-33-33 2425,18 16-8257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81 11281,'-28'-23'3759,"23"17"-2254,-1 1 1,0 0-1,-1 1 1,1-1-1,-12-4 5483,19 11-6684,0 3-207,0-1 0,1 0 0,0 1 0,0-1 0,0 0 0,1 0 0,-1 0 0,1 0 0,0 0 0,4 3 0,40 35 472,-11-12-295,-12-7-214,-1 1 0,-1 1 1,-2 1-1,0 1 0,-2 0 0,0 2 0,-2 0 1,-2 1-1,13 36 0,-12-27-126,-8-8 187,-6-26 133,-5-20-167,2 2-87,0 0 0,1 1 0,1-1 0,0 0 0,1 0 0,3-16 0,19-75 0,-14 75 0,0 0 0,2 0 0,28-53 0,-33 72 0,1-1 0,-1 1 0,2 0 0,-1 0 0,2 1 0,-1 0 0,1 1 0,0 0 0,1 0 0,0 1 0,0 0 0,20-9 0,-24 13 0,0 2 0,1-1 0,0 1 0,-1-1 0,1 2 0,0-1 0,0 1 0,0 0 0,-1 0 0,1 1 0,0 0 0,0 0 0,-1 1 0,1 0 0,-1 0 0,1 0 0,-1 1 0,0 0 0,0 0 0,0 1 0,-1 0 0,8 5 0,9 9 0,-1 1 0,-1 0 0,-1 2 0,17 22 0,39 55-148,47 55-3199,-76-105-1844,4-4-3407,-16-18-3901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0 406 13245,'1'2'4954,"-1"-2"-4928,1 2 196,-1-1-1,1 1 1,-1-1 0,1 1 0,0-1-1,-1 0 1,1 0 0,0 1 0,0-1-1,0 0 1,0 0 0,0 0 0,0 0 0,0 0-1,0 0 1,1 0 0,-1 0 0,3 1-1,4-1 187,0 1-1,1-1 1,-1-1-1,0 0 1,17-2-1,107-8 1611,-99 7-1864,-1-2 0,0-1 0,-1-1 0,1-2 0,-1-1 0,-1-1 0,0-2 0,32-18 0,-44 21-145,1-1 0,-2 0 0,0-2 0,25-22 0,-35 28 33,0 0 1,-1-1-1,0 1 0,0-1 1,-1 0-1,0-1 0,0 1 1,-1-1-1,0 0 0,-1 0 0,0-1 1,2-9-1,-4 14-3,1-6 166,0 0-1,0-1 1,-1 1 0,-2-20 0,1 29-144,0 0 0,0 0 1,0 0-1,-1 0 0,1 0 0,-1 0 0,1-1 0,-1 1 1,0 1-1,0-1 0,0 0 0,0 0 0,0 0 1,0 0-1,0 1 0,-1-1 0,1 1 0,-1-1 0,1 1 1,-1-1-1,0 1 0,1 0 0,-1 0 0,0 0 1,0 0-1,0 0 0,0 0 0,0 0 0,0 1 0,0-1 1,0 1-1,0-1 0,0 1 0,-2 0 0,-3 0-12,0 1-1,0 0 1,0 0-1,1 0 0,-1 1 1,0 0-1,1 1 1,0-1-1,-1 1 1,1 0-1,0 1 0,1 0 1,-1 0-1,-5 4 1,-5 7-61,-1 0 1,2 0-1,-17 23 1,-29 41 11,2 4 0,-58 112 0,105-172 0,1 1 0,1 0 0,2 0 0,-9 38 0,15-52 0,0-1 0,1 1 0,0 0 0,0 0 0,1 0 0,0 1 0,1-1 0,0 0 0,1-1 0,0 1 0,0 0 0,1 0 0,1-1 0,6 14 0,-6-17-47,0-1 0,1 1 0,-1-1-1,1 0 1,0-1 0,1 1 0,-1-1 0,1 0 0,0 0-1,0-1 1,0 0 0,0 0 0,1 0 0,-1-1 0,1 0 0,0 0-1,11 1 1,7 1-1045,0-2-1,0-1 0,41-2 1,8-6-4797,78-17 0,-29-3-6897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0 11525,'-70'14'2408,"41"-14"28,-15 6 89,31-3-497,-15 3-408,-1-1-308,10 1-276,-3-3-96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591 730 9525,'-88'23'2790,"32"-9"847,-61 24 1,99-31-3021,1 0 1,1 2-1,-1 0 1,1 1-1,1 1 1,0 0-1,-22 22 1,21-16-287,0 0 1,1 1-1,1 0 1,1 1 0,1 1-1,0 0 1,1 1-1,2 0 1,0 0 0,-9 35-1,9-23 1,1 0 0,2 0-1,-4 67 1,9-72-201,2 0 0,1-1 0,1 1 0,1 0 1,1-1-1,15 43 0,-16-58-109,1-1 0,0 0 0,0 0 1,1-1-1,0 0 0,1 0 0,0 0 0,1-1 1,0 0-1,0-1 0,1 1 0,0-2 0,1 1 1,0-1-1,0-1 0,0 0 0,20 9 0,-8-8-6,0 0 0,0-2 0,0-1 0,1-1 0,-1 0 0,1-2 0,0 0 0,0-2 0,0-1 0,-1 0 0,1-2 0,-1 0 0,28-11 0,-26 8-12,-1-2 0,0-1 0,0-1 0,-2 0 0,1-2 0,-1-1 0,-1 0 0,-1-1 0,0-2 0,-1 0 0,0 0 0,15-22 1,-19 18-2,0-1 0,-2 0 0,0-1 1,-1-1-1,-2 0 0,0 0 1,-1-1-1,-2 1 0,-1-2 1,-1 1-1,0-1 0,-2-49 1,-4 26 2,-2 0 0,-2 0 0,-3 1 1,-1-1-1,-31-82 0,-79-142 34,-22 13 96,13 26 342,103 178-146,25 53-22,7 7-64,12 14-240,0 0 1,-1 0-1,0 2 1,-2 0-1,0 1 1,-2 1-1,12 23 1,74 178-16,-75-162 13,179 494-4,-193-524 22,130 370-1540,-116-344-462,3 0 0,2-3 0,3 0 0,68 88 0,-42-79-4954,5-10-4519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118 395 13449,'-32'-25'2440,"-3"13"241,20 9-421,-1-5-400,-3 2-344,19-14-308,0 3-280,19-6-200,19-17-227,9 9-529,14-4-801,9-2-519,9 0-876,13-3-764,-3 6-2997,0 8-5200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89 520 11949,'-54'-14'2572,"42"-3"489,-1 6-493,3-1 1144,13-16-2388,17-18-324,18 6-336,16-6-828,9-5-668,10-6-920,19-6-1136,3-3-3393,17-3-5668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29 452 13249,'-29'32'7521,"32"-46"-6133,16-12-360,19 6-200,7-6-152,18-5-356,23-9-524,0-3-276,6-9-468,6 1-488,-2 0-572,-8 2-424,-8 6-2757,-4 6-4140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22 12965,'-1'-1'184,"1"0"0,0 0-1,-1 0 1,1 0 0,-1 0-1,1 0 1,-1 0 0,1 0-1,-1 0 1,0 0 0,0 0-1,1 0 1,-1 0 0,0 0-1,0 1 1,0-1 0,0 0-1,0 1 1,0-1 0,0 0-1,0 1 1,0-1 0,0 1 0,0 0-1,0-1 1,-1 1 0,1 0-1,0 0 1,0 0 0,0 0-1,0 0 1,-1 0 0,1 0-1,0 0 1,0 0 0,-2 1-1,-13-1 3914,12 7-681,-4 20-1055,7-12-1856,1 0 1,0-1-1,1 1 0,0 0 1,6 22-1,24 76-481,-20-76 52,8 25-418,2-1-1,3-1 1,3-2 0,2 0 0,60 89-1,-87-146 268,87 122-5696,-24-45-3111,-8-18-4119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8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0 491 10137,'17'26'2172,"-2"-1"1,22 55-1,-28-61-914,6 11 272,2-1 0,39 50 0,-17-26-589,226 277 2564,-217-285-2588,-45-43-840,0 0 1,-1 0 0,1-1 0,0 1 0,0-1 0,0 0-1,0 0 1,0 0 0,0 0 0,0 0 0,0-1 0,0 1-1,0-1 1,0 0 0,0 0 0,6-1 0,-4 1 1,0-1 0,-1 0 1,1 0-1,-1 0 0,1-1 0,-1 0 0,1 0 1,-1 0-1,0 0 0,5-4 0,-2 0 69,-1 0 0,0-1 0,-1 1-1,1-1 1,-1-1 0,0 1 0,-1-1 0,0 0-1,0 0 1,4-15 0,1-5 282,8-53 0,-4-26-328,-2-178 1,-9 188-86,-2 91-8,-1-35-879,2 0-1,2 0 0,2 1 0,2 0 0,16-58 0,-14 71-410,-1 3-1547,19-43 0,-23 60 1631,1-1 0,-1 1 0,1 0 0,1 0-1,7-8 1,30-19-9250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98 285 13369,'0'0'6683,"-13"-6"-2886,13 5-3726,0 1 0,-1 0 0,1 0 0,0 0 0,-1 0 0,1-1 0,0 1 0,0 0 0,-1 0 0,1-1 0,0 1 0,0 0 0,0 0 0,-1-1 0,1 1 0,0 0 1,0-1-1,0 1 0,0 0 0,0 0 0,0-1 0,0 1 0,-1 0 0,1-1 0,0 1 0,0 0 0,0-1 0,0 1 0,0 0 0,1-1 0,-1 1 0,0 0 0,0-1 0,0 1 0,10-14 1027,28-13-636,-25 18-2,33-22 192,-27 19-387,0-2 0,26-22-1,-40 30-220,1 0 0,-1 0-1,-1 0 1,1-1 0,-1 0 0,0 1-1,-1-1 1,4-10 0,-6 16-42,0-1 1,-1 0 0,1 1 0,-1-1 0,0 0-1,1 1 1,-1-1 0,0 0 0,0 0-1,0 1 1,0-1 0,0 0 0,-1 1 0,1-1-1,0 0 1,-1 1 0,1-1 0,-1 0-1,0 1 1,1-1 0,-1 1 0,0-1 0,0 1-1,0 0 1,0-1 0,0 1 0,-1 0 0,1-1-1,0 1 1,0 0 0,-1 0 0,1 0-1,-1 0 1,1 1 0,-1-1 0,1 0 0,-1 1-1,0-1 1,1 0 0,-1 1 0,-3-1-1,0 1 38,0-1-1,-1 1 1,1 0-1,0 0 1,-1 0-1,1 1 1,0 0-1,0 0 0,-1 0 1,1 1-1,0 0 1,0 0-1,0 0 1,1 0-1,-1 1 0,0 0 1,1 0-1,0 0 1,0 0-1,-4 5 1,-5 4 248,1 0 0,1 1 1,0 0-1,-18 29 1,14-13-273,0 0 1,2 1 0,2 1 0,0-1 0,2 2 0,2 0 0,1 0-1,1 0 1,1 1 0,2 46 0,2-62-17,1-1 0,1 1 0,5 22 0,-5-31 0,0-1 0,1 1 0,0-1 0,1 0 0,-1-1 0,1 1 0,0 0 0,1-1 0,-1 0 0,1 0 0,6 5 0,-2-3 0,0 0 0,1 0 0,-1-1 0,1-1 0,1 0 0,-1 0 0,1-1 0,0 0 0,0 0 0,1-2 0,-1 1 0,24 2 0,7-3-363,0-2 1,0-1-1,0-3 0,0-1 1,0-3-1,56-15 0,238-94-9558,-209 68 3512,-8 6-4505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0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842 56 13541,'-45'-43'2270,"43"41"-2037,1 1-1,-1 0 1,0 0-1,0 0 1,0 0-1,0 0 1,0 0-1,-1 0 1,1 1-1,0-1 0,0 1 1,0-1-1,0 1 1,-1 0-1,1 0 1,0 0-1,-4 0 1,-3 1 598,-19-2 1480,-1 1-1,0 2 1,-48 8 0,49-3-1604,-1 0-1,1 2 1,-37 17 0,32-10-725,1 2-1,1 1 0,1 1 1,0 2-1,2 1 1,-46 46-1,54-46 19,0 0 0,2 0 0,1 2 0,0 0 0,2 1 0,1 1 0,1 0 0,-13 44 0,21-55 0,1 1 0,2-1 0,-1 1 0,2 0 0,0 0 0,1 0 0,4 29 0,-3-35 0,1 0 0,0 0 0,1 0 0,0-1 0,1 1 0,0-1 0,1 0 0,0 0 0,0 0 0,1 0 0,1-1 0,10 13 0,-12-17 0,-1-1 0,1 0 0,0 0 0,0-1 0,0 1 0,0-1 0,1 0 0,-1-1 0,1 1 0,0-1 0,0 0 0,0 0 0,0-1 0,0 0 0,0 0 0,7 0 0,-3-1 0,-1-1 0,0 0 0,0-1 0,1 0 0,-1 0 0,0-1 0,-1 0 0,1-1 0,14-7 0,1-4 0,-2-1 0,1-1 0,-2 0 0,0-2 0,-1-1 0,20-25 0,64-99 0,9-9 0,-109 147 0,1 1 0,-1 0 0,1 1 0,0-1 0,1 1 0,-1 0 0,1 0 0,-1 1 0,9-4 0,-11 6 0,0 0 0,-1 0 0,1 1 0,0 0 0,0-1 0,0 1 0,0 0 0,0 0 0,-1 0 0,1 1 0,0-1 0,0 1 0,0 0 0,-1-1 0,1 1 0,0 0 0,-1 1 0,1-1 0,-1 0 0,1 1 0,-1 0 0,1-1 0,1 3 0,5 3 0,-1 0 0,1 1 0,-2 0 0,1 0 0,-1 1 0,0 0 0,9 18 0,60 95-1132,-47-78-3906,1 3-6160,-6-7-1217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0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16510,'-2'7'6995,"6"5"-3682,15 14-2327,-7-10 237,8 26 29,-2 0-1,23 85 1,-33-101-1267,39 143 15,-8 2 0,19 184 0,-48-211 0,-10-143 0,0 0 0,0 0 0,0 0 0,0 0 0,0 0 0,0 0 0,0-1 0,0 1 0,1 0 0,-1 0 0,0 0 0,1 0 0,-1 0 0,1 0 0,-1-1 0,1 1 0,-1 0 0,1 0 0,1 1 0,2-2 0,0 0 0,1 0 0,-1-1 0,0 1 0,1-1 0,-1 0 0,0 0 0,0-1 0,0 1 0,0-1 0,0 1 0,0-1 0,5-4 0,-1 0 0,0 0 0,0 0 0,11-13 0,6-6 0,33-24 0,2 3 0,122-72 0,-148 99 0,2 2 0,0 2 0,0 0 0,1 3 0,1 1 0,0 2 0,55-6 0,-79 14 0,1 0 0,0 1 0,0 1 0,0 1 0,0 0 0,0 0 0,-1 2 0,16 5 0,-26-8 0,0 0 0,-1 1 0,1 0 0,0-1 0,-1 1 0,1 0 0,-1 1 0,0-1 0,0 0 0,0 1 0,0 0 0,0 0 0,-1 0 0,1 0 0,-1 0 0,0 0 0,1 1 0,-2-1 0,1 1 0,0 0 0,-1-1 0,0 1 0,1 0 0,-2 0 0,1 0 0,0 0 0,-1 0 0,0 0 0,1 0 0,-2 0 0,1 0 0,0 0 0,-1 0 0,-2 7 0,0 0 0,-2-1 0,1 1 0,-1-1 0,-1 0 0,0-1 0,0 1 0,-1-1 0,0 0 0,0-1 0,-1 0 0,-13 11 0,-13 8 0,-58 36 0,14-17-443,-1-4-1,-2-3 1,-151 49 0,227-86 23,1-1 1,0 0 0,-1 0 0,1-1 0,-1 1 0,1-1 0,-1 0 0,1 0 0,-1 0 0,-7-2 0,10 2 201,1-1 1,-1 1-1,1-1 1,-1 0-1,1 1 0,-1-1 1,1 0-1,0 0 1,-1 0-1,1 0 0,0 0 1,-1 0-1,1 0 1,0-1-1,0 1 1,0 0-1,0-1 0,0 1 1,1 0-1,-1-1 1,0 1-1,1-1 1,-1 0-1,1 1 0,-1-1 1,0-2-1,1-1-731,0 0-1,-1 0 1,1 0-1,1 0 1,-1 0-1,2-5 1,14-31-9930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31 275 13625,'0'-1'102,"0"1"0,0-1 0,0 1 0,-1-1 0,1 1 0,0-1 0,-1 1-1,1-1 1,0 1 0,-1-1 0,1 1 0,0 0 0,-1-1 0,1 1 0,-1 0 0,1-1-1,-1 1 1,1 0 0,-1-1 0,1 1 0,-1 0 0,1 0 0,-1 0 0,1 0 0,-1-1-1,1 1 1,-1 0 0,1 0 0,-1 0 0,0 0 0,1 0 0,-1 0 0,1 0 0,-1 0 0,1 1-1,-1-1 1,1 0 0,-1 0 0,0 0 0,1 1 0,-1-1 0,1 0 0,0 0 0,-1 1-1,1-1 1,-1 1 0,1-1 0,-1 0 0,1 1 0,0-1 0,-1 1 0,0 0 139,0 0 0,0 1-1,1-1 1,-1 0 0,1 0 0,-1 0 0,1 1 0,-1-1 0,1 0 0,-1 1 0,1-1 0,0 0 0,0 1 0,0-1 0,0 0-1,0 1 1,0-1 0,0 0 0,0 1 0,1-1 0,-1 0 0,1 3 0,27 59 5666,-17-38-4733,20 37 0,0-12-1148,65 79-1,-74-103-26,2 0 0,1-2 1,1-1-1,38 26 0,-51-40 1,1-1 0,0 0 0,0-2 0,1 1 0,27 7 0,-37-13 0,1 1 0,0-1 0,-1-1 0,1 1 0,0-1 0,0 0 0,0 0 0,-1 0 0,1-1 0,0 0 0,10-3 0,-11 3 0,0-1 0,0 1 0,0-1 0,0 0 0,-1 0 0,1 0 0,-1 0 0,0-1 0,1 0 0,-1 0 0,0 0 0,-1-1 0,1 1 0,-1-1 0,1 0 0,2-4 0,-2 2 0,-1-1 0,0 1 0,0-1 0,0 1 0,-1-1 0,0 0 0,0 0 0,-1-1 0,1-9 0,-1-4 0,-2 0 0,0 1 0,-1-1 0,-1 1 0,-1-1 0,-7-21 0,-2 2 0,-2 1 0,-1 0 0,-2 1 0,-38-57 0,22 45 0,-2 2 0,-68-70 0,96 110-262,-1 0-1,0 0 1,0 0 0,-1 2-1,1-1 1,-2 1 0,-17-8 0,25 13-201,-1 0 1,1 0 0,0 0 0,-1 0 0,1 1 0,-1-1-1,1 1 1,-1 0 0,1 0 0,-1 0 0,1 1 0,-6 1 0,6-1-189,0 0 0,0 0 0,0 1 0,1-1 0,-1 1 1,0 0-1,1 0 0,-1 0 0,1 0 0,0 0 0,-1 1 1,1-1-1,0 1 0,1 0 0,-4 4 0,-10 29-10612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1 409 16229,'1'-7'844,"-1"3"-252,0 1 0,0 0 0,1-1 0,0 1 0,-1 0 0,1-1 0,1 1 0,0-3 0,13-6 4249,-11 10-4379,1 1 0,-1 0 0,1 0 0,-1 0 0,0 1 0,1-1 1,0 1-1,6 0 0,22 7-267,-1 1 0,1 1 0,-2 2 1,1 1-1,-2 1 0,53 32 0,18 17-195,-64-37 0,0-2 0,2-2 0,57 23 0,-93-43 0,-1 0 0,0 0 0,0-1 0,1 1 0,-1 0 0,0-1 0,1 0 0,-1 0 0,0 1 0,1-1 0,-1 0 0,0-1 0,1 1 0,-1 0 0,0-1 0,1 0 0,-1 1 0,0-1 0,0 0 0,0 0 0,0 0 0,0 0 0,4-3 0,-4 2 0,0-1 0,0 0 0,0 0 0,-1 0 0,1 0 0,-1 0 0,0 0 0,1 0 0,-1-1 0,-1 1 0,1 0 0,0 0 0,-1-1 0,0 1 0,0-1 0,0 1 0,0-5 0,-4-26 15,-8-45 1,-4-14-364,8 27-1752,-3-65-3657,11 111 2753,1-1-1,6-29 0,8-18-9590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43 531 13141,'-8'-40'2988,"7"32"-24,14-8 2462,-5 6-4259,40-33 1313,-28 26-1487,30-32 1,-31 28-572,11-13 417,41-59 0,-65 83-792,1-1 0,-1 0 0,-1 0-1,0 0 1,-1 0 0,0-1-1,0 1 1,-2-1 0,1 0-1,1-24 1,-4 34-47,0 0 0,0 0 0,0 1 0,0-1 0,0 0 0,0 0 0,-1 0 0,1 0 0,0 0 0,-1 0 0,0 0 0,1 0 0,-1 1 0,0-1 0,0 0 0,0 0 0,0 1 0,0-1 0,-1 1 0,1-1 0,0 1 0,-1 0 0,1-1 0,-1 1 0,0 0 0,1 0 0,-1 0 0,0 0 0,1 0 0,-1 0 0,0 1 0,0-1 0,0 0 0,0 1 0,0 0 0,0-1 0,0 1 0,0 0 0,1 0 0,-1 0 0,0 0 0,-3 1 0,-4 0 0,0 1 0,1 0 0,0 0 0,0 1 0,0 0 0,0 1 0,0-1 0,-7 6 0,5-2 0,0 1 0,0 1 0,1-1 0,1 1 0,0 1 0,0 0 0,0 0 0,1 0 0,1 1 0,0 0 0,-5 13 0,-7 19 0,-18 71 0,30-91 0,-7 21 0,3 1 0,1 0 0,-5 87 0,13-113 0,1 0 0,1-1 0,1 1 0,1 0 0,0-1 0,2 0 0,0 1 0,0-2 0,2 1 0,0-1 0,1 0 0,14 20 0,-17-29-6,0-1 0,1 0 0,0 0 0,1-1 0,-1 1 0,1-1 0,1-1 0,-1 0 0,1 0 1,0 0-1,16 7 0,-12-8 27,0-1 1,0 0 0,0 0-1,1-1 1,-1-1 0,0 0-1,25-1 1,-12-3-459,-1 0 0,0-1 0,32-11 0,62-30-5400,-24 2-2485,7-5-5656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14937,'2'2'11150,"18"17"-9960,-2 1-1,0 1 1,-1 0-1,-1 1 1,13 24 0,59 129-1893,-19-33 948,120 222-245,-129-248 3,47 83-246,-55-101-3607,-30-55-970,0-1-3673,-8-20-3887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15433,'0'0'8517,"3"-1"-6298,11-8-1418,0 1-1,0 0 1,1 1 0,0 1-1,0 0 1,26-5 0,103-14 89,-98 18-787,123-14-103,-139 19 0,1 1 0,-1 1 0,47 8 0,-70-7 0,1 1 0,-1 0 0,1 0 0,-1 0 0,0 1 0,0 1 0,12 6 0,-18-9 0,0 1 0,0-1 0,0 0 0,0 1 0,0-1 0,0 0 0,0 1 0,0-1 0,-1 1 0,1-1 0,0 1 0,-1 0 0,0-1 0,1 1 0,-1 0 0,0-1 0,0 1 0,0 0 0,0-1 0,0 1 0,0 0 0,0-1 0,0 1 0,-1-1 0,1 1 0,-1 0 0,1-1 0,-2 2 0,-1 5 0,0-1 0,0 0 0,-1 0 0,-5 9 0,-2-3-131,-1-1 1,0 0-1,0-1 1,-1 0-1,-1-1 1,-26 16-1,-10 7-891,9-3-1159,-1-3-1,-62 30 0,38-21-2502,24-10-1289,0 0-4672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17174,'0'0'3409,"4"1"-204,13 1-1717,0 1-1,0 1 1,0 1 0,21 9-1,-13-3-1024,-1 1 0,0 1 0,-1 2-1,29 23 1,-11-3-656,-1 1-1,-2 3 1,45 60 0,176 247-1864,-219-290-2179,20 22-6529,-22-39-1960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635 31 14037,'-3'-1'157,"-2"-3"238,0 1 1,-1-1-1,1 2 0,0-1 0,-1 0 1,0 1-1,1 0 0,-1 0 0,0 1 1,0 0-1,0 0 0,0 0 1,-8 0-1,-4 3 617,0 0 0,0 0 0,1 2 1,-1 0-1,1 1 0,0 1 0,-16 7 0,10-1-263,0 0 0,2 1 0,-1 2 0,-27 23-1,19-10-549,1 1-1,1 1 0,2 2 0,1 1 0,-41 70 0,58-89-170,-23 46-520,30-57 455,0-1 0,-1 1 0,2 0 0,-1 0 0,0 0 1,0 0-1,1 0 0,0 0 0,0 0 0,-1-1 0,2 1 0,-1 0 0,0 0 0,1 0 0,-1 0 1,1 0-1,0 0 0,1 3 0,-1-5 25,1 1 1,0-1-1,-1 1 1,1-1-1,0 0 0,0 0 1,0 0-1,0 0 1,-1 0-1,2 0 0,-1 0 1,0-1-1,0 1 1,0-1-1,0 0 1,0 1-1,0-1 0,1 0 1,-1 0-1,0 0 1,0-1-1,0 1 1,0 0-1,0-1 0,0 1 1,4-2-1,6-2-14,1 0-1,20-11 0,-3-2-11,-1-1 1,-1-2-1,0-1 0,46-47 0,30-22 377,-87 77-261,-6 4-22,0 0 0,1 1 1,0 1-1,0 0 0,14-6 0,-23 12-59,0 0 0,0 0 0,0 0 0,0 1 0,0-1 0,0 1 0,0-1 0,0 1 0,0 0 0,0 0 0,0 1 0,0-1 0,0 1 0,0-1 0,0 1 0,0 0 0,0 0 0,0 0 0,-1 1 0,1-1 0,0 1 0,-1-1 0,1 1 0,-1 0 0,1 0 0,-1 0 0,0 0 0,4 5 0,41 50-1945,13 14-3579,-20-23-3617,-10-11-2931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3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302 211 11109,'-20'-1'513,"13"0"966,0 0 0,-1 0-1,1-1 1,1 0-1,-10-3 1,10 7-734,-10 9-166,-19 14 997,-2-2 0,-1-1 0,-58 24 1,94-45-468,3 2-873,0-1-213,0 0-1,0 0 1,1 0 0,-1 0-1,1 0 1,-1 0-1,1-1 1,0 1 0,-1 0-1,1-1 1,0 1 0,0-1-1,0 0 1,4 2-1,36 11 134,-10-5-50,12 7-76,0 2 0,-1 2 0,-1 2 1,41 29-1,-66-39-89,-1 0 0,0 1 0,0 1 0,-1 1 0,-1 0 0,0 1 0,-2 0 0,0 1 0,0 0-1,-2 1 1,16 36 0,-22-44 91,-2 0-1,1 1 0,-2-1 1,1 0-1,-1 15 0,-1-22 178,-28-22 1049,22 12-1129,1 0 0,0 0 0,1 0 0,0-1 0,0 0 0,1 0 0,0 0 0,0 0 0,1 0 0,0-1 0,-2-9 0,1-2-116,1-1 0,1 1 1,2-36-1,2 39-13,0-1 0,8-26 0,36-106 0,-40 129 0,0 1 0,2 0 0,0 0 0,2 1 0,0 0 0,0 1 0,2 0 0,1 1 0,0 1 0,1 0 0,0 0 0,1 2 0,1 0 0,1 1 0,0 1 0,30-16 0,-36 22 0,1 0 0,0 1 0,0 0 0,0 1 0,1 1 0,-1 0 0,1 1 0,0 1 0,0 0 0,0 0 0,0 1 0,24 4 0,-19 0 0,-2 1 0,1 0 0,0 1 0,-1 1 0,0 1 0,-1 0 0,0 1 0,27 20 0,-15-6 0,-1 1 0,0 2 0,-2 0 0,-1 2 0,-2 1 0,0 0 0,-2 2 0,-1 0 0,18 42 0,44 130-332,-45-110-2967,-18-38-1278,1 2-5660,-5-30-1101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4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1 384 14389,'35'-10'3920,"-27"7"-3179,0 1 0,0 0 1,16-3-1,4 2-134,19-1 691,49-12 0,-53 6-664,66-26 0,-95 30-564,-1 0 1,0 0 0,0-2 0,-1 1 0,0-2 0,0 1 0,-1-2 0,16-16 0,-25 23-17,0 0 0,0 0 1,-1 0-1,1-1 0,-1 1 0,1 0 0,-1-1 1,0 1-1,-1-1 0,1 0 0,0 1 0,-1-1 1,0 0-1,0 1 0,0-1 0,0 0 0,-2-4 1,0-6 307,-1 1 0,-9-24 0,11 34-303,0-1 36,0 0-1,0 0 1,-1 0 0,0 0 0,0 1-1,0-1 1,0 1 0,-1-1 0,1 1-1,-1 0 1,0 0 0,0 0 0,0 0-1,0 0 1,0 1 0,-1-1-1,1 1 1,-1 0 0,1 0 0,-1 0-1,0 1 1,0-1 0,0 1 0,0 0-1,0 0 1,0 0 0,0 1 0,-1-1-1,1 1 1,0 0 0,0 0-1,0 1 1,0-1 0,-1 1 0,1 0-1,0 0 1,0 0 0,0 1 0,1-1-1,-1 1 1,0 0 0,0 0 0,1 0-1,-6 5 1,-11 11-95,0 0 0,1 0 0,2 2 0,-30 42 0,20-22 0,-38 80 0,55-95 0,1 1 0,0 0 0,2 1 0,-6 44 0,11-60 0,1 0 0,0 0 0,0 0 0,1 0 0,1 0 0,0 1 0,0-1 0,1 0 0,1-1 0,0 1 0,0 0 0,1-1 0,0 1 0,1-1 0,0 0 0,10 13 0,-9-15 0,1 0 0,0-1 0,0 0 0,1 0 0,0-1 0,0 0 0,0-1 0,1 1 0,0-2 0,0 1 0,0-1 0,1-1 0,0 1 0,-1-2 0,1 1 0,0-1 0,12 0 0,15 1-239,0-3 0,1-1-1,-1-1 1,44-9 0,143-44-6004,-58-3-11,-59 14-704,-29 9-2174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4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35 124 8133,'-35'-35'820,"35"18"-300,3 3-572,4-6-784,-1 0-1656,-6 3-617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49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80 4776,'-19'-5'5716,"21"6"-5304,8 5-1300,1-2 3829,-10-4-2697,0 0 1,0-1-1,0 1 0,0 0 1,0-1-1,0 1 1,0-1-1,0 1 1,0-1-1,0 1 1,0-1-1,8-8 7826,-10 9-8190,0-1 129,1 1 0,-1 0 0,0 0 0,0-1 1,0 1-1,1-1 0,-1 1 0,0-1 0,0 1 0,1-1 0,-1 1 1,0-1-1,1 1 0,-1-1 0,1 0 0,-1 1 0,1-1 0,-1 0 0,1 0 1,-1 1-1,1-1 0,0 0 0,-1-1 0,16-9 60,-13 10-91,1-2 142,0 1 0,0-1 0,0 1 0,0-1 0,-1 0 0,1 0 0,-1 0 0,1 0 0,2-6 0,2-2 2799,-15 14-3024,7-4 104,0 1-1,0 0 1,0 0 0,0 0-1,1 0 1,-1 1-1,0-1 1,0 0-1,0 0 1,0 1-1,0-1 1,0 0 0,0 1-1,0-1 1,1 1-1,-1-1 1,0 1-1,0-1 1,1 1-1,-1-1 1,0 1 0,1 0-1,-1 0 1,0-1-1,1 1 1,-1 0-1,0 1 1,17 161 650,5 40 245,-4-77-528,14 73 68,30 108-120,22 145-79,-30 6-3,-10 198-169,-19-216 725,-23-435-772,11 172 332,45 219 0,43-5-348,-16-75 0,-42-151 0,-32-123 0,49 253 0,-56-275 0,2 12 0,0 34 0,-11 384 0,12-386 0,-4-18 0,2 26 0,5 54 0,-2-42 0,11 54 0,-18-128 0,10 31 0,-10-36 0,0-4 0,0 0 0,0 1 0,0-1 0,0 0 0,1 0 0,-1 1 0,0-1 0,1 0 0,-1 0 0,1 1 0,-1-1 0,1 0 0,0 0 0,-1 0 0,1 0 0,0 0 0,0 0 0,0 0 0,1 1 0,2 2 0,1 0 0,6 19 0,-9-19 0,-1-1 0,1 24 0,2 5 0,-4-28 0,5 7 0,1 2 0,4 13 0,-3-12 0,-6-11-14,6 9 30,-9-6-2,-7 8-354,-3-31-4037,-3-15 961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50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3429 4784,'-12'1'721,"0"0"0,0 0 0,0 1 0,1 0 0,-1 1-1,1 1 1,0 0 0,0 0 0,0 1 0,1 1 0,-1-1-1,1 2 1,-10 8 0,13-11-487,-1 2 192,0 0-1,0 0 0,-10 10 1,17-14 10,0-1-381,1 0 0,0 0 0,0 0 0,0 0 0,0 0 0,0 0 0,0 0-1,0 0 1,1 0 0,-1 0 0,0 0 0,0 0 0,1 0 0,-1 0 0,1 0 0,-1 0 0,1 0 0,-1 0 0,1 0 0,-1 0 0,1-1 0,0 1 0,0 0 0,-1 0 0,1-1 0,0 1 0,2 0 0,0 0-19,0 0 1,1-1-1,-1 0 0,1 0 0,-1 0 0,0 0 1,7-2-1,-5 1 43,378-75 1197,-1-32-910,-333 94-301,864-271 542,3 0-306,1261-288-2,24 87-242,-1578 355-26,794-170-104,14-23-146,56-12 93,-532 150 91,-876 172 38,-62 10-2,837-148-36,4 31 254,-347 80 442,-394 33-374,-22 3-102,96-10 780,-143 9-151,60 0 0,-105 6-339,0 0-315,26-5 84,-26 5-30,-26-21-1036,4 16 335,-1 0-1868,1 0-1,-33-14 1,21 7-3534,-5 7-3575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53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23 153 3324,'-8'-6'188,"-7"-7"525,15 12-661,0 1 0,0-1 1,0 0-1,0 1 0,1-1 1,-1 0-1,0 1 0,0-1 1,0 1-1,1-1 0,-1 0 0,0 1 1,1-1-1,-1 1 0,1-1 1,-1 1-1,0-1 0,1 1 1,-1 0-1,1-1 0,-1 1 1,1-1-1,0 1 0,-1 0 1,1-1-1,-1 1 0,1 0 1,1-1-1,-2 0 24,0 0 0,1 0 0,-1-1 1,0 1-1,0 0 0,0-1 0,0 1 1,0 0-1,0 0 0,-1-1 0,1 1 0,0 0 1,-1-2-1,1 1 68,5-59 2111,-5 57-1878,-2-16 529,1 8 164,-5 22-514,5-3-358,-1 1 0,1-1 0,0 1 0,1-1 0,0 1 0,1 12 0,0 2 175,0-17-273,0-1 0,0 1 0,1 0 0,0-1 0,0 1 0,0-1-1,0 0 1,1 0 0,-1 0 0,1 0 0,0 0 0,4 3 0,-5-4-23,21 22 519,2-2-1,0 0 1,53 35-1,-15-11 93,126 110 616,31 26-370,177 128 79,-12-5-149,-323-256-767,3-4 0,1-1 0,2-4-1,91 39 1,-82-47-64,-1 3-1,-2 3 0,72 51 0,-84-40 11,-3 2 1,82 93-1,-59-58 64,-1-7 159,4-5 1,2-3 0,4-4 0,111 63-1,358 245 1261,-423-267-649,227 235 0,-291-265-637,221 233 837,21-21-180,361 230 326,-591-461-1021,338 256 754,-328-237-748,244 221-155,-91-35-54,-32-33 0,39 64 0,2 2 0,-207-245 0,96 94 0,-119-123 0,1-2 0,0 0 0,56 30 0,-54-38 0,1-2 0,52 14 0,-47-15 0,85 33 0,-33-7 0,-84-36 0,16 11 0,-16-9 0,35 19 0,-28-18-4,0 0 0,-1 0 0,0 1 0,0 1 0,0-1 0,-1 1 0,0 1 0,0 0 0,10 11 0,8 7-169,-29-28-317,0 0 0,0-1 0,0 1 0,1 0 0,-1 0 0,1-1 0,0 1 0,-1-5 1,-5-12-1408,4 16 1006,1 1 0,0-1 1,-1 1-1,0 0 0,0-1 1,0 1-1,0 1 0,-5-4 1,1 0-2671,-12-12-8126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8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5204,'0'0'4307,"1"2"-3428,15 17 387,-14-17-50,-2 2-920,0 20 110,0-12-6903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7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2058 3676,'-48'23'16059,"32"-37"-15039,13 11-956,0 1-1,0-1 0,0 0 1,1 0-1,0-1 1,-1 1-1,1 0 0,0-1 1,1 1-1,-1-1 1,1 0-1,-2-4 1,-10-53 284,9 37-214,-99-622 800,61 386-805,-15-111-410,50 294-843,3 0-1,11-143 1,-3 188-173,1 1 1,17-58-1,-16 71-249,1 0 0,1 0-1,13-20 1,7-2-4866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8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1 544 5368,'0'0'13350,"2"3"-13171,0 2-153,21 44 350,32 49-1,-44-82-333,-1-1 0,2 0-1,0-1 1,1 0 0,0-1-1,1-1 1,19 14 0,-23-19-19,1 0 0,0 0 0,0-1 0,1-1 1,0 0-1,22 6 0,-29-10-30,1 0 1,0 0 0,0-1-1,-1 0 1,1 0-1,0-1 1,0 1-1,-1-1 1,1 0-1,-1-1 1,1 0 0,-1 0-1,1 0 1,-1 0-1,0-1 1,0 0-1,7-4 1,-7 3 1,-1 2 2,0-1 0,0 0 0,0 0-1,0 0 1,-1 0 0,1-1 0,-1 0-1,0 1 1,0-1 0,0 0 0,-1-1-1,3-4 1,77-131-138,-73 129 138,1 0 1,-1 0-1,2 1 1,0 0-1,15-11 1,15-12-161,-30 22 191,0 0 0,0 0 0,-1-1 0,-1-1 0,0 0 0,-1 0 0,10-20 0,-15 27 12,-1-1 0,1 0 0,-1 1 0,0-1-1,0 0 1,-1 0 0,0 0 0,0 0-1,-1-1 1,0 1 0,0 0 0,-1 0-1,1 0 1,-2 0 0,1 0 0,-1 0 0,0 0-1,0 1 1,-5-9 0,-4-3 87,-1 0 1,0 1 0,-2 1-1,0 0 1,0 0-1,-2 2 1,0 0-1,-1 0 1,-22-13 0,-3 2-105,0 1 0,-89-34 0,127 56-155,0 1 1,1 0 0,-1 0-1,0 0 1,0 0 0,0 1-1,0 0 1,0 0 0,0 0-1,0 0 1,0 1 0,0-1-1,-4 2 1,6-1-45,0 0 0,0-1 0,0 1-1,0 0 1,0 0 0,0 0 0,0 0 0,1 1 0,-1-1 0,1 0 0,-1 1 0,1-1 0,-1 1 0,1 0-1,0-1 1,0 1 0,0 0 0,0 0 0,0 0 0,0 0 0,0 0 0,0 0 0,1 0 0,-1 3-1,-2 15-2366,-1 3-1116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9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0 578 5188,'0'0'10965,"7"11"-10338,103 161 1581,-20-30-1656,-78-125-513,1-1 1,1-1 0,1 0-1,0-1 1,1 0 0,0-1-1,32 19 1,-45-31-40,1 0-1,-1-1 1,1 1 0,0-1-1,-1 1 1,1-1-1,-1 0 1,1-1-1,0 1 1,-1 0 0,1-1-1,6-2 1,-5 1 3,-1 0 1,1-1 0,0 0-1,-1 0 1,0 0-1,0 0 1,0 0-1,0-1 1,0 0 0,-1 0-1,1 0 1,4-8-1,4-8-10,15-32 0,-25 47 5,28-66 21,12-22-127,-37 83 107,1 0 1,0 1-1,1 0 0,0 0 0,1 0 1,15-12-1,-1 3 129,0 1 1,2 2-1,0 0 1,28-11 0,-48 23-92,0 0 1,0 0-1,0 0 1,0-1 0,0 1-1,-1-1 1,1 0-1,3-5 1,5-6 12,-10 13-47,0 0-1,-1 0 0,1 0 1,-1 0-1,1-1 0,-1 1 1,0 0-1,0-1 0,0 1 1,-1-1-1,1 1 1,0-1-1,-1-3 0,2-35-37,-2 38 41,1-17 17,0 10-28,-1 0 0,0 0 0,-1 0 1,0 0-1,0 1 0,-5-16 1,-1 7 5,-1 1 0,0 0 0,-2 0 0,0 0 0,0 1 0,-2 1 0,0 0 0,-1 0 0,0 2 0,-22-19 1,-1 4 34,-1 1 1,-2 2-1,-51-25 1,83 47-41,-1-1 1,0 1 0,-1 0-1,1 1 1,0 0 0,-1 1-1,-13-2 1,20 3-94,0 0 0,0-1 0,0 1 0,1 0 0,-1 1 0,0-1 0,0 0 0,1 0 0,-1 1 0,0-1 0,1 1 0,-1-1 0,0 1 0,1 0 0,-1 0 0,0-1 0,1 1 0,0 0 0,-1 1 0,1-1 0,-1 0 0,1 0 0,0 1 0,0-1 0,0 0 0,0 1 0,0-1 0,0 1 0,0-1 0,0 1 0,1 0 0,-1-1 0,1 1 0,-1 0 0,1 0 0,0-1 0,-1 1 0,1 0 0,0 0 0,0-1 0,0 1 0,1 2 1,5 18-1915,1-3-2676,-3 7-2405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4892,'0'0'7205,"10"14"-7441,-1-2-256,4-1-504,0 1-460,-1-4-4477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4336,'3'37'2981,"7"-23"-2413,-1-2-48,4-1-96,-3 3-80,21 41-232,-15-33-308,3 1-128,7-3-116,-7 9 60,6-3 0,1 2-108,2-2 52,-2 2-188,-1 4-1165,10-4 545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5817,'0'35'1672,"6"-21"-116,4-2-128,2-1-276,7 6-172,13 6 4,0-3-356,3 0-128,9 9-108,7-1-136,0 6-512,6-2-408,7 5-504,-7 0-552,0-3-1684,0 4-1765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 4576,'-15'-5'1463,"32"7"140,-4 0-1213,-9-1 335,-1-1-36,29 2 603,-29-1-782,16 2 300,-5 0-440,-3-1-237,1 1 1,-1 0-1,0 0 1,0 2-1,0-1 0,18 11 1,-15-6-141,73 46-1289,-31-15-2980,-18-11-523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6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29 5761,'-1'-3'1519,"-2"-15"747,3 18-2174,0-1 0,0 1 0,0 0 0,0-1 0,0 1 0,0 0 0,0 0-1,0-1 1,0 1 0,1 0 0,-1-1 0,0 1 0,0 0 0,0 0 0,1-1-1,-1 1 1,0 0 0,0 0 0,1-1 0,-1 1 0,0 0 0,0 0 0,1 0-1,-1-1 1,0 1 0,1 0 0,-1 0 0,0 0 0,1 0 0,2 0 86,1 0 0,-1 1 1,0-1-1,1 1 0,-1 0 1,0 0-1,1 0 0,-1 0 1,4 3-1,56 27 625,97 63-1,8 5-2128,44 12-5152,-139-73 1575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5813,'38'17'1336,"-13"-11"-64,-3 0-84,1-3-180,2 2-240,7 4-172,25 5-100,-13 0-84,4 4-68,0 2-348,6 2-412,-4 10-312,4 8-500,-3 6-1996,3 5-1425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3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2300,'0'0'3064,"12"18"-2918,-9-10 2522,0 17-2742,-2-19-33,-1 1-1,1 0 1,-1-1 0,0 1-1,-1 9 1,2-13 167,-1 0-1,1 1 1,0-1 0,-1 0 0,1 0-1,-1 1 1,0-1 0,0 0-1,-1 0 1,1 1 0,-1-1 0,1 0-1,-1 0 1,0 0 0,-2 3-1,2-3-61,35 4-834,-17-15 663,-7 6-2626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6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4068,'0'0'8838,"3"0"-8008,17-1-531,0 1 1,0 2-1,0 0 1,0 0-1,-1 2 0,1 1 1,-1 0-1,0 1 1,0 2-1,-1-1 1,19 13-1,116 80-2657,-55-28-3273,-41-27-725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5705,'0'0'3488,"12"15"-3052,1-1-60,3 6 68,19 8-356,-6 1-252,5 8-404,-2-3-800,6 4-1076,7 10-565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9.9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2515 5380,'44'-34'1933,"1"1"0,1 3 0,70-35 0,-4 2-974,763-525 1443,-122 64-1890,25 41-394,-82 87-707,-546 323-228,14-8-44,-148 71 666,-1-1-1,0 0 1,15-15 0,12-10-1454,-39 34 1134,0 0 0,-1 0 0,1-1 0,-1 1 0,1-1 0,-1 1-1,0-1 1,0 0 0,3-5 0,5-12-3756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12741,'16'0'8064,"20"3"-4153,95 6-1650,383 8-3656,-344-25-3434,0-8-3926,-102 8-259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1 14517,'-92'100'1804,"67"-52"-343,-1-8-353,-2 3-248,-4 0-180,0 0-132,0 6-92,7 2-100,0 3-156,-1 1-212,4-7-288,9 1-304,1-3-596,5-6-348,4 0-280,3-23-533,-6 8-1711,3 1-3009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0 352 11129,'64'-8'1676,"-7"2"-400,-9-6-360,2-2-220,-5-3-288,3-3-344,2-6-368,14-5-272,6-4-460,6-2-152,-3-11-308,3-1-1908,3 1-1773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0 11045,'-22'60'1648,"3"-40"-192,-13 12-100,13-12-227,-7 2-193,1 7-88,-4 2-240,-2 1-132,2 2-176,-3 3-272,10 3-248,-3-8-496,6-4-464,3 1-261,-3-3-151,-7-1-356,17-10-1760,6 7-2333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6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0 132 5144,'10'-26'1533,"3"18"2475,-4-1-3300,4 1 380,-1-1-724,4 1-128,3 2-188,4-3-244,-4 1-52,3 2-460,-6 0-296,6-2-568,-16-4-1196,4 4-881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7.6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8109,'-6'31'1700,"25"-22"-228,-10 2-224,1 1-192,6-4-216,9 12-160,0 3-120,-2 3-120,8 0-143,7 2-502,7-8-327,6 6-384,3 0-252,-7-6-600,4 0-1704,9-6-1885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7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6453,'-79'40'1772,"28"0"-328,13-8-280,-3 2-300,12-3-164,1 4-156,-1 2-224,-6 3-392,10 3-460,-1 2-364,-2-2-976,-1 3-1064,13 3-1033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5905,'6'12'652,"-3"2"-232,0 0-696,0 1-540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0 7965,'-80'92'1120,"49"-55"-336,5-6-316,7-2-324,0 5-244,3 6-496,0 6-20,-6 2-452,-3 4-1260,12 5-461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16 226 4600,'-6'-40'836,"-4"26"-219,20-6-205,-1 0-64,-6 3-92,4 2-80,-4-5-124,3 6-136,4-3-304,-4 0-276,1 3-1161,-1-4 473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5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8469,'0'1'81,"0"-1"1,0 0-1,0 0 1,0 0-1,0 1 1,0-1-1,0 0 1,0 0-1,0 0 0,0 1 1,0-1-1,0 0 1,0 0-1,0 0 1,0 1-1,0-1 1,0 0-1,1 0 1,-1 0-1,0 0 1,0 1-1,0-1 1,0 0-1,0 0 1,1 0-1,-1 0 1,0 0-1,0 0 0,0 0 1,1 1-1,-1-1 1,0 0-1,0 0 1,0 0-1,1 0 1,-1 0-1,0 0 1,0 0-1,0 0 1,1 0-1,-1 0 1,0 0-1,0 0 1,0 0-1,1 0 0,-1 0 1,0 0-1,0-1 1,0 1-1,0 0 1,1 0-1,-1 0 1,27 2 1861,33-3-522,278 7 1264,-2 28-5756,-263-27 1513,54 10-4420,-70-4 733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5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385 18 6949,'-63'-11'2032,"43"8"-160,1 0-288,-3 6-116,-3 0-188,3 17-216,-26 17-203,19 3-149,1 6-132,2 8-316,4 6 88,3 8-124,3 4-412,10 2-572,0 6-780,-1-3-449,1 3-2279,9 3-3273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6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2141 8653,'0'4'394,"0"0"1,0 0 0,0 1 0,0-1-1,1 0 1,-1 0 0,1 0-1,0 0 1,0 0 0,4 7 0,-4-9 2307,19-15-497,649-428 54,929-649-6966,-645 550 2716,-930 527 1939,94-46 117,-98 51-103,0 0-1,0 1 1,1 1-1,22-3 0,-39 9-582,-29 0-9057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1 498 16053,'0'0'2473,"13"-3"-645,-1-5 728,4-1-1564,0 3-192,0-11-144,19-14-156,0-1-480,9 1-464,7-6-92,6-9-332,0 3-428,4-5-572,-1-4-304,-9 4-749,-7 2-1679,-3 6-3589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0 12089,'-6'12'391,"4"-10"-232,0 1 0,0 0-1,0-1 1,1 1 0,-1 0-1,1 0 1,0 0-1,0 0 1,0 0 0,0 1-1,0-1 1,1 0-1,0 0 1,-1 0 0,1 1-1,0-1 1,1 0 0,-1 0-1,1 5 1,14 33 1530,-13-34-1762,0-1 0,0 1 0,0-1 0,1 1 0,0-1 0,0 0 0,0 0 0,1 0 0,0 0 0,0-1 0,1 0 0,6 7 0,13 7-1264,33 21-594,-52-38 1391,-1 0 0,1 0 0,-1 0 0,1 0 1,-1-1-1,1 0 0,0 0 0,0 0 0,0 0 1,0-1-1,-1 0 0,7 0 0,10-2-2583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112 229 5973,'-10'-28'1208,"4"5"-160,3 0-232,-10 9-168,0-1-244,7-5-324,0 3-556,-13-8-544,0-13-1504,3 13-649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8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129 684 6953,'-2'-7'938,"-1"1"0,0 0 0,0-1 0,-1 1 0,1 0 0,-1 1 0,0-1 0,-1 1 0,-6-6 0,4 3-36,0 0 0,1-1 0,0 1 0,-8-15 0,10 11-279,0 1 0,1-1 0,0 0 0,1 0 0,0 0 0,0-25 0,1 33-292,-1 0 0,0-1 0,0 1 0,0 0 0,0 0 0,-5-5 0,-1-2 307,13 23-602,0-4-3,-1 1 0,0 0 0,-1 0 0,0 0 0,-1 1 0,2 10-1,9 32 108,9 14 2,-4-9-64,47 99 1,-48-124-59,1 0 0,2-2-1,1 0 1,1-1 0,2-1 0,37 33 0,-57-57-20,-1 0 1,2 0 0,-1-1-1,0 0 1,1 0 0,-1 0-1,1 0 1,0-1 0,0 0 0,0 0-1,0 0 1,1 0 0,-1-1-1,0 0 1,1 0 0,-1-1-1,1 1 1,-1-1 0,1 0-1,-1-1 1,0 1 0,1-1-1,-1 0 1,0 0 0,1-1 0,-1 0-1,0 0 1,0 0 0,0 0-1,6-5 1,1-1-11,0-1 0,0-1 0,-1 0 0,0-1 0,-1 0 0,17-23 0,-17 20-7,1 0 0,0 1 0,2 1 0,21-18 0,4 6-122,1 1-1,1 3 1,1 1 0,47-15-1,35-15-461,-107 42 534,0-1 1,0-1-1,-1 0 0,0-1 1,-1-1-1,16-14 0,-26 20 58,1 1 0,-1-1 0,0 0 0,0 0 0,-1 0 0,1 0-1,-1-1 1,0 1 0,-1-1 0,1 0 0,-1 0 0,0 0 0,-1 0 0,0 0 0,0-1-1,0 1 1,0 0 0,-1 0 0,0-1 0,0 1 0,-2-8 0,-2 0 34,0 0 1,-1 0 0,0 1-1,-1-1 1,0 1 0,-1 1-1,-1-1 1,0 1 0,-11-12-1,-15-16 71,-49-42 0,29 30-101,-61-75-2222,83 88 217,29 36 1273,1-1 0,-1 1-1,1-1 1,0 0 0,0 1 0,0-1-1,1 0 1,-2-6 0,0 1-3434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8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61 573 7229,'-9'-3'617,"7"3"-458,0 0 0,0 0 0,1 0 0,-1 0 0,0-1 0,0 1 0,1-1 0,-1 1-1,0-1 1,1 0 0,-1 0 0,1 1 0,-1-1 0,1 0 0,-1-1 0,1 1 0,0 0 0,-1 0 0,1 0 0,0-1-1,0 1 1,0-1 0,0 1 0,-1-3 0,1 1 1787,-5-6 989,6 8-2899,-1 1 1,1 0 0,-1 0 0,1-1-1,0 1 1,-1 0 0,1-1-1,-1 1 1,1 0 0,0-1 0,0 1-1,-1-1 1,1 1 0,0-1 0,0 1-1,-1-1 1,1 1 0,0 0-1,0-1 1,0 1 0,0-1 0,0 1-1,0-1 1,0 1 0,0-1 0,0 0-1,0 1 1,0-1 0,0 1 0,0 0-1,1-2 1,2-2 111,0-1 0,1 1-1,0 0 1,0 0 0,0 0 0,0 0 0,1 1 0,5-4-1,2-1 51,52-36 591,113-58 0,-34 22-631,218-131-582,-315 185 331,-27 17-391,-17 9-160,-8 5-380,-57 50-8296,43-41 3154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9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4072,'0'0'54,"0"0"-1,0 1 0,0-1 0,0 0 0,0 0 0,-1 1 0,1-1 0,0 0 1,0 1-1,0-1 0,0 0 0,0 0 0,0 1 0,-1-1 0,1 0 1,0 0-1,0 0 0,0 1 0,-1-1 0,1 0 0,0 0 0,0 0 0,-1 1 1,1-1-1,0 0 0,0 0 0,-1 0 0,1 0 0,0 0 0,0 0 1,-1 0-1,1 1 0,0-1 0,-1 0 0,1 0 0,0 0 0,0 0 0,-1 0 1,1 0-1,0 0 0,-1-1 0,1 1 0,0 0 0,-1 0 0,1 0 1,0 0-1,0 0 0,-1 0 0,1 0 0,0-1 0,0 1 0,-1 0 1,1 0-1,0 0 0,0-1 0,0 1 0,-1 0 0,1 0 0,0-1 0,0 1 1,0 0-1,0 0 0,-1-1 0,-2 9 2986,-3-4 3645,13 13-4913,-1-1-962,-2 1-1,0 0 1,-1 0-1,0 0 1,-2 0-1,0 21 1,2 11-36,0-25-804,1 0-1,2 1 1,0-2 0,1 1 0,12 24 0,32 59-6068,-28-71-68,4-3-3796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68 6617,'0'0'8252,"2"-2"-7275,1-3-778,0 1 0,1-1 0,0 1-1,0 0 1,0 0 0,0 1 0,1-1 0,-1 1 0,1 0 0,0 0-1,0 0 1,0 1 0,0-1 0,1 1 0,-1 1 0,8-3-1,-5 2-74,-1 0 0,0 1 0,1-1-1,-1 1 1,1 1 0,0-1 0,-1 1 0,1 1-1,-1-1 1,1 1 0,-1 1 0,1-1-1,-1 1 1,0 1 0,0-1 0,0 1-1,0 0 1,8 6 0,0-1-27,-1 2 0,0-1 0,-1 2 0,0 0 0,-1 1 0,0 0 0,-1 1 0,0 0 0,-1 0 0,0 1 0,-2 1 0,14 28 0,0 10-1,-3 1 0,18 82 0,-34-125-86,9 45 51,-8-36-28,0 1 0,2-1 1,8 21-1,-13-38-25,-3-7-169,-6-16-43,1-1 0,0 0 0,2 0-1,0 0 1,1-1 0,0-25 0,2-135-1074,4 122 958,11-64 0,-13 121 1386,7 23-218,-1-3-517,-1 0-1,-1 0 1,2 26 0,-3-22 94,11 39-1,-9-44-245,1 0 0,0-1 1,12 20-1,-15-29-143,1 0 0,0-1-1,0 1 1,1-1 0,-1 0 0,1 0-1,0-1 1,1 1 0,-1-1-1,1 0 1,7 3 0,7 2-130,-1-2 1,2 0-1,-1-1 1,0-1-1,1-1 1,0-1-1,0-1 1,36-1-1,-34-1-625,0-2-1,0-1 0,0-1 1,31-9-1,-43 8-239,0 0 0,-1 0 0,0-1 0,0 0 0,0-1-1,0 0 1,14-15 0,-8 8-1570,16-13-4908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38 8829,'-37'-28'10059,"23"20"-9383,11 7 941,0 19 293,3-16-1823,0-1 0,-1 1 0,1 0 0,0-1 0,0 1 0,-1-1 0,1 1 0,0 0 0,1-1 0,-1 1 0,0-1 0,0 1 0,1 0 0,-1-1 0,1 1 0,-1-1 0,1 1 0,1 2 0,25 40 764,2-1-1,2-2 1,49 51-1,-12-12-468,-19-22-1185,64 84-3557,-95-115-1083,26 52 0,-27-42-4052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0 395 9621,'10'-29'1744,"-13"12"-288,9 6-144,0-4-244,10 1-196,10-14-227,-1 8-113,7-6-140,6 0-272,0-5-720,3-4-565,4-13-587,-1 2-2348,4-3-3061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7269,'0'0'9047,"1"3"-7818,17 38 940,40 69 0,14 28-1205,-25-29-554,52 136 66,-60-147-287,-28-73-39,8-45-189,-2-23 2,-14 35-1,-1-1 0,2 1 0,-1 0 1,9-15-1,-3 10 17,0 0 1,0 0-1,1 1 0,1 1 1,0 0-1,0 0 0,1 1 0,1 0 1,-1 1-1,2 1 0,-1 0 1,1 1-1,0 0 0,1 1 1,16-5-1,-15 7 21,0 1-1,1 1 1,-1 0-1,30 1 1,-39 1-6,-1 1 0,1 0 1,0 0-1,-1 0 1,0 1-1,1-1 0,-1 2 1,0-1-1,0 1 0,0 0 1,0 0-1,0 0 1,-1 1-1,7 6 0,-10-8 9,0 0 0,0 0-1,-1 0 1,0 1-1,1-1 1,-1 0 0,0 1-1,0-1 1,0 1-1,0 0 1,-1-1 0,1 1-1,-1 0 1,1-1-1,-1 1 1,0 0-1,0-1 1,0 1 0,-1 0-1,1-1 1,-1 1-1,1 0 1,-1-1 0,0 1-1,0-1 1,0 1-1,-2 3 1,-4 6-8,0 1 0,-1-1 0,-16 20 1,20-28 11,-36 41-18,-3-2-1,-59 47 0,84-75-91,-1 0-345,-12 9-1510,17-7-6895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1 309 10385,'0'-43'1968,"9"23"-116,-9 0-140,-3 0-335,6 3-285,3 0-288,4-3-156,6-9-196,6 9-16,0 0-156,1-3-336,5 3-444,4 6-604,6 0-412,-3 5-565,-13 6-2511,16 6-3581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14 332 7085,'-13'1'7448,"13"-4"-4028,23-9-3094,0-1 327,5-6-782,-1-2 0,-1-1 0,27-30 0,-35 31-1664,0 0 0,-1-2 0,-1 0-1,17-33 1,-10 10-4673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26 10117,'-6'-17'5991,"-7"11"-3273,13 6-2649,0 0 1,0 0-1,0-1 1,-1 1-1,1 0 1,0 0-1,0 0 1,0 0-1,0 0 0,-1 0 1,1-1-1,0 1 1,0 0-1,0 0 1,-1 0-1,1 0 1,0 0-1,0 0 1,-1 0-1,1 0 1,0 0-1,0 0 1,0 0-1,-1 0 1,1 0-1,0 0 0,0 0 1,0 0-1,-1 0 1,1 0-1,0 0 1,0 0-1,-1 0 1,1 1-1,0-1 1,0 0-1,0 0 1,0 0-1,-1 0 1,1 0-1,0 1 1,0-1-1,0 0 1,0 0-1,0 0 0,-1 0 1,1 1-1,0-1 1,0 0-1,0 0 1,0 0-1,0 1 1,0-1-1,3 19 1084,14 22-407,99 163 2357,-33-66-2306,40 72-1196,-5-10-3119,-13 10-8350,-74-139 2261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75 10709,'-22'15'2448,"12"-27"-276,4-5 3049,6 0-4065,0 0-188,16-9 460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3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43 5969,'-1'-3'558,"-1"-1"1,1 1 0,-1 0-1,1-1 1,-1 1 0,0 0-1,0 0 1,0 0 0,0 1-1,-1-1 1,-6-6 3686,12 75-2728,2-1 1,4 0-1,2-1 1,3 0-1,26 74 0,136 297 967,-96-268-2812,109 167 1,20-19-5978,-98-177-2665,-56-77-63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5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3964 5901,'-9'0'588,"7"1"-400,0-1 0,0 0 0,0 0 0,0 0 0,0 0 0,0 0 0,0 0 0,1-1-1,-1 1 1,0-1 0,0 1 0,0-1 0,0 0 0,1 0 0,-1 1 0,-2-3 0,2 0 274,1 0 1,0-1 0,0 1-1,0-1 1,0 1 0,0 0 0,1-1-1,0 1 1,-1-1 0,1 0-1,1-3 1,-1 2-287,0-1 0,1 1 0,-1 0 0,1 0 0,0 0 0,1 0 0,-1 0 0,1 1 0,0-1 0,0 0 0,1 1 0,-1-1 0,1 1 0,0 0 0,0 0 0,0 0 0,7-6 0,24-21 101,0 2 0,2 1 0,1 2 0,63-32 0,-42 24-138,418-233 248,-87 52-319,-155 78-32,281-159 101,72-21-94,-29 17-27,-159 82-14,733-413-90,-41-65 136,-1066 679-59,-2-1 0,0-1 0,-1-1 0,-1-1 0,-1-1 0,25-34 1,-45 55 5,1-1 0,0 1 0,0-1 0,-1 0 0,1 1 0,0-1 0,-1 1 0,0-1 0,1 0 0,-1 0 0,0 1 0,0-3 0,0 2 3,0-1 1,0 1 0,1 0 0,-1 0 0,0 0-1,1 0 1,0 0 0,-1 0 0,1 0 0,1-2 0,7-10-85,0 1 0,1 0-1,0 0 1,1 1 0,0 0 0,14-10 0,84-59-554,-101 75 570,19-11 39,-12 8-8,-1-1 0,-1 0 0,13-12-1,-21 19 30,0 1-1,0-1 0,0 1 0,0 1 0,0-1 0,0 1 1,0 0-1,1 0 0,-1 0 0,0 1 0,10 0 1,-3-1-12,120-20 31,-36 3 111,-45 12-170,-48 6 81,32 2-78,-32-1 364,0 0-264,4 1-571,8 4 2444,-15-6-1886,1 0 0,-1 1 0,0-1 0,0 0 0,1 0 0,-1 1 0,0-1 0,0 0 0,0 1 0,1-1 0,-1 1 0,0-1 0,0 0 1,0 1-1,0-1 0,0 0 0,0 1 0,0-1 0,0 1 0,0-1 0,0 0 0,0 1 0,0-1 0,0 1 0,0-1 0,0 0 0,0 1 0,0-1 0,-1 0 0,1 1 1,0-1-1,0 0 0,0 1 0,-1-1 0,1 0 0,0 1 0,-1-1 0,0 2-12,0 0 0,1 0 1,-1 0-1,0 0 0,1 0 0,-1 0 0,1 0 0,0 0 1,-1 0-1,1 0 0,0 1 0,0-1 0,0 0 0,1 0 1,0 2-1,10 37 152,-5-22-66,91 308 1847,-50-176-1250,118 323 676,-107-319-1126,72 180 276,294 536 0,-337-716-508,266 521 124,-336-639-127,-3 0 0,18 68 0,-31-97-34,-1 0 1,0-1 0,0 1-1,0 0 1,-1 0 0,-1 0-1,1-1 1,-1 1 0,-1-1-1,1 1 1,-1-1 0,-1 0-1,1 0 1,-1 0 0,0-1-1,-6 7 1,10-12-25,-1-1-1,0 1 1,1-1 0,-1 1-1,0-1 1,0 1 0,1-1-1,-1 0 1,0 1 0,0-1-1,0 0 1,1 0 0,-1 1-1,0-1 1,0 0 0,0 0-1,0 0 1,-1 0-1,-2 0-136,3 0-78,0 1 1,-1-1 0,1 0-1,0 0 1,-1 0-1,1 0 1,0 0 0,-1 0-1,1-1 1,0 1-1,-1 0 1,1-1-1,0 1 1,-1-1 0,1 1-1,0-1 1,0 0-1,0 1 1,0-1-1,0 0 1,0 0 0,0 0-1,0 0 1,0 0-1,0 0 1,0 0 0,0-1-1,-23-40-9431,17 23 1616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5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3089 5613,'0'0'7984,"1"-2"-6614,1-1-1144,0-1 1,0 1-1,0 0 0,0 0 1,1 1-1,-1-1 1,1 0-1,0 1 0,0-1 1,0 1-1,0 0 1,6-3-1,49-20 784,-22 11-525,291-144 1147,40-18-1004,742-327-25,-281 103-435,1305-605-28,-2110 995-138,1286-599 643,-1139 514-489,-166 93-181,0-1 0,0 1 0,-1-1 1,1 0-1,0-1 0,4-4 0,1-2-323,-29 0-1943,16 8 1372,0 1 0,-1-1 1,1 1-1,0 0 0,-1 0 0,0 1 1,1-1-1,-8 1 0,-27 0-8394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5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89 5104,'-2'0'387,"0"0"-1,0 0 1,0 0-1,0 0 0,0-1 1,1 1-1,-1-1 0,0 1 1,0-1-1,0 0 1,0 1-1,1-1 0,-1 0 1,0 0-1,1-1 0,-3-1 1,-6-8-506,9 8 523,-1 3-350,0-1 0,0 1 0,0-1 0,1 0 0,-1 0 0,0 0 0,0 0 0,1 0 0,-1 0 0,1 0 0,-1-1 0,1 1 0,0-1 0,-3-2 0,3 2-21,0 1 1,-1-1-1,1 1 0,0-1 1,-1 1-1,1 0 1,-1 0-1,0-1 0,1 1 1,-1 0-1,0 1 0,0-1 1,1 0-1,-1 0 1,-2 0-1,3 1-5,0 0 0,0-1 0,0 1 1,1 0-1,-1-1 0,0 1 0,0 0 0,1-1 1,-1 1-1,0-1 0,1 1 0,-1-1 0,0 0 1,1 1-1,-1-1 0,1 0 0,-1-1 0,-9-7-1351,2 5-3771,-6 1 686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57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18 8721,'-35'-17'3300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1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38 161 3356,'0'0'7950,"-2"-1"-7648,0 1-162,0-1-1,1 1 0,-1-1 0,0 1 1,0-1-1,1 0 0,-1 0 0,1 0 1,-1 1-1,1-2 0,-1 1 0,1 0 1,0 0-1,-1 0 0,1-1 1,0 1-1,0 0 0,0-1 0,0 1 1,0-1-1,0 0 0,0 1 0,1-1 1,-1 0-1,1 1 0,-1-1 0,1 0 1,-1 0-1,1-2 0,-1 1 636,5-31 1127,2-23 825,-6 54-2002,-1 0-609,0-16 312,1 19-407,0 0-1,0-1 1,1 1-1,-1 0 1,0 0 0,0 0-1,0 0 1,0 0 0,0 0-1,0 0 1,0 0 0,1 0-1,-1 0 1,0 0-1,0-1 1,0 1 0,0 0-1,0 0 1,0 0 0,1 0-1,-1 0 1,0 0-1,0 0 1,0 0 0,0 0-1,0 0 1,0 0 0,1 0-1,-1 0 1,0 0 0,0 1-1,0-1 1,0 0-1,0 0 1,0 0 0,1 0-1,-1 0 1,0 0 0,0 0-1,0 0 1,0 0-1,0 0 1,0 0 0,0 1-1,0-1 1,0 0 0,1 0-1,-1 0 1,0 0-1,0 0 1,0 0 0,0 1-1,0-1 1,0 0 0,0 0-1,2 4 132,0-1-1,0 1 0,0 0 0,-1-1 1,1 1-1,-1 0 0,1 6 0,3 21 375,-2 0 0,-2 55 0,0 6-521,-2 39-3691,-2-11-6117,4-58-131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62 5144,'-6'-24'1361,"5"19"-71,2 2-145,-1 2-1051,0 0 1,0-1-1,0 1 0,0 0 1,1-1-1,-1 1 0,1 0 1,-1-1-1,1 1 0,-1 0 1,1 0-1,0 0 0,-1-1 1,1 1-1,0 0 0,0 0 1,0 0-1,0 0 0,0 1 1,0-1-1,0 0 0,0 0 1,0 0-1,1 1 0,-1-1 1,0 1-1,0-1 0,3 0 1,1 1 15,1 0 1,-1 0-1,0 1 1,0 0-1,1 0 1,-1 0-1,8 3 1,29 13-110,-1 1 1,-1 1-1,67 46 1,-79-47-307,160 99-3796,-143-89 1758,5 1-490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6529,'3'17'1076,"4"3"848,2-3-1128,1 3-252,2-6-80,11 9-124,-1-6-64,6 6-260,1 3-124,9-3-200,-3 8-168,3 0-296,3-2-428,-2 0-1464,5-1-789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5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6933,'0'6'398,"-1"0"1,1 0 0,0 1 0,1-1-1,-1 0 1,1 0 0,0 0-1,1 0 1,-1 0 0,1 0 0,3 6-1,6 11 1382,19 31 0,-12-23-525,-2-5-726,2-1 0,0-1 1,1 0-1,2-2 1,0 0-1,31 24 1,154 104 633,96 41-2270,-98-69-3323,-53-32-2170,-75-45 320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4624,'0'0'9716,"10"-9"-7701,-4 4-1820,0 1-1,1 0 1,-1 1-1,1 0 0,0 0 1,-1 0-1,1 1 0,0 0 1,1 0-1,-1 1 0,11-1 1,12 0-138,43 1 0,-24 6-772,0 2 1,0 2 0,-1 2-1,80 29 1,-106-31 332,0 1 0,-1 1 0,0 1-1,0 0 1,-1 2 0,21 18 0,6 10-495,49 55-1,47 75-138,-89-108 910,2-3 0,101 85 0,-141-134 69,33 18-1,-31-20-329,-1 1 0,24 19-1,-21-13 160,0 1-1,-1 1 1,-2 1-1,0 0 1,0 1-1,-2 1 1,-1 0-1,22 48 1,-30-57-388,0 0 0,1 0 0,13 18 1,5 6-451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5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4852,'45'14'1237,"-26"0"-349,6-2-116,-2-4-248,-4-5-140,6 17-180,16 12-272,-3-4-192,-3 1-152,3 2-132,-6 1-412,-3 5-993,-1 0 261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6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5593,'4'3'-84,"-1"-2"504,0 0 0,-1 1-1,1-1 1,-1 1 0,1 0-1,-1 0 1,0 0-1,0 0 1,1 0 0,-2 0-1,1 0 1,0 1 0,0-1-1,-1 1 1,1-1 0,0 4-1,20 2 396,-10-4-774,0-2 0,0 1 0,15 0 1,-16-2-144,0 1 1,-1-1 0,1 2 0,0 0 0,14 6 0,-2 2 19,-2 2 0,0 1-1,0 1 1,-1 0 0,26 27 0,-36-33 50,2 2-58,0-2 1,1 1-1,0-1 0,0-1 0,16 7 0,-21-11 34,0-1 0,0 0-1,0-1 1,0 0 0,1 0 0,-1-1-1,1 0 1,-1 0 0,1-1 0,0 0-1,9-2 1,79-20-1968,-93 21 755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9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6601,'-1'3'196,"1"-1"0,0 0 0,0 1 0,1-1 0,-1 0 0,0 1 0,1-1 0,-1 0 0,1 1 0,0-1 0,0 0 0,0 0 0,2 4 0,-2-5 1041,1 3-962,0 0 0,0-1 0,0 0 0,1 0-1,-1 0 1,1 0 0,0 0 0,0 0 0,0-1-1,0 1 1,4 2 0,-4-3-136,11 7 235,0 0 1,22 10-1,24 15-314,-28-11-100,-6-4-147,40 36 0,35 37-790,30 30-744,63 74-4826,-153-163 3988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8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5893,'9'18'1029,"0"-1"0,1-1 0,22 29 0,-27-40-875,0 0 1,0 0 0,1 0-1,-1-1 1,1 0 0,0 0-1,1 0 1,-1-1 0,1 0-1,-1 0 1,1-1-1,0 0 1,11 2 0,-6-2-462,-1-1 0,1-1 0,0 0 0,0-1 0,-1 0 0,1-1 0,-1 0 0,1-1 0,-1 0 0,0-1 0,0 0 0,21-11 0,-15 7-2059,6 2-467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8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7841,'35'0'12360,"-29"-12"-10812,-5 10-1382,1 0-1,-1 0 1,1 0 0,0 0-1,-1 0 1,1 0-1,0 0 1,0 1-1,0-1 1,0 1-1,3-2 1,0 0-470,0 1 1,-1 0-1,1 0 0,0 0 0,9-1 1,-11 2-145,1 1 0,0-1 0,-1 1 0,1-1 1,0 1-1,0 0 0,0 1 0,-1-1 0,1 0 0,0 1 0,0 0 1,-1 0-1,1 0 0,-1 1 0,1-1 0,-1 1 0,6 3 1,-5 0 45,0 0 0,0 0 1,0 1-1,-1-1 1,0 1-1,0 0 1,-1 0-1,1 0 1,-1 0-1,2 12 1,0 0-212,-1 0 0,1 24 0,-6 6-684,3 11-881,4-27 1040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0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3172,'4'22'908,"-1"1"-156,3 0-128,0 3-131,1 2-265,2-5 84,10 20-48,-9-9-48,3 4-56,9 2-84,-3 3-140,0-3-384,3 0-1517,-3 0 221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1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3032 6149,'0'1'295,"-1"1"0,0 0 0,0-1 1,0 1-1,0 0 0,0-1 0,-1 0 1,1 1-1,0-1 0,-1 1 0,1-1 1,0 0-1,-1 0 0,0 0 0,1 0 1,-1 0-1,0 0 0,-2 0 0,47-22 1810,0-3-1371,0-2 0,59-48 0,70-74-204,-120 101-326,560-512 699,-168 151-489,478-454-47,-282 259-190,-388 355-141,-218 213-763,-32 33-38,-5 5-212,-15 17-1573,1-4-1596,-2-1-2401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194 200 4168,'0'0'13785,"-12"7"-12370,10-7-1225,0 1-1,0 0 1,0-1 0,0 1 0,-1-1 0,1 0-1,0 0 1,0 0 0,0 0 0,0 0 0,0 0-1,0 0 1,0-1 0,0 1 0,-3-2 0,-38-14 1790,-2 0-277,35 14-1255,4 0-138,1 1 0,-1 0 0,0 1 0,1-1 0,-1 1-1,-7 1 1,24-19-106,-5 12-186,1 0-1,-1 0 1,1 1 0,0-1-1,0 2 1,0-1-1,1 1 1,0 0 0,11-3-1,82-25 43,-91 30-46,82-19 45,1 4 0,0 5 0,1 3-1,0 5 1,97 7 0,468 79 36,288 136-35,-789-170 90,-121-34-145,16 3 124,-48-16-95,0 1-1,-1 0 1,1 1 0,0-1 0,-1 1 0,9 6-1,-7-5 17,30 23 374,-34-25-376,20 16 1167,4-11-1068,-23-7 7,-18-13-4372,8 7-1144,-6-2-1987,0 1-4963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5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76 136 10017,'-23'-27'8966,"13"14"-5464,2 4-493,-6 5-2180,13 4-693,0 0 0,0 0 0,0 0 0,0 0 0,0 0 1,0 0-1,0 0 0,0-1 0,0 1 0,0 0 0,0-1 1,0 1-1,0 0 0,0-1 0,0 1 0,1-1 0,-1 0 1,0 1-1,0-1 0,-1-1 0,2 0-89,0 0 1,0 0-1,0 0 0,0 0 1,1 0-1,-1-1 1,1 1-1,-1 0 0,1 0 1,0 0-1,-1 0 0,1 0 1,0 0-1,0 1 0,1-1 1,-1 0-1,0 0 1,0 1-1,1-1 0,-1 1 1,1-1-1,0 1 0,3-2 1,-3 1 2227,7 14-2139,-8-12-134,-1 1 0,1 0 1,0-1-1,0 1 0,-1 0 1,1-1-1,0 1 0,-1 0 1,1 0-1,-1 0 0,1 0 1,-1 0-1,1 0 0,-1-1 1,1 3-1,-1 3-2,-1 0 0,1 1 0,-1-1 0,0 0 0,0 0 0,-3 7 0,-4 23 0,-3 48 0,3 0 0,4 1 0,4-1 0,4 1 0,21 124 0,-15-166 0,1-15 0,-8-24 0,1-1 0,-4-3 0,1 0 0,-1 1 0,0-1 0,0 1 0,1-1 0,-1 0 0,0 0 0,1 1 0,-1-1 0,0 0 0,1 0 0,-1 1 0,0-1 0,1 0 0,-1 0 0,1 0 0,-1 1 0,0-1 0,1 0 0,-1 0 0,1 0 0,-1 0 0,1 0 0,-1 0 0,0 0 0,1 0 0,-1 0 0,1 0 0,-1 0 0,0 0 0,1-1 0,-1 1 0,1 0 0,-1 0 0,0 0 0,1 0 0,-1-1 0,1 1 0,-1 0 0,0 0 0,1-1 0,19-22 0,12-35 0,-25 43 0,0-1 0,1 2 0,1-1 0,1 1 0,0 0 0,0 1 0,1 0 0,14-11 0,-17 17 0,0 1 0,1 1 0,-1-1 0,1 2 0,0-1 0,0 1 0,1 0 0,-1 1 0,1 0 0,-1 1 0,1 0 0,0 0 0,0 1 0,0 0 0,15 1 0,20 4 0,83 18 0,9 2 0,-125-22 0,0-2 0,0 1 0,0-1 0,0-1 0,0 0 0,-1-1 0,1 0 0,0-1 0,-1-1 0,21-8 0,-26 10 0,-1-1 0,0 0 0,0-1 0,-1 1 0,1-1 0,-1 0 0,0 0 0,0 0 0,0 0 0,0-1 0,-1 0 0,0 1 0,0-1 0,0 0 0,-1-1 0,1 1 0,-1 0 0,0-1 0,-1 0 0,1 1 0,-1-1 0,0 0 0,-1 1 0,0-12 0,-1-1 0,-1 1 0,0 0 0,-2 0 0,0 0 0,-1 0 0,-1 1 0,0 0 0,-1 0 0,-1 0 0,0 1 0,-1 0 0,-21-25 0,-9-7 0,-2 2 0,-63-53 0,94 89-1035,-1 0 0,-1 0 0,0 1 0,-16-8 0,26 16 545,0 0-1,-1 1 1,1-1 0,0 0 0,0 1 0,-1 0 0,1-1-1,0 1 1,0 0 0,0 0 0,0 0 0,0 1-1,0-1 1,-2 2 0,3-2-807,-1 6-4845,4 19-3674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5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28 410 12033,'-1'0'282,"0"0"1,0 0-1,0 1 0,0-1 0,0 0 1,0 0-1,0 0 0,0 0 0,0 0 1,0 0-1,0 0 0,0 0 0,0-1 1,0 1-1,0 0 0,0-1 1,0 1-1,0 0 0,1-1 0,-1 1 1,0-1-1,0 1 0,0-1 0,1 0 1,-1 1-1,-1-2 0,2 1-89,-1 1 0,1-1 0,0 0 0,0 1 0,0-1 0,0 1 0,-1-1 0,1 0 0,0 1 0,0-1 0,0 1 0,0-1 0,0 0 0,0 1 0,1-1 0,-1 1 0,0-1 0,0 0 0,0 1 0,1-1 0,-1 1 0,0-1 0,1 0 0,10-10-585,41-22 1940,102-47 0,-76 42-1180,-61 30-307,82-43-522,3 4 1,110-34-1,-150 61-1105,-8 3-4022,-51 16 2693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6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0 10461,'-13'3'4348,"4"3"-2135,-4 3 83,7 16-392,-7 18-244,13-9-288,6 121 1284,1-92-2111,2 5-317,7 4-873,0-1-247,0-2-816,-4-4-868,-5-2-1084,9 0-1769,12 0-4360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6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 9961,'-3'2'2193,"-26"14"1664,27-16-3487,0 0-1,0-1 0,0 0 0,0 1 0,0-1 0,1 0 0,-1 0 0,0 0 0,0 0 0,1 0 0,-5-4 5332,53 49-5249,-36-35-432,-1 0 0,0 1 0,0 0-1,-1 0 1,0 1 0,13 21 0,-15-15-22,0-1-1,0 1 1,-2 0 0,0 0-1,-1 1 1,2 21-1,0 105-142,-6-141 134,12 20 10,89-209-86,-37 63 52,-36 72 128,-26 48 151,-1 4-192,1-1-1,-1 1 0,0 0 0,1-1 0,-1 1 1,0 0-1,0 0 0,0-1 0,1 1 0,-1 0 1,0 0-1,0 1 0,0-1 0,0 0 0,-1 0 1,1 0-1,0 1 0,0-1 0,-1 0 0,1 1 1,-1-1-1,2 3 0,3 38 239,-2-13-88,2-2-23,2-1-1,16 44 1,-18-60-245,-1-1-1,1 1 1,1-1 0,-1 0 0,1-1-1,1 0 1,0 0 0,0 0 0,0-1-1,14 10 1,-15-11-287,1-1-1,0-1 0,0 1 1,0-1-1,1-1 1,-1 1-1,1-1 1,0-1-1,0 1 0,0-1 1,0-1-1,1 1 1,-1-1-1,0-1 1,1 0-1,-1 0 0,0 0 1,11-3-1,-5 0-582,0 0-1,0-2 0,16-6 0,19-15-5562,-15 4-1434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7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0 535 4648,'0'0'1165,"2"2"-129,-1-1-745,1 1 0,-1-1 1,0 1-1,1-1 0,-1 0 0,1 1 0,0-1 0,-1 0 0,1 0 0,0 0 0,0-1 0,-1 1 1,1 0-1,0-1 0,0 1 0,0-1 0,0 1 0,0-1 0,4 0 0,-2 0-24,-1-1 1,1 0-1,0 0 0,-1 0 0,1 0 0,-1 0 0,1-1 0,-1 0 1,1 1-1,2-4 0,9-6 324,0-1 1,-1-1-1,18-21 1,-19 20 124,103-112 1334,114-111-733,-215 222-1658,-2 0 1,21-28 0,-32 39-677,12-4-1988,-7 3 737,-2 4-2504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8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8457,'0'0'12110,"-1"3"-10648,-2 6-612,0 1 0,1 0 0,0 0-1,-1 13 1,2 9 281,4 37-1,-1-2-338,1 0-1346,20 113 0,-17-142-996,2 0 0,15 41 0,-16-61-1060,0-1 0,1 0 0,19 28 0,4-3-7539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419 552 5781,'-89'-16'5876,"79"16"-4996,-1 0-1,1 0 1,0 1 0,-13 3-1,-18 0 1090,-183 5 7676,224-11-9535,1-1 1,0 0-1,0 1 0,0-1 0,0 1 0,0-1 0,1 1 0,1-3 1,9-11 29,0 2 1,1-1-1,0 2 1,2 0-1,24-18 1,87-53 225,-122 82-358,432-232-743,-286 167-1982,-51 28-4309,-96 38 3787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10841,'-1'4'319,"0"-1"0,-1 1 0,1-1-1,-1 0 1,0 0 0,0 1 0,0-1 0,-1 0 0,1-1-1,0 1 1,-1 0 0,0-1 0,0 1 0,0-1 0,0 0 0,-5 3-1,4-2 178,1-1-199,1 0 0,0 0-1,0 1 1,0-1 0,0 1 0,0-1 0,0 1 0,0 0 0,1 0-1,0-1 1,-1 1 0,1 0 0,-1 5 0,-6 41 1789,7-41-1786,-4 43 728,2 1 0,2-1 0,8 63-1,-3-82-1659,1 0-1,2 0 1,1-1-1,2 0 1,0 0-1,18 33 1,-21-52-703,0 1 1,15 17-1,7 4-4143,7 3-5039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10405,'8'44'3371,"3"70"0,-9-76-2430,2 0-1,14 63 1,1-26-420,-4-13-151,3-1 0,45 106-1,-22-79-213,13 24 35,-53-109-185,1-1 0,0 1 0,0-1 0,0 1 0,0-1 0,0 0 0,0 0 0,1 0 1,-1 0-1,1-1 0,-1 1 0,1 0 0,4 1 0,-6-3-4,0 1 0,1-1-1,-1 1 1,0-1 0,1 0 0,-1 0 0,1 1 0,-1-1-1,0 0 1,1 0 0,-1 0 0,1-1 0,-1 1 0,1 0-1,-1 0 1,0-1 0,1 1 0,-1-1 0,0 1 0,1-1-1,-1 0 1,0 1 0,0-1 0,1 0 0,-1 0 0,0 0-1,0 0 1,1-1 0,3-5 5,-1 0 1,0 0-1,0 0 0,-1-1 1,0 1-1,0-1 0,3-14 0,9-66 143,-8 38 23,2-10 36,-3 21 93,16-62 1,-20 91-261,2 0 0,-1 1 0,1-1 0,1 1 0,0 0 1,0 0-1,1 0 0,0 1 0,0 0 0,1 0 1,9-8-1,-12 13-31,0 0 1,0 0-1,1 0 1,0 0-1,0 1 0,-1-1 1,1 1-1,0 1 1,1-1-1,-1 1 1,0 0-1,0 0 0,1 0 1,-1 1-1,1-1 1,-1 1-1,0 1 1,1-1-1,-1 1 1,0 0-1,1 0 0,-1 1 1,0-1-1,0 1 1,6 3-1,-6-2-5,1 0 1,-1 0-1,0 1 0,0-1 1,-1 1-1,1 0 0,-1 0 1,1 1-1,-1 0 1,-1-1-1,1 1 0,-1 1 1,0-1-1,0 0 0,0 1 1,-1-1-1,0 1 0,0 0 1,0 0-1,-1 0 0,2 11 1,-3-2 2,0-1 1,-2 1-1,1-1 1,-2 0 0,0 1-1,-1-1 1,0-1 0,-12 27-1,1-8-21,-2-1-1,-31 43 1,10-22-488,-2-3 0,-3-1 0,-72 64 0,70-75-1471,-1-2 0,-54 31-1,45-34-3189,11-3-3051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45 129 7609,'-2'-31'2340,"2"30"-2195,-1 0 1,1 0-1,0 1 0,0-1 1,0 0-1,0 1 1,0-1-1,-1 0 0,1 0 1,0 1-1,-1-1 1,1 0-1,0 1 0,-1-1 1,1 1-1,-1-1 0,1 1 1,-1-1-1,1 0 1,-1 1-1,1 0 0,-1-1 1,0 1-1,1-1 0,-1 1 1,0 0-1,-1-1 1,2 1-7,-1 0-1,0-1 1,1 1 0,-1 0 0,1-1 0,-1 1 0,1 0 0,-1-1 0,0 1 0,1-1 0,-1 1 0,1-1-1,0 1 1,-1-1 0,1 1 0,-1-1 0,1 1 0,0-1 0,-1 1 0,1-1 0,0 0 0,0 1-1,0-1 1,-1-1 0,-17-66 9157,93 303-5793,24-11-6448,-81-191 491,32 46 1,4-10-5240,-4-9-4069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137 157 9409,'-44'-5'2508,"28"-7"-340,3 1-196,-6-4-155,0 4-265,6 0-196,1 2 704,21-11-1416,13-3-172,10 15-448,13-1-296,5-2-500,11 2-740,5 9-616,1-3-897,3 3-1747,0 6-3745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15 770 9237,'-2'-2'196,"1"0"1,-1 0 0,1 0-1,0 0 1,-1 0 0,1-1-1,0 1 1,0 0 0,1-1-1,-1 1 1,0-1-1,1 1 1,0-1 0,-1 1-1,1-1 1,0 0 0,0 1-1,1-4 1,1-2 374,1 1 1,0 0 0,0-1-1,1 1 1,6-9-1,0 0-614,1 0-1,1 1 1,0 1 0,1 0-1,23-19 1,82-56-3563,-78 61 2453,-20 11 494,-1-1 0,-1-1 0,0 0 0,-2-2 0,0 1 0,25-46 0,-37 57 1244,-1 1-1,0-1 1,0 0-1,-1 0 1,0 0-1,0 0 1,-1 0 0,0-19-1,-1 25-236,0 1-1,1-1 1,-1 0 0,1 1-1,0-1 1,0 0 0,0 1-1,0-1 1,2-2-1,0-1 400,-2 3 1811,-3 7-2138,0-1 0,1 0 0,-1 1 0,1-1 0,0 1 0,0 0-1,-1 4 1,3 9 42,1 1 1,0 0-1,1-1 0,1 0 0,1 0 0,0 0 0,11 21 0,-9-23-341,1 0 0,1-1-1,1 0 1,0-1 0,0 0-1,1 0 1,1-1 0,0-1-1,1 0 1,0-1 0,1 0 0,0-1-1,17 9 1,-25-15-88,0-1-1,0 1 1,0-1 0,0 0-1,0-1 1,0 0 0,1 0-1,-1 0 1,11 0 0,-13-1-26,-1 0 1,0-1-1,0 1 1,0 0-1,1-1 0,-1 0 1,0 0-1,0 0 1,0 0-1,0 0 1,0 0-1,0-1 1,-1 0-1,1 1 1,0-1-1,-1 0 1,1 0-1,-1-1 0,3-2 1,-3 1 14,0-1 0,0 1 0,0 0 0,0-1 0,-1 0 0,0 1 0,0-1 0,0 0 0,0 0 0,-1 1-1,0-1 1,0 0 0,0 0 0,-1 0 0,0 0 0,0 1 0,0-1 0,0 0 0,-4-7 0,0-1 19,-1 0-1,0 1 1,-1 0-1,0 1 0,-17-21 1,-6 0-163,-1 2 0,-1 2 0,-2 1 1,0 1-1,-2 2 0,-1 1 0,-1 2 0,-68-27 0,83 39-1009,-35-10 0,52 18 428,0-1-1,-1 1 0,1 0 0,0 1 1,-1-1-1,1 1 0,0 1 0,-1-1 0,1 1 1,0 0-1,-8 2 0,0 8-4754,4 2-3012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1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77 12793,'-41'-23'2464,"34"12"61,-5 2-329,-1 4-216,-3-1-352,3 0 1460,1-2-2796,-1-1-836,26 18-11069,-1-4-212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6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3004,'0'0'900,"0"2"-45,3 9-562,1 0 0,0 0-1,1 0 1,0-1 0,1 1 0,0-1-1,1-1 1,0 1 0,0-1 0,1 0-1,14 12 1,13 10-170,65 41-1,-48-35 155,271 220-4249,-270-209 2134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7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2356,'54'19'700,"67"28"2426,-111-42-2798,0 1 0,-1 0 0,0 0-1,0 1 1,-1 0 0,1 1 0,12 14 0,-8-4 314,0 0 1,19 39-1,-20-37-536,2 0 0,0 0 0,2-2 0,0 0 0,0 0 0,2-2 0,21 16 0,-38-31-102,19 16 31,1 0-1,1-2 1,43 22 0,3 2 50,268 193 117,-127-45-170,-148-129-29,108 102-39,-96-84 97,-49-48-30,34 28 0,-34-33 108,29 34-1,3 3 11,12 17 138,-5-6-76,-54-63-316,0 0 0,0-1 0,0-1 0,1 0 0,13 6 0,-3-1-674,-7-2-866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8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 3928,'5'-9'360,"3"-5"1,-6 3 3033,10 16-3132,-10-5-252,0 0 0,0 1-1,-1-1 1,1 1 0,0-1 0,0 1-1,-1 0 1,1 0 0,-1 0 0,1 0-1,1 1 1,76 95 942,93 87-1,-40-44-573,77 57 51,-127-126-269,-58-48-115,60 48 142,66 40 95,-33-36 179,250 119 0,-41-28 379,-111-32-124,-67-22-36,-120-90-445,41 43 1,-19-18-38,-17-15 50,0 0 1,51 70-1,-59-70-191,16 26 11,-25-32-43,22 26 0,-25-34 12,3 0 6,0-1 0,2-1 0,0-1 0,0 0 0,1-1 0,28 15 0,8 6 214,-22-15-197,0-1 0,1-2 0,37 12 0,-38-16-65,0 1 0,-2 2 1,1 0-1,30 24 0,-57-36-262,0 1 0,0 0 0,0 0 0,0 0 0,-1 0 0,0 1 0,5 8 1,-6-9-672,-1 0 0,0 0 1,0 1-1,0-1 0,-1 0 0,1 6 1,2 12-4744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9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35 4080,'0'0'997,"-3"0"-92,-26-10 467,26 9 1046,3 0-2322,0 0 0,0 0-1,0 0 1,0 1 0,0-1 0,0 0-1,0 0 1,0 0 0,0 0 0,-1 0-1,1 0 1,0 1 0,-1-1 0,1 0-1,0 0 1,-1 0 0,1 1 0,-1-1-1,1 0 1,-1 1 0,1-1-1,-1 0 1,0 1 0,1-1 0,-1 1-1,0-1 1,0 1 0,1-1 0,-1 1-1,-2-1 1,-21 2 1735,17 1-2287,4-2 852,-6 31 335,7-28-581,-11 23 236,12-23-226,-8 28 353,8-28-258,2 18 25,0-1 0,1 0 0,1 0 0,1 0-1,1 0 1,8 19 0,50 159 1281,-50-163-1239,2-1 0,27 45 1,-14-31-12,52 75 223,260 343 337,-270-373-799,4-3 0,3-4-1,5-3 1,129 102 0,326 180 98,-484-333-169,2-2 1,1-3-1,1-3 0,63 19 1,-90-35 4,0-1 0,0-1 1,1-2-1,0-1 1,0-1-1,0-2 0,0-1 1,0-1-1,-1-2 0,34-8 1,-2-4-49,273-73 48,-103 26-46,-34 14 17,-85 23 14,29-16 18,-131 39-21,124-46 59,-44 3-62,104-71 0,-61 35 49,43-37-35,-158 107-9,36-30 0,6-6 39,30-11-93,-88 58 50,32 1-51,-6 10 88,-26-9 736,-14-14-4177,4 4 2267,-3-5-1265,1 5-2655,-8 0-3991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0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1 8325,'14'5'1906,"-8"0"5514,-26-4 2899,7-1-11325,2 30 1402,11-7 137,5 42 0,-2-34-297,3 54 349,13 118 166,-15-172-685,3-1 1,0 0-1,2 0 0,17 39 0,-24-65-59,0 0 0,1 0-1,-1 0 1,1 0-1,0-1 1,0 1-1,0-1 1,1 0 0,-1 0-1,1 0 1,0 0-1,-1 0 1,1-1-1,1 0 1,-1 0 0,0 0-1,0 0 1,1-1-1,-1 0 1,1 0-1,-1 0 1,1 0 0,-1-1-1,1 1 1,0-1-1,-1 0 1,1-1-1,-1 1 1,1-1 0,0 0-1,-1 0 1,0 0-1,1-1 1,6-3-1,21-11-6,-2-2-1,0-1 1,35-28-1,-60 42-2,0 0-1,1 1 0,0 0 1,0 0-1,0 0 0,1 0 0,-1 1 1,1 0-1,-1 1 0,1 0 1,0 0-1,0 0 0,1 0 0,-1 1 1,0 1-1,0-1 0,0 1 1,1 0-1,-1 1 0,0 0 0,0 0 1,0 0-1,0 1 0,0 0 1,12 5-1,91 42 2,-75-32 28,0-1-1,0-2 1,1-1 0,56 11 0,-86-23-19,-1-1 1,1 1-1,0-1 0,0 0 1,0-1-1,0 1 0,0-1 0,-1 0 1,1-1-1,0 1 0,-1-1 0,1 0 1,9-6-1,-13 7-6,0-1 1,1 0-1,-1 1 0,0-1 1,0 0-1,0-1 1,0 1-1,0 0 0,-1 0 1,1-1-1,-1 1 0,1-1 1,-1 0-1,0 1 0,0-1 1,0 0-1,0 0 0,-1 1 1,1-1-1,-1 0 1,0 0-1,0 0 0,0 0 1,0 0-1,0 1 0,0-1 1,-1 0-1,0 0 0,1 0 1,-2-2-1,-4-12 0,0 1 0,-1 0 0,-1 0-1,0 1 1,-1 0 0,-1 0 0,-16-18 0,-7-4-873,-52-44 1,53 46-847,17 19-604,-2-2-3380,-6-1-10568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108 367 5977,'0'0'4119,"-3"-1"-2285,-26-9 1414,26 10-1786,-19-3 918,17 2-2076,1 0 0,0-1 0,-1 1 0,1-1 0,0 0 0,0 0 0,0 0 0,1-1 0,-6-3 0,6 4-329,3 2 34,0 0-1,0 0 0,0 0 0,0 0 0,0-1 1,-1 1-1,1 0 0,0 0 0,0 0 0,0 0 1,0 0-1,0 0 0,0 0 0,0-1 0,0 1 1,0 0-1,0 0 0,-1 0 0,1 0 0,0 0 1,0 0-1,0-1 0,0 1 0,0 0 0,0 0 1,0 0-1,0 0 0,0 0 0,0-1 0,0 1 1,0 0-1,0 0 0,0 0 0,0 0 0,0 0 1,1-1-1,-1 1 0,0 0 0,0 0 0,0 0 1,0 0-1,0 0 0,0 0 0,0-1 0,0 1 1,0 0-1,1 0 0,-1 0 0,0 0 0,0 0 1,0 0-1,0 0 0,8-11 93,0 0-1,1 1 1,0 1 0,0-1-1,1 2 1,1-1 0,-1 1-1,1 1 1,18-10-1,18-7 24,54-18 0,-67 28-85,209-72-431,-83 35-2780,-152 49 1402,0 1 1,1-1-1,-1 2 0,0-1 1,11 2-1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1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8709,'0'0'9986,"1"2"-8931,5 31 134,-2-1-1,1 57 1,2 37-1878,-2 20-6000,-6-100 1606,6-3-2788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2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12 6825,'8'-6'2487,"-12"5"1952,-7 5-588,2-1-515,12-1-2990,51 20 354,-43-18-630,0-1 0,0 2-1,-1 0 1,0 0 0,0 0 0,0 1-1,9 8 1,-15-9-55,1-1 1,-1 1-1,0 0 0,0 0 0,0 0 1,-1 1-1,0-1 0,0 1 0,-1 0 1,1 0-1,-1 0 0,0 0 0,-1 0 1,1 0-1,0 12 0,-2-3 0,0 1-1,-1-1 1,0 0-1,-2 1 0,-4 18 1,2-15-23,-5 21 53,12-34-40,9-21-45,-1-3-51,-2-2 0,0 1 1,-1-1-1,5-27 0,11-29-114,-5 12 52,-15 52 159,-1 0 0,2 0 1,0 0-1,8-17 0,-11 27 477,17 24 530,-11-5-558,-1 1 0,3 19 1,-6-23-314,0 0 0,1 0 0,1 0 0,0-1 1,1 0-1,12 21 0,-12-27-202,0 1 0,1-2 0,0 1 1,0-1-1,0 0 0,1 0 0,0-1 0,0 0 0,0 0 0,1-1 1,-1 0-1,1-1 0,0 1 0,0-2 0,0 1 0,1-2 0,16 2 0,7 0-1613,1-3 0,-1-1-1,56-8 1,-36 0-4121,3-7-3608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3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10 321 7245,'1'0'116,"-1"0"0,1 0 1,-1 0-1,0 0 1,1 0-1,-1 0 0,1 0 1,-1 0-1,1 0 1,-1 0-1,1 0 1,-1 0-1,1-1 0,-1 1 1,1 0-1,-1 0 1,1 0-1,-1-1 0,0 1 1,1 0-1,-1 0 1,1-1-1,-1 1 0,0 0 1,1-1-1,-1 1 1,0-1-1,1 1 0,-12-6 4224,-1 1-3917,22-11 1555,-1 3-1645,1 1-1,1 1 1,0 0-1,1 1 1,0 0 0,17-11-1,87-46 337,-44 28-396,39-21-949,-34 29-3416,-69 30 3721,-2 0-978,-1-1-4451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3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28 7389,'-3'-14'4191,"3"13"-3819,0 1 0,0-1 0,0 0 0,0 1 0,0-1 0,-1 1 0,1-1 0,0 0 0,0 1 0,-1-1 0,1 1 0,0-1 0,-1 1 0,1-1 0,-1 1 0,1-1 0,0 1 0,-1-1 0,1 1 0,-1 0 0,1-1 0,-1 1 0,1 0 0,-2-1 0,-11 6 2095,11-3-2383,0 0-1,0 0 0,0 0 1,0 1-1,1-1 0,-1 1 0,1-1 1,-1 1-1,1-1 0,0 1 1,-1 4-1,-10 49 998,2-9-727,2-1 1,2 1-1,-1 66 0,8-68-1138,7 145-4721,6-65-3630,-3-65 698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4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5416,'13'-12'1373,"-10"10"1220,-5-1-1423,-8-18 8455,20 83-8601,5 26-95,-7-50-522,-2 0 0,2 47 1,-5-45-84,16 79 0,-9-77-145,-3 0 0,5 84-1,-10-94-99,8 35 0,-5-39 99,3 54 0,-9-81-137,1-1-1,0 1 0,0-1 1,0 1-1,0-1 1,0 1-1,0-1 0,0 0 1,0 1-1,0-1 0,0 1 1,0-1-1,0 1 1,0-1-1,0 1 0,1-1 1,-1 0-1,0 1 1,0-1-1,0 1 0,1-1 1,-1 0-1,0 1 0,1-1 1,-1 1-1,0-1 1,1 0-1,-1 0 0,0 1 1,1-1-1,-1 0 0,0 0 1,1 1-1,13-10 233,12-27-301,-19 24 54,-1 0 0,-1-1 0,5-14 0,10-24 36,-2 14-41,-5 8-29,2 1-1,1 0 1,0 1 0,32-38 0,-31 46-19,1 1-1,35-29 1,-48 43 20,1 0 0,0 0 0,0 0 0,0 1-1,0 0 1,1 0 0,-1 1 0,1 0 0,-1 0 0,1 0 0,0 1-1,0 0 1,0 0 0,0 1 0,7 0 0,-10 1 7,1 1-1,-1-1 1,0 1 0,0-1 0,0 1-1,0 1 1,0-1 0,-1 0 0,1 1-1,-1 0 1,6 5 0,-4-4-1,0 2 4,1 0-1,-1 0 0,0 0 1,0 1-1,-1-1 0,0 1 0,0 0 1,-1 1-1,0-1 0,0 0 1,0 1-1,-1 0 0,-1 0 0,1-1 1,-1 1-1,0 0 0,-1 0 0,0 13 1,-2 9 8,-2 0-1,0-1 1,-14 44 0,12-51-8,-2-1-1,0 1 1,-1-2 0,-19 32 0,-57 70 6,18-27-33,-23 37-2768,88-130 2453,1-1 1,0 0-1,-1 0 0,1 0 1,-1 0-1,0-1 0,1 1 0,-1 0 1,0-1-1,1 1 0,-1-1 0,0 1 1,0-1-1,1 0 0,-1 0 0,0 0 1,-2 0-1,-3-42-7172,9 17 195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2 369 10201,'0'-4'1849,"-1"-3"-1228,1-2-68,0-1 1,0 1-1,1 0 1,0 0 0,0 0-1,1 0 1,1 1-1,-1-1 1,5-10-1,4-1-268,1 0 0,1 1 0,1 1 0,0 0 1,1 1-1,1 0 0,28-22 0,-29 28-883,1 0-1,0 1 1,31-14 0,-31 17-1259,0 1 0,1 1 0,0 0-1,26-3 1,-5 5-3967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67 252 6937,'-3'1'524,"0"0"-1,0 0 1,0 1 0,0-1 0,0 1 0,0-1 0,0 1 0,0 0-1,1 0 1,-1 0 0,-2 3 0,3-3-116,0 0 1473,-1-1-241,-9 2-820,1-1 2881,18-14-1630,2 3-2013,1 0 0,0 0 0,0 1 0,0 0 0,1 1 0,0 1 0,1-1 0,15-5 0,17-10-666,98-62-3641,-52 23-3599,-47 32-729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57 275 6653,'-15'-7'1896,"14"7"-1806,1 0-1,0 0 0,-1 0 1,1 0-1,0-1 0,-1 1 1,1 0-1,-1 0 0,1 0 1,0 0-1,-1 0 0,1 0 1,0 0-1,-1 0 0,1 0 1,0 0-1,-1 0 0,1 0 1,0 1-1,-1-1 0,1 0 1,0 0-1,-1 0 0,1 0 1,0 0-1,-1 1 0,1-1 1,0 0-1,-1 0 0,1 1 1,0-1-1,0 0 0,0 0 1,-1 1-1,1-1 0,0 0 1,0 1-1,0-1 0,-1 3 4004,-1-4-2633,-22-11 755,21 11-1421,4-2-147,1-2-550,1 0 0,-1 0 0,1 0 0,0 1 0,0-1 1,0 1-1,1 0 0,-1 0 0,1 0 0,0 0 0,0 0 0,0 1 0,7-4 0,10-6-180,39-17-1,-14 8-325,-30 13-113,87-48-2593,-39 14-4349,-40 23-476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5 8665,'0'0'72,"0"-1"-1,0 1 1,0 0 0,1 0 0,-1-1-1,0 1 1,0 0 0,1 0 0,-1-1-1,0 1 1,0 0 0,1 0 0,-1 0-1,0-1 1,1 1 0,-1 0 0,0 0-1,1 0 1,-1 0 0,0 0 0,1 0 0,-1 0-1,0 0 1,1 0 0,-1 0 0,1 0-1,-1 0 1,0 0 0,1 0 0,-1 0-1,0 0 1,1 0 0,-1 0 0,0 0-1,1 0 1,-1 1 0,0-1 0,1 0-1,-1 0 1,0 0 0,0 1 0,1-1-1,-1 0 1,0 0 0,0 1 0,1-1 0,-1 0-1,0 1 1,0-1 0,0 0 0,1 1-1,-1-1 1,0 0 0,0 1 0,0-1-1,0 0 1,0 1 0,0-1 0,0 0-1,0 1 1,0-1 0,0 0 0,0 5 4823,-12 15-2367,10-17-2313,1 1 1,-1-1-1,1 1 0,0 0 0,0 0 1,0 0-1,1 0 0,-1-1 0,1 1 0,0 0 1,0 0-1,0 0 0,2 5 0,13 56 1375,-12-54-1246,65 213 2588,7 28-3256,-54-171-3096,11 97-1,-23-88-3449,-5-1-4599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2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2673 5060,'15'-3'380,"15"0"3289,-37 10-1940,-6 5 2995,12-20-4591,0 4 115,0 0 0,0-1 1,1 1-1,-1 0 1,1 0-1,0 0 0,1 0 1,0-9-1,3 2-177,1 0-1,-1 0 1,2 1 0,-1-1-1,2 1 1,-1 0-1,1 1 1,1 0-1,0 0 1,0 0 0,0 1-1,15-11 1,69-49-20,167-96 0,-249 158-53,111-59-24,199-75 1,-246 110-20,35-9 115,138-29 0,-170 48-71,85-30 45,245-111 1,-320 123-95,65-28 49,388-145-609,-436 176 411,122-60 0,71-56 228,2-5-69,-5 36 28,180-51-44,-377 134 82,271-127 12,-333 146-39,171-86-6,-94 44 81,-68 34-75,47-19 0,84-28 11,-97 39-114,-59 24 63,1 2 1,39-13 0,33 6-672,-16 4-230,6-2-331,-78 12 1106,18 1-77,-17 0 226,0 0 83,1-1 1,0 2-1,-1-1 1,1 1-1,-1 0 1,11 3-1,-14-2-40,0 1-1,0-1 1,0 1 0,0 0-1,-1 0 1,1 0-1,-1 0 1,0 0-1,0 0 1,0 0-1,0 1 1,0-1 0,-1 0-1,1 1 1,-1 3-1,3 8 144,7 21 254,2 0-1,22 45 1,-5-13-84,11 22 192,69 112 0,-61-117-285,213 418 1426,-200-380-1411,37 81-35,-80-158-193,-1 1 1,17 84-1,-29-107-16,72 408-9,-71-394 14,0-9-9,-2 0 1,-1 0-1,-1 0 0,-2 0 0,-5 44 1,-14 102 49,7-83 31,-1 173 0,13-219-97,-3 85 34,2-124-26,0 1 1,0-1 0,-1 1-1,0-1 1,0 0-1,-1 0 1,0 0 0,0 0-1,-1-1 1,0 1 0,0-1-1,-8 10 1,-2-2-8,0 0 0,-1-1 0,-23 15 0,14-10 9,-176 118-95,24-19 96,-32 25 11,-43 30-5,178-117-9,-505 350 105,99-133-106,-131 25 80,83-74-103,8-9-16,368-149-31,-70 26 87,23-22-65,-249 55 172,139-49-112,194-48-17,0 6-1,-135 58 0,152-48-18,-76 30 34,140-61-15,-1-2-1,1-1 0,-46 6 1,56-13 5,0-1 0,-1-1 0,-38-4 0,49 2-67,-1 0 0,1-1-1,0-1 1,0 0 0,0 0-1,1-1 1,-19-11 0,18 6-305,1-2 1,0 1 0,0-1 0,1-1-1,1 0 1,-11-17 0,9 13-155,-33-54-2646,19 27-1430,-1 4-2287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3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1 3996,'-21'14'1145,"17"-11"2661,-25 9-2501,0 4-783,2 2 0,0 1 1,-27 25-1,-21 15-155,-29 21-111,-176 176-1,265-240-267,-2-1-1,0 0 0,-1-1 1,-1-1-1,-29 15 0,13-9 186,14-9 34,1 1 1,0 1 0,-35 27 0,48-33-174,1 0 0,0 0 1,0 0-1,0 1 1,0 0-1,1 0 0,0 0 1,1 0-1,0 1 1,0 0-1,0 0 0,1 0 1,0 0-1,1 1 1,0-1-1,0 1 0,1 0 1,0-1-1,1 1 0,-1 0 1,2 0-1,-1-1 1,4 15-1,2 9 98,1-1 0,2 0 0,1 0 0,1-1 0,17 32 0,90 143 975,-51-91-438,235 405 2099,-123-242-1874,-164-256-856,162 225 173,-41-60-211,141 185 291,-208-274-195,-41-56-48,1-1-1,1-2 1,3-1 0,46 42 0,-67-70-41,0-1 1,0 0 0,1 0-1,0-2 1,0 1 0,22 6-1,87 16 16,-105-26-19,15 4-10,-1 0-1,0 2 1,-1 1 0,49 25 0,-8-2-37,-69-32 79,12 5-50,0 0-243,1 0 1,19 13 0,-30-17 99,-1 0-1,1 1 1,-1 0 0,0 0-1,1 0 1,-1 0 0,-1 0-1,1 0 1,0 1 0,-1-1-1,0 1 1,1 0-1,-2 0 1,3 4 0,-2 0-225,8 26-2583,-7-11-1960,-2-2-2795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3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0 219 6237,'1'-1'252,"0"0"0,0 0 0,0 1 0,0-1 0,-1 0 0,1 0 0,0 0 1,-1 0-1,1 0 0,0 0 0,-1 0 0,1 0 0,-1 0 0,0 0 1,1 0-1,-1 0 0,0 0 0,0 0 0,1 0 0,-1 0 0,0 0 0,0 0 1,0-1-1,-1 1 0,1 0 0,0 0 0,0 0 0,0 0 0,-1 0 0,1 0 1,-1 0-1,1 0 0,-1 0 0,1 0 0,-2-1 0,1-2-924,0 2 1302,10-8 160,1 2 468,-7 0 4092,-3 4-5299,0-1-1,0 1 1,1 0-1,-1-1 1,1 1-1,0 0 1,0 0-1,0 0 1,1 0-1,0 0 1,0 0-1,0 0 0,0 0 1,0 1-1,1-1 1,-1 1-1,1 0 1,0 0-1,0 0 1,0 0-1,1 0 1,4-3-1,7-4-1,0 2 0,1 0-1,0 0 1,31-9 0,-40 15-42,-1 0 0,1 0 0,0 1 0,0 0 0,0 0 0,-1 0 0,1 1 1,0 0-1,0 1 0,0 0 0,0 0 0,0 0 0,-1 1 0,1-1 0,9 6 1,-13-6-3,-1 1 0,0 0 0,1 0 1,-1 0-1,0 1 0,-1-1 1,1 0-1,0 1 0,-1-1 1,1 1-1,-1-1 0,0 1 1,0 0-1,2 4 0,-1-2 9,-1 2 3,0 0 1,0 1-1,0-1 1,-1 0-1,0 1 1,0-1-1,-1 0 0,0 1 1,0-1-1,0 0 1,-1 0-1,-4 10 1,4-12-6,-5 13 55,0 1 1,-20 32-1,-3 7 132,-78 152 721,43-89 25,64-121-934,1 1 1,0-1-1,-1 0 0,1 1 1,0-1-1,0 1 0,-1-1 1,1 1-1,0-1 1,0 1-1,0-1 0,0 1 1,0-1-1,0 1 0,0-1 1,0 1-1,0-1 1,0 1-1,0-1 0,0 1 1,0-1-1,0 1 0,0-1 1,0 1-1,0-1 1,1 1-1,-1-1 0,0 1 1,0-1-1,1 1 0,15 1 108,27-13-205,-39 10 71,77-29-2165,142-76 0,-121 54-742,61-32-5612,-78 48 178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2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32 181 7977,'0'-3'2241,"-4"-24"1227,4 26-3291,-1 0 1,1 0-1,0 0 1,-1 0-1,1 0 1,-1 1-1,1-1 0,-1 0 1,1 0-1,-1 0 1,1 0-1,-1 1 0,0-1 1,0 0-1,1 0 1,-1 1-1,0-1 1,0 1-1,0-1 0,0 1 1,0-1-1,0 1 1,0-1-1,0 1 0,0 0 1,0 0-1,-1-1 1,-2-33 2407,4 31-2459,-1-5 309,0 1 1,1-1-1,0 0 1,0 1-1,2-10 1,-1 15 226,-1-32 936,0 31 721,15 105-798,-10-65-1297,-1 1 0,-3 59 1,2 32-20,4-63-136,-5-22-33,3 0 0,2-1 0,22 76 1,-24-106-29,1 0 0,13 20 0,2 3 39,-20-33-42,1 0 0,-1 0 0,1 0 0,0 0 0,-1 0 0,1 0 0,1-1 0,-1 1 0,0-1 0,1 1 0,-1-1 0,1 0 0,0 0 0,0 0 0,-1-1 0,1 1 0,0-1 0,1 1 0,-1-1 0,0 0 0,0 0 0,1 0 0,-1-1 0,4 1 0,-3-1 3,0-1 0,1 1 1,-1-1-1,0 0 0,0 0 0,1 0 0,-1-1 1,0 1-1,0-1 0,0 0 0,-1 0 0,1-1 1,0 1-1,-1-1 0,0 1 0,1-1 0,4-7 1,14-12-31,25-32-56,-44 51 74,0-1-1,0 1 0,0-1 1,0 1-1,1 0 1,-1 0-1,1 1 0,0-1 1,0 1-1,0-1 1,0 1-1,0 1 0,0-1 1,1 1-1,-1-1 1,1 1-1,-1 0 1,1 1-1,-1-1 0,1 1 1,0 0-1,-1 0 1,1 0-1,7 2 0,8 3-13,1 0 1,-1 1-1,0 1 0,23 12 0,-8-4 28,-2-2-11,-14-4 6,0-1 1,0-1 0,1-1-1,0-1 1,0-1-1,1 0 1,37 1 0,38-7 21,-88 1-16,0 1 0,1-1 0,-1-1 0,0 1 1,0-1-1,0-1 0,0 0 0,0 0 0,0 0 0,-1-1 1,1 0-1,-1-1 0,0 1 0,-1-1 0,1-1 0,-1 1 0,0-1 1,0 0-1,-1-1 0,0 1 0,0-1 0,0 0 0,6-15 1,-7 13 33,0-1 0,-2 0 0,1 0 0,-1 0 0,-1 0 0,1-1 0,-2 1 1,0-1-1,0 1 0,0 0 0,-2-1 0,1 1 0,-1 0 0,-1 0 1,0 0-1,0 0 0,-7-14 0,-6-7-82,0 2 0,-2 0 0,-1 0 0,-2 2 0,0 0 0,-35-32 0,-36-44-1937,9 10-1975,73 82 3347,5 6-423,0-1 0,-1 1 1,1 1-1,-1-1 1,0 1-1,-8-5 0,-5-1-4892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55 369 8669,'-5'0'1056,"-1"0"0,0 0 0,0-1 1,0 0-1,1 0 0,-1-1 0,-9-3 0,25-9 1239,3 2-1942,1 1 0,1 0-1,0 1 1,0 0 0,23-9 0,90-34 223,-81 35-381,78-30 0,229-53-1,-142 51-1966,-205 49 1457,1 0 1,-1 1-1,1 0 0,0 1 1,-1 0-1,10 2 1,12 1-2254,0-6-4480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 0 7769,'-19'2'1993,"0"1"1,0 1 0,0 0 0,1 1-1,-28 12 1,42-15-1707,0 1-1,0-1 1,0 1-1,1 0 1,-1 0-1,1 0 1,-1 0 0,1 1-1,0 0 1,1-1-1,-1 1 1,0 0-1,1 0 1,0 1-1,0-1 1,0 0 0,1 1-1,-1-1 1,1 1-1,0-1 1,1 1-1,-1 0 1,1 8-1,-1 5 58,2 0 0,0 0-1,2 0 1,7 34 0,47 130-854,-25-85-1581,-5-13-863,6 20-6135,-14-43-1610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54 102 9849,'-23'-4'1928,"22"3"-1807,0 1-1,1-1 1,-1 1-1,0 0 1,1-1 0,-1 1-1,1-1 1,-1 1-1,0-1 1,1 0 0,-1 1-1,1-1 1,0 0-1,-1 1 1,1-1 0,-1 0-1,1 1 1,0-1-1,0 0 1,-1 0-1,1 1 1,0-2 0,0 1 120,-1 0 0,1 0 0,0 1 1,-1-1-1,1 0 0,0 1 0,-1-1 0,1 0 1,-1 1-1,1-1 0,-1 1 0,1-1 0,-1 1 1,0-1-1,1 1 0,-1-1 0,0 1 0,1-1 1,-2 1-1,2 0-178,-1-1-1,1 1 1,-1 0 0,1 0 0,-1 0 0,1-1-1,0 1 1,-1 0 0,1-1 0,-1 1 0,1 0-1,0-1 1,-1 1 0,1 0 0,0-1 0,0 1-1,-1-1 1,1 1 0,0 0 0,0-1-1,-1 1 1,1-1 0,0 1 0,0-1 0,0 1-1,0-1 1,0 1 0,0-1 0,0 0 0,0-1 73,1-1 1,-1 1-1,1-1 0,0 1 1,-1-1-1,1 1 1,1 0-1,-1-1 1,0 1-1,0 0 1,1 0-1,-1 0 1,1 0-1,0 0 0,0 0 1,3-2-1,-1 1 18,0 1-1,0 0 0,1 0 0,0 1 0,-1-1 1,1 1-1,0 0 0,-1 0 0,6 0 0,-3 0-24,-2 0-55,0 1-1,0-1 0,0 1 0,0 0 1,0 0-1,0 1 0,0-1 0,0 1 0,0 0 1,-1 1-1,1-1 0,0 1 0,-1 0 1,1 0-1,6 5 0,64 37 529,-69-40-569,0 1-1,0 0 1,-1 1-1,0-1 0,0 1 1,-1 0-1,1 0 1,-1 1-1,-1-1 1,1 1-1,-1 0 1,0 0-1,-1 0 1,0 0-1,0 1 1,0-1-1,-1 0 1,0 9-1,0-11-16,1 18 18,-1-1 0,-1 0-1,-1 1 1,-1-1 0,-1 0 0,-1 0 0,-1 0 0,-1-1 0,-1 1-1,0-1 1,-2-1 0,-1 1 0,-15 24 0,23-42 27,1-9-134,0 0 41,0 1 1,1-1 0,0 0-1,0 0 1,1 1 0,-1-1-1,1 0 1,0 0-1,3-6 1,24-57-677,-13 37 302,17-57-583,5-11 104,-36 97 2125,-3 26-318,0 5-592,1 0 0,1 0 1,1 1-1,6 27 1,-6-50-314,0 1 0,1 0 1,0 0-1,0-1 0,0 1 0,1-1 1,0 0-1,0 0 0,1 0 1,-1 0-1,2 0 0,-1-1 1,0 1-1,1-1 0,0-1 1,0 1-1,0-1 0,1 1 1,0-1-1,0-1 0,0 1 1,8 2-1,7 1-492,1-1 0,0-1-1,0-1 1,0-1 0,0-1 0,0-2-1,1 0 1,43-5 0,56-18-3659,-4-8-3597,-115 30 7468,76-19-9366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4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45 385 11257,'-12'15'2344,"2"-18"352,9 2-2359,-1 0 1,1 0-1,0 1 1,0-1-1,-1 1 1,1-1-1,-1 1 1,1-1-1,-1 1 1,1 0-1,0 0 1,-1 0-1,1 0 1,-3 0-1,20-16 1860,-1 5-1908,1 1 0,0 1-1,1 0 1,0 2 0,0-1-1,1 2 1,24-6 0,2-2-91,144-50 302,29-12-939,255-53 1,-454 125 196,66-10-875,-77 13 563,1 1 0,0 0-1,-1 0 1,1 0-1,0 1 1,-1 0 0,1 1-1,10 3 1,-11-3-144,-2-1-1448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5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10 8681,'-3'0'206,"-2"-1"393,-1 0 0,1 1 0,-1 0 0,1 1 1,-1-1-1,1 1 0,-8 2 0,9-3-50,-1 1 0,1-1-1,-1 1 1,1-1 0,-1-1 0,1 1 0,-1-1-1,1 1 1,-1-1 0,-6-3 0,5 2 659,0 1-1,0 0 1,-1 0 0,1 0-1,-9 0 1,15 1-1145,-1 0 0,0 0 0,0 0 0,0 0 0,1 0 0,-1 0 0,0 0 0,0 0 0,0 0 0,0 0 0,1 0-1,-1 0 1,0 1 0,0-1 0,1 0 0,-1 1 0,0-1 0,0 0 0,1 1 0,-1-1 0,0 1 0,1-1 0,-1 1 0,1-1 0,-1 1 0,1 0 0,-1-1 0,1 1-1,-1 0 1,1-1 0,-1 1 0,1 0 0,0 0 0,0-1 0,-1 1 0,1 0 0,0 0 0,0 0 0,0-1 0,0 1 0,0 0 0,0 0 0,0 1 0,1 4 61,0 0 0,0-1 1,0 1-1,1-1 0,2 6 1,-1-2 78,54 236 666,-31-111-3391,2-2-2205,3 11-6179,-13-74 494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5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42 6221,'0'-1'390,"-1"0"1,1 0-1,0 0 1,-1 0 0,1 0-1,-1 0 1,1-1-1,-1 1 1,1 0 0,-1 1-1,0-1 1,0 0-1,1 0 1,-1 0 0,0 0-1,0 0 1,0 1-1,0-1 1,0 0 0,0 1-1,0-1 1,0 1-1,0-1 1,0 1 0,0 0-1,-2-1 1,-11-2 984,12 3-1739,-2 0 2687,4-1-2198,-1 1 0,0 0 0,0 0-1,0 0 1,0-1 0,0 1 0,1-1-1,-1 1 1,0 0 0,0-1 0,0 1 0,1-1-1,-1 0 1,0 1 0,1-1 0,-1 0 0,1 1-1,-1-1 1,0 0 0,0-1 0,-4-2 1681,1 16-753,2 3-763,2 1 0,-1-1 0,2 0 0,0 0 0,1 1 0,5 20 0,-2-6-18,51 235 661,-46-222-841,42 157 201,-47-183-236,-4-14-6,2-3-18,1-1-28,1 0-1,-1-1 0,0 1 1,0-1-1,0 0 1,0 0-1,0-1 1,0 1-1,0-1 1,-1 0-1,4-3 1,40-45 25,-15 16-28,-11 16-6,0 0 0,0 2 1,2 0-1,0 2 0,1 1 0,0 0 0,1 2 1,34-12-1,-44 19-2,0 0 0,1 1 0,-1 1 0,1 0 0,0 2 0,0-1 0,0 2 0,0 0 0,-1 1 0,1 0 0,0 2 0,0-1 0,-1 2 0,1 0 0,-1 1 0,15 7 0,-22-8 0,0 1 0,0-1 0,0 1 0,-1 1 0,0-1 0,0 1 1,0 0-1,9 13 0,-12-15 4,-1 1 0,0-1 1,-1 1-1,1 0 0,-1 0 0,0 1 1,-1-1-1,1 0 0,-1 1 0,0-1 1,0 1-1,0-1 0,-1 1 1,0-1-1,0 1 0,-2 9 0,0-3 2,-1 0-1,-1-1 1,0 1 0,0-1-1,-1 0 1,0 0-1,-1 0 1,-1-1-1,0 0 1,0 0-1,0 0 1,-11 8 0,-11 11-1,-2-2 0,-46 32 0,29-28-74,-85 42 1,-12 6-2973,141-76 2472,0 0 0,0-1 0,0 1 0,-1-1 0,1 0 0,-1 0 0,0-1 0,1 1 0,-1-1 0,0 0-1,0 0 1,0-1 0,-9 0 0,-10 0-5278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20 301 13537,'-3'-20'2228,"-4"0"5,4 5-169,-3 1 856,9-9-1844,0-3-200,13 4-332,22-10-720,-6 9-360,12 3-476,1-8-808,6 5-612,-4 6-3373,-2 0-4908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84 195 9425,'-45'-9'9473,"26"6"-7585,0-3 924,25-8-1836,1 6-312,18-10-604,23-4-480,-10 7-396,13-5-700,-4 0-796,-2 0-776,-1 0-1981,10 0-4024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5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1 8441,'-2'8'1071,"0"0"0,-1 0 0,-1 0 0,1 0 0,-1 0-1,0-1 1,-1 1 0,0-1 0,-7 8 0,-18 31 2375,19-22-2604,2 0-1,1 1 1,1-1-1,1 2 1,1-1-1,1 1 1,1 0-1,1 0 0,2 0 1,1 0-1,3 26 1,2-10-977,2 0-1,13 42 1,37 74-4719,-26-83 65,-10-23-1881,3 8-6321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83 203 4968,'0'0'4107,"-1"-2"-2735,-9-20 928,9 20-1231,-2-9 1069,3 9-1931,0 1 1,0 0-1,0-1 0,0 1 1,-1 0-1,1-1 0,0 1 1,-1 0-1,1 0 1,0-1-1,-1 1 0,0 0 1,1 0-1,-1 0 0,0-2 1,-1 2-58,1 1 1,0-1-1,0 0 0,0 0 1,-1 1-1,1-1 0,0 0 1,-1 1-1,1-1 0,0 1 1,-1 0-1,1 0 1,-1-1-1,1 1 0,0 0 1,-1 0-1,1 0 0,-1 0 1,1 1-1,0-1 1,-1 0-1,1 0 0,-1 1 1,1-1-1,0 1 0,-1-1 1,1 1-1,0 0 1,0 0-1,-1-1 0,1 1 1,0 0-1,0 0 0,0 0 1,0 0-1,0 0 0,0 1 1,1-1-1,-1 0 1,0 0-1,0 0 0,0 2 1,-1 4-17,0-1 1,1 1 0,0-1 0,0 1 0,0 0-1,1-1 1,0 9 0,0 0 37,0 43 105,2-1 0,3 1 0,2-1 0,3 0 0,3-1 0,1 0 1,39 94-1,-50-141-316,1 0 0,0 0 0,0-1 0,0 1 0,1-1 0,0 0 0,1-1 0,0 1 0,0-1 0,0 0 0,1-1 0,0 1 0,12 7 0,-17-13 14,1 0 0,-1 0 0,1-1 1,-1 1-1,1 0 0,0-1 0,-1 0 0,1 0 0,0 0 0,-1 0 0,1 0 0,0 0 0,-1-1 0,1 1 0,-1-1 0,1 1 0,-1-1 0,1 0 0,-1 0 0,1-1 0,-1 1 0,0 0 1,1-1-1,2-2 0,2-1-13,0-1 0,-1 0 0,0 0 1,0 0-1,0-1 0,7-11 0,18-36-88,-22 37 46,1 0 0,22-28 0,-27 39 62,0 0 0,0 1 1,1 0-1,0 1 0,0-1 0,0 1 1,1 0-1,-1 1 0,1-1 0,0 1 1,8-2-1,6 0 3,0 0 0,1 2 0,-1 1 0,1 0 0,25 3 0,-11-2 32,43-4 0,-67 3-11,-1-1-1,0 0 1,0-1-1,0 0 1,0 0-1,-1-1 1,0-1-1,0 0 1,0 0-1,14-12 0,-11 7-1,-8 8 3,-1 0-1,1-1 0,-1 1 0,0-1 0,-1 0 0,1-1 0,-1 1 0,0 0 0,0-1 0,0 0 0,0 0 0,-1 0 0,0 0 0,0 0 0,2-11 0,-2 7 25,-2 1 0,1-1 0,-1 1 0,-1-1 0,0 1 1,0-1-1,-3-12 0,0 8-1,-1 0 0,0 1-1,-1-1 1,0 1 0,-1 0 0,0 0 0,-1 1 0,0 0-1,-17-17 1,-12-9-841,-49-37-1,71 62 288,-62-53-3179,28 21-5014,23 21-1576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93 373 8393,'-58'-3'3815,"46"3"138,12 0-3847,0-1-1,0 1 1,-1-1-1,1 1 0,0-1 1,-1 1-1,1-1 1,0 1-1,-1 0 0,1-1 1,-1 1-1,1 0 1,-1-1-1,1 1 0,-1 0 1,1-1-1,-1 1 0,1 0 1,-1 0-1,1 0 1,-1 0-1,0-1 0,1 1-81,-1 0-1,1 0 1,-1 0-1,0 0 1,1 0-1,-1 0 1,1 0-1,-1-1 1,1 1-1,-1 0 1,1 0-1,-1-1 1,1 1-1,0 0 1,-1 0-1,1-1 1,-1 1-1,1-1 1,0 1-1,-1 0 1,1-1-1,0 1 1,-1-1-1,1 1 1,0-1-1,0 1 1,-1-1-1,1 1 1,0-1-1,0 1 1,0-1-1,0 1 1,0-1-1,0 0 1,0 0-1,4-4 95,0 0-1,0 1 0,1 0 1,-1-1-1,1 2 0,0-1 1,0 0-1,11-4 1,-9 3-21,55-28 347,2 3 0,125-43 1,-150 60-390,342-115-401,-363 122-106,0 1-1,0 1 1,0 0-1,1 2 1,0 0-1,36 1 1,-52 1-1001,-4 4 634,-1-1-1,0 0 1,0 0 0,-1 0 0,1 0 0,-1-1-1,1 1 1,-1-1 0,-4 4 0,-13 8-5012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7 8661,'-18'-6'1793,"29"9"2482,-12 1-3676,0 0 1,0-1-1,1 1 1,-1 0-1,1 0 1,0 0-1,0 4 0,14 66 3396,-5-33-3068,6 43-182,33 100 0,-7-49-3291,-13-38-1357,4-2-3615,-5-34-1467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9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99 5653,'-2'-1'450,"1"0"1,-1-1-1,0 1 1,1-1-1,-1 0 1,1 0-1,-1 1 1,1-1-1,0 0 1,0 0 0,0 0-1,0 0 1,0-1-1,0 1 1,1 0-1,-1-3 1,0 2 2228,7-14-700,-5 14-1884,0 1 0,0 0-1,1 0 1,-1 0-1,0 0 1,1 0 0,-1 0-1,1 0 1,-1 1-1,1-1 1,0 1 0,0-1-1,0 1 1,0-1-1,0 1 1,3-1 0,1-1 37,0 1 1,0 0 0,0 0-1,0 1 1,0 0 0,8-1-1,0 2 35,-1-1-1,1 2 1,0 0-1,27 6 1,-33-5-122,1 1-1,-1 0 1,1 0-1,-1 1 1,0 0-1,0 1 1,-1 0 0,0 0-1,1 1 1,-2-1-1,1 2 1,-1-1 0,1 1-1,-2 0 1,1 0-1,-1 0 1,0 1-1,-1 0 1,0 0 0,0 0-1,-1 0 1,4 12-1,-1 2 11,-1 0 0,-2 1 0,0 0 0,-1 0 0,-1 0 0,-1 0 0,-4 34 0,-6 8-8,4-36 2,-1 45-1,7-71 48,7-21-82,94-234-353,-70 165 249,-30 84 426,2 24 271,2 48 486,-5-51-867,1 0 0,1 0 0,6 27 0,-6-38-205,0-1 0,1 1 0,0-1 0,0 0 0,0 0 0,1 0 0,0-1 0,0 1 0,0-1 1,0 0-1,1 0 0,0 0 0,8 5 0,0-1-315,1-1 1,0 0-1,1-1 0,0 0 1,0-2-1,0 1 1,1-2-1,0 0 0,15 1 1,9 0-2052,0-2 0,61-3-1,-32-5-2066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9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55 246 7945,'-37'2'2441,"36"-1"-2266,0-1-1,0 0 1,0 1 0,1-1 0,-1 0 0,0 1 0,0-1 0,0 1 0,0-1 0,1 1 0,-1 0 0,0-1-1,1 1 1,-1 0 0,0 0 0,1-1 0,-1 1 0,1 0 0,-1 0 0,1 0 0,0 0 0,-1-1-1,1 1 1,0 0 0,-1 0 0,1 1 0,0 3 5007,7-13-4872,2 1-1,-1 1 1,1 0 0,0 0 0,0 0-1,1 1 1,13-5 0,84-26 630,-56 19-586,18-7-108,125-40-384,-107 35-223,48-12-2207,-80 35-689,-50 5 668,8 13-9822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0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11733,'-1'1'207,"1"0"-1,-1 0 1,0-1-1,1 1 1,-1 0-1,0-1 1,1 1-1,-1 0 1,0-1-1,1 1 1,-1-1-1,0 1 1,0-1 0,0 0-1,0 1 1,1-1-1,-1 0 1,0 0-1,0 1 1,0-1-1,0 0 1,0 0-1,0 0 1,0 0-1,0 0 1,0 0-1,0 0 1,1-1-1,-1 1 1,0 0 0,-2-1-1,-11-2 2767,13 3-2827,0 0 0,0 0 1,0 0-1,0 0 1,0 0-1,0 1 0,0-1 1,0 0-1,0 0 1,0 1-1,0-1 0,0 1 1,0-1-1,0 1 1,0-1-1,0 1 0,0 0 1,1-1-1,-1 1 1,0 0-1,0 0 0,1 0 1,-1-1-1,0 1 1,1 0-1,-1 0 0,1 0 1,-1 0-1,1 0 0,0 0 1,-1 0-1,1 0 1,0 0-1,0 0 0,0 2 1,-3 45 1202,4-37-989,0 62-123,4 0-1,19 104 1,31 34-7484,-32-143 215,2-1-4709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8873,'0'0'11170,"0"4"-10459,3 63 567,4 0 0,16 74 0,-2-25-807,-10-62-183,29 86-1,-38-135-267,0 0 0,0 0 0,0 0 0,1 0 0,-1 0 0,1-1 0,1 1 0,6 7 0,-9-11-13,0 0 1,1 0-1,-1 1 0,1-1 1,-1 0-1,1 0 0,0 0 0,0 0 1,-1-1-1,1 1 0,0 0 0,0-1 1,0 1-1,-1-1 0,1 0 1,0 1-1,0-1 0,0 0 0,0 0 1,0 0-1,0-1 0,0 1 0,0 0 1,-1-1-1,1 1 0,0-1 1,0 0-1,1 0 0,16-11 7,-1 0 0,-1-1 0,0 0 0,-1-2 1,0 0-1,15-19 0,20-18-40,-35 36 12,2 1 0,0 1 0,40-24 1,-48 32 3,-1 2 1,1-1-1,0 2 1,0-1-1,0 1 1,1 1 0,-1 0-1,1 0 1,-1 1-1,19 0 1,-26 1 3,0 1 1,-1-1-1,1 0 1,0 1-1,-1 0 0,1 0 1,0-1-1,-1 1 0,1 1 1,-1-1-1,0 0 1,1 1-1,-1-1 0,0 1 1,0 0-1,0-1 1,0 1-1,2 3 0,-2-2 6,1 1 0,-1 0 0,0 0 0,0 0 0,0 1 0,0-1 1,-1 0-1,0 1 0,1 7 0,0 1 8,-1 0 1,-1 0 0,-1 0 0,0 0 0,0 0 0,-4 13-1,2-13-8,-1 0-1,-1 0 1,0-1 0,-1 1-1,0-1 1,-1-1-1,0 1 1,-10 11-1,-10 8-49,-40 37 0,7-8-392,47-46-696,-1-1 0,-23 16 0,34-27-820,4-6-816,6-16-2692,7-10-3286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41 189 9285,'-35'6'6524,"32"-26"-4895,0 3 655,13 2-1512,-4-2-148,19 3-136,17-6-164,-4 8-220,6-5-500,1 3-644,2 2-716,1-5-568,3 6-2529,6 2-3828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0 158 8153,'0'0'7036,"6"-17"-5928,7 5-239,3-2-181,16-3-292,0 2-408,-4 1-696,13-3-601,-3 3-407,4-6-2456,5 3-3177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20 264 8393,'-19'11'6740,"28"-22"-5355,1 5-277,15-6-216,20-5-280,-1 6-44,10-9-276,10-6-344,5 0-496,14 1-668,0-4-564,-1-2-521,-3-1-1759,4 4-2989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0 8241,'0'0'10554,"0"3"-9413,-3 21-92,2-1 0,0 1 0,6 44 0,-2-35-545,28 325-805,-12-243-3608,5 2-3631,-3-33-2362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3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1 301 4352,'6'-2'290,"1"-1"-1,-1 0 0,1 0 1,-1 0-1,0-1 0,0 0 0,8-7 1,-8 7 38,0 0 0,0 0 0,1 1 0,-1 0 0,1 0 0,0 0 0,13-2 0,-16 4 92,6-5 425,-9 6-722,-1 0 0,1 0 0,-1 0 0,1-1 0,-1 1 0,0 0 1,1 0-1,-1-1 0,1 1 0,-1 0 0,1-1 0,-1 1 0,0 0 0,1-1 1,-1 1-1,0-1 0,1 1 0,-1 0 0,0-1 0,0 1 0,1-1 0,-1 1 1,0-1-1,0 1 0,0-1 0,0 1 0,0-1 0,0 1 0,1-1 0,-1 0 1,-1-1 99,0 0 1,0 1 0,0-1 0,0 0-1,0 1 1,0-1 0,0 1 0,0-1 0,0 1-1,-1-1 1,1 1 0,-2-1 0,0 0-119,1-1 1,-1 1-1,1-1 1,0 1 0,0-1-1,0 0 1,0 0-1,0 0 1,0 0 0,1 0-1,0 0 1,-1-1 0,1 1-1,1 0 1,-1-1-1,0 1 1,1 0 0,-1-1-1,1 1 1,0-1-1,1 1 1,-1-1 0,0 1-1,2-4 1,-2 4-15,-1 0-81,-7-28-88,8 28-98,0 0-656,3-11 618,6-26-9883,-5 20 4455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4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164 3066 4760,'0'0'1137,"-4"1"-152,-5 0-432,0 2 1,0-1-1,0 1 1,0 0-1,1 1 1,-1 0-1,1 0 0,0 1 1,0 0-1,0 0 1,1 1-1,0 0 0,0 1 1,1-1-1,-10 13 1,14-17 95,1-2-486,-1 0 1,1 1 0,-1-1 0,1 1 0,-1-1-1,1 1 1,0-1 0,-1 1 0,1 0 0,0-1 0,0 1-1,-2 2 1,1 1 1086,20-8-636,10-7-246,37-20-1,8-4-95,276-102 190,-82 34-304,146-65 6,538-211-69,469-135-43,-593 233-103,490-160 10,65 4-7,-1242 393 57,461-132-33,-338 102 60,66-16-45,-285 81 44,-1-3 0,0-2 0,59-26 0,-95 36-22,-1 0 0,0-1-1,0 0 1,0 0 0,0 0-1,-1-1 1,9-11 0,27-46-539,-32 48-148,-6 11-541,-6-11-8075,0-2 1548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7.2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27 139 2820,'0'0'11078,"-3"1"-10719,-21 6 1256,37-13 1918,25-11-643,-14 7-3990,231-85 1289,-221 82-558,-31 11-19,0 2-204,3-1-292,12-1 186,-10 2-8241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7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4092,'-9'25'16985,"15"-32"-16015,-5 6-911,-1 1 0,0-1 0,0 0 0,1 1 0,-1-1 0,0 1 0,1-1 0,-1 1 0,0-1 0,1 0 0,-1 1 0,1-1 0,-1 1 0,1 0 0,-1-1 0,1 1 0,-1-1 0,1 1 0,0 0 0,-1-1 0,1 1 0,0 0 0,-1 0-1,1 0 1,0-1 0,-1 1 0,1 0 0,0 0 0,-1 0 0,1 0 0,1 0 0,19 4 1011,-20-4-1044,-1 1-1,1-1 1,0 0 0,-1 1 0,1-1 0,0 0 0,-1 1 0,1-1 0,-1 1 0,1-1 0,-1 1 0,1-1 0,-1 1-1,1 0 1,-1-1 0,0 1 0,1-1 0,-1 1 0,0 0 0,0-1 0,1 1 0,-1 0 0,0-1 0,0 1 0,0 0-1,0 0 1,0 1 0,1 0 62,12 40 53,-3-11-1519,14 32 0,-18-52-1243,0 0 1,0 0-1,11 14 1,-1-5-7116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8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18 5961,'-10'-18'7018,"23"27"110,-6-5-8575,-7-3 1509,1 0 1,0 0-1,-1 0 1,1 0-1,-1 0 1,1 0-1,-1 0 1,0 0-1,1 0 0,-1 0 1,0 0-1,1 0 1,-1 0-1,0 0 1,0 0-1,0 0 1,0 0-1,0 0 1,-1 2-1,1 0 127,4 16 49,0 0-1,1-1 1,1 0 0,1 0-1,0 0 1,1-1 0,1 0 0,1 0-1,18 23 1,-13-21-516,1 0-1,2-1 1,-1 0 0,2-2 0,0 0-1,41 24 1,-49-33-293,2-1 0,-1 0 0,0-1 0,1-1 0,0 0-1,14 2 1,-9-3-1921,0-1 0,23 0 0,12-2-3577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8.5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7657,'29'5'1749,"-23"-4"3796,-6-2-5460,1 0-1,-1 0 1,0 0 0,1 0 0,-1 0 0,1 0 0,-1 0 0,1 0-1,-1 0 1,1 1 0,0-1 0,-1 0 0,1 0 0,0 1 0,0-1-1,0 0 1,-1 1 0,1-1 0,0 1 0,0-1 0,0 1 0,0-1-1,0 1 1,0 0 0,0 0 0,0-1 0,1 1 0,28-4 646,-15 5-536,0-1 0,0 2-1,0 0 1,0 1-1,0 0 1,-1 1 0,1 1-1,-1 0 1,0 1-1,-1 1 1,1 0 0,-1 1-1,-1 0 1,0 1-1,18 16 1,-24-19-144,0 0 0,0 1 0,-1-1 0,0 1 0,0 1 0,0-1 1,-1 1-1,0-1 0,-1 1 0,0 0 0,0 1 0,-1-1 0,0 0 0,0 1 0,-1-1 0,1 17 0,-3-11-122,0 1-1,-1-1 1,-1 1-1,0-1 0,-1 0 1,0 0-1,-1-1 1,-1 1-1,-10 17 1,6-12-875,-1 0 1,-1 0 0,-1-1-1,-1-1 1,0 0 0,-1-1-1,-30 25 1,-2-2-3367,0 1-2154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9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8061,'0'0'10823,"4"-2"-10148,248-93 800,-186 69-2439,7-3-1989,-27 6-5017,-33 15 1807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9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2 8217,'-10'2'-754,"-1"-5"4706,4 3 2616,0 12-3988,2 5-2422,1 0 1,0 0-1,1 0 0,1 0 1,0 1-1,2-1 0,0 0 0,1 1 1,0-1-1,2 0 0,0 1 1,1-1-1,0-1 0,1 1 0,1-1 1,1 1-1,1-2 0,0 1 1,14 20-1,-15-28-329,0-1 0,0 0 0,0 0-1,1-1 1,0 0 0,0 0 0,1-1 0,-1 0 0,1 0 0,1-1 0,-1 0 0,0 0 0,1-1-1,0-1 1,0 0 0,-1 0 0,1-1 0,13 1 0,2-2-1357,-1 0 0,1-2 0,0-1 0,0 0 0,-1-2 0,32-11 0,6-3-5270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0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6837,'0'0'1574,"3"-1"-94,3 0-988,0 0 1,1 0-1,-1 0 0,0 1 0,1 0 1,-1 1-1,1-1 0,-1 1 1,0 0-1,0 1 0,1-1 1,7 4-1,6 6 135,1 0 1,-1 2 0,-1 0-1,-1 1 1,21 19-1,-3 2 18,43 54 0,-64-69-541,-1-1-1,-1 2 1,0 0-1,-2 0 1,15 38-1,-24-52-264,0-1-1,0 1 0,-1 0 0,1 0 1,-2 0-1,1 0 0,-1 0 0,0 0 1,-1 0-1,1 0 0,-1 0 0,-1 0 1,1-1-1,-1 1 0,-5 11 1,2-9-714,0 0 0,-1 0 1,0-1-1,-1 1 1,1-1-1,-2-1 1,1 1-1,-1-1 1,-13 9-1,-25 15-6775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2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6 235 3884,'23'-20'9717,"-36"25"-9287,-2 3 6622,15-6-7033,0-1 0,0 0 1,0 0-1,0 0 1,1 1-1,-1-1 1,0 0-1,1 0 1,-1 0-1,1 0 0,0 0 1,-1 0-1,1 0 1,0 0-1,-1 0 1,1 0-1,2 2 0,-1-3 52,0 0-1,-1 0 1,1 0-1,0 0 1,0 0-1,0 0 1,0 0-1,0-1 1,0 1-1,0-1 1,-1 1-1,1-1 1,3-1-1,42-19-21,-1-1-1,60-40 1,54-27-83,-150 84 13,0 0 0,0-1 0,-1 0-1,14-12 1,-20 16 23,17-4-5400,-9 3-1512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4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5100,'0'0'12864,"10"8"-11632,-8-6-1135,0 1 0,0-1 0,0 0 0,-1 1 0,1-1 0,-1 1 0,1 0 0,-1 0 0,0-1 0,0 1 0,0 0 0,-1 0 0,1 4 0,5 49 496,-2-23-347,47 163 664,-46-180-1192,0 0 0,1-1-1,1 1 1,1-1 0,0-1 0,1 1 0,0-1 0,1-1 0,1 0 0,0 0 0,21 18 0,-28-29-18,0 1 0,1 0-1,-1-1 1,1 0 0,-1 0 0,1 0 0,0 0 0,0-1 0,0 0 0,5 1 0,22-1-4966,6-3-2101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4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 8465,'0'0'3491,"0"-3"-2073,0 2-1278,0-1 1,1 1-1,-1-1 1,0 1-1,0 0 1,1-1-1,-1 1 1,1 0-1,-1-1 1,1 1-1,0 0 0,-1 0 1,1 0-1,0-1 1,0 1-1,0 0 1,0 0-1,0 0 1,0 0-1,0 0 1,2-1-1,1 1 62,0 0 0,0 1-1,-1-1 1,1 1 0,0-1-1,0 1 1,0 1 0,5-1 0,7 2-10,1 0-1,-1 1 1,0 1 0,0 0 0,0 1 0,-1 1 0,0 0 0,0 1-1,0 1 1,-1 0 0,26 20 0,-29-19-139,0 1-1,0 0 1,-1 1 0,0 0 0,-1 1 0,0 0-1,-1 0 1,0 1 0,-1 0 0,-1 0-1,0 0 1,-1 1 0,6 22 0,-6-10-145,-1 0 1,-1 1-1,-2-1 1,0 0 0,-2 1-1,-1-1 1,-1 0 0,-1 0-1,-2 0 1,-12 37-1,5-24-1004,-3-2 0,-20 37 0,-52 67-6211,46-80 571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5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564 64 4524,'0'-1'38,"0"1"0,0 0 0,0 0 0,0 0 0,0 0 0,0 0 0,0-1 0,-1 1 0,1 0 0,0 0 0,0 0 0,0-1 0,0 1 0,0 0 0,0 0 0,0 0 1,0 0-1,0-1 0,0 1 0,0 0 0,0 0 0,0 0 0,0-1 0,0 1 0,0 0 0,0 0 0,0 0 0,1 0 0,-1-1 0,0 1 0,0 0 0,0 0 0,0 0 0,0 0 0,0 0 0,0-1 0,1 1 0,-1 0 0,0 0 0,0 0 0,0 0 0,0 0 0,1 0 0,1-9 4342,-54-14-361,50 22-3369,-28-15 1222,28 15-1780,0-1 0,-1 1 1,1 0-1,-1 1 1,1-1-1,-1 0 0,0 1 1,1-1-1,-1 1 1,0 0-1,1 0 0,-1 0 1,0 0-1,1 1 1,-1-1-1,0 1 0,1-1 1,-1 1-1,1 0 1,-1 0-1,1 0 0,-1 0 1,1 1-1,0-1 1,-1 1-1,1-1 0,0 1 1,-3 4-1,-1-1 124,1 1 0,0 1 1,0-1-1,1 1 0,0 0 0,0 0 0,0 0 0,-3 11 1,3-5 8,1 1 1,0-1 0,1 1 0,0 0 0,1 0 0,1 0 0,1 17-1,19 98 1511,-11-81-1159,29 148 1034,-9-51-555,11 160 0,-33-107-336,-34 347-1,-72 193-250,95-712-466,-208 1119-684,181-1021 296,15-64 93,-9 70 1,22-114 228,-1 1 0,0-1 1,-11 26-1,12-33 38,1-3-9,1-3 7,-16 18-36,16-19 34,1-1 0,-1 1 0,0-1 0,0 0 0,0 1 0,0-1 0,0 0 0,0 0 0,0 0 0,0 0 0,-1 0 0,1 0 0,-3 1 0,4-2-22,-1 0-1,1-1 1,-1 1-1,0 0 1,1-1 0,-1 1-1,1-1 1,-1 1 0,1-1-1,-1 1 1,1-1-1,0 1 1,-1-1 0,1 1-1,-1-1 1,1 0 0,0 1-1,0-1 1,-1 0-1,1 0 1,-5-8-329,5 7 240,0 0 1,1 0-1,-1 0 0,0 1 1,1-1-1,-1 0 1,1 0-1,-1 1 0,1-1 1,0 0-1,0 1 1,2-3-1,-1-2-354,1-7-784,0 0 0,-1 0-1,-1 0 1,0 0 0,-2-14 0,2-9-4743,-1 10-2578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9213,'0'0'2076,"0"3"-47,0 10-243,1 0 1,1 0-1,4 16 1,16 41 1555,42 64-232,-38-86-2428,137 231 1274,-153-265-1959,-2-2 123,0-1-1,0 0 1,1 0-1,1-1 1,18 17-1,-26-26-90,0 0 0,-1 0 0,1 0 0,0 0 0,0 0 0,0 0 0,0 0 0,0-1 0,0 1 0,0-1 0,0 1 0,1-1 0,-1 0 0,0 0 0,0 0 0,0 0 0,0 0 0,3-1 0,-2 0-2,0 0 0,-1-1 1,1 1-1,0-1 0,-1 0 0,1 0 0,-1 0 1,1 0-1,-1 0 0,0-1 0,0 1 1,0 0-1,0-1 0,-1 0 0,1 1 0,1-5 1,68-147 548,-68 149-557,0-1-1,0 1 1,0 0-1,1 0 1,0 0-1,0 1 0,0-1 1,0 1-1,1 0 1,0 0-1,-1 1 1,2-1-1,-1 1 1,0 0-1,0 0 0,1 1 1,0 0-1,-1 0 1,1 0-1,0 1 1,0-1-1,0 1 1,0 1-1,0-1 1,0 1-1,0 0 0,0 1 1,0-1-1,0 1 1,8 2-1,65 20-44,-60-16 52,1-1 0,1-1 0,-1-1 0,42 4 0,-59-8-23,0 0 0,0 0-1,0 0 1,1-1 0,-1 1-1,0-1 1,0 0 0,0 0-1,0 0 1,0 0 0,0 0-1,0-1 1,0 1 0,-1-1-1,1 0 1,-1 0 0,1 0-1,-1 0 1,0 0 0,1-1-1,-1 1 1,0-1 0,0 0-1,-1 1 1,1-1 0,-1 0-1,1 0 1,-1 0 0,0 0-1,0 0 1,0 0 0,-1 0-1,1 0 1,0-6 0,0-3 3,-1-1 0,0 1 1,0-1-1,-2 1 0,1-1 1,-2 1-1,-4-16 0,1 12-5,0-1 1,-2 1-1,0 1 0,0-1 0,-2 1 0,-17-22 0,-74-73-420,4 14-1220,-16-15-5130,106 104 5420,-27-26-8847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46 580 10789,'-21'3'2394,"20"-4"-2242,0 1 1,1-1-1,-1 1 0,0 0 0,1-1 0,-1 1 1,1-1-1,-1 1 0,1-1 0,-1 1 0,1-1 1,-1 0-1,1 1 0,-1-1 0,1 0 0,0 1 1,-1-1-1,1 0 0,0 1 0,0-1 0,-1 0 1,1 0-1,0 1 0,0-2 0,0 1 163,-2-4 157,-1 0-1,2 0 1,-1-1 0,0 1-1,1-1 1,0 1 0,0-7-1,1 9-377,1 0-1,-1-1 1,1 1 0,0 0-1,0 0 1,0 0-1,1 0 1,-1 0 0,1 0-1,-1 0 1,1 1-1,0-1 1,4-4 0,28-32 301,2 2 0,2 1 0,1 2 0,52-34 0,183-102-1669,-201 127 667,-61 36 243,1 0-1,0 1 0,0 1 1,1 0-1,20-5 0,-31 9 125,0 0 0,1 1-1,-1-1 1,0 1 0,0-1-1,1 1 1,-1 0-1,0 0 1,0 1 0,1-1-1,-1 1 1,0-1 0,0 1-1,0 0 1,0 0 0,1 0-1,-1 1 1,-1-1 0,1 1-1,0 0 1,0 0-1,-1 0 1,1 0 0,-1 0-1,1 0 1,-1 1 0,0-1-1,0 1 1,3 4 0,-2 9-3754,-1 1-2111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10089,'0'0'4616,"-10"14"-2315,4 1 7,-1-1-344,4 3-304,6 9-260,1 14-280,5-9-284,1 4-140,5 7-143,-2 1-401,0 3-969,6 0-475,3-1-1000,0 4-868,-9 0-2817,9 8-5196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3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64 118 9829,'-3'0'2227,"-2"1"-1204,1 0 0,-1 0 0,0-1 0,0 0 0,0 0 0,0 0 0,0-1 1,0 1-1,-6-3 0,6 1 3032,11-18-2644,-5 17-1340,1 0 0,0-1 1,0 1-1,0 0 0,0 1 0,0-1 0,1 0 0,-1 1 0,1-1 1,0 1-1,-1 0 0,1 0 0,0 0 0,0 0 0,1 0 0,-1 1 0,0-1 1,1 1-1,-1 0 0,0 0 0,1 0 0,4 0 0,5-2 64,-1 1-1,2 1 1,-1 0-1,0 0 1,14 2-1,-15 0-71,-1 1 1,1 1-1,-1 0 0,1 0 1,-1 1-1,0 1 0,0 0 0,19 12 1,-22-12-48,-2 0-1,1 0 1,0 0 0,-1 1 0,0 0 0,0 0 0,-1 1 0,0 0 0,0 0 0,0 0-1,-1 0 1,0 1 0,4 11 0,0 7-65,0 2-1,-2-1 1,0 1 0,-2 0-1,-2 0 1,0 51 0,-2-63-1021,5-29 728,4-33 132,-6 4 35,-1-1 1,-3 0-1,-2 1 1,-1-1-1,-3 1 1,-22-82-1,28 121 1135,23 9-143,-14-2-719,1 0 0,-1 1 0,0 0 0,-1 0 1,1 1-1,-1 0 0,0 1 0,-1-1 0,7 9 0,28 24 155,-11-14-28,41 23 1,-59-41-423,1 0 0,-1-1 0,1 0 0,0-2 0,1 1 0,26 4 0,67 3-4669,-71-12 696,1-3-3385,-17 0-2752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3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8737,'0'0'1951,"-1"3"-73,-4 16-673,0 1 0,1-1-1,1 1 1,1-1-1,1 1 1,1 0-1,2 27 1,1-25-642,1 1-1,1-1 1,1 1 0,0-1 0,2-1 0,12 24 0,-10-25-671,1 0 0,1-1-1,1 0 1,1-1 0,0 0 0,1-1 0,1-1-1,1-1 1,0 0 0,1-1 0,0-1-1,1 0 1,1-2 0,32 15 0,-39-21-308,0-1 0,-1-1 0,2 0 0,-1 0 0,0-1 1,0-1-1,1 0 0,-1-1 0,25-3 0,-16-1-1242,0 0-1,0-2 0,0 0 1,-1-2-1,22-11 1,7-3-5768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8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 3276,'0'0'2574,"2"-1"-2181,1-1-2929,4-1 3150,8 4 16089,-14 8-15553,0 46-1156,3 0 0,2 0 0,2-1 1,21 73-1,3-22-3019,10-3-4149,-5-30-1788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41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62 186 6333,'0'0'1503,"-4"-1"-33,-30-6 1172,30 7-1490,-7-30 1782,9 27-2795,1-1-1,-1 1 0,1-1 1,1 0-1,-1 0 0,0 1 1,1-1-1,0 0 1,0 0-1,0 0 0,0 0 1,0 1-1,1-1 0,0 0 1,0 0-1,0 1 1,0-1-1,1 0 0,-1 1 1,1-1-1,0 1 0,0 0 1,0 0-1,0 0 1,1 0-1,2-3 0,0 1-28,0 0 1,1 0-1,-1 1 0,1 0 0,0 0 0,0 1 0,0-1 0,0 1 0,0 1 1,1-1-1,-1 1 0,12-2 0,-14 4-91,-1 0 0,0 1 1,0-1-1,-1 1 0,1 0 0,0 0 1,0 0-1,0 0 0,0 1 0,-1-1 1,1 1-1,4 3 0,-2-2 14,5 5-16,1 0-1,-2 0 1,1 0 0,-1 2 0,-1-1 0,1 1 0,-2 0 0,1 1 0,-2-1 0,1 1-1,-1 1 1,7 20 0,2 9-25,-3 1-1,11 56 1,-18-59 39,-1-1 0,-3 76 0,-1-61-2,0-48-23,0 1 0,0-1 0,1 0 0,0 1 0,1-1 0,2 9 0,-3-12 81,4-3-53,5-1-56,0-1 0,0-1 0,-1 0-1,1 0 1,-1-1 0,0 0 0,12-9 0,62-55-792,-20 15 78,39-18-915,23-19-1894,-33 18-2688,-53 46 409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6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 38 4092,'4'10'17913,"-48"-49"-14548,43 37-2701,-18-4 349,18 6-974,1 0 1,-1 0-1,0 0 0,1-1 0,-1 1 0,0 0 0,1 0 1,-1 0-1,0 0 0,1 0 0,-1 0 0,0 1 1,0-1-1,1 0 0,-1 0 0,0 0 0,1 1 0,-1-1 1,1 0-1,-1 1 0,0-1 0,1 0 0,-1 1 1,1-1-1,-1 1 0,1-1 0,-1 1 0,1-1 1,-1 1-1,1-1 0,0 1 0,-1-1 0,0 2 0,1 0 26,-1 1-1,0 0 0,1 0 1,-1-1-1,1 1 0,0 0 1,0 0-1,0 0 0,0 3 0,3 11 97,0 1 0,5 18 0,-6-32-103,10 30-463,3-1 0,1 0 0,1-1 0,22 31 0,-24-38-2580,20 48 0,-7-13-5622,-4-22-1370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7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7 229 8245,'0'0'5726,"-1"3"-4074,-4 11 250,6-10 757,17-16 2191,10-7-5000,133-65-409,-58 31-781,-43 24-34,-9 5-2022,-16 5-3821,-16 10-797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15 121 10453,'-10'6'1672,"14"-12"5919,-5 4-7380,0 0 1,0 0-1,0 0 1,0 0-1,0 0 1,1 0-1,-1 0 0,0-1 1,1 1-1,0 0 1,0 0-1,0-2 1,2-2-137,0 1 0,0-1 0,1 1 1,0 0-1,0 0 0,0 0 0,1 1 0,-1-1 1,1 1-1,0 0 0,1 0 0,-1 0 0,1 1 1,0-1-1,-1 1 0,2 0 0,-1 0 1,0 1-1,0 0 0,1 0 0,-1 0 0,1 0 1,0 1-1,-1 0 0,1 0 0,0 1 0,0 0 1,0 0-1,-1 0 0,7 1 0,-1 1-47,0 0-1,-1 1 0,1 0 0,-1 1 1,0 0-1,0 1 0,0 0 0,-1 0 1,0 1-1,0 0 0,0 1 0,0 0 1,-1 0-1,-1 1 0,1 0 0,-1 0 1,11 18-1,-3-1-9,-2 1 0,-2 0 1,0 1-1,-1 0 0,-2 0 0,7 38 1,13 174 69,-27-233-82,7 38 263,-7-42-251,5-8-150,-2 3 96,0 0 1,0-1 0,-1 0-1,1 0 1,-1 0 0,0 0 0,0 0-1,0-1 1,0 0 0,-1 1-1,0-1 1,0 0 0,0 0-1,-1 0 1,1 0 0,-1 0 0,0-9-1,-1-55-220,-3 1 0,-21-123 0,14 79 1436,10 109-558,2 3-525,0 0 1,0 0-1,0 1 1,0-1-1,0 0 1,0 1-1,0 0 1,-1-1-1,1 1 1,0 0-1,0 0 1,0 0-1,-1 0 1,1 0-1,-1 1 1,1-1-1,-1 0 0,3 3 1,17 31 468,-12-18-329,89 152 1107,-81-144-1295,0 0-1,1-1 1,1 0-1,24 21 0,-36-39-266,-1-1 0,1 0 0,0 0 0,0-1 0,0 0 0,1-1 0,0 1 0,-1-1 0,1-1 0,0 1 0,0-1-1,1-1 1,-1 0 0,0 0 0,1 0 0,-1-1 0,0 0 0,15-3 0,-6 1-950,0-1 0,0-1 0,19-7-1,-15 3-3213,35-19 0,-21 5-5357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32 9925,'-49'3'6388,"28"-3"-555,17-16-4123,4 16-1659,0-1 1,0 0-1,0 1 0,-1-1 0,1 1 1,0-1-1,0 0 0,0 1 0,0-1 0,0 0 1,0 1-1,0-1 0,0 0 0,0 1 1,0-1-1,0 0 0,1 1 0,-1-1 1,0 0-1,0 1 0,1-1 0,-1 1 0,0-1 1,1 0-1,6 0-18,1 0 1,-1 1-1,0 0 1,0 0-1,0 1 1,1 0-1,-1 0 1,0 0-1,0 1 1,0 0-1,-1 1 1,1-1-1,0 1 1,-1 1-1,0-1 1,1 1-1,-1 0 1,-1 1-1,1-1 1,-1 1-1,0 0 1,0 0-1,0 1 1,-1 0-1,1-1 1,-1 2-1,-1-1 1,1 0-1,-1 1 1,2 7-1,0-3-14,-1 2 0,-1-1-1,0 0 1,-1 1 0,0-1-1,-1 1 1,0 0 0,-2 20 0,-3 8 254,-13 52 0,11-64-53,-3 15 501,27-36-439,-13-8-340,-1 0 0,0 0 0,1 0 0,-1-1 1,1 1-1,-1-1 0,0 0 0,0 0 0,0-1 0,0 1 1,1-1-1,-2 0 0,1 0 0,0 0 0,4-3 1,58-45-1344,-61 46 1281,137-126-5586,-56 31-2970,-45 43 375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16 11345,'0'0'2210,"-3"-1"-219,-29-6 1522,29 7-1857,-20-7 1552,17 6 519,29 11-3192,0 1 0,28 19 0,-16-9-183,7 5-24,-1 2 0,-1 2 0,-2 1 0,45 48 0,-26-17 77,84 119-1,-98-117-381,-3 2-1,-3 2 0,-3 1 1,-3 2-1,-3 1 0,-4 1 1,23 111-1,-35-120-697,-3 0-1,-3 1 0,-3 0 1,-3 0-1,-2 0 0,-3 0 1,-4 0-1,-1-1 1,-25 76-1,22-101-585,-2-2 0,-1 0 0,-25 41 1,-33 40-5985,16-26-2962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0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0 443 12021,'2'-2'2160,"57"-80"6675,-36 54-8083,1 2 1,37-33 0,-22 28-1142,70-40 1,18-13-4551,-115 73 3993,-4 5-515,0 0 0,0 0 0,0 1 1,16-8-1,17 0-6863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0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92 432 12613,'-41'17'2216,"25"-11"2277,-3-9-2285,3-3 2624,29-14-3859,15-8-289,-5 2-200,8-5-424,11-7-844,5-2-337,1-8-739,0-9-932,-1 2 528,7 4-3605,-6 0-5020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1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0 4648,'-4'0'829,"-51"3"3986,0 0-2560,52-3-1599,-10 6-271,-20 23 785,31-27-401,1-2-788,-1 0 1,1 0 0,0 0-1,0 0 1,-1 0 0,1 1-1,0-1 1,0 0 0,-1 0-1,1 1 1,0-1-1,0 1 1,0-1 0,-1 1-1,1 0 1,0-1 0,0 1-1,0 0 1,0 0 0,-1 1-1,-15 21-6993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2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32 3452,'0'0'6324,"-1"-3"-8345,-5-9-116,0-5-497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3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80 484 8045,'-32'-10'1994,"31"9"-1771,0 0-1,-1 0 1,1 0 0,0 0 0,0 0-1,0 0 1,0-1 0,0 1-1,0 0 1,0-1 0,0 1 0,0-1-1,1 1 1,-1-1 0,0 1-1,1-1 1,0 0 0,-1 1 0,1-3-1,-1 2 402,-14-22 2271,13 22-2797,1 1-1,0-1 0,-1 0 0,1 1 1,0-1-1,0 0 0,0 0 0,0 0 1,1 0-1,-1 0 0,0 0 0,1 0 1,-1 0-1,1 0 0,0-1 1,0-1-1,-1-17 240,1 1 1,1-1-1,1 1 1,1-1-1,1 1 1,1 0-1,0 0 1,2 1-1,12-27 1,-13 33-235,2 0 0,-1 1 1,2 0-1,-1 0 0,2 1 1,0 1-1,11-11 0,-15 15-76,1 1 1,0 0-1,0 0 0,0 0 1,1 1-1,-1 1 0,1-1 1,0 1-1,0 0 0,0 1 1,1 0-1,-1 0 0,12-1 1,-16 4-21,1-1 0,-1 0 0,0 1 0,1 0 0,-1 0 1,1 0-1,6 4 0,-5-3-1,2 0 2,0 1 1,0 0-1,0 1 0,0 0 0,-1 0 1,0 1-1,0 0 0,0 0 1,0 1-1,-1 0 0,0 0 1,7 8-1,-2 3 2,-1 0 1,-1 0-1,0 1 1,-1 0 0,-1 1-1,-1 0 1,0 0-1,-2 0 1,0 1-1,-1 0 1,-1-1-1,-1 32 1,-4 15 29,-3-1 1,-21 93 0,-45 110-86,19-83 774,35-138 886,14-39-1287,4-7-289,1-1 1,-1 1-1,1-1 1,-1 1 0,1-1-1,-1 0 1,1 1 0,-1-1-1,1 0 1,-1 1 0,1-1-1,0 0 1,-1 0 0,1 1-1,-1-1 1,1 0 0,0 0-1,-1 0 1,1 0 0,0 0-1,-1 0 1,1 0 0,0 0-1,0 0 1,0 0 31,5 0 0,0-1 0,0 1 0,-1-1 0,1 0 1,0 0-1,-1-1 0,1 0 0,0 0 0,-1 0 0,6-4 0,55-35 258,-41 25-201,512-340-85,-486 322-285,173-101-2170,-74 47-2252,-138 82 3583,5-5-294,-5 0-6614,-4 2-915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17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4536,'3'-1'1006,"5"1"-457,0 0 1,-1 1-1,1-1 1,-1 2 0,1-1-1,-1 1 1,0 0-1,0 0 1,0 1-1,0 0 1,0 0-1,7 6 1,-11-8 247,0 0-22,32 6 746,-32-6 2485,-2 3-3889,0 1-1,0 0 1,0-1-1,0 1 1,1 0 0,3 7-1,3 8 326,280 703 1615,-255-649-2188,171 364-907,-88-226-2625,18-10-4479,-78-125 1000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19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3772 4256,'0'0'1877,"1"-3"-1117,1 0-576,-1 0-1,1-1 0,0 1 0,0 0 1,0 0-1,0 0 0,0 1 0,1-1 1,-1 0-1,1 1 0,0 0 0,0-1 0,0 1 1,0 0-1,0 1 0,0-1 0,0 0 1,1 1-1,-1 0 0,7-2 0,-1 0 6,242-111 4499,-115 56-3838,129-69 2,-54 27-514,-78 33-214,240-114-140,-363 176 15,255-109 112,477-168-43,-196 83 14,-186 59 181,55-2-8,-262 95-143,676-194 514,-229 83 21,515-173 61,-665 152-517,-10-28-187,-347 162-14,59-24 49,48-20 39,331-132 13,-144 63-90,132-102-81,-481 239 40,-16 11 52,38-28 1,-36 23-24,0 1 0,44-19 0,-17 9-73,26-2 785,-74 28-658,-1-1-32,0 0 0,-1 1-1,1-1 1,-1 0 0,1 1-1,-1-1 1,1 0 0,-1 1-1,0 0 1,1-1 0,0 4-1,2 30 200,1 0-1,1 0 0,2 0 1,17 46-1,0 6 10,31 219 269,-35-164-369,1 17-29,22 108 44,-36-235-126,76 293 64,24-9 66,134 202-170,-234-503-88,11 20-96,-2 1 1,13 38 0,-27-66-86,0 1 0,0-1-1,-1 1 1,-1 0 0,1-1 0,-1 1 0,-1 0-1,0 0 1,0 0 0,0 0 0,-1 0-1,-1-1 1,0 1 0,0 0 0,-4 9-1,4-14-269,-1 0 0,0 0 0,1-1 0,-2 1 0,1-1 0,0 0 0,-1 0 0,1 0 0,-8 4 0,1 1-1503,-22 17-5546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21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3295 3700,'0'0'2427,"-1"2"-2081,-10 20 162,10-20 66,-9 15-505,6-9 4635,3-5-4624,-1 1 0,1-1 0,0 1 0,0-1 0,0 1-1,0-1 1,1 1 0,-1 0 0,1-1 0,0 1-1,0 0 1,0 0 0,1-1 0,-1 1 0,1-1-1,0 1 1,0 0 0,0-1 0,1 1 0,1 2-1,-1-3 1,0 0 0,0-1 0,0 1 0,1-1 0,-1 0 0,1 0-1,0 0 1,-1 0 0,1 0 0,0-1 0,0 1 0,0-1-1,0 1 1,0-1 0,1 0 0,-1-1 0,0 1 0,0 0 0,1-1-1,-1 0 1,0 0 0,1 0 0,5 0 0,12-3 196,1 0 0,-1-1 0,0-1 0,33-13-1,84-42 466,-81 33-424,444-175 910,-263 110-910,319-136 204,262-101 3,-664 271-462,375-132-45,-368 137 22,107-34 7,-19 15-45,-165 50 13,715-139 48,-69 19-8,-340 22 15,-300 87-55,211-86 6,-144 49-19,164-77-8,-24 22 2,-152 68 4,93-39-5,426-195-36,-305 106 44,259-91-12,-337 174 44,-135 49 46,-144 52-6,10 0 1055,-4-3-4052,-9 4 2731,0 0 1,0 0-1,1 0 0,-1-1 1,0 1-1,0 0 1,0 0-1,1-1 1,-1 1-1,0 0 1,0 0-1,0-1 1,0 1-1,0 0 1,0-1-1,0 1 0,1 0 1,-1 0-1,0-1 1,0 1-1,0 0 1,0-1-1,0 1 1,0 0-1,-1-1 1,1 1-1,0 0 1,0 0-1,0-1 0,0 1 1,0 0-1,0-1 1,0 1-1,-1 0 1,1 0-1,0-1 1,0 1-1,0 0 1,-1 0-1,1 0 1,0-1-1,0 1 1,0 0-1,-1 0 0,1 0 1,0-1-1,-1 1 1,1 0-1,0 0 1,-1 0-1,-9-9-6726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0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1852 3652,'5'12'954,"-4"-10"-70,-14 1 669,2-5 7901,18-6-3511,1 1-6462,-6 8 623,0-1-14,-1 1 0,1 0 0,-1-1 0,1 1 0,-1-1-1,1 1 1,-1-1 0,1 0 0,0 0 0,-1 0 0,1 0 0,-1 0-1,1 0 1,0 0 0,-1 0 0,1 0 0,-1-1 0,1 1 0,-1-1-1,1 1 1,-1-1 0,1 0 0,-1 0 0,0 1 0,1-1-1,-1 0 1,0 0 0,0 0 0,1 0 0,-1-1 0,0 1 0,0 0-1,1-3 1,0 2 358,30-27 724,53-33 597,-64 46-1573,4-2-68,0 1-1,44-21 1,-44 27-56,-10 5-58,0 0-1,0-1 0,0-1 0,-1-1 1,-1 0-1,24-19 0,71-67 12,-69 63 7,75-45 0,-48 34-16,78-43-3,147-79 1009,-216 126-977,-18 10-5,95-65 0,76-65 437,-187 131-416,24-17-66,-2-4 1,-3-2 0,56-61 0,-76 69-13,105-102 55,-71 77 50,-58 56-99,-13 10 15,-1 1 0,0-1-1,0 1 1,-1-1 0,1 0-1,0 0 1,0 1 0,-1-1-1,3-3 1,6-19-45,2-20 96,6 2-57,-17 40 92,11-26-717,-14 25 2856,-3-5-4079,-6-6-13755,5 9 11459,-7-6-4107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5905,'0'0'13526,"0"3"-13199,3 11 39,0 0 0,1-1 0,0 1 0,1-1 0,1 1 0,10 16 0,-7-14-150,-1 1-1,8 21 1,10 19 10,18 38 45,-42-93-266,2 5-16,6 9 45,-9-17-33,0 1-1,-1 0 1,1-1-1,0 1 1,0-1 0,0 1-1,-1-1 1,1 1 0,0-1-1,-1 0 1,1 1 0,-1-1-1,1 0 1,0 0 0,-1 1-1,0-1 1,1 0 0,-1 0-1,1 0 1,-1-1-1,1 0-9,-1 1-1,0 0 1,1 0-1,-1 0 0,0-1 1,0 1-1,0 0 0,0 0 1,0-1-1,0 1 0,0 0 1,0 0-1,-1-1 1,1 1-1,0 0 0,-1-2 1,-1-1-27,0-5-45,-1 0-1,0 0 1,0 1 0,-1-1-1,0 1 1,-11-15 0,1 0-105,-76-110-210,89 131 432,0 0-1,-1 0 0,1 0 1,0 0-1,-1 0 0,1 1 0,-1-1 1,1 0-1,-4-2 0,0 6 157,3 10-128,7 41-1419,2-21-2678,-6-28 3289,-1 2-4504,0 13-3152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32 4796,'0'0'13282,"-1"-3"-12683,-8-26 3851,9 32-4388,-1 5-27,1 0-1,1 0 1,-1-1-1,1 1 1,1 0-1,-1-1 1,1 1-1,1-1 1,-1 0 0,1 1-1,1-1 1,-1-1-1,1 1 1,6 7-1,21 47 40,-25-49-49,0 0 0,1 0 0,17 20 0,-15-21-18,0 2 1,-1-1-1,13 25 0,-17-28-4,0-1 0,1 0 0,0 0 1,0 0-1,1-1 0,0 1 0,11 9 0,-15-16-9,-2 1-4,1-1 0,-1 0 0,1 1 0,0-1 0,0 0 0,0 0 1,0 0-1,0 0 0,0 0 0,0 0 0,0 0 0,0 0 0,0 0 0,3 1 0,2 3-90,-6-8 87,0-4-46,0 0 0,0-1 0,-1 1 0,1 0-1,-2-1 1,1 1 0,-1 0 0,0 0 0,-4-8-1,-14-23-275,-2 0 0,-2 1 0,-52-62 0,70 91 286,-1 0-1,2-1 1,-1 1-1,-5-14 1,9 20 44,1 0 23,2 11-7,0-1 0,0 1 1,1 0-1,0-1 0,1 1 1,0-1-1,0 0 0,8 15 1,2-2 17,27 37 1,-10-27-13,-29-29 7,1-4-2,0 1-23,0 0 0,-1 0 0,1 0 0,0 0 0,-1-1 0,0 1 0,1 0 0,-1-1 0,0 1 0,0-1 0,1 0 0,-1 1 0,-1-1 0,2-2 0,-1 1 3,-1-1 1,1 0-1,-1 1 1,0-1-1,0 1 0,-1-1 1,0-6-1,-2 2-13,1 0-1,-1 0 1,0 0-1,-1 0 0,0 1 1,0-1-1,0 1 1,-1 0-1,0 0 0,-1 1 1,1 0-1,-1 0 1,0 0-1,-1 0 1,-7-4-1,12 9-199,1 1-243,1 0 380,-1 0 0,1 0 0,-1 0 0,1 0 0,-1 0 1,1 1-1,-1-1 0,1 0 0,-1 1 0,1-1 0,-1 0 0,1 1 0,-1-1 1,1 0-1,0 1 0,-1-1 0,1 1 0,0-1 0,-1 0 0,1 1 1,0-1-1,-1 1 0,1-1 0,0 1 0,0-1 0,0 1 0,0 0 0,-1-1 1,1 1-1,0-1 0,0 2 0,3 16-3060,5-5-1642,-1 5-2845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3:02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0 24575,'-5'5'0,"-15"10"0,-17 11 0,-12 11 0,-1-1 0,-2-2 0,8-3 0,7-2 0,1-1 0,2-1 0,-2 4 0,-4 1 0,4-5-8191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19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1588 24416,'2620'-1587'0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1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24575,'-5'0'0,"-1"9"0,5 8 0,11 14 0,27 20 0,25 14 0,24 11-1080,16 0 1080,-5-3 0,-6-9 0,-13-12 0,-20-14-7111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2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24575,'4'4'0,"11"15"0,12 19 0,0 1-8191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4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24575,'0'-4'0,"0"-6"0,4-2 0,7 2 0,5 2 0,5 7 0,3 8 0,7 8 0,-3 1-8191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0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68 405 13233,'-1'-28'688,"1"15"-162,0 0 0,-2 0 0,1 1 0,-1-1 0,-1 0 0,-1 1 0,-5-14 0,0 3 1296,1-1 1,1 1-1,1-1 1,1-1-1,1 1 1,1 0-1,1-37 1,1 59-1819,1 1 0,0-1 1,0 0-1,-1 0 0,1 1 0,0-1 0,0 0 0,1 1 1,-1-1-1,0 0 0,0 1 0,1-1 0,-1 0 0,1 1 1,1-4-1,1 1-13,-3 4 9,0 1 0,0-1 0,0 0 0,1 1 0,-1-1 0,0 0 0,0 1 0,0-1 0,0 0 0,0 1 0,1-1 0,-1 0 0,0 1 0,0-1 0,1 0 0,-1 0 0,0 1 0,0-1 0,1 0 0,-1 0 0,0 0 0,1 1 0,-1-1 0,0 0 0,1 0 0,-1 0 0,0 0 0,1 0 0,-1 0 0,0 0 0,1 1 0,-1-1 0,0 0 0,1 0 0,-1 0 0,1-1 0,-1 1 0,0 0 0,1 0 0,-1 0 0,0 0 0,1 0 0,-1 0 0,0 0 0,1-1 0,-1 1 0,0 0 0,0 0 0,1 0 0,-1-1 0,0 1 0,1 0 0,-1 0 0,0-1 0,0 1 0,0 0 0,1-1 0,-1 1 0,0 0 0,0-1 0,0 1 0,0 0 0,1-1 0,-1 2 0,5 9 0,0 0 0,-1 0 0,-1 0 0,1 1 0,-2 0 0,1-1 0,-2 1 0,2 19 0,-6 95 0,0-78 0,-28 679 0,30-711 0,1 172 0,2-167 0,0 0 0,1-1 0,1 0 0,1 0 0,1 0 0,0 0 0,12 23 0,-16-39 0,-1 0 0,1 0 0,-1 0 0,1 0 0,0 0 0,1 0 0,-1 0 0,0-1 0,1 1 0,-1-1 0,1 0 0,0 1 0,0-1 0,0 0 0,0-1 0,0 1 0,0-1 0,1 1 0,-1-1 0,0 0 0,1 0 0,-1 0 0,1-1 0,-1 1 0,1-1 0,-1 0 0,1 0 0,-1 0 0,7-1 0,13-6 0,0-2 0,-1 0 0,0-1 0,0-1 0,-1-1 0,23-17 0,-32 20 0,0 2 0,1-1 0,0 2 0,0 0 0,0 0 0,1 1 0,-1 1 0,1 1 0,0-1 0,1 2 0,-1 0 0,0 1 0,1 0 0,-1 1 0,15 3 0,-9-1 0,0-1 0,0 0 0,0-1 0,0-2 0,0 0 0,0 0 0,0-2 0,-1-1 0,1 0 0,-1-2 0,0 0 0,-1-1 0,0 0 0,0-2 0,-1 0 0,29-23 0,-29 19 0,0-1 0,0-1 0,-2 0 0,0-1 0,-1-1 0,0 0 0,-2-1 0,0 0 0,-1-1 0,-1 0 0,-1-1 0,-1 0 0,-1 0 0,8-40 0,-12 34 0,-1 1 0,-1-1 0,-1 0 0,-2 0 0,0 1 0,-13-51 0,-5 2 0,-33-78 0,-20-19-504,15 40-940,55 123-622,0-1 0,1 1 0,0 0 0,-1-17 0,2 17-2140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1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51 125 12089,'-2'-2'470,"0"1"-1,0-1 1,0 1 0,0-1-1,-1 1 1,1 0-1,0 0 1,-1 0 0,1 1-1,-1-1 1,1 1-1,-1-1 1,-4 1 0,-6-3 8465,36 7-8493,0-2-1,0-1 1,0 0 0,0-2-1,0-1 1,26-5-1,-12 2-129,254-29 867,275-30-2433,-537 61-309,49 3-1,-67 1-257,1 0 1,-1 1-1,19 6 1,-29-8 1666,-1 0-1,0 0 1,0 0 0,0 0 0,0 0 0,1 0-1,-1 0 1,0 0 0,0 0 0,0 0 0,0 0-1,1 0 1,-1 0 0,0 0 0,0 0 0,0 0-1,0 1 1,0-1 0,0 0 0,1 0-617,-1 1 617,0-1-1,0 0 1,0 0 0,0 0 0,1 0 0,-1 0-1,0 1 1,0-1 0,0 0 0,0 0 0,0 0-1,0 0 1,0 1 0,0-1 0,0 0 0,0 0-1,0 1 1,0 15-10749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1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274 0 15689,'-20'5'1269,"14"-4"-495,0 1 0,-1-1 0,1 0 1,-1-1-1,1 0 0,-13-1 0,17 2-552,0-1 0,0 0-1,0 1 1,0-1-1,0 1 1,0 0 0,0-1-1,0 1 1,1 0-1,-1 0 1,0 0-1,1 1 1,-1-1 0,0 0-1,1 0 1,-1 1-1,1-1 1,0 1 0,0 0-1,-1-1 1,1 1-1,-1 2 1,-23 47 4693,20-38-4537,-9 22-378,1 0 0,2 2 0,-9 49 0,-7 117 0,17-118 0,-4 110-5042,5-55-3953,0-55-6751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479 15 9473,'0'0'2559,"-3"-2"-106,3 2-2372,-2-2 777,0 1-1,0 0 1,0-1-1,0 1 1,0 0-1,0 0 1,0 0-1,0 0 0,0 1 1,-3-2-1,4 2-560,0 0 1,0 0-1,0 1 0,0-1 0,1 0 0,-1 0 0,0 0 0,0 1 0,0-1 0,1 0 0,-1 1 0,0-1 0,0 1 0,1-1 0,-1 1 0,0-1 0,0 2 0,-10 12-145,-4 21 1103,-20 61 0,3-4-495,-90 188-760,-33 87 0,140-327 0,2 1 0,3 0 0,0 1 0,3-1 0,-3 74 0,10-95 0,0-1 0,2 1 0,0-1 0,2 1 0,0-1 0,1 0 0,0-1 0,2 1 0,0-1 0,1 0 0,1-1 0,1 0 0,0 0 0,20 23 0,-15-23-140,2 1 1,0-2-1,1 0 0,1-2 1,0 0-1,1 0 1,0-2-1,28 12 0,-17-11-420,-1-2 0,2-1 0,-1-2 0,1 0 1,45 3-1,-7-7-1553,1-4 0,-1-2 0,0-3 0,137-29 0,-79 4-12489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78 109 15497,'-31'-24'3044,"23"18"-1203,-1 0 1,2-1 0,-12-11 0,18 16-1550,1 0 1,-1 0-1,1 0 1,-1-1 0,1 1-1,0 0 1,0 0-1,0-1 1,0 1-1,0 0 1,1 0-1,-1 0 1,1-1 0,1-3-1,-1 5-212,0 0 0,0 0 0,0 0 0,1 0 0,-1 0 0,0 1 0,1-1-1,-1 0 1,0 1 0,1-1 0,-1 1 0,1 0 0,-1-1 0,1 1 0,-1 0 0,1 0 0,-1 0 0,3 0-1,32 2 518,-29-1-534,14 3-43,0 0 1,0 1-1,0 1 1,0 1-1,-1 1 1,0 1 0,-1 0-1,0 2 1,0 0-1,-2 1 1,27 22-1,-30-21-16,1 0 0,-2 2-1,1 0 1,-2 0-1,0 1 1,-1 1-1,-1 0 1,-1 0 0,0 1-1,-1 0 1,-1 0-1,10 39 1,-12-28-4,-2 1 0,-1 0 0,-1 0 0,-1 0 0,-2 0 0,-9 53 0,-2-25 0,-2 0 0,-32 77 0,46-133 0,-1 1 0,1-1 0,0 0 0,0 1 0,0-1 0,0 1 0,1 0 0,-1-1 0,1 1 0,0 0 0,-1-1 0,1 1 0,1 0 0,-1 4 0,1-7 0,0 0 0,-1 0 0,1 0 0,-1 0 0,1 0 0,0 0 0,-1 0 0,1 0 0,-1 0 0,1-1 0,0 1 0,-1 0 0,1 0 0,-1-1 0,1 1 0,-1 0 0,1-1 0,-1 1 0,1 0 0,-1-1 0,1 1 0,-1-1 0,1 1 0,-1-1 0,0 1 0,1-1 0,-1 1 0,0-1 0,1 1 0,-1-1 0,0 0 0,48-65 0,33-49 0,-39 48 0,63-106 0,-92 156 0,-6 16 0,-3 1 0,-3 0 0,0 0 0,1 0 0,-1 1 0,0-1 0,0 0 0,1 1 0,-1-1 0,0 1 0,0 0 0,0-1 0,0 1 0,0 0 0,0 0 0,0-1 0,0 1 0,0 0 0,0 0 0,0 0 0,0 0 0,-1 0 0,1 0 0,0 1 0,-1-1 0,1 0 0,-1 0 0,1 0 0,-1 1 0,1 0 0,21 56 0,-14-33 0,1-5-95,1 0-1,0 0 1,1-1 0,1-1-1,1 0 1,1 0 0,0-2 0,1 0-1,1 0 1,1-1 0,0-1-1,0-1 1,2-1 0,-1 0-1,2-1 1,-1-1 0,2-1-1,40 13 1,55 10-6724,-64-18-922,-1 0-5671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19998,'0'1'269,"-1"-1"1,0 0-1,0 0 1,0 1 0,1-1-1,-1 1 1,0-1-1,1 0 1,-1 1-1,0-1 1,1 1-1,-1 0 1,1-1 0,-1 1-1,0-1 1,1 1-1,0 0 1,-1 0-1,1-1 1,-1 1-1,1 0 1,0 0-1,-1-1 1,1 1 0,0 0-1,0 0 1,0 0-1,0-1 1,0 1-1,0 0 1,0 0-1,0 0 1,0 0 0,0-1-1,0 3 1,0 19 2795,-12 28-3065,-12 67 0,4 36 0,9-95-2241,9-51 1235,0 1 0,0 0 0,0-1 0,1 1 0,1 0 0,-1 0 0,1-1 0,0 1 0,1 0 0,0 0 0,0-1 0,3 9 0,14 23-13458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17 383 18242,'-16'-34'3108,"28"22"-152,-8-8-304,-1 3-535,16-3-437,6-6-348,4 4-652,9-4-680,9-3 0,14 1 0,15-1-1712,7 0-784,9-5-1073,3 6-3767,10-1-7334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165 157 13225,'-73'-32'3784,"8"2"3745,51 19-3734,5-4-2577,7 11-375,2 2-769,-1 1-1,1 0 0,0 0 1,-1 0-1,1-1 0,0 1 1,0 0-1,0 0 1,0-1-1,0 1 0,0 0 1,1 0-1,-1 0 0,0-1 1,1 1-1,-1 0 1,0 0-1,1 0 0,0 0 1,0-2-1,13-18 759,-11 19-832,-1 0 0,1 0 0,0 1 0,-1-1 0,1 1 0,0 0 0,0-1 0,0 1 0,0 1 0,0-1 0,0 0 0,0 1 0,0-1 0,1 1 0,-1 0 0,4 0 0,2 1 0,0 0 0,0 0 0,1 1 0,10 3 0,-10-2 0,1 1 0,-1 0 0,0 1 0,-1 0 0,1 1 0,-1 0 0,0 0 0,-1 1 0,0 0 0,0 1 0,10 11 0,-8-6 0,-1 0 0,-1 0 0,0 0 0,-1 1 0,0 0 0,-1 1 0,4 18 0,0 5 0,-3 1 0,-1 1 0,-2-1 0,-2 1 0,-4 54 0,-6-8 0,-24 113 0,22-149 0,1-8 0,5-27 0,1 1 0,1-1 0,-2 25 0,7-26 0,4-11 0,6-12 0,-11 7 0,13-10 0,0-1 0,0 0 0,23-30 0,35-55 0,-72 96 0,55-81 0,36-49 0,-85 122 0,-3 4 0,1 1 0,-1-1 0,1 1 0,0 0 0,9-7 0,-13 11 0,0 0 0,0 1 0,0-1 0,0 1 0,0-1 0,0 1 0,1 0 0,-1-1 0,0 1 0,0 0 0,0 0 0,0 0 0,1 0 0,-1 0 0,0 0 0,0 0 0,0 0 0,1 0 0,-1 0 0,0 1 0,0-1 0,0 0 0,0 1 0,0-1 0,0 1 0,0 0 0,0-1 0,0 1 0,0 0 0,0-1 0,0 1 0,0 0 0,0 0 0,-1 0 0,1 0 0,0 0 0,-1 0 0,1 0 0,0 0 0,0 1 0,8 16 0,0-1 0,13 37 0,-15-32 0,20 36 0,42 40 0,-58-82 0,-2-6-709,0 0-1,0-1 1,1 0 0,0-1 0,1 0-1,0 0 1,0-1 0,14 6-1,100 40-10582,-122-52 11019,39 16-11561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85 15749,'0'-3'274,"-1"1"0,1 0 0,0-1 0,-1 1-1,1 0 1,0-1 0,1 1 0,-1 0 0,0-1-1,1 1 1,-1 0 0,1-1 0,0 1 0,-1 0-1,1 0 1,0 0 0,1 0 0,-1 0 0,0 0-1,4-4 1,0 1 786,1 0 0,-1 1 0,1 0-1,1 0 1,9-5 0,-13 8-838,1 0-1,-1 1 1,1-1 0,-1 1 0,1 0 0,-1 0-1,1 0 1,-1 1 0,1-1 0,-1 1-1,1-1 1,-1 1 0,6 3 0,-3-1-94,-1 1 0,0-1 0,0 1 1,0 0-1,-1 1 0,0-1 0,1 1 0,3 6 1,-8-11-126,4 6 34,0 1-1,0-1 0,-1 1 1,0 0-1,-1 0 0,1 0 1,-1 0-1,0 0 1,-1 1-1,0-1 0,1 13 1,-2 3 33,-1-1 0,-5 34 0,-28 98-70,33-151 2,0 0 1,0 0-1,1 0 0,-1 0 0,1-1 1,0 1-1,-1 0 0,1 0 0,1 0 1,-1 0-1,0 0 0,1 0 0,0 0 1,1 5-1,-1-6 0,0-1 0,0 0-1,0 1 1,0-1 0,0 0 0,0 0 0,0 0 0,1 0 0,-1 0 0,0 0-1,1 0 1,-1-1 0,1 1 0,-1 0 0,1-1 0,-1 1 0,1-1-1,-1 1 1,4-1 0,5 0-44,1 0-1,-1 0 0,1-1 1,-1-1-1,0 0 1,14-5-1,-18 6-16,73-22-5264,132-58 1,-128 47-1811,4 7-4586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763 54 14793,'-49'-31'3001,"37"21"-2705,7-3 10891,16 21-9361,18 23-1479,-1 1 1,36 54-1,38 82 275,-71-112-622,-3 3 0,-2 0 0,-3 1 0,-2 2 0,-3 0 0,-3 1 0,-3 0 0,-2 1 0,1 71 0,-10-88 0,-2 0 0,-3 0 0,-1 0 0,-2 0 0,-2 0 0,-3-2 0,-1 1 0,-3-1 0,-1-1 0,-2-1 0,-2-1 0,-2 0 0,-32 43 0,17-36-973,-2-2 0,-2-2 1,-1-1-1,-3-2 0,-87 60 0,53-50-2728,-2-3 0,-177 74 0,98-61-9142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9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1 233 5557,'6'5'793,"5"5"-571,-3-8 9708,-10-1-9580,1 0 0,-1 1 0,0-1 0,1 0 0,-1 0 0,1 1 0,-1-1-1,1 1 1,0 0 0,-2 1 0,14 2-49,0 0-1,1 0 0,-1-2 1,1 1-1,0-1 1,21 2-1,83 1 713,-76-5-728,887-22 1740,-735 11-1829,1508-97-39,261-11-515,-670 72 172,-6 45 825,-971 11-67,379 63 0,-527-52-273,-116-16-181,-45-5-280,-1 0 0,0-1 1,1 0-1,-1 1 0,0-1 0,1-1 0,-1 1 1,0-1-1,0 1 0,0-1 0,0 0 1,0-1-1,6-4 0,-9 6 57,1 0-688,-2-1 574,0 0 1,0 0-1,1 1 0,-1-1 1,0 0-1,1 1 0,-1-1 1,1 0-1,-1 1 1,1-1-1,0 1 0,0-1 1,0 1-1,0-1 0,0 1 1,0 0-1,0-1 0,0 1 1,1 0-1,-1 0 1,0 0-1,1 0 0,2-1 1,2-2-478,1 1 0,0 1 0,0-1 0,10-1 0,16-7-2893,-14 3-185,3 2-1775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0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12 12057,'-2'-11'9760,"-10"18"1244,6-2-13044,5-4 2131,0 0 1,1 0-1,-1-1 0,0 1 1,1 0-1,-1 0 1,1 0-1,-1 0 0,1 0 1,-1 0-1,1 0 1,0 1-1,-1-1 0,1 0 1,0 0-1,0 0 1,0 2-1,-1 1 105,-12 52-485,1 1 0,3 0 0,3 0 0,2 1 0,2 0 0,9 77 0,18 24-5695,16-6-5615,-17-94 1567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0.7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9 15953,'-23'-9'8197,"17"26"-6241,3-3-567,-7 6-189,-5 20-256,2 0-176,-3 12-280,3 5-644,10 9-908,3 5-636,-3-5-929,0 5-1087,0 9-2681,9-2-5852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19 129 14297,'-14'-16'3790,"14"16"-3645,1 0 0,-1 0 1,0-1-1,0 1 0,0 0 1,0 0-1,1 0 0,-1 0 0,0 0 1,0-1-1,0 1 0,1 0 1,-1 0-1,0 0 0,0 0 1,0 0-1,1 0 0,-1 0 1,0 0-1,0 0 0,0 0 1,1 0-1,-1 0 0,0 0 1,0 0-1,1 0 0,-1 0 1,0 0-1,0 0 0,0 0 0,1 0 1,-1 1-1,0-1 0,0 0 1,0 0-1,1 0 0,-1 0 1,0 0-1,0 0 0,0 1 1,0-1-1,1 0 0,20 16 6572,-11 1-5002,-3 6-1715,-1 1 0,-1 0 0,-1 0 0,-1 0 0,-2 0 0,-1 40 0,-25 150 0,20-178 0,-14 47-382,14-63 208,0 0-1,1 0 1,1 0-1,0 0 1,1 26-1,3-43 144,-1-1-1,0 1 1,0-1 0,1 1-1,0-1 1,-1 1 0,1-1-1,0 1 1,0-1 0,0 0-1,1 0 1,1 4 0,-2-5 19,0 0 0,0 0 1,0 0-1,0-1 1,1 1-1,-1 0 1,0-1-1,0 1 1,0 0-1,1-1 1,-1 0-1,0 1 1,1-1-1,-1 0 1,0 1-1,1-1 1,-1 0-1,0 0 0,1 0 1,-1 0-1,0 0 1,1-1-1,-1 1 1,0 0-1,3-1 1,13-6 47,0 0-1,-1-2 1,1 0 0,-1 0-1,19-17 1,34-19 456,-31 27-305,0 0 1,2 3-1,73-20 0,128-10 490,-224 43-673,12-3-13,0 0-1,-1-2 1,1-1-1,-2-1 1,37-17-1,-54 20 10,0 1-1,0-1 1,-1-1-1,0 0 1,0-1-1,0 1 1,-1-1-1,0-1 0,0 0 1,-1 0-1,-1 0 1,1-1-1,-2 0 1,1 0-1,-1-1 1,5-16-1,-8 19 4,0 0 0,-1 0 0,0 0 1,-1 0-1,0 0 0,0 0 0,0-1 0,-1 1 0,0 0 0,-1 0 0,0 0 1,0 0-1,-1 1 0,0-1 0,0 0 0,-7-11 0,-8-10 1,-1 0 1,-38-42-1,34 42-4,2 2-983,-45-43-1,65 69 786,0 0 0,1 1 0,-1-1 0,0 0 0,0 1 0,1-1 0,-1 0 0,0 1 0,0-1 0,0 1 0,0-1 0,0 1 0,0 0 0,0-1 0,0 1 0,0 0 0,0 0 0,0 0 0,0 0 0,0 0 0,0 0 0,0 0 0,0 0 0,-1 0 0,0 1-617,1 0 0,-1 0 0,1 0 0,0 1 1,-1-1-1,1 0 0,0 1 0,0-1 0,0 0 0,0 1 0,0 0 1,-1 2-1,-11 19-11458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15 15169,'-7'-15'13463,"14"24"-10247,-3-2-3127,-1 0 1,0-1 0,-1 1 0,1 0-1,-1 0 1,-1 0 0,1 0 0,-1 1-1,0 13 1,1-1-68,18 242-3323,-5-41-2999,-9-177 3929,2 1 0,27 85 0,-20-84-10698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0 14913,'-15'9'3133,"-4"-1"2627,12 15-3156,4 0-411,-6 6-381,-4 22-300,6-5-672,-2 8-840,-4 1 0,1 5 0,-1 0 0,10 0-968,-4-3-2168,-5-6-1357,-1 6-2611,13 0-6978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10 283 16474,'-9'-37'6036,"21"23"-3304,1-4-579,9 4-473,26-9-344,-1 3-264,14-3-360,-4 1-508,13-7-516,12 9-616,7 0-632,3 3-316,10 3-497,-10 5-479,-3 6 8,-10 17-2997,-6 9-4988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165 286 11985,'-69'31'2400,"34"-34"465,0 3 7424,22-5-8505,0-1-368,36-11-296,24-9-464,4 3-476,19-2-628,12-4-672,17-5-588,9-3-777,9-6-987,1 6-3436,6 5-6662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5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0 176 13137,'2'-28'1550,"-2"23"-1122,0 0 1,0 0-1,1 1 1,-1-1-1,1 0 1,0 0-1,1 0 1,-1 1-1,1-1 1,3-7-1,-2 7-205,-1 1 0,1-1 0,1 0 0,-1 1 0,1-1 0,0 1-1,0 0 1,0 1 0,0-1 0,0 1 0,1-1 0,0 1-1,0 0 1,0 1 0,0 0 0,0-1 0,0 1 0,1 1-1,-1-1 1,7 0 0,26-5 223,0 2-1,1 1 0,-1 3 1,1 0-1,0 3 0,-1 1 1,59 13-1,-67-9-332,0 2-1,0 1 0,-1 1 1,0 1-1,-1 2 1,0 1-1,-2 1 1,38 29-1,-50-34-55,-2 1 0,1 1 0,-1 0 0,-1 0 0,0 1 0,-1 1 0,-1 0 0,0 0 0,-1 1 0,-1 0 0,0 0 0,-1 1 0,-1 0-1,-1 0 1,0 0 0,2 30 0,-4-7 128,-3 0 0,-1 0 0,-3 0 1,0-1-1,-3 1 0,-1-2 0,-2 1 0,-30 67 0,-7-3 554,-112 178 0,-70 66-739,215-325 0,1 0 0,-16 32 0,30-54 0,-1 1 0,1 0 0,0-1 0,-1 1 0,1 0 0,0-1 0,0 1 0,-1 0 0,1 0 0,0-1 0,0 1 0,0 0 0,0 0 0,0-1 0,0 1 0,0 0 0,0 0 0,0-1 0,0 1 0,1 0 0,-1 0 0,0-1 0,0 1 0,1 0 0,-1-1 0,0 1 0,1 0 0,-1-1 0,1 1 0,-1-1 0,1 1 0,0 0 0,26 7 0,-19-6 0,10 1 0,1-1 0,-1-1 0,0 0 0,0-2 0,28-3 0,94-24 0,-108 21 0,621-153-3392,107-24-3555,-614 154-376,-13 8-4798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6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1 249 12773,'31'13'5245,"-22"-8"-4251,1-1 0,0 0 0,0-1 0,18 3 0,74 10 1087,107 1 0,110-12-739,-236-4-1023,889-27 1160,6-39-895,-96 6-248,936-28-63,-916 48-14,-799 36-285,-36 1-373,91-12 0,-157 14 299,0 0-1,0 0 1,0 0 0,0 0-1,0 0 1,1 0 0,-1-1-1,0 1 1,0 0 0,0-1-1,0 1 1,0-1 0,0 1-1,0-1 1,0 1-1,-1-1 1,1 0 0,1-1-1,-15-5-1549,-38-2-1336,-55 5-7470,58 4-479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6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29 10597,'0'0'4772,"-1"-2"-2402,-14-24 6377,13 27-7410,0-1-1131,0 1-1,0-1 0,0 1 1,0 0-1,0 0 1,1 0-1,-1 0 0,0 0 1,1 0-1,-1 1 1,1-1-1,-1 0 0,1 1 1,-2 1-1,1 1 11,1 0-1,0 0 1,-1 0-1,1 0 1,1 0-1,-1 0 1,0 6-1,-36 404-76,39-210-3998,6-118-2600,31 134-1,-16-137-6545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7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14841,'-2'0'257,"1"0"0,0 0 0,0 0-1,-1 0 1,1 1 0,0-1 0,0 0-1,0 1 1,-1-1 0,1 1 0,0-1-1,0 1 1,0 0 0,0 0 0,0-1-1,0 1 1,0 0 0,0 0 0,0 0-1,0 0 1,1 0 0,-1 0 0,0 0-1,1 0 1,-1 0 0,1 0 0,-1 1-1,0 1 1,1 1 327,0 0 1,0 1-1,0-1 1,0 0-1,1 0 0,-1 1 1,2 3-1,1 8-479,13 74 3186,13 114-891,-15 350-2969,-17-316-4236,2-205 3630,2 65-3926,4-34-1168,4 10-5586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7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54 12177,'-4'-2'599,"-1"-1"-1,1 1 0,0 0 1,0-1-1,1 0 1,-1 0-1,1 0 0,-1-1 1,-5-6-1,4 4 511,4 5-865,0 0-1,0 0 0,0 0 0,-1 0 0,1 0 0,0 0 0,-1 0 1,1 0-1,-1 1 0,1-1 0,0 1 0,-1-1 0,0 1 1,1-1-1,-1 1 0,1 0 0,-1 0 0,1 0 0,-1 0 0,0 0 1,1 0-1,-1 0 0,1 0 0,-1 1 0,1-1 0,-1 1 0,1-1 1,-1 1-1,1-1 0,-1 1 0,-1 1 0,-1 1-54,0-1-1,1 1 1,0-1-1,-1 1 1,1 0 0,0 0-1,0 1 1,1-1-1,-1 0 1,-3 7-1,-5 15 81,1 1 0,2 1-1,0-1 1,2 2 0,0-1-1,2 0 1,-1 43 0,4-4-422,4 0 0,10 70 1,-12-126 88,15 77-665,-14-79 632,1 1 0,0 0 0,0-1 0,1 1 0,0-1 0,1 0 0,8 12 0,-10-18 86,0 1 0,0-1-1,0 1 1,0-1 0,1 0 0,-1 0 0,1-1 0,0 1-1,-1-1 1,1 1 0,0-1 0,0 0 0,-1-1 0,1 1-1,0-1 1,0 1 0,7-2 0,12 1-111,44-8 0,-23 2 62,13 3 116,170-15 573,-214 16-554,-1-1-1,0-1 1,0 0 0,0-1 0,0 0-1,-1 0 1,1-1 0,-2-1-1,1 0 1,-1 0 0,0-1 0,0-1-1,-1 0 1,0 0 0,11-15 0,-13 15 33,0-1 0,-1 0 0,-1 0 0,1 0 0,-2-1 0,0 1 0,0-1 0,0 0 0,-2 0 0,1-1 0,-1 1 0,-1 0 0,0-1 0,-1 1 0,0-1 0,-3-22 0,-7-1-12,-1 0 1,-1 0 0,-2 1 0,-35-63 0,-11-23-3624,43 88-1867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8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61 209 7053,'-4'-24'5233,"-11"-45"1,5 31-1430,-17-36 5355,26 71-7864,0 6-459,0 13-800,0 0 0,1 0 0,0 0 0,4 23 0,1 11-63,7 107 27,4 97 0,-3 206-253,-7-332-2003,-2-2-3913,-2-52-201,-1 28-8365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8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13 15045,'-9'-13'13147,"16"25"-11284,-1 3-1630,-1 0 0,0 0 1,-1 1-1,-1-1 0,0 1 0,1 24 0,-3 113 736,-1-89-858,-10 302-634,9-244-2999,-1 49-8368,5-72-1958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1100 251 2352,'0'0'3198,"0"-3"-3043,-8-20 71,7 20 203,-18-23-182,6 15-167,10 8-8,-28-15 83,-18-13 372,46 29-107,-1-1-151,-1 0-1,1 0 1,0-1 0,0 1 0,-6-8 0,9 10-221,1 0 1,-1-1 0,0 1 0,1-1 0,0 1 0,-1-1 0,1 1 0,0-1 0,0 0 0,0 1-1,0-1 1,0 1 0,0-1 0,0 0 0,0 1 0,1-1 0,-1 1 0,1-1 0,-1 1 0,1-1-1,-1 1 1,3-3 0,-2 2 39,18-7-88,11-2 23,-1 1-1,2 1 1,-1 1 0,1 2 0,0 1 0,1 2 0,-1 0 0,1 3-1,49 4 1,-75-3-20,1 1 0,-1 0 0,1 0 0,-1 1 0,0-1-1,0 1 1,0 1 0,0-1 0,-1 1 0,1 0 0,-1 0 0,0 1-1,0 0 1,-1-1 0,1 2 0,-1-1 0,0 0 0,0 1-1,-1 0 1,0 0 0,5 11 0,-1 2 18,0 0 0,-1 1 0,-1-1 0,-1 1 1,3 39-1,-5-21-21,-2-1 0,-1 0 0,-1 1 1,-3-1-1,-15 62 0,12-70 1,-2 0 0,-1-1 0,-1-1 0,-1 0 0,-2 0 1,-1-1-1,-29 37 0,-130 133 74,62-72-107,110-121 45,-7 8 5,0 1 1,1 0-1,0 0 0,-12 24 0,20-34-13,0 1-1,-1 0 0,1-1 0,0 1 0,1 0 0,-1 0 0,0-1 0,1 1 0,0 0 0,-1 0 0,1 0 0,0 0 0,0 0 0,1 0 0,-1-1 0,1 1 0,-1 0 0,1 0 0,0 0 0,0-1 0,0 1 1,1 0-1,-1-1 0,0 1 0,1-1 0,0 0 0,0 1 0,-1-1 0,1 0 0,0 0 0,1 0 0,2 2 0,11 7-9,1-1 0,0-1 0,1 0 0,0-1 0,1-1 0,0-1 0,0-1 0,21 4 0,163 16-226,-189-24 196,18 2-40,0-1-1,1-2 1,-1-2 0,0 0-1,38-9 1,-69 11 73,0 0 0,-1 0 1,1-1-1,0 1 0,-1 0 1,1-1-1,-1 1 0,1 0 1,0-1-1,-1 1 1,1 0-1,-1-1 0,1 1 1,-1-1-1,0 1 0,1-1 1,-1 1-1,1-1 0,-1 0 1,0 1-1,1-2 0,1-1-3,3-11-9,-5 11 16,-1 1 0,0-1-1,0 1 1,0 0 0,-1-1 0,1 1-1,0 0 1,-1-1 0,0 1 0,1 0-1,-1 0 1,0 1 0,0-1-1,0 0 1,0 1 0,0-1 0,-3-1-1,-41-19 85,44 21-50,-18-5 117,19 6-132,-1 0-1,1 0 1,-1-1-1,1 1 1,-1 0-1,1 1 1,-1-1 0,1 0-1,-1 0 1,1 1-1,-1-1 1,1 1-1,-1-1 1,1 1-1,-1-1 1,1 1-1,0 0 1,-1 0-1,-1 1 1,0 1 25,0 0 0,1 0 0,-1 0-1,0 0 1,1 1 0,0-1 0,-3 6 0,-2 7 172,0 1-1,-7 29 1,11-35-101,-76 232 1439,34-115-828,-29 143-1,55-175-447,5 0 0,-6 196 0,26-93-98,-3 220 61,-6-373-215,-2-1 1,-2-1-1,-1 1 0,-3-1 1,-2-1-1,-1 0 0,-3-1 0,-1 0 1,-29 48-1,29-62-12,-1 0 0,-1-1 0,-1 0 0,-2-2 0,0-1 1,-2-1-1,0-1 0,-1-1 0,-2-1 0,0-2 0,-1-1 0,0-1 0,-35 14 0,-14-4-150,-1-3 1,-1-4-1,0-3 0,-1-3 0,-122 2 1,176-13-1070,-16-1-793,42-1 1561,-1-1 0,0 1 0,0-1 0,0 0-1,0 1 1,1-1 0,-1 0 0,0 0 0,1 0-1,-4-3 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4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35 7045,'-38'-12'4040,"32"1"-3560,-4 0-192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8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413 220 9793,'-8'-21'1599,"0"-1"0,1 0 1,1-1-1,-3-23 0,7 34-274,0 7-807,0 0-1,1 1 1,-2-1 0,1 1 0,0-1-1,-1 1 1,0 0 0,0 0 0,0 0 0,-1 0-1,-4-4 1,-6-8 1336,12 14 188,-14 35 491,0-1-1888,-18 131-284,11-43-356,-47 171-5,-59 299 0,115-495 0,-4 135 0,18-169 0,2 0 0,3-1 0,18 83 0,-19-123 0,2 0 0,0 0 0,1 0 0,1-1 0,1 0 0,19 30 0,-24-44 0,0 0 0,0 0 0,0 0 0,1 0 0,0-1 0,0 0 0,0 0 0,0 0 0,1 0 0,-1-1 0,7 3 0,-7-5 0,-1 1 0,1-1 0,0 0 0,0 0 0,0-1 0,-1 1 0,1-1 0,0 0 0,0-1 0,0 1 0,0-1 0,0 0 0,-1 0 0,1 0 0,0-1 0,6-3 0,0 0 0,-1-1 0,0 0 0,0 0 0,0-2 0,-1 1 0,0-1 0,15-17 0,50-72 0,-31 38 0,-31 43 0,-3 3 0,1 1 0,0 0 0,0 1 0,14-11 0,-20 19 0,0 0 0,0 1 0,0-1 0,1 1 0,-1 0 0,0 0 0,1 0 0,0 1 0,-1 0 0,1-1 0,0 2 0,0-1 0,-1 1 0,1-1 0,0 1 0,0 0 0,8 2 0,-2 1 0,-1 0 0,1 0 0,-1 1 0,0 0 0,-1 1 0,1 0 0,-1 0 0,14 12 0,70 64 0,-41-33 0,-10-11 0,2-3 0,50 31 0,-78-55 0,1-1 0,1 0 0,-1-1 0,1-1 0,1-1 0,-1 0 0,1-2 0,0 0 0,29 2 0,-39-6 0,0 0 0,-1-1 0,1 0 0,0 0 0,-1-1 0,1 0 0,-1-1 0,0 0 0,1 0 0,-1-1 0,-1 0 0,1 0 0,-1 0 0,1-1 0,-1-1 0,-1 1 0,1-1 0,-1 0 0,0 0 0,0-1 0,-1 0 0,0 0 0,0 0 0,0-1 0,-1 0 0,-1 0 0,1 0 0,-1 0 0,0 0 0,-1 0 0,0-1 0,0 0 0,-1 1 0,0-1 0,-1 0 0,0 1 0,0-1 0,-1 0 0,-2-13 0,-2 2 0,-1 0 0,-1 1 0,-1-1 0,-1 2 0,0-1 0,-2 1 0,0 0 0,0 1 0,-2 1 0,-18-19 0,6 9 0,-1 1 0,-1 1 0,-2 1 0,0 2 0,-34-19 0,27 20-19,-58-23 1,80 37-76,0 1 0,-1 1 1,0 0-1,0 1 1,0 1-1,0 0 1,-21 1-1,31 1-539,0 0 0,0 1-1,0 0 1,0 0 0,0 1 0,0-1 0,0 1 0,1 0-1,-1 0 1,1 1 0,-1 0 0,1-1 0,0 1 0,-5 5-1,8-7 247,0-1-1,1 1 1,-1 0-1,0-1 1,1 1-1,-1 0 1,1 0-1,-1 0 0,1-1 1,-1 1-1,1 0 1,0 0-1,-1 0 1,1 0-1,0 0 1,0 0-1,0 0 1,-1 2-1,6 20-11748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169 339 11789,'-9'-6'963,"1"0"1,0 0-1,1 0 1,0-1-1,0 0 0,-7-9 1,11 13-543,1-1 0,-1 1 0,1-1 0,0 0 0,0 0 0,0 0 0,1 0 0,0-1 0,-1 1 1,2 0-1,-1-1 0,0 1 0,1 0 0,0-1 0,0 1 0,0-1 0,1-4 0,3-6-26,1 1 0,0 1-1,1-1 1,1 1 0,0 0-1,0 0 1,2 1 0,-1 0-1,2 0 1,-1 1 0,2 0-1,15-13 1,-22 21-338,1-1 0,0 0 1,1 1-1,-1 0 0,0 0 1,8-2-1,-11 4-45,0 0 0,1 1 0,-1 0 0,0-1 0,1 1 0,-1 0 0,1 0 0,-1 0 0,0 0 0,1 1 1,-1-1-1,1 1 0,-1-1 0,0 1 0,0 0 0,1 0 0,-1 0 0,0 0 0,0 0 0,2 2 0,6 4 23,-1 1 1,0 0-1,0 0 0,0 1 1,-2 0-1,1 0 1,-1 1-1,0 0 0,8 18 1,-7-12-8,-1 1-1,-1 1 1,-1-1 0,0 1 0,4 34 0,-7-23-1,-1 0 0,-1 1 1,-1-1-1,-2 0 0,-1 0 0,-1-1 1,-1 1-1,-11 27 0,7-30-7,-2 1 1,-1-2-1,0 0 0,-2 0 1,-33 40-1,-105 100-747,41-49-4027,97-97-997,34-39 137,1 0 1853,20-18-5433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 14581,'-5'5'549,"0"1"-1,0-1 0,1 1 0,-1 0 0,2 0 1,-1 1-1,0-1 0,1 1 0,1 0 0,-1-1 1,1 1-1,0 1 0,0-1 0,1 0 0,0 0 1,0 14-1,-27 225 8041,6-76-8272,-11 176-357,31-259-509,4 0-1,4 0 1,18 97-1,-11-148-3491,-10-32 2456,-1 0-1,1 0 0,0-1 1,1 1-1,-1-1 0,4 3 1,12 11-10860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35 15661,'-32'12'13014,"57"-12"-11998,26 0-140,9 0-464,17 0-584,11 0-936,24-6-600,-5-5-981,1-1-1047,4 4-2645,2-1-5820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0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816 1228 10817,'0'0'5630,"-9"-11"-2783,9 9-2779,-1 1 0,1 0 1,0 0-1,-1 0 0,1-1 1,0 1-1,0 0 1,-1-1-1,1 1 0,0 0 1,0 0-1,1-1 0,-1 1 1,0 0-1,0 0 0,1-1 1,-1 1-1,0 0 0,1 0 1,-1 0-1,1-1 0,0 1 1,-1 0-1,1 0 0,0 0 1,0 0-1,0 0 0,0 0 1,-1 1-1,3-2 0,35-29 664,-32 27-583,53-38 439,-2-2-1,93-94 1,-131 118-449,-1-1 1,-2-1-1,0 0 1,-1-1-1,-1-1 1,-1 0 0,-2-1-1,0-1 1,-2 1-1,11-45 1,-13 22 193,-2 0 0,-2 0 0,-2 0 0,-2-1 1,-2 1-1,-2 0 0,-15-60 0,14 82-38,-1 0 1,-1 1 0,-20-43-1,27 66-239,0 0 0,0-1-1,0 1 1,-1 1 0,1-1 0,0 0-1,-1 0 1,0 0 0,1 1 0,-1-1-1,0 1 1,-2-2 0,3 2-18,0 1 1,0-1-1,0 1 1,-1 0-1,1-1 1,0 1-1,0 0 1,0 0 0,0 0-1,0 0 1,-1 0-1,1 0 1,0 0-1,0 0 1,0 0-1,0 1 1,0-1-1,-2 1 1,0 0 45,0 1 0,0 0 1,1 0-1,-1 0 0,0 0 1,1 1-1,-1-1 0,1 1 1,0-1-1,0 1 1,0 0-1,0 0 0,-2 6 1,-6 15 20,1-1 0,1 2 1,1-1-1,-6 41 1,-5 108 57,17-161-162,-20 300-1,-68 585 0,-139 188 0,93-485 0,134-592 13,-1 0 0,1 0 0,0 0 0,1 11 0,0-19-15,0 1 0,0-1 0,0 0 0,0 1 0,0-1 0,0 0 0,0 1 0,0-1 0,1 1 0,-1-1 0,0 0 0,0 1 0,0-1 0,0 0 0,1 1 0,-1-1 0,0 0 0,0 1 0,1-1-1,-1 0 1,0 0 0,0 1 0,1-1 0,-1 0 0,0 0 0,1 1 0,-1-1 0,0 0 0,1 0 0,-1 0 0,1 0 0,0 0-15,1 0-1,-1-1 1,0 1-1,1-1 1,-1 1-1,0-1 1,0 0 0,0 1-1,0-1 1,0 0-1,1 0 1,-2 0-1,1 0 1,1-1 0,16-17-670,-2-1-1,-1-1 1,0 0 0,-1-1 0,-2 0 0,0-1 0,11-31 0,-12 24 383,-2 0-1,0-1 1,-3 0-1,0 0 1,2-54-1,-8 71 404,0 0-1,-2 0 1,1 0-1,-2 0 0,0 0 1,0 1-1,-2-1 1,1 1-1,-2 0 1,0 0-1,0 1 0,-16-24 1,5 15 224,-1 1 1,0 0-1,-1 1 1,-1 1-1,-42-29 1,-3 6 563,-2 4 0,-127-53 0,27 15 312,159 72-1159,0-2-1,1 1 1,-1-1 0,1 0-1,0 0 1,1-1 0,-1 0-1,-10-12 1,15 15-33,0-1-1,0 1 1,0-1 0,0 1-1,0-1 1,1 0 0,0 0-1,0 0 1,0 0 0,0 0-1,0 0 1,1 0 0,0 0 0,0 0-1,0 0 1,0 0 0,1 0-1,-1 0 1,1 0 0,0 0-1,2-5 1,3-3-26,0 0 1,0 0-1,1 1 1,0 0-1,1 0 0,1 1 1,0 0-1,0 1 1,1-1-1,0 2 0,16-12 1,15-8-228,78-38 0,5 7-688,238-77 1,147 6-694,-462 121 1419,1 2 1,1 2-1,92 2 0,-114 5 96,1-1 0,-1-2 0,0-1-1,1 0 1,-1-2 0,37-11 0,-47 8 161,-1 0 0,0-1 0,0-1 0,-1 0 0,0-2 0,21-18 0,-34 28 657,-5 0-628,-1 1 1,0-1 0,1 1 0,-1 0 0,0 0 0,1 1 0,-1-1 0,0 1 0,1 0 0,-1 0 0,1 0 0,-1 0-1,1 1 1,0-1 0,-1 1 0,1 0 0,0 0 0,0 0 0,0 0 0,1 1 0,-1-1 0,0 1 0,1 0 0,-3 3-1,-7 9 145,2 0-1,0 1 0,-12 24 0,21-37-169,-5 8-54,1 1 0,0-1 0,1 1 1,1 0-1,0 0 0,0 0 0,1 0 0,1 0 1,0 1-1,1-1 0,0 0 0,1 1 0,0-1 1,1 0-1,0 0 0,1 1 0,0-2 0,1 1 1,1 0-1,-1-1 0,2 0 0,0 0 0,0 0 1,1-1-1,0 0 0,1 0 0,0-1 0,0 0 1,1 0-1,1-1 0,-1 0 0,1-1 0,0 0 1,1-1-1,0 0 0,0 0 0,0-1 0,1 0 1,14 3-1,-14-5-105,1 0 0,-1-1 1,0 0-1,0-1 0,1 0 1,-1-1-1,1-1 0,-1 0 1,1 0-1,-1-1 0,16-5 1,-19 4 83,-1-1-1,1 1 1,-1-2 0,0 1 0,0-1 0,0 0 0,-1-1-1,0 1 1,0-2 0,0 1 0,-1-1 0,0 0 0,0 0-1,0-1 1,8-15 0,-5 1 432,0 0 0,-1 0 0,-1-1 0,6-36 0,-8 30 79,2 1 0,15-38 0,-16 54-489,-3 14 0,-3 14 0,0-13 0,-2 39 26,-9 47-1,-1 16-291,-1 10-5523,3-30-4974,4-33-2253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0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86 127 12809,'-32'5'2250,"26"-4"61,-7-38 4668,3 32-4962,-2 1-863,7-2 3078,3 4-4030,-1-3-5,1-19 365,4 10-508,-2 13-54,0 0 0,0 0 0,0 0 0,0 0 0,0 0 0,0 0 0,0 1 0,1-1 0,-1 0 0,0 0 0,1 0 0,-1 0 0,0 1 0,1-1 0,-1 0 0,1 0 0,-1 1 0,1-1 0,-1 0 0,1 1 0,0-1 0,-1 0 0,1 1 0,0-1 0,0 1 0,-1-1 0,1 1 0,0 0 0,0-1 0,0 1 0,1-1 0,1 0 0,23-11 0,-15 15 0,-6-1 0,3-1 0,0 1 0,0 0 0,-1 0 0,1 1 0,-1 0 0,0 0 0,0 1 0,0 0 0,0 0 0,-1 1 0,12 10 0,-9-6 0,0 1 0,-1 0 0,0 0 0,0 1 0,-1 0 0,9 20 0,-6-7 0,-1 0 0,-1 1 0,-1 0 0,-1 0 0,-1 0 0,2 49 0,-7-36 0,-2 1 0,-2 0 0,-12 54 0,16-107 0,7-24 0,7 4 0,1 1 0,1 1 0,2 0 0,1 1 0,2 1 0,0 1 0,2 1 0,2 1 0,0 1 0,2 1 0,0 1 0,58-38 0,-77 58 0,0 0 0,0 1 0,0-1 0,0 2 0,0-1 0,1 1 0,-1 0 0,1 1 0,-1 0 0,1 0 0,0 1 0,-1 0 0,15 2 0,-16-1 0,0 0 0,0 1 0,-1 0 0,1 0 0,-1 1 0,0 0 0,0 0 0,0 0 0,0 1 0,0 0 0,0 0 0,-1 0 0,0 1 0,0 0 0,0 0 0,-1 0 0,7 11 0,-1 0-36,-1 2-1,-1-1 1,0 1-1,-1 1 1,-1-1-1,3 21 1,13 118-736,-3-19-357,-4-40-4490,-8-29-5108,-1-15-554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27 12033,'-29'-22'2808,"24"18"2694,0 4-4896,1 1 1,0-1 0,-1 1 0,1 0 0,0 0 0,0 0 0,0 1 0,0-1 0,0 1 0,-4 2 0,0 1 3,1 0 1,0 1 0,0 0 0,-8 8 0,-3 7 220,0 0 0,-14 25 0,32-45-810,-18 29-1,2 2 0,1 0 0,2 1 0,1 1 0,1 0 0,2 0 0,2 1 0,-5 42 0,8-37-20,2 0 0,1 0 0,8 59 0,-4-74 0,1 0 0,1-1 0,2 1 0,0-1 0,2-1 0,19 40 0,-21-51-62,1 1 1,1-1-1,0 0 1,1-1-1,0 0 1,0-1-1,1 0 1,1-1-1,0 0 0,0 0 1,0-1-1,1-1 1,0 0-1,1-1 1,0-1-1,0 0 0,0 0 1,0-2-1,1 0 1,-1 0-1,1-1 1,0-1-1,-1-1 1,1 0-1,0-1 0,19-3 1,-10 0-326,-1-2 0,1 0 0,-1-2 0,0-1 0,-1 0 0,0-2 0,-1 0 0,0-2 0,0 0 0,30-28 0,-27 20 150,-2-2-1,-1 0 1,-1-2 0,-1 0-1,-1-1 1,-1-1-1,24-52 1,-15 22 250,-2-1 1,-4-1-1,27-122 1,-13-13 2277,-14 87 45,-20 104-1341,1 3-905,0 1 0,0-1-1,0 0 1,0 1 0,-1-1 0,1 1 0,0-1 0,0 1 0,0-1 0,-1 1 0,1 0-1,0-1 1,0 1 0,-1 0 0,1 0 0,-1-1 0,1 1 0,-1 0 0,1 0-1,-1 0 1,1 0 0,-1 1 0,8 22-42,-3 10-37,-2 0-1,-1 57 1,-1-16-16,1-38-59,3 99-3199,35 205 1,-36-295-7935,-1-23-800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0 123 13313,'46'-21'1862,"0"3"1,0 1-1,2 2 0,56-9 0,-35 12-880,1 4-1,94 0 0,-145 8-844,-1 1 0,1 1 1,-1 0-1,0 2 0,1 0 1,24 9-1,-35-10-43,0 0-1,0 1 1,-1 0 0,1 1-1,-1-1 1,0 1 0,0 1-1,-1-1 1,1 1-1,-1 1 1,0-1 0,-1 1-1,0 0 1,0 0 0,8 15-1,-2 8 44,0 1 0,-2 1 0,-2-1 0,5 38 0,9 40-5680,-20-105 5124,5 21-3357,0-8-1753,3 5-4932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77 10645,'-3'-45'5092,"3"30"-4059,3-2-389,10 32-1396,15 5-789,-15-9-459,0 9-1812,18 14-2513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80 12529,'-53'65'5061,"47"-58"-4325,0 0 0,1 1 0,1-1 1,-1 1-1,1 0 0,0 0 0,1 0 0,0 1 0,0-1 0,-2 18 0,3-7-234,2 0-1,1 0 1,0 0 0,1 1-1,1-1 1,1-1-1,1 1 1,0-1 0,10 21-1,-10-27-365,0 0 0,1 0 0,0 0 0,1-1 0,0 0 0,1 0 0,0-1 0,1 0 0,0 0 0,0-1 0,1-1 0,1 1-1,-1-1 1,15 7 0,-21-13-135,0 0 1,0 0-1,0 0 0,0 0 0,1-1 0,-1 0 0,1 0 0,-1 0 1,0-1-1,1 1 0,0-1 0,-1 0 0,1 0 0,-1-1 0,1 1 1,-1-1-1,0 0 0,1 0 0,-1-1 0,0 1 0,1-1 0,-1 0 1,0 0-1,0 0 0,-1-1 0,6-4 0,-4 2-1,0 0-1,0-1 1,-1 1 0,0-1-1,0 0 1,-1 0 0,0-1-1,0 1 1,0-1 0,-1 1-1,0-1 1,0 0-1,-1 0 1,1 0 0,-2 0-1,1-8 1,-1-6-109,-1 1-1,-1-1 1,0 0 0,-2 1-1,-1-1 1,0 1 0,-1 0-1,-2 0 1,0 1 0,-1 0 0,0 1-1,-20-28 1,14 25-113,0 1-1,-2 1 1,0 0 0,-1 1-1,-1 1 1,-1 0 0,-1 2-1,0 0 1,-42-21 0,59 34-191,1 1 1,-1-1 0,0 1-1,0 0 1,0 0 0,0 0-1,0 1 1,0 0 0,0-1-1,0 1 1,0 0 0,0 1-1,1-1 1,-1 1 0,-7 2-1,-11 11-7485,9 1-3745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46 11297,'-1'-1'256,"0"0"0,0-1 0,0 1 0,0 0 0,0 0 0,0-1-1,1 1 1,-1 0 0,0-1 0,1 1 0,0-1 0,-1 1 0,1-1 0,0 1 0,-1-1 0,1 1 0,0-1 0,0 1 0,0-1-1,1 1 1,-1-1 0,0 1 0,0-1 0,1 1 0,0-2 0,0-5 6469,0 26-5241,11 62-158,-8-59-1147,0 1 1,-2 0-1,0 32 0,-3-27-43,1 5 45,-2 1 0,-2 0 0,-13 56 0,16-86 1166,2-14-1202,1-1-1,0 0 1,1 1-1,0-1 1,0 1-1,1 0 1,11-21-1,-3 6-70,2 1 0,0 1 0,1 0 0,2 1 0,0 1 0,1 0 0,2 2 0,42-37 0,-52 49-48,1 0-1,1 1 1,0 0-1,0 0 0,0 1 1,0 1-1,1 0 1,0 1-1,0 0 1,1 1-1,-1 0 1,1 1-1,-1 1 1,1 0-1,0 1 1,-1 0-1,1 1 1,0 1-1,-1 0 1,20 6-1,-24-5-25,0 1 0,-1-1 0,1 2 0,-1-1 0,0 1 0,0 0 0,-1 1 0,0 0 0,14 13 0,-11-7 0,-1 0 0,1 1 0,-2 0 0,0 0 0,9 22 0,-5-5 0,-1 0 0,-2 1 0,-1 0 0,-1 1 0,2 38 0,-2 13-3347,-6 136-1,-10-158-598,2-7-4931,7-34-1388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2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12901,'29'-12'6221,"-42"1"-4565,4 2 3032,28 18-7384,0 0 144,-7 8-14682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3.3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12881,'41'-12'1768,"-9"4"-148,-4 2-175,-9 0-285,0-2 444,-6-1-1160,-3 4-600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3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0 149 13185,'7'-18'2060,"12"16"-155,-3-7 75,6 3-264,10-2-260,28-7-280,-3 4-236,16 2-384,13-2-736,6 2-252,0-5-540,3 3-624,1-1-620,-17 4-792,-12 2-1865,-10 12-3840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7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46 13097,'-29'-31'2586,"12"19"1549,-5 9-2396,17 3-750,4 2-698,-1-1-1,0 1 1,0-1 0,1 1-1,-1-1 1,1 1 0,-1 0-1,1 0 1,0 0 0,-1 0-1,1 0 1,0 0-1,0 0 1,0 3 0,-6 18 661,0 0 0,-5 42 0,3-11-271,-61 303-233,27-42-7722,38-262 5001,-3 35-4652,6-2-4510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7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69 12797,'-1'-1'125,"1"-1"0,-1 1 0,0 0 0,1-1 0,-1 1 0,1 0 0,0-1 0,0 1 0,-1 0 0,1-1 0,0 1 0,0-1 0,0 1 0,0-1 0,0 1 0,1 0 0,-1-1 0,0 1 0,1 0 0,-1-1 0,1 1 0,-1 0 0,1-1 0,0 1 0,-1 0 0,1 0 0,1-2 0,2 0 380,1-1-1,-1 1 1,1 0 0,0 0-1,-1 1 1,10-4 0,-9 4-307,-1 1-1,0 0 1,0 1 0,1-1 0,-1 1 0,0 0-1,1 0 1,-1 0 0,0 1 0,1 0 0,-1-1-1,0 1 1,0 1 0,7 2 0,5 2 256,0 1-1,22 15 1,5 5-123,-2 2 0,-1 2 0,-2 2-1,-1 1 1,-1 2 0,-3 1 0,0 2-1,31 50 1,-36-46-375,-1 1-1,-2 0 1,-2 2 0,-2 1-1,-2 1 1,-2 0 0,-2 1-1,-3 1 1,10 82 0,-17-91-67,-2-29 90,-1 0 0,-1 0-1,0 1 1,-1-1 0,0 1-1,-1-1 1,-2 13-1,-16 7 34,19-32-10,0 0-1,0 0 0,0 0 0,0 0 0,0 0 0,0 1 1,0-1-1,0 0 0,0 0 0,-1 0 0,1 0 0,0 0 1,0 0-1,0 0 0,0 0 0,0 1 0,0-1 0,0 0 0,-1 0 1,1 0-1,0 0 0,0 0 0,0 0 0,0 0 0,0 0 1,0 0-1,-1 0 0,1 0 0,0 0 0,0 0 0,0 0 1,0 0-1,0 0 0,-1 0 0,1 0 0,0 0 0,0 0 1,0 0-1,0 0 0,0 0 0,0 0 0,-1 0 0,1-1 0,0 1 1,0 0-1,0 0 0,0 0 0,0 0 0,0 0 0,0 0 1,0 0-1,0 0 0,-1-1 0,-5-4 34,0 0 0,0-1 0,0 1-1,0-1 1,1-1 0,0 1 0,1-1 0,-1 0-1,1 0 1,1 0 0,-1 0 0,1-1 0,0 0 0,1 1-1,0-1 1,0 0 0,1 0 0,-1-10 0,-1-13 24,2 1 0,2-1 1,6-50-1,0 30-44,2 0 0,3 1 0,1 1 0,3 0 0,2 1 0,36-71 0,-39 92-20,1 1 1,0 1-1,2 0 1,1 1-1,1 1 1,1 1-1,0 1 0,2 0 1,1 2-1,0 1 1,1 1-1,38-20 1,-52 32 20,0 0 0,1 0 1,-1 1-1,1 1 0,0 0 1,0 1-1,0 0 0,0 0 0,0 1 1,1 1-1,-1 0 0,0 1 0,0 0 1,0 1-1,0 0 0,0 1 1,0 1-1,0 0 0,-1 0 0,0 1 1,0 0-1,0 1 0,0 0 0,-1 1 1,0 0-1,-1 1 0,0 0 1,16 18-1,-13-11 41,0 1 1,-1 0-1,-1 1 0,-1 0 1,0 1-1,8 26 0,-6-10 48,-2 1-1,9 65 1,-11-8 48,-6 142-1,-2-195-148,0 491-4376,3-465 1834,3-1 1,24 107-1,-26-157 1185,1-1 1,1 1 0,8 15-1,23 30-7194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675 6 11893,'-2'1'205,"0"1"0,-1-1 0,1 0 0,-1 0 0,1-1 0,-1 1 0,0 0 0,1-1 0,-1 0 0,0 1 0,1-1 0,-1 0 0,0 0 0,1-1 0,-1 1 0,0 0 0,1-1 0,-1 0 0,1 1 0,-4-3 0,1 1 146,1 1 0,-1-1 0,0 1 0,0 0 0,0 0-1,0 1 1,0-1 0,0 1 0,0 0 0,0 0 0,0 1 0,0 0 0,0 0 0,0 0-1,-5 2 1,-7 3 458,1 1-1,-30 18 0,21-11-76,2-1-396,1 2 0,1 0 1,0 2-1,1 0 0,-20 22 0,-82 106 321,96-108-1302,2 2 1,1 0-1,-32 77 0,23-56-446,32-60 1071,1 0-1,0 0 1,0 0-1,0 0 1,0 0 0,0 0-1,0 0 1,0 0 0,0 0-1,0-1 1,0 1 0,0 0-1,0 0 1,0-1 0,-1 1-1,2-2 1,13-5 269,0-2 1,-2 0-1,1-1 1,-1 0-1,0-1 1,17-20-1,-16 17 182,1 0 0,-1 1 0,2 0-1,29-17 1,-37 25-332,0 2 1,0-1-1,0 1 0,0 1 0,1-1 1,-1 1-1,1 1 0,0 0 0,-1 0 1,1 0-1,15 2 0,-12 1-120,0 0 0,0 1 0,0 1 0,-1 0 0,1 0 0,-1 1 1,21 12-1,-3 2-1259,0 0-1,39 36 1,-29-19-2733,-2 3-3449,-12-10-2789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12 100 10841,'-2'-3'279,"0"0"-1,1-1 1,-1 1 0,1-1-1,0 1 1,0-1 0,1 0-1,-1 1 1,1-1 0,-1 0 0,1 0-1,0 1 1,2-9 0,-2 10-111,1 0 0,0 0 0,0-1-1,0 1 1,0 0 0,1 0 0,-1 0 0,1 0 0,-1 0 0,1 0 0,-1 1 0,1-1 0,0 1 0,0-1 0,0 1 0,0-1 0,0 1 0,0 0 0,0 0 0,1 0 0,-1 0 0,0 0 0,0 1 0,1-1 0,2 0 0,5 0 17,1 1 1,-1 0 0,1 0-1,0 1 1,-1 0 0,1 1-1,-1 0 1,0 1 0,0 0-1,14 6 1,-7-2-122,1 1 0,-1 0 0,-1 1 0,0 1 0,0 1 0,-1 0 0,0 1 0,-1 1 0,0 0 0,-1 1 0,-1 0 0,0 1 0,-1 0 0,-1 1 0,0 0 0,-1 1 0,0 0 1,-2 0-1,0 1 0,-1 0 0,-1 0 0,-1 1 0,4 27 0,-6-7-146,-1 1 1,-1 0-1,-3-1 1,-1 1 0,-2-1-1,-14 48 1,15-69 39,-1-1 0,-14 26 0,23-50 40,0 0 0,-1 0 0,0 0 0,2-9 0,4-16-8,67-143 4,-64 154 58,0 2 1,2-1 0,0 1 0,1 1 0,1 1-1,18-17 1,-32 32-40,1 0 0,0 1 1,0-1-1,0 1 0,0 0 0,0 0 0,0 0 1,0 0-1,0 0 0,0 0 0,0 0 0,1 0 1,-1 1-1,0 0 0,1-1 0,-1 1 0,0 0 0,1 0 1,-1 0-1,0 0 0,1 0 0,-1 1 0,0-1 1,0 1-1,1 0 0,-1-1 0,0 1 0,0 0 1,0 0-1,0 0 0,0 1 0,0-1 0,0 0 1,0 1-1,-1-1 0,4 4 0,14 24 174,23 46-1,-32-53-133,2-1-1,0-1 1,1 0 0,1 0-1,1-1 1,17 17-1,-26-31-42,0-1 0,0 0 0,0 0 0,0 0-1,1-1 1,0 0 0,0 0 0,0-1-1,0 0 1,0 0 0,0 0 0,0-1 0,1 0-1,-1-1 1,0 1 0,1-1 0,-1-1-1,0 0 1,1 0 0,-1 0 0,0-1 0,0 0-1,0 0 1,10-5 0,-1 0 3,-1 0 0,-1-1-1,1-1 1,-2 0 0,1-1 0,-1 0 0,0-1 0,-1-1-1,19-23 1,50-78 2027,-81 111-2002,1 1-1,0 0 1,0 0 0,0 0 0,0 0 0,0 0-1,0 0 1,0 0 0,1 0 0,-1 0 0,0 0 0,0 0-1,1 1 1,-1-1 0,2 0 0,-2 1-31,-1 0 1,1 0-1,-1 0 1,0 1-1,1-1 1,-1 0-1,1 0 0,-1 0 1,0 1-1,1-1 1,-1 0-1,1 1 1,-1-1-1,0 0 1,0 1-1,1-1 0,-1 0 1,0 1-1,0-1 1,1 0-1,-1 1 1,0-1-1,0 1 1,0-1-1,1 1 0,-1-1 1,0 1-1,0-1 1,0 0-1,0 2 1,1 5 17,-1 1 1,0-1-1,0 1 1,-2 10-1,2-13-18,-5 32-1098,1 1 0,3 0 0,3 48-1,7-36-3242,-3-22-1943,-3-2-2711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7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9885,'13'-11'2000,"-1"2"2484,1 27-5300,6 13-604,0-5-2652,10 2-3005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2 158 13029,'-1'-18'1723,"1"0"0,3-29-1,-2 33-157,-1-3 374,0 14-297,1 0-283,7-33 575,-7 36-1883,0-1 0,-1 1 0,1 0 0,0 0 0,0-1 0,0 1 0,0 0 0,0 0 0,0 0 0,-1 0 0,1 0 0,0 0 0,0 1 0,0-1 0,0 0 0,0 0 0,-1 1 0,1-1 0,0 0 0,0 1 1,1 0-1,-2-1 33,6 2 4,0 0 1,-1 1-1,1 0 1,-1 0-1,0 1 1,0-1 0,0 1-1,0 0 1,0 0-1,-1 1 1,0-1-1,0 1 1,6 10 0,2 5 26,0 1 0,10 28 0,-17-37-42,4 12-26,9 35 0,-13-38-146,2 0 0,15 36 1,-22-56 95,1 0 0,-1 0 1,1 0-1,0 0 0,0 0 1,-1 0-1,1 0 0,0 0 1,0-1-1,0 1 0,0 0 1,0-1-1,0 1 0,0-1 1,0 1-1,0-1 0,0 1 1,0-1-1,0 1 0,0-1 1,0 0-1,1 0 0,-1 0 1,0 0-1,0 0 0,0 0 1,0 0-1,1 0 0,-1 0 1,0 0-1,0-1 0,0 1 1,0 0-1,0-1 0,0 1 1,0-1-1,0 1 0,0-1 1,0 0-1,0 1 0,0-1 1,2-1-1,4-4 1,0 1-1,0-1 0,-1-1 1,7-7-1,77-107 47,-87 117-46,0 1 0,1-1 0,-1 1 0,1 0 0,0 0 0,0 0 0,0 1 0,0-1 0,0 1 0,1 0-1,-1 0 1,1 1 0,-1-1 0,1 1 0,0 0 0,0 0 0,-1 1 0,1-1 0,0 1 0,0 0 0,0 0 0,-1 1 0,1-1 0,0 1 0,0 0 0,5 2 0,8 4 2,0 0 0,0 0 0,-1 2 0,0 0 0,20 15 0,66 28 98,-96-53-65,3-4-5,0 0 0,0-1 1,0 0-1,0 0 0,-1-1 1,0-1-1,-1 1 0,1-1 1,12-18-1,-11 13 77,0 1 0,1 0 0,0 0 0,1 1 0,23-16 0,-30 23-92,1 1 0,0 0 1,0 0-1,0 1 0,0 0 0,0 0 0,1 0 0,-1 1 0,1 0 1,-1 0-1,1 0 0,0 1 0,-1 0 0,1 0 0,-1 1 1,1 0-1,10 3 0,0 2 3,1 1 0,-1 0 0,0 2 0,27 17 0,-23-13 15,1 0-1,25 10 0,-42-22-26,0 1 0,-1-1 0,1 0-1,0 0 1,0 0 0,0-1 0,0 1-1,0-1 1,0 0 0,-1-1 0,1 1 0,0-1-1,0 0 1,0-1 0,-1 1 0,7-3 0,3-3 28,0-1 0,-1 0 0,22-18 1,-22 16 199,0 0 1,1 1-1,17-9 1,-29 17-244,-1 0 1,0 1 0,0-1-1,1 1 1,-1-1 0,0 1 0,1-1-1,-1 1 1,1 0 0,-1-1-1,0 1 1,1 0 0,-1 0-1,1 0 1,-1 0 0,1 0 0,-1 1-1,0-1 1,1 0 0,-1 1-1,1-1 1,-1 1 0,0-1 0,1 1-1,-1-1 1,0 1 0,0 0-1,0 0 1,0 0 0,1 0-1,-1 0 1,0 0 0,0 0 0,-1 0-1,1 0 1,0 0 0,0 1-1,0-1 1,-1 0 0,1 0-1,-1 1 1,1-1 0,-1 1 0,0-1-1,1 0 1,-1 1 0,0-1-1,0 1 1,0 1 0,3 90-7059,1-66 846,-2-18 2369,1 8-7237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51 5509,'0'-40'1136,"3"29"152,16 14-1160,-3 3-548,-4 5-768,17 12-717,-4 5 341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0 207 6929,'1'-2'2232,"2"-3"-1372,0 0 1,0 0-1,0 0 0,0 1 1,1-1-1,4-3 1,51-40 2732,-21 18-2297,-24 19-905,1 0 0,0 1 0,0 0-1,1 1 1,24-9 0,-30 13-283,0 2 0,1 0-1,0 0 1,-1 1 0,1 0 0,0 0-1,0 1 1,0 1 0,21 2-1,-27-1-77,1 0 0,0 1 0,-1 0 0,0 0-1,1 0 1,-1 1 0,0 0 0,0 0-1,0 0 1,-1 1 0,7 5 0,-2 0 26,1 1 1,-2 0 0,12 17 0,19 34-22,-24-36-134,0-1 0,2-1-1,0 0 1,33 33 0,-47-54 92,0 0 1,0 0 0,0 1-1,-1 0 1,1-1 0,-1 1-1,0 0 1,0 0 0,0 0-1,0 1 1,-1-1-1,1 0 1,-1 1 0,0-1-1,0 1 1,0-1 0,0 1-1,0 0 1,-1-1-1,0 1 1,0 0 0,0-1-1,0 1 1,-1 0 0,1-1-1,-1 1 1,0-1-1,-2 7 1,-1 1-2,-1-1 1,-1 1-1,0-1 0,0 0 0,-14 16 1,-47 46-4,30-35 63,-2 1-64,28-29 11,0 0 0,1 1 0,1 1 0,0-1 0,0 2 0,-13 22-1,22-33 8,0 1 0,0-1-1,0 1 1,1-1 0,-1 0-1,0 1 1,1-1-1,-1 0 1,1 0 0,-1 1-1,1-1 1,0 0-1,-1 0 1,1 0 0,0 0-1,0 0 1,0 0 0,0 0-1,0 0 1,0 0-1,0 0 1,0 0 0,0-1-1,0 1 1,2 1-1,5-3-2,0 1-1,0-1 0,0 0 0,0-1 0,0 0 0,0 0 0,8-4 0,-2 2 1,52-19 92,97-49 0,-60 24-112,-74 35 16,0-1 0,-1-2 1,-1-1-1,28-22 1,-39 26-21,0-2 0,0 0 1,-2-1-1,0 0 0,0-1 1,20-37-1,-9 17-15,-19 28 36,-1 1 1,1-1-1,-1 1 0,-1-2 1,0 1-1,5-16 1,-6 11 190,-5 16 311,-5 26-128,5-4-591,1 0 1,2-1 0,2 24 0,-2-40-198,0 0 0,1-1 0,-1 1 0,1 0 0,0-1 0,1 0 1,0 0-1,0 0 0,0 0 0,1 0 0,-1 0 0,2-1 0,-1 1 0,0-1 0,8 6 0,19 10-5047,10 1-3240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0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156 117 12381,'-23'-5'2224,"-2"-1"-83,19-8-109,-1 2 512,-2-2-1636,-4 0-524,0 8-360,1 0-612,2-8-1036,-2 3-1120,-1 2-2505,0 3-4200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73 10405,'-7'-8'531,"-13"-14"3341,3-5 6130,14 27-9699,1-1 0,0 0 0,-1 1 0,1-1 0,0 1 0,-1 0 0,1 0 0,0 0 0,-1 0 0,1 0 0,0 1 0,-4 0 0,4 2-144,0 1 0,1-1 1,-1 1-1,1 0 0,0-1 1,0 1-1,0 0 1,0 0-1,1 0 0,-1 7 1,0 2 133,-10 80 105,4 0 0,6 100 0,33 185 380,-29-352-778,-2-12 0,0 0 0,2 1 0,0-1 0,0 0 0,8 19 0,-11-32 0,11 14 0,-9-15 0,-1 0 0,1 0 0,-1 0 0,0 0 0,1-1 0,-1 1 0,1 0 0,-1-1 0,0 1 0,1-1 0,-1 0 0,0 1 0,1-1 0,-1 0 0,0 0 0,2-2 0,20-17 0,-8 4 0,-1 0 0,-1-2 0,-1 1 0,19-35 0,-21 33 0,0 0 0,2 1 0,0 1 0,29-31 0,-29 37 0,1 1 0,0 0 0,1 0 0,0 1 0,1 1 0,0 1 0,0 0 0,0 1 0,1 0 0,0 1 0,0 1 0,1 1 0,-1 0 0,27 0 0,-4 3 0,0 2 0,1 1 0,-2 3 0,1 1 0,38 12 0,-61-15 0,14 5 0,0-2 0,0-1 0,1-1 0,36 1 0,-58-6 0,-1 0 0,0-1 0,1 0 0,-1-1 0,0 1 0,1-1 0,-1-1 0,0 0 0,0 0 0,-1 0 0,1-1 0,-1 0 0,0-1 0,0 0 0,0 0 0,0 0 0,-1-1 0,0 0 0,0 0 0,6-9 0,-3 1-41,0-1 1,-1 0-1,0 0 1,-2-1-1,0 0 0,0 0 1,-1-1-1,-1 1 1,-1-1-1,-1 0 0,0 0 1,-1 0-1,-1 0 0,0-1 1,-5-28-1,-1 13-184,-1 0-1,-1 0 1,-2 1-1,-1 1 1,-2-1-1,-1 2 1,-19-33-1,31 61-81,1 0 0,0 1 0,0-1 0,-1 0 0,1 0 0,-1 1 0,1-1 0,-1 1 0,0-1-1,0 1 1,0 0 0,0-1 0,-2 0 0,3 2-132,-1-1 1,0 1-1,1 0 0,-1 0 1,0 0-1,1 0 0,-1 0 0,0 0 1,1 0-1,-1 0 0,0 1 0,1-1 1,-1 0-1,1 1 0,-1 0 1,1-1-1,-1 1 0,1 0 0,-1 0 1,1 0-1,-1 0 0,1 0 1,0 0-1,0 0 0,0 0 0,0 0 1,-2 3-1,-22 26-10307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40 18410,'12'-40'3520,"-21"52"-236,-4-1-535,4 9-521,-1-3-436,-6 6-1008,-3 17-784,3-5 0,-6 5 0,0 2 0,-7 4 0,10 0-140,0-3-2508,-9-3 352,5 5-5817,11 1-8473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8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 14073,'-12'6'832,"0"1"0,1 1 1,0 0-1,0 1 0,1 0 0,0 1 0,1 0 0,0 0 0,0 1 0,-11 18 0,9-8-126,1 0 0,1 1 0,1 0 0,1 0 0,0 1 0,-3 29 0,-7 143 728,14-142-1108,4 74 148,1-48 25,2-81-358,15-9-11,0-2-1,-1 0 1,0 0-1,-1-2 1,0 0-1,14-19 1,-5 8 151,38-32 1,-30 34-261,0 2 0,2 1 0,0 1 1,1 2-1,1 2 0,1 1 1,0 2-1,1 2 0,0 2 0,0 1 1,74-4-1,-101 12-21,0 0 0,-1 1 0,1 0 0,0 1 0,-1 0 0,0 1 0,1 1 0,-1 0 0,0 0 0,-1 1 0,15 9 0,-21-11 0,0 0 0,-1 1 0,0 0 0,0-1 0,0 1 0,0 1 0,0-1 0,-1 0 0,0 1 0,0 0 0,0 0 0,-1 0 0,1 0 0,-1 0 0,-1 0 0,1 1 0,-1-1 0,1 1 0,-1-1 0,-1 1 0,1-1 0,-1 1 0,0-1 0,-1 1 0,1 0 0,-1-1 0,-2 10 0,-3 3-124,0 1 1,0-1-1,-2 0 0,-1-1 1,0 0-1,-1 0 1,0-1-1,-2 0 0,-22 24 1,2-7-670,-1-1-1,-73 52 1,44-44-3971,-133 63 1,138-75 272,-40 23-7658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2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64 118 14713,'-23'-29'5057,"8"18"-3165,-1-1 1160,19-5-3516,0 3-976,-9-6-1400,-4 6-3093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4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253 259 12405,'3'-21'685,"-2"8"-148,1-1 0,0 1 0,7-20 0,-6 26 203,-1 1 1,2-1-1,-1 1 1,1 0-1,8-10 0,-7 9-304,0 0-1,1 0 1,0 1-1,0 0 1,1 0-1,-1 0 0,1 1 1,1 0-1,-1 0 1,1 1-1,14-6 1,6 0 34,-1 2 1,2 0-1,-1 2 1,1 2 0,0 0-1,0 2 1,51 2 0,-62 1-356,0 1 0,0 1 0,0 1 0,0 0 0,-1 1 0,1 1 0,-1 0 0,-1 2 0,1 0 0,-1 1 0,0 0 0,-1 1 0,21 19 0,-27-21-87,-1 1 0,0 0 0,-1 1 0,0-1 0,0 2 0,-1-1 0,-1 1 0,0-1 0,0 1-1,-1 1 1,0-1 0,-1 1 0,0 0 0,-1-1 0,0 1 0,-1 0 0,-1 0 0,1 0 0,-3 16-1,-1-4 1,-1-1-1,-1 0 0,-1 0 0,-1 0 0,-1 0 0,-1-1 0,-1 0 0,-25 38 1,1-10 0,-2-3 1,-2-1 0,-2-1 0,-54 46 0,-197 143 39,128-109-61,101-77 8,-30 23 138,80-61 13,1 1 1,0 0-1,0 1 1,-15 23 0,26-35-153,-1 1-1,1 0 1,-1-1 0,1 1 0,-1-1 0,1 1 0,0 0 0,-1 0 0,1-1-1,0 1 1,0 0 0,0 0 0,-1-1 0,1 1 0,0 0 0,0 0 0,0-1 0,0 1-1,0 0 1,0 0 0,0-1 0,1 1 0,-1 0 0,0 0 0,0-1 0,0 1-1,1 0 1,-1 0 0,1 0 0,22 11 26,-21-11-37,11 4-2,1-1 0,0-1-1,1 0 1,-1-1 0,29 0 0,80-8-2,-85 3 1,589-75-1213,-427 49 510,188-34-3603,-131 15-1480,-133 27-960,-13 7-4283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4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55 543 18122,'-19'-3'945,"-16"-3"3784,46 4-1244,268-80 2001,313-39-5486,13 29 0,-531 82 0,1957-199 0,-1992 206-8,267-11-643,-235 14-14,0 3 1,86 15-1,-152-17-2647,-14 8-4733,3-3 4684,-20 10-9051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52 12133,'-7'-19'1074,"3"9"-1687,1 2 3606,-1-7 14074,8 44-17041,-1-1 1,-1 1-1,-1-1 1,-5 37-1,1 18-45,6 172 19,2-164-295,20 61-1548,-20-128-592,1-1-1,14 34 0,-9-27-3152,5 17-9162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18742,'0'0'8889,"3"23"-6729,0 0-392,-3 8-560,3 23-1208,-3-5 0,3 11 0,0 0 0,-3 3 0,7-3 0,2-3-2176,-2-3-1269,5 1-215,7 10-3256,0 4-6670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9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265 147 11441,'-2'1'229,"1"1"-1,0-1 1,-1 0-1,1 1 1,-1-1 0,0 0-1,1 0 1,-1 0-1,0 0 1,0 0 0,0 0-1,1-1 1,-1 1-1,0-1 1,0 1 0,0-1-1,0 0 1,0 1-1,0-1 1,0 0 0,-3-1-1,2 1 106,0 0 1,0 0-1,0 0 0,0 1 1,1-1-1,-1 1 0,0 0 1,0-1-1,1 1 0,-1 1 1,-4 1-1,-8 7 730,0 1 1,0 0-1,1 1 0,-14 16 1,18-17-790,0 2 1,0-1 0,2 1-1,0 1 1,0-1 0,1 1-1,1 1 1,-8 26 0,9-26-173,1 1 1,1 0-1,1-1 1,0 1-1,1 31 1,2-38-248,0 1-1,1-1 1,0 1 0,0-1-1,1 0 1,0 0 0,1 0-1,0 0 1,0-1 0,11 16 0,-4-7-312,2-2 1,-1 0 0,18 15 0,-30-30 446,1 1-1,0-1 0,-1 0 1,1 0-1,0 0 0,0 0 1,-1 1-1,1-1 0,0 0 1,0 0-1,-1-1 0,1 1 1,0 0-1,-1 0 0,1 0 1,0 0-1,0-1 0,-1 1 1,1 0-1,0 0 0,0-2 1,2 1 5,2 0 127,-1-1 0,1 0 0,-1 0 0,1 0 0,-1-1 0,0 1 0,0-1 0,0 0 0,0-1 0,3-2 0,-2 1 97,0 0 0,1 1 0,0 0 0,0 0 0,10-5 0,39-10 240,1 2 0,0 2 0,1 3 0,62-4 0,-39 5-207,96-26 0,-166 34-243,0 0 1,-1-1 0,1 0-1,-1 0 1,0-1 0,0 0-1,-1 0 1,0-1 0,0 0-1,0-1 1,0 0-1,-1 0 1,0 0 0,-1-1-1,0 0 1,0 0 0,-1-1-1,8-15 1,-11 19-2,-1 1-1,0-1 1,0 0 0,0 0-1,0 0 1,-1 0 0,0 0-1,0 0 1,0 0 0,0 0-1,-1 0 1,-2-8 0,0 0-14,-2 0-1,1 0 1,-9-16 0,-12-14-942,-1 1 1,-32-38 0,44 61-184,12 16 650,-30-34-2608,5 20-6104,9 13-2150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6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0 8453,'-3'1'3311,"-12"1"9094,3 1-6208,-1 1-4300,10-3-2075,0 0-1,1 0 1,-1 1 0,1-1-1,0 1 1,-1 0 0,1 0-1,0 0 1,-2 2 0,-5 7 2288,-5 11-2197,1 0 0,0 1 0,2 0 0,1 1 0,1 0 0,1 1 0,1 0 0,1 0 0,1 0 0,2 1 0,0 0 0,1 34 1,12 33-6701,4-32-2809,-2-21-2497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6.9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 18778,'0'0'6932,"19"3"-4311,0 0-397,-16 14-316,-3 0-1604,-6 12-304,-1 19 0,-2-5 0,-4 6 0,4 5 0,-1 0 0,4 3 0,-1 0 0,4-5-2876,0 5-1117,-6 9-3591,-1-9-7746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8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34 12821,'-2'0'269,"0"0"0,0 0-1,0 0 1,0 0 0,0-1-1,0 1 1,0-1 0,0 1 0,0-1-1,0 0 1,0 0 0,1 0 0,-1 0-1,0 0 1,1 0 0,-1 0-1,0 0 1,1-1 0,-1 1 0,1-1-1,0 1 1,0-1 0,-3-5 7064,83-1-5611,199 14-2421,-106 0-2184,-9-1-2519,-55 1-1360,-16 2-2565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8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42 352 12837,'-41'-20'12889,"72"3"-11409,30-9-327,5 3-201,17-3-364,9 3-504,16-5-716,6 2-620,4-5-473,-1-4-755,1 4-564,-10-3-3137,-10 2-5504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9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693 0 16534,'-32'2'2281,"17"-2"-1177,0 1 0,0 0 0,0 1 0,0 1 0,-15 5 0,27-7-896,-1 0 1,1 1 0,0-1-1,-1 1 1,1 0-1,0 0 1,0 0 0,1 0-1,-1 1 1,0-1-1,1 1 1,-1-1 0,1 1-1,0 0 1,0 0-1,0 0 1,0 1 0,1-1-1,-1 0 1,1 1-1,0-1 1,0 0-1,0 1 1,0 0 0,1-1-1,-1 6 1,1 2-98,0 0-1,1 0 1,1 0 0,0 0 0,0 0 0,1 0 0,1 0-1,-1-1 1,2 1 0,6 12 0,12 16 126,31 44 1,-49-76-236,223 294-2,65 99 0,-260-347 0,-3 0 0,-2 2 0,-2 1 0,-3 2 0,30 118 0,-45-139 0,-2 1 0,-2 0 0,-1 0 0,-2 1 0,-1-1 0,-3 0 0,-1 0 0,-1 0 0,-2 0 0,-22 64 0,14-63 4,-1-1 0,-3 0 0,-1-1 0,-1 0-1,-39 47 1,22-38-33,-2-2 0,-2-1 0,-58 45 0,-216 141-2717,218-170-472,-145 66-1,121-72-690,45-21-1928,3-4-4924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9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81 9665,'-4'-24'7591,"4"23"-7357,0-1-1,1 0 0,-2 1 1,1-1-1,0 1 0,0-1 1,0 0-1,-1 1 1,1-1-1,-1 1 0,1-1 1,-1 1-1,1-1 0,-1 1 1,0 0-1,0-1 1,0 1-1,0 0 0,0-1 1,0 1-1,0 0 0,0 0 1,-1 0-1,1 0 1,0 0-1,-1 0 0,1 0 1,0 1-1,-1-1 1,-2 0-1,-12-11 2985,9 7 192,-3 18-1762,7-5-1648,0-1 0,1 0 0,0 1 0,0 0 0,1-1 0,0 1 0,0 0 0,1 0 0,0 0 0,0-1 0,1 1 0,2 9 0,-1-3 0,55 893 0,-57-818-4934,13 97-1,-6-157-2480,-3-12-5084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4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184 12 13045,'-39'-10'2378,"31"8"2259,33 15-865,166 73 716,82 42-2285,-232-104-2030,0 1 0,-1 3-1,-2 0 1,-1 3 0,-1 1-1,42 49 1,-61-61-219,-1 2 0,-1 0-1,-1 0 1,-1 1 0,-1 1-1,-1 0 1,-1 1 0,-1 0 0,-2 1-1,0-1 1,-1 1 0,-2 1-1,1 27 1,-4-25-95,-2 0 0,0 0-1,-3-1 1,0 1 0,-1-1 0,-2 0-1,-14 36 1,6-27-115,-2 0 1,-1-2-1,-2 0 0,-40 52 1,1-16-187,-3-3 1,-4-2 0,-133 103 0,-27-5-12,97-73 388,-38 17 178,164-106-52,23-12 2,339-153-2,325-144-134,-264 132 559,-388 163-69,51-13-1,-70 22-194,0 0 1,0 2 0,0 0 0,0 0 0,0 1 0,24 3 0,-33-2-174,0 0-1,1 0 1,-1 0 0,0 1 0,0-1 0,0 1 0,-1 0 0,1 0 0,0 1-1,-1-1 1,1 1 0,-1 0 0,0 0 0,4 4 0,-3-2 88,1 1 1,-1 1-1,-1-1 1,1 1-1,-1-1 0,0 1 1,3 12-1,-1 3 151,0 0-1,-2 1 1,-1-1-1,-1 33 1,-1-33-398,0 15-1406,0-1 1,3 1 0,12 63 0,-13-91 280,8 24-4401,3-13-945,3-3-3579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13301,'22'-20'4553,"-3"14"-3681,3 3-608,4 12-776,12 11-1016,-7 0-553,11 2-2211,5 10-3301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54 631 12857,'-17'-37'1245,"8"20"983,1-2 0,-9-28-1,16 40-1714,0-1 0,1 0 0,0 1 0,0-1 0,1 0 0,-1 1 0,2-1 1,-1 0-1,1 1 0,0-1 0,5-10 0,7-15 1539,21-35 0,-30 59-1786,18-35 98,3 1 0,1 1-1,56-64 1,-78 100-364,1 0 0,0 1 0,0-1 0,0 2 0,0-1 0,1 1 0,0-1 0,0 2 0,0-1 0,0 1 0,1 0 0,0 1 0,-1 0 0,1 0 0,8-1 0,-5 3 0,-1 0 0,1 0 0,-1 1 0,0 0 0,0 1 0,0 0 0,0 1 0,0 0 0,0 0 0,14 8 0,-5-1 0,0 1 0,-1 1 0,0 1 0,-1 1 0,0 0 0,-1 1 0,-1 1 0,0 1 0,-1 0 0,14 23 0,-14-19 0,-2 2 0,0 0 0,-2 0 0,0 1 0,10 42 0,-17-51 0,0 0 0,-1 0 0,-1 1 0,0-1 0,-1 0 0,-1 1 0,0-1 0,-2 0 0,1 0 0,-9 26 0,3-20-7,0 0 0,-2 0 0,0-1 0,-2-1 0,0 0 0,-1 0 0,0-1 0,-2-1-1,0 0 1,-1-2 0,-1 1 0,0-2 0,-1 0 0,0-1 0,-1-1 0,-24 12 0,-55 22-2292,28-24-4992,46-21-201,-1-1-5089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15017,'-2'2'732,"1"0"0,-1 0 0,0 0-1,0 0 1,1 0 0,0 1 0,-1-1-1,1 1 1,-1 2 0,-5 27 2753,8 37-853,0-56-1741,8 175 810,7 91 22,3-38-4051,38 299-11956,-45-467 1113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0 312 12629,'13'-28'1958,"-12"26"-1804,-1 0-1,1 0 1,0-1 0,-1 1 0,1 0-1,0 0 1,1 0 0,-1 0-1,0 1 1,0-1 0,1 0 0,-1 0-1,1 1 1,0-1 0,-1 1 0,1-1-1,0 1 1,0 0 0,3-2 0,36-13 578,1 1 0,1 1-1,0 3 1,50-6 0,9-4-276,37-11 117,151-57 0,-207 59-23,-80 28-494,-6 4-6,-48 37-50,1 2 0,1 3 0,3 1 0,2 2 0,-66 92 0,108-137-5,1 0-1,-1 0 1,1 0 0,0 0-1,0 0 1,-1 0 0,1 1 0,1-1-1,-1 0 1,0 1 0,1-1 0,-1 1-1,1-1 1,-1 0 0,1 1-1,0-1 1,0 1 0,0-1 0,1 1-1,-1-1 1,1 1 0,0 2 0,0-4 12,1 1 0,-1-1 0,0 1 1,1-1-1,0 0 0,-1 0 1,1 0-1,0 0 0,-1 0 1,1 0-1,0 0 0,0 0 1,0-1-1,0 1 0,0-1 0,0 1 1,0-1-1,0 0 0,0 0 1,0 0-1,0 0 0,0 0 1,0 0-1,0-1 0,-1 1 1,4-1-1,14-3 410,-1-2-1,1 1 1,30-16 0,-32 14-62,0 0-1,0 0 1,0 2 0,0 0 0,25-3 0,-38 8-393,1 0 1,-1 0 0,1 0-1,-1 1 1,1-1 0,-1 1-1,0 0 1,1 0 0,-1 1-1,0-1 1,0 1 0,0 0-1,0 0 1,0 1 0,-1-1 0,1 1-1,0-1 1,-1 1 0,0 0-1,0 1 1,0-1 0,0 0-1,2 5 1,1 1-967,0 1 1,0-1-1,4 15 0,11 34-8690,-4-5-168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 11157,'0'1'478,"0"0"1,1 0-1,-1 0 1,0 0-1,0-1 0,0 1 1,0 0-1,0 0 1,0 0-1,-1 0 0,1 0 1,0 0-1,0 0 1,-1 0-1,1 0 1,-1 1-1,-11 10 1427,11-12-1883,0 1 0,-1 0 0,1 0 0,0 0 0,0 0 0,0 0 0,0 1 0,0-1 0,0 0-1,0 0 1,0 1 0,1-1 0,-1 0 0,0 1 0,1-1 0,-1 1 0,1-1 0,0 1 0,-1-1 0,1 1-1,0-1 1,0 3 0,-1 161 1571,-2-62-1053,2-94-296,0 1 0,0-1 0,-1 0 0,0 0 0,-1 0 0,-6 15 0,4-11 602,4-10-82,2-6-101,11-19-72,0 1-1,2 1 0,1 0 0,22-25 1,-17 23-310,0 1 0,2 1 0,38-29 0,-45 39-171,0 1 0,0 0 0,1 1-1,0 0 1,0 2 0,1 0-1,19-5 1,-30 11-110,0-1 0,1 1 0,-1 0 0,0 1 0,0-1 0,0 1 0,1 0 0,-1 1 0,0 0 0,0 0 0,-1 0 0,1 0 0,0 1 0,-1 0 0,0 0 0,1 1 0,-1 0 0,-1 0 0,1 0 0,0 0 0,-1 0 0,0 1 0,0 0 0,0 0 0,4 9 0,0 7-99,-1 0 0,-1 1 1,0 0-1,-2 0 0,-1 0 0,1 31 1,1-3-455,-2-20-1760,0 46 1,-4-58-18,-1-1 0,-4 20 0,1 1-4207,6-3-3850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2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0 11337,'-2'15'1710,"-4"-18"224,6 2-1771,-1 0 1,0 1 0,1-1 0,-1 1 0,0-1-1,1 1 1,-1-1 0,0 1 0,0-1 0,0 1-1,1 0 1,-1-1 0,0 1 0,0 0 0,0 0-1,0 0 1,-1-1 0,-2 3 182,1 0-1,0 0 1,-1 0-1,1 0 1,0 0-1,0 0 1,0 1-1,-4 4 1,-3 2 427,-2 1-89,1 1 0,0 0-1,1 1 1,0 0 0,1 1 0,1-1-1,-13 26 1,9-12-55,1 1 0,1 0 0,-7 35 0,13-38-428,0 1-1,2-1 0,2 1 1,0 0-1,1 0 1,1-1-1,2 1 1,8 34-1,-7-41-129,2-1 0,-1 1 0,2-1 0,0 0 0,1 0 0,13 17 0,-15-25-95,0 1-1,1-1 1,-1-1 0,2 0 0,-1 0 0,1 0 0,0-1 0,1-1-1,-1 1 1,2-2 0,11 6 0,-15-8-4,0 0 0,0 0 1,0-1-1,1 0 0,-1-1 0,1 1 0,0-1 1,-1-1-1,1 0 0,0 0 0,-1 0 1,1-1-1,-1 0 0,1-1 0,-1 1 1,1-1-1,-1-1 0,0 0 0,0 0 0,0 0 1,0-1-1,-1 0 0,1 0 0,-1 0 1,0-1-1,0 0 0,0 0 0,-1-1 1,0 0-1,0 1 0,6-11 0,5-11-86,0-1-1,-2 0 0,-1-1 1,-1-1-1,-2 0 0,10-43 1,-18 66 73,-1 3-31,-21 15-86,16-7 172,0 0-1,0 1 0,0-1 1,0 1-1,1 0 1,0 0-1,0 0 0,0 1 1,0-1-1,1 1 0,0-1 1,0 1-1,1 0 0,0 0 1,0 0-1,0 0 1,0 9-1,0 6 39,1 1 0,1 0 0,6 35 0,-6-50-161,0-1 1,1 1-1,0-1 0,0 0 1,0 0-1,1 0 0,0 0 0,0 0 1,0 0-1,1-1 0,0 1 1,0-1-1,1 0 0,-1-1 0,1 1 1,0-1-1,0 1 0,0-2 1,1 1-1,-1 0 0,1-1 1,0 0-1,0-1 0,12 4 0,7 1-2085,1-2 0,0-1-1,1-2 1,49 0-1,-45-2-914,47 3-7404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3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 13913,'3'-2'355,"0"0"-1,0-1 1,0 0-1,0 1 1,-1-1-1,1 0 1,-1 0-1,4-7 0,-3-9 3454,-8-5 5137,16 68-8217,-1 1 0,-3 1-1,3 71 1,-11-35-728,-20 137 0,-20 23 0,39-225 0,5-15 0,6-14 0,-8 10 0,14-20 0,2 1 0,0 0 0,1 1 0,0 1 0,2 1 0,0 1 0,2 0 0,-1 2 0,2 0 0,48-23 0,-34 24 0,1 0 0,0 3 0,72-12 0,-83 19 0,-1 2 0,0 1 0,1 1 0,-1 1 0,1 2 0,46 9 0,-65-10 0,0 1 0,0-1 0,0 1 0,-1 0 0,1 1 0,-1 0 0,0 0 0,0 1 0,0-1 0,-1 1 0,0 1 0,11 11 0,-15-15 0,-1 1 0,1-1 0,-1 1 0,0 0 0,0 0 0,0-1 0,0 1 0,-1 0 0,1 0 0,-1 0 0,1 0 0,-1 0 0,0 0 0,0 0 0,-1 0 0,1-1 0,-1 1 0,1 0 0,-1 0 0,0 0 0,0 0 0,0-1 0,-2 5 0,-1 1 0,0 0 0,-1-1 0,0 0 0,0 0 0,0 0 0,-10 9 0,-6 2-4,0-2 0,-1 0-1,-41 22 1,-78 30-53,91-45 23,-76 29-115,123-51 141,20-8 158,168-56-572,-38 16 195,-88 25 144,147-57-266,-163 59 392,0-2 1,63-41-1,-91 52 223,0-2 1,0 1-1,17-21 1,-32 33-267,0 0 0,-1 0 0,1 0 0,0 0 0,0 0 0,0 0 0,0 0 0,-1 0 0,1 0 0,0 0 0,0 0 0,0 0 0,0 0 0,0 0 0,-1 0 0,1 0 0,0-1 0,0 1 0,0 0 0,0 0 0,0 0 0,0 0 0,0 0 0,-1 0 0,1-1 0,0 1 0,0 0 0,0 0 0,0 0 0,0 0 0,0 0 0,0-1 0,0 1 0,0 0 0,0 0 0,0 0 0,0 0 0,0-1 0,0 1 0,0 0 0,0 0 0,0 0 0,0 0 0,0-1 0,0 1 0,0 0 0,0 0 0,0 0 0,0 0 0,0 0 0,1-1 0,-1 1 0,0 0 0,-14 5 0,4 1 0,0 0 0,1 1 0,0 1 0,0-1 0,1 1 0,0 1 0,0 0 0,1 0 0,0 0 0,0 1 0,1 0 0,1 0 0,-7 15 0,11-22 0,-1 0 0,1 0 0,0 0 0,0 0 0,1 0 0,-1 0 0,0 0 0,1 0 0,0 0 0,0 0 0,0 0 0,0 0 0,0 0 0,1 0 0,-1 0 0,1 0 0,0 0 0,0 0 0,0 0 0,0 0 0,0 0 0,1-1 0,-1 1 0,1 0 0,0-1 0,0 0 0,0 1 0,0-1 0,0 0 0,0 0 0,1 0 0,-1 0 0,1 0 0,-1-1 0,1 1 0,0-1 0,3 2 0,4 1 0,0-1 0,0 0 0,1-1 0,-1 0 0,1-1 0,0 0 0,-1 0 0,1-1 0,15-2 0,20-4-155,0-2 1,0-2-1,-1-3 0,0-1 0,43-20 1,-54 19 23,-2-2 0,0-1 0,-1-1 0,-1-2 0,-1-1 0,-1-2 0,26-26 0,-41 34 67,-1 0-1,0 0 0,-1-2 0,-1 1 0,-1-1 0,0-1 0,-2 0 0,0 0 0,-1 0 0,5-28 0,-2-5 538,-2 0 0,0-95 0,-12 119 437,2 18-670,-2-1-132,1 11-71,-3 12-57,6-10 16,-6 12 4,2 0 0,-1 1 0,-4 24 0,-5 22 0,3 0 0,-6 75 0,18-135 0,-2 32 16,1 1 0,6 49 0,-5-75-30,2 0 0,-1 0 0,1 0 0,0-1 0,0 1 0,1 0 0,0-1-1,1 0 1,0 1 0,0-1 0,0-1 0,1 1 0,0-1 0,0 0 0,0 0 0,7 6 0,-8-10-490,-1 0 0,1 1 1,0-2-1,0 1 0,0 0 0,0-1 0,0 1 0,0-1 0,0 0 0,0-1 0,0 1 0,6 0 0,29-5-9234,-3-6-3565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35 377 12413,'-29'0'2143,"23"0"1679,8-1-2285,14-8-1097,1 2 1,-1 0-1,1 1 0,0 0 1,1 1-1,29-3 0,-11 0-441,186-47-2038,121-23-4030,-318 75 5605,43-1 0,18 9 3290,-82-4-602,-2 0-1741,0 0-1,0 1 1,0-1 0,0 1 0,0-1-1,0 1 1,-1 0 0,1 0 0,2 3 0,-7 4 134,1 0 0,0 0 0,1 1 0,0-1 1,0 19-1,-1 15 282,-3 34-148,3-43-482,-6 39 0,7-63-237,0 0 1,1 0 0,0 0-1,0 0 1,1 0 0,1 0-1,0 0 1,0-1 0,4 10-1,-4-17-29,0-1-1,0 1 0,0-1 0,0 0 1,0 0-1,0 0 0,0 0 1,0 0-1,0-1 0,1 1 0,-1-1 1,0 1-1,1-1 0,3 0 0,7 0 1,1-1-1,-1 0 1,1-1-1,21-6 0,13-2 0,96-2-24,9-2 40,-130 11-12,0-2 1,-1-1-1,0-1 0,38-17 0,-47 18 1,-1-1-1,0-1 1,0 0-1,-1 0 0,1-1 1,17-19-1,-17 16 4,-7 6 0,1 1 1,-1-1-1,0 0 1,-1 0-1,1-1 1,-1 0-1,-1 1 0,1-1 1,-1 0-1,0-1 1,-1 1-1,0 0 1,0-1-1,0 0 1,-1 1-1,0-1 1,-1 0-1,0 0 1,-1-11-1,-2-3-405,-2 1 0,0-1-1,-2 1 1,-18-41 0,11 28-1068,-20-32-3698,19 39-2386,5 5-3716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0 279 8429,'34'-13'1519,"0"-1"-1,42-25 1,-25 12 283,-31 16-1172,-1-1-1,0-1 0,22-19 0,5-5 854,-43 35-915,-9-18 744,5 16-1072,-1 1 1,1 0-1,-1 0 1,0 0-1,0 0 1,0 0-1,0 0 1,-1 0-1,1 0 1,-1 1-1,1 0 1,-1-1-1,0 1 1,0 0-1,0 0 1,0 0-1,-1 1 1,-3-2-1,5 2-11,-1-1 0,0 1 0,0 0 0,0 0 0,-1 1 1,1-1-1,0 1 0,0-1 0,0 1 0,0 0 0,-1 0 0,1 0 0,0 1 0,0-1 0,0 1 0,0 0 0,0 0 0,0 0 1,0 0-1,0 0 0,0 1 0,-3 1 0,-5 8-10,1 0 0,0 1 1,0 0-1,2 1 0,-1 0 0,2 0 1,0 0-1,-11 28 0,-11 21 70,15-35-289,0 0 0,2 1 0,-14 49 0,23-70 0,1 1 0,0 0 0,1 0 0,0 1 0,0-1 0,1 0 0,0 0 0,1 0 0,0 1 0,0-1 0,0 0 0,1 0 0,0 0 0,1-1 0,0 1 0,0 0 0,0-1 0,8 11 0,-8-14 5,0-1 0,0 0 0,0 0 0,1 0 0,-1 0 0,1-1 0,0 1 0,0-1 0,0 0-1,0 0 1,0 0 0,8 2 0,-3-2-69,1 0 0,0 0-1,0-1 1,15 0 0,-6-1-759,0-2 0,-1 0 1,1-1-1,-1 0 0,1-2 1,-1 0-1,23-10 0,-7-2-3615,0 0-1,51-37 0,-38 21-5189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15 231 9781,'-2'4'548,"-11"7"13996,25-18-12252,0 1-1967,1 1-1,-1 1 1,1 0 0,0 0-1,24-2 1,11-4 153,16-4 45,-44 11-465,1-1 0,-1-1 0,0-1 0,-1-1 0,0 0 0,31-18-1,-49 25-63,0-1 0,-1 0 0,0 0-1,1 0 1,-1 0 0,0 0 0,1 0-1,-1 0 1,0 0 0,0 0 0,0 0-1,0 0 1,0 0 0,0 0-1,0 0 1,0 0 0,-1-1 0,1-1-10,0 1 10,0 0 1,0-1 0,-1 1 0,1-1-1,-1 1 1,0 0 0,0 0-1,1-1 1,-1 1 0,-1 0 0,1 0-1,0 0 1,0 0 0,-1 0-1,1 0 1,-1 0 0,0 1-1,0-1 1,-2-2 0,-46-29-48,34 24 42,11 6 44,0 0-1,0 0 0,0 1 1,-1 0-1,1 0 0,-1 0 1,1 1-1,-1 0 0,1 0 1,-1 0-1,0 1 0,0 0 1,1 0-1,-1 0 0,0 1 1,0 0-1,1 0 0,-1 0 1,0 1-1,-10 4 0,7-2 111,1 1-1,-1 0 1,1 1-1,0 0 1,0 0-1,0 1 1,1 0-1,0 0 1,0 0-1,1 1 1,-7 11-1,1 1-126,1 0 0,1 1 0,0 0 0,2 0 0,1 1 0,0 0 0,2 0 0,0 0 0,-2 37 0,7-48-16,0 0 1,1 0-1,0-1 0,0 1 1,1 0-1,0-1 0,1 1 1,1-1-1,7 18 0,-7-21 0,1 0-1,-1 0 1,1 0-1,0-1 1,1 0 0,0 0-1,0-1 1,0 1-1,0-1 1,1 0 0,0-1-1,0 0 1,0 0-1,11 4 1,0-2-395,0-1 1,0 0-1,1-2 1,0 0-1,-1-1 0,1 0 1,0-2-1,0 0 1,0-2-1,0 0 0,25-6 1,5-4-1101,-2-1 1,0-3-1,52-25 0,-60 22-2239,-1-2 0,61-46 0,-50 32-4133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5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60 9801,'-35'-24'2815,"16"0"6510,17 22-7538,-22-7 853,22 8-1738,-5 13 561,6-7-1350,0-1-1,0 0 1,0 1 0,1-1 0,-1 0 0,1 1 0,0-1 0,0 1 0,1-1 0,-1 1 0,2 4 0,1 19 235,-1 23-34,15 180 498,-17-229-805,0 0 1,0 0 0,0 0 0,1 0 0,-1 0 0,1 0-1,-1 0 1,1 0 0,0 0 0,0 0 0,0 0 0,0-1 0,0 1-1,0 0 1,0-1 0,1 1 0,-1-1 0,0 1 0,1-1-1,0 0 1,-1 1 0,1-1 0,0 0 0,-1 0 0,1 0 0,0 0-1,0-1 1,0 1 0,0 0 0,0-1 0,0 1 0,0-1-1,0 0 1,0 0 0,3 0 0,1 0 14,-1-1 1,0 0-1,0 0 0,1-1 1,-1 0-1,0 0 0,0 0 1,0 0-1,-1-1 0,1 1 1,-1-1-1,7-5 0,12-14 69,-2-1 1,36-46-1,-42 48-31,1 1-1,0 1 1,2 0 0,0 2 0,24-19 0,-37 33-60,-1 1 0,1 0 0,0-1 0,-1 1 0,1 1 0,0-1 0,0 1 0,1 0 0,-1 0 0,0 0 0,0 1 0,0 0 0,1 0 0,-1 0 0,0 1 0,0-1 0,0 1 0,1 0 0,-1 1 0,0-1 0,-1 1 0,1 0 0,0 1 0,0-1 0,-1 1 0,6 4 0,2 1 0,-1 1 0,0 0 0,0 1 0,-1 0 0,-1 0 0,0 1 0,0 1 0,12 21 0,80 174-277,-96-196-867,1 1 1,0-1-1,15 20 1,15 6-10647,-6-10-1352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5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75 12765,'-19'-18'4985,"16"4"-4193,-1-3-636,14 3-7381,3 2-1264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7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26 11037,'0'-1'260,"0"0"0,-1-1 0,1 1 0,-1-1 0,1 1 0,-1 0 0,0-1 0,1 1 0,-1 0 1,0 0-1,0-1 0,0 1 0,0 0 0,0 0 0,0 0 0,-2-1 0,-8-1 6801,8 6-3863,-3 13-1681,6-15-1244,-11 44 923,3 1 0,2 1-1,-1 80 1,4-52-719,-8 273-477,13-249 0,23 146 0,-8-163-2930,-11-62 531,1-1 0,0-1 1,2 1-1,11 19 0,2-3-12460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7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0 111 16950,'1'-5'457,"1"1"1,-1-1-1,1 1 1,0 0-1,0 0 1,1 0-1,-1 0 1,1 1-1,0-1 1,0 0-1,0 1 1,0 0-1,1 0 1,-1 0-1,1 0 1,0 1-1,0-1 1,6-2-1,2-1 67,-1 1 0,2 0-1,-1 1 1,1 0 0,17-2 0,-6 2 135,0 1 1,0 0 0,39 3 0,-46 2-510,0 0 1,0 2-1,0 0 0,0 0 0,-1 2 1,0 0-1,18 10 0,88 53-21,-108-59-128,-1-1 0,0 2 0,0-1-1,-1 2 1,-1 0 0,0 0 0,-1 1 0,0 0 0,-1 1 0,0 0-1,-1 1 1,-1 0 0,8 22 0,-6-15-121,-1 0-1,-2 0 1,0 1-1,-1 0 1,-2 0 0,0 1-1,-1-1 1,-1 0-1,-2 1 1,0-1 0,-2 1-1,0-1 1,-2 0-1,0 0 1,-1-1 0,-17 39-1,20-56 72,0 1 0,-1-2-1,1 1 1,-1 0 0,0-1-1,0 1 1,-8 5 0,7-5 10,4-5 34,0 1 0,-1-1 0,1 0 0,0 0 0,0 1 0,0-1 0,0 0 0,0 0-1,-1 0 1,1 0 0,0 0 0,0 0 0,0-1 0,0 1 0,-1 0 0,1-1-1,0 1 1,0 0 0,0-1 0,0 1 0,0-1 0,-1-1 0,-2 1-10,-2-3 16,1 1 0,-1 0-1,1-1 1,-1 0 0,1 0 0,1-1 0,-1 0 0,1 1 0,-1-1 0,1-1-1,1 1 1,-1-1 0,1 1 0,0-1 0,0 0 0,1 0 0,-1 0 0,1-1-1,1 1 1,-2-8 0,0-3 28,0 0 1,1-1-1,1 1 0,1-1 1,1 1-1,3-29 0,2 21-19,0 0 0,2 0-1,1 1 1,0 0 0,2 1-1,1 0 1,1 1 0,0 0-1,2 1 1,1 0 0,24-25 0,-22 28-7,1 0 0,0 1 0,1 1 0,1 1 1,0 0-1,1 2 0,1 1 0,0 0 1,0 2-1,1 1 0,36-9 0,-44 14 32,-1 2 0,1 0 0,1 0 0,-1 2 0,0 0 0,0 1 0,0 0 0,0 1 0,0 1 0,0 1 0,20 7 0,-26-7 26,1 1-1,-1 0 0,0 1 0,0 0 0,-1 0 0,0 1 0,0 0 0,0 1 0,-1 0 0,0 0 0,-1 1 0,0 0 0,0 1 0,-1-1 0,0 1 0,8 17 0,-3 3 50,-1 0 0,-1 0 0,-1 1 0,-2 0 0,-2 0 0,2 47 0,-16 189-44,-2-23-1936,13-239 1652,-1 21-931,1 0-1,9 44 1,-8-61 427,1-1 1,-1 0-1,1 0 0,1-1 0,5 10 0,-7-12-78,1-1 0,0 0 0,0-1 0,0 1 0,1 0 0,-1-1 0,1 0 0,0 0 0,0 0 0,5 2 0,30 13-10359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8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0 12125,'-17'0'1147,"1"1"0,-1 0 0,1 1 1,-1 1-1,1 0 0,0 2 0,-24 9 0,31-10-832,0 0 0,0 1-1,1 1 1,0-1 0,0 1 0,1 1 0,-1-1 0,1 1-1,1 1 1,-1-1 0,1 1 0,0 0 0,-8 18 0,3-4-95,1 2 0,1 0 1,1 0-1,-5 29 0,-9 100-1504,15-98 417,5-38 574,0-6-34,0 0 0,1 0 1,1 0-1,1 14 0,-1-24 322,1-1-1,0 1 1,0-1-1,0 1 1,0-1-1,0 1 1,0-1-1,0 1 1,0-1-1,0 0 1,0 1-1,0-1 1,0 0-1,0 0 1,0 0-1,0 0 1,0 0-1,0 0 1,0 0-1,0 0 1,2-1-1,-2 1 2,3-1 47,0 0 0,0 1 0,0-2 0,0 1 0,0 0 0,0-1 0,-1 0 0,1 0 0,0 0 0,-1 0 0,0 0 0,1-1 0,2-3 0,43-46 1884,-5 5 184,-37 41-1996,1 1 0,-1 0 0,1 0 0,0 1 0,0 0 0,0 0 0,1 1 0,-1 0-1,1 1 1,0 0 0,0 0 0,0 1 0,0 0 0,0 0 0,0 1 0,0 0 0,0 1 0,0 0 0,0 1 0,0-1 0,0 2 0,-1-1 0,1 1 0,-1 0 0,0 1 0,1 0 0,9 7 0,23 16-1616,34 22-3756,-28-8-5451,-17-9 691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8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1 189 11141,'1'-3'210,"0"1"1,0-1-1,1 1 1,-1 0-1,1-1 0,0 1 1,0 0-1,0 0 1,0 0-1,0 0 1,0 0-1,0 1 0,0-1 1,1 0-1,-1 1 1,1 0-1,-1 0 0,1 0 1,0 0-1,-1 0 1,1 0-1,0 1 1,0-1-1,-1 1 0,1 0 1,0-1-1,0 1 1,0 1-1,-1-1 0,1 0 1,0 1-1,0-1 1,-1 1-1,1 0 0,0 0 1,-1 0-1,1 0 1,3 3-1,6 2 5,-1 0 0,1 0-1,-1 1 1,0 1 0,-1 0 0,0 0 0,0 1-1,-1 0 1,0 1 0,-1 0 0,0 1-1,0-1 1,-1 1 0,9 20 0,-6-5 61,-1 0 0,-1 1 0,-2 0 0,0 0 0,-2 0 1,-1 0-1,-1 1 0,-2 0 0,0-1 0,-2 1 0,-1-1 1,-1 0-1,-1 1 0,-2-2 0,-13 38 0,11-29 1398,8-31-922,1-8-29,-1-8-499,0-1 1,2 0-1,-1 1 1,2-1-1,-1 1 0,2-1 1,7-23-1,2 0-78,26-50-1,-15 38-388,10-22-2087,2 2-1,64-90 1,-62 107 125,22-29-2514,-16 29-1179,1 9-3284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1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358 97 11241,'0'-4'456,"-1"-1"-1,0 1 1,0-1 0,0 1-1,0 0 1,-1-1 0,1 1-1,-1 0 1,0 0 0,-1 0-1,1 0 1,-1 1 0,0-1-1,0 1 1,0-1 0,0 1-1,0 0 1,-1 0-1,1 0 1,-1 1 0,0-1-1,0 1 1,0 0 0,0 0-1,0 0 1,0 1 0,-1-1-1,1 1 1,0 0 0,-9 0-1,8 0-256,-1 2-1,1-1 1,-1 1-1,1 0 1,-1 0-1,1 0 1,0 1-1,-1 0 1,1 0-1,-6 3 1,7-3-15,-4 2-56,0 0 0,1 1 1,0 0-1,0 0 0,0 0 0,1 1 1,0 0-1,-10 12 0,-38 60 381,38-52-457,7-13-231,1 1 1,0 0 0,-10 25-1,16-34 62,1-1-1,0 0 0,0 0 0,0 1 0,0-1 0,1 1 0,0-1 0,0 1 1,0-1-1,0 1 0,1-1 0,-1 1 0,1-1 0,0 0 0,1 1 1,-1-1-1,4 7 0,-4-10 88,0 1 0,0-1 0,0 0 0,0 1 0,0-1 0,0 0 0,0 0 0,0 0 0,1 0 0,-1 0 0,0 0 0,1 0 0,-1 0 0,1 0 0,-1-1 0,1 1 0,0-1 1,-1 1-1,1-1 0,-1 1 0,1-1 0,0 0 0,-1 0 0,1 0 0,0 0 0,-1 0 0,1 0 0,0-1 0,-1 1 0,1 0 0,-1-1 0,1 1 0,0-1 0,-1 0 0,1 1 0,-1-1 0,2-1 0,7-4 38,1 0-1,-1-1 0,-1 0 0,10-9 0,-9 7 65,-3 2 57,0 1 0,0-1 0,-1-1 0,7-10 0,-9 12-72,0 0 0,1 0 0,0 0 0,0 0 0,0 1 0,1 0 0,8-6 0,-12 10-49,1-1 0,0 1 0,-1 0 0,1 1 0,0-1 0,0 0 0,-1 1 0,1-1-1,0 1 1,0 0 0,0 0 0,0 0 0,0 0 0,0 1 0,-1-1 0,1 1 0,0-1-1,0 1 1,-1 0 0,1 0 0,0 1 0,-1-1 0,1 0 0,-1 1 0,1-1 0,-1 1 0,3 3-1,1 0-6,1 1 0,-1 0 0,-1 0 0,1 0 0,-1 1 0,0 0 0,-1 0 0,6 11 0,-3-1 8,-2-1 0,1 1 0,-2 1 0,-1-1 0,0 0 0,1 30 0,-4-14-12,0-1 1,-10 56 0,-2-25 135,-4 0 0,-2-1 0,-3-1 1,-3-1-1,-2-1 0,-3-1 0,-2-2 1,-3 0-1,-53 66 0,86-121-113,1 0 0,-1 0 0,0 0 0,0 0 0,1 0 0,-1 0 0,0-1 0,0 1 0,0 0 0,0 0 0,0-1 0,0 1 0,0 0 0,0-1 0,0 1 0,0-1 0,-1 0 0,1 1 0,0-1 0,0 0 0,0 0 0,-1 1 0,1-1-1,0 0 1,0 0 0,-1 0 0,1-1 0,0 1 0,0 0 0,0 0 0,-3-1 0,3 0-14,0 0 0,0 0 0,0 0 0,0 0-1,0 0 1,0 0 0,0 0 0,0 0 0,1-1 0,-1 1-1,0 0 1,1 0 0,-1-1 0,1 1 0,-1 0-1,1-1 1,0 1 0,-1 0 0,1-1 0,0 1 0,0-1-1,0 1 1,0 0 0,0-1 0,1-1 0,6-37 15,1 0 0,3 0 0,1 1 0,25-54 0,85-146-518,-72 149 278,-28 47 138,-4 6-27,3 1 0,27-38 1,-46 71 97,0 0 1,1 1-1,-1-1 0,1 1 1,-1-1-1,1 1 1,0 0-1,0 0 0,0 1 1,0-1-1,0 1 1,1-1-1,3 0 0,-6 2 10,-1 1-3,1 0-1,0 0 1,-1 0-1,1 1 1,0-1-1,-1 0 1,0 0-1,1 1 1,-1-1-1,0 0 1,0 1-1,0 2 1,1-4-4,1 24-529,0-1 1,-2 0 0,-3 38 0,-3-5-3873,1-9-3678,2-16-2186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7069,'0'0'4512,"6"17"-4968,4 3-904,-4-9-1532,4 4-997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22 12137,'11'-6'1383,"-11"1"-225,-1-4 9401,-25 31-8351,25-19-2136,1 0 1,0 0 0,0 0-1,1 0 1,-1 0 0,1-1-1,-1 1 1,1 0 0,0 0-1,0 0 1,3 4 0,5 21 231,63 227 749,-63-223-930,-8-28-29,1-6-61,3-3-36,-3 3 23,0 1 1,0-1 0,0 0-1,0 0 1,0 0-1,-1 0 1,1 0-1,-1 0 1,1 0-1,-1-1 1,0 1-1,0-1 1,0 1 0,0-1-1,0 1 1,-1-1-1,1-4 1,7-23 247,1 1 0,2 0 1,0 0-1,2 1 1,24-38-1,-28 51-209,1 0-1,0 1 1,1 1-1,14-14 1,-22 23-54,0 1-1,0 0 1,0 0 0,1 1 0,-1-1-1,1 1 1,-1 0 0,1 0-1,0 0 1,0 0 0,0 1 0,0-1-1,0 1 1,0 0 0,1 0-1,-1 1 1,0-1 0,0 1-1,1 0 1,-1 0 0,0 0 0,7 2-1,-4 1-22,-1 0 0,1 0 0,-1 1 0,0-1 0,0 2 0,0-1 0,0 1 0,-1-1-1,0 1 1,0 1 0,0-1 0,-1 1 0,0 0 0,0 0 0,0 0 0,4 10 0,5 13-859,-2 1 1,13 46-1,-16-45-300,15 70-4625,-14-56-3568,-6-23-662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0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322 740 8157,'13'-19'2397,"-13"18"-2073,-1 0 0,1 0 0,0-1-1,-1 1 1,1 0 0,-1 0-1,0 0 1,1 0 0,-1 0 0,0-1-1,1 1 1,-1 0 0,0 1 0,0-1-1,0 0 1,0 0 0,0 0 0,0 0-1,0 1 1,0-1 0,-1 0-1,1 1 1,0-1 0,-1 1 0,-7 0-133,0 1 1,0 0 0,0 0 0,0 1-1,1 1 1,-1-1 0,1 1 0,-1 1 0,1-1-1,0 2 1,1-1 0,-1 1 0,1 0-1,-1 0 1,2 1 0,-1 0 0,-7 9-1,10-11-139,-11 10 72,1 1 0,0 0 0,1 1 1,1 0-1,1 1 0,-13 23 0,12-13-54,3-9-182,1 0 1,0 0 0,-9 38 0,17-53 49,0 0 46,0 1 1,1-1 0,0 0 0,-1 0-1,1 0 1,0 0 0,3 6-1,-3-7-10,8-10 50,0-1 0,0 1 0,11-16 0,-12 14 16,0 0 1,1 1-1,15-12 0,-21 19-37,0 0 0,0 1 0,0 0-1,0 0 1,0 0 0,1 0 0,-1 0-1,0 1 1,0-1 0,1 1 0,-1 0 0,0 0-1,1 0 1,-1 0 0,0 1 0,1-1-1,-1 1 1,0 0 0,0 0 0,6 2-1,2 2-28,0 0-1,0 1 0,19 14 1,-27-18-39,1 1 0,-1-1-1,0 0 1,1 0 0,0 0 0,-1-1 0,1 1 0,0-1 0,0 0 0,0 0 0,0 0 0,0 0-1,0-1 1,0 0 0,0 0 0,4 0 0,-5-1 12,0 0 1,1 0-1,-1 0 0,0-1 0,-1 1 1,1-1-1,0 1 0,0-1 0,-1 0 1,1 0-1,-1-1 0,1 1 0,-1 0 1,0-1-1,0 1 0,0-1 1,0 0-1,-1 0 0,1 0 0,-1 0 1,2-4-1,5-13-99,-1-1 1,-1 0-1,0-1 1,3-37-1,1-96-184,-4 41 214,5-2 326,-5 0-1,-12-142 0,-1 182 654,7 71-449,-10 25 440,7-9-704,0 0 0,1 0 0,0 0 0,1 0 0,0 1 0,2 17 0,8 72 425,-7-85-522,32 205 51,-3-21-3548,-16-66-4459,-9-62-1353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0 13077,'-3'3'2282,"-3"1"-1454,4-3-604,0 0-1,1 0 0,-1 0 0,0 0 0,0 0 1,1 1-1,-1-1 0,1 1 0,-1-1 0,1 1 1,0 0-1,0-1 0,0 1 0,0 0 1,0 0-1,0 0 0,0 0 0,0 0 0,1 0 1,-1 0-1,1 0 0,-1 0 0,1 0 0,0 0 1,0 0-1,0 0 0,0 0 0,0 1 0,1-1 1,-1 0-1,1 3 0,88 595 9214,-52-276-9681,-30-285-2160,23 76-1,-11-65-2344,4-3-3585,-3-16-3313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38 11889,'0'-2'146,"0"1"0,0-1 0,0 1 0,0-1 0,0 1 0,1-1 0,-1 1 0,0-1 0,1 1 0,0-1 1,-1 1-1,1-1 0,0 1 0,-1 0 0,1 0 0,0-1 0,0 1 0,0 0 0,2-2 0,0 2 123,0 0 0,0 0 0,1 0 0,-1 1 0,0-1 0,0 1 0,0 0 0,0 0 0,4 0 0,25-1 1135,-26 0-1229,0 1 1,0 0-1,0-1 1,0 2-1,1-1 1,-1 1-1,0 0 0,0 0 1,0 1-1,0-1 1,0 1-1,0 1 0,-1-1 1,1 1-1,-1 0 1,8 6-1,-5-4-42,-1 1 1,0 1-1,0-1 0,0 1 1,6 10-1,-10-14-94,-1 1-1,0-1 0,0 1 1,0-1-1,-1 1 1,1 0-1,-1 0 1,0 0-1,0 0 1,0 0-1,-1 0 1,1 0-1,-1 0 1,0 1-1,0-1 1,-1 4-1,-2 4 20,0 0 1,-1 0-1,0-1 0,-1 1 1,-1-1-1,1 0 0,-2-1 1,-13 19-1,2-7 33,-1 0 0,-38 33 0,42-41-211,-108 88 502,98-83-1322,0-2 1,-1-1 0,-33 15 0,67-53-16720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16934,'-3'29'10183,"3"-26"-8714,-9 75 590,4 115 1,4-99-2429,1 6-4300,26 181 1,-23-263 2725,1-1 0,0 0 0,2-1 0,11 26 1,5 5-8359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14 9973,'0'0'68,"1"-1"1,-1 1-1,0 0 1,0-1-1,0 1 1,0 0-1,0-1 1,0 1-1,1 0 1,-1-1-1,0 1 0,0-1 1,0 1-1,0 0 1,0-1-1,0 1 1,0 0-1,-1-1 1,1 1-1,0-1 1,0 1-1,0 0 1,0-1-1,0 1 1,-1 0-1,1-1 0,0 1 1,0 0-1,0 0 1,-1-1-1,1 1 1,0 0-1,0-1 1,-1 1-1,1 0 1,0 0-1,-1 0 1,1-1-1,0 1 1,-1 0-1,1 0 0,0 0 1,-1 0-1,1 0 1,-1 0-1,1 0 1,0 0-1,-1 0 1,1 0-1,0 0 1,-1 0-1,1 0 1,0 0-1,-1 0 0,1 0 1,-1 0-1,1 0 1,0 0-1,-1 0 1,1 1-1,-32 16 4135,7-3-2444,10-7-1511,0 2 0,1-1 1,-1 2-1,2 0 1,-1 0-1,2 2 1,-1-1-1,1 2 1,1-1-1,1 2 1,-1-1-1,-10 22 1,4-9-166,3-6-114,-16 35-1,30-54 62,-1 0 0,1 0 0,0 0 0,0 0-1,-1 0 1,1 0 0,-1-1 0,1 1-1,-1 0 1,1 0 0,-1-1 0,1 1-1,-1 0 1,0 0 0,1-1 0,-1 1-1,0-1 1,1 1 0,-1-1 0,0 1 0,0-1-1,0 1 1,0-1 0,1 0 0,-1 1-1,0-1 1,0 0 0,0 0 0,0 0-1,0 0 1,-1 0 0,0 0 103,1-1 0,0 0 0,-1-1 0,1 1 0,0 0 0,-1 0-1,1 0 1,0-1 0,0 1 0,0-1 0,0 1 0,0-1 0,0-1 0,-1 0 882,1 0-696,0 0 0,1 1 0,-1-1-1,1 0 1,-1 0 0,1 0 0,0 0 0,0 0 0,1-3 0,21 21-327,-1 1 0,32 32 1,29 22-2798,-55-52-279,30 16 1,2 0-5638,-25-11-958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2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16 312 12813,'-3'-11'784,"-10"-23"9542,33 39-9243,-15-2-992,-1 0 0,1 0-1,0 1 1,-1-1 0,1 1 0,-1 0-1,0 0 1,0 1 0,-1-1 0,1 1-1,-1 0 1,3 6 0,14 17 104,-15-22-131,0 0 0,1 0 0,0 0 0,0 0 0,1-1 0,-1 0 0,15 7 0,-18-10-35,0-1 0,1 0 0,-1 0 0,1 0 0,-1-1 0,1 1-1,-1-1 1,1 0 0,-1 0 0,1 0 0,0 0 0,-1-1 0,1 0 0,-1 1 0,1-1-1,-1 0 1,0-1 0,1 1 0,-1 0 0,6-5 0,8-4 174,-1 1 67,1 0 1,25-10 0,-36 17-230,0 0 1,-1 0-1,1 1 1,0 0-1,1 0 1,-1 1-1,0-1 1,0 1-1,0 1 1,0-1-1,11 3 1,7 4 52,9 2-120,-1-1 1,1-2-1,0-1 1,38 1-1,-62-6 1,0 0 0,0-1 0,1 0-1,-1-1 1,0 0 0,0 0 0,-1 0-1,1-1 1,-1-1 0,1 0 0,-1 0-1,0 0 1,0-1 0,-1 0 0,1-1-1,-1 0 1,0 0 0,-1 0 0,1-1 0,5-8-1,4-10 114,-2 1-1,-1-2 1,0 0-1,-2 0 0,-1-1 1,-2-1-1,0 1 1,4-37-1,-3 35 4,-8 26-45,-4 4 0,0 1-41,0 0 0,0 1 0,0-1 0,0 1 0,0-1 0,0 1 0,1 0 0,0 0 0,-1 0 1,1 0-1,0 1 0,1-1 0,-1 0 0,1 1 0,-2 4 0,-2 7 2,2 1 0,-4 22 0,6-33-1,1-2-20,0 0 0,0-1 1,0 1-1,0 0 0,1 0 0,-1-1 1,1 1-1,-1 0 0,1-1 0,0 1 1,0 0-1,0-1 0,0 1 1,1-1-1,-1 1 0,4 3 0,-4-6 6,0 1 0,0-1-1,0 1 1,0-1-1,0 0 1,0 1-1,0-1 1,0 0 0,0 0-1,0 0 1,0 1-1,0-1 1,0 0 0,0 0-1,0-1 1,0 1-1,1 0 1,0-1 0,1 1-15,2 0 12,1-1 0,-1 0-1,0 0 1,1 0 0,-1-1-1,0 1 1,0-1-1,0 0 1,8-5 0,42-32 18,-28 19 171,-20 15-110,10-7 234,2 0 0,20-10 0,-32 19-222,-1 0 1,1 1-1,0 0 0,0 0 1,0 0-1,0 1 0,0 0 0,0 0 1,0 1-1,11 1 0,-10-1-14,0 2 0,0-1-1,-1 1 1,1 0 0,0 1 0,-1 0-1,1 0 1,-1 0 0,0 1 0,0 0 0,0 1-1,-1-1 1,1 1 0,-1 1 0,-1-1-1,1 1 1,-1 0 0,9 13 0,-2-2-2,-2 0 1,0 1-1,-1 1 0,-1-1 1,-1 1-1,0 1 1,-2-1-1,0 1 1,3 28-1,-6-30-293,-1 0 0,-1 0 0,0 1-1,-1-1 1,-1 0 0,-1 0 0,-1 0-1,0 0 1,-1-1 0,-14 31 0,15-41-136,0 0 0,-1 0 0,0 0 0,0-1 0,-1 0 0,0 0 0,0 0 0,0-1 0,-1 0 0,1 0 0,-1-1 0,0 1 0,-1-2-1,1 1 1,-15 4 0,-10 2-2623,-1-1 0,-52 6 0,66-11 1096,-74 8-8840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4848,'0'0'1127,"3"0"-146,61-7 2560,35 7-2506,-3 0-635,421-25 391,-212 8-642,186-7-325,849-38-617,2 38-215,-190 48-573,-661-1-1850,-314-14 532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50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1 832 5344,'40'-28'1108,"-32"22"-184,16-12 810,-1 12-1555,0 2 0,0 1 0,27 0 1,13-1 11,1006-135 433,-690 84-673,784-113 180,420-58-568,-525 90-3651,-766 101 873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51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19 641 5324,'-18'-61'5891,"17"59"-5034,1-18 659,10-32 1994,11 72-3252,10 43-189,-26-49-26,1 0 0,1 0 0,0-1 1,1 0-1,1-1 0,11 15 0,-14-21-6,0 0 0,0-1 0,0 1 1,1-1-1,-1 0 0,1-1 0,1 1 0,-1-2 0,0 1 1,1-1-1,0 0 0,0 0 0,0-1 0,0 0 0,0-1 1,0 1-1,1-2 0,-1 1 0,0-1 0,0 0 0,1-1 1,15-3-1,21-6-6,0-1 1,-1-3 0,-1-1-1,0-2 1,-1-2-1,-1-2 1,63-43 0,-45 22-681,-2-3 1,-2-2 0,-2-2 0,54-66 0,-63 60-2563,49-82 0,-32 42-2977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4:55.5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4441 373 24575,'-21'-1'0,"0"-2"0,0 0 0,-32-10 0,-10-2 0,-80-6 21,-268-4 0,-153 39-819,402-8 13,38-1 681,-1758 90-101,1833-91 205,-79 8 0,110-9 0,1 1 0,-1 1 0,1 0 0,1 1 0,-17 9 0,24-10 39,0 0 0,0 1-1,1 0 1,0 1 0,0 0-1,1 0 1,0 0 0,-7 10-1,-5 10 662,-19 34 0,17-26-598,-113 170-102,-64 107 0,172-263 0,2 0 0,2 2 0,2 1 0,-21 88 0,24-64 0,3-20 0,-11 98 0,24-136 0,0 1 0,1-1 0,1 1 0,1-1 0,1 0 0,0 0 0,2 0 0,0 0 0,11 26 0,19 26 0,59 83 0,-48-79 0,103 132 0,-14-22 0,-67-87 0,4-4 0,91 93 0,-117-139 0,3-2 0,2-2 0,1-3 0,3-2 0,1-2 0,115 54 0,-91-56 0,2-3 0,0-5 0,2-2 0,160 22 0,283-10 25,2-35-241,-345-3-151,50 1 253,328-4 116,-418-3-93,222-41 0,139-61-144,-390 83 222,1161-247-1586,-1204 259 1586,157-34-33,186-37 2520,-156 32-2446,332-115 0,-417 106-152,-3-8 1,286-164-1,-161 40 692,-249 162-537,47-35-1727,-4-4 0,-2-4 0,114-129 0,-186 186 2356,0 0-1,24-39 1,-34 48-252,-1 0 1,-1-1-1,0 1 0,0-1 0,-1 0 1,0 0-1,-1 0 0,2-19 1,-3-10-102,0 0 0,-3 0 1,-7-45-1,4 59-323,-1 0-1,-1 1 1,-1 0-1,-1 1 1,-24-46-1,-12-9 17,-4 2 0,-3 2 0,-3 2 0,-3 3 0,-4 2 0,-80-68 0,-106-40 0,146 109 0,52 36 0,-2 3 0,-64-26 0,-20-9 0,102 47 0,-1 1 0,-1 2 0,-1 2 0,-60-12 0,-156-10 0,226 30 0,-682-14 0,453 19 0,178 1 0,0 3 0,-94 19 0,-149 49 0,248-59 0,-82 6 0,-7 1 0,-271 57 0,111-38 0,160-36 0,10 0 0,126-2 0,0 0 0,0 2 0,-45 15 0,44-10 0,1-2 0,-2 0 0,1-2 0,-1 0 0,0-2 0,-37 0 0,-102-6-1365,143 1-5461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0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181 353 11933,'0'-25'504,"1"5"526,-1 0 1,0-1-1,-2 1 0,-1 0 1,0 0-1,-2 0 1,-8-24-1,-34-98 8904,32 163-8432,4 2-1424,0 1-1,2-1 1,1 2-1,1-1 1,-7 47-1,-6 137 104,17-167-176,-7 139-5,21 305 0,-4-422-208,3 0 1,34 117-1,-34-149 97,2 0 0,1 0 0,1-1 0,1-1 0,2-1 0,1 0 0,29 34 0,-33-47-29,1-1 0,0-1 0,1 0 0,0-1 1,1-1-1,1 0 0,24 11 0,-33-18 97,0 0-1,1 0 0,-1-1 1,0 0-1,1-1 0,0 0 0,0-1 1,-1 0-1,1 0 0,0-1 1,0 0-1,0-1 0,14-2 0,-13 0 17,0-1-1,0 0 0,0 0 1,0-1-1,-1-1 0,0 1 0,0-2 1,0 1-1,15-15 0,2-7 13,-2-1 0,-1-1 0,-1 0 0,-2-2 1,25-49-1,-40 69 1,1-1-1,1 1 1,0 1 0,17-19 0,-14 56-58,11 52 75,14 36 10,-30-98-9,1-1-1,1 0 0,0-1 0,1 1 1,16 18-1,-13-21 4,0 0 0,1 0 0,0-1 0,1-1 0,0 0 0,1-1 0,0-1 0,0 0 0,1-1 0,0 0 0,0-2 0,0 0 0,1 0 0,0-2 0,29 3 0,-20-4 57,1-1 0,-1-1 0,0-2 1,0 0-1,0-2 0,0-1 0,-1-1 0,0-1 0,43-19 0,-58 22 60,0-1 0,0 0 0,-1-1-1,1 0 1,-1-1 0,-1 0 0,0 0-1,0 0 1,0-1 0,9-12-1,-15 15-58,1 1-1,0-1 1,-1 1-1,0-1 1,0 0-1,0 0 1,-1 0-1,1 0 0,-1 0 1,0 0-1,-1-1 1,0 1-1,1 0 1,-1 0-1,-1-1 0,1 1 1,-1 0-1,0 0 1,0 0-1,-1 0 1,1 0-1,-1 0 1,-4-8-1,-5-5-58,0 0 1,-1 1-1,-1 0 1,0 1-1,-1 0 1,-1 1-1,0 1 1,-1 0-1,-23-14 1,-23-11-32,-87-42 1,84 47-33,40 21-408,-68-34-2596,31 26-5019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09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21 390 13677,'-1'-20'753,"1"9"-21,-1 0-1,0 0 0,0 0 0,-1 1 0,-5-17 1,5 21-233,0-1 1,1 0 0,0 1-1,0-1 1,1 0-1,0 1 1,0-1 0,1 0-1,-1 1 1,1-1 0,1 0-1,-1 1 1,1 0 0,3-8-1,-1 6-239,0 0 1,0 0-1,1 1 0,0 0 1,0 0-1,0 0 0,1 1 0,0-1 1,0 1-1,10-7 0,-12 11-211,-1 1-1,0-1 1,1 0-1,-1 1 0,1 0 1,-1-1-1,1 2 0,0-1 1,0 0-1,-1 1 1,1-1-1,0 1 0,0 0 1,-1 0-1,1 1 1,0-1-1,6 2 0,-2 0-8,-1 1 0,1-1 1,-1 1-1,0 1 0,1-1 0,-2 1 0,10 6 0,-1 4 5,-1-1 0,0 2 0,0-1-1,-2 2 1,0 0 0,-1 0 0,0 1 0,-2 1 0,0 0 0,13 36 0,-1 10 85,23 125-1,-7 77-72,-32-220 6,10 13 67,-14-55-95,3-6-4,7-5-7,0 0 0,0-1 1,-1-1-1,0 0 0,-1 0 1,1-1-1,-2 0 1,0-1-1,0 0 0,-1 0 1,8-16-1,9-22 89,25-72-1,-47 116-109,19-51-9,-2-1 0,-3-1 1,-2-1-1,-3 0 1,6-100-1,-17 146 7,-2-173-297,1 182 295,8 24 189,116 297 225,-80-220-233,-5 3 0,36 140 0,-69-210-662,-2 1 0,-1-1 0,-1 1 0,-2 0 0,-1-1 0,-6 32 0,8-57 64,-1 1-1,-1-1 1,1 0 0,-1 0 0,-4 10 0,-17 17-5736,15-47-11592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 14821,'-86'74'3189,"67"-34"-405,6 3-200,-6 9-396,0 5-427,3 8-349,1 7-256,-1 11-180,0 8-224,3 6-488,4 3-688,-7 0-1092,0 3-484,3-11-605,13 2-455,-3-17-452,3-14-2085,9 3-4592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0 456 12857,'9'-10'849,"0"1"1,0 0-1,1 1 0,0 0 0,1 1 1,0 0-1,0 1 0,13-6 0,16-5-356,44-11 0,-50 17 82,502-176-274,-251 75-1708,-259 96 1241,-16 7-60,-45 24 285,1 2 0,-50 33-1,-72 58 874,136-93-746,-35 26 685,53-40 31,-16-4 270,17 3-1134,0 0 1,1 0-1,-1 0 1,0 0 0,1 0-1,-1 0 1,0 0-1,0-1 1,1 1 0,-1 0-1,0-1 1,1 1 0,-1 0-1,1-1 1,-1 1-1,0-1 1,1 1 0,-1-1-1,1 1 1,-1-1-1,1 1 1,-1-1 0,1 0-1,0 1 1,-1-1-1,1 1 1,0-1 0,-1 0-1,1 0 1,0 1-1,0-1 1,0 0 0,0 1-1,-1-1 1,1 0 0,0 0-1,0 1 1,0-1-1,1 0 1,-1 0 0,0 1-1,0-1 1,0 0-1,1-1 1,-1 1-121,1-3-20,0 0 0,0 0 0,0 0 0,1 0 0,-1 1 0,1-1 0,0 0 1,0 1-1,0-1 0,1 1 0,-1 0 0,1 0 0,0 0 0,0 0 0,0 1 0,0-1 0,0 1 0,6-3 0,30-18-4000,-1 8-4026,-13 6-1178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13301,'3'-2'1926,"0"-1"-1624,0 1 0,0 0 0,0 0-1,0 0 1,0 0 0,0 1 0,0-1-1,1 1 1,-1 0 0,1 0 0,-1 0-1,1 1 1,-1-1 0,1 1 0,3-1-1,0 2 35,0-1 0,1 1-1,-1 0 1,0 1 0,0 0 0,-1 0-1,9 4 1,10 6 280,0 2 1,-2 0-1,25 20 1,-34-24-254,9 7-192,-1 1 0,-1 1-1,-1 1 1,-1 1 0,-1 1-1,0 0 1,-2 1 0,0 1 0,-2 1-1,18 40 1,-19-32-106,-2 0 0,-1 1 0,-1 1 1,-2-1-1,-1 1 0,-2 0 0,-2 1 0,-1 37 1,-3-58 35,0 0 1,-1 0 0,-1 0 0,-8 21 0,1 0 513,10-32-249,0-7-22,0-1-283,-1-1 1,1 1-1,0-1 1,1 1-1,-1-1 1,1 1-1,0-1 1,0 0-1,0 1 1,1-1 0,0 1-1,2-9 1,22-60 100,-13 44-60,8-20-877,2 0-1,40-65 0,-25 56-2037,3 3-1,2 1 1,59-57-1,-24 40-281,-53 52 3053,-1-2 0,-2 0 0,0-1 1,24-34-1,-32 39 1552,-9 16-32,-6 13-670,-13 29-321,-1-2-1,-2 0 1,-1-1-1,-30 43 1,6-10-210,-48 90 142,79-125-64,13-36-325,0 1-1,0-1 1,0 1 0,0-1 0,-1 0-1,1 1 1,0-1 0,0 0 0,0 0-1,0 1 1,0-1 0,1 0 0,-1 0-1,0 0 1,1-1 0,-1 1 13,7 0 58,0-1-1,-1 0 0,1-1 1,-1 0-1,1 0 0,-1-1 1,1 0-1,-1 0 1,0 0-1,-1-1 0,12-8 1,32-14 925,-34 19-564,0 1 0,1 1 0,0 1 0,20-3-1,-27 7-317,0-1 0,1 1-1,-1 1 1,0 0 0,0 1 0,1 0-1,-1 0 1,12 5 0,-11-3-108,1-2 0,-1 1 0,1-1 0,0-1 0,0 0 0,-1-1 0,1 0 0,0-1 0,0 0 0,-1-1 0,1 0 0,-1-1 0,1 0 0,-1-1 0,0 0 0,0-1 0,-1 0 0,13-9 0,17-12 141,-1-2 0,-2-1 0,43-45 0,-32 30 474,-44 41-603,1-2 27,0 0 0,0 1 0,1 0 0,0 0-1,6-4 1,-10 8-66,-1-1 0,0 1 0,1-1-1,-1 1 1,0-1 0,1 1-1,-1 0 1,1 0 0,-1-1 0,0 1-1,1 0 1,-1 0 0,1 1 0,-1-1-1,1 0 1,-1 0 0,0 1 0,1-1-1,-1 1 1,0-1 0,1 1-1,-1-1 1,0 1 0,0 0 0,1 0-1,-1-1 1,0 1 0,0 0 0,0 0-1,0 0 1,1 2 0,8 12-248,-1 0 1,-1 0-1,0 1 0,-1 1 1,-1-1-1,6 24 0,10 27-2642,1-17-293,-9-18-387,0 1-3739,-5-6-1630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5949,'25'-6'1124,"-6"20"-624,-3-2-344,0-4-680,3 4-1569,-3 8-35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9221,'2'-3'415,"-1"1"0,1-1 0,-1 0 1,1 0-1,-1 1 0,0-1 0,0 0 0,0 0 0,0 0 1,-1 0-1,1 0 0,-1 0 0,0 0 0,0 0 1,0-1-1,0 1 0,0 0 0,-1 0 0,0 0 0,1 0 1,-1 0-1,0 0 0,0 1 0,-1-1 0,1 0 1,0 0-1,-4-4 3726,26 15-2667,-14-4-1363,-1 0 0,1 0 0,-1 1 0,0-1 0,-1 2 0,1-1 0,-1 1 0,0-1 0,7 11 0,1 6 166,18 36-1,4 10-167,-12-28-258,23 35-271,-40-68 410,-1 0 1,1 0-1,0-1 0,0 1 1,1-1-1,-1-1 0,10 7 1,-13-12 53,0 1 1,0-1 0,0 0-1,0 0 1,0 0-1,0 0 1,0 0-1,0 0 1,1-1 0,-1 0-1,-1 0 1,5-1-1,-2 0 55,0-1-1,0 0 1,-1-1-1,1 1 1,-1-1-1,1 0 0,-1 0 1,0 0-1,4-7 1,31-47 562,-34 48-527,35-63 669,56-150-1,-54 117-203,-37 94-518,0 1-1,1-1 1,0 1 0,1 0-1,10-13 1,-15 22-51,1 3-28,1-1 0,-1 1 0,1 0 0,-1 0 0,0 0 0,0 0 0,1 1 0,-1-1 0,0 1 0,0 0 0,-1 0 0,1 0 0,0 0 0,0 0 0,-1 1 0,0-1 0,1 1 0,-1 0 0,0 0 0,0 0 0,0-1 0,-1 2 0,1-1 0,-1 0 0,2 5 0,2 7 12,0-1 0,-1 1-1,0 0 1,1 20 0,2 11-19,-3-18 52,2 49 0,-6-52-57,1-1 0,1 1 1,10 40-1,-9-52 11,1 0 0,0-1 0,2 1 0,-1-1 1,1-1-1,1 1 0,0-1 0,14 17 0,26 23-11,-25-28 1,-2 1-1,25 34 1,-44-55 15,1-1-1,-1 1 0,0 0 1,0 0-1,0-1 0,0 1 1,0 0-1,-1 0 1,1 0-1,-1 0 0,0 0 1,0 0-1,0 0 0,0 0 1,0 0-1,-1 0 0,1 0 1,-1-1-1,0 1 0,0 0 1,0 0-1,0 0 1,0-1-1,-1 1 0,-1 2 1,-6 8-227,0-1 1,-1-1 0,-1 0 0,-11 10 0,-12 14-2439,15-16 1011,15-16 814,1 0 0,-1 0 0,0 0-1,0-1 1,-1 1 0,1-1 0,-7 2 0,-7 4-5804,6 3-4191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14077,'-12'12'2056,"2"5"537,0 3-193,14 14-212,2 26-272,-3-6-300,-3 12-251,0 11-265,0 6-152,0 11-188,-6-2-264,3 8-780,6 0-976,-3 0-472,0-6-713,6-8-703,1-6-3529,5-12-6308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0 220 14529,'54'-46'2593,"-12"41"-289,2-7-540,-3 1-436,13-1-500,10 1-844,12-9-596,10-3-1056,3-8-916,6 5-2929,6 3-4456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851 585 7753,'-2'-6'200,"-8"-44"3709,-29-78-1,28 99-3118,-2-1-1,-1 2 1,-2 0-1,0 1 1,-2 0 0,-1 1-1,-1 2 1,-1 0-1,-1 1 1,-1 1 0,-1 1-1,-1 1 1,-34-20-1,52 35-690,-1 1-1,0 0 1,0 1-1,0 0 0,0 0 1,-1 0-1,1 1 0,-1 1 1,0-1-1,1 2 0,-1-1 1,0 1-1,0 0 0,-15 3 1,13 0-18,0 0 0,0 1 0,1 0 0,-1 0 0,1 1 0,0 1 0,1 0 0,-1 0 1,1 1-1,-10 9 0,-4 7 62,0 2 0,2 1 0,1 0 0,1 2 0,1 0 0,-24 54 0,29-53-73,1 0-1,2 1 0,0 1 0,3-1 0,0 1 0,2 1 1,2-1-1,-1 44 0,5-50-42,1 1 1,0 0 0,2-1-1,1 1 1,1-1-1,1-1 1,2 1-1,0-1 1,1 0-1,24 37 1,-9-25 0,1-1 0,2-2 1,1 0-1,47 39 0,146 102-219,-175-138 97,10 6-39,136 110-216,-173-134 308,0 1 1,-2 1-1,0 1 0,-1 0 1,-2 2-1,23 41 0,-32-52 30,-1 0-1,-1 1 1,0 0 0,-1 0-1,0 0 1,-1 0-1,0 1 1,-1-1 0,-1 0-1,0 1 1,-1-1 0,0 1-1,-1-1 1,-1 0-1,0 0 1,-1 0 0,0 0-1,-1-1 1,-9 19 0,-2-3 0,-2 0 0,0-1 0,-2-1 0,-1-1 0,0 0 1,-49 40-1,-61 38-483,-175 105 0,139-98-2623,156-102 3399,-19 12-5153,52-28-3993,25-18-499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10533,'0'0'2013,"-2"2"-97,-2 1-1552,3-2-216,0-1 0,0 0 0,1 1 0,-1-1 0,0 1 0,1-1 0,-1 1 0,0 0-1,1-1 1,-1 1 0,1 0 0,-1-1 0,1 1 0,-1 0 0,1 0 0,0-1 0,-1 1 0,1 0 0,0 0 0,0 0 0,-1-1 0,1 1 0,0 0 0,0 0 0,0 0 0,0 0 0,0 0 0,0-1 0,0 1 0,0 0 0,1 0 0,-1 0 0,0 0 0,1 1 0,13 31 1259,-1 1-1,9 41 1,8 22-565,-25-84-764,11 31 244,33 64 0,-42-96-294,0 0 1,0-1-1,1 0 0,1 0 1,0-1-1,1 0 0,-1 0 1,2-1-1,19 14 0,-26-21-38,0 0 0,0 0 0,1-1-1,-1 1 1,0-1 0,1 0 0,-1 0-1,1-1 1,0 1 0,-1-1 0,1 0-1,-1 0 1,6-1 0,-2 0-1,0-1 1,-1 1 0,1-2-1,-1 1 1,1-1-1,11-5 1,-7 0 3,0 0 1,0-1 0,-1 0-1,0-1 1,-1 0 0,11-15-1,52-73 120,-65 86-67,3-6 274,0-1 0,8-21 0,15-27 986,-32 64-1112,-1 29 108,2 1-429,1 1 0,1-1 1,1 0-1,17 42 0,-9-35-971,1 0 0,1-1 1,2-1-1,2 0 0,0-2 1,45 51-1,-55-71 617,10 11-3519,43 35-1,-10-26-4947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4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11 161 6709,'-1'0'68,"1"-1"1,-1 1-1,1 0 1,-1 0-1,1 0 1,-1-1-1,1 1 1,0 0 0,-1-1-1,1 1 1,-1-1-1,1 1 1,0 0-1,-1-1 1,1 1-1,0-1 1,-1 1 0,1-1-1,0 1 1,0-1-1,0 1 1,-1-1-1,1 1 1,0-1-1,0 1 1,0-1-1,0 1 1,0-1 0,0 1-1,0-1 1,0 1-1,0-1 1,0 1-1,1-2 1,0-8 5855,-3 157-1109,0 82-2831,5-182-1763,1 0 0,20 85-1,-22-123-189,1-1-1,0 1 1,1-1-1,0 0 1,0 0 0,1 0-1,0-1 1,10 12-1,-13-17-23,0 0-1,1 0 1,-1 0-1,1-1 1,-1 1-1,1-1 1,-1 0-1,1 0 1,0 0-1,0 0 1,0 0 0,0 0-1,0-1 1,-1 1-1,1-1 1,0 0-1,0 0 1,0 0-1,0-1 1,0 1-1,5-2 1,0 0 18,1 0 0,-1-1 0,1 0 0,-1 0 1,11-7-1,-9 4-24,0-2 1,0 1 0,-1-1 0,-1-1-1,1 1 1,-1-1 0,11-17 0,42-74-17,-57 93 16,8-18-1,0-1 1,-2 0-1,-1 0 0,9-45 1,9-111-31,-22 116-23,-6-121-1,1 187 52,0-1 1,0 0-1,0 0 1,0 0-1,0 0 0,0 0 1,0 1-1,0-1 1,0 0-1,0 0 0,-1 0 1,1 0-1,0 1 0,-1-1 1,1 0-1,0 0 1,-1 1-1,1-1 0,-2-1 1,-5 14-21,-2 38 21,8 14 8,4 0 0,12 73 0,-8-90-24,3-1 1,2 0-1,27 71 0,-35-108 9,0 0 0,0 0 0,1 0 0,0-1 0,7 9 0,-10-14 14,1-1 0,-1 1 0,1-1 0,-1 0 0,1 0 1,0 0-1,-1-1 0,1 1 0,0-1 0,0 1 0,0-1 0,1 0 0,-1 0 0,0-1 0,0 1 0,0 0 0,1-1 0,-1 0 0,6 0 0,4-2 62,-1-1-1,1 0 1,-1-1 0,0-1 0,0 1-1,-1-2 1,1 0 0,-1 0-1,16-12 1,39-20 581,-44 27-318,0 2-1,0 1 1,47-10-1,-58 16-246,0 0 0,0 1 0,0 1 1,0 0-1,0 0 0,0 1 0,0 1 0,0 0 0,0 0 0,-1 1 0,11 4 0,-7-1-31,0 1 0,-1 0 0,0 0 0,0 1 0,-1 1 0,0 0 0,0 1 1,-1 0-1,0 1 0,-1 0 0,-1 1 0,1 0 0,13 25 0,0 4-615,68 117-2408,-21-60-7765,-44-66 686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14341,'-5'5'419,"0"-1"0,1 1 0,-1 1 0,1-1 0,0 0 0,0 1 0,1 0 1,0 0-1,0 0 0,0 0 0,1 0 0,0 1 0,0-1 0,0 1 0,1 0 0,0-1 0,1 1 0,-1 0 0,1 0 0,0-1 0,1 1 0,1 9 0,23 211 5131,1 10-3917,-22-213-1733,35 223-2957,17-4-6254,-33-179 3176,4-6-3440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1 639 11205,'139'-41'5494,"65"-11"-2811,-90 24-2014,256-87 146,-292 83-702,-1-2 1,114-71 0,-121 56 541,117-109 0,-160 133-403,-27 25-248,0 0 0,1 0-1,-1 1 1,0-1-1,0 0 1,0 0 0,1 0-1,-1 0 1,0 0-1,0 0 1,0 0 0,1 0-1,-1 1 1,0-1-1,0 0 1,0 0 0,0 0-1,1 0 1,-1 0-1,0 1 1,0-1 0,0 0-1,0 0 1,0 0-1,0 1 1,0-1-1,0 0 1,0 0 0,1 0-1,-1 1 1,0-1-1,0 0 1,0 0 0,0 1-1,0-1 1,0 0-1,0 0 1,0 0 0,-1 1-1,1-1 1,0 0-1,0 0 1,0 0 0,0 1-1,0-1 1,0 0-1,0 0 1,-1 1 0,0 27 53,-9 40-7,-1-11-13,2 0 0,2 0 0,3 1 0,5 83-1,6-77-85,21 86 0,-28-147 45,1 1 1,0-1 0,0 0-1,0 1 1,0-1-1,0 0 1,1 0 0,-1 0-1,1 0 1,0 0-1,0-1 1,0 1 0,0 0-1,1-1 1,-1 0-1,0 1 1,1-1 0,0 0-1,0 0 1,-1 0-1,1-1 1,0 1 0,1-1-1,-1 0 1,0 1-1,0-2 1,0 1 0,1 0-1,-1 0 1,5-1-1,6 0 4,0-1-1,0-1 1,0-1-1,0 0 1,27-9-1,0 0-16,-15 6 21,-1 2 1,1 1-1,-1 1 0,1 1 1,0 1-1,0 2 1,0 0-1,-1 2 0,51 13 1,87 41-71,-24-9-202,-128-45 260,1-2-1,0 0 0,-1 0 0,1-1 0,0-1 1,0 0-1,0-1 0,0 0 0,-1 0 0,1-1 1,0-1-1,-1 0 0,0-1 0,1 0 0,-1-1 0,-1 0 1,1 0-1,-1-1 0,0-1 0,0 1 0,-1-2 1,0 1-1,0-1 0,-1-1 0,0 0 0,0 0 1,-1 0-1,0-1 0,-1 0 0,0 0 0,0-1 1,6-19-1,-11 27 8,-1 1 0,1 0 0,-1 0 0,0-1 0,0 1 1,0 0-1,0-1 0,0 1 0,-1 0 0,1-1 0,-1-2 0,0 1 8,0 1 6,-22 24-75,22-19 64,1 0-1,-1-1 1,1 1-1,-1 0 1,1 0-1,0 0 1,0 0-1,0 0 1,0 0-1,0-1 1,1 1-1,-1 0 1,0 0-1,1 0 1,-1 0-1,1-1 1,0 1-1,0 0 1,0 0-1,0-1 1,0 1-1,0-1 1,0 1-1,0-1 1,0 1-1,3 1 1,-1 0 0,0 0 0,0 0 0,0-1 0,0 1 0,1-1 0,-1 0 0,1 0 0,-1 0 0,1 0 0,0-1 0,-1 1 0,6 0 0,3-1-13,1-1 1,-1 0 0,0-1-1,0 0 1,0-1 0,0-1-1,0 0 1,0 0 0,-1-1-1,1-1 1,-1 0-1,18-10 1,-6 0-13,0-1 0,0 0-1,-2-2 1,30-30 0,-14 5 30,51-76 1,-36 45 126,-22 29 64,-23 33-21,0 0 1,1 1-1,0 0 0,1 0 1,0 1-1,20-17 0,-26 26-7,-1 0 0,1 1-1,-1-1 1,1 1 0,0 0-1,-1 0 1,1 0 0,0 0-1,-1 0 1,1 1 0,-1-1-1,1 1 1,-1-1 0,1 1-1,3 1 1,-5 0-91,1 0 1,0 0-1,-1 0 1,1-1-1,-1 2 0,0-1 1,0 0-1,1 0 0,-1 0 1,-1 0-1,1 1 0,0-1 1,0 4-1,6 38 638,-7-41-668,3 38 409,-4 51 0,1 34-2292,2-63-708,-2-21-2602,0-13-2270,2-14-1960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11841,'0'0'4204,"25"0"-2463,1 0-397,12 0-328,22 9-232,-3-6-332,10-1-364,0-2-624,6 0-684,12 0-700,-5 0-549,2-2-1983,-2 2-3437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133 201 6385,'0'-2'264,"0"0"0,-1-1 1,1 1-1,0 0 1,-1 0-1,1 0 1,-1 0-1,0 0 0,0 0 1,0 0-1,0 1 1,0-1-1,0 0 0,0 0 1,0 1-1,-1-1 1,1 1-1,-1-1 1,-1-1-1,-38-26 7035,7 7-4358,33 20-1885,-13 19 279,11-13-1235,1 1 0,-1-1 0,1 1 0,-1-1 0,1 1 0,1 0 0,-1 0 0,1 0 0,-1 0 0,1 0 0,1 0 0,-1 0 0,1 1 0,0-1 0,0 0 0,1 0 0,-1 0 0,1 0 0,0 0 0,1 0 0,3 10 0,0 1 25,2 1 0,0-1 0,1-1-1,1 0 1,14 21 0,-5-14-102,1-1 0,0-1 0,2-1-1,0-1 1,1 0 0,1-2 0,0-1 0,2 0 0,-1-2-1,1-1 1,1-1 0,0-1 0,1-1 0,0-2 0,0 0-1,41 4 1,-36-8-95,1 0 0,-1-2 0,1-2 0,-1-1 0,1-1 0,-1-2 0,0-1 0,0-2 0,-1-1 0,0-1 0,0-2 0,-1-1 0,52-31 0,-66 33 58,-1 0 0,0-1 1,-1-1-1,0 0 0,-1-1 0,0 0 0,-1-1 0,-1-1 1,13-23-1,-18 28 20,-1 0 0,0 0 1,0-1-1,-1 0 1,-1 1-1,0-1 0,-1-1 1,0 1-1,-1 0 1,0-1-1,-1 1 0,0 0 1,-1-1-1,-1 1 1,-3-15-1,1 11 100,-1 0-1,-9-22 1,11 33-55,0 0 1,0-1-1,0 1 1,0 0-1,-1 1 1,0-1-1,0 0 1,0 1-1,-1 0 1,-5-4 0,8 7-32,0 0 0,0 0 0,0 0 0,0 1 1,0-1-1,0 1 0,0-1 0,0 1 0,0 0 1,0 0-1,0 0 0,0 0 0,0 0 0,-1 0 1,1 1-1,0-1 0,0 1 0,0-1 1,0 1-1,0 0 0,0 0 0,1 0 0,-1 0 1,0 0-1,0 0 0,-1 2 0,-1-1 21,1 1 0,-1 0 0,1 0 0,0 1 0,0-1 0,0 1 0,0-1 0,0 1 0,1 0 0,0 0 0,0 0 0,-2 6 0,0 5 70,1 0 1,0 0-1,1 0 0,1 1 1,0 21-1,11 84 377,-4-67-263,34 453 636,-30 4-508,-54 179-110,22-510-184,-83 318 1,52-335 21,44-140-51,0-1-1,-2 0 0,-1-1 0,-27 37 1,35-53-30,0 1 1,-1-1 0,0 0-1,0 0 1,0-1 0,0 1-1,-1-1 1,0 0 0,0-1-1,0 1 1,0-1 0,-1-1-1,1 1 1,-1-1 0,-11 3-1,12-5 9,-1 0 0,1 0-1,0 0 1,-1-1 0,1 0 0,-1 0-1,1 0 1,0-1 0,0 0-1,0-1 1,0 1 0,0-1-1,0 0 1,0 0 0,1-1 0,-9-7-1,0-1-12,0-1 0,1-1 0,0-1 0,2 1 0,-1-2 0,2 0 0,0 0 0,1-1 0,-8-20 0,-3-14-33,-26-103-1,34 105-137,3-1 1,2 0-1,2-1 0,3-90 1,4 103-194,3 1 0,1 0 1,1 1-1,2-1 0,2 1 0,1 1 1,20-41-1,-6 27-765,1 1 1,3 2-1,2 0 1,2 2-1,67-66 1,-56 67-2243,3 2 1,82-55-1,-28 33-4694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8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0 644 7833,'0'0'12810,"0"-4"-11280,1-20-644,1 0 0,1 1 0,1-1 0,1 1 0,15-42 0,0 8-614,-4-1 1,-1 0 0,7-65 0,-20 86-5,-3-37 1,0 29 49,1 41 599,1 6-508,22 62 263,53 129-43,-63-166-1603,2 0 0,0-1-1,2-1 1,36 44-1,-40-55 1,42 45-4470,-16-23-1649,-3-4-3602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9341,'0'0'2192,"-3"17"-1688,3 0-772,-16 3-4060,0 0-129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0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1197 46 5809,'-4'-4'559,"1"0"1,-1 0-1,0 1 1,-1 0-1,1 0 1,-1 0 0,1 1-1,-1-1 1,0 1-1,0 0 1,-8-2-1,3 1 82,-1 1 0,0 0-1,1 1 1,-1 0 0,-12 1 0,-2 2-270,2 2 0,-1 0 0,0 1 0,1 1 0,-42 17 0,11 1 120,-66 40 0,63-29-262,2 2 1,-71 62-1,96-72-151,1 2 0,1 0 0,2 2 0,1 1 0,-25 42 0,42-61-56,1 1 1,0 0-1,1 0 1,0 1-1,-6 28 0,11-39-15,0 1 0,0-1-1,1 1 1,0-1-1,0 1 1,0-1-1,0 1 1,1-1-1,0 1 1,-1-1-1,2 1 1,-1-1-1,0 0 1,1 0-1,0 0 1,0 0-1,0 0 1,1 0-1,-1 0 1,1-1-1,0 1 1,0-1-1,0 0 1,5 4-1,5 2 12,0-1 0,0 0-1,1-1 1,0-1 0,0 0-1,27 7 1,97 15 62,-110-23-75,39 6 16,123 26 2,-164-30-20,-1 2 0,0 0 0,-1 2 0,0 0 1,31 21-1,-42-23-2,0 0 0,-1 1 0,0 0 0,0 1 0,-1 0 0,-1 1 0,0 0 0,0 1 0,-1 0 0,-1 1 0,0 0 0,-1 0 0,-1 0 0,0 1 0,-1 0 0,0 0 0,-1 0 0,-1 1 0,-1-1 0,0 1 0,0 30 0,-5-11-1,-1 0 0,-1 0 0,-2-1 0,-1 0 0,-2 0 0,-1 0 1,-2-2-1,-28 54 0,1-17-6,-3-2 1,-87 105-1,-288 265 116,327-363 290,89-74-384,1 0-1,0 0 1,0 0-1,-1 0 1,1-1-1,0 1 1,0-1-1,0 1 0,-1-1 1,1 1-1,0-1 1,0 1-1,0-1 1,0 0-1,-2-2 1,3 3 3,-1 0-12,0-1-1,1 1 1,-1-1 0,0 0-1,1 1 1,-1-1 0,0 0-1,1 1 1,-1-1 0,1 0-1,-1 0 1,1 1-1,0-1 1,-1 0 0,1 0-1,0 0 1,-1 0 0,1 0-1,0 0 1,0 0 0,0 1-1,0-1 1,0 0 0,0 0-1,0-1 1,10-30 68,-3 19-46,1 0-1,15-19 0,-13 20-14,-1 1 0,2 0 0,0 1 0,0 0 0,1 1 0,0 0 0,15-8 0,-24 15-6,1 0 0,0 0-1,0 0 1,1 0 0,-1 0 0,0 1 0,1 0-1,-1 0 1,1 0 0,-1 1 0,1-1 0,-1 1 0,1 0-1,-1 1 1,1-1 0,-1 1 0,1-1 0,-1 1 0,0 1-1,1-1 1,-1 1 0,0-1 0,0 1 0,0 0 0,0 1-1,0-1 1,6 6 0,-3 0 55,1 0 0,-1 1 1,-1-1-1,0 2 0,0-1 0,0 1 1,-1-1-1,-1 2 0,0-1 0,0 0 0,2 14 1,2 12 227,-2 1 1,2 38 0,-3 14 239,-5 0 0,-3 0 0,-21 121 0,-72 261 723,55-292-787,-89 380 498,-81 403-18,69-37-501,123-719-384,8 1-1,25 313 1,-6-430-62,4 0 0,4-1 0,28 91-1,-37-159 8,1-1-1,1 0 0,0 0 0,1-1 0,2 0 1,-1-1-1,2 0 0,1-1 0,30 30 0,-31-36-1,0-1 0,1 0 0,0 0 0,0-2 0,1 0 0,1 0 0,-1-2 0,1 0 0,0 0 0,1-2-1,-1 0 1,1-1 0,20 2 0,4-4 47,0-1 1,-1-2-1,1-1 0,-1-3 0,77-20 0,-52 6-1087,-1-2 0,108-56 0,-161 72-33,-1-1-1,1 0 1,15-14 0,8-12-7708,-14 7-3299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16 370 11085,'-1'0'249,"0"-1"1,0 1-1,1 0 1,-1 0-1,0 0 0,0-1 1,1 1-1,-1 0 0,0-1 1,1 1-1,-1 0 0,0-1 1,1 1-1,-1-1 1,1 1-1,-1-1 0,1 1 1,-1-1-1,1 0 0,-1 1 1,1-1-1,-1 0 1,1 1-1,-1-2 0,1 0-32,1 1 0,-1 0 0,1 0 0,-1 0-1,1 0 1,-1-1 0,1 1 0,-1 0 0,1 0-1,0 0 1,0 0 0,-1 0 0,1 0 0,0 0-1,0 1 1,0-1 0,0 0 0,2 0 0,9-8 378,1 0 0,0 1 0,1 1 0,0 0 0,18-6 0,81-22 728,-79 26-981,489-112 1600,-167 61-3938,-249 41 148,34-4-3025,-46 12-2370,-25 5-2429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15453,'-42'9'3097,"23"-1"-373,4 4-180,2-1-440,0 9-427,-12 15-349,12-1-208,-3 3-240,3 12-196,4 5-208,-4 6-604,7 3-600,6 2-908,22 64-3357,-12-66 1145,12-6-2301,10 3-5472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16169,'0'1'115,"0"-1"-1,0 1 0,0-1 0,0 1 1,0-1-1,0 1 0,0-1 0,0 1 0,0-1 1,0 1-1,0-1 0,0 1 0,-1-1 1,1 1-1,0-1 0,0 1 0,0-1 0,-1 1 1,1-1-1,0 1 0,-1-1 0,1 0 0,0 1 1,-1-1-1,1 0 0,0 1 0,-1-1 1,1 0-1,-1 1 0,1-1 0,-1 0 0,1 0 1,-1 0-1,1 1 0,-1-1 0,1 0 1,-1 0-1,1 0 0,-1 0 0,1 0 0,-1 0 1,1 0-1,-1 0 0,0 0 0,1 0-77,0 0-1,0 0 1,0 0-1,-1 0 1,1 0-1,0 0 1,0 0-1,0 0 1,0 0-1,0 0 1,0 0-1,0 0 1,-1 0-1,1 0 1,0 0-1,0 0 1,0 0-1,0 0 1,0 1-1,0-1 1,0 0-1,0 0 1,-1 0-1,1 0 1,0 0-1,0 0 1,0 0-1,0 0 1,0 1-1,0-1 1,0 0-1,0 0 1,0 0-1,0 0 1,0 0-1,0 0 1,0 0-1,0 1 1,0-1-1,0 0 1,0 0-1,0 0 1,0 0-1,0 0 1,0 0-1,0 1 1,0-1-1,0 0 1,0 0-1,0 0 1,0 0-1,0 0 1,0 0-1,0 0 1,1 0-1,-1 1 1,0-1-1,0 0 0,0 0 1,0 0-1,0 0 1,0 0-1,0 0 1,0 0 0,17 188 3167,17 174 2677,28 96-9954,-48-267-2166,-7-70-1872,2-24-3249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260 240 10333,'-12'2'794,"0"-1"1,0-1-1,-15-1 1,-70-16 8133,61 10-5651,-28-4 3513,86-5-6529,-4 9-261,0 0 0,0 2 0,0 0 0,1 1 0,29-3 0,-1 0 0,215-35-2347,131-10-6596,-132 17 2593,-113 15-5793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16386,'-54'17'3368,"57"6"-12,1 19-220,-1-4-259,0-1-645,-3 0-820,0 11-1412,3 4 0,0 8 0,-3 6 0,3 8 0,4 9 0,-4 5 0,3 10 0,-3 4-1784,-6 1-2537,-3 3-3483,0 3-8070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56 221 10729,'0'0'3953,"-1"-3"-2217,1-1-1308,-1 1-1,1 0 1,-1 0-1,0 0 1,0-1-1,0 1 1,0 0-1,-1 0 1,1 0-1,-1 1 1,1-1 0,-1 0-1,0 1 1,0-1-1,-1 1 1,-4-5 5328,-16 26-3954,22-13-1665,0 0 0,0 0 0,1-1-1,-1 1 1,1 0 0,1 0 0,1 9 0,0 13 145,16 250 92,-11-221-308,2-1 1,33 107-1,-41-159-66,2 5 0,0 0 0,0-1 0,1 1 0,0-1 0,1 1 0,5 7 0,-8-14 0,-1 0 0,1-1 0,-1 1 0,1-1 0,0 1 0,0-1 0,0 0 0,0 1 0,0-1 0,0 0 0,0-1 0,0 1 0,0 0 0,0 0 0,0-1 0,1 0 0,-1 1 0,0-1 0,0 0 0,1 0 0,-1 0 0,0 0 0,0 0 0,1-1 0,-1 1 0,0-1 0,0 1 0,0-1 0,0 0 0,1 0 0,2-2 0,77-42 0,22-9 0,-90 48 0,0 1 0,1 0 0,-1 1 0,1 0 0,29-2 0,6 6-169,1 2-1,85 14 1,-76-7-54,77 1-1,-123-11 202,1 1-1,-1-2 0,0 0 0,1 0 1,-1-2-1,0 0 0,0 0 1,-1-1-1,1-1 0,-1 0 0,-1-1 1,15-10-1,-17 10 74,0-1 0,-1 0 0,-1 0 0,1-1 0,-1 0 0,-1-1 0,0 0 1,0 0-1,-1 0 0,0-1 0,-1 0 0,0 0 0,-1 0 0,6-23 0,-6 13 24,-1-1 1,-1 0-1,0 0 0,-2 0 0,-1 1 1,-7-45-1,-2 17-122,-31-90 0,26 93-535,-17-42-2157,26 76 1,-1 0 0,-13-20 0,7 20-4135,-3 19-4451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51 119 10249,'-27'3'2326,"22"-3"-208,3-2 490,-13-9-1196,14 5 4377,27-1-5141,0 1 0,1 1 0,0 1 0,32 0-1,8-2-157,49-8-44,125-13 32,-37 11-1620,-110 9-1093,-67 5 860,21-2-1215,-13 6-5357,-14 3-2935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13 13997,'-2'-2'464,"0"1"0,-1-1 1,1 1-1,0 0 0,-1 0 0,1 0 0,-1 0 0,1 1 0,-1-1 0,0 0 0,1 1 0,-1 0 0,0 0 0,1 0 0,-6 0 1,3 0 308,-3 6 2522,3 7-2544,5-12-299,-5 14 164,2 0 0,-1 0-1,2 0 1,0 0-1,1 1 1,0-1-1,1 1 1,3 20-1,-1 7-152,1 5-528,1-1-1,13 54 1,16 29-2937,-6-12-3134,-12-36-2355,-3-14-3397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7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86 128 9293,'-3'0'421,"-1"0"1,1-1-1,-1 0 1,1 1-1,-1-1 0,1 0 1,0-1-1,-1 1 1,1-1-1,0 1 1,0-1-1,-5-4 0,4 2 573,0 0-1,0 0 1,1 0-1,0-1 1,0 1-1,0-1 1,0 0-1,-2-7 1,4 10-854,0 1 1,1 0 0,-1-1-1,0 1 1,1 0 0,0-1-1,-1 1 1,1-1-1,0 1 1,-1-1 0,1 1-1,0-1 1,0 1 0,0-1-1,1 1 1,-1-1-1,0 1 1,0-1 0,1 1-1,0-3 1,1 1-21,0 1-1,0 0 1,0 0-1,1 1 1,-1-1-1,0 0 1,1 1-1,-1-1 1,1 1-1,0 0 1,4-2 0,-1 1-38,0 0 1,1 1 0,-1 0 0,1 0 0,-1 1 0,1-1-1,-1 1 1,1 1 0,-1-1 0,1 1 0,-1 0-1,9 4 1,3 0 30,-1 1 0,0 0-1,18 11 1,-23-11-100,0 1 0,-1 0 0,0 1 0,-1 0 0,1 1 0,-2 0 0,1 0 0,-1 1 0,-1 0 0,1 1 0,-2-1 0,0 2 0,0-1 0,-1 1 0,0 0 0,-1 0 0,0 1 0,-1 0 0,-1-1 0,0 1 0,-1 1 0,0-1 0,-1 0 0,0 0 0,-1 1 0,-1-1 0,-3 21 0,-2-1-22,-1 0 0,-1-1-1,-2 0 1,-1-1 0,-18 36 0,27-66 17,19-20-1,147-192-10,-79 98 1,-51 68-16,-32 42 108,1 4 117,0 1-136,0-1 0,0 0-1,0 1 1,0 0 0,-1-1 0,1 1-1,-1 0 1,1 0 0,-1 1-1,0-1 1,4 5 0,-3-2 46,-1 1 1,1 0 0,-1-1-1,0 1 1,2 12-1,10 66 525,-11-57-499,1 0 1,2 0 0,15 45-1,-18-64-330,0-1-1,1 0 1,0 0-1,0-1 1,0 1-1,1-1 1,0 0-1,0 0 1,1 0-1,-1-1 0,1 0 1,1 0-1,-1 0 1,1-1-1,-1 0 1,1 0-1,12 4 1,0-1-1117,1-1 0,0-1-1,1-1 1,-1-1 0,31 1 0,-18-3-3469,40-5-1,-11-2-4491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16 252 10585,'-1'0'468,"1"0"-1,-1 0 1,0 0 0,1 0 0,-1 0-1,0 0 1,1 0 0,-1 0-1,1 0 1,-1 0 0,0 0 0,1-1-1,-1 1 1,1 0 0,-1 0-1,0 0 1,1-1 0,-1 1 0,1 0-1,-1-1 1,1 1 0,-1-1 0,1 1-1,0 0 1,-1-1 0,0 0-1,7-12 2332,24-12-2671,-16 19 137,-1 1 0,1 0 1,0 1-1,0 0 0,27-3 1,2-1 83,151-35 286,154-34-810,-114 32-7303,-230 44 6513,10-1-80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21 11165,'-9'-7'857,"-7"-6"3121,10 16 150,-11 11-661,16-5-2429,0 1 0,0 0 0,1 1 0,1-1 0,1 10-1,-1-1-140,-2 200 1057,-1-172-1959,2-21-1148,1-1-1,1 0 1,11 47-1,14 25-10943,-13-54-876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12297,'-9'16'590,"-2"4"1971,-16 37 1,24-46-2045,0-1 0,1 1-1,1-1 1,0 1 0,0 0 0,1 0 0,0 0 0,4 17 0,-1 25 468,-3 288 1879,0-336-2712,-1 0 0,1 0 0,-1 0-1,0 0 1,-1 0 0,1 0 0,-1 0 0,0-1-1,-2 6 1,2-8 331,23-14 359,0-4-611,-1-1 0,0-1 0,21-25 0,-23 23-136,0 1 0,2 1 1,30-22-1,-42 35-86,0 0 0,-1 1 0,2 0 1,-1 0-1,0 1 0,1 0 0,-1 1 0,1 0 1,0 0-1,0 1 0,0 0 0,0 1 0,0 0 1,12 1-1,-7 2-6,1 0 0,-1 1-1,0 1 1,0 0 0,-1 1 0,0 0 0,0 1 0,0 1 0,12 9-1,-18-13-8,0 1-1,-1 1 1,1-1-1,-1 1 1,0 0-1,0 1 0,-1-1 1,0 1-1,0 0 1,-1 0-1,1 1 1,-2-1-1,1 1 0,-1 0 1,0 0-1,-1 0 1,0 1-1,0-1 1,-1 1-1,0-1 0,0 1 1,-1 12-1,-2-9-17,0 0-1,0 0 1,-2-1-1,1 1 1,-1-1 0,-1 0-1,0 0 1,-1-1-1,0 1 1,0-1-1,-1 0 1,-1-1-1,1 0 1,-17 15-1,2-4-431,-1-1 0,-1-1-1,-1-1 1,0-1-1,-1-1 1,-43 17-1,41-21-1214,-1-2-1,0 0 1,-51 6 0,29-10-4893,0 0-4315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1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364 100 7797,'-5'-7'292,"3"4"275,1 0-1,-1 0 0,0 1 1,-1-1-1,1 0 1,0 1-1,-1-1 1,0 1-1,1 0 1,-1 0-1,0 0 0,0 0 1,0 0-1,0 1 1,-6-3-1,-15-18 3767,-9-3 520,24 18-1915,28 10-2773,233 43-106,-213-36-194,0 1 0,-1 3-1,-1 0 1,49 28 0,-76-35 108,0 0 0,0 0 0,0 1 0,-1 0 0,0 1 0,-1 0 0,0 0 1,0 1-1,-1 0 0,0 0 0,-1 1 0,9 21 0,-11-23 26,-1 0-1,0 1 1,0 0 0,-1 0-1,0-1 1,-1 1 0,0 0 0,-1 0-1,0 0 1,0 1 0,-1-1-1,0-1 1,-1 1 0,0 0 0,-1 0-1,-4 10 1,-4 3 27,-1-1 0,-1 0-1,-1-1 1,-1-1 0,-1 0 0,0-1 0,-2-1 0,0 0-1,-1-2 1,-30 21 0,-25 12 150,-129 63 0,118-69-144,69-34-92,-256 148-8433,246-142-494,34-4 391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1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54 335 12133,'-31'0'2440,"21"-12"5369,-3 4-5585,20-12 2241,34-3-3549,0 6-208,20 0-404,12-9-504,16 3-852,6-8-620,10-9-765,3-6-1003,12 6-3113,4 9-6108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90 229 5677,'0'0'2419,"-3"-1"-1196,-7-5-676,3 1 928,-1 1 1,1 0 0,0 1 0,-1 0 0,0 0 0,0 0 0,-15-2 0,40-24-796,-4 15-593,0 0-1,1 0 1,1 1-1,0 1 1,1 0-1,0 1 1,21-10-1,-22 13-71,0 1 0,0 0 0,1 1 0,-1 0 0,1 1 0,24-3 0,-31 6-14,0 1 0,1 0-1,-1 1 1,0 0 0,0 0-1,0 1 1,0 1 0,0-1-1,0 1 1,0 1-1,0 0 1,-1 0 0,13 6-1,-9-1 10,0-1-1,0 2 1,-1 0-1,0 0 1,-1 1-1,0 0 1,0 1-1,-1 0 1,-1 1-1,11 18 1,-10-14-2,-1 1 1,-2 0-1,1 0 0,-2 1 1,0-1-1,-1 1 0,2 27 0,-4-12 20,-2 1 0,-1-1-1,-2 0 1,-1 0-1,-2 0 1,0-1 0,-3 1-1,-21 54 1,4-30 431,-3 0 0,-1-2 0,-4-1 0,-1-2 0,-3-1 0,-48 49 0,1 2 2513,83-99-1106,36-11-1696,-30 7-126,-4 1-34,0-1 1,1 0 0,-1 1-1,1-1 1,0 1-1,-1-1 1,1 1 0,-1-1-1,1 1 1,0 0 0,-1-1-1,1 1 1,0 0 0,-1-1-1,1 1 1,0 0 0,0 0-1,-1 0 1,1 0 0,0 0-1,0 0 1,-1 0 0,2 0-1,15-6-2026,1-9 1167,13-12-3118,-29 25 3391,-1-1 0,1 1 1,0-1-1,-1 1 0,0-1 0,0 0 0,1 0 0,-1 1 0,-1-1 1,1 0-1,0 0 0,0-5 0,0-13-5185,1 0-3275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73 4752,'-6'-8'972,"10"6"-386,4-3 4198,-2-6-2968,0 2 127,-6 0 6213,-1 0-8777,-2-10 4024,0 18-1468,-1 13-1336,3-6-502,1-1 0,0 1 1,0 0-1,1-1 1,-1 1-1,1-1 0,0 1 1,1-1-1,0 0 0,-1 1 1,6 8-1,0 5 135,1 12 5,-1 1-1,-1 0 0,-2 0 0,-1 0 0,-2 0 0,-3 46 0,-5-4 459,-28 119-1,-25 20-1274,-8 38-970,61-216 1298,1 1 0,3-1 0,1 1-1,1-1 1,5 45 0,-1-59-606,0 0 1,1-1-1,1 1 1,14 33-1,-14-43-221,0-1 0,1 1 0,12 16 1,-10-18-701,0 0 0,0-1 0,0 0 1,13 9-1,7 3-6864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3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69 6281,'-26'0'1866,"26"0"-1810,0 0 0,-1 0 1,1 0-1,0-1 0,0 1 1,0 0-1,0 0 0,0 0 1,0 0-1,-1 0 0,1 0 1,0 0-1,0 0 0,0 0 1,0 0-1,0 0 0,0-1 1,0 1-1,0 0 0,-1 0 0,1 0 1,0 0-1,0 0 0,0 0 1,0 0-1,0-1 0,0 1 1,0 0-1,0 0 0,0 0 1,0 0-1,0 0 0,0-1 1,0 1-1,0 0 0,0 0 1,0 0-1,0 0 0,0 0 1,0-1-1,0 1 0,0 0 1,0 0-1,0 0 0,0 0 0,1 0 1,-1 0-1,0-1 0,0 1 1,0 0-1,6-12 416,0-2 4125,-9-20-2924,3 31 912,-11 4-2404,-1 0 1,1 1-1,0 0 1,0 1 0,0 1-1,0-1 1,0 2-1,1-1 1,-1 2-1,1-1 1,-11 9-1,-15 12 223,-49 47-1,76-66-315,-175 172 34,74-68-1116,-28 28-2696,49-44-2968,24-21-2557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187 100 8269,'-17'14'2671,"-2"-1"0,1-1 0,-2 0 0,-27 11 0,-19 1 3756,92-13-5119,-15-9-1206,0 0 0,0 0 1,1-1-1,-1 0 0,0-1 0,19-2 0,73-15-180,-66 10-157,214-56-3538,-85 8-1646,-59 20-964,8-3-4819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42 444 5136,'-2'0'461,"1"0"-1,-1 0 0,0-1 1,1 1-1,-1 0 0,0 0 0,1-1 1,-1 1-1,1-1 0,-1 0 0,0 1 1,1-1-1,0 0 0,-1 0 0,1 0 1,-1 0-1,1 0 0,0 0 0,0 0 1,0-1-1,-1 1 0,1 0 1,-1-3-1,-3-2 3072,7 3-3289,-1 2-226,2-2 19,-1 0 0,1 0 0,0 0 0,1 0 0,-1 0 0,0 1 1,1-1-1,0 1 0,-1 0 0,1 0 0,0 0 0,7-2 0,453-141-504,-151 47-2893,-2-3-4600,-205 67 2291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85 4420,'19'-23'8439,"-25"11"-7709,1-2-376,4 11 1438,-1 6-1743,-1 4-28,-1 0 0,2-1 0,-1 1-1,1 0 1,0 0 0,0 1 0,1-1 0,0 0-1,0 0 1,1 1 0,0-1 0,0 1 0,1-1-1,1 9 1,-1-9-18,0 0 1,1 0-1,0-1 0,0 1 1,0 0-1,0-1 0,1 0 1,0 1-1,1-1 0,0-1 1,-1 1-1,2 0 0,-1-1 1,1 0-1,0 0 0,0 0 1,0 0-1,0-1 0,1 0 1,0 0-1,0-1 0,0 1 1,8 2-1,-5-3-102,0 0 1,1-1-1,-1 0 1,1 0-1,-1-1 1,1 0-1,-1-1 1,1 0-1,-1-1 0,1 0 1,0 0-1,-1-1 1,0 0-1,1-1 1,-1 0-1,9-4 1,-7 2 4,-2 0 0,1-1 1,0 0-1,-1-1 0,0 0 1,-1 0-1,1-1 1,8-11-1,7-1-21,-22 19 57,-1-1 34,0 0 1,0 0-1,0 0 0,1 0 0,-1 0 0,1 0 0,-1 1 1,1-1-1,-1 1 0,4-3 0,41 35-4,-43-29 89,0-2-69,31-3 41,-30 3-19,-4-1 4,3-4 21,15-14-121,-13 13 100,9-9-300,0-1 1,-2-1-1,12-18 0,-23 33 264,0-1 0,0 1 0,0-1 1,0 0-1,0 1 0,-1-1 0,1 1 0,-1-1 0,0 0 0,1 0 0,-1 1 0,-1-1 0,1 0 1,0 1-1,-1-1 0,1 0 0,-1 1 0,-1-5 0,0 5 12,0 0 0,0 0 0,0 0 0,0 0 0,-1 0 0,1 0 1,0 1-1,-1-1 0,0 1 0,-4-2 0,-1 1-55,0 0-1,1 1 1,-2 0 0,1 0 0,0 1-1,-10 1 1,-24 8-4582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5641,'12'3'432,"0"0"421,-1 0 5602,-9-14-5757,-2 10-680,0 1 0,0-1-1,0 0 1,0 0-1,0 0 1,0 0 0,0 0-1,0 1 1,0-1-1,0 0 1,1 0 0,-1 0-1,0 0 1,1 1-1,-1-1 1,0 0 0,1 0-1,-1 1 1,1-1-1,-1 0 1,1 1 0,0-1-1,-1 0 1,2 0-1,12 3 19,0 1 0,0 1 0,0 0 0,0 0 0,20 12 0,-25-12-129,-1 1 0,1 0 0,-1 0 0,-1 1 1,1 0-1,-1 1 0,0-1 0,0 2 0,8 10 1,-14-16 48,12 16 222,-7-15 159,-12-15-163,5 9-164,-1-1 1,1 0-1,-1 1 0,1-1 1,0 0-1,0 0 0,1 0 1,-1 0-1,1 0 0,0 0 1,0 0-1,0 0 1,1 1-1,-1-1 0,1 0 1,0 0-1,0 0 0,2-4 1,4-8-393,0 0 1,16-26-1,-14 26-108,-1 1-280,18-25-3990,-11 24 260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 5052,'-2'-4'3575,"2"6"-1511,5 12-1033,-3-9-1075,1 1-1,0-1 1,0 0-1,0 0 1,5 6-1,1-3 84,0 2-1,0-1 1,-1 1 0,0 1-1,-1-1 1,-1 1 0,1 0-1,6 20 1,-11-28-34,-1 0 0,1 0 0,-1 1 0,0-1 0,0 0 1,-1 1-1,1-1 0,-1 1 0,1-1 0,-1 1 0,0 3 0,-1 2 5,2-5 48,-10 30 420,8-31 738,-39-11-352,38 7-827,0-1 0,1 0-1,0 0 1,-1 0 0,1 0 0,0 0 0,0 0-1,0 0 1,0 0 0,0-1 0,1 1 0,-1 0-1,0-4 1,1 6-16,0-4-42,-1-1 0,1 1 0,0 0 1,0 0-1,0-1 0,0 1 0,1 0 0,0 0 0,0 0 1,2-6-1,0 2-192,1-1-1,0 1 1,1 1 0,0-1 0,0 1 0,10-12 0,44-41-4234,-46 48 2472,11-7-1924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66 199 4308,'3'-2'950,"40"-26"3924,-41 27-3259,1-18-527,-2 18-1001,-1-1 1,1 1-1,-1-1 1,1 1-1,-1-1 1,0 1-1,0-1 1,0 1-1,0-1 1,0 1-1,0-1 1,0 1 0,-1-1-1,1 1 1,0-1-1,-2-1 1,-22-29 942,22 32-1006,0 0 1,0 0-1,0 0 0,0 1 1,0-1-1,0 1 0,0-1 1,0 1-1,0 0 1,0 0-1,1 0 0,-1 0 1,-2 1-1,3-1-10,-4 2 4,1 0 1,-1 1-1,1-1 1,0 1-1,-1 0 0,2 1 1,-1-1-1,0 1 0,1-1 1,0 1-1,0 0 1,1 0-1,-1 1 0,1-1 1,0 0-1,-1 8 0,2-9-36,0-1-1,0 0 1,1 1-1,-1-1 1,1 1-1,0-1 1,0 1-1,0-1 1,1 1-1,-1-1 1,1 0-1,0 1 1,0-1-1,0 0 1,0 1-1,1-1 1,-1 0-1,1 0 1,0 0-1,0 0 1,0 0-1,0-1 1,0 1-1,1-1 1,-1 1-1,1-1 1,4 3-1,0-1-114,1-1 0,-1 0 0,1 0 0,0-1 0,0 0 0,0 0 0,0-1 0,0 0 0,0 0 0,0-1-1,1 0 1,-1-1 0,0 1 0,0-2 0,10-1 0,8-4-234,0 0 0,-1-2 0,29-13-1,-45 17 300,-1 0 0,1 0-1,-1-1 1,0 0 0,0 0-1,0-1 1,-1 0 0,9-11-1,13-11 186,-28 27 21,-1 0 0,1-1 1,0 1-1,0 0 1,-1 0-1,0 0 0,1 0 1,-1-1-1,0 1 0,0 0 1,0 0-1,-1-5 1,-2 8-93,-1 0 0,1 0 1,-1 0-1,1 0 1,-1 1-1,1-1 1,0 1-1,0 0 0,0 0 1,0 0-1,0 1 1,0-1-1,1 0 1,-1 1-1,1 0 0,-1 0 1,1 0-1,0 0 1,0 0-1,1 0 0,-1 0 1,0 1-1,1-1 1,0 0-1,0 1 1,0 0-1,0-1 0,1 1 1,-1 6-1,-1 5 36,0-1 0,0 1 0,2-1-1,1 16 1,-1-26-88,0 0-1,1-1 1,0 1-1,-1 0 1,1 0-1,1-1 1,-1 1-1,1-1 0,-1 1 1,1-1-1,0 0 1,0 0-1,0 0 1,1 0-1,-1 0 1,1 0-1,0 0 1,0-1-1,-1 1 1,2-1-1,2 2 1,-2-2-70,0-1-1,0 0 1,0 0 0,0 0 0,0 0 0,0-1 0,0 0 0,0 1-1,0-1 1,1-1 0,-1 1 0,0-1 0,0 0 0,7-2 0,5-1-236,0-2 1,18-9-1,-6 2-58,-1 0-1,-1-2 0,25-19 0,-42 27 264,0-1 1,0 0-1,-1 0 0,-1-1 0,1 0 0,-1 0 0,-1 0 0,0-1 1,0 0-1,-1-1 0,6-15 0,3-12 389,23-39 1,-31 66-13,1 1 389,-7 22-242,0 1-403,0 24 244,-1-13-381,3 37 0,-1-47-473,-1-1 0,0 0 1,-1 1-1,0-1 0,-6 21 0,3-12-1933,1-5-341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4300,'5'-27'843,"-5"26"-795,1 1 0,-1-1 0,1 0-1,-1 0 1,1 0 0,0 1 0,-1-1 0,1 0-1,0 1 1,0-1 0,-1 0 0,1 1 0,0-1-1,0 1 1,0-1 0,0 1 0,0 0 0,-1-1-1,1 1 1,0 0 0,0 0 0,0-1 0,0 1-1,2 0 1,-1 0 98,54-29 1912,-48 24-1848,1 1-1,-1-1 1,1 1 0,-1 1 0,12-4-1,-1 7-33,-5 6-133,-9-2-88,0 0-1,-1 0 1,1 0-1,6 10 1,-8-10-407,0 0 0,1 0 1,0 0-1,-1 0 0,1 0 0,0-1 1,1 0-1,-1 0 0,7 3 0,4 1-1838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38 3852,'-26'-37'5992,"24"39"-5945,0 1 1,0-1-1,0 1 1,0 0-1,1 0 1,-1 0-1,1 0 1,-2 4 0,-17 55-51,19-59 34,2 0 86,29 58 119,-21-43-195,0 0-1,13 36 1,21 112-510,-40-154 419,-1-1 0,0 1-1,-1-1 1,0 1 0,0-1 0,-2 1-1,1 0 1,-1-1 0,-1 1-1,0-1 1,-5 15 0,-7-4 150,12-20 273,0-3-133,-5-1-149,6 2-66,0-1 0,-1 1-1,1-1 1,-1 1 0,1-1 0,0 1 0,-1-1 0,1 0 0,0 0 0,0 0-1,0 0 1,0 0 0,-2-1 0,2 0-6,1 0 0,-1 1 0,1-1 0,0 0 0,-1 0 0,1 0 0,0 1 0,0-1 0,0 0 0,1 0 0,-1 0 1,0 1-1,1-1 0,-1 0 0,2-3 0,65-198-267,-16 73-2811,-50 122 874,-4-11-499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6109,'0'0'6256,"0"3"-5368,2 31 556,9 57 0,17 32-2321,-5-62-2421,-10-36-585,-1-5-1216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4436,'76'-5'3535,"-70"5"-3431,0 1 1,1 0-1,-1 0 1,0 1-1,0 0 1,0 0-1,0 0 1,-1 0-1,1 1 1,0 0 0,-1 1-1,0-1 1,0 1-1,0 0 1,0 0-1,-1 0 1,7 9-1,-10-11-72,0-1 1,-1 1-1,1 0 0,-1 0 0,0 0 0,1 0 0,-1 0 0,0 0 1,0 0-1,0 0 0,0 0 0,-1 0 0,1 0 0,-1-1 1,1 1-1,-1 0 0,1 0 0,-1 0 0,0 0 0,0-1 0,0 1 1,0 0-1,0-1 0,0 1 0,-1-1 0,-1 2 0,-9 6-122,0 0-1,-1-1 0,0-1 1,0 0-1,0-1 0,-22 7 1,32-12-1423,0-1-967,-13-3-629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5208,'0'0'1066,"3"1"-166,6 1-626,0 1 0,0 1 1,0 0-1,0 0 0,-1 0 0,1 1 0,-1 0 1,0 1-1,-1 0 0,1 0 0,10 13 0,18 30 28,-34-47 1826,11-19-2862,-9 11 401,1 1-1,0 0 0,0 1 0,9-7 1,10-10-3466,-8 7 90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4188,'29'-12'1138,"-23"10"1457,-6 0-2552,1 0 0,-1 0-1,1 0 1,0 0-1,-1 0 1,1 0 0,0 0-1,0 1 1,0-1-1,1 0 1,-1 1-1,0-1 1,1 1 0,-1-1-1,1 1 1,-1-1-1,1 1 1,-1 0 0,4-1-1,39-22-356,-34 19 384,-22-23 921,6 31-880,1 0 0,-1 0 0,1 0 0,0 1 0,0 0 0,0 0 0,0 0 0,1 1 0,-1 0 0,-3 6 0,7-9-69,0 0 0,-1 0 0,2 0 0,-1 0 0,0 0 0,0 0 0,1 0 0,-1 0 0,1 0 0,-1 1 0,1-1 0,0 0 0,0 0 0,0 0 0,0 1 0,1 1 0,7 29 256,-8-31-304,1-1 17,-1 0 0,1 0 0,0 0 0,0 1 0,-1-1 0,1 0 0,0 0 0,0 0 0,0 0 0,0-1 0,0 1 0,0 0 0,0 0-1,0 0 1,0-1 0,1 1 0,-1-1 0,0 1 0,0-1 0,1 1 0,1 0 0,25 1-63,7-7-257,-1-2-1,0-1 1,0-1 0,38-17 0,-52 18 229,-17 7-32,-2 1-11,0 0 112,0-1-1,0 1 1,0 0 0,0-1 0,0 1-1,0-1 1,0 1 0,-1-1-1,1 1 1,0-1 0,0 0 0,0 1-1,-1-1 1,1 0 0,0 0-1,-1 0 1,1 0 0,5-5-755,-2 20 267,-2 1 127,-1-12-73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4892,'3'3'641,"13"-8"603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3500,'-12'0'652,"11"3"-19,17 9 528,-15-11-1100,1 0 2435,1-2-2173,22-12 9629,-26 36-9549,-1 1 0,-1-1 0,-9 29-1,7-32-308,1-1 1,1 1-1,1 0 0,0 0 0,2 22 0,1-13-64,2 0 1,2-1 0,0 1-1,16 44 1,-18-65-235,0 0 1,0 0 0,1 0 0,1-1-1,-1 1 1,1-1 0,0 0-1,1-1 1,-1 1 0,1-1-1,1 0 1,-1 0 0,1-1-1,0 0 1,0 0 0,1-1-1,-1 0 1,1 0 0,16 5-1,-12-6-978,0 0-1,1-1 0,-1-1 1,1 0-1,-1 0 0,23-3 0,27-3-4594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0 371 5949,'2'-1'175,"-1"0"0,0 0 0,0 0 0,0 0 0,0 0 0,0 0 1,0 0-1,0-1 0,0 1 0,0 0 0,-1-1 0,1 1 0,0-1 1,-1 1-1,0-1 0,1 1 0,-1-1 0,0 1 0,1-1 0,-1 1 1,0-1-1,0 0 0,0 1 0,-1-1 0,1-1 0,3-26 1120,0 21-1107,-1 1 0,0-1 0,0-1 0,-1 1-1,0 0 1,0-9 0,1-2-56,-2 7-62,1 1 0,-2-1 0,-1-14 0,0 11-36,-10-42 375,0 107 1169,11-31-1327,1 1 0,1 0 1,2 0-1,-1-1 1,2 1-1,12 35 0,-9-35-158,1 0 0,0-1 0,2 0-1,0 0 1,14 17 0,-21-31-83,0-1 0,0 0 0,1 0 1,0-1-1,0 1 0,0-1 0,0 0 0,0 0 1,1 0-1,-1 0 0,1-1 0,0 0 0,-1 0 1,1 0-1,0-1 0,0 1 0,1-1 0,-1 0 1,0-1-1,0 1 0,0-1 0,1 0 1,-1-1-1,0 1 0,0-1 0,6-1 0,-3 0-111,0 0 1,-1-1-1,0 0 0,1 0 0,-1-1 0,0 0 0,-1 0 0,1 0 0,-1-1 0,0 0 1,0-1-1,0 1 0,8-11 0,-8 7-52,0 0 1,0-1-1,-1 0 1,0 0-1,-1 0 1,0 0-1,-1-1 1,4-20-1,3-8-104,-9 35 180,1 11-100,-2-5 182,0-1 1,0 0-1,0 0 1,0 1-1,0-1 0,1 0 1,-1 0-1,1 1 1,-1-1-1,1 0 0,-1 0 1,1 0-1,0 0 1,-1 0-1,1 0 1,0 0-1,2 2 0,21-24 73,-19 15-70,1 1 0,-1 0 1,1 1-1,0-1 1,0 1-1,0 1 1,1-1-1,-1 1 1,1 0-1,0 0 1,0 1-1,0 0 1,0 0-1,0 0 1,14 0-1,70-3-355,-87 5 245,1-1 64,-1 1 0,1 0 0,-1 0 0,1 0 0,-1 0 1,1 1-1,-1 0 0,1 0 0,-1 0 0,0 1 0,1-1 1,-1 1-1,5 3 0,-8-5 38,1 1-2,4 6 17,-6-6-11,0 0-1,0-1 0,0 1 1,1-1-1,-1 1 1,0 0-1,0-1 1,1 1-1,-1-1 0,1 1 1,-1-1-1,0 1 1,1-1-1,-1 1 1,1-1-1,-1 0 0,1 1 1,-1-1-1,1 0 1,-1 1-1,1-1 1,0 0-1,-1 0 0,1 1 1,-1-1-1,1 0 1,0 0-1,-1 0 1,1 0-1,-1 0 0,1 0 1,0 0-1,0 0 1,7-2 1,0 0 0,0 0 0,-1-1 1,1-1-1,-1 1 0,0-1 0,0 0 0,0-1 1,0 1-1,-1-1 0,10-10 0,35-43 544,-49 56-495,1 0-19,1 0-24,-1 0-1,1 1 0,0-1 0,0 1 0,-1-1 0,1 1 0,0 0 1,0 1-1,0-1 0,0 1 0,1-1 0,-1 1 0,6 1 0,-7 0 62,-1 0-185,0 1 91,0-1 1,0 1 0,0-1 0,0 0 0,0 0 0,0 0-1,0 0 1,1 0 0,4 1 0,27-46 279,-28 35-172,0 0 0,0 0 0,1 1 0,0 0 0,1 0 0,-1 1 0,2 0 0,-1 0 0,1 1 0,0 0-1,16-8 1,-22 15-81,-1-1 0,1 1 0,0 0 0,-1 0-1,1 0 1,-1 1 0,1-1 0,-1 1-1,0-1 1,0 1 0,4 3 0,-2 2 25,1 0 0,-2 1 0,1-1 0,4 15 0,-6-18-55,-1-1-112,13 18 99,-12-19-11,0-3-107,27-3 148,-25 3-65,9-4-1154,-6 3 1283,-4 2-1221,2-1-3849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6389,'0'0'3860,"-3"14"-11125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83 5164,'-1'-3'1367,"1"3"-1362,-1-6 504,-1 1 0,0 0 0,0 0 0,0 0 0,-1 0-1,0 0 1,1 0 0,-2 1 0,-3-6 0,4 8 749,0-21-233,-4 40-500,-5 44-283,-4 144-28,16-172-178,1-1 0,1 0 0,2 1 0,12 45 0,-12-65-54,0 0 0,1 0 0,11 20 0,-14-29-45,1 1 1,0-1 0,0 0 0,0 0-1,1 0 1,-1 0 0,1 0 0,0-1-1,0 0 1,0 0 0,0 0 0,6 3-1,-8-5-213,30-7-404,-31 6 659,-1-1-1,1 0 1,0 1 0,0-1-1,-1 0 1,1 0-1,0 0 1,-1 0-1,1 1 1,-1-1 0,1 0-1,-1 0 1,0 0-1,1 0 1,-1 0 0,0 0-1,0 0 1,1-2-1,-1 2-35,5-13-175,0 0-1,-1 0 0,0 0 1,-1 0-1,1-22 1,6-25-463,-8 54 618,0 1 0,0 0 0,0 0 0,1 0 0,0 0 0,1 0-1,-1 0 1,1 1 0,0 0 0,0 0 0,1 0 0,-1 0 0,1 1 0,0-1 0,1 1 0,-1 0 0,1 1 0,0 0 0,6-4 0,-6 4 14,4-3-73,0 1 0,1-1 0,0 2 0,0-1 0,23-4 0,-31 8 98,-1-1-60,6-4 131,1 0 0,0 0 1,0 1-1,1 0 0,-1 1 0,1 0 1,0 0-1,13-2 0,1-2-469,0 2 1,0 1-1,1 1 0,30-2 0,-51-9-1933,2-1 1481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139 189 7577,'-26'-19'2114,"25"19"-1946,0-1 1,0 0 0,1 0-1,-1 1 1,0-1-1,0 0 1,1 0-1,-1 0 1,1 0 0,-1 0-1,1 0 1,-1 0-1,1 0 1,0 0-1,-1 0 1,1 0-1,0 0 1,0 0 0,0 0-1,-1 0 1,1 0-1,1-2 1,-4-11 2793,-22-46 2023,25 58-4824,-1 0 0,1 0 0,-1 0 1,1 0-1,-1 0 0,1 0 0,0 0 1,0 0-1,0 0 0,0 0 0,1 0 1,0-4-1,-1 6-49,1-1 1,-1 0-1,0 0 0,0 0 1,0 0-1,1 0 0,-1 0 1,0 0-1,0 0 0,0 0 1,-1 0-1,1 0 0,0 0 1,0 0-1,0 0 0,-1 0 1,1 0-1,-1 1 0,1-1 1,0 0-1,-2-1 0,-5-10 216,7 12-286,-1-1 0,1 1 0,0-1 0,0 1 0,0-1 0,0 1 0,-1-1 0,1 1 0,0 0 0,-1-1 0,1 1 0,0-1 0,-1 1 0,1 0 0,0-1 0,-1 1 0,1 0 0,-1-1 0,1 1 0,-1 0 0,1-1 0,-1 1 0,1 0 0,-1 0 0,1 0 1,-1 0-1,1 0 0,-1-1 0,1 1 0,-1 0 0,1 0 0,-1 0 0,1 0 0,-1 0 0,1 0 0,-1 1 0,1-1 0,-1 0 0,1 0 0,-1 0 0,1 0 0,-1 1 0,1-1 0,-1 0 0,1 0 0,-1 1 0,1-1 0,0 0 0,-1 1 0,1-1 0,0 1 0,-1-1 0,0 1 0,0 1-22,-1-1 0,0 1 0,1 0 0,-1 0 0,1 0-1,0 0 1,0 0 0,0 1 0,0-1 0,0 0 0,0 0-1,0 1 1,1-1 0,-1 1 0,1-1 0,0 3 0,-2 45 112,2-32-64,-12 150 345,2-39-185,10 219-1,7-300-200,1 1-1,3-1 1,22 62-1,-31-106-23,-1 0 0,0-1-1,1 1 1,0 0 0,0-1-1,0 1 1,0-1 0,0 1-1,5 3 1,-6-6-2,1 1-1,-1-1 1,1 0 0,0 0 0,-1-1-1,1 1 1,0 0 0,-1-1 0,1 1-1,0-1 1,0 1 0,0-1 0,0 0-1,0 1 1,-1-1 0,1 0 0,0-1-1,0 1 1,0 0 0,0 0 0,0-1-1,-1 1 1,1-1 0,2-1 0,14-5-8,0-2 0,-1 0 0,0-1 0,-1-1 1,16-14-1,-13 10-7,1 1 0,0 1 0,24-11 0,-32 20 10,0-1-1,1 2 1,0-1-1,0 2 1,-1 0-1,1 0 1,17 1-1,93 9 12,-60-3-1,-16-1 2,0-3 0,0-2 1,62-8-1,-93 6 3,1-1 0,-1-1-1,0 0 1,0-1 0,21-10-1,-28 11 6,0-1-1,-1 0 0,1 0 1,-1 0-1,-1-1 1,1 0-1,-1-1 0,0 0 1,10-15-1,-12 14 12,-1-1-1,1 0 1,-2 0-1,1 0 1,-2 0-1,1 0 1,-1-1-1,-1 1 1,0-1-1,0 1 1,-1-1-1,0 0 1,-1 1-1,0-1 1,-1 1-1,0-1 1,-7-17-1,-4-10 16,-2 1 0,-2 0 0,-27-44 1,-19-25-103,25 42-1413,1 1-4102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279 217 7413,'-3'-1'2371,"-74"-13"5181,10 3-3942,36 5-2143,20 5-984,1 0 0,0-1 0,1-1 0,-1 1 0,0-2 0,1 1 0,-1-1 0,-8-6 0,18 10-464,-1 0-1,1 0 1,0 0-1,0-1 1,-1 1-1,1 0 0,0 0 1,0-1-1,0 1 1,0 0-1,0 0 1,-1-1-1,1 1 0,0 0 1,0 0-1,0-1 1,0 1-1,0 0 1,0-1-1,0 1 0,0 0 1,0 0-1,0-1 1,0 1-1,0 0 1,0-1-1,0 1 0,0 0 1,0 0-1,0-1 1,0 1-1,1 0 0,-1 0 1,0-1-1,0 1 1,0 0-1,0 0 1,1-1-1,-1 1 0,0 0 1,0 0-1,0 0 1,1-1-1,-1 1 1,20-12 336,24-4-65,43-5-750,2 4 1,103-6-1,5-1-1720,-137 14 870,64-9-1946,-101 18 351,36 0 0,-41 3-1497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5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23 8177,'-19'-20'2908,"0"20"-472,0-3 1777,-4 6-2085,4 3-172,-25 48 1272,34-22-2060,-2 2-264,2 9-175,1 5-189,5 7-344,4 2-956,7 6-493,-4 0-899,3-3-828,1 5-3361,-1-2-5772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6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32 130 9685,'0'-1'159,"-1"1"0,0-1 0,0 0 0,1 0 0,-1 1 0,0-1 0,0 1 1,0-1-1,0 1 0,0-1 0,1 1 0,-1 0 0,0-1 0,0 1 0,0 0 0,0 0 0,-2-1 0,2 2 8,0-1-1,1 1 1,-1-1-1,0 0 1,1 1-1,-1-1 1,1 1-1,-1 0 1,1-1-1,-1 1 1,1-1-1,-1 1 1,1 0-1,-1-1 1,1 1-1,0 0 1,-1-1-1,1 1 1,0 0-1,0 0 1,-1 0-1,1 3 4664,-1-7-4517,0 1 1,1 0-1,-1-1 1,1 1-1,-1 0 1,1-1-1,0 1 1,0-1-1,0 1 1,1 0-1,-1-1 1,0 1-1,2-3 1,2 2-221,1 0 1,-1 1-1,1 0 1,0 0 0,0 0-1,0 0 1,0 1-1,1 0 1,-1 0-1,0 0 1,1 1 0,-1 0-1,0 0 1,0 0-1,1 0 1,6 2-1,36 11 47,-45-12 117,16-7-1186,-15 4 484,1 0 1,-1-1-1,0 1 1,1-1-1,-1 0 1,0 0-1,-1-1 1,1 1-1,0-1 1,-1 1-1,5-7 1,-5 5 514,-1 3 623,-10 1-528,0-1 1,0 0-1,0 0 0,1-1 0,-12-6 0,16 8 46,-2-6 251,4 6-332,0 1 0,1-1 0,-1 0 0,0 1 0,1-1-1,-1 0 1,0 1 0,1-1 0,-1 0 0,1 0 0,0 0 0,-1 1 0,1-1 0,0 0-1,-1 0 1,1 0 0,0-2 0,7 3-93,-3 0-10,0 0 0,-1 0 0,1 0 0,0 0 0,0 1 0,0 0 1,-1-1-1,1 1 0,-1 0 0,1 1 0,0-1 0,-1 1 0,0 0 0,7 4 0,12 11 85,-1 2 0,0 0 0,-1 2 0,-2 0 0,0 1 0,-1 0 0,20 38-1,-25-39-84,-1 2-1,-1-1 1,-1 2-1,-1-1 1,0 1-1,-2 0 1,-2 1-1,5 46 1,-8-35-17,-1-1 0,-2 1-1,-1 0 1,-8 35 0,6-55 10,0 1 1,-12 25-1,6-15 26,9-21-45,-8 25 119,10-30-116,0-1 0,0 1 0,-1 0 0,1-1 0,0 1 0,0 0 1,0-1-1,-1 1 0,1 0 0,0-1 0,-1 1 0,1-1 0,0 1 1,-1 0-1,1-1 0,-1 1 0,1-1 0,-1 1 0,1-1 1,-1 0-1,1 1 0,-1-1 0,1 1 0,-1-1 0,0 0 0,-1 1 1,27-56-48,1-6 49,-10 21-100,23-39 0,123-201-341,-145 244 1061,-15 33-96,-3 8 46,1 25 72,1 1 1,1-1-1,8 41 1,1 5 80,-9-57-650,1 1 0,1-1-1,1 0 1,1 0-1,1-1 1,0 0 0,11 19-1,-11-26-220,-1 1-1,2-1 1,0-1-1,0 1 0,1-1 1,0-1-1,1 0 1,0 0-1,0-1 0,1 0 1,17 9-1,-2-4-1222,1-2-1,1-1 0,0-1 1,42 8-1,-36-11-4164,60 2 0,-35-7-4796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26 12449,'-6'-25'13125,"5"27"-11392,-1 1-1574,0 0 1,0 0-1,1 1 1,-1-1 0,1 1-1,0-1 1,0 1 0,0-1-1,1 1 1,-1 0 0,1-1-1,0 1 1,0 0-1,0-1 1,1 7 0,14 63 2436,-9-50-2286,116 481-5173,-112-463-508,5 62 0,-12-81 2079,5 28-7594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42 286 14205,'-16'-28'2773,"3"19"-273,1 1 2744,21-15-4152,16-11-288,20 19-440,15 1-844,7-3-284,9 0-600,7-3-508,9-3-416,0-3-232,-6 0-2733,2 1-4204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10925,'-31'2'10604,"27"1"-9062,-1 1-1245,0 1 0,0 0 0,0 1 0,1-1 0,0 1 0,0 0 0,0 0 0,1 0 0,0 0 0,0 1 0,0-1 0,1 1 0,0 0 0,-2 9 0,-1 15 330,1 0 0,1 33 0,2-29-293,-3 243 1144,4-184-1254,12 160 262,-10-235-483,3 15 39,-3-34-40,-1 0-1,1 0 1,-1 0 0,1 0-1,0 0 1,-1 0-1,1 0 1,0-1 0,-1 1-1,1 0 1,-1-1-1,1 1 1,-1-1 0,1 0-1,-1 1 1,1-1-1,1-1 1,9-10-1,-1-1 1,0 0-1,0 0 1,13-23-1,5-8-13,-13 24-44,0 0 1,0 2-1,2 0 1,1 1 0,32-24-1,-38 32 17,0 1 0,1 0 0,1 1 0,-1 1 1,1 0-1,0 1 0,0 0 0,1 1 0,-1 1 0,19-1 0,-15 3 15,0 1 0,1 1 0,-1 1 0,0 1 1,0 1-1,0 0 0,0 1 0,-1 1 0,0 1 0,0 1 0,-1 0 0,20 13 1,-27-15 15,0 0 0,0 2 0,0-1 1,-1 1-1,0 0 0,-1 1 0,0 0 0,0 0 1,-1 1-1,0 0 0,-1 0 0,0 1 1,-1 0-1,0 0 0,0 0 0,-1 0 1,-1 1-1,0-1 0,-1 1 0,2 20 0,-4-20 12,-1-1 0,-1 1 0,0-1 0,0 1-1,-1-1 1,-1 0 0,0 0 0,0 0-1,-1-1 1,0 1 0,-1-1 0,0 0 0,-1-1-1,0 1 1,-1-1 0,0-1 0,0 0-1,-10 9 1,-3 0-261,-1 0-1,0-1 1,-1-2 0,-1 0-1,0-1 1,-43 15-1,51-22-590,-68 21-1177,41-20-1756,38-7 2353,0 0 0,0 0-1,1-1 1,-1 1 0,-9-3-1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9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539 249 5649,'0'0'47,"0"0"0,-1 0 0,1 0 0,0 0 0,0 0 0,0 0 0,0 0 0,-1 0 0,1 0 0,0 0 0,0 0 0,0 0 0,0 0 0,0 0 0,-1 0 0,1 0 0,0 0 0,0 0 0,0-1 0,0 1 0,0 0 0,0 0 0,-1 0 0,1 0 0,0 0 0,0 0 0,0 0 0,0 0 0,0-1 0,0 1 0,0 0 0,0 0 0,0 0 0,-1 0 0,1 0 0,0-1 0,0 1 0,0 0 0,0 0 0,0 0 0,0 0 0,0 0 0,0-1 0,0 1 0,0 0 0,0 0 0,0-1 92,0 0 1,0 0 0,0 1-1,-1-1 1,1 0 0,0 0-1,-1 1 1,1-1 0,-1 0-1,1 1 1,-1-1-1,1 0 1,-1 1 0,1-1-1,-1 1 1,0-1 0,1 1-1,-1-1 1,0 1 0,1-1-1,-1 1 1,0 0 0,1-1-1,-2 1 1,-44-24 11570,46 21-11712,1-3 11,-1-1-1,1 1 0,0-1 1,0 1-1,0 0 0,1 0 1,3-7-1,-4 10 98,-1-31-357,0 31 268,3-28 41,-3 28 94,2-4 53,1-4 206,0-1 1,-1 0-1,1-18 0,-4 33-369,-1 0 1,1 0-1,-1-1 0,1 1 0,-1 0 0,0-1 1,0 0-1,-4 4 0,-2 3 110,-140 164 918,-127 156-527,267-320-525,1 0 0,1 0 0,0 1-1,0 0 1,1 0 0,-6 15 0,10-23-13,0 0 1,0 1-1,1-1 1,-1 0-1,1 1 1,-1-1-1,1 1 1,0-1-1,0 0 0,0 1 1,0-1-1,1 1 1,-1-1-1,1 0 1,-1 1-1,1-1 1,0 0-1,0 1 1,0-1-1,0 0 1,0 0-1,0 0 0,0 0 1,1 0-1,-1 0 1,1 0-1,0-1 1,0 1-1,-1 0 1,1-1-1,0 1 1,0-1-1,0 0 1,0 0-1,4 2 1,11 2 3,-1-1 1,1-1 0,0 0-1,0-1 1,1-1 0,-1 0-1,20-3 1,-8 2 12,215-10-54,2 0-110,-82 10-31,-160 0-23,-14-23-7356,3 17 30,-15 6-1499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9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2 118 5817,'-1'1'-1650,"12"14"20222,-5-11-16512,11 0-1717,0 0 0,0-2 0,0 0 0,0 0-1,0-2 1,33-3 0,-49 3-328,227-20 609,-4-17-3360,-197 32 623,0-2-1,0-1 1,50-22 0,-34 11-1581,24-3-6277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0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7237,'0'0'8776,"13"6"-6433,-9-4-2154,1-1 0,0 0 0,0 0 0,0-1 0,0 1 0,-1-1 0,1 0 0,0 0 0,0-1 0,7-1 0,50-10 312,-33 5-481,28-7-2870,77-28-1,-85 24-1884,4 8-2801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0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75 8125,'-3'-29'2499,"3"29"-2343,0-1 0,-1 0 0,1 0 0,0 0 0,-1 0 0,1 0 0,-1 1 0,1-1 0,-1 0 0,1 0 0,-1 1 0,0-1 0,1 0 0,-1 1 0,0-1 0,1 1 0,-1-1 0,0 1 0,0-1 0,1 1 0,-1-1 0,0 1 0,0 0 0,-2-1 0,1 0 435,-19-10 2003,-9-6 4084,10 29-3698,19-12-2908,-1 1 0,1-1 1,0 1-1,0 0 0,0-1 1,-1 1-1,1 0 0,0 0 1,0 0-1,0 0 1,0 0-1,0 0 0,0 0 1,1 0-1,-1 0 0,0 0 1,0 0-1,1 0 0,-1 1 1,1-1-1,-1 0 1,1 1-1,0-1 0,-1 0 1,1 3-1,-10 46 1041,3 2 1,-2 62-1,4-27-1001,-2-3-1001,-17 157-4534,-2-79-5878,10-72-802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121 330 7885,'3'-48'5610,"-3"45"-4094,-6-17 1235,-30-80 2928,34 94-5229,-1-1 0,-1 0 0,1 1 0,-1 0-1,-1 0 1,1 0 0,-8-7 0,4 3 264,7 8-456,-1-1 0,1 1 1,0-1-1,0 1 0,0-1 0,0 0 1,1 1-1,-1-1 0,1 0 0,0 1 1,-1-1-1,1 0 0,0 0 0,1 1 1,0-5-1,-2-20 586,-1 13-807,2 14-37,0 0 0,0 0 0,0-1 0,0 1 0,0 0 0,0 0 0,0 0 0,0 0 0,0-1 0,0 1 0,0 0 0,0 0 0,0 0 0,0 0 0,0 0 0,0-1 0,0 1 0,0 0 0,-1 0 0,1 0 0,0 0 0,0 0 0,0 0 0,0-1 0,0 1 0,0 0 0,0 0 0,0 0 0,-1 0 0,1 0 0,0 0 0,0 0 0,0 0 0,0 0 0,0-1 0,-1 1 0,1 0 0,0 0 0,0 0 0,0 0 0,0 0 0,0 0 0,-1 0 0,1 0 0,0 0 0,0 0 0,0 0 0,0 0 0,-1 1 0,-5 7 0,-4 15 0,8-4 0,0-1 0,2 1 0,0 0 0,1-1 0,1 1 0,0 0 0,6 20 0,0-11 0,0 0 0,2 0 0,25 50 0,-25-61 0,1 0 0,0-1 0,1 0 0,1-1 0,1 0 0,0-1 0,0 0 0,2-2 0,0 1 0,0-2 0,1 0 0,0-1 0,1-1 0,27 10 0,-21-10 0,1-2 0,0-1 0,0-1 0,0 0 0,1-2 0,-1-2 0,1 0 0,-1-1 0,1-2 0,45-8 0,-51 7 0,-1-2 0,0 0 0,0-2 0,0 0 0,-1-1 0,0 0 0,23-16 0,-31 17 0,-1-1 0,0 1 0,-1-2 0,1 1 0,-2-1 0,1 0 0,-1-1 0,0 0 0,-1 0 0,-1 0 0,1-1 0,-1 0 0,5-19 0,3-14 0,12-76 0,-22 101 0,-2 73 0,16 109 0,-6-81 0,24 659 0,-35-718 0,5 233 0,-7 547 0,1-784 0,-1 0 0,-1 0 0,-1-1 0,0 1 0,-1-1 0,-1 1 0,-1-2 0,-1 1 0,0-1 0,-1 0 0,-20 27 0,20-33 0,0 0 0,0-1 0,-1 0 0,0-1 0,0 0 0,-1-1 0,-1 0 0,1-1 0,-1 0 0,0-1 0,-1 0 0,0-1 0,0 0 0,0-1 0,0-1 0,0 0 0,-16 2 0,11-4 0,0-1 0,0 0 0,0-1 0,0-1 0,1 0 0,-1-2 0,1 0 0,-1-1 0,1 0 0,1-2 0,-1 0 0,1-1 0,0 0 0,1-1 0,0-1 0,1-1 0,0 0 0,0-1 0,1 0 0,-15-19 0,6 4 0,1-1 0,2-1 0,0-1 0,2 0 0,2-2 0,1 0 0,1 0 0,1-1 0,-10-52 0,14 42-82,2 0 0,1 0 0,3-1 0,1 0 0,2 0 0,3 1 0,1-1 0,2 1 0,1 0 0,3 1 0,2 0 0,1 1 0,2 0 0,2 1 0,2 1 0,1 1 0,2 1 0,55-68 0,-12 28-1929,4 4-1,88-73 1,63-18-8999,-122 102-171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5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48 588 6145,'0'0'15794,"1"-2"-15318,3-3-307,-1 0-1,1-1 0,-1 1 1,0 0-1,-1-1 0,1 0 0,-1 0 1,0 0-1,1-10 0,-2 12-157,31-146 617,-30 134-608,0-1 0,-1 1 0,-1-1 0,-1 1 1,-1-1-1,0 1 0,-5-19 0,-13-65 96,7 29 452,13 68-501,-1 0 0,0 1 0,-1-1 0,1 0 0,0 0 1,-1 1-1,0-1 0,1 1 0,-1-1 0,0 1 0,0 0 0,-1 0 0,1 0 0,0 0 0,-4-2 0,6 4-20,-1-1 1,0 1-1,0-1 1,0 1-1,1 0 1,-1 0-1,0-1 0,0 1 1,0 0-1,0 0 1,0 0-1,0 0 1,0 0-1,0 0 1,1 0-1,-1 0 1,0 0-1,0 0 0,0 1 1,0-1-1,-1 0 1,1 1 9,0 0-1,0 0 1,0 0 0,0 0 0,0 0 0,0 1-1,0-1 1,0 0 0,0 0 0,1 1 0,-1-1-1,0 0 1,1 1 0,-1-1 0,1 0 0,-1 1 0,1 2-1,-3 13 234,1 0 0,1 1-1,0 0 1,1-1 0,1 1-1,1-1 1,0 1-1,2-1 1,0 0 0,12 32-1,-4-17-433,2 0 0,1-1-1,2 0 1,34 46 0,-47-71-181,1-1 1,0 1 0,0-1-1,0 0 1,1 0 0,0 0 0,0-1-1,0 0 1,0 0 0,1-1 0,8 4-1,-10-6-289,-1 1 0,1-1 1,1 0-1,-1 0 0,0 0 0,0-1 0,0 0 0,0 0 0,0 0 0,0-1 0,6-1 0,36-6-4952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 10625,'-12'11'1756,"-4"-2"960,3 2-1708,-3 1 449,7 2-1269,-1 3-796,7 0-817,-10 9-3159,1-18-3565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 12781,'-39'-37'13069,"17"50"-9720,23-8-3154,0 1 0,0-1-1,1 0 1,-1 0 0,1 0 0,1 0 0,-1 0 0,0 0 0,1 0 0,4 4 0,12 19 82,2-2 0,1 0 0,41 38 0,-9-10-934,-24-24-694,1-1 0,1-1-1,58 37 1,-66-51-501,0-1 0,37 15 0,-43-22-269,0 0-1,0-1 0,0-1 1,25 2-1,-9-3-5119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797 133 8185,'-90'-45'1849,"79"39"-935,0-1 1,1-1-1,-1 1 0,-10-13 0,17 17-570,1-1 1,0 1-1,-1-1 0,0 1 0,0 0 0,0 1 1,0-1-1,0 1 0,-1 0 0,1 0 0,-1 0 1,1 0-1,-1 1 0,0 0 0,0 0 0,1 0 1,-1 0-1,0 1 0,-7 0 0,-1 2-80,1 0 1,0 0-1,0 1 0,0 1 0,1 0 0,-1 1 1,1 0-1,0 1 0,0 0 0,0 0 0,1 1 1,0 1-1,1-1 0,-11 12 0,-11 13-331,2 1 1,-42 61-1,-23 54-3106,28-42-1534,24-39-887,2 6-3200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69 9449,'0'-1'284,"0"-1"-1,1 1 1,-1-1 0,0 1-1,0-1 1,0 1 0,0-1-1,0 1 1,-1-1 0,1 1-1,0-1 1,-1 1 0,1-1-1,-1 1 1,1 0 0,-1-1-1,0 1 1,1 0 0,-1-1-1,0 1 1,0 0 0,0 0-1,0 0 1,0 0 0,0 0-1,0 0 1,-2-1 0,-10-15 2649,10 15-2175,0 0 0,0 1-1,0-1 1,0 0 0,-1 1 0,1 0 0,-6-1 0,8 7-547,0 0-1,-1 0 0,2 1 0,-1-1 0,1 0 1,-1 1-1,1-1 0,1 0 0,1 10 0,15 53 419,-4-24-259,36 173-2865,-42-187-427,-2 0-1,4 59 1,-5-44-3037,8-2-3325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49 289 11569,'-48'9'11813,"54"-26"-10273,4 0-324,22 5-236,34-2-239,14 3-153,15-9-292,22-3-528,17-3-728,5 0-297,11-8-759,5 0-764,-6 2-3577,-6 1-5800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307 112 5140,'-21'-7'1514,"20"5"-1137,-1 0 0,0 0-1,1 0 1,-1 0 0,1 0 0,0 0 0,0-1 0,0 1 0,0 0-1,0-1 1,0 1 0,1-1 0,-2-4 0,-10-59 8908,12 63-8629,-2 6 346,-5 12-349,0 0 1,1 1-1,0-1 1,2 1-1,-1 0 1,2 0-1,-2 27 1,-91 597 4012,66-505-4666,-41 224 0,64-307 0,2 1 0,3 1 0,2-1 0,12 94 0,-6-119-3,0 1 1,2-2-1,1 1 0,1-1 1,1 0-1,2-1 1,1-1-1,0 0 0,2 0 1,1-2-1,1 0 0,1-1 1,0-1-1,2-1 0,1 0 1,0-2-1,1 0 0,1-2 1,1-1-1,0 0 1,1-2-1,0-1 0,1-2 1,43 13-1,-25-12-590,0-1 0,1-2 1,0-3-1,0-1 0,0-3 0,0-1 0,1-2 1,67-13-1,138-32-4468,-53-9-2835,-48 5-3529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0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67 9173,'-29'3'9647,"28"22"-8137,-2 0 0,-1 0 0,-8 29 0,5-22-685,-4 39 0,3 13-121,-10 220 743,18-268-1458,2 0 1,2 0 0,1 0-1,2 0 1,1-1 0,17 44 0,-24-76 6,0 0 0,0-1 0,0 0 0,1 1 0,-1-1 1,1 1-1,-1-1 0,1 0 0,0 0 0,0 0 0,0 0 1,0 0-1,0-1 0,0 1 0,0-1 0,1 1 0,-1-1 0,1 0 1,-1 0-1,1 0 0,-1 0 0,1 0 0,0 0 0,-1-1 1,1 1-1,0-1 0,-1 0 0,1 0 0,0 0 0,0 0 1,-1 0-1,1-1 0,0 1 0,-1-1 0,1 0 0,4-1 1,5-3 0,0 0 0,0-1 0,0 0 0,-1-1 1,18-13-1,43-41-78,8-7 76,-70 61 5,1 0-1,-1 1 1,1 0 0,0 1-1,0 0 1,16-4-1,-7 4 80,1 2-1,-1 0 1,1 1-1,0 1 1,-1 1 0,1 1-1,40 7 1,6 7 302,68 24 0,-60-16-171,-44-13-142,19 6 96,1-3 0,0-1 1,94 8-1,-136-20-141,1 0 0,0-1-1,-1 0 1,1 0 0,-1-1 0,1 0 0,-1-1 0,0 0 0,0 0 0,0-1 0,-1 0-1,1-1 1,14-10 0,-17 10-2,-1 1 0,0-1 1,-1 0-1,1 0 0,-1-1 0,0 0 0,0 1 0,0-1 0,-1 0 0,0-1 0,0 1 0,-1-1 0,0 1 1,0-1-1,0 0 0,-1 1 0,0-1 0,0 0 0,-1 0 0,0-8 0,-2-9 3,-1 1 0,-1-1-1,-1 1 1,-1 0 0,-1 1-1,-2 0 1,-19-40 0,-96-140-465,76 131-133,8 5-468,-28-41-1230,58 94 996,0 1 1,-1 0 0,0 1 0,0 0-1,-23-16 1,18 18-5037,-2 10-4031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277 270 5236,'4'12'965,"-7"-10"66,-15-11 1298,16 7-976,-17 2 1152,-38-4 3236,-92 8 1,121-3-4033,28-1-1698,-1 0 1,1 0-1,0 0 1,0 0-1,0 0 1,0 0-1,0 0 1,-1 0-1,1 0 1,0 0-1,0 0 1,0 0-1,0 0 1,0 0-1,0 0 1,-1-1-1,1 1 1,0 0-1,0 0 1,0 0-1,0 0 1,0 0-1,0 0 1,0 0-1,-1 0 1,1 0-1,0 0 0,0 0 1,0-1-1,0 1 1,0 0-1,0 0 1,0 0-1,0 0 1,0 0-1,0 0 1,0-1-1,0 1 1,0 0-1,0 0 1,0 0-1,0 0 1,0 0-1,0-1 1,0 1-1,0 0 1,0 0-1,0 0 1,0 0-1,0 0 1,0 0-1,0-1 1,0 1-1,0 0 1,0 0-1,0 0 1,0 0-1,0 0 1,0 0-1,0 0 1,0-1-1,1 1 1,-1 0-1,0 0 1,0 0-1,4-3 73,1 0 0,0 1 0,0-1-1,0 1 1,0 0 0,6-1 0,66-18 299,224-53 69,352-70-4780,-628 140 3309,46-2 0,-11 9-3363,-75 16-2971,-11 5-353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 9909,'-2'-1'2757,"-13"-3"916,14 4-3285,1 0-1,-1 0 1,1 0 0,-1 0 0,1 0 0,-1 0-1,1 0 1,-1 0 0,1 0 0,-1 0-1,1 1 1,-1-1 0,1 0 0,-1 0 0,1 0-1,-1 1 1,1-1 0,-1 0 0,1 1-1,-1-1 1,1 0 0,0 1 0,-1-1 0,1 1-1,-4 16 6277,3 1-8380,10 134 3502,-9-71-6221,16 126 0,-8-143-3333,-4 6-5377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44 123 10677,'-17'0'2769,"14"-12"878,1-8-925,1 17-730,-6-4 997,6 7-2891,0-1 0,0 1 1,1 0-1,-1-1 0,0 1 1,0-1-1,1 1 0,-1-1 1,0 1-1,1-1 0,-1 0 1,1 1-1,-1-1 0,1 0 1,-1 1-1,1-1 0,-1 0 1,1 1-1,0-1 0,-1 0 1,1 0-1,0 0 0,-1-1 1,3-2 3,0 0 0,0 0 1,0 0-1,0 1 1,1-1-1,-1 1 0,1-1 1,0 1-1,0 0 0,0 0 1,1 0-1,-1 1 0,1-1 1,-1 1-1,1 0 0,0 0 1,0 0-1,0 0 0,0 1 1,0-1-1,0 1 0,0 0 1,1 1-1,-1-1 0,0 1 1,5-1-1,2 1-56,0 0 0,-1 0 0,1 1-1,0 1 1,0-1 0,-1 2 0,1-1 0,-1 2 0,0-1 0,11 6-1,-11-3-22,1 0 0,-1 0 0,-1 1 0,1 1 0,-1-1 0,-1 1-1,1 1 1,-2 0 0,1 0 0,-1 0 0,0 1 0,7 14 0,-6-7-10,-1 0 0,-1 0 0,0 0 1,-2 1-1,0 0 0,-1 0 0,2 23 0,-5 15-9,-1 0 1,-3-1-1,-3 1 0,-16 64 0,17-96-8,4-16 7,0-1 0,0 1 0,0 0-1,1-1 1,0 1 0,1 0 0,-1 0 0,2 0-1,-1 0 1,1 0 0,3 12 0,1-18 13,2-3-17,1-1-1,-1 1 1,0-2 0,0 1-1,0-1 1,0 0 0,-1 0 0,1-1-1,-1 0 1,0 0 0,0-1-1,0 1 1,6-8 0,10-10-41,0-1 0,-1-1 0,-2-1 0,0 0 1,15-29-1,65-142-438,-56 104 288,-41 87 284,11 23 419,-8-8-357,-1-1 0,0 1 0,0 0 0,-1 1 0,0-1 0,-1 0 0,0 1 0,-1 0 0,0-1 0,-1 17 0,6 41 364,-3-54-518,1 1 0,0-1 0,0 0 0,2 0 0,0-1 0,0 1 0,1-1 0,1-1 0,0 1 0,1-2 0,0 1 0,0-1 0,2 0 0,-1-1 0,1 0 0,1-1 0,0 0 0,0-1 0,1 0 0,0-1 0,18 8 0,0-2-547,1-2 0,0-1 0,0-1-1,1-2 1,0-1 0,0-2 0,39 1 0,-21-6-857,0-1 0,-1-3-1,0-2 1,55-15 0,-40 6-5628,6 1-4321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0 280 13289,'0'0'8987,"7"-1"-6970,316-60 3017,6 5-3628,117-20-1413,-16 3-4541,-357 67 2571,-1 0-4027,-67 7 122,6 9-3449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 14505,'-24'-2'3026,"17"3"3067,-4 8-4145,8-5-1384,0 1 0,0 0 0,0 0 0,1 0 0,0 1 0,0-1 0,1 0 0,-3 11 0,-3 54 1224,3-26-1470,-6 38-306,-20 224-11,30-268-1560,1 0 0,3 0 0,0 0 0,3 0 0,1-1-1,22 63 1,-4-49-5620,10-6-4511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3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13617,'3'55'2742,"-1"-38"-1585,-1 0 1,-1 0-1,0-1 1,-4 20 0,-3 9 551,3 1 1,0 88 0,21 95 87,-15-206-1627,37 197 700,-39-219-867,3 9 25,16 63 315,-18-69-301,0-1 1,1 1-1,-1-1 1,1 1 0,0-1-1,0 0 1,0 0-1,1 0 1,-1 0 0,1 0-1,-1 0 1,1 0-1,0-1 1,3 3 0,-4-5-32,0 1 1,-1-1 0,1 1 0,-1-1 0,1 0 0,0 0 0,-1 0 0,1 0-1,0 0 1,-1 0 0,1 0 0,0-1 0,-1 1 0,1 0 0,-1-1 0,1 0 0,-1 1-1,1-1 1,-1 0 0,1 0 0,-1 1 0,2-3 0,29-25 135,49-82 71,-61 80-99,2 0 0,1 1 0,1 1 0,54-49 0,-62 65-97,1 0 1,-1 2-1,2-1 0,-1 2 1,1 1-1,1 0 1,-1 1-1,1 1 0,1 0 1,31-3-1,-40 7-14,0 2-1,0 0 1,-1 0 0,1 1 0,0 0-1,0 0 1,0 2 0,-1-1-1,1 1 1,-1 1 0,0 0 0,0 0-1,0 1 1,0 0 0,-1 1-1,0 0 1,0 1 0,-1 0 0,0 0-1,14 16 1,-14-15-8,-1 1 1,-1 1-1,1-1 0,-2 1 0,1 0 1,-2 0-1,1 1 0,-1-1 0,-1 1 1,0 0-1,0 0 0,-1 0 1,0 1-1,-1-1 0,-1 0 0,0 1 1,0-1-1,-3 15 0,0-10-2,-1-1 0,0 0 0,-1 1 0,-1-2 0,-1 1 0,0-1 0,0 0 0,-2 0 0,1-1 0,-2 0 0,0-1 0,-19 19 0,-3-2-374,-1-1 0,-2-2 0,0-2-1,-2-1 1,0-2 0,-62 26-1,-76 15-4241,-2-16-6155,106-29-964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486 244 6557,'-11'-8'750,"0"0"0,1-1 0,0-1 0,0 1 0,1-2 1,0 1-1,-12-20 0,-57-98 7924,62 107-5479,22 45-860,14 14-1357,1-2-1,1 0 0,3-2 1,42 48-1,-10-11-180,12 17-719,-5 4 0,-3 2-1,90 191 1,-129-230-74,-2 1 0,-2 1 0,15 88 0,-27-100-5,-1 0 0,-2 1 0,-3-1 0,-1 1 0,-10 56 0,-1-36-574,-4-1 1,-3-1-1,-2 0 0,-3-1 0,-3-2 1,-2-1-1,-3-1 0,-70 96 0,33-65-935,-5-3 0,-3-3-1,-3-4 1,-122 94 0,107-98-5018,16-13-4003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6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8861,'0'0'2233,"-3"1"627,-15 13 6556,58-3-8628,0 2 0,-1 2 1,61 32-1,1 1-361,323 134 236,-160-60-1182,-198-90 20,0 8-16,-53-31 430,1 0-1,0-1 0,0-1 0,21 8 1,-33-14 79,0-1 1,0 1-1,-1 0 1,1 0-1,-1 0 1,1 0 0,-1 1-1,1-1 1,-1 0-1,0 1 1,3 2-1,0 0-191,-8-4 218,-1 0 0,1 1 0,-1-1 0,1 1 0,0-1 1,-1 1-1,1 1 0,0-1 0,-1 0 0,1 1 0,0 0 0,-4 3 0,-53 36 602,26-15-290,-709 455 1849,492-308-2482,98-43-3004,123-95-448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6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132 481 8993,'-55'7'2113,"53"-7"-1890,0 0 0,1 1-1,-1-1 1,0 0 0,1 1 0,-1-1-1,0 1 1,1-1 0,-1 1-1,1 0 1,-1 0 0,1 0 0,0 0-1,-1 0 1,1 0 0,0 0 0,-1 0-1,0 2 1,1-2-91,1 0 1,-1-1-1,0 1 0,1 0 1,-1-1-1,0 1 0,1-1 1,-1 1-1,0-1 0,0 1 1,1-1-1,-1 1 0,0-1 1,0 0-1,0 1 0,0-1 1,1 0-1,-1 0 0,0 0 1,0 0-1,0 0 0,-1 0 1,-26-1 5109,62-9-865,-4 3-5076,336-87 2501,12-1-1196,554-132-24,-853 209-601,234-41-781,-309 59 584,-1-1-1,1 1 1,-1 0-1,1 1 0,-1-1 1,1 0-1,-1 1 1,0 0-1,1 0 1,-1 0-1,5 3 0,-6-4-1023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88 6285,'7'-8'1876,"-7"7"-1154,1 0 0,-1 0 0,1 0 0,-1 0-1,1 0 1,-1 0 0,0 0 0,0 0 0,0-1 0,0 1 0,1 0 0,-1 0 0,-1 0 0,1-2 0,-2-8 724,1 5 1344,0 4-2285,-7-22 768,7 22-579,-2 1-88,-26-9 490,26 9 563,0 0-1467,2 1-150,0-1-1,0 1 1,0-1-1,0 1 1,0-1-1,0 1 1,0 0-1,0 0 1,0 0-1,0-1 1,0 1-1,0 0 1,0 0-1,0 0 1,0 0-1,0 1 1,0-1-1,0 0 1,0 0-1,0 1 0,0-1 1,0 0-1,0 1 1,0-1-1,1 1 1,-1-1-1,-1 2 1,1 1 123,0-1 0,0 1 0,1 0 0,-1 0 0,1 0 0,0 0 0,-1-1 0,2 1 0,-1 4 0,0 7-90,-56 962 554,52-940-711,-6 55-3493,-41 163 0,15-124-4844,3 8-5713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0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1 260 6109,'4'-5'307,"-1"0"0,0-1 0,0 1 1,0-1-1,0 0 0,-1 0 0,0 0 1,-1 0-1,1-1 0,-1 1 0,0 0 1,0-1-1,-1-7 0,2-3 626,1 0-1,1 1 1,1-1 0,8-19-1,7-27 1857,-20 60-1944,6 18-144,2 20-265,-2 0 0,3 46 0,-3-21-122,33 474 981,-28 3-797,16 292-254,71-36-553,-68-646-424,7-1 0,5-2 0,81 181 0,-94-267-817,63 95 1,35 15-4971,-105-144 2909,28 24-1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2520 4660,'1'0'202,"0"-1"0,1 1-1,-1-1 1,1 1-1,-1-1 1,0 0-1,1 1 1,-1-1 0,0 0-1,0 0 1,0 0-1,0 0 1,0 0-1,0 0 1,0 0 0,0-1-1,0 1 1,0 0-1,0 0 1,-1-1-1,1 1 1,-1-1-1,2-2 1,-1 1-452,0 1 696,24-21 614,-18 18-919,0-1-1,1 1 1,0 1 0,0-1-1,0 1 1,0 1-1,1-1 1,13-2 0,80-13 1206,-14 3-413,170-70 1048,-31 8-1185,182-7 7,7 34-350,-153 22-124,128-14-22,107-13-2,845-59 170,-318 46-352,-481 4-21,-233 14 42,-260 41-52,331-53 227,201-39 72,-328 48-356,-82 21 0,-97 20-13,239-34 34,106-4-30,104-12 92,-194 22-91,-172 22 8,256-19-26,-265 26-45,391-26-6,-123 10 65,121-3-16,765-35 248,-379 45 108,18-4 267,-769 11-590,394-39 148,-396 24-41,227-69-1,-395 97-149,414-123 314,-137 40-146,53 1-67,-258 66-59,48-9-45,327-45 28,-403 64 5,440-75 18,126-18-36,-379 69 64,446-35-100,-219 52 69,-190 8-56,-236 7 37,0 1 1,36 6-1,9 2-99,106 24 19,-137-23 46,-37-7 9,0-1 0,0-1-1,0 0 1,13 1 0,-2-2 16,44 8 0,4 1 53,46 10 356,-82-15-211,28 1 200,86 14 991,-44-9-1094,-12-2-220,58 4 113,-75-8 504,-76-5-691,1 0 0,-1 1 1,0-1-1,1 0 0,-1 1 0,0-1 0,1 1 1,-1 0-1,0-1 0,1 1 0,-1 0 1,0 0-1,0 0 0,0 0 0,0 0 1,0 0-1,0 0 0,0 0 0,0 0 0,-1 0 1,1 0-1,1 2 0,8 30 6,-6-20 60,-4-10-68,1 0-1,-1 0 0,0 0 0,0 0 1,0 1-1,0-1 0,0 0 1,0 0-1,-2 4 0,0 6 11,8 150 455,-2-61-272,9 47-13,0 13-75,5 117 32,-5 66 65,-11-284-170,1-9-23,-2 1-1,-11 94 1,-84 271 111,48-237-100,-48 231 9,50-159-8,25-132-23,8 12-51,6-38 72,2-69-25,0 14 6,-2-1 0,-2 0 0,-15 48 0,13-57-12,0 0-1,2 0 1,2 1-1,0 0 1,3 0 0,0 0-1,5 60 1,-3-86 2,1 0-1,-1 0 1,-1 0 0,1 0 0,-1 0-1,0 0 1,0 0 0,0 0 0,-1 0 0,0 0-1,0 0 1,0-1 0,0 1 0,-1-1-1,0 1 1,0-1 0,0 0 0,0 0-1,-6 5 1,-1 3 6,-4 3-6,-1-1 1,-1-1-1,0-1 0,-1 0 0,-30 15 0,7-3-8,-1-2 0,-1-2-1,-1-2 1,-90 25-1,-228 40 67,-328 71-31,124-17-32,318-79-1,-1553 290-335,1431-286 58,-618 76-80,-223-78 214,545-24 106,501-25-21,-340 21-487,175-16 203,155-9 152,-895 102-252,439-4 309,320-56 95,-69 28 126,236-52-69,-223 11 1,169-21-12,-820 113-201,211 29-139,485-90 285,-329 26-1,-447 87 1,581-44 180,379-96-146,35-11-27,-110 34-844,148-44 502,-105 18 0,-69-5 159,188-26 183,-549 29 33,427-29-32,1 6-1,-182 39 1,125 8-16,118-27 73,70-21-29,-324 80 47,284-76 45,-1-3-1,-131 2 1,93-12-136,-225 33 1,154 1 104,158-32-59,1-2 0,0-1 0,-49-4 0,-92-21-17,67 8 23,-13-5 201,-133-40 0,152 24 195,96 35-388,-1-1 0,0 1 0,1-1 0,0 1 0,0-1 0,-1 0 0,2-1 1,-4-3-1,-2-2 2,6 7-2,1 2-2,0-1 1,0 1-1,1-1 1,-1 0-1,0 0 1,1 1-1,-1-1 1,1 0-1,-1 0 1,1 0-1,-1 0 1,1 0-1,-1 0 1,1 1-1,0-1 1,0 0-1,0 0 1,-1 0-1,1 0 1,0 0-1,0 0 1,0 0-1,0 0 1,0 0-1,1 0 1,-1 0-1,1-2 1,-1-12 6,-6-12 89,-4-12-103,7 26 5,0 0 1,-1 0-1,-7-13 1,7 17 1,1 0 0,-1-1 1,2 1-1,-1-1 0,-1-15 1,0-78 28,3 93-81,2 0-1,-1 0 1,1 0-1,3-15 1,1-4-2809,18 11-7534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5 200 5368,'-1'-7'14697,"-3"19"-5452,5-7-11344,30-2 2704,-1-1 0,54-2 0,72-14 86,-112 9-558,360-46 432,-175 19-458,79-9-84,-239 32-68,-64 9 37,6-15-9327,-7 11 8237,22-19-5350,2 2-4179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7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52 9577,'-5'-7'1435,"-1"-1"0,0 1 1,0 0-1,-1 0 0,-11-8 4621,3 38-3082,11-7-2417,1-1 0,0 1 1,1 0-1,1 0 0,0-1 0,1 1 0,3 19 1,-2 13 383,-37 759 644,33-778-1765,-1 9-1056,1 0 0,5 73 0,-1-103 629,6 32-4401,-3-34-649,3-1 3108,-4-3 452,9 7-7880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53 9153,'2'-15'2268,"-2"15"-2197,0 0 1,0-1-1,0 1 0,-1 0 0,1 0 0,0-1 0,0 1 1,-1 0-1,1 0 0,0 0 0,0-1 0,0 1 0,-1 0 1,1 0-1,0 0 0,-1 0 0,1 0 0,0 0 0,0 0 1,-1 0-1,1-1 0,0 1 0,-1 0 0,1 0 0,0 0 0,-6 2 6962,28-17-5356,-15 11-1561,1 1 1,-1 0 0,1 1-1,0 0 1,0 0 0,0 0-1,0 1 1,0 0 0,0 1-1,14 0 1,13 3 178,41 9-1,-38-6-135,22 4 98,93 27 0,-127-28-224,-1 0-1,0 2 1,-1 0-1,0 2 0,-1 0 1,24 19-1,-44-29-27,3 1 0,-1 0 1,0 0 0,0 1-1,0 0 1,-1 0 0,6 8-1,-8-10-1,-1 0-1,1 0 1,-1 0-1,0 0 0,0 0 1,0 0-1,-1 0 1,1 1-1,-1-1 0,1 0 1,-1 0-1,0 1 1,0-1-1,-1 0 1,1 0-1,-1 1 0,0-1 1,0 0-1,-1 5 1,-2 3 11,-1 1 1,0-1-1,-1 0 1,0 0 0,0-1-1,-1 0 1,0 0-1,-1 0 1,0-1 0,-1 0-1,0-1 1,-14 11-1,-234 135-469,130-82-1712,6 5-3390,89-51 173,16-7-3142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8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1 186 11893,'21'-4'2644,"43"-3"1,-54 8-2266,0 0 0,0 0 1,0 1-1,0 0 0,0 1 0,-1 1 1,16 6-1,59 37 794,-59-31-948,0 1 0,-1 2 0,-1 0 0,-1 1-1,34 41 1,-43-45-171,-2 0 0,0 1 0,-1 0 0,-1 1 1,0 0-1,-1 0 0,-1 1 0,-1 0 0,6 30 0,-7-20-19,1 37 1,-6-57 80,0 0 1,0 1-1,-1-1 0,0 0 1,-1 0-1,0 0 1,-7 17-1,9-24 52,-1 0-1,0 0 1,0 0 0,0-1-1,0 1 1,0 0 0,0 0-1,-1 0 1,1-1 0,-1 1-1,1-1 1,-1 1 0,-3 1-1,4-3-117,0 1 0,0-1 0,0 0-1,0 0 1,-1 0 0,1 0-1,0 0 1,0 0 0,0 0 0,0 0-1,0 0 1,-1 0 0,1-1-1,0 1 1,0 0 0,0-1 0,0 1-1,0-1 1,0 0 0,0 1 0,0-1-1,0 0 1,0 1 0,1-1-1,-1 0 1,0 0 0,-1-1 0,-2-3 66,0 0 1,1-1 0,-1 0 0,1 1 0,0-1 0,0 0 0,1 0-1,0 0 1,0-1 0,1 1 0,-1 0 0,0-14 0,0-4 135,2-1 0,1-24 1,2 19-378,1 0 1,1 1 0,2 0-1,0 0 1,3 1 0,0 0-1,1 0 1,21-34-1,-6 19-1922,2 2 0,1 0-1,2 3 1,44-42-1,-23 33-4117,2 13-3626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8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1160 9853,'25'-14'3895,"10"-6"1838,-13 11-5916,-6 5 481,175-55 1593,-183 55-1831,1 0 0,0-1 1,-1-1-1,0 1 1,12-12-1,4-3 38,-23 20-96,-1-1 1,1 0 0,0-1-1,-1 1 1,1 0-1,-1 0 1,1 0 0,-1 0-1,0 0 1,1 0-1,-1-1 1,0 1 0,0 0-1,0 0 1,0 0 0,0-1-1,0 1 1,0 0-1,-1-2 1,1 0 5,1 1 0,-1 0-1,0 1 0,0-1 0,0 0 1,0 0-1,0 0 0,0 0 1,0 0-1,0 0 0,-1 0 0,1 0 1,-1 0-1,0 0 0,1 0 1,-1 1-1,0-1 0,0 0 0,0 1 1,0-1-1,-1 0 0,1 1 1,0-1-1,0 1 0,-1 0 0,1 0 1,-1-1-1,0 1 0,1 0 1,-1 0-1,0 0 0,0 0 0,1 1 1,-1-1-1,0 0 0,0 1 1,0-1-1,0 1 0,0 0 0,0 0 1,0 0-1,0 0 0,0 0 1,0 0-1,-3 1 0,-7 1 76,1 0 0,-1 0 0,1 2-1,0-1 1,0 1 0,-12 7 0,8-3 139,0 1-1,1 0 1,0 1 0,1 1 0,0 0-1,0 0 1,1 1 0,1 1 0,0 0-1,1 1 1,0 0 0,1 0 0,1 1 0,0 0-1,-8 27 1,14-37-169,0 1-1,0-1 1,1 1-1,0 0 1,1 0-1,-1 0 1,1-1 0,0 1-1,0 0 1,1 0-1,0 0 1,0 0-1,0-1 1,1 1-1,0-1 1,0 1-1,0-1 1,0 1 0,1-1-1,0 0 1,6 7-1,-3-5-12,1 0-1,0-1 1,1 0-1,-1 0 0,1-1 1,0 1-1,1-2 1,-1 1-1,1-1 1,0-1-1,0 0 0,15 4 1,13 1-48,0-2 1,1-1-1,-1-2 0,1-2 0,72-6 1,-63-1-102,-1-2 0,0-1 0,0-3 1,61-25-1,-88 30 77,-1-2-1,0-1 1,0 0 0,-1-1-1,0-1 1,22-20 0,-33 27 15,0 0 0,-1-1 0,0 0 0,0 0 0,0-1 0,-1 1 1,0-1-1,0 0 0,0 0 0,-1 0 0,0 0 0,-1-1 0,0 1 1,0-1-1,0 0 0,-1 1 0,0-1 0,-1 0 0,0-14 0,0 18 8,-1 1 0,1 0-1,-1-1 1,0 1-1,0-1 1,0 1 0,0 0-1,0-1 1,-1 1-1,0 0 1,1 0 0,-1 0-1,0 0 1,0 1-1,-1-1 1,1 0 0,-1 1-1,1 0 1,-1-1 0,0 1-1,0 0 1,0 1-1,-5-4 1,4 4-1,-1 0 1,1 0-1,-1 1 1,1-1-1,-1 1 1,1 0-1,-1 0 1,1 1-1,-1-1 1,1 1 0,0 0-1,-1 0 1,1 1-1,0-1 1,-1 1-1,1 0 1,0 0-1,0 0 1,-4 4-1,-3 2 1,-1 0 0,2 2 0,-1-1 0,1 1 0,1 0 0,-11 16 1,1 2 13,-24 46 0,40-69 0,1-1 1,0 1-1,1 0 0,-1 0 1,1 0-1,0 0 0,0 0 1,1 0-1,-1 1 0,1-1 1,0 0-1,0 0 0,1 0 1,1 5-1,-2-7-1,1-1-1,0 1 1,-1-1 0,1 1-1,0-1 1,1 0 0,-1 1-1,0-1 1,1 0 0,-1 0-1,1 0 1,-1 0 0,1 0-1,0-1 1,0 1 0,0 0-1,0-1 1,0 1 0,1-1-1,-1 0 1,0 0 0,0 0-1,1 0 1,-1 0 0,1 0-1,-1-1 1,4 1 0,3 0-33,1 0-1,0-1 1,-1 0 0,1-1 0,0 0 0,-1 0 0,1-1 0,-1 0-1,1-1 1,-1 0 0,0-1 0,0 0 0,11-6 0,-8 2-15,-1 0 0,0-1 1,0 0-1,-1-1 0,0 0 0,-1-1 1,0 0-1,11-17 0,-5 2-17,-1 0 0,-1-2-1,-1 0 1,-2 0 0,0-1 0,-2 0 0,8-59-1,-10 0-55,-12-174 0,4 214 160,-44-403-121,42 395 419,68 450 1421,-55-320-1651,3 0 0,3 0 0,4-2-1,34 87 1,-50-151-147,0 0 0,1 0 1,1 0-1,-1 0 0,1-1 1,0 0-1,0 0 0,1-1 1,0 1-1,1-1 0,-1 0 0,1-1 1,0 0-1,0 0 0,1 0 1,-1-1-1,1 0 0,0 0 1,14 4-1,-17-8-17,0 1 1,0-1 0,0 0-1,0 0 1,0-1 0,-1 1-1,1-1 1,0 0-1,0 0 1,0-1 0,7-3-1,-1 0-19,1-1-1,-1 0 0,12-9 0,-4-2 48,-1 0-1,0-1 0,-1-1 0,-1 0 0,22-37 0,-4 8 917,-32 45-312,-1 6-381,4 6-208,0 1 1,-1 0 0,-1 0-1,0 0 1,0 0 0,-1 1 0,0-1-1,0 14 1,6 25-1337,4 14-2861,-6-22-4584,-5-21-1466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7045,'19'3'1072,"0"0"-404,0 8-484,0-2-996,-3-1-1536,9 9-477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9 12689,'-1'-1'125,"0"0"0,0 1 0,0-1 0,0 0 0,1 1 0,-1-1-1,0 1 1,0-1 0,0 1 0,0-1 0,0 1 0,0 0 0,0-1 0,-1 1 0,1 0 0,0 0-1,0 0 1,0 0 0,0 0 0,0 0 0,0 0 0,0 0 0,0 1 0,0-1 0,0 0 0,-2 1-1,0 1 274,1 0 0,-1 1-1,0-1 1,1 0 0,0 1-1,-1 0 1,-1 3 0,-5 5 291,-2 4 281,1 0 0,1 0 0,1 0 0,0 1 0,1 0 0,0 1-1,-6 29 1,2-1 455,-7 81 0,16-103-1345,1 0-1,0 1 0,2-1 0,1 0 1,1 0-1,0 0 0,9 26 0,-9-40-361,0 0 0,1 0-1,0 0 1,0-1-1,1 0 1,0 0 0,0 0-1,1 0 1,0-1 0,0 0-1,1 0 1,0-1-1,0 0 1,1 0 0,0 0-1,0-1 1,0 0-1,0-1 1,18 7 0,-14-7-339,1 0 1,0-1 0,1 0-1,-1-1 1,0 0 0,1-1-1,-1-1 1,1 0 0,-1-1-1,0-1 1,1 0 0,-1 0 0,0-1-1,0-1 1,0 0 0,-1-1-1,15-8 1,-16 7 447,-1-1-1,0 0 1,0 0 0,0-1-1,-1 0 1,-1-1 0,1 0-1,-1-1 1,-1 1-1,0-1 1,0-1 0,5-11-1,4-17 988,-1-1 0,-2 0 0,-2-1 0,11-72 0,-6-33 2712,-4 32 1578,-12 110-4106,7 30 458,56 236-1096,-40-163-3510,-19-51-472,-8 0-4133,0-31-2356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0 812 8049,'72'-31'2909,"2"2"0,84-20 0,52 10-1361,-165 31-1002,-42 7-143,19 1 469,-16 0-709,0-1 1,-1 0 0,1 0 0,0 0 0,-1-1 0,1 1 0,-1-1-1,0-1 1,0 1 0,0-1 0,0 0 0,8-6 0,-11 7 210,-23 7-288,14-3-69,0 1-1,1 1 1,0-1 0,-1 1-1,1 0 1,1 1-1,-1-1 1,1 1-1,-1 0 1,1 0-1,1 1 1,-1 0-1,-4 8 1,-5 10 68,1 0-1,-12 32 1,23-51-75,0 0 1,0-1 0,0 1 0,1-1-1,0 1 1,0 0 0,0 0 0,0 0-1,1 0 1,0-1 0,0 1 0,0 0-1,0 0 1,1 0 0,0 0 0,0-1-1,1 1 1,-1 0 0,3 5 0,-1-6-7,-1 0 0,0-1 0,1 0 0,0 0 0,0 0 0,0 0 0,0 0 0,0 0 0,0-1 0,1 1 0,-1-1 0,1 0 0,0 0 0,-1-1 0,1 1 0,0-1 0,0 1 0,0-1 0,0-1 0,1 1 0,-1 0 0,5-1 0,4 1-15,-1-1-1,0-1 0,1 0 1,-1-1-1,0 0 0,0 0 1,0-2-1,0 1 1,0-2-1,-1 1 0,15-9 1,-19 9 8,-1-1 0,0 0-1,1 0 1,-2 0 0,1-1 0,-1 0 0,0 0 0,8-12 0,-2 1-5,-2-1-1,9-21 1,-12 23 0,-1-1 0,5-29 0,0 0 3,-6 30-79,-1-1-1,0 1 0,-1-1 1,-1-19-1,-17 44-42,3 5 103,0 0 0,0 1 0,1 1 1,1 0-1,0 0 0,2 1 0,-10 20 0,19-36 24,-17 29 5,5-9-19,1 0 0,0 0 0,2 1 0,0 1 0,1-1 0,-7 34 0,16-53 13,-1 0 0,1 1 0,-1-1 0,1 0 0,0 0 0,0 0 0,0 0 0,0 1 0,1-1 0,-1-1 0,0 1 0,4 3 0,-4-3-8,-1-2 10,0 0-1,1 1 0,-1-1 0,0 0 0,0 0 1,0 0-1,0 1 0,1-1 0,-1 0 1,0 0-1,0 0 0,0 0 0,1 0 0,-1 0 1,0 1-1,0-1 0,0 0 0,1 0 1,-1 0-1,0 0 0,0 0 0,1 0 0,-1 0 1,0 0-1,0 0 0,1 0 0,-1 0 0,0 0 1,0 0-1,1 0 0,-1 0 0,0 0 1,0-1-1,0 1 0,1 0 0,-1 0 0,0 0 1,0 0-1,0 0 0,1 0 0,-1-1 0,0 1 1,11-4-1,-1 0 0,1 0 0,-1-2-1,-1 1 1,1-1 0,-1 0 0,0-1 0,0 0 0,0-1 0,-1 1 0,-1-2 0,1 1 0,-1-1 0,-1 0 0,1-1 0,-2 1 0,1-1 0,-1 0-1,-1-1 1,7-20 0,-9 23-2,18-67 44,18-126 0,28-273 2199,-65 471-1321,2 30-48,-1 6-673,-2 1 0,-1-1 0,-10 64 0,2-28-180,-5 50-857,-13 143-3287,17-87-5285,10-84-622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49 126 13005,'-9'-26'898,"-10"-27"1326,0 17 2487,17 25 3056,12 18-3722,-1 0-5057,5 7 1159,0 0 0,-2 0 0,0 2 0,0-1-1,11 22 1,0 5-23,18 45 0,-22-38-124,19 91 0,-26-93 0,5 37-1225,10 133 0,7 38-2144,-23-211 179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10137,'5'2'319,"13"4"1292,-18-6-1535,1 0 1,-1 0-1,1 0 0,0 0 0,-1 0 1,1 0-1,-1-1 0,1 1 1,-1 0-1,1-1 0,-1 1 0,1 0 1,-1-1-1,1 1 0,-1 0 1,1-1-1,-1 1 0,1-1 0,-1 1 1,0-1-1,1 1 0,-1-1 1,0 1-1,0-1 0,1 1 0,-1-1 1,0 0-1,0 0 0,1-1 71,0 1-1,0-1 0,1 1 0,-1-1 1,0 1-1,0-1 0,1 1 0,-1 0 1,1 0-1,-1 0 0,1 0 1,-1 0-1,1 0 0,0 0 0,0 1 1,-1-1-1,1 0 0,0 1 0,0 0 1,0-1-1,0 1 0,2 0 1,54-1 1469,-45 1-1284,24 2 226,-1 1 0,1 1 1,61 16-1,-83-16-461,0 1 0,-1 1 0,1 0 0,-1 0 0,0 2 0,-1 0 0,0 0 0,0 1 0,-1 1 0,0 0 0,18 19 0,-27-24-75,1 0 0,-1-1 0,0 2 0,0-1 0,0 0 0,-1 1 0,1-1 0,-2 1 0,1 0 0,0 0 0,-1-1 0,0 1-1,-1 0 1,1 0 0,-1 0 0,0 0 0,-1 0 0,1 0 0,-1 0 0,0 0 0,-1 0 0,1 0 0,-1-1 0,-1 1 0,1-1 0,-1 1 0,-4 6 0,-5 7 20,0-1 0,-2 0-1,0-1 1,-1-1 0,0 0-1,-21 15 1,-105 76 108,15-11-2072,47-25-4682,65-59 1667,-1-1-2662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170 149 12745,'-22'18'2570,"1"1"1,1 0-1,-26 33 0,39-42-2154,-1 0 0,2 0-1,-1 1 1,2 0 0,-1 1 0,2-1-1,-1 1 1,2 0 0,-1 0-1,-1 12 1,5-14-323,0 0 0,0-1-1,0 1 1,1-1 0,1 1-1,0-1 1,0 1 0,1-1-1,0 0 1,0 0 0,1 0-1,0 0 1,1-1 0,0 0-1,0 0 1,1 0 0,10 11-1,-7-10-66,0-1 1,0 0-1,1-1 0,-1 0 0,2 0 0,-1-1 0,1-1 0,0 1 0,0-2 1,0 0-1,1 0 0,-1-1 0,1 0 0,0-1 0,0 0 0,17-1 0,2-1-102,-1-1-1,55-9 0,-71 7 29,0 0-1,-1-1 0,1 0 1,-1-1-1,0 0 0,0-1 1,-1-1-1,0 0 0,16-12 1,-20 12-29,0 0 0,-1 0 0,0-1 1,0 0-1,-1 0 0,0-1 1,0 1-1,-1-1 0,0 0 0,6-18 1,-9 21 24,-1 0 0,0-1 1,0 1-1,0 0 0,-1 0 1,1-1-1,-2 1 1,1 0-1,-1-1 0,0 1 1,0 0-1,0 0 1,-1 0-1,0 0 0,0 0 1,-1 0-1,0 1 0,-6-11 1,2 6-4,-1 0 1,0 1 0,0 0 0,-1 0-1,0 1 1,-12-9 0,-66-38-193,13 9-57,74 45 301,-1 0-1,1 0 1,0 0-1,0 0 1,0 0-1,0 0 1,0 0 0,0 0-1,0 1 1,0-1-1,1 0 1,-1 0-1,0 0 1,0 0-1,1 0 1,-1 0 0,1 0-1,-1 1 1,1-1-1,-1 0 1,1 0-1,-1 1 1,2-2-1,-1 1-2,3-5 0,1 0-1,1 1 1,-1 0-1,1 0 0,0 0 1,0 1-1,0 0 1,1 0-1,0 0 1,8-3-1,14-4-9,35-10-1,-33 12 10,165-39 627,-191 47-539,-1 0-1,1 0 0,0 1 0,-1 0 0,1 0 0,0 0 0,-1 0 0,1 1 0,0-1 0,-1 1 0,1 0 1,-1 1-1,1-1 0,-1 1 0,0 0 0,0 0 0,0 0 0,0 1 0,0-1 0,0 1 0,0 0 1,-1 0-1,5 5 0,-2 0 27,-1-1 0,-1 1 0,0 0 0,0 0 0,0 1 0,-1-1 0,0 1-1,-1 0 1,0 0 0,2 18 0,37 207-2066,-23-157-3097,2-3-4739,-16-57-168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9989,'31'-17'1848,"-47"6"-452,4 2 440,12 29-3640,3-3-2044,13 1-2585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6 526 12569,'0'0'9228,"-1"4"-7890,-2 22-48,1 0 0,3 44 0,4-24-858,2-1-1,14 50 1,-16-76-308,1-1 0,1 0 0,15 27 0,-21-45-116,1-1 1,-1 1-1,1-1 0,-1 1 1,1-1-1,-1 1 0,1-1 0,-1 0 1,0 0-1,1 0 0,-1 0 1,0 0-1,2-2 0,-1 2 5,13-14-1,-1 0 1,0-1 0,-1-1-1,-1 0 1,-1 0 0,18-35-1,16-26 53,-31 56-20,1 0 0,1 1 1,1 0-1,1 1 0,1 1 0,0 1 0,41-29 0,-53 44-26,0-1 1,0 1-1,1 1 0,-1-1 0,1 1 0,0 1 0,-1-1 0,1 1 1,0 1-1,0-1 0,0 1 0,0 1 0,0-1 0,-1 1 0,1 1 0,0 0 1,-1 0-1,1 0 0,-1 1 0,1 0 0,11 7 0,8 5 31,-1 2 0,0 0 0,-1 2 0,25 25-1,21 29 36,-50-51-182,0 0-1,1-2 0,44 33 0,-60-49-43,0-1 0,0 0 1,1 0-1,0-1 0,-1 1 0,1-1 0,0-1 0,0 0 0,0 1 0,0-2 0,0 1 0,0-1 0,0-1 0,0 1 0,0-1 0,8-2 0,-9 2 48,-1-1-1,1 0 0,-1 0 1,1 0-1,-1-1 1,0 1-1,0-1 1,0-1-1,-1 1 1,1-1-1,-1 0 1,0 0-1,0 0 1,0 0-1,0-1 1,-1 1-1,1-1 1,-1 0-1,-1 0 1,4-7-1,4-18-94,0-1 0,-3 1 1,0-1-1,3-42 0,-1-129-79,-8 170 235,-3-228 1599,4 199-569,-2 58 302,4 6-675,3 3-481,0 0 0,-1 1 0,0 0 0,0 0 0,-1 1 0,0-1 0,0 1 0,-1 1 0,4 8 0,29 87 566,-22-56-445,68 228-61,-67-223-1711,28 65-1,5-10-7525,-40-91 2753,2 0-3722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14017,'9'-26'3977,"17"15"-2609,21-7-132,1 16-420,3-4-316,9 3-304,7-6-380,-4-2-468,1 0-568,-1-4-456,-9 4-304,-3-3-345,-4 2-1731,-2 1-2977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26 10169,'-1'0'119,"0"0"1,0 0-1,0 0 0,0 0 1,0 0-1,1 0 0,-1-1 1,0 1-1,0 0 0,0-1 1,1 1-1,-1-1 0,0 1 1,0-1-1,1 1 0,-1-1 1,0 1-1,1-1 1,-2-1-1,11-9 2771,-1 5 2663,-12 6-5375,-18 1-1148,0 1 1,-1 1-1,-24 7 1,-18 3-6152,19-2-73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12 615 8909,'1'-3'468,"0"-1"0,0 0 0,-1 0 0,1 1 0,-1-1 0,0 0 0,0 0 0,0 0 0,0 1 1,-1-1-1,1 0 0,-1 0 0,-2-6 0,-5-21 2208,6-3-1710,2 1 1,1-1-1,1 1 1,2-1 0,15-57-1,1-19 632,2-40 700,-22 145-1634,4 8-302,7 7-200,-1 0 1,0 0-1,0 1 0,-1 1 1,0 0-1,-1 0 1,11 24-1,39 103 816,-39-86-618,-3 2-1,15 82 1,-27-113-316,-2 0-1,0 0 1,-1 0 0,-2 0-1,0 1 1,-2-1 0,0-1 0,-10 35-1,8-47-255,0 0 0,0 0-1,-1 0 1,0-1 0,-1 0 0,-15 17-1,-15 13-3023,1-6-4188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31 14169,'-16'-28'2901,"0"25"10200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30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5977,'5'-12'1525,"-4"10"1368,3 1-1576,69-13 409,1 4 1,106-2-1,157 16-1164,-264-2-248,1076 60 201,-445-19-1055,-217-17-153,1183 50-3880,-1634-74 4003,35-1-187,-6 0-3071,-60-1-509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30.4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32 4704,'-22'-14'2313,"44"11"-1305,0 0-388,16 0-112,38 0-112,7-2-92,22 5-44,25 5 0,22 4-484,32 5-416,10-5-716,16-1-988,18 1-481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4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1156 182 4248,'0'0'2705,"-2"-2"-2032,0 0 1,0 0 0,0 0-1,0 0 1,0 0 0,1 0-1,-1-1 1,-1-3 0,18-54 4668,-15 57-4490,-6-26 1226,6 27-1980,1 0-1,-1-1 1,0 1-1,1-1 1,-1 1 0,1 0-1,0-1 1,0 1-1,0 0 1,0 0-1,2-3 1,-2 2 94,1 0 507,8-27-19,-13 33-583,0 0 0,0 0 0,0 0 1,1 0-1,-1 1 0,1-1 1,0 1-1,0 0 0,0 0 1,0 0-1,1 0 0,0 0 1,-2 8-1,-14 32 698,-9 5 5,2 1 0,-22 73 0,-20 94 352,54-176-980,-41 146 369,-220 748 1288,-147 322-1343,382-1152-486,5 0 0,-24 130 0,3 52 0,45-253 0,5-19 0,1-6 0,3-9 0,0 0 0,-1 1 0,1-1 0,0 0 0,0 0 0,0 1 0,0-1 0,-1 0 0,1 1 0,0-1 0,0 0 0,0 0 0,0 1 0,0-1 0,0 0 0,0 1 0,0-1 0,0 0 0,0 1 0,0-1 0,0 0 0,0 1 0,0-1 0,0 0 0,0 1 0,0-1 0,0 0 0,0 0 0,0 1 0,0-1 0,1 0 0,-1 1 0,0-1 0,0 0 0,0 0 0,1 1 0,-1-1 0,0 0 0,0 0 0,1 1 0,12 12 0,-11-9 0,1-1 0,-1 1 0,1-1 0,0 0 0,1 0 0,-1 0 0,1 0 0,-1-1 0,1 1 0,0-1 0,-1 0 0,1 0 0,0-1 0,1 1 0,-1-1 0,0 0 0,8 2 0,43 5 0,111 4 0,-52-6 0,869 59 0,-136-10 0,-299-21 0,-6-39 0,-354-10 0,-136 5 0,-12 1 0,-12 3 0,-4-2 0,10 2-106,-31 6-466,7 8-5602,-8-7 4974,6 4 1659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6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1 234 4680,'0'-1'46,"1"0"30,0 0 1,-1 0-1,1-1 0,0 1 0,-1 0 0,1 0 1,-1 0-1,1-1 0,-1 1 0,0 0 1,1 0-1,-1-1 0,0 1 0,0 0 0,0 0 1,0-1-1,0 1 0,0 0 0,0-1 1,0 1-1,-1 0 0,1 0 0,0-1 1,-1 1-1,1 0 0,-1 0 0,0 0 0,0-2 1,-1 1 1017,8-11 906,-5 12-1850,0 0 0,0 0 0,0 0 0,0-1 0,0 1 1,-1 0-1,1-1 0,0 1 0,-1-1 0,1 1 0,-1-1 0,1-2 0,1-11 616,2 0 0,-1 0-1,2 0 1,0 0-1,1 1 1,14-28 0,-13 21 705,-4 13 565,8 15-1101,-8-4-880,-1 2 0,1-1 0,0 0 0,-1 0 0,0 1 0,0-1 0,0 1 0,-1 0 0,1 0 0,-1 0 0,1 7 0,1 4 88,59 254 2744,-7-31-1068,207 902 1127,-167-710-2565,176 592-143,47-12-1033,-138-400-765,-59 14-895,-112-528 2000,-4 1-1,-4-1 1,-19 145-1,-76 284-2147,89-505 2505,1-3-135,0-1 0,-2 30 0,6-44 163,-1 1 0,1 0 0,0 0 0,1-1 0,-1 1 0,1 0 0,-1 0 0,1-1 1,0 1-1,1-1 0,-1 1 0,0-1 0,1 1 0,0-1 0,0 0 0,0 0 1,0 0-1,4 4 0,-4-6-8,-1 0 0,0 0 1,1 0-1,-1 0 0,1 0 0,0-1 1,-1 1-1,1-1 0,-1 1 1,1-1-1,0 1 0,-1-1 0,1 0 1,0 0-1,0 0 0,-1 0 0,1 0 1,0 0-1,-1-1 0,1 1 1,0 0-1,-1-1 0,1 1 0,1-2 1,4-1-367,0 0-1,-1-1 1,0 0 0,11-8 0,6-7-1377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7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1 401 4164,'0'0'17441,"0"-4"-17161,2-4-239,1 1-1,-1 0 1,1 0 0,0 0 0,0 1 0,1-1-1,0 1 1,0 0 0,1 0 0,0 0 0,0 0 0,0 1-1,0 0 1,1 0 0,0 0 0,0 1 0,7-4 0,19-11-29,0 1 0,42-16 0,-60 28-32,291-111-3302,-95 57-4339,-72 28-1008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8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0 467 5801,'0'0'3028,"0"-3"-1531,2-13-229,0 0 0,1 1 0,1 0 0,8-21 0,-7 22-1073,0 2 0,1-1 0,1 0 0,0 1 0,0 0 0,1 1-1,1 0 1,0 0 0,12-11 0,-3 7-347,0 0 0,1 1 0,1 2 1,38-20-1,183-79-7721,-144 76 874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8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14 504 4456,'-4'-2'-1025,"-5"-5"6246,22-2 1312,-12 8-6604,28-17 1152,26-23 0,22-14-333,38-10-1488,217-85 1,-160 77-2547,-71 27-784,-2 10-2135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8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1 309 5845,'0'0'1208,"9"-14"-76,1-3 16,2 5-112,1-2-180,9 0-8,20-18-300,-1 9-116,16 1-108,10-4-336,12-6-576,7-5-612,9 0-2208,10 9-1777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32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2232 29 3820,'-2'0'446,"0"-1"-1,0 1 1,0-1-1,0 0 1,0 0-1,0 0 0,0 0 1,0 0-1,1 0 1,-1 0-1,0 0 1,1-1-1,-1 1 0,1-1 1,-1 1-1,1-1 1,-2-2-1,-1-1-1309,3 4 2210,-1 1-1312,1 0 1,-1 1 0,0-1-1,1 1 1,-1-1 0,1 1-1,-1 0 1,1 0 0,0 0-1,-1 0 1,-1 2-1,-6 3 64,-34 23 208,2 1 0,-38 37 0,2-2-71,-101 76 149,-172 141 3,16 21-216,177-136-204,8 5 0,7 7 0,-188 315-1,271-394-349,-70 169 0,109-218 170,2 1 0,2 1 0,3 0 0,2 1 0,-6 79 0,16-112 131,0 0 1,2-1-1,0 1 1,1 0-1,2-1 1,6 25 0,-8-38 54,1 1-1,0 0 1,0-1 0,1 1 0,0-1 0,1 0 0,-1 0 0,1-1 0,0 0 0,1 1 0,0-2-1,0 1 1,0-1 0,0 0 0,1 0 0,0 0 0,0-1 0,9 4 0,0-3-6,-1 0 0,1-1 0,0-1 0,0 0 1,1-2-1,-1 1 0,0-2 0,1 0 0,-1-1 0,0-1 0,0-1 1,23-5-1,18-8-54,0-2 0,55-27 0,-1-6 20,-3-5-1,171-117 1,169-183 147,-123 35-46,-257 242 52,-3-2 0,77-129 0,-109 153-29,-2-2-1,-4 0 1,-2-2-1,32-119 0,-46 130-42,-2 0-1,-2-1 0,-3 0 0,-1 0 1,-4 0-1,-1 0 0,-9-52 0,3 58-22,-1 1-1,-2 0 1,-2 1-1,-2 0 1,-1 1-1,-3 0 1,-1 2-1,-31-45 1,36 63-46,-2 0 1,0 1-1,-1 1 0,-1 1 1,-1 1-1,-1 0 0,0 2 1,-1 0-1,-1 1 0,-1 2 1,1 0-1,-2 2 0,0 0 1,-50-13-1,49 19-40,-1 0 0,1 2 0,-1 1 1,0 2-1,1 0 0,-1 2 0,1 1 0,-48 10 0,16 3-1129,1 3-1,-100 46 1,39-5-1896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4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53 106 3388,'-6'-12'676,"-9"-12"6248,13 21-6574,0 1 0,0-1 0,0 1-1,0-1 1,1 0 0,0 0 0,-1 0 0,1 0-1,0 0 1,0 0 0,0 0 0,1 0-1,-1 0 1,1 0 0,0-1 0,0 1 0,0 0-1,0 0 1,0 0 0,2-7 3015,-8 30-2705,3-6-523,1-1 1,0 1-1,1-1 0,1 1 0,0 0 0,2 16 0,1 21 191,-4 57 9,3 196-1428,7-102-4796,-3-129 600,6 8-3098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4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27 304 7869,'-1'0'94,"0"0"1,0 0-1,0 1 1,0-1 0,0 0-1,0 0 1,0 0-1,0 0 1,0 0-1,0-1 1,0 1 0,0 0-1,0 0 1,0-1-1,0 1 1,0 0-1,0-1 1,0 1 0,0-1-1,1 1 1,-1-1-1,0 0 1,0 1-1,0-1 1,1 0 0,-1 1-1,-1-3 1,2 1 71,0 1 0,0-1 0,0 0 0,1 1 0,-1-1-1,0 1 1,1-1 0,-1 0 0,1 1 0,-1-1 0,1 1 0,0-1 0,0 1 0,0 0 0,0-1 0,0 1 0,0 0 0,0-1 0,0 1 0,3-2 0,3-4 157,1 1-1,1 0 1,-1 0 0,1 0-1,0 1 1,0 1 0,1 0-1,-1 0 1,1 0 0,11-1-1,6-2 20,0 2 0,44-2-1,-44 6-282,0 1 0,0 2 0,-1 0 0,1 2 0,-1 1 0,1 1 0,-2 1 0,1 2 0,-1 0 0,0 2 0,-1 1 0,0 0 0,-1 2 0,-1 1 0,0 0 0,-1 2 0,0 0 0,24 29-1,-24-19-61,-1 0 0,-2 2 0,-1 0-1,-1 1 1,-1 1 0,-2 0 0,11 38-1,-16-33 54,-1-1-1,-1 1 0,1 38 0,-5-48 16,-2-24-50,0 0 0,0 0-1,0 0 1,0-1-1,0 1 1,-1 0-1,1 0 1,-1 0 0,1 0-1,-1-1 1,0 1-1,1 0 1,-1-1-1,0 1 1,0 0 0,0-1-1,0 1 1,-1-1-1,-2 3 1,4-3-12,-3-1 31,0-1-1,1 1 1,-1 0 0,0-1-1,1 0 1,-1 1 0,0-1-1,1 0 1,-1-1 0,1 1-1,0 0 1,-3-2 0,1-1-17,0 0 0,0 0 0,1 0 1,0 0-1,-1-1 0,1 1 1,1-1-1,-1 0 0,1 0 0,0 0 1,-2-6-1,-12-53 46,15 60-57,-3-32 3,0 0 0,2 0 0,2 0 0,2 0 0,8-54 0,-1 26-192,28-99-1,-31 143 166,1 0 1,1 0-1,1 0 1,0 1-1,2 0 1,0 1-1,1 0 0,24-28 1,-29 40 17,-1-1 1,1 1-1,1 0 0,-1 1 1,1 0-1,0 0 1,0 1-1,0 0 0,1 0 1,0 1-1,0 0 0,-1 0 1,2 1-1,13-2 1,-12 4 20,0 0 0,0 0 0,0 1 0,-1 0 1,1 1-1,0 1 0,-1-1 0,1 2 0,-1-1 1,0 2-1,0-1 0,10 7 0,3 4 64,0 0-1,-1 2 1,-1 1-1,-1 0 1,-1 2-1,0 0 0,-1 1 1,15 25-1,1 6 118,-2 2-1,36 86 1,-30-46 22,36 140 0,2 105-1757,-45-144-1796,-17-64-3555,-8-62-950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34 7141,'0'-22'1710,"-1"21"-1583,1 1 1,-1-1 0,0 0-1,1 0 1,-1 1 0,0-1 0,0 0-1,0 1 1,0-1 0,0 1-1,0-1 1,1 1 0,-1 0-1,0-1 1,0 1 0,0 0-1,0 0 1,0-1 0,-1 1-1,1 0 1,-1 0 0,1 0 158,-5-1 14,0 1 0,0 0 0,0-1 0,0 2 0,0-1 0,0 1 0,0 0 0,0 0 0,0 1 0,0-1 0,0 1 0,1 1 0,-1-1 0,1 1 0,-1 0 0,1 0 0,0 1 0,0-1 0,1 1 0,-6 5 0,-10 11-34,1 0 1,0 0-1,-15 25 0,3 0 142,-49 93 0,67-115-326,9-16-40,1 0-1,-1-1 1,1 1-1,0 1 1,-3 12 0,44-45 18,-23 11-30,-1 0 0,-1-1-1,13-18 1,-16 19 158,2 0-1,-1 0 1,2 1-1,21-18 1,-32 30-167,0-1 1,1 1-1,-1-1 1,1 1-1,-1 0 1,0 0-1,1 0 1,0 0-1,-1 1 1,1-1-1,0 1 1,-1-1-1,1 1 1,0 0-1,-1 0 1,1 0-1,0 0 1,-1 1-1,4 0 0,-1 1 4,0-1 0,-1 1 0,1 1-1,-1-1 1,0 1 0,0 0-1,0 0 1,0 0 0,7 6 0,3 8-510,0 1 1,-1 0 0,19 34 0,-28-45 107,16 33-2092,6 12-4514,-4-19-520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9529,'32'14'1748,"-4"3"-220,-12-8-116,0 8-252,16 6-208,-7-3-159,1 3-189,9-1-100,-4 7-288,7 2-352,-6 1-536,6-1-284,-3 1-445,3-4-171,-9-2-356,-1-6-1532,-2 0-1877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46 5324,'-41'-26'1861,"19"23"7,6-5-44,0-1 1260,-16 15-1832,-25 5-160,13 9-315,-10 6-125,-3 3-188,-4 2-416,1 6-660,0 0-777,-1 3-831,7 6-1824,10 3-2953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106 124 5757,'0'0'2595,"-2"-1"-1364,-27-1 772,25 2-591,1-1-869,-23-9 327,24 9-240,-8-8-36,2-2-332,7 9 293,0-1-206,-5-26 191,6 26 365,-4-33 1149,-6 20-1450,18 36 574,10 25-118,31 242 314,-39-224-3641,2 20-7394,-9-43 57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7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10309,'0'0'4084,"6"26"-5512,-3-3-2340,10 6-2445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7325,'0'0'3266,"3"0"-1908,29-2 742,-29 2-193,1 0-1488,-1 0-362,1 1 0,-1 0 0,0-1-1,1 1 1,-1 0 0,0 1-1,0-1 1,0 0 0,0 1-1,0 0 1,0 0 0,0 0-1,0 0 1,4 5 0,-3-2-5,-1 0 0,1 0 0,-1 1 1,0-1-1,0 1 0,-1 0 0,4 11 1,-2-3-1,-1 0 0,0 1 1,0 0-1,-2-1 0,1 28 1,-2-37-49,0 0 1,1 0 0,0 0 0,0 0-1,0 0 1,0 0 0,1-1 0,0 1-1,3 5 1,-5-9 3,0 0-1,1-1 1,-1 1-1,0 0 1,0 0-1,0 0 1,0-1 0,0 1-1,0 0 1,0 0-1,0 0 1,-1-1 0,1 1-1,0 0 1,0 0-1,-1 0 1,1-1-1,0 1 1,-1 0 0,1 0-1,-2 2 30,2-3-23,0 1 0,0-1 1,-1 1-1,1-1 0,0 0 0,0 1 0,0-1 0,0 0 1,0 1-1,0-1 0,0 1 0,0-1 0,0 0 0,0 1 1,0-1-1,0 1 0,0-1 0,0 0 0,0 1 0,0-1 1,1 0-1,-1 1 0,0-1 0,0 1 0,0-1 0,0 0 1,1 1-1,-1-1 0,0 0 0,0 0 0,1 1 0,-1-1 1,0 0-1,1 0 0,-1 1 0,1-1 0,14-6 231,18-26 38,-12 1-34,31-63-1,-33 55-3,33-48 1,-47 82-238,-2-1-3,0 1 0,1 0 0,0 0 0,0 1 0,0-1 0,1 1 0,8-6-1,-11 9-1,-1 0 0,1 0 0,0 1 0,0-1 0,1 1-1,-1-1 1,0 1 0,0 0 0,0 0 0,0 0 0,0 0-1,0 0 1,0 1 0,0-1 0,0 0 0,0 1 0,0 0-1,0-1 1,0 1 0,0 0 0,0 0 0,0 0 0,-1 0-1,1 0 1,0 1 0,-1-1 0,4 3 0,3 4-17,1 1-1,-1 0 1,0 0 0,-1 1 0,7 11 0,-5-8-18,1 0 1,18 21 0,8 4-35,-34-36 54,2-2-7,2 0 14,1 0 1,-1-1-1,1 0 1,-1 0-1,1 0 1,-1 0-1,0-1 0,1 0 1,-1-1-1,0 1 1,-1-1-1,1 0 1,0-1-1,-1 1 0,0-1 1,0 0-1,7-7 1,-1 2-39,-1 2-1,1-1 1,1 1 0,-1 1 0,1 0 0,0 0 0,1 2-1,21-7 1,-12 4-300,36-17-1,-51 21 296,0-1 0,0 0 0,-1-1 0,1 1 0,-1-1 0,0-1 0,-1 1 0,1-1 0,-1 0 0,0 0 0,-1 0 0,6-10 0,1-3 470,0 0-1,-1 0 1,13-39 0,-13 21 1781,9 45-1571,-17-6-606,0-1 0,0 0 0,0 1 0,0-1-1,0 1 1,-1-1 0,1 1 0,-1 0 0,1 0 0,-1-1 0,1 1 0,-1 0-1,0 0 1,0 1 0,0-1 0,0 0 0,1 4 0,6 46 165,-5-25-85,35 124-791,-18-87-2969,-2-8-4392,-9-30-180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8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8177,'4'-25'2068,"-4"2"3328,15 28-6228,1 4-416,7 2-2676,11 9-2729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9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8085,'0'-2'103,"7"-24"3474,5-43-1,-11 63-3284,1 0 0,0 0-1,0 0 1,0 0-1,0 0 1,1 1-1,0-1 1,0 1 0,1-1-1,-1 1 1,1 1-1,0-1 1,0 0-1,8-5 1,-4 3-134,1 0-1,-1 0 1,1 1 0,1 0-1,-1 1 1,1 0 0,14-5 0,-20 10-135,0-1 1,0 1-1,0-1 1,0 1-1,0 0 1,0 0-1,0 1 1,0-1-1,0 1 1,0 0-1,-1 0 1,1 0-1,0 1 1,-1-1-1,1 1 1,-1 0-1,1 0 1,-1 0-1,0 1 1,0-1-1,0 1 1,4 3-1,-2-1-8,0 0 0,0 1 0,0 0 0,0 0 0,-1 0 0,0 1 0,-1-1-1,1 1 1,-1 0 0,0 0 0,2 8 0,0 10-11,0 1 0,-1 0 0,0 34 0,-4-52-3,0 1-3,0 0 1,0-1 0,1 1 0,0-1 0,4 15-1,-5-22 0,1 1-1,-1-1 0,1 1 0,0-1 0,0 1 1,0-1-1,0 0 0,0 1 0,0-1 0,0 0 1,0 0-1,0 0 0,0 0 0,1 0 0,-1 0 1,0 0-1,1 0 0,-1 0 0,1-1 0,-1 1 1,1-1-1,0 1 0,-1-1 0,1 1 0,-1-1 1,1 0-1,0 0 0,-1 0 0,1 0 0,0 0 1,-1 0-1,1 0 0,-1-1 0,4 0 0,6-1-75,0 1 1,1 0-1,-1 0 0,0 1 0,1 1 0,18 3 0,-27-4 66,0 0 0,0 1 0,-1 0-1,1-1 1,0 1 0,0 0 0,0 1 0,-1-1 0,1 0-1,0 1 1,-1-1 0,0 1 0,1 0 0,-1 0-1,0 0 1,0 0 0,0 0 0,0 1 0,0-1 0,0 1-1,-1-1 1,1 1 0,-1-1 0,0 1 0,0 0-1,0 0 1,0 0 0,0-1 0,0 1 0,-1 4 0,1 4-14,-2-1 0,0 0 1,0 1-1,-1-1 1,0 0-1,-1 0 1,0 0-1,0 0 1,-1 0-1,0 0 0,-12 17 1,-4 2 34,-2 0 1,-30 31-1,31-37 7,1 0-1,0 2 1,-15 28 0,33-51-66,22 1 84,-14-3-27,0-1 0,1 0 0,-1 0 1,0 0-1,0-1 0,0 1 0,0-2 1,0 1-1,-1 0 0,11-8 0,5-2-25,27-24-1,-24 15-35,-1-1 0,-1-1-1,-2-1 1,0-1 0,-1 0 0,-2-2-1,22-42 1,78-210-325,-117 278 381,44-150 1088,-43 147-750,-18 32 890,1 11-781,1 1-1,-15 65 1,27-92-455,0 1-1,1-1 1,1 1-1,0 0 0,1 0 1,1 0-1,0-1 1,1 1-1,0 0 1,1-1-1,0 0 0,1 1 1,1-1-1,0-1 1,1 1-1,0-1 1,11 17-1,-12-24-165,0 0-1,1 0 1,-1 0-1,1-1 1,0 1-1,0-1 1,1-1-1,-1 1 1,1-1-1,0 0 1,0-1-1,0 0 1,0 0 0,8 1-1,4 1-642,1-2 0,0 0 0,40-2 1,-34-2 225,-1-1 1,0-1 0,0-1-1,-1-2 1,1 0 0,25-12-1,-38 13 592,0 1 0,0-2 0,0 0-1,-1 0 1,0-1 0,0 0 0,-1-1-1,0 0 1,-1-1 0,0 0 0,-1 0-1,1-1 1,7-15 0,53-127 5233,-68 150-5576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 10437,'0'0'31,"0"0"-1,0 0 1,-1 0 0,1 0-1,0 0 1,0 0 0,0-1-1,-1 1 1,1 0 0,0 0 0,0 0-1,0 0 1,0 0 0,-1 0-1,1 0 1,0-1 0,0 1-1,0 0 1,0 0 0,0 0-1,0 0 1,-1-1 0,1 1 0,0 0-1,0 0 1,0 0 0,0-1-1,0 1 1,0 0 0,0 0-1,0 0 1,0-1 0,0 1-1,0 0 1,0 0 0,0 0 0,0-1-1,0 1 1,0 0 0,0 0-1,0 0 1,0 0 0,0-1-1,0 1 1,1 0 0,-1 0-1,0 0 1,0-1 0,0 1 0,0 0-1,0 0 1,0 0 0,1 0-1,-1 0 1,0-1 0,0 1-1,0 0 1,0 0 0,1 0 0,-1 0-1,0 0 1,0 0 0,0 0-1,1 0 1,-1 0 0,0 0-1,0 0 1,1 0 0,5-8 8453,20 29-6914,-23-12-1451,-1 0 0,0 0 1,0 0-1,0 10 0,2 9 93,18 149 433,-3-19-194,-6-77-462,-9-43-87,2-1 1,2 0 0,1 0 0,26 62 0,-34-95 82,1-1 0,-1 0 1,1 1-1,0-1 0,0 0 1,0 0-1,0-1 0,1 1 1,-1 0-1,1-1 0,0 0 0,0 1 1,0-1-1,0 0 0,0 0 1,0-1-1,0 1 0,1-1 1,-1 1-1,1-1 0,-1 0 1,1 0-1,-1-1 0,1 1 1,0-1-1,-1 0 0,1 0 1,-1 0-1,1 0 0,0 0 1,-1-1-1,5-1 0,10-4-30,-1 0 0,-1-1 0,1 0 0,-1-2 0,19-12 0,-10 5-20,13-6 9,1 1 0,1 1-1,1 3 1,0 1 0,57-14 0,57 8-26,17-3 142,-154 21-58,0-1 0,-1 0 0,0-2 0,0 0 1,-1-1-1,0 0 0,20-15 0,-33 21 8,0 0 0,0-1 0,-1 1-1,1-1 1,-1 0 0,1 0 0,-1 0 0,0 0 0,0 0-1,-1 0 1,1 0 0,0-1 0,-1 1 0,0 0 0,0-1-1,0 1 1,0-1 0,-1 0 0,1 1 0,-1-1 0,0 0-1,0 1 1,0-1 0,-1 1 0,1-1 0,-1 0 0,-1-4-1,-4-8 22,0-1 0,-1 2-1,0-1 1,-16-23 0,4 6-53,7 10-487,-21-42-1076,19 17-7070,10 25-873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0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11357,'-35'5'2732,"13"4"217,-20 8-265,30-11-440,-7 5-392,-20 9-368,14-6-344,-4 6-259,4 9-245,-3 0-552,5 2-1009,-5 0-663,-10-5-1276,12 11 112,7 3-3165,10-3-5096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1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12633,'-8'20'509,"3"-8"260,0 0-1,1 0 0,0 0 0,1 1 0,-3 22 0,-1 64 2069,0-17-2283,6 127 0,1-207-561,0 0 0,0 0 0,0 0-1,1 1 1,-1-1 0,1 0 0,-1 0 0,1 0 0,0 0-1,0 0 1,0 0 0,0 0 0,0 0 0,0 0 0,3 2-1,-3-3 12,0 0-1,0-1 0,1 1 0,-1 0 0,0-1 0,0 1 1,1-1-1,-1 1 0,0-1 0,1 1 0,-1-1 0,1 0 0,-1 0 1,0 0-1,1 0 0,-1 0 0,1 0 0,1-1 0,7-1 64,-1-1 0,1-1 0,-1 0 0,0 0-1,15-9 1,2-2 124,8 0 17,-1 2-1,2 1 1,0 2-1,0 1 0,47-5 1,-64 11-161,1 2 0,-1 0 0,0 0 1,0 2-1,0 1 0,1 0 0,-1 1 0,-1 1 0,1 0 0,-1 2 1,1 0-1,22 11 0,-38-15-41,0-1 0,0 1 0,0 0 0,0 0 0,0-1 0,0 1 0,0 0 0,-1 1 0,1-1 0,-1 0 0,1 0 0,-1 1 0,0-1 0,0 1 0,0-1 0,0 1 0,-1-1 0,1 1 0,-1-1 0,1 1 0,-1 3 0,0-1-22,0 0-1,0 0 0,-1 0 0,1-1 0,-1 1 0,0 0 0,-1 0 0,1-1 0,-1 1 0,-2 4 1,-1-1-82,0 0 1,-1 0 0,0-1 0,0 0 0,-1 0 0,1-1-1,-2 1 1,1-1 0,-11 6 0,-11 6-831,-40 16 0,44-21 295,-145 63-7738,78-38-851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10517,'-1'1'256,"0"0"0,-1-1 0,1 1 0,0 0 0,0 0 0,0-1 0,0 1 0,0 0 0,0 0 0,0 0 0,0 0 0,1 1 0,-1-1 0,0 0 0,1 0 0,-1 0 0,0 0 0,1 1 0,0-1 0,-1 3 0,-4 34 1152,3-13-511,-10 73 797,3 138 1,20 104-1021,-1-103-1972,4-31-4778,-17-178 4168,0-3-2563,4-1-1053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6649,'5'-9'836,"0"0"0,0 1 1,1 0-1,0 0 1,0 1-1,1-1 1,13-11-1,-10 12-409,0 0 0,1 0 0,-1 1 0,1 0 0,22-7 0,-16 7-302,0 2 0,0 0 1,1 1-1,-1 0 0,1 2 1,0 0-1,0 1 0,-1 1 1,21 3-1,-18 0-73,0 1 0,-1 1 1,0 1-1,0 0 0,-1 2 0,0 0 0,-1 1 1,1 0-1,-2 2 0,0 0 0,0 0 0,-1 2 1,-1 0-1,14 17 0,-3-1-11,-2 1 1,-1 1-1,-2 1 0,-1 1 0,-2 1 1,19 52-1,-26-56 12,-1 0 0,-1 1 0,-2 0 0,-1 1 0,1 55 0,-7-74-39,-1 1 1,0 0-1,-1-1 0,0 0 1,-7 16-1,9-27 12,-10-12-48,10 8 23,-1 0 0,1-1 0,0 1-1,0 0 1,0 0 0,-1 0-1,1-1 1,0 1 0,1-1 0,-1 1-1,0-1 1,0 1 0,1-1-1,-1 1 1,0-1 0,1 1 0,0-1-1,-1 0 1,1-2 0,-2-18 8,0 0 1,2-1 0,0 1 0,2 0 0,1 0-1,0 0 1,7-23 0,56-149-71,-54 162 38,-1 4-3,0 0 0,3 1 0,0 0 0,1 1 0,2 1 1,29-35-1,-38 51 33,0 1 1,1 0-1,0 1 1,0 0-1,1 0 0,0 1 1,0 0-1,17-7 1,-19 10 15,1 1 0,-1 0 0,0 0 0,1 1-1,-1 0 1,1 0 0,-1 1 0,1 0 0,0 1 0,-1 0 0,1 0 0,15 5 0,-11-2 30,-1 1 0,0 1 1,-1 0-1,1 1 0,-1 0 1,-1 0-1,1 1 1,-1 1-1,-1-1 0,1 2 1,-2-1-1,1 1 0,-1 1 1,-1 0-1,0 0 0,0 0 1,6 17-1,2 7 123,-1 0 1,-3 0-1,0 2 1,9 69-1,5 254 481,-10-70-2578,-11-254 133,11 42 0,-11-63-364,0 1 0,13 25 0,1-6-4238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9497,'0'0'2136,"0"4"-145,2 17-358,1 0 1,0 0-1,10 29 0,2 17-553,-4-24-630,-7-27-378,0 1 1,2 21-1,-3 2-1931,-4 63-1,0-86-298,-2 1 0,0-1 0,-8 24 0,1-6-4411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7697,'3'-20'3532,"0"37"-2928,4-2-464,2-1-508,-2 0-744,2 9-2016,4 14-1253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8441,'0'-2'381,"1"1"-1,0 0 1,-1-1 0,1 1 0,0 0 0,-1 0-1,1-1 1,0 1 0,0 0 0,0 0-1,0 0 1,0 0 0,0 0 0,0 0 0,1 1-1,-1-1 1,0 0 0,1 0 0,-1 1 0,0-1-1,1 1 1,2-1 0,-3 1-173,0 0 0,0 0 0,0 0-1,0 0 1,0 1 0,0-1 0,0 0 0,0 0 0,0 1 0,0-1 0,-1 1 0,1-1-1,0 1 1,0-1 0,0 1 0,0 0 0,0 1 0,10 13-1365,8 15 1451,-14-24-248,-1 1 0,0-1-1,0 1 1,-1 0-1,3 7 1,2 18 19,-1-1 0,-2 1 0,1 41 1,-10-27 220,3-36 460,12-35-334,12-51-97,-16 51-281,0 0 1,2 0-1,1 1 1,26-46-1,25-18 62,-58 83-80,2 0-1,-1 0 1,0 0-1,1 1 1,0 0-1,0 0 1,1 0 0,-1 0-1,1 1 1,-1 0-1,1 0 1,0 0-1,0 1 1,0 0 0,1 0-1,-1 1 1,0-1-1,1 1 1,-1 1-1,1-1 1,-1 1-1,1 1 1,-1-1 0,1 1-1,-1 0 1,1 0-1,-1 1 1,11 4-1,-3-1 50,0 1 0,-1 1-1,0 0 1,-1 1 0,1 0-1,-2 1 1,1 0 0,-1 1-1,0 0 1,15 20 0,-3 3 19,-2 1 0,-1 0-1,-1 2 1,-2 0 0,-2 1 0,13 48 0,-9-14-1084,-3 1-1,9 107 1,-23-151-270,-2-1-1,-2 31 0,-8 16-4819,-1-19-2413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57 5408,'1'0'114,"-1"-1"0,1 0 0,-1 0 0,0 0 0,0 0 0,1 0 0,-1 0 0,0 0 0,0 1 0,0-1 0,0 0 0,0 0 0,0 0 0,0 0 0,-1 0 0,1 0 0,0 0 0,0 0 0,-1 1 0,1-1 0,0 0 0,-1 0 0,1 0 0,-1 0 0,1 1 0,-1-1-1,0 0 1,1 1 0,-1-1 0,0 0 0,1 1 0,-1-1 0,0 1 0,0-1 0,1 1 0,-1-1 0,0 1 0,0 0 0,0-1 0,0 1 0,-1 0 0,0-1 137,1 1 1,0-1-1,0 1 0,-1-1 1,1 0-1,0 1 1,0-1-1,0 0 0,0 0 1,0 0-1,0 1 1,0-1-1,0 0 0,0 0 1,1-1-1,-1 1 0,0 0 1,1 0-1,-1 0 1,0 0-1,1-1 0,0 1 1,-1 0-1,1 0 0,-1-3 1,-13 20 1066,8-9-1044,0 0-77,0 1 1,1 1-1,0-1 1,0 1-1,1 0 0,-6 16 1,-13 63 692,15-56-652,-8 32 86,3 2-1,3-1 1,2 1-1,4 1 1,4 81-1,3-116-567,1-1-1,2 0 0,1 0 0,1-1 0,18 45 0,-16-54-453,1 0 0,0-1 0,1 0 0,2-1 0,0 0 0,1-1 0,0-1 0,24 21 0,15 5-4021,5 0-2601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9325,'6'1'84,"12"0"1794,-16-3-665,-10-3-260,8 5-857,-1-1-1,1 1 1,0 0-1,-1 0 0,1 0 1,0 0-1,-1 0 1,1 0-1,0 0 1,-1 0-1,1 0 1,0 0-1,-1 1 1,1-1-1,0 0 0,-1 0 1,1 0-1,0 0 1,-1 0-1,1 1 1,0-1-1,0 0 1,-1 0-1,1 0 0,0 1 1,0-1-1,-1 0 1,1 0-1,0 1 1,0-1-1,0 0 1,-1 1-1,1-1 1,0 0-1,0 1 0,0-1 1,0 0-1,0 1 1,0-1-1,0 0 1,0 1-1,0-1 1,-5 29 907,5-19-956,0 1 0,1-1 1,0 1-1,3 11 0,12 45 222,-12-47-155,1 1 0,14 36 0,-18-54-113,1-1 0,1 1 0,-1-1-1,0 0 1,1 0 0,-1 0-1,1 0 1,-1 0 0,1 0-1,0-1 1,0 1 0,0-1-1,0 0 1,0 0 0,0 0-1,0 0 1,0-1 0,1 1 0,-1-1-1,0 0 1,4 0 0,3 2-17,127 10-263,-115-8 271,0-2 0,0 0 0,0-2 0,0 0 0,1-1 1,-1-2-1,38-8 0,-55 9 1,0-1 0,-1 1 1,1-1-1,-1 0 0,0 0 0,0-1 1,0 1-1,0-1 0,0 0 0,-1 0 1,0 0-1,0 0 0,0-1 1,0 1-1,-1-1 0,0 0 0,1 0 1,-2 0-1,1 0 0,-1 0 0,2-7 1,-1 2 2,-1 1 0,0-1 0,0 0 0,-1 0-1,0 0 1,-1 0 0,0 1 0,0-1 0,-1 0 0,-6-16 0,0 2-124,-8-44 1,-5-14-1138,9 48 160,4 9-1483,1 4-3365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5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10505,'0'0'4864,"-6"20"-3451,-4 0 595,4 0-1332,-4 0-124,-6 0-172,4 3-168,-7-3-432,-4 15-528,4-7-640,0-2-472,-3 5-801,0 1-1307,3-4-2813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8629,'-8'21'445,"4"-10"-30,0 0 1,1 0-1,0 0 0,-2 18 0,0-6 408,-4 28 1475,4 31-815,2-64-1284,2 0 0,0 1 1,1-1-1,0 0 0,6 27 0,3 12 165,-7-44-200,0-1 1,0 0-1,1 1 1,0-1-1,1-1 1,8 19-1,-11-29-123,-1 0-1,1 0 0,0 0 1,0 0-1,-1 0 0,1 0 1,0 0-1,0 0 1,0-1-1,0 1 0,0 0 1,0 0-1,0-1 0,0 1 1,0-1-1,0 1 0,0-1 1,0 1-1,1-1 0,-1 0 1,0 0-1,0 1 0,0-1 1,1 0-1,-1 0 1,0 0-1,0 0 0,1-1 1,-1 1-1,0 0 0,0 0 1,0-1-1,0 1 0,1-1 1,-1 1-1,0-1 0,0 1 1,2-2-1,4-3 58,1 0 0,-1 0 0,0-1 0,7-8 0,-4 5 68,-3 3-112,0-1 0,0 2 0,1-1 0,0 1 0,0 0 0,0 1 0,1-1 0,0 2 0,-1-1 0,1 1 0,0 1-1,1 0 1,-1 0 0,0 0 0,1 1 0,9 1 0,-3 0-19,1 2 1,-1 0-1,0 1 0,0 0 0,-1 1 0,1 1 1,-1 1-1,29 14 0,-33-14-23,0 1 0,0-1 0,-1 2 0,0 0 0,0 0 1,-1 0-1,0 1 0,0 1 0,-1 0 0,-1 0 0,1 0 0,5 13 0,-11-19-11,0 1-1,0-1 1,0 0-1,-1 1 1,0-1-1,0 0 1,0 1-1,-1 0 1,0-1-1,0 1 1,0-1-1,0 1 1,0-1-1,-1 1 1,-1 5-1,0-4 10,-1 1-1,0-1 1,0 0 0,0 0-1,-1-1 1,1 1-1,-1-1 1,-1 0 0,-6 7-1,-8 5-301,0-1 0,-2-2-1,0 0 1,-30 15 0,43-24 20,-7 3-1017,1-2-1,-22 8 1,-9-3-4977,19-9-1072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15 10377,'-2'-3'2203,"-6"-9"2841,10 16-3820,32 57 1218,-18-33-1764,15 35 0,-15-22-424,-1 1 1,-3 1-1,-1 0 0,-2 0 1,5 66-1,-12-78-363,-2-1-1,-2 0 0,-1 1 1,-1-1-1,-1 0 0,-2-1 1,0 1-1,-25 55 0,16-52-500,-2 0-1,-1-2 0,-2 0 0,-1-1 0,-1-1 0,-35 33 0,-172 139-8192,226-198 8577,-71 59-6670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9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5060,'28'-31'4717,"-32"27"-3494,-13-9 634,13 10-107,11-29-100,-1 13 922,-6 8 2329,6 90-4035,-9 141-1,0 3-6584,6-149-592,0 3-4136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5837,'0'0'17274,"-1"3"-16475,-17 50 1568,-22 108 0,31-108-2839,3 0 1,0 64-1,-5 26-4831,5-89 1144,-5 67-10624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0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78 7065,'0'-3'2059,"-1"0"-1576,0 0 1,1 0-1,-1-1 1,1 1-1,0 0 1,0-1-1,0 1 1,0 0-1,1 0 1,-1 0-1,1-1 1,0 1-1,0 0 1,0 0-1,2-4 1,-1 5 1638,-2 1-2033,1 0-1,-1 0 0,1 0 0,-1 0 0,1 0 0,0 0 0,0 0 0,-1 1 1,1-1-1,0 0 0,0 0 0,0 1 0,0-1 0,0 0 0,1 0 1,3-2 959,-6 17-821,0 1 0,1 0 1,0 0-1,4 22 0,1 22 101,-2 277 236,-3-318-536,0-4 26,1 0-1,0 0 0,0 0 0,2 0 0,-1 0 0,8 19 0,-9-32-36,0 1 0,-1-1 0,1 1 0,0-1 0,0 0 0,0 0 1,0 1-1,0-1 0,1 0 0,-1 0 0,0 0 0,0 0 0,1-1 0,-1 1 0,0 0 0,1 0 0,-1-1 1,1 1-1,-1-1 0,1 1 0,0-1 0,-1 0 0,1 0 0,-1 1 0,1-1 0,-1 0 0,1 0 1,0-1-1,2 1 0,5-2-3,-1 0 1,1 0-1,-1-1 1,10-5 0,-10 5-1,57-27 83,-39 18-96,-1 0 1,2 2 0,31-8-1,-49 15-7,-1 2-1,1 0 0,0 0 1,0 0-1,1 1 1,-1 1-1,0-1 0,0 1 1,0 1-1,-1 0 0,1 0 1,0 1-1,-1 0 1,11 5-1,23 14 64,-9-4-32,65 24 0,-88-39-17,0 0-1,1 0 1,-1-1-1,0 0 0,1-1 1,0 0-1,-1-1 1,1 0-1,-1-1 1,1 0-1,12-3 1,-16 2-5,0-1 0,-1 0 0,1-1 0,-1 0 0,1 0 0,-1 0 0,0-1 0,-1 0 0,1 0 0,-1 0 0,0-1 0,0 1 0,-1-1 0,0 0 0,0-1 0,0 1 0,-1-1 0,0 0 1,0 0-1,0 0 0,-1 0 0,0 0 0,-1 0 0,0-1 0,0 1 0,0 0 0,-1-9 0,-3-29-20,-3 0-1,-1 0 1,-2 1 0,-17-46-1,22 76-43,-29-67-400,29 73 230,0 0-1,0 1 1,-1 0-1,0 0 0,-1 0 1,0 0-1,-10-9 0,12 14-117,0 0-1,-1 0 1,1 1-1,-1-1 0,1 1 1,-1 0-1,0 0 1,1 1-1,-1-1 0,0 1 1,1 0-1,-1 0 1,0 1-1,0-1 0,-6 3 1,5-2-191,1-1-189,1 1-1,-1 0 0,0 1 1,0-1-1,1 1 1,-6 2-1,-23 20-7339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7001,'2'1'8269,"-3"7"-3184,-8 26-1592,2-12-3244,-6 39 0,1 154-1604,11-185-795,4 35 1,0-14-3991,-3-1-3428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1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37 6121,'-1'0'174,"1"-1"0,-1 0 1,1 1-1,-1-1 0,1 0 1,0 0-1,-1 0 1,1 0-1,0 1 0,0-1 1,-1 0-1,1 0 0,0 0 1,0 0-1,0 0 0,0 0 1,0 0-1,0 0 1,0 1-1,0-1 0,1 0 1,-1 0-1,0 0 0,1 0 1,-1 0-1,0 1 1,1-1-1,-1 0 0,1 0 1,-1 1-1,1-1 0,-1 0 1,1 1-1,0-1 0,-1 0 1,1 1-1,0-1 1,-1 1-1,1-1 0,1 0 1,4-4 5297,-21 35-2846,13-19-2285,0-1 1,0 0-1,1 1 0,1-1 0,0 1 1,2 16-1,-2 34 693,-17 100 303,-16 229-5041,33-219-5519,0-88-994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1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10729,'0'0'6964,"1"-2"-5591,2-2-1150,1 0 0,-1 1-1,1-1 1,0 1 0,0 0 0,0 0 0,0 0 0,0 1 0,1-1 0,-1 1-1,1 0 1,6-2 0,69-15 488,-73 18-598,537-79 1468,9 30-1189,-535 48-369,2060-95 186,-797 77-590,-908 28-15,-322-1-121,-43-2-280,-29-2-61,-74 2-3198,35 1-2841,37 0-1209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85 164 6493,'-2'-4'559,"0"1"0,0 0 1,0 0-1,-1 0 1,1 0-1,-1 1 1,1-1-1,-1 0 1,0 1-1,0 0 0,0 0 1,-6-3-1,8 3-249,0 0 0,0 0 0,0 0 0,0 1 0,0-1 0,0 0 0,1 0 0,-1-1 0,1 1 0,-1 0 0,1 0 0,0 0 0,0 0 0,-1 0 0,2 0-1,-1-3 1,0 2-227,-1 0-1,1 0 1,0 0-1,1 0 0,-1 0 1,0 1-1,1-1 0,-1 0 1,1 0-1,0 0 1,0 0-1,0 1 0,1-1 1,-1 0-1,1 1 1,-1-1-1,1 1 0,0 0 1,0 0-1,0-1 0,0 1 1,0 0-1,0 1 1,1-1-1,-1 0 0,1 1 1,-1-1-1,1 1 0,-1 0 1,1 0-1,5-2 1,1 0-17,0 0 0,0 1 0,1 0 0,-1 0 0,1 1 1,-1 1-1,1-1 0,18 3 0,-1 1-25,0 1-1,0 2 1,0 1 0,-1 0 0,0 2-1,-1 2 1,0 0 0,44 27-1,-58-30-47,1 0 0,-2 1 0,1 0-1,-1 1 1,0 1 0,-1-1 0,-1 1 0,11 18-1,-13-20-12,-2 1 0,1 1-1,-1-1 1,-1 1 0,0-1-1,0 1 1,-1 0 0,0 0-1,-1 0 1,-1 0 0,0 20-1,-3-8-15,-1 0-1,-1-1 0,-1 0 0,-1 0 1,0-1-1,-2 0 0,-1 0 0,0-1 0,-16 23 1,-8 6-34,-2-1 0,-56 57 1,-191 161 198,213-203 457,85-68-229,490-155-412,-488 155-8,27-8-225,266-73-3069,-83 43-4789,-118 28 220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3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75 11561,'-7'-20'4144,"-2"5"-2379,2 4 1019,-5-3-2588,2-1-684,-15 15-4209,3 0 269,9 12-3425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6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207 186 6185,'-1'-1'187,"0"-1"1,1 0 0,-1 1-1,0-1 1,0 0 0,1 0-1,-1 0 1,1 1 0,0-1-1,-1 0 1,1 0 0,0 0-1,0 0 1,0 0 0,0 0-1,1 1 1,-1-1-1,1-4 1,2-19 1258,-17-41 2220,14 60-3406,-1 0 0,2 0 0,-1-1 0,1 1 0,0 0 0,3-11 0,-3 14 595,15 15 138,-13-8-897,1 0 0,-2 0 0,1 0 0,0 1 0,-1-1 0,0 1 0,0 0 0,0 0 0,-1 0 0,0-1 0,2 11 0,3 67 720,-5-47-500,8 191 1442,-10 0 0,-49 376 0,-78 537-139,54-243-1559,69-531-2342,6-230 344,5-34-256,-2-46-360,-3 0-3507,-6-27-3693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115 258 3336,'0'0'2814,"2"-2"-2299,1 0 0,-1 0 0,0-1-1,0 1 1,0-1 0,0 1 0,1-4 0,-8-20-199,4 23-221,-2 3-33,-5 0-33,-1 1 1,1 1-1,-1 0 1,1 0-1,0 0 1,-8 4-1,12-4-21,-8 2 22,-27 17 1312,36-20 1007,7-2-2221,42-8 282,-1 2 1,67 0-1,1-1 75,517-37 804,36 48-830,-561 0-357,1035-10-154,-334-29 125,-441 21 288,-120 7-50,561-4 338,-727 12-624,285 16-76,-4-1 92,-172-13 59,165-3 129,319 2-85,-260 3-156,685-49-35,-276 30-91,-430 9 169,-180-8 87,-47 1-82,182 9 0,-72 9-34,17 1-22,-124-5-14,-80-3 54,101-8-92,-84 1 82,-66 2 0,-12 1-39,19 0 22,-34 4-2,1 1 0,-1 0-1,0 0 1,0 1 0,15 2 0,23-5 44,112-3-102,-158 6 92,1 1-47,33 4-74,-34-5 186,9 2-192,-11-2 242,0 0 1,1 0 0,-1 0 0,0 0-1,0 0 1,0 0 0,1 0 0,-1 0-1,0 1 1,0-1 0,0 0 0,0 1-1,0-1 1,0 1 0,0 0 0,0-1-1,0 1 1,2 1 0,-11 33-116,-2 1 1,-2-2-1,-1 1 1,-17 32-1,9-22 249,-21 71-1,18-33-70,-35 140 654,46-162-201,-9 106-1,21-144-495,-7 95 627,5-1 0,12 120 0,13-71-431,9 91-44,-28-203-234,-2-1 0,-12 103 0,-45 172 562,16-142-346,24-114-224,-33 136 60,1-31 82,24-99-76,-36 104 138,28-89-110,-29 134 0,37-117-68,-8 49 75,-7 129 53,34-260-142,-11 36 0,-1 1 90,-40 132 213,38-142-247,2 1 1,-11 67 0,-20 77-139,38-163 0,-14 80 0,-26 93-163,49-207-822,1-3 799,-1 1-1,1-1 1,0 1 0,-1-1-1,1 1 1,-1-1 0,1 1-1,-1-1 1,1 1 0,-1-1-1,0 0 1,1 1 0,-1-1-1,1 0 1,-1 1 0,0-1-1,1 0 1,-1 0 0,0 0-1,1 1 1,-1-1 0,0 0-1,1 0 1,-1 0 0,0 0-1,1 0 1,-1 0 0,0-1-1,-18 0-3085,1-8-3101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5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4320,'0'0'13474,"-1"4"-13204,-4 19 195,1 1-1,0-1 1,1 41-1,2-40-190,-51 532 2213,45-504-2387,3 1-1,2-1 1,6 66-1,22 58-159,-25-169 55,0-1 0,1 1-1,0-1 1,0 1 0,1-1-1,3 6 1,-5-9-18,-1 0-76,-3 28 52,3-28 37,3-3-90,48-2 130,58-11-1,47-3 39,283 15 181,-133 1-225,795 51 56,-909-39-75,524 9-26,1-28 28,-640 6 7,216-3 27,519-16 77,-383-9-27,-150 10 8,465 7 394,-313 32-554,202-10 989,-441-11-252,306-21 154,-171 3-579,170-12 78,92 5 288,-7-33-127,-533 52-360,244-30 306,-20 12-301,53-15-83,-247 28-66,145-12 48,-204 22-52,1 1 0,30 4-1,-3-1 146,-29 0-130,-18-1 26,1-1 0,0 0-1,0 1 1,0-1 0,-1 0-1,1 0 1,0 0 0,0 0-1,0 0 1,-1-1-1,1 1 1,0 0 0,0-1-1,2-1 1,6-1-8,0 1-1,1-1 1,12 0 0,-21 3-14,2-1 6,-1 1-9,18-4-540,-19 3-1099,-6 2-579,-34 4-7430,23-3 7958,-24 4-8918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4 320 9593,'-2'-16'703,"1"1"-1,1-1 1,0 0 0,1 1 0,1-1 0,1 1-1,0-1 1,1 1 0,0 0 0,10-22 0,-10 28-486,1 0 0,-1 1 1,1 0-1,1 0 0,0 0 1,0 1-1,0-1 1,1 1-1,0 1 0,0-1 1,1 1-1,0 1 0,0 0 1,12-7-1,-12 9-169,0 1 1,1-1-1,-1 1 0,1 1 0,-1-1 1,1 2-1,0-1 0,-1 1 0,1 0 1,0 1-1,-1 0 0,1 0 0,-1 1 0,1 0 1,13 6-1,-7-2-19,-1 0 0,1 1 0,-2 0 0,1 2 0,-1-1 0,0 2 0,-1-1 1,0 2-1,-1 0 0,0 0 0,0 1 0,-1 0 0,-1 1 0,0 0 0,-1 0 0,0 1 0,-1 0 0,-1 0 0,9 29 0,-9-18-10,0 0 0,-2 0-1,-1 1 1,-1-1-1,-1 1 1,-1 0 0,-1-1-1,-1 1 1,-2 0-1,0-1 1,-12 36 0,-5 0 57,-3-2 1,-3 0-1,-2-2 0,-2-1 1,-3-1-1,-2-2 1,-84 94-1,106-132 662,-1 1 0,0-2 0,-22 17 0,91-61-699,1 3 0,2 2-1,65-19 1,189-43-1500,-153 46 708,395-82-4117,-318 75 667,-107 24-380,-9 10-2442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98 262 5553,'-2'-1'1653,"-25"-4"1485,25 5-545,-2 0-1434,-1 1-745,0 1-1,0-1 1,0 1 0,0-1-1,0 2 1,0-1 0,0 0-1,1 1 1,-1 0 0,-7 6-1,12-8-365,0 0-1,-1 0 1,1-1-1,0 1 1,0 0-1,0-1 1,0 1-1,0 0 1,0 0-1,0-1 1,0 1-1,0 0 1,0-1-1,0 1 1,0 0-1,1 0 1,-1-1-1,0 1 1,1 0-1,-1-1 1,0 1-1,1-1 1,-1 1-1,1 0 0,-1-1 1,1 1-1,0 0 1,-1-1-6,3 3 18,0 0 0,0 0 0,0-1 0,0 0 0,0 0 0,1 1 0,-1-2 0,0 1 0,1 0 0,0-1 0,-1 0 0,1 0 0,0 0 0,6 1 0,65 3 394,-43-5-292,564 0 964,6-32-797,-356 17-279,764-54 200,-438 27-314,1451-115-539,-2005 156 581,5-1-89,-1 0-1,26-7 1,-37 5-140,-10 1-101,-24 1-571,-41 3-1223,-65 8-5388,50-1-542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5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27 145 7009,'0'-2'201,"0"-1"0,0 1 0,0 0 0,0 0 0,0-1 0,0 1 0,-1 0 0,1 0 0,-1 0 0,1 0 0,-1-1 0,0 1 0,0 0 0,-2-3 0,-7-17 1910,6-23 3261,3 41-4789,0 0-1,0 0 1,1 0 0,-1 0 0,1 0-1,0 0 1,0-6 0,1 10-571,-1 0 0,0 0-1,0 0 1,0 0 0,0 0 0,0 0 0,0 0 0,0 0 0,0 0-1,0 0 1,0 0 0,1 0 0,-1 0 0,0 0 0,0 0 0,0 0-1,0 0 1,0 0 0,0 0 0,0 0 0,1 0 0,-1 0 0,0 0-1,0 0 1,0 0 0,0 0 0,0 0 0,0 0 0,0 0 0,0 0 0,1 0-1,-1 0 1,0 0 0,0 0 0,0 0 0,0 0 0,0 0 0,0 0-1,0-1 1,0 1 0,0 0 0,0 0 0,0 0 0,0 0 0,0 0-1,1 0 1,-1 0 0,0 0 0,0-1 0,0 1 0,0 0 0,0 0-1,0 0 1,0 0 0,0 0 0,0 0 0,0 0 0,0 0 0,0-1-1,0 1 1,0 0 0,0 0 0,0 0 0,-1 0 0,1 0 0,0 0 0,0 0-1,0 0 1,0-1 0,6 23 796,5 65 354,0 115-1,-8-108-1520,-1-29-2351,-3 1 0,-13 94-1,3-85-2997,7-1-3240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10673,'0'4'2047,"-1"26"1589,-3 1-1,-8 38 1,-6 44-1076,18-113-2554,-4 55 736,5 109 1,6 7-4060,-9-56-3210,1-71 2118,0 29-6032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10077,'32'-5'1899,"-26"4"-43,-6 0-1532,0 0 0,0-1-1,-1 1 1,1 0 0,0 0 0,-1 0 0,1 0-1,-1 0 1,0-1 0,1 1 0,-1 0 0,0 0 0,1 0-1,-2-1 1,-3 2 1536,6 13-782,8 17 298,-5-20-959,-1 0-1,0 0 0,-1 0 0,2 19 0,-11 184 1607,5-177-1915,-8 105-1063,-1 103-6950,16-189 2026,4-3-3613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12253,'0'29'7437,"-10"13"-4438,-1 8-1458,-10 362 2576,14-172-5737,-17 30-5181,11-179 361,-2 0-4062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74 303 9089,'-21'-21'1739,"16"16"-159,4 5-1343,-1-1-1,1 1 1,-1-1-1,1 1 1,-1-1-1,1 1 1,0-1-1,-1 0 0,1 0 1,0 0-1,-1 0 1,1 0-1,0 0 1,0 0-1,0-1 0,0 1 1,0 0-1,-1-3 1,-13-23 2612,13 22-2584,1 0 0,0-1 0,-1 1 0,2 0 0,-1-1 0,1 1 0,0-9 0,0 11-212,0 0-1,0 0 1,0 0 0,1 0 0,-1 1-1,1-1 1,0 0 0,0 0 0,0 0 0,0 1-1,0-1 1,1 1 0,-1-1 0,1 1-1,2-4 1,9-3 15,0 1-1,1 0 0,0 0 1,0 2-1,1 0 1,0 0-1,0 1 1,0 1-1,20-3 0,148-12 57,-166 18-117,205-15-583,173-9-3118,-132 21-5024,-179 6 1171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7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278 167 9705,'-132'-9'3070,"122"9"-2280,0 0 0,-1 1 0,-18 4 0,-14 1 1551,4-5-55,36-3-1601,8 0-235,59-14 74,-55 14-493,125-22-675,181-9 1,-146 19-888,251-36-5223,-319 38 3295,25-3-2778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8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896 139 4864,'-2'-13'939,"-1"1"0,0-1-1,-1 1 1,-1-1-1,0 1 1,-10-17-1,14 27 211,0 0-833,0-1 0,0 0 0,0 1 1,0-1-1,0 0 0,1 0 0,-1 1 0,1-1 0,0-5 0,0 7 664,3 5-831,0-1 1,0 1-1,0-1 1,0 1 0,0 0-1,-1 0 1,1 0 0,-1 0-1,0 1 1,-1-1 0,1 1-1,1 7 1,7 14 147,20 42 700,71 113 0,-84-157-916,0 0 0,2-1 1,0-1-1,1-1 0,2-1 0,0-1 0,39 26 0,-10-15-35,2-1 0,1-3-1,65 21 1,174 42-435,-202-64 183,-62-17 118,0 1-1,0 2 1,-1 1 0,-1 1 0,34 21 0,-52-28 76,1 1-1,-1 0 1,-1 0-1,0 1 1,0 0-1,0 1 1,-1-1-1,0 1 1,-1 1-1,0-1 1,0 1-1,-1 0 1,-1 0-1,1 1 1,-2 0-1,1-1 1,2 18-1,-5-11 3,0 0 0,0-1-1,-2 1 1,0 0 0,-1 0-1,-1 0 1,0-1 0,-2 1-1,-11 30 1,-3-5 1,-2 1-1,-36 53 1,-3-6 42,-5-3 0,-78 81 0,-167 142-23,-369 257 974,-42-59-166,687-484-770,22-15-42,-1 0-1,0-1 1,-14 7-1,25-14-162,2-4-157,0-4 124,1 1 0,0-1 0,0 0 0,1 1 0,0-1-1,0 1 1,1 0 0,0-1 0,0 1 0,7-10 0,7-8-1092,25-28 1,6-8-1586,-18 8-1528,2-1-2527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72 5180,'4'-37'1745,"-1"20"-1157,0 0 568,-22 40-5197,-13 11 2397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8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38 417 2860,'0'0'3429,"-3"1"-3043,-28 1 261,27-2 1070,23 6-1293,9-4-278,0-2-1,0 0 1,0-2 0,42-7-1,-23 3-44,687-92 808,-73 8-409,961-69 89,-1434 144-993,352-24-185,-181 29-4853,-355 10 2571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9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2 281 3796,'0'-1'78,"0"1"-1,0 0 1,0 0-1,0 0 0,-1 0 1,1 0-1,0 0 0,0-1 1,0 1-1,0 0 1,0 0-1,0 0 0,0 0 1,0-1-1,0 1 1,0 0-1,0 0 0,0 0 1,0 0-1,0-1 1,0 1-1,0 0 0,0 0 1,0 0-1,0 0 1,0-1-1,0 1 0,0 0 1,0 0-1,0 0 0,0 0 1,0-1-1,0 1 1,0 0-1,1 0 0,-1 0 1,0 0-1,0 0 1,0 0-1,0-1 0,0 1 1,0 0-1,1 0 1,-1 0-1,0 0 0,0 0 1,0 0-1,0 0 0,1 0 1,-1 0-1,0 0 1,0 0-1,0 0 0,1 0 1,18-6 1079,36 0-1678,-44 5 941,787-55 545,-516 40-783,415-22-23,406-27-20,-1058 62-106,327-39 396,-353 37-453,1 1 0,-1-2 1,22-10-1,-39 15-201,-26-1-568,20 1 633,-1 0 0,1 1 1,0 0-1,0-1 0,0 2 1,0-1-1,-7 1 0,6 0-77,0 0-1,0-1 0,0 1 0,0-1 0,0 0 0,0-1 0,0 1 0,-7-3 0,-12 0-1513,-4 2 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2764,'79'0'660,"-60"5"-180,22-5-92,23 3-204,-16 0 88,5-6-44,8 6-52,18 3-44,7-3-84,101 5-60,-82-8-104,0 0-32,6 0-20,-3-6-72,-3 4-72,-7-7-400,-3 0-360,-3 4 336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49 2848,'0'0'767,"-3"0"-518,-23-7 103,23 6 2319,13-8-2579,-10 9-90,1-1 0,-1 1 0,0 0 0,0 0-1,1 0 1,-1 0 0,0 0 0,0 0 0,0 0 0,1-1-1,-1 1 1,0 0 0,0 0 0,0 0 0,0 0-1,1-1 1,-1 1 0,0 0 0,0 0 0,0 0 0,0-1-1,0 1 1,0 0 0,0 0 0,0-1 0,0 1-1,0 0 1,1 0 0,-1-1 0,0 1 0,0 0 0,0 0-1,-1 0 1,1-1 0,0 1 0,0 0 0,0 0 0,0-1-1,0 1 1,0 0 0,0 0 0,0-1 0,0 1-1,0 0 1,-1 0 0,1 0 0,0 0 0,0-1 0,0 1-1,0 0 1,-1 0 0,1 0 0,0 0 0,0-1-1,-21-1-50,-27 6-138,45-4 131,-32 3-134,32-3 157,3-1-17,0 0 46,0 1-1,0-1 1,0 0-1,-1 0 1,1 0 0,0 0-1,0 0 1,0 0-1,-1 0 1,1 0-1,-1 0 1,1 1-1,-1-1 1,1 0 0,-1 0-1,1 1 1,-1-1-1,1 0 1,-1 1-1,0-1 1,0 0-1,1 1 1,-1-1 0,0 1-1,0-1 1,0 1-1,1 0 1,-1-1-1,0 1 1,0 0 0,0-1-1,0 1 1,-2 0-1,-38 2-609,13 1-168,-1-10-1169,27 7 1019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9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633 0 1848,'-124'32'480,"67"-12"-92,6 0-128,-6 3 28,-4 2-128,-2 1-220,-13 6-504,3 8-256,3 2 172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60 259 7869,'12'-53'1194,"26"-110"6977,-36 129-5655,-4 26-1852,-4 20 16,-4 37-137,2 0-1,-4 89 1,4-32-298,-16 98 80,-14 178 132,34-305-418,4-1 0,20 151 0,-14-191-54,2 0 0,1-1-1,2-1 1,1 1 0,1-2 0,2 1-1,2-2 1,25 37 0,-33-55-8,2 0 1,-1-1-1,2 0 0,0-1 1,0-1-1,1 0 1,1 0-1,-1-1 0,2-1 1,-1-1-1,1 0 1,1 0-1,-1-2 0,1 0 1,0-1-1,1 0 1,-1-1-1,1-1 0,28 1 1,-18-4 7,1-2 0,-1 0 0,0-2 0,0-1 0,0-2 0,0 0 0,-1-2 0,44-21 0,15-13-9,94-66 0,-71 41 3,-35 23 12,-27 15-8,0 3 0,62-27 0,-102 51 29,1 1-1,-1 0 0,1 1 0,-1-1 0,1 1 0,0 1 0,0-1 0,0 1 0,-1 0 0,1 1 0,0 0 1,0 0-1,-1 0 0,1 1 0,11 4 0,1 2 14,-1 2-1,0 0 1,30 23 0,-33-22 8,1 0 1,0-1-1,1-1 1,30 13-1,-27-16-29,1-1 0,0 0-1,0-2 1,0 0 0,1-2-1,-1 0 1,31-4-1,-36 2-21,-1-2-1,0 0 1,0 0 0,0-1-1,0-1 1,-1-1-1,1 0 1,-1-1-1,-1 0 1,25-18-1,-34 22 14,-1 0-1,1 0 0,-1 0 0,0-1 0,0 1 0,0-1 0,-1 0 0,1 0 0,-1 0 0,0 0 0,0 0 0,0-1 0,-1 1 0,0-1 0,1 1 0,-1-1 0,-1 1 0,1-1 0,-1 1 0,0-1 0,0 0 1,0 1-1,-1-1 0,0-5 0,-1 1-8,-1 0 0,0 1 1,0-1-1,-1 1 0,0-1 1,0 1-1,-1 0 0,0 1 0,0-1 1,-13-12-1,-17-14-78,-60-43 0,34 29 1,59 47 79,0-1-1,0 0 1,0 1 0,0-1 0,0 0 0,0-1 0,1 1 0,-1 0 0,1 0-1,-1-1 1,1 1 0,0-1 0,0 1 0,0-1 0,0 0 0,0 1 0,1-1-1,-1 0 1,1 1 0,0-5 0,0 3-4,1 0 0,0 1 0,0-1 0,0 0-1,1 1 1,-1-1 0,1 1 0,0-1 0,0 1 0,0 0 0,0 0 0,5-6 0,7-4-76,0 0 0,1 1 0,0 0 0,26-14 0,74-37-543,146-59 0,-103 46 327,-156 76 299,1-1 1,0 1-1,0-1 0,0 1 1,0 0-1,0 0 0,0 0 1,0 1-1,0-1 0,0 1 1,0 0-1,0-1 0,0 1 1,-1 0-1,1 1 0,0-1 1,-1 0-1,1 1 0,4 3 0,-6-4 13,29 19 49,-1 2 1,-1 0-1,-1 2 0,-1 1 0,-1 2 0,-1 0 0,34 53 1,-49-68-53,-1 1 1,-1 0-1,0 0 1,-1 1 0,0 0-1,-1 0 1,-1 1-1,0-1 1,-1 1 0,0 0-1,-1 0 1,-1 0-1,0 0 1,-1 0 0,-1 0-1,-1 0 1,0 0-1,0-1 1,-2 1 0,0-1-1,0 1 1,-1-1-1,-1 0 1,-1-1 0,0 1-1,-16 23 1,15-27-206,-4 8-376,-2 0 0,0 0 0,-1-1 0,0-1 0,-29 22 0,32-33-2354,15-15 1062,17-23-1161,-17 28 2037,21-31-4007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9989,'13'-4'3105,"-15"14"1383,1-6-4128,0-1-1,0 0 1,1 1 0,-1-1-1,1 0 1,-1 1-1,1 6 1,36 217 4267,15 0-3881,-13-58-2062,13 17-2755,-1-68-3974,-15-54-1371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23 486 9965,'-22'-43'1884,"25"12"-396,9-18-280,7 18-232,4-4-176,8 7-167,8-9-237,8 2-524,13-2-508,10-3-557,7 3-203,-4 3-420,0 5-1748,0 9-2069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1188 5809,'-1'-1'251,"0"0"1,-1 0 0,1 0 0,0 0-1,1 0 1,-1 0 0,0-1 0,0 1 0,0 0-1,1 0 1,-1-1 0,1 1 0,-1 0-1,1-1 1,-1 1 0,1-1 0,0 1 0,0 0-1,0-1 1,-1 1 0,1-1 0,1 1-1,-1-1 1,0 1 0,0 0 0,0-1 0,1 1-1,-1-1 1,1 1 0,-1 0 0,1-1-1,0 0 1,25-55 1007,-21 48-795,116-253 3249,-107 224-3411,16-41 324,24-105 0,-20 8-263,38-141 917,-72 316-1273,0 0 0,0 0 0,0 0 0,0 0 0,0 1 0,1-1 0,-1 0 0,0 0 0,1 0 0,-1 0 0,0 1 0,1-1 0,-1 0 0,1 0 1,-1 1-1,1-1 0,0 0 0,-1 1 0,1-1 0,0 0 0,-1 1 0,1-1 0,0 1 0,-1-1 0,1 1 0,0 0 0,0-1 0,0 1 0,0 0 0,-1-1 0,1 1 0,0 0 0,0 0 0,0 0 0,0 0 0,0 0 0,0 0 0,0 0 0,-1 0 0,1 0 0,1 1 0,1 0 14,-1 1 0,0-1 0,0 1 0,0-1-1,-1 1 1,1 0 0,0 0 0,-1 0 0,1 0-1,-1 0 1,1 0 0,-1 0 0,0 1 0,1 2-1,19 57 678,-3 0-1,19 128 0,-29-142-482,21 154 584,2 213-1,-26 209-182,-6-387-417,5 19-459,55 391-1,-57-639 220,25 128-703,-24-125 595,0-1 0,1 1 1,0-1-1,1 0 1,0 0-1,0 0 0,1-1 1,1 0-1,11 14 1,-16-21 79,0-1 1,0 0 0,0 0 0,0 0-1,0 0 1,0 0 0,0 0 0,1-1-1,-1 1 1,0-1 0,0 1-1,1-1 1,-1 0 0,0 0 0,1 0-1,-1 0 1,0 0 0,0 0 0,1-1-1,-1 1 1,0-1 0,0 0 0,1 1-1,-1-1 1,0 0 0,0 0-1,0-1 1,3-2 0,1 1-81,1-2-1,-2 1 1,1-1 0,0 0 0,-1 0 0,0 0-1,8-12 1,-8 8 29,1 0 1,-2-1-1,1 1 0,-1-1 1,-1 0-1,0 0 0,0-1 1,-1 1-1,0 0 0,-1-1 1,0-18-1,-2 14 30,-1 0 1,0 0-1,-1 1 1,0-1-1,-1 1 1,-1-1-1,-9-18 1,-8-7 122,-1 1 1,-2 2 0,-2 0 0,-46-48 0,-3 2 293,31 36-140,1-3 1,-65-96-1,99 129-171,0-1 0,1 0 1,1 0-1,0-1 0,2 0 0,0-1 0,1 1 0,1-1 1,1 0-1,0 0 0,2 0 0,0 0 0,4-30 1,2 22-96,1-1 0,1 1 0,2 0 0,0 1 0,2 0 0,2 0 0,0 2 0,1-1 0,2 2 0,26-34 1,12-6-262,2 3 1,88-74 0,-75 75-48,141-93-1,-196 144 357,1 0 0,29-11 0,-40 18 47,1 0 1,0 1-1,0 0 0,0 0 0,0 0 1,0 1-1,0-1 0,0 1 0,1 1 0,-1-1 1,0 1-1,0 0 0,0 0 0,5 2 0,-8-3-8,2 1 12,-1 1 0,1-1 0,0 0 0,-1 1 0,0 0-1,1 0 1,-1 0 0,0 0 0,0 0 0,0 1 0,0-1-1,0 1 1,-1 0 0,1 0 0,-1 0 0,0 0-1,0 0 1,0 0 0,0 1 0,0-1 0,-1 0 0,2 5-1,43 133 555,33 85-75,-74-216-515,0 0 1,1-1-1,1 0 0,-1 0 1,1 0-1,1-1 0,-1 0 0,1 0 1,1-1-1,0 0 0,0 0 1,0-1-1,0 0 0,1-1 0,0 0 1,0-1-1,1 0 0,11 3 1,-14-5-2,0 0 0,0-1 0,0 0 0,0 0 1,0-1-1,0 0 0,0 0 0,0-1 1,0 0-1,0-1 0,0 0 0,0 0 0,0 0 1,-1-1-1,1 0 0,-1-1 0,0 1 1,0-2-1,0 1 0,-1-1 0,1 0 1,-1 0-1,0 0 0,-1-1 0,8-9 0,8-16-13,-1 0-1,16-36 1,27-42 29,-55 97 9,1 0-1,1 1 0,0 0 0,0 0 1,1 1-1,17-12 0,0 3-12,0 2-1,2 1 1,-1 1-1,42-13 1,-55 21 4,0 0 1,27-18-1,-32 18 4,-1 0 0,2 1 0,-1 1 0,1-1 0,0 2 0,15-5 0,-20 9 13,0 0-1,1 0 1,-1 1-1,0 0 1,1 0-1,-1 1 1,0 0-1,0 0 1,12 6-1,8 1 53,-2-3-202,0-2 0,1 0-1,-1-2 1,1 0 0,0-2 0,-1-1 0,1-1 0,-1-1 0,1-2 0,-1 0-1,34-13 1,-41 11 129,-1-2-1,1 0 1,-2-1-1,1-1 0,-2-1 1,20-17-1,-22 18 61,-5 5-31,0 1 0,-1 0 1,2 0-1,-1 1 0,1 0 1,-1 1-1,1 0 0,0 0 1,13-2-1,8 1-475,47-2 0,-26 3-366,248-20-2994,-138 4 3658,-74 17 1633,109 13-1,-175-9-2149,1-1 0,-1-1 0,36-4 1,-46 2-380,0 0 0,1-1 0,-1-1 0,0 0 0,11-6 0,7-4-2627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79 4920,'-15'-6'7260,"17"3"-6929,-1-1-1,0 0 1,1 1 0,-1-1 0,1 1-1,0 0 1,1-1 0,-1 1 0,0 0-1,1 0 1,-1 1 0,7-6 0,-8 7-208,0 0 0,0 0 1,0 0-1,0 0 0,0 0 1,0 0-1,0 0 1,0 0-1,-1 0 0,1-1 1,0 1-1,-1 0 0,1-1 1,0-1-1,3-4 1352,7 14-887,-10-5-565,0-1 0,0 1 1,0-1-1,0 1 1,0-1-1,-1 1 1,1 0-1,-1 0 1,1-1-1,-1 1 1,0 0-1,1 0 1,-1-1-1,0 1 1,0 0-1,0 0 0,-1 0 1,1 0-1,0-1 1,-1 1-1,1 0 1,-1-1-1,1 1 1,-2 2-1,-2 15 273,-20 144 1143,-19 192 280,40-294-1746,2-1 1,3 0 0,19 114 0,-20-166 5,6 29-287,1-1 0,18 48 0,-22-75 82,0 1 1,0-1-1,1 0 1,1 0-1,-1 0 1,1 0-1,1-1 1,0 0-1,0-1 1,0 1-1,1-1 1,0-1-1,12 8 1,-15-11 2,1 0 1,0-1-1,0 1 1,0-1-1,0 0 1,0-1-1,0 0 0,1 0 1,-1 0-1,0-1 1,1 0-1,-1 0 1,1 0-1,-1-1 1,0 0-1,0 0 1,1-1-1,7-2 0,-3-1-573,0 0 0,1-1 0,-2 0 0,1 0-1,-1-1 1,0 0 0,0-1 0,12-13-1,12-16-5050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6513,'15'-11'785,"0"2"0,1 0 0,0 1 1,34-12-1,78-18 1656,-119 36-2349,225-45 484,-193 42-924,0 1-1,0 3 0,76 7 1,-9 15 4,-69-11 67,46 4 0,26-12-1047,-8-1 331,35 18 1465,-89-11-245,89 5 0,-39-8 1719,-119-34-7021,2 21 1323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83 400 8705,'-5'2'728,"0"-1"1,1 0-1,-1 0 1,0-1-1,0 1 1,0-1-1,0 0 1,0 0-1,-8-2 0,10 1 861,0 0-93,-15-7 85,18 8-1556,0 0 1,0 0-1,0 0 0,0 0 0,0 0 1,0 0-1,-1 0 0,1-1 0,0 1 0,0 0 1,0 0-1,0 0 0,0 0 0,0 0 0,0 0 1,0 0-1,0-1 0,-1 1 0,1 0 0,0 0 1,0 0-1,0 0 0,0 0 0,0 0 0,0-1 1,0 1-1,0 0 0,0 0 0,0 0 0,0 0 1,0 0-1,0-1 0,0 1 0,0 0 0,0 0 1,0 0-1,0 0 0,0 0 0,1-1 0,-1 1 1,0 0-1,0 0 0,0 0 0,0 0 0,0 0 1,0 0-1,0 0 0,1-1 0,30-7 1409,-16 5-1265,150-23 830,175-5-1,-190 20-806,1074-79 193,355-29-2390,-1440 106-277,142-31 0,-272 42 1665,37-11-1215,-16-2-4638,-12 2-1125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7365,'-11'9'808,"10"-8"-645,-1 0 0,0 0 0,1 0 1,-1 1-1,1-1 0,0 0 0,-1 1 0,1-1 0,0 1 0,0 0 0,0-1 0,0 1 1,0 0-1,0 0 0,0-1 0,1 1 0,-1 0 0,1 0 0,-1 0 0,1 0 0,0 0 1,-1 0-1,1 3 0,0 17 1504,-1 1 0,-1-1 0,-1 1 0,-11 37 0,4-16-484,-30 145 1349,-1 4-3070,3-1-3723,34-169 2252,1 0 0,1-1 1,2 45-1,8-1-6311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5 245 6985,'-2'-16'463,"1"10"-216,0-1 0,1 1 0,-1 0 0,1 0 1,0 0-1,1 0 0,0-1 0,0 1 0,0 0 0,1 0 1,0 0-1,3-7 0,0 0 419,2 0 0,0 0 0,0 0-1,1 1 1,0 0 0,13-13 0,-17 21-514,1 0-1,-1 0 1,1 1-1,0-1 1,0 1-1,0 0 1,0 1-1,1-1 1,-1 1-1,1 0 1,0 0-1,-1 1 1,1 0-1,0 0 1,0 0-1,0 1 1,0-1-1,0 1 1,6 2-1,6 0-8,0 2 0,-1 1 0,1 0 0,-1 1-1,-1 1 1,1 0 0,-1 1 0,-1 1 0,1 1-1,24 20 1,2 5 75,-1 3 0,44 52 0,-33-27-116,-4 2 0,-2 2 0,-3 2 0,-4 1 0,49 120 0,-70-145-81,-3 1 1,-1 0-1,-3 1 1,-1 0-1,-3 1 1,-1 0-1,-3 1 0,-5 88 1,-7-100 15,2-4 27,6-48-72,2 0 1,0 0 0,0-1 0,2 1 0,0 1 0,0-1 0,9-21 0,-4 10-16,8-17-105,2 1 0,1 1 1,36-57-1,-28 51-28,134-203-405,-124 201 467,2 2 0,82-77 0,-102 108 126,1 0 1,0 1-1,1 1 0,1 1 0,0 0 1,1 2-1,33-12 0,-47 20 30,0 0 1,1 1-1,-1 0 0,1 0 1,-1 1-1,1 1 0,-1-1 0,1 1 1,0 1-1,-1 0 0,1 0 0,-1 1 1,1 0-1,-1 1 0,0 0 1,0 0-1,0 1 0,0 0 0,-1 1 1,0 0-1,15 11 0,-13-6 9,0 0-1,-1 1 1,-1 0-1,0 0 1,0 0-1,-1 1 1,-1 1-1,0-1 1,0 1-1,-2 0 1,1 0-1,3 21 1,1 14 81,-2 0 1,1 59 0,-21 327-765,-2-148-4146,15-256 2855,0 1 0,3-1 0,8 48 0,10-2-5027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10549,'6'13'698,"-1"1"1,-1-1-1,0 1 0,-1 0 0,-1 0 1,0 1-1,-1-1 0,0 15 1,-9 188 2506,-43 249 0,42-417-3016,-25 183 502,31-193-337,2 0 0,1 0 0,10 76 0,-8-106-298,0 1 1,1-1 0,0 1 0,0-1-1,1 0 1,0 0 0,1-1 0,0 1-1,1-1 1,-1 0 0,1 0-1,1-1 1,0 0 0,0 0 0,0-1-1,1 1 1,0-1 0,0-1 0,0 0-1,1 0 1,-1-1 0,1 0-1,13 4 1,5 0-41,-1-1-1,2-1 0,-1-2 1,0-1-1,1-1 1,0-1-1,31-3 0,55-8-1057,0-5 0,120-32 0,-8-16-2846,-6-13-4168,-120 36-914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197 435 7501,'-36'177'8839,"2"-10"-6618,-36 239-1062,30-217-1823,39-185 623,-1-8-36,-1-6 82,0 0 0,1 0 0,0 0 0,1 0 0,0 0 0,0 0 0,1-1 0,0 1 0,3-13 0,20-98 212,-20 109-212,41-152 197,81-201 0,-91 283 20,4 1 0,3 3-1,73-105 1,-99 162-105,1 1 0,1 0 0,0 1 1,38-30-1,-49 44-76,0 0 1,0 0-1,1 1 1,-1 0-1,1 1 0,0 0 1,0 0-1,0 0 0,0 1 1,1-1-1,-1 2 1,1-1-1,-1 1 0,1 1 1,-1-1-1,1 1 0,0 0 1,-1 1-1,1 0 1,-1 0-1,9 3 0,-11-2-19,-1 0 0,1 0 0,-1 1 0,1 0 0,-1 0 0,0 0 0,0 0 0,0 1 0,-1 0 0,1-1 0,-1 1 0,0 1 0,0-1 0,3 6 0,12 15 64,-1 1 0,-2 1 0,-1 0 1,-1 1-1,-1 1 0,-1-1 1,12 58-1,-4 13-20,-5 1 1,-4 1-1,-2 103 1,-11-120-1175,-14 85 1,5-97-2180,-32 103 0,30-132-1187,9-19-2562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5841,'244'-100'5843,"-33"16"-4900,107-97-738,-272 152-184,15-8 15,105-48 0,-164 84 6,1-1 1,0 1 0,0 0-1,-1 0 1,1 0 0,0 0-1,0 1 1,0-1 0,0 1-1,0 0 1,0-1 0,0 1-1,0 1 1,0-1 0,0 0 0,0 1-1,0-1 1,0 1 0,0 0-1,0 0 1,-1 0 0,1 1-1,0-1 1,-1 1 0,1-1-1,-1 1 1,1 0 0,-1 0-1,0 0 1,0 0 0,0 0 0,0 0-1,0 1 1,0-1 0,-1 1-1,1-1 1,-1 1 0,2 5-1,24 58 403,-18-40-249,1 0 0,2-1 0,0 0 0,26 37 0,-22-42-147,0-2 0,1 0 0,1-1 0,1-1 0,0 0-1,1-2 1,1 0 0,0-1 0,1-1 0,0-2 0,1 0 0,0-1 0,25 6 0,-17-7-282,0-2 0,0-1 0,1-1 0,-1-2 0,1-1 0,0-2 0,0-1 0,-1-1 0,53-13 0,-27 5-834,-1 3-1,94-3 1,-114 9 666,9 1 109,-1-3 1,1-1 0,61-17 0,-88 17 533,-1-2-1,0 0 1,0-1 0,23-15 0,2-1 602,-11 7-554,54-26-758,-23 24-3946,-27 10 336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32 7565,'-16'-6'3532,"32"-8"-2236,-4 2 1008,11 12-3456,-4 0-2768,3 12-2721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8409,'26'-20'3600,"-1"20"-2248,0 0-8,-15 17-168,6 18-183,-7 10-97,1 15-196,2 15-184,4 102-224,-12-74-600,-4 2-340,0 1-456,-4 3-293,-5-4-155,-4-5-484,7-5-1540,6-1-2097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0 809 5392,'6'-305'2167,"-8"210"-961,-1 46 190,3-1 0,10-79 0,-9 120-1248,1 0-1,0 0 1,0 1 0,1-1-1,0 1 1,1-1-1,0 1 1,0 0 0,0 1-1,1-1 1,1 1-1,-1 0 1,1 0 0,0 1-1,1-1 1,-1 1-1,1 1 1,0-1 0,1 1-1,-1 1 1,1-1-1,0 1 1,0 0 0,1 1-1,-1 0 1,1 1-1,0-1 1,-1 2 0,1-1-1,0 1 1,0 0-1,0 1 1,17 2 0,0 0 36,0 1 1,-1 2-1,1 0 1,-1 2 0,-1 1-1,1 0 1,-1 2-1,-1 1 1,0 1-1,36 25 1,-35-19-103,0 2 0,-1 1 0,-1 0 0,-1 2 0,-1 1 0,-1 0 0,-1 1 0,-1 1 0,15 33 0,-13-22-14,-2 1 0,-1 0 0,18 73 1,-4 36-145,15 57-722,-44-201 770,-1 0 0,1 0 0,0 0 0,0 0-1,1 0 1,-1 0 0,0 0 0,1 0 0,0 0 0,0-1 0,0 1 0,0-1-1,0 1 1,0-1 0,1 0 0,-1 0 0,1 0 0,-1 0 0,1 0-1,0 0 1,0-1 0,0 0 0,0 1 0,0-1 0,0 0 0,5 1-1,1-2-106,0-1 0,0 0 0,0 0 0,-1-1 0,1 0 0,0 0 0,-1-1 0,11-5 0,123-59-1700,-16 7 905,-62 34 995,2 3 0,0 4 0,112-19 0,-172 37 40,0-1 0,0 1-1,0-1 1,-1 0-1,1 0 1,0-1-1,-1 0 1,1 0-1,-1 0 1,0 0-1,0-1 1,0 0 0,-1 0-1,1 0 1,-1-1-1,0 0 1,0 1-1,-1-1 1,1-1-1,-1 1 1,0 0-1,-1-1 1,1 0 0,-1 1-1,2-7 1,6-9 21,-10 21-127,0 0-1,1 0 1,-1 0 0,0 0-1,0 0 1,1 0 0,-1 1-1,0-1 1,0 0-1,0 0 1,1 0 0,-1 0-1,0 0 1,0 1 0,0-1-1,1 0 1,-1 0-1,0 0 1,0 1 0,0-1-1,0 0 1,1 0 0,-1 1-1,0-1 1,0 0-1,0 0 1,0 1 0,0-1-1,0 0 1,0 0 0,0 1-1,0-1 1,0 0-1,0 0 1,0 1 0,0-1-1,0 0 1,0 0 0,0 1-1,1 52-481,0-35 147,-1-5 100,1 0-1,0 0 1,1 0 0,1 0 0,0-1 0,1 1 0,0-1 0,9 18 0,-12-28 213,0-1 0,1 1 0,-1-1 0,1 0 0,-1 0 0,1 1 0,0-1 0,-1 0 0,1-1 1,0 1-1,0 0 0,-1 0 0,1-1 0,0 1 0,0-1 0,0 1 0,0-1 0,0 0 0,0 0 0,0 0 0,0 0 0,0 0 1,0 0-1,0-1 0,3 0 0,7-2-28,-1-1 1,0 0-1,13-6 1,-13 5 20,-8 4 21,32-15 103,1 2-1,1 1 1,0 2 0,72-11 0,-22 16 185,140 11 0,-5 0-737,-181-7 80,0-1-1,-1-2 1,57-15-1,171-76-283,-170 57 1270,-48 17 485,61-37 1,-79 40-465,1 0 0,1 3 0,0 1 0,73-22-1,-97 36-1106,-1 0 0,1 0 0,0 1 0,0 0 0,0 1 0,0 0 0,0 0-1,18 6 1,-23-6 353,1 0-1,-1 0 0,1-1 0,0 1 0,-1-1 1,1 0-1,0-1 0,-1 0 0,1 0 0,9-2 1,24-3 1435,3 9-982,-1 1 0,0 3 1,0 1-1,-1 2 0,43 17 0,29 6-2477,-60-18 561,-26-6 844,-1-2 0,1 0 0,0-2 0,34 2 0,-54-7 823,0 1-1,0-2 1,0 1-1,0-1 1,1 0-1,-1 0 1,0 0-1,0-1 1,-1 0-1,1 0 1,0-1 0,-1 1-1,1-1 1,-1-1-1,0 1 1,0-1-1,0 1 1,0-2-1,-1 1 1,0 0-1,1-1 1,-2 0-1,7-8 1,-9 11 1,0 1-1,-1-1 1,1 0 0,0 1-1,0-1 1,-1 0-1,1 0 1,-1 1 0,1-1-1,-1 0 1,0 0 0,0 0-1,0 0 1,0 0 0,0 0-1,0 1 1,0-1-1,-1 0 1,1 0 0,-2-3-1,1 3 20,-1-1 0,1 0 0,-1 1 0,0-1-1,0 1 1,0-1 0,0 1 0,-1 0 0,1 0-1,-1 0 1,-3-2 0,-3-1 57,1 1 1,-1 0-1,1 0 0,-1 1 1,0 0-1,-1 1 0,-16-3 0,1 4-6,1 0 0,-1 2 0,0 1 0,1 1-1,-1 1 1,1 1 0,-25 9 0,-2 3-1453,2 3 1,-60 33-1,57-21-2506,8 9-1900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5533,'0'0'12757,"-3"12"-12798,0-7-483,1-1 1,-1 1-1,0 0 1,0-1-1,-6 8 0,-11 14-4944,0 4-1187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6 472 6793,'-5'-13'1914,"5"12"-1417,0 1-1,0-1 0,0 0 1,0 0-1,0 0 0,0 1 1,0-1-1,0 0 0,0 0 1,0 0-1,1 1 0,-1-1 1,0 0-1,1 0 0,-1 1 1,0-1-1,1 0 0,-1 1 1,1-1-1,-1 0 0,2 0 1,4-8 2163,1-5-4072,52-119 3651,-29 66-390,-18 36-492,-2 2 229,-10 29-1570,0 0-1,0 0 1,0 0 0,0 0 0,0 0-1,0 0 1,0 0 0,0 0-1,0 0 1,1 0 0,-1 0 0,0 0-1,0 0 1,0 0 0,0 1-1,0-1 1,0 0 0,0 0-1,0 0 1,0 0 0,0 0 0,0 0-1,0 0 1,0 0 0,0 0-1,0 0 1,0 0 0,0 0-1,0 0 1,0 0 0,0 0 0,1-1-1,-4 20 133,-54 332 1133,25 29-2297,32-377 654,3-4 74,2-1 249,0 0 0,0 0 0,0-1 0,0 0 0,-1 0 0,0 0 0,1 0 0,-1-1 0,0 1 0,-1-1 1,1 0-1,-1-1 0,1 1 0,3-7 0,6-12-87,19-41 1,-26 51 79,70-156-812,56-118-166,-113 248 877,2 0 1,1 1-1,53-66 0,-67 95 134,1 1-1,0-1 1,0 2 0,1-1-1,0 1 1,0 1 0,18-9-1,-23 13 24,0 0-1,1 1 1,-1-1-1,0 1 1,1 1-1,-1-1 0,1 1 1,-1 0-1,1 0 1,-1 0-1,1 1 1,-1 0-1,1 0 1,-1 0-1,10 4 1,-7-2 2,3 0 10,-1 1 0,0 1 1,1 0-1,-2 0 1,1 1-1,-1 0 1,0 0-1,0 1 0,11 12 1,2 4 21,36 50 0,-41-49-16,1-1 0,36 35 1,-48-52-19,0-1 1,0 0-1,0 0 0,0-1 1,1 0-1,0 0 1,0-1-1,0 1 1,0-1-1,1-1 0,-1 1 1,1-1-1,-1-1 1,1 0-1,12 1 1,201-20-98,-18 0 32,-155 17 28,-1 1 0,63 10 0,16 15 59,-84-15-244,0-2 0,74 5 0,-101-13 159,-1 0 0,0-1 0,1-1 0,-1 0 0,0-1 0,0 0 0,0-1 0,-1-1 0,1 0 0,-1-1 0,0-1 0,14-9 0,-5-1 36,0 0 0,-1-2-1,32-35 1,-37 40-13,-16 14 30,0 0 0,0 0-1,0 0 1,0 0 0,1 0 0,-1 0 0,0 0 0,0 0 0,0 0-1,0 0 1,1 0 0,-1 0 0,0 1 0,0-1 0,0 0 0,0 0-1,1 0 1,-1 0 0,0 0 0,0 0 0,0 0 0,0 0 0,0 1 0,0-1-1,1 0 1,-1 0 0,0 0 0,0 0 0,0 0 0,0 1 0,0-1-1,0 0 1,0 0 0,0 0 0,0 0 0,0 1 0,0-1 0,0 0-1,0 0 1,0 0 0,0 0 0,0 1 0,0-1 0,0 0 0,0 0-1,0 0 1,0 0 0,0 1 0,-9 36-28,5-24-12,-3 35-128,8-46 141,0-1 0,0 1 0,0 0 0,0-1 0,1 1-1,-1-1 1,1 1 0,-1-1 0,1 0 0,-1 0 0,1 0 0,-1 0 0,1 0-1,0 0 1,0 0 0,0 0 0,0 0 0,2 0 0,4 0-22,1 1 1,0-1-1,0-1 1,-1 1-1,1-1 0,0-1 1,0 0-1,9-2 1,72-22-108,-6 1 167,-49 17 94,22-5 14,72-5 0,-107 15-122,-17 1 2,-1 0 0,1 1 0,-1 0 0,1 0-1,0 0 1,0 0 0,4 2 0,-2-1-13,1 0 1,-1-1-1,1 1 1,0-1-1,-1-1 0,1 0 1,-1 0-1,0 0 1,15-5-1,4-3-91,35-18 0,-4 1 318,-38 18 368,0-1 1,22-15 0,-39 23-464,2 21 20,-4-16-380,1 0 0,-1 0-1,0 1 1,0-1 0,-1 0 0,1 0-1,-1 1 1,0-1 0,0 0 0,0 0-1,-1 0 1,1 0 0,-1 0-1,0-1 1,-5 7 0,-6 19-8446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4208,'47'43'440,"-31"-26"-1916,-3 0 1288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9637,'13'-12'1695,"-2"-1"0,1 0 0,-1 0 1,-1-1-1,-1-1 0,14-25 0,-21 36-1448,0 0 1,0 1-1,1-1 0,-1 1 0,1-1 0,0 1 0,0 0 0,0 0 0,1 1 0,-1-1 1,6-3-1,-9 6-248,2-1 258,0 4 9,22 57 166,-21-49-471,1 0 0,0 0-1,0-1 1,1 1-1,12 17 1,-14-25 0,0 1 0,0-1 0,1 0 0,-1 0 0,0-1 0,1 1 0,0-1 1,0 0-1,0 0 0,0 0 0,0 0 0,0-1 0,0 1 0,0-1 0,1 0 0,-1 0 1,0-1-1,1 1 0,8-1 0,4-2-21,-1 1 0,1-2 1,-1 0-1,0-1 0,0-1 1,0 0-1,0-1 0,-1-1 0,0-1 1,17-10-1,7-8 201,-1-1 0,49-46 0,-81 67-113,1 0 1,1 1 0,-1 0-1,1 0 1,0 0-1,0 1 1,15-5-1,-5 4-103,-1 1 1,1 1-1,20-2 0,22-4-14,73-21-1,-55 11 673,-42 16-343,-33 2-224,-2 3-134,13 25-781,-21-12-1225,3-4-916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7 332 6549,'-6'-109'1656,"9"66"24,3 3-196,7 0-112,-10 26-280,7-12-268,12-8-188,-9 26-196,-1-1-276,7 0-292,4 18-376,15 8-380,-6 6-260,-7 3-648,-6 5-1580,-3 6-1717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6 277 8845,'0'-1'124,"-1"0"1,0 0-1,1 0 1,-1 0-1,1 0 1,-1 0-1,1-1 1,-1 1-1,1 0 1,0 0-1,0 0 1,-1-1-1,1 1 1,0 0-1,0 0 1,0 0-1,0-1 1,1 1-1,-1 0 1,0 0-1,1-2 1,0 1 129,1 1 1,-1-1-1,1 0 1,-1 1-1,1-1 1,0 1 0,0 0-1,-1-1 1,5-1-1,-4 2-4,-1 0-1,1-1 0,-1 1 1,1 0-1,-1-1 0,0 0 1,1 1-1,-1-1 0,0 0 1,0 1-1,1-3 0,7-9 486,5 0-84,4-3 63,30-22 0,-46 36-671,1 3 4,26 12-12,0 0 0,-1 2 0,30 22 0,-56-36-136,21-1-268,-20 0 346,0 0 1,0-1-1,0 1 0,0-1 0,0 1 1,0-1-1,0 0 0,0-1 0,-1 1 0,1 0 1,0-1-1,-1 1 0,1-1 0,-1 0 1,5-4-1,2-3 231,-1-1 0,13-18 0,-17 20-60,1 1-1,0 0 0,0 1 0,0-1 0,1 1 0,0 0 0,1 1 0,10-8 0,-7 9-115,0 0 0,1 1 1,-1 1-1,1 0 0,0 0 1,-1 1-1,1 0 0,0 1 1,0 0-1,14 2 0,45-2-443,-56-1 467,0-1 0,-1 0-1,1-1 1,-1 0-1,0-1 1,0 0 0,0-1-1,0-1 1,-1 0 0,13-9-1,-22 13 173,8 0 203,9-3-2804,-13 9 1204,4 2-721,-1-2-4534,4-2-1230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10573,'6'-48'1552,"0"33"2024,7 1-3000,-3 3-343,2 19-562,1 1-503,16 8-304,12 12-388,-13-9-428,4 11-1240,6 6-1369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97 6429,'-1'-2'208,"1"-1"1,0 1-1,-1 0 1,1-1 0,0 1-1,1 0 1,-1-1 0,0 1-1,1 0 1,-1-1 0,1 1-1,0 0 1,0 0-1,0 0 1,0 0 0,0-1-1,0 1 1,3-2 0,0-1 275,0 0 0,0 1 0,1 0 1,0-1-1,0 2 0,7-5 1,-6 5-291,-1 0 1,1 1-1,-1 0 1,1 0-1,0 0 1,0 1-1,-1 0 1,1 0-1,0 1 1,0-1-1,0 1 1,0 0-1,8 2 1,-12-2-173,0 0 0,0 1-1,0-1 1,0 0 0,0 1 0,0 0 0,0 0 0,0-1-1,0 1 1,0 0 0,0 0 0,-1 1 0,1-1-1,0 0 1,-1 1 0,1-1 0,-1 1 0,1-1-1,-1 1 1,0 0 0,0-1 0,0 1 0,0 0-1,0 0 1,0 0 0,0 0 0,0 0 0,-1 0 0,1 0-1,-1 0 1,1 0 0,-1 0 0,0 0 0,0 0-1,0 1 1,0-1 0,0 0 0,-1 0 0,1 0-1,-1 2 1,-2 7 5,-1-1 0,1 1-1,-2-1 1,1 0 0,-1 0-1,-1-1 1,-11 16 0,-57 61 76,51-62 133,-31 43 0,55-66-218,0 0 1,0 0-1,0 0 1,0-1-1,0 1 1,1 0-1,-1 0 1,0 0-1,0-1 0,1 1 1,-1-1-1,2 1 1,-2 0-4,5 1 2,0 0 1,1 0 0,-1-1-1,1 0 1,-1 0 0,1 0 0,0-1-1,-1 0 1,8-1 0,64-11 108,-45 6-80,16 0-4,-31 4-34,0 0 0,0-2 0,0 1 0,25-11 0,-41 14 21,0-2-23,0 1 1,1 0-1,-1 0 0,0 0 1,1 0-1,-1 0 1,0 1-1,5-1 1,7-2-37,115-52 25,-2 1 234,-41 15 1455,-83 38-1374,-8 4-237,-1-1 1,1 0-1,0 1 0,0 0 1,1 0-1,-1 1 0,0-1 1,1 1-1,-6 7 0,4-6 8,3-2-79,0-1 1,0 1-1,0 0 0,1 1 0,-1-1 1,1 0-1,0 1 0,0-1 0,-3 8 1,5-10-72,-1 1 0,1-1 1,0 1-1,0-1 0,0 1 1,0-1-1,0 1 0,0-1 1,0 1-1,0-1 0,0 0 1,1 1-1,-1-1 0,1 1 1,-1-1-1,1 0 0,0 1 1,-1-1-1,1 0 0,0 1 1,0-1-1,0 0 0,0 0 1,0 0-1,0 0 0,0 0 1,0 0-1,0 0 0,1 0 1,-1-1-1,2 2 0,6 2-489,1 1 0,0-2 0,1 1 0,-1-1 0,0-1 0,20 2 1,-6 0-705,-18-3 434,1 0-1,0 0 1,0-1-1,-1 0 1,1 0-1,13-3 1,-17 3 484,48-6-5151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 6537,'0'0'252,"-19"-6"-404,4 1-848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38 8677,'-19'-20'3880,"10"11"-2424,-1 1 1465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2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351 204 4168,'-9'-30'562,"6"22"-222,0-1 0,1 1 0,0-1 0,0 0 0,1 0 0,0 0 1,1-12-1,1 0 1371,-1-1 1,-3-26-1,8 160 2370,-37 406-234,16-318-3145,-188 2575 1789,194-2641-2550,-37 578-275,25-3-784,28-462-1794,66 426 0,-66-638 719,2-1 0,24 65 0,-12-46-4615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3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1758 3700,'0'0'1006,"-3"0"-139,-120-26 2143,85 16-2271,-1 2 0,1 1 0,-61-2-1,82 7-64,19-1 299,12-3-491,17-3-229,0 1 1,1 2 0,40-3-1,-7 1-84,1656-236 1066,563-6-989,10 87-322,387 31 157,3 38-77,2876-46 924,-3370 92-316,-1558 33-544,1546-43 400,-2091 55-439,371-20-33,-308 10 54,154-36 1,-244 34 53,0-2 0,0-2 1,-2-4-1,-1-1 1,-1-3-1,93-62 0,-116 69-90,0 2-1,0 1 1,2 2-1,0 1 1,53-13-1,188-28-13,-131 37-27,205 2 0,147 30-35,-366-8 45,663 38-85,272 10 24,-456-41 60,396 11-68,-1005-24 86,95 6 28,-87-5-23,0 1 0,0 0 0,0 0-1,0 1 1,-1 0 0,1 0 0,15 10-1,-21-10 0,0 0 0,0 0 0,0 0 0,-1 0 0,0 1 0,0-1 0,0 1-1,0-1 1,0 1 0,0 0 0,-1 0 0,0 0 0,0 0 0,0 0 0,0 4-1,0-1-11,-6 23-2,4-20 67,0-4 40,0 0 0,0 0 0,-1 0 0,0 0 0,-4 10-1,5-15-124,-9 43 153,9-5 184,-2-1 1,-13 65-1,-30 76 314,16-66-303,-250 746 709,136-455-857,-354 937 26,190-600 2,193-422-128,67-181-37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1 0 1716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2823 3012,'-10'-4'456,"1"-2"-1,-1 1 1,1-1 0,1-1-1,-1 1 1,1-1-1,0-1 1,-8-9-1,-13-12 266,27 25-576,0 0 1,0 0-1,0 0 1,1 0-1,-1 0 1,1 0-1,0 0 1,0-1-1,0 1 1,1-5-1,-2-1 417,2 8 1275,5-35 48,-4 34-453,5-13-489,-1 5 2505,-3 15-3440,-1 1 0,1 0 0,-1-1 0,1 1 0,-1 0 1,-1 0-1,1 0 0,-1 0 0,1 0 0,-1-1 0,-1 1 0,1 0 1,-1 0-1,0 0 0,-2 8 0,0 5 43,-33 358 1137,4-30-656,-15 61-166,17-129-230,20-185-94,-60 684 116,40-324-184,24-308 91,13-95 45,-1-19-797,-5-30 682,-1 1 1,1-1-1,0 0 0,-1 0 0,1 1 0,0-1 1,0 0-1,0 0 0,0 0 0,0 0 0,0 0 1,0 0-1,0 0 0,1 0 0,-1-1 0,0 1 1,1 0-1,-1-1 0,0 1 0,1-1 0,-1 1 1,1-1-1,-1 0 0,0 0 0,1 1 0,-1-1 1,1 0-1,-1 0 0,1 0 0,-1-1 0,1 1 1,-1 0-1,2-1 0,58-15-34,0 3-1,75-8 1,130 4 23,-184 12 48,664-21-63,59-14 13,540-31 65,966-48-39,771 42 29,-1252 68-21,-990 8-8,3480-64 164,-4163 61-144,1734-63 185,-5-60-176,-634-27 287,-1112 131-280,37-4-26,41 3-15,350-33-6,464-34 47,178 36-65,-1079 52 14,1109-44 935,-230-13-812,-779 50-117,205-19-8,-389 20 27,0-1-1,0-3 1,-1-1 0,-1-3 0,72-36-1,-79 33 37,-35 19-63,19 1-275,45 5 154,-49-3 126,1-1 0,-1 0 0,38-4 0,183-55 7,-79 16-248,2 3-1387,-158 38 1429,15-1-195,35-7 380,-61-14 69,-32-129 2,-29-232 1,40-38-317,35-4-197,-2 258 383,-4 99-40,8-502-135,5 213 138,-10 296 110,5-53-79,35-169 0,-36 244 109,-6 29-61,-1-1 1,2 1-1,0 0 1,0 0-1,1 0 0,0 1 1,1-1-1,0 1 1,1 0-1,7-10 1,-12 18-38,1 1-102,0 0 53,0 0-1,0-1 0,0 1 1,1 0-1,-1 1 0,0-1 1,0 0-1,0 1 0,1-1 1,-1 1-1,0-1 0,1 1 1,-1 0-1,0 0 0,0 0 1,1 1-1,-1-1 0,0 0 0,1 1 1,-1 0-1,4 1 0,-3-2 105,-1 0-1,1 0 0,0 0 1,0-1-1,-1 1 0,1-1 1,0 1-1,0-1 0,-1 0 0,1 0 1,3-2-1,1 0-7,8-2-17,-1-1 1,1-1-1,18-11 0,-14 7 87,-15 8-31,-1 1-1,1-1 1,-1 0-1,0-1 1,0 1-1,-1-1 1,1 1-1,3-7 1,3-3 26,-25-17 35,-2 4 257,-1 1 0,0 0 0,-2 2 0,-40-36-1,15 12-344,22 20 49,17 18-23,0-1 0,0 0-1,-8-16 1,11 18-10,3 5-21,-1-7 17,0 0 0,0 1-1,-1-1 1,0 0 0,-8-15 0,0-3-64,7 18 57,-1-1 1,0 1 0,-10-16-1,10 18 6,0 0 0,1 0 0,0-1 1,-5-13-1,5 8 8,1-1 1,0 0 0,1 0 0,1 0-1,0 0 1,2-26 0,0 27-14,-4-22-57,0-27-298,3 60 420,0 0-64,4-22 169,-3 20-3200,13 10-8205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9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8237,'-6'14'1264,"-1"3"440,11-3-1032,2 3-112,-3-2-92,0 2-156,4 6 20,-1-3-84,0 11-36,4 21-244,-1-15-376,1 8-320,-1 1-492,-2 0-2200,-1-3-1797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 4788,'-4'0'171,"0"-1"0,1 1 0,-1 0-1,0 0 1,0 0 0,0 1 0,0-1-1,1 1 1,-1 0 0,0 0 0,0 0-1,1 0 1,-1 1 0,1 0-1,-1-1 1,1 1 0,-3 3 0,1-1 42,0 1 0,1-1 0,-1 1-1,1 0 1,0 1 0,0-1 0,1 1 0,0-1 0,-4 9 0,-1 9 292,1 0 0,0 0 0,2 1 0,-4 35 0,0 41 1069,7 170-1,29 103 31,-20-302-1344,36 272 656,-31-282-773,3-2 0,2 1-1,39 88 1,-41-116-114,2-1 1,1-1 0,1-1-1,1-1 1,1 0 0,2-2-1,36 34 1,-38-42-12,0-1 1,1-1-1,1-1 0,1-1 0,0-1 1,1-1-1,0-1 0,1-2 1,51 13-1,-41-15-8,0-2 0,0-1 0,1-2 0,-1-2 0,1-1-1,-1-2 1,1-2 0,-1-1 0,51-15 0,-45 7-14,-1-1 0,-1-2 1,-1-2-1,0-2 0,-2-1 0,0-2 0,53-45 0,-57 40-27,-2-2 0,-1-1 0,-1-2-1,-2 0 1,-1-2 0,-2-1 0,30-60 0,-39 64-24,-1-2-1,-1 0 1,-2 0 0,-2-1-1,-1 0 1,-2-1 0,-1 0-1,-2 1 1,-3-50 0,-2 52 13,-1 0 0,-2 1 0,-1 0 1,-2 0-1,-2 0 0,0 1 0,-2 0 1,-2 1-1,-1 1 0,-1 0 0,-1 1 1,-2 0-1,-1 2 0,-1 0 0,-1 2 1,-1 0-1,-2 2 0,-50-39 0,46 42-183,-1 0-1,-1 3 1,-1 0-1,-1 2 1,0 2-1,0 1 0,-1 1 1,-1 2-1,0 1 1,0 2-1,-1 1 1,1 2-1,-1 2 1,0 1-1,0 2 1,-66 11-1,81-8-205,0 1 1,1 1-1,-1 1 0,-23 13 1,33-15-143,0 0 0,0 1 1,1 1-1,0 0 1,0 0-1,1 1 0,0 0 1,-10 13-1,-1 18-3208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9177,'23'124'5842,"31"118"-2795,-11 33-2795,8 41-3793,-33-226 1579,-3-10-2734,-6-36-439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6669,'-1'0'56,"1"0"1,0 0 0,-1 0 0,1 0 0,0 0 0,-1 0 0,1 0 0,0 0 0,-1 0-1,1 0 1,0 0 0,0 0 0,-1 1 0,1-1 0,0 0 0,-1 0 0,1 0-1,0 0 1,0 1 0,-1-1 0,1 0 0,0 0 0,0 1 0,0-1 0,-1 0-1,1 0 1,0 1 0,0-1 0,0 0 0,0 0 0,0 1 0,-1-1 0,1 0-1,0 1 1,0-1 0,0 0 0,0 1 0,0-1 0,0 0 0,0 1 0,0-1 0,0 0-1,0 1 1,0-1 0,0 0 0,0 0 0,1 1 0,14 19 1400,36 22-405,-42-35-822,122 91 936,70 58-470,-165-125-619,-3 1 1,0 2-1,38 52 1,-63-75-65,0 1-1,-1 1 1,-1-1 0,0 1-1,8 25 1,2 16 39,12 71-1,-26-112-47,0 0 0,-1 0 0,0 0 1,-1 0-1,-1 0 0,0 1 0,-1-1 0,0-1 0,0 1 0,-2 0 0,-6 17 0,6-18-1,-9 21 24,-1 0-1,-2-1 0,0-1 0,-3-1 0,-39 51 1,-129 125-1267,58-68-4713,117-124 1431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8309,'-13'17'793,"1"0"0,0 1 1,2 0-1,0 1 0,1 1 1,1-1-1,-6 26 0,-28 149 1821,35-154-2342,-11 60 148,4 1 1,5 0-1,4 0 0,10 119 0,-3-200-314,1 0 0,1 0-1,1-1 1,1 0-1,0 0 1,2 0-1,0-1 1,15 26 0,-19-39-84,0 1 0,0-1 0,1 0 0,0 0 0,0-1 0,0 0 0,1 1 0,-1-2 0,1 1 0,0-1 0,0 0 0,1 0 0,-1 0 1,0-1-1,11 3 0,1-2-39,1 0 0,0-1 0,0-1 0,18-2 0,-4 0-386,-1-2 1,0-2-1,-1 0 1,1-2 0,-1-2-1,40-16 1,-23 4-1714,-2-2 0,-1-2 1,52-38-1,-9 3-4481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10329,'-32'60'1560,"32"-32"-340,-3 1-32,3 5-100,-6 21-180,3-21-163,-4 9-157,7 5-180,0 4-24,3 11-128,1-1-276,-4 1-432,3 3-468,3-3-229,10-3-243,-3-3-260,-1-8-2148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5364,'8'177'4916,"-4"-150"-4522,0 1-1,2-1 1,2-1-1,14 37 1,5 1-15,2-2 1,54 83 0,-66-120-429,1 0-1,1-2 1,0 0 0,2-1 0,1-1 0,1-1-1,50 34 1,-60-47-72,0-1-1,1 0 1,-1 0-1,1-1 1,1-1 0,-1-1-1,0 0 1,1 0-1,0-2 1,-1 0-1,1 0 1,0-1 0,0-1-1,-1-1 1,1 0-1,0-1 1,-1 0-1,0-1 1,0-1-1,0 0 1,0-1 0,-1-1-1,0 0 1,0 0-1,-1-2 1,0 1-1,-1-1 1,18-18 0,-13 9 8,-1 0 1,0-1-1,-1 0 1,-2-2 0,0 1-1,-1-1 1,14-38-1,-10 16 267,-3 0-1,-1-1 0,5-49 0,-15 84-1,0 1 0,-1-1 0,0 0 0,0 1 0,-4-17 1,4 23-79,0 0 1,-1 0 0,1 0-1,-1 0 1,0 0 0,1 0-1,-1 0 1,0 0 0,0 0 0,0 0-1,-1 0 1,1 1 0,0-1-1,-1 0 1,1 1 0,-1-1-1,1 1 1,-1 0 0,0-1 0,0 1-1,1 0 1,-1 0 0,0 0-1,0 0 1,0 0 0,0 1-1,0-1 1,-4 0 0,1 2 43,0 0 1,0 0-1,0 0 0,0 1 1,1-1-1,-1 1 0,1 1 1,-1-1-1,1 0 1,-6 5-1,6-2-21,-1-1 0,0 1 0,1 0 0,0 0 0,0 0-1,0 1 1,1-1 0,0 1 0,0 0 0,-3 8 0,-1 6 191,-9 37-1,11-31-410,2-1 0,0 1 0,1 0 0,2 0 1,1 0-1,1 0 0,7 36 0,-2-32-1387,0-1 1,3-1-1,17 40 1,-2-18-3693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4516,'-1'2'1178,"-13"116"2831,-3 11-2701,-29 143-117,39-209-920,2-1 0,6 87 0,-1-139-176,1 0 1,1-1 0,-1 1 0,1-1 0,1 1 0,0-1 0,0 0 0,9 17 0,-10-22-54,1 0 0,0 0 0,1 0 0,-1-1 1,1 1-1,-1-1 0,1 0 0,0 0 0,0 0 1,0 0-1,1-1 0,-1 0 0,1 1 0,-1-2 1,1 1-1,0-1 0,0 1 0,9 0 0,4 0-6,0-1 0,0-1 0,1 0 0,-1-1 0,36-8 0,89-30-622,-136 37 521,82-25-1500,112-52 0,-189 74 1292,-1-1 1,-1 0 0,1-1-1,-1 0 1,0-1 0,-1 0-1,0-1 1,0 0 0,10-13-1,-10 9 52,-1-1 0,-1 0 0,0 0 0,0 0 0,-2 0 1,0-1-1,4-17 0,28-154 746,-27 85 837,-10 97-395,0 9-818,8 107 93,-3-67-1424,-1 58 0,-5-71-912,1-12-332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4680,'0'3'1441,"4"35"-263,-2-1-1,-2 1 0,-1 0 1,-12 68-1,1 3-491,-37 253 180,10-106-1786,14-103-3311,24-150 1812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3820,'92'43'1236,"-66"-14"-307,-1 11-137,-6 8-128,-3-5-100,-7 8-92,-9 7-92,-9 2-108,-7 5 8,-9 7-76,-7-1-72,-13 3-32,-9 1-292,-15 5-396,-17-12-852,-13 1-769,-9 8-223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18 5320,'-3'-17'1712,"-4"24"659,5-2-1916,1 0 0,-1 0-1,1 0 1,0 0 0,0 0-1,0 7 1,-11 239 4921,2-98-4107,-12 200 229,-4 125-881,39 0-1574,-12-467 856,47 345-1877,-35-303 620,23 65 1,-23-83-643,2 0 0,34 55 1,-5-27-4613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3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14 601 5052,'0'0'73,"-1"0"0,1 0 0,-1 0 0,1 0 0,-1-1 0,0 1 0,1 0 0,-1 0 0,1 0 0,-1-1 0,1 1 0,-1 0 0,1 0 0,-1-1 0,1 1 0,-1 0 0,1-1 0,-1 1 0,1-1 0,0 1 0,-1-1 0,1 1 0,0-1 0,-1 1 0,1-1 0,0 1 0,0-1 0,-1 1 0,1-1 0,0 1 0,0-1 0,0 1-1,0-1 1,0 0 0,0 1 0,0-1 0,0 1 0,0-1 0,0 1 0,0-1 0,0 0 0,0 1 0,0-1 0,0 1 0,1-1 0,-1 1 0,0-1 0,0 1 0,1-1 0,-1 1 0,0-1 0,1 1 0,-1-1 0,1 1 0,-1-1 0,0 1 0,2-1 0,2-2 116,-1 0 0,1 0 0,1 0 0,-1 1 1,0 0-1,9-4 0,30-8 388,0 1 1,68-10-1,96-2-46,-136 18-366,1793-136 800,-1727 135-925,2516-90-85,-2493 97 20,990 14-74,-963-7 31,163 11-174,-263-8 66,167 39 0,-226-40 121,-18-5 35,0 0 1,-1-1 0,1 0-1,17 1 1,-23-3 14,0-1 0,0 1 0,1-1-1,-1 0 1,0 0 0,0 0 0,0-1 0,0 1 0,0-1 0,0 0-1,-1 0 1,1-1 0,-1 1 0,5-4 0,22-16-33,-19 14-7,0 0 0,0-1 1,0 0-1,-1 0 0,11-15 1,-19 22 35,0-1 0,0 0 0,-1 0 1,1 0-1,-1-1 0,1 1 0,-1 0 1,0 0-1,0-1 0,-1 1 0,1 0 1,-1-1-1,0 1 0,1-1 0,-1 1 1,-1-1-1,1 1 0,-1 0 0,1-1 0,-1 1 1,0-1-1,0 1 0,0 0 0,-1 0 1,1 0-1,-3-4 0,-4-4 91,0 0-1,-1 1 0,0 0 1,-1 1-1,0 0 0,0 0 1,-1 1-1,0 0 1,-1 1-1,0 0 0,0 1 1,0 0-1,-15-4 1,9 2 401,12 7 547,12 19-278,-5-16-735,107 336 3421,-84-237-3021,-4 1-1,-5 1 1,-4 0-1,-5 0 1,-9 135-1,-14-53-396,-8-2 1,-70 257-1,-144 349-2222,184-622 1629,-180 461-3529,225-605 3521,-2-1 0,0 0 0,-25 33 0,28-44-302,-1 0 0,0-1 1,-1 0-1,-15 11 0,-24 8-4377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1 466 5196,'11'15'1093,"-1"0"-1,0 1 1,13 29-1,-13-23 357,22 33 0,-7-23-863,2 0-1,0-2 1,2-1-1,2-1 0,0-2 1,2-1-1,36 21 1,-58-39-484,0-1 1,0-1 0,0 0-1,1-1 1,0 0 0,-1-1 0,1 0-1,1 0 1,-1-2 0,0 0-1,1 0 1,-1-1 0,0 0 0,1-1-1,-1-1 1,0 0 0,0 0-1,0-1 1,19-8 0,500-157 902,207 14-588,248 4-371,-909 139-53,899-109-357,2533-132-1677,-3230 241 1989,732-27-14,-949 39-15,-54 1-253,-33 1-346,-211-1-6677,128-7 653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36.5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84 24575,'-13'-4'0,"-5"-7"0,18-5 0,42-1 0,44 4 0,44 3 0,32 3 0,19 4 0,1 1 0,-16 2 0,-37 0-8191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42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1 999 24575,'4'0'0,"3"9"0,3 8 0,5 0 0,5 3 0,12-7 0,41-20 0,57-39 0,71-58 0,53-46 0,44-34-2605,19-17 2605,-11-6 0,-59 32-5586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30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11 107 4636,'-10'-14'1780,"17"12"937,18-4-1406,-17 2-945,0-2 0,0 1 0,-1-1 1,0 0-1,11-11 0,0-1-201,-15 16-208,11-14-993,-9 12-4764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31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16 232 10689,'-1'-4'2403,"-13"-72"8116,13 73-9002,2 0-172,1-28 995,-2 28 41,3 3-2313,-1 0 1,0 0-1,1 1 0,-1-1 0,0 1 0,1-1 1,-1 1-1,0 0 0,0 0 0,0 0 0,0 0 1,0 0-1,0 1 0,0-1 0,0 1 0,0-1 1,0 1-1,-1 0 0,1-1 0,-1 1 0,1 0 1,-1 0-1,2 4 0,2 4-99,-1 0 0,0 0 1,-1 1-1,2 11 0,1-1 121,7 36-90,11 106 0,-13-78 0,3 27 0,22 132 0,-30-208 0,-5-25 0,0-1 0,1 0 0,0 0 0,1 0 0,0-1 0,5 11 0,-7-17 0,8 6 0,-7-9 0,1-1 0,0 1 0,-1 0 0,1-1 0,0 1 0,-1-1 0,1 0 0,-1 0 0,1 0 0,-1 0 0,0-1 0,1 1 0,-1 0 0,0-1 0,3-2 0,33-33 0,1-11 0,55-90 0,-46 62 0,-35 66 0,-12 9 0,1 1 0,0 0 0,-1 0 0,1 0 0,0 0 0,-1 1 0,1-1 0,-1 0 0,1 1 0,0-1 0,-1 1 0,1-1 0,-1 1 0,0 0 0,1 0 0,-1-1 0,1 1 0,-1 0 0,0 0 0,0 0 0,0 1 0,1-1 0,-1 0 0,1 3 0,25 39 0,-17-25 0,25 36 0,-13-18 0,1-1 0,53 60 0,-66-85 0,1 0 0,0-1 0,0 0 0,1-1 0,0 0 0,0-1 0,1 0 0,0-1 0,0-1 0,1 0 0,-1 0 0,21 3 0,-12-4 0,0-2 0,1 0 0,-1-1 0,0-1 0,0-1 0,1-2 0,30-6 0,-38 6 0,0-2 0,0 0 0,0-1 0,0 0 0,-1-1 0,0-1 0,0 0 0,-1-1 0,0 0 0,-1-1 0,13-13 0,-5 0 0,-1 0 0,-1-1 0,-1-1 0,-1-1 0,-1 0 0,-2-1 0,-1 0 0,0-1 0,7-34 0,-10 29 0,-2 0 0,-1 0 0,-1-1 0,-3 0 0,0 0 0,-2 0 0,-9-63 0,5 75 1,-1 0 1,-1 0-1,-1 1 0,-1 0 1,-1 1-1,0 0 0,-24-35 1,23 40-14,-1 1-1,0 0 1,-1 1 0,-1 0 0,0 1 0,-1 0-1,0 1 1,0 1 0,-1 0 0,-17-8 0,23 15-813,0 0 1,0 1-1,-1 0 1,1 0-1,-1 1 1,1 1-1,-1-1 1,1 1-1,-1 1 1,1 0-1,-1 0 1,1 1-1,-1 0 1,-12 5 0,20-6 216,-1 1 1,1-1-1,-1 0 0,1 1 1,-1 0-1,1-1 1,0 1-1,0 0 1,0 0-1,-3 4 1,-12 24-10003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1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700 380 6937,'18'-9'1914,"-17"8"-1772,-1 0 0,0 0 0,0 0 0,1 0 0,-1 0 0,0 0 0,0 0 0,0 1 0,0-1 0,0 0 0,0 0 0,0 0 0,0 0 0,-1 0 0,1 0 0,0 0 0,0 0 0,-1 1 0,1-1 0,-1 0 0,1 0 0,-1-1 0,1 2 61,-1-5 301,0 0 0,0 0 1,1 0-1,0 0 0,0 0 1,1 0-1,-1 0 0,1 0 1,0 0-1,0 1 0,1-1 0,1-5 1,0 3-177,-2 0 0,1 0 1,0 0-1,0-10 0,7-138 5911,-9 84-3435,-1 70-2771,1 1 0,-1-1 0,1 0 1,-1 1-1,0-1 0,0 1 0,1-1 0,-1 1 0,0-1 1,0 1-1,0-1 0,1 1 0,-1 0 0,0-1 0,0 1 0,0 0 1,0 0-1,0 0 0,0 0 0,0 0 0,1 0 0,-3 0 0,1 0 64,-6-1-26,1 1 1,-1 1-1,1-1 1,-1 1-1,1 1 1,-1-1-1,1 1 1,0 1 0,0-1-1,0 1 1,0 0-1,0 1 1,-7 5-1,-16 10 231,-41 35-1,54-40-204,-39 32-18,2 3 0,2 1 1,2 3-1,-75 105 1,104-128-59,2 0 0,2 2-1,0 0 1,2 1 0,2 0 0,1 1 0,2 0 0,1 1-1,1 0 1,2 1 0,-2 60 0,9-78-21,0-1 0,1 1 0,0-1 0,2 0 0,0 0 0,1 0 0,0 0 0,2-1 0,0 0 0,1 0 0,0-1 0,1 0 0,1 0 0,0-1 0,1 0 0,1-1 0,0-1 0,1 1 0,0-2 0,0 0 0,2-1 0,-1 0 0,1-1 0,0 0 0,1-1 0,0-1 0,1-1 0,-1 0 0,1-1 0,0-1 0,0-1 0,1 0 0,-1-1 0,1-1 0,-1-1 0,33-3 0,-27-1-1,0-1 0,0-1 0,0-1 0,-1-1-1,0 0 1,-1-2 0,22-13 0,3-6-8,82-66-1,-77 47-12,-36 32-41,0 2 0,29-22 0,-44 35 63,1 1 0,0-1 0,0 1 0,-1-1 1,1 1-1,0-1 0,0 1 0,0-1 1,0 1-1,0 0 0,0-1 0,0 1 0,-1 0 1,1 0-1,0 0 0,0 0 0,0 0 0,0 0 1,0 0-1,0 0 0,0 0 0,0 0 1,0 0-1,0 1 0,0-1 0,1 1 0,-1 0 6,0 0 0,0 0 0,0 0 0,0 0 0,0 1 0,0-1 0,-1 0 0,1 1 0,0-1 0,-1 0 0,1 1 0,-1-1 0,1 1 0,-1-1 0,1 2 0,0 11 37,0 0 0,0-1 0,-2 17 0,0-13-78,3 3 35,0 0 0,1-1 0,1 1 0,1-1 0,1 0 0,0 0 0,2 0 0,0-1 0,1 0 0,1-1 0,0 0 0,1 0 0,1-1 0,1-1 0,0 0 0,1 0 0,0-2 0,2 0 0,-1 0 0,1-1 1,1-1-1,0-1 0,1-1 0,0 0 0,0-1 0,1-1 0,0-1 0,0 0 0,0-2 0,1 0 0,0-1 0,29 1 0,-39-4 0,0 0 0,-1 0 0,1 0 0,0-1 0,-1-1 0,1 0 0,0 0 0,-1-1 0,0 0 0,0 0 0,0-1 0,0-1 0,0 1 0,-1-1 0,0-1 0,0 0 0,0 0 0,-1 0 0,0-1 0,0 0 0,-1 0 0,0-1 0,0 0 0,0 0 0,-1 0 0,0-1 0,-1 0 0,0 0 0,-1 0 0,1 0 0,2-18 0,-3 13-14,-1 0 1,-1 0-1,0 0 1,-1 0-1,0 0 1,-1 0-1,-1-1 1,0 1-1,-1 1 1,-6-17-1,2 10-41,-1 2-1,0-1 0,-2 1 1,0 0-1,-1 1 1,-21-25-1,13 20-49,-1 1 0,-1 1 0,-1 1 0,0 1 0,-1 1 0,-2 1 0,1 1 0,-2 1 0,0 1 0,-29-10 0,49 21-423,-1 0 0,0 0 0,0 1 0,0 0 1,0 0-1,0 0 0,0 1 0,-12 1 0,16 0 128,0-1 1,1 1-1,-1 0 0,0-1 1,1 1-1,-1 1 1,1-1-1,-1 0 0,1 1 1,-3 1-1,3-1-195,0-1 1,1 1-1,-1 0 0,1 0 0,0-1 0,-1 1 1,1 0-1,0 0 0,0 0 0,0 0 0,0 1 1,1-1-1,-2 4 0,-2 29-10021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1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29 401 13241,'-2'-7'740,"0"1"0,0-1 0,0 1 0,-1 0 0,0 0-1,-6-10 1,8 15-479,0-1-1,1 1 1,-1 0-1,1-1 0,-1 1 1,1-1-1,0 1 1,-1 0-1,1-1 0,0 1 1,0-1-1,0 1 1,0-1-1,0 1 0,0-1 1,0 1-1,1-1 1,0-1-1,9-23 2018,-2 13-1313,1 0 0,0 1 1,20-20-1,-8 9-237,40-40 522,-42 45-609,33-40 0,-13 16-641,-25 31 0,2 5 0,-14 6 0,0 0 0,0 1 0,0 0 0,0-1 0,0 1 0,0 0 0,0 0 0,-1 0 0,1 0 0,0 0 0,0 0 0,-1 1 0,1-1 0,1 2 0,8 7 0,0 1 0,-1 0 0,0 1 0,0 0 0,-1 1 0,-1 0 0,0 0 0,-1 1 0,0-1 0,-1 2 0,-1-1 0,0 1 0,-1 0 0,3 20 0,-6-14 0,0 1 0,-1-1 0,-1 0 0,-1 0 0,0 0 0,-2 0 0,-1 0 0,0-1 0,-2 0 0,0 0 0,-1 0 0,-1-1 0,-1 0 0,-1-1 0,0 0 0,-2 0 0,0-2 0,0 1 0,-2-2 0,0 0 0,-1-1 0,0 0 0,-23 14 0,26-19-165,-1-1 1,1 0-1,-2-1 0,1 0 1,-1-1-1,-22 5 0,33-10-1544,6-9 426,1-1-1,0 1 1,0 0 0,0 0 0,1 0-1,1 0 1,-1 0 0,1 1 0,0 0-1,1 0 1,7-7 0,23-23-10239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2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4 14817,'0'-1'103,"-1"1"0,0 0-1,1-1 1,-1 1 0,1 0-1,-1-1 1,1 1 0,-1 0-1,0 0 1,1 0-1,-1 0 1,0 0 0,1 0-1,-1 0 1,0 0 0,1 0-1,-1 0 1,1 0 0,-1 0-1,0 0 1,1 0 0,-1 0-1,0 1 1,1-1 0,-1 0-1,1 1 1,-1-1 0,1 0-1,-2 1 1,10 15 6196,5 10-1696,-11-16-3861,-1 1 0,0-1 0,-1 22 1,0 4 95,-2 15-806,-1 0 1,-3 0-1,-2 0 0,-21 67 0,13-56-154,-9 33-1458,-15 121 1,36-184 133,-5 54-3492,10-29-2901,7-5-4440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2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38 15557,'-61'-26'11053,"77"20"-9420,3 1-353,23 5-304,27 0-516,4 0-596,19 0-864,20 0-616,5 0-857,10 5-1079,-3 4-2997,9-1-6100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3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518 939 10129,'68'-90'8924,"-16"31"-7270,61-89-1,-97 122-1151,0-1-1,-2 0 1,-1-1-1,-1 0 1,-1-1-1,11-49 1,6-40 2141,43-113-1,-55 192-1996,-9 28-266,-8 28 180,-29 147-535,-64 267-25,-34 134 0,-27 58 0,91-348 0,-37 190 0,28-77 0,70-369 0,-12 75 0,-4 16 0,-7 184 0,25-293 0,1 1 0,0 0 0,0 0 0,0-1 0,0 1 0,0 0 0,0-1 0,0 1 0,1 0 0,-1-1 0,0 1 0,1 0 0,0-1 0,-1 1 0,1-1 0,0 1 0,0-1 0,0 1 0,0-1 0,0 1 0,0-1 0,0 0 0,1 0 0,-1 1 0,0-1 0,1 0 0,-1 0 0,0-1 0,1 1 0,2 1 0,-2-2 0,0 0 0,0 0 0,0 0 0,-1-1 0,1 1 0,0 0 0,0-1 0,0 1 0,0-1 0,-1 0 0,1 0 0,0 0 0,-1 0 0,1 0 0,0 0 0,-1 0 0,1 0 0,-1-1 0,0 1 0,1 0 0,-1-1 0,0 1 0,0-1 0,2-3 0,20-35-595,-2 0-1,-2-2 1,24-71 0,19-139-2244,-52 193 2326,-3-1 0,-2 0 0,-3-1 1,-10-112-1,2 126 376,-3 1-1,-1-1 1,-2 1 0,-2 1 0,-2 1-1,-38-75 1,5 37 251,-2 3 0,-4 3 0,-99-107 0,145 173 21,-4-3 102,1-1 0,1 0 0,-16-26 0,25 37-207,0-1-1,0 0 1,0 0-1,1 1 1,-1-1 0,1 0-1,0 0 1,0-1-1,1 1 1,-1 0-1,1 0 1,0 0 0,0 0-1,0-1 1,1 1-1,-1 0 1,1 0-1,0 0 1,0 0 0,1 0-1,1-5 1,2 2-15,-1 0 1,1 1 0,1-1-1,-1 1 1,1 0-1,0 0 1,0 0 0,1 1-1,-1 0 1,1 1-1,1-1 1,7-3 0,15-6 77,55-17-1,-59 23-70,58-19 42,130-22-1,112 1-197,-319 47 127,340-45-213,-306 40 204,46-6-12,-1-4 0,85-26 0,-167 40-29,-13-32 96,10 32-71,0-1 33,0 0 1,0 1-1,0-1 0,0 1 1,1-1-1,-1 1 0,1 0 1,0 0-1,-1 0 1,1-1-1,0 2 0,0-1 1,1 0-1,-1 0 1,0 1-1,1-1 0,-1 1 1,1 0-1,-1 0 1,1-1-1,4 0 0,-5 3 81,-1 1-1,0-1 1,0 0-1,0 1 1,0-1-1,0 1 1,0-1-1,0 1 1,0 0-1,-1-1 1,2 4-1,-14 29 734,2-9-410,3-1-126,4-17-220,1 1 0,0-1 0,0 0 0,1 1-1,0-1 1,0 0 0,1 1 0,0-1 0,1 12-1,1-7-59,1 0-1,0-1 0,1 1 0,0-1 1,1 0-1,1 0 0,-1 0 0,2-1 1,-1 0-1,2 0 0,-1 0 0,1-1 1,0 0-1,1-1 0,0 0 0,1 0 1,-1-1-1,1 0 0,1-1 0,-1 0 1,1-1-1,0 0 0,1 0 0,-1-1 1,15 3-1,-6-3-134,1 0 0,-1-1 0,1 0 1,0-2-1,0-1 0,0 0 0,23-5 0,-34 4 121,1-1 1,0 0-1,-1-1 0,1-1 1,-1 1-1,0-2 0,0 1 0,0-1 1,-1-1-1,1 0 0,-1 0 1,-1-1-1,1 0 0,-1 0 1,9-12-1,-3 1 395,1 1 555,-2-1 1,0-1-1,20-38 1,-32 55-406,-2 5-512,1 0 0,-1 0 0,0-1 0,0 1-1,0 0 1,0-1 0,0 1 0,-3 4 0,-4 8-30,0 7-854,1 0-1,0 0 1,2 1-1,1 0 1,0 0 0,2 0-1,1 0 1,0 0-1,5 35 1,1-22-6968,-4-15-5451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0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289 217 12361,'0'-1'148,"1"0"0,-1 0 0,1 0 0,-1 0 0,0 0 0,1 0 0,-1 0 0,0 0 0,0 0 0,0 0 0,0 0 0,0 0 0,0 0 0,0 0 0,0 0 0,0 0 0,0 0 0,-1-1 0,1 1 0,0 0 0,-1 0 0,0-1 0,-20-8 3955,13 8 3782,5 2-7111,-16-3 60,-69-8 1771,77 11-2525,0-1 1,-1 0 0,1-1 0,0 0 0,-19-6-1,27 7-64,-1-1 0,1 1 0,-1-1 0,1 1-1,-1-1 1,1 0 0,0 0 0,0 0 0,0-1 0,0 1-1,0-1 1,1 0 0,-1 0 0,1 0 0,0 0 0,0 0-1,0 0 1,0-1 0,-2-6 0,2 6-16,1 1 0,0-1 0,0 0 0,1 0 0,-1 0 0,1 0 0,0 0 0,0 0 0,0 0 0,1 0 0,-1 0 0,1 0 0,0 0 0,2-5 0,-2 7 0,0 0 0,1 0 0,-1 0 0,1 0 0,-1 0 0,1 1 0,-1-1 0,1 0 0,0 1 0,0-1 0,0 1 0,0 0 0,0 0 0,0 0 0,0 0 0,1 0 0,2-1 0,1 0 0,0 1 0,0 1 0,0-1 0,0 1 0,0 0 0,0 0 0,0 1 0,0 0 0,0 0 0,0 0 0,-1 1 0,1-1 0,0 2 0,7 3 0,-2 0 0,-1 1 0,0 0 0,-1 1 0,1 0 0,-2 1 0,1 0 0,-1 0 0,-1 1 0,1 0 0,-2 0 0,1 1 0,-1-1 0,-1 1 0,0 1 0,-1-1 0,0 1 0,-1 0 0,0 0 0,2 21 0,-3-5 0,0-13 0,-1 1 0,-1-1 0,0 0 0,-1 1 0,0-1 0,-2 0 0,0 0 0,-5 18 0,-5-4 0,9-26 0,4-3 0,0 0 0,0 0 0,1 0 0,-1 0 0,0 0 0,0 0 0,0 0 0,0 0 0,0-1 0,0 1 0,0 0 0,0 0 0,0 0 0,0 0 0,0 0 0,0 0 0,0 0 0,0 0 0,0 0 0,0 0 0,0-1 0,0 1 0,0 0 0,0 0 0,0 0 0,-1 0 0,1 0 0,0 0 0,0 0 0,0 0 0,0 0 0,0 0 0,0 0 0,0 0 0,0 0 0,0-1 0,0 1 0,0 0 0,0 0 0,0 0 0,0 0 0,-1 0 0,1 0 0,0 0 0,0 0 0,0 0 0,0 0 0,0 0 0,0 0 0,0 0 0,0 0 0,3-17 0,10-22 0,-2 18 0,1 0 0,0 1 0,2 1 0,1 0 0,0 1 0,30-27 0,-11 14 0,2 2 0,60-38 0,-90 64 0,24-17 0,65-28 0,-87 44 0,1 1 0,-1 0 0,1 1 0,0-1 0,0 2 0,0-1 0,1 1 0,-1 0 0,0 1 0,0 0 0,0 1 0,1 0 0,8 2 0,-14-2 0,-1 1 0,1-1 0,-1 1 0,0-1 0,1 1 0,-1 0 0,0 0 0,0 0 0,0 1 0,-1-1 0,1 1 0,0-1 0,-1 1 0,4 6 0,-2-3 0,-1 0 0,0 0 0,0 1 0,-1-1 0,0 1 0,0 0 0,1 10 0,-1 5 0,-1 1 0,0 0 0,-6 43 0,-1-21-97,-10 150-2417,15-155 1156,3 0 1,1 1-1,10 47 1,10 5-9194,-20-86 8313,-1 1-1,1-1 1,1 0 0,5 9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298 202 13581,'-57'-43'11801,"46"56"-8788,-12 12-2180,-1 1 936,-40 54 1,46-51-1770,0 0 0,2 2 0,1 0 0,-19 62 0,29-80 0,2 1 0,0 0 0,0 0 0,1 0 0,1 0 0,1 1 0,0-1 0,0 0 0,2 0 0,0 0 0,0 0 0,1 0 0,1 0 0,9 22 0,-8-27-219,0 0 1,1-1-1,0 0 0,0 0 0,1 0 1,0-1-1,1 1 0,0-2 0,0 1 1,0-1-1,1-1 0,-1 1 0,1-1 1,1-1-1,-1 0 0,1 0 0,-1-1 1,1 0-1,0-1 0,20 3 0,-3-2-548,1-1 0,0-2 0,0-1-1,-1-1 1,1-1 0,45-11 0,-49 7 331,0-1 0,-1-2 0,0 0 0,-1-1-1,0-1 1,-1-1 0,0-1 0,-1-1 0,-1-1 0,0-1 0,30-34 0,-7-1 518,-2-1 0,-2-3 0,36-68 0,-55 89 995,-1-1 0,-2 0 0,-1-1-1,-2-1 1,16-77 0,-24 87 2136,10-35-1,-55 188-2341,-28 162 0,32-124-630,29-134-519,-20 103-5435,25-117 4772,0 1 0,2-1 1,0 0-1,0 1 0,2-1 1,4 22-1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4 107 8045,'-1'-10'575,"-2"-20"649,3 29-1115,0 0 0,1 0 0,-1 0 0,0 0 0,0 0 0,0 0 0,1 0 0,-1 0 0,1 0 0,-1 0 0,1 0 0,-1 0 0,1 0 0,-1 1 0,1-1 0,0 0 0,-1 0 0,1 1 0,0-1 0,0 0 0,-1 1 0,1-1 0,2 0 0,0 0 3518,19-8-928,-17 8-2454,21-8 967,0 2 0,0 0-1,33-3 1,-53 9-1073,1 1 0,0-1 0,0 2-1,-1-1 1,1 0 0,0 1 0,0 1 0,-1-1 0,1 1-1,-1 0 1,0 0 0,1 1 0,-1 0 0,0 0-1,0 0 1,-1 1 0,1 0 0,6 6 0,-6-4-23,-1 1 1,0 0-1,0 0 1,0 1-1,-1-1 1,0 1-1,0 0 1,-1 0-1,0 0 1,2 13-1,3 14 30,2 47 0,0-8-1043,6 78-5304,-7-117-1801,-9-33 7209,7 15-8419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 5104,'38'-3'2605,"-16"9"-2161,-3 0-532,7 2-2997,6 12 1089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5.0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93 104 10565,'-7'2'795,"0"0"0,0-1 0,-1 0 0,1-1 0,-10 0 0,9 0 216,7 0-676,-1 1 1,1-1-1,-1 1 0,1-1 1,0 1-1,-1-1 0,1 1 0,-1 0 1,1 0-1,0 0 0,0 0 1,-3 2-1,2-1 523,-1-1 1275,2 3-217,-1 11-1540,0-1 1,1 1-1,0-1 1,1 1 0,1 0-1,0-1 1,1 1-1,0-1 1,2 0 0,-1 0-1,2 0 1,0 0-1,0 0 1,2-1 0,-1 0-1,2 0 1,0-1-1,16 20 1,-20-27-389,-1-1 0,1 0 0,0 0 0,1 0 1,-1-1-1,1 1 0,-1-1 0,1 0 0,0 0 0,0-1 0,0 1 0,1-1 1,-1 0-1,1-1 0,-1 1 0,1-1 0,-1 0 0,1-1 0,0 1 0,-1-1 1,1 0-1,0 0 0,-1-1 0,1 0 0,0 0 0,-1 0 0,1-1 0,-1 1 1,0-1-1,1-1 0,-1 1 0,0-1 0,0 0 0,0 0 0,-1 0 0,1-1 1,-1 0-1,0 1 0,0-2 0,0 1 0,0 0 0,-1-1 0,0 0 0,0 1 1,0-1-1,-1 0 0,4-8 0,-1 1-22,-1 0 1,0 0-1,-1-1 0,0 0 0,0 0 1,-2 1-1,0-1 0,0 0 0,-1-1 1,-1 1-1,-3-24 0,1 26-15,1 1 0,-1 0 0,-1 0 0,0 0 0,0 1 0,-1 0-1,0-1 1,-1 2 0,0-1 0,0 1 0,-1-1 0,0 2 0,-1-1-1,1 1 1,-12-8 0,0 1-1622,-1 2 1,-24-12-1,42 24 1171,0 1-1,0 0 1,1-1 0,-1 1 0,0 0 0,0 0 0,0 0-1,1 0 1,-1 0 0,0 0 0,1 0 0,-1 1 0,1-1-1,-1 0 1,1 1 0,-2 2 0,2-3 94,1 0-1,-1 0 1,1 0 0,-1 0 0,1 0 0,-1 0-1,1 0 1,-1 0 0,1 1 0,0-1-1,0 0 1,-1 0 0,1 3 0,5 22-8414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5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0 10689,'4'10'7920,"-13"-8"-5691,8-2-2215,1 0 0,-1 0-1,0 0 1,1 0 0,-1 0-1,0 0 1,1 0 0,-1 0 0,0 0-1,1 0 1,-1 0 0,1 1 0,-1-1-1,0 0 1,1 0 0,-1 1-1,1-1 1,-1 0 0,1 1 0,-1-1-1,1 1 1,-1-1 0,1 1-1,-1-1 1,1 1 0,-1-1 0,1 1-1,0-1 1,-1 1 0,1-1-1,0 1 1,0 0 0,-1-1 0,1 1-1,0-1 1,0 1 0,0 0 0,0-1-1,0 1 1,0 0 0,0-1-1,0 1 1,0 0 0,0-1 0,0 2-1,3 19 513,0 0 0,-2 0 0,-1 0 0,-4 36 0,1-20 2546,4-39-2986,-1 1 0,1 0 0,0-1 0,-1 1 0,1 0 1,0 0-1,0 0 0,0-1 0,-1 1 0,1 0 0,0 0 0,1 0 0,-1 1 0,0-1 0,0 0 0,2-1 0,24-13 300,-21 12-235,4-3-63,157-78 1635,-139 72-1374,1 1-1,0 1 1,1 1 0,31-4 0,-54 12-349,0 1 0,1-1 0,-1 1 0,1 1 0,-1-1 0,0 1 0,1 1 0,-1-1 0,0 1 0,0 0 0,0 1 0,0 0 0,-1 0 0,1 0 0,-1 1 0,1 0 0,-1 0 0,0 0 0,-1 1 0,1 0 0,-1 0 0,0 1 0,0 0 0,-1-1 0,0 1 0,0 1 0,0-1 0,5 12 0,107 180-8778,-60-108-1352,-20-45 6649,-34-42 3914,14-14 1585,-15 10-1882,0 1 1,0-1-1,1 0 1,-1 0-1,0 1 1,0-1-1,0 0 1,0 0-1,0 0 1,0 0-1,0 0 1,0-1-1,0 1 1,-1 0-1,1 0 1,0-1-1,-1 1 1,1 0-1,-1-1 1,1-1-1,4-18 2979,12-39 0,-13 52-2945,-1-1 1,1 1 0,1 0-1,-1 1 1,1-1 0,1 1-1,7-9 1,-2 2-1580,-1 2-1255,2 2-3496,4 1-3872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8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1497 178 12025,'-3'-19'1473,"-2"1"-1,0 0 0,-1 0 1,0 0-1,-2 1 1,-17-30-1,24 45-1283,-1 0 0,0 0-1,0 0 1,0 1 0,0-1 0,0 1-1,0-1 1,0 1 0,-1 0 0,1 0-1,0 0 1,-1 0 0,1 0 0,-1 0 0,1 1-1,-1-1 1,1 1 0,-1 0 0,1 0-1,-1 0 1,0 0 0,1 0 0,-1 0-1,-2 2 1,-5 0 2,0 1-1,0 0 1,1 1-1,0 0 1,0 0-1,0 1 1,0 0-1,1 1 1,0 0-1,0 0 1,0 1 0,-12 14-1,-30 36 576,4 2 1,-42 67-1,69-93-635,0 0 0,3 1-1,0 1 1,3 0-1,0 1 1,-6 39 0,14-48-128,2 1 0,1 0 0,1 0 0,1 0 0,2 0 1,1 0-1,1 0 0,1-1 0,14 41 0,-2-18-4,3-1 0,2-1 0,2-1-1,33 49 1,55 97-197,-101-171 163,-1 1 0,-1 1-1,-1 0 1,-1 0 0,-1 0 0,5 47-1,-11-63 29,-1 0 0,1 0 0,-1 0 0,0 0 0,-1 0 0,0-1 0,0 1 0,-1 0-1,0-1 1,0 0 0,-1 1 0,0-1 0,0-1 0,-1 1 0,1-1 0,-1 1 0,-1-1 0,1-1 0,-1 1-1,0-1 1,-1 0 0,-13 8 0,0-1 21,-1-1-1,0 0 0,-1-2 0,0-1 1,0 0-1,-40 6 0,-274 31 210,-4-26-332,339-19 105,-65 4-322,28-1-854,0-1 0,0-2 0,-59-8 0,59-4-1638,37 12 2677,0 0 1,1 0-1,-1 0 1,1-1 0,-1 1-1,0 0 1,1 0-1,-1-1 1,1 1-1,-1 0 1,1-1 0,-1 1-1,1-1 1,-1 1-1,1 0 1,-1-1 0,1 1-1,-1-1 1,1 0-1,0 1 1,-1-1 0,1 1-1,0-1 1,0 1-1,-1-2 1,17-9-6514,27-7-4555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8.4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72 12865,'-29'-33'3274,"22"21"1005,7 11-4167,0 0 0,0 0 0,0 0 0,0 0 0,0 0 0,0 0 0,0 0 0,0-1 0,0 1 0,1 0 0,-1 0 0,0 0 0,1 0-1,-1 0 1,1 0 0,2-9 9825,2 18-9882,-1 0 0,0 0 0,-1 1 0,0-1 0,0 1 0,-1 0 1,2 10-1,6 68 119,-9-67-168,5 67-6,-5 89 0,-2-151 0,1 2 0,-4 151 0,25 234 0,-18-385 0,2 0 0,1-1 0,1 0 0,1 0 0,17 36 0,-23-59 0,-1 0 0,0 1 0,1-1 0,-1 0 0,1 0 0,0-1 0,0 1 0,0 0 0,1-1 0,-1 1 0,0-1 0,1 0 0,0 0 0,-1 0 0,1 0 0,0 0 0,0 0 0,0-1 0,0 1 0,1-1 0,-1 0 0,0 0 0,0 0 0,1-1 0,-1 1 0,1-1 0,-1 0 0,0 0 0,1 0 0,-1 0 0,1 0 0,-1-1 0,6-1 0,3-3 0,1 0 0,-1 0 0,0-1 0,0-1 0,0 0 0,12-10 0,-19 13 0,31-24 0,-1-1 0,-2-1 0,53-65 0,73-116 0,-88 109-263,150-197-2822,-181 247 675,19-22-2678,-14 33-1838,5 12-5085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8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0 15973,'0'0'5708,"1"3"-3459,1 4-1955,0 0 0,-1 0 0,1 1 0,-2-1 0,1 0 0,-1 0-1,0 1 1,-1-1 0,1 0 0,-3 9 0,-4 14 1782,-13 35 1,-1 5-626,4 0-1680,-78 324-4956,78-339 2230,1-3-1608,8-15-1463,1 5-4799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9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90 11717,'0'0'2,"-1"-7"665,0 1 0,1 0 0,0-1 0,0 1 0,1 0 0,0 0 0,2-8-1,-3 12-413,1 1-1,0-1 0,0 0 0,1 0 0,-1 0 0,0 1 0,1-1 0,-1 0 0,1 1 0,-1 0 0,1-1 1,0 1-1,0 0 0,-1 0 0,1 0 0,0 0 0,0 0 0,0 0 0,0 0 0,0 1 0,0-1 0,1 1 1,-1 0-1,0-1 0,3 1 0,9-1 221,1 1 0,0 0 0,0 1 1,0 0-1,0 2 0,-1 0 0,1 0 0,-1 1 0,0 1 1,0 0-1,25 14 0,-24-10-310,0-1 1,-1 2-1,0 0 0,0 1 1,-2 0-1,1 1 0,-1 0 1,-1 1-1,0 1 0,10 16 0,-13-15-111,0-1-1,-2 2 1,1-1-1,-2 1 1,0 0-1,-1 0 1,-1 0-1,0 1 1,1 25-1,-4-17-194,-1 1 0,-2-1 0,0 0-1,-1 0 1,-13 39 0,-12 38-666,-32 93-1250,59-192 1968,184-337 695,-137 262-422,4 2 0,82-91 0,-117 145-151,0 1 1,2 1-1,0 1 1,0 0-1,1 1 0,1 1 1,31-15-1,-43 23-17,1 0 0,-1 1-1,1 0 1,-1 0 0,1 1-1,0-1 1,0 1 0,0 1-1,0 0 1,-1 0 0,1 0-1,0 1 1,0 0 0,0 0 0,-1 0-1,1 1 1,0 0 0,-1 1-1,0-1 1,1 1 0,-1 0-1,0 1 1,-1 0 0,1 0-1,-1 0 1,8 8 0,-3-3 16,-1 2 0,0-1 0,-1 1 0,0 1 0,-1-1 0,-1 1 0,1 0 0,6 23 0,-6-15 12,-2 1 0,0 0 0,-2 1 0,2 40 0,-6-6-48,-3 0 0,-2-1 0,-18 76 0,7-46-312,4-14-1875,-3-2 0,-42 114 0,45-150-2695,-17 64 1,16-33-5464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9.6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749 345 11153,'4'-3'98,"7"-9"632,0 0 0,-1 0 0,0-1 0,0-1 0,-2 1 0,0-1 0,12-29 0,-2-13 3014,-4 11 501,26-57 0,-41 101-4144,0 1 0,0-1 0,1 1-1,-1-1 1,0 1 0,0-1 0,0 1-1,0 0 1,0-1 0,0 1 0,0 0-1,0 0 1,0 0 0,0-1-1,0 1 1,0 0 0,0 1 0,0-1-1,-1 0 1,-3 1-26,1-1-1,0 1 1,-1 0-1,1 1 1,0-1-1,0 1 1,0-1 0,0 1-1,0 1 1,-6 4-1,-38 34 462,27-21-465,-81 78-71,3 5 0,5 4 0,-84 127 0,136-174 0,3 2 0,3 2 0,3 2 0,2 1 0,4 1 0,2 1 0,-19 92 0,36-119 0,2 0 0,1 0 0,3 0 0,2 1 0,9 80 0,-4-91 0,1-1 0,2 0 0,2-1 0,0 0 0,2 0 0,1-1 0,2-1 0,29 44 0,-23-45-447,1 0 1,1-1-1,1-2 1,1 0-1,2-2 1,0-1-1,1-1 1,1-1-1,1-2 1,36 16-1,-5-7-1691,1-3-1,1-3 0,1-3 1,88 13-1,-19-9-12039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0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1128 77 16157,'-10'-12'1469,"3"3"161,-1-1 0,-1 1-1,-11-9 1,18 16-1390,-1 0-1,1 0 1,-1 0 0,0 1-1,0-1 1,0 1 0,0-1-1,0 1 1,0 0 0,0 1 0,0-1-1,0 0 1,0 1 0,-1 0-1,1-1 1,0 1 0,-5 1-1,-8 3-17,-1 0 1,1 1-1,0 1 0,0 0 0,1 1 0,0 1 0,0 0 0,1 1 0,0 1 1,-25 21-1,14-7 151,2 1-1,0 0 1,1 2 0,-27 45 0,37-52-373,2 0 0,0 1 0,2 0 0,0 0 0,1 1 0,1 0 0,2 1 0,0-1 0,1 1 0,1-1 0,1 1 0,1 0 0,1 0 0,7 36 0,8 18 0,3-2 0,57 141 0,-43-127 0,-25-68 0,5 12 0,-1 1 0,-2 0 0,-1 1 0,7 60 0,-15-87 0,-1 1 0,0-1 0,0 1 0,-1-1 0,0 0 0,0 1 0,-1-1 0,0 0 0,0 0 0,-1 0 0,0 0 0,-1 0 0,0-1 0,0 1 0,0-1 0,-1 0 0,0-1 0,-1 1 0,1-1 0,-1 0 0,0 0 0,-1-1 0,0 1 0,1-1 0,-12 5 0,-2 0-13,0-1 1,-1-1-1,0-1 0,0-1 1,0-1-1,-1-1 0,0-1 1,-28 1-1,-177-10-707,224 6 705,-29-2-1377,-1-2 0,1-1-1,0-1 1,-45-16 0,62 16 53,-8-2-1350,6 7-3914,1 3-4739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2 14193,'-2'11'2610,"5"-14"730,-2 3-3165,-1-1 1,1 0-1,-1 1 1,0-1-1,1 1 0,-1-1 1,1 1-1,-1-1 1,1 1-1,0-1 0,-1 1 1,1-1-1,0 1 0,-1 0 1,1-1-1,0 1 1,-1 0-1,1 0 0,0-1 1,-1 1-1,1 0 0,0 0 1,1 0-1,0 1-15,0 0 0,0 1 0,0-1 0,-1 0 0,1 1 0,0 0 0,-1-1 0,1 1 0,-1 0 0,0 0 0,1 0 0,-1 0 0,0 0 0,0 0 0,0 0 0,-1 0 0,2 5 0,9 42 1506,-8-23-1407,-1 0 0,-2-1 0,0 1 0,-2 0 0,-6 35 0,-37 130 1541,13-64-1285,31-123-515,-73 403 0,73-395 0,0 0 0,1 0 0,1 0 0,0 1 0,3 15 0,-4-27 0,1 1 0,-1-1 0,0 1 0,1-1 0,0 1 0,-1-1 0,1 1 0,0-1 0,0 0 0,-1 1 0,1-1 0,0 0 0,0 0 0,1 1 0,-1-1 0,0 0 0,0 0 0,0-1 0,1 1 0,-1 0 0,0 0 0,1 0 0,-1-1 0,1 1 0,-1-1 0,1 1 0,-1-1 0,3 1 0,0-1 0,0 0 0,0 0 0,0 0 0,-1-1 0,1 0 0,0 1 0,0-1 0,0 0 0,-1-1 0,1 1 0,4-3 0,17-10 0,0-2 0,-1 0 0,0-2 0,-2-1 0,0-1 0,27-31 0,111-152 0,-116 142 0,123-187-1900,-102 143-413,107-127-1,-159 217 791,1 1 1,17-13 0,10-2-4942,2 8-5761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685 167 12301,'-7'-23'1089,"5"16"-581,0 1 1,0 0-1,0 0 1,-1 1-1,0-1 1,0 0-1,0 1 0,-1 0 1,-5-7-1,-10-16 3495,16 23-3133,0 0 1,-1 0-1,0 0 0,0 0 1,-7-7-1,9 10-639,-1 0-1,1 1 1,-1-1 0,0 1 0,0 0-1,1 0 1,-1 0 0,0 0-1,0 0 1,0 0 0,0 1-1,0 0 1,0-1 0,0 1 0,-5 1-1,0 0-135,0 1 0,0 0-1,1 0 1,-1 0 0,1 1 0,0 1-1,-1-1 1,1 1 0,1 0 0,-12 9 0,-61 57 239,77-69-334,-37 39 0,2 1 0,1 1 0,3 2 0,1 2 0,3 1 0,1 1 0,-22 55 0,32-60 0,2 0 0,2 1 0,2 1 0,2 0 0,1 0 0,3 1 0,2 0 0,3 86 0,3-108 8,0 0 0,2-1 0,1 0-1,1 0 1,1 0 0,0 0 0,2-1 0,15 27 0,-15-33-38,1-1 1,1-1-1,0 0 1,1 0 0,0-1-1,1 0 1,1-2-1,0 1 1,0-2 0,1 1-1,26 12 1,-11-9-1246,1-2 0,0-1 0,55 13 0,-25-13-4730,68 4 0,-19-10-6386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1572 32 11949,'-3'-3'433,"1"0"0,-2 1 0,1-1 0,0 1 0,0-1 0,-1 1 0,1 0 0,-1 0 0,0 0 0,1 1 0,-1 0 0,0-1 0,0 1 0,0 0 0,0 1 0,0-1 0,0 1 0,-5 0 0,6 0 1608,7 17 1244,36 113-1433,57 213 3561,-89-304-5413,-1 1 0,1 48 0,0 231 0,-8-283 0,-2 0 0,-1 0 0,-2 0 0,-1-1 0,-2 0 0,-21 61 0,23-79 0,-12 33 0,-2 0 0,-2-2 0,-2 0 0,-2-2 0,-2-1 0,-3-1 0,-1-1 0,-1-2 0,-3-1 0,-1-2 0,-2-2 0,-58 42 0,31-33-579,-2-3 0,-2-3-1,-2-4 1,-1-2 0,-2-3 0,-144 35 0,6-14-4721,70-19-1624,-23 0-6581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6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38 8589,'0'0'5895,"-2"-2"-4186,-2-3-271,0 1 0,0 0-1,0 0 1,-1 1 0,-6-5-1,-6 1 5630,17 11-6335,-20 235-563,14-153-189,7 187 20,2-161 0,9 26-3293,27 65-9059,-27-150-1786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6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1 291 10473,'4'-29'2507,"2"0"0,13-39 0,-16 60-1987,1-1-1,0 1 0,0 0 1,0 0-1,1 0 1,1 1-1,-1-1 0,1 1 1,0 0-1,1 1 0,-1 0 1,9-6-1,-2 3-357,1 1-1,-1 1 0,1 0 1,1 1-1,-1 1 0,1 0 1,0 0-1,0 2 0,0 0 1,0 1-1,1 0 0,-1 1 0,1 1 1,-1 1-1,1 0 0,-1 1 1,0 0-1,1 1 0,-1 1 1,-1 0-1,1 2 0,-1-1 1,1 2-1,-2 0 0,1 0 1,-1 1-1,0 1 0,-1 0 1,12 12-1,-3 1-70,-1 1-1,-1 1 0,-2 0 1,0 2-1,20 40 1,-10-5 24,28 92-1,-44-116-97,-3 1 0,-1 1 0,-1 0 0,-3 0-1,-1 0 1,-4 63 0,2-96-17,0-1 1,-1 1-1,1 0 0,-1-1 0,0 1 1,0-1-1,-1 1 0,1-1 0,-1 0 1,-1 0-1,1 1 0,-1-1 1,1-1-1,-2 1 0,1 0 0,0-1 1,-8 8-1,-15 3 25,15-17-22,6 0 1,2 1-1,0 0-1,0 0 0,0 0 1,0 0-1,0 0 0,0-1 1,1 0-1,-1 1 0,0-1 1,1 0-1,0 0 0,-1 0 1,1 0-1,0-1 0,0 1 1,0-1-1,1 1 0,-1-1 1,0 0-1,1 1 0,0-1 0,0 0 1,0 0-1,-1-5 0,-2-5-3,1 1 0,1-1 0,0 0 0,0 0 0,1-14 0,2 0-21,2 0-1,0 0 1,2 0-1,1 1 1,9-27-1,3 2-130,39-76 0,-42 99 98,2 1 0,1 0 0,0 2-1,2 0 1,26-26 0,-29 34 27,1 1 0,0 1 0,1 1 0,0 1 0,1 0 0,1 2 0,37-16 0,-44 22 57,1 1 0,0 0 0,0 2-1,0-1 1,0 2 0,0 0-1,1 1 1,-1 0 0,0 1 0,0 1-1,0 1 1,0 0 0,0 0 0,0 2-1,-1 0 1,17 8 0,-15-5 78,1 1 1,-2 1-1,1 0 1,-1 1-1,-1 0 1,0 1-1,-1 1 1,0 1-1,-1-1 1,0 2-1,-1 0 1,-1 0-1,9 19 1,-1 4 117,-2 1-1,-2 1 1,-1 0 0,12 71 0,7 173-674,-12-88-3480,-14-133 643,5 28-7311,1-54-845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6.8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0 13545,'-6'18'3241,"-20"-4"-389,17 6-476,-1 3-368,7 0-480,-7 17-252,4-6-259,0 9-229,-1 5-420,1 1-596,3-1-892,0 1-613,-4-9-995,4 0 116,9 6-3489,7-9-5392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9 13553,'22'-9'1800,"-37"15"-399,-1 2 135,19 7-1704,0 2-1116,3-6-657,10 21-2363,3-4-3305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7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68 10633,'-3'-1'495,"0"-1"0,0 0 0,0 0 0,0 0 0,1 0 0,-1-1 1,1 1-1,-1-1 0,1 0 0,0 1 0,0-1 0,0 0 0,1 0 0,-1 0 0,-1-4 0,-3-4 5556,6 10-5920,1 0-1,-1 1 1,0-1 0,0 0-1,1 1 1,-1-1 0,0 0-1,1 1 1,-1-1 0,1 0-1,-1 1 1,1-1 0,-1 1-1,1-1 1,-1 1 0,1-1-1,0 1 1,-1 0 0,1-1-1,0 1 1,-1 0 0,1-1-1,0 1 1,-1 0 0,2-1-1,-1 2-25,0-1 1,0 0-1,-1 1 0,1-1 0,0 1 0,0-1 0,-1 1 0,1-1 0,-1 1 1,1 0-1,0-1 0,-1 1 0,1 0 0,-1-1 0,0 1 0,1 0 0,-1 0 0,1 1 1,11 42 802,-7 8-753,-2 0 0,-3 1 0,-6 57 0,4-80-263,-4 73-259,7-107 361,0 1 1,0 0-1,0 0 1,0 0-1,0-1 1,1 1-1,0 1 1,3-6-1,5-10 16,11-31 106,41-69 0,-50 98-70,2 1 0,0 0 0,1 1 0,1 0 0,0 2 0,20-16 0,-32 29-12,1-1 0,-1 1-1,1 0 1,0 0 0,0 1 0,0 0 0,0 0 0,0 0 0,0 0-1,8-1 1,-9 3-9,0 0 0,0 0 0,-1 0 0,1 0-1,0 1 1,0-1 0,0 1 0,-1 0 0,1 0 0,0 0 0,-1 1-1,1 0 1,-1-1 0,1 1 0,-1 0 0,4 4 0,0-1-3,0 0 1,-1 1 0,0-1-1,0 2 1,0-1-1,-1 1 1,0-1 0,0 1-1,0 1 1,-1-1 0,0 1-1,-1 0 1,0 0-1,0 0 1,2 10 0,1 19-228,-1 1 0,-2-1 0,-4 76 1,1 3-1712,3-17-578,1 20-2462,1-41-2578,-1-11-4487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8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48 370 10117,'5'-36'1647,"-1"16"2115,-2 0-1,0-36 1,-3 32 412,2 29-467,1 39-1961,-4 5-1693,-17 92 0,6-60-68,-1 20 15,0 131 0,13-209 0,4 64 0,-3-81 0,1-1 0,0 0 0,0 1 0,0-1 0,1 0 0,-1 0 0,1 0 0,1 0 0,-1 0 0,1 0 0,-1-1 0,7 8 0,-7-10 0,0-1 0,0 0 0,0 1 0,0-1 0,0 0 0,0 0 0,0 0 0,0 0 0,1 0 0,-1 0 0,0-1 0,1 1 0,-1-1 0,1 0 0,-1 0 0,1 0 0,-1 0 0,0 0 0,1 0 0,2-1 0,5-1 0,0-1 0,0 0 0,12-6 0,-10 5 0,73-33 0,-50 21 0,40-13 0,-61 25 0,0 0 0,0 1 0,1 1 0,-1 0 0,1 1 0,20 1 0,-1 4 0,-1 2 0,61 18 0,-51-12 0,46 7 0,-76-18 0,-1 0 0,1 0 0,0-2 0,0 0 0,0 0 0,0-1 0,0 0 0,-1-1 0,1-1 0,-1 0 0,0-1 0,0 0 0,-1-1 0,1 0 0,-1-1 0,0 0 0,-1-1 0,0 0 0,0 0 0,-1-1 0,0 0 0,0-1 0,-1 0 0,-1-1 0,1 1 0,-2-1 0,1-1 0,7-20 0,0-5 0,-3 0 0,0-1 0,-3 0 0,-1 0 0,-2-1 0,1-76 0,-7 66 0,-3-1 0,-1 1 0,-3 0 0,-2 1 0,-17-51 0,22 87-186,0 0 0,-1 0 0,0 1 0,-1 0 0,0 0 0,-1 1 0,-14-15 0,18 20 1,3 3-186,-1 0-1,0 0 1,1 0-1,-1 0 1,0 1-1,0-1 1,0 1-1,0-1 1,0 1-1,0 0 1,-1 0-1,1 0 1,0 0-1,-1 0 1,1 0-1,-1 1 1,1-1-1,0 1 1,-1-1-1,1 1 1,-1 0 0,1 0-1,-6 1 1,-16 11-6523,-12 19-5407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8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400 45 11209,'40'-26'3231,"-39"26"-3178,-1 0 1,0 0-1,0-1 1,0 1-1,1 0 1,-1-1-1,0 1 1,0 0-1,0-1 1,0 1-1,0 0 1,1-1-1,-1 1 1,0 0-1,0-1 1,0 1-1,0-1 1,0 1-1,0 0 1,0-1-1,0 1 1,0 0-1,-1-1 1,1 1-1,0 0 1,0-1-1,0 1 0,0 0 1,0-1-1,-1 1 1,1 0-1,0-1 1,0 1-1,0 0 1,-1-1-1,1 1 1,0 0-1,-1 0 1,1 0-1,0-1 1,0 1-1,-1 0 1,1 0-1,0 0 1,-1-1-1,-12-3 13928,-3 20-13527,-1 0-1,-1-2 1,-21 15-1,17-13-381,-140 93-72,125-86 0,29-18-803,1 1-1,-1 0 1,1 0-1,-11 13 1,-19 32-9503,9-12-5154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9.6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115 123 12469,'3'-21'1044,"-2"17"-614,0 1-1,0-1 1,0 0 0,-1 0 0,1 0 0,-1 0 0,0 0-1,0 0 1,-1 0 0,1 0 0,-1 1 0,0-1 0,-1-5-1,1 8-193,1 0 0,-1 0 0,1 0 0,-1 0 0,1 0 0,-1 0 0,1 0 0,0 0 0,-1 0-1,1 0 1,0 0 0,0 0 0,0-1 0,0 1 0,0 0 0,0 0 0,0 0 0,0 0 0,1 0 0,-1 0-1,0-1 1,1 1 0,-1 0 0,1 0 0,-1 0 0,1 0 0,-1 0 0,2-1 0,2-6 314,-3 6 1461,5 13-507,-5-4-1373,0 0 0,0 0-1,-1 0 1,0 0 0,-1 1 0,1-1 0,-1-1 0,-1 1 0,1 0-1,-1 0 1,-1 0 0,-3 9 0,-5 19 195,-6 33-252,-40 179 102,45-177-150,-7 110 1,18-169-27,1 0 0,1 0 0,0-1 0,4 21 0,-5-28 0,1-1 0,-1 0 0,1 1 0,0-1 0,0 0 0,0 0 0,0 0 0,0 0 0,0 0 0,1 0 0,-1 0 0,0 0 0,1-1 0,0 1 0,-1 0 0,1-1 0,0 1 0,0-1 0,0 0 0,0 0 0,0 0 0,0 0 0,0 0 0,0 0 0,1 0 0,-1-1 0,0 1 0,0-1 0,1 1 0,2-1 0,14-2 0,0-1 0,-1 0 0,1-1 0,-1-2 0,0 1 0,18-10 0,9-2 0,-4 3 0,12-5 0,2 1 0,99-17 0,-140 33 0,0 0 0,1 1 0,0 0 0,-1 2 0,1-1 0,-1 2 0,0 0 0,1 1 0,-1 0 0,0 1 0,0 0 0,-1 1 0,1 1 0,-1 0 0,0 1 0,13 10 0,-20-13 0,-1 0 0,0 1 0,0 0 0,0 0 0,-1 0 0,1 0 0,-1 1 0,0 0 0,-1 0 0,0 0 0,0 0 0,0 0 0,0 1 0,2 11 0,-4-9 0,0 0 0,0 0 0,-1 0 0,0 0 0,0 0 0,-1 0 0,-1 0 0,1-1 0,-1 1 0,-5 11 0,0-2 0,-1-1 0,-1 0 0,0 0 0,-1-1 0,-1 0 0,0-1 0,-2 0 0,1-1 0,-2 0 0,-18 14 0,9-11-625,-1-2 0,-1 0-1,-1-1 1,0-2 0,0-1 0,-1-1 0,0-1 0,-55 10-1,11-8-3044,0-3 0,-101-1-1,66-9-9474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5.6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93 6573,'9'-17'11467,"-10"15"-10043,-63-57 10058,51 50-10002,9 7-1294,-1-2-60,17 4-101,330 41-21,874 24-4,-869-53 0,-153-6-35,-189-6-407,-19 21-17307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7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72 3012,'0'0'6781,"-1"-3"-6502,1 2-211,0 0-1,0 0 1,-1 0-1,1-1 1,0 1-1,-1 0 1,1 0-1,-1 0 1,1 0-1,-1 0 1,0 0-1,1 0 1,-1 0-1,0 0 1,0 0-1,0 1 1,1-1-1,-1 0 1,0 0-1,0 1 1,0-1-1,0 1 1,0-1-1,-1 1 1,1-1-1,0 1 1,0-1-1,0 1 1,0 0-1,0 0 1,-1 0-1,1-1 1,0 1-1,0 0 1,0 1-1,0-1 1,-1 0-1,-1 1 1,-12-1 1936,-16-8-537,30 7-1192,0 1 0,-1 0 0,1-1 0,0 0 0,0 1 0,-1-1 0,1 0 0,0 1 0,0-1-1,0 0 1,0 0 0,0 0 0,0 0 0,0 0 0,0 0 0,0 0 0,1 0 0,-1 0 0,0-1 0,1 1 0,-2-2 0,-19 1 181,15 1-352,0 1-1,1-1 0,-1-1 1,1 1-1,-1-1 0,-9-4 1,12 4 48,-16 3-126,18-1 30,0 0 0,0 0 0,1 0 0,-1 0 1,0 0-1,0 0 0,0 0 0,1 0 0,-1 0 0,0 1 1,0-1-1,1 0 0,-1 1 0,0-1 0,1 0 0,-1 1 1,0-1-1,1 1 0,-1-1 0,1 1 0,-1 0 0,1-1 0,-1 1 1,1-1-1,-1 1 0,1 0 0,-1-1 0,1 1 0,0 1 1,1 25 1914,-1-21-2148,3 7 466,1 0 1,0 0-1,1 0 1,0 0 0,1-1-1,1 0 1,0 0-1,12 16 1,71 82 1086,-73-92-1234,66 68 487,124 102 0,-81-79-485,-82-66-313,-26-24-674,1-1 0,29 21-1,-46-38 507,0 1 0,0-1 0,1 0 0,-1 0-1,0 0 1,1 0 0,-1 0 0,1 0-1,0-1 1,-1 1 0,1-1 0,0 0 0,-1 0-1,1 0 1,-1 0 0,5-1 0,-4 1-715,0-1 0,0 0 0,-1 0-1,1 0 1,0-1 0,-1 1 0,1 0 0,-1-1 0,3-2 0,11-11-9600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7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823 11 5981,'6'-4'14855,"-12"1"-13405,-1-1 2198,-12 4-2322,15 1-1115,0 0 0,0 0 0,1 1 0,-1 0-1,0-1 1,1 1 0,-1 1 0,1-1 0,-1 0-1,1 1 1,0-1 0,0 1 0,0 0 0,1 0-1,-4 5 1,-7 5 208,-70 65 130,-108 113 617,114-103-2584,-105 157 0,166-218 642,-89 125-6255,56-90-1348,25-25-2382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9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114 115 6669,'-9'-9'1781,"9"9"-1703,-1 0-1,1 0 0,0 0 1,0 0-1,-1 0 0,1 0 1,0 1-1,0-1 0,-1 0 1,1 0-1,0 0 0,0 0 1,-1 0-1,1 0 0,0 0 1,0 1-1,-1-1 0,1 0 1,0 0-1,0 0 0,0 0 1,-1 1-1,1-1 0,0 0 1,0 0-1,0 1 0,0-1 1,-1 0-1,1 0 0,0 0 1,0 1-1,0-1 0,0 0 1,0 1-1,0-1 0,0 3 4079,-2-5-3461,0-1-1,0 1 1,0-1-1,-1 1 1,1 0-1,-1 0 1,-4-3 0,-3 3 280,0 0 0,-1 0 1,1 1-1,0 0 1,-14 1-1,88 4 1466,860-18-19,1-49-2145,-908 62-261,77-7 46,104 5 1,-192 4-398,0 0 0,0 1 0,-1-1-1,1 1 1,0 0 0,-1 1 0,10 4 0,-10-4-2,0 0 1,1-1-1,-1 1 0,1-1 0,-1-1 0,1 1 0,9 1 0,23-2-708,0 0-1,38-6 0,-72 4 928,0 0-95,1-1 1,-1 1 0,1 0-1,-1 0 1,8-1 0,-8 2-1056,-22-27-8824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1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68 134 7997,'0'0'12232,"-3"-1"-10356,-20-13 633,20 12-129,0 3-1873,-29 3 396,31-2-855,1-1 0,-1 0 0,1 1 0,-1-1-1,1 0 1,0 1 0,0-1 0,-1 0 0,1 1 0,0-1 0,0 1 0,0-1 0,1 0 0,-1 3 0,0-3 20,1 56 673,9 73 0,-7-110-682,0-1 1,2 1-1,0-1 1,1 0-1,1 0 1,1-1-1,11 19 1,-18-34-45,0-1 0,0 0 0,1 0 0,-1 0 0,1 0 0,-1 0 0,1 0 1,0 0-1,-1 0 0,1 0 0,0-1 0,0 1 0,0-1 0,1 0 0,-1 1 0,0-1 0,0 0 0,1 0 1,-1-1-1,1 1 0,-1 0 0,1-1 0,-1 1 0,1-1 0,-1 0 0,1 0 0,-1 0 0,1 0 0,-1 0 1,1-1-1,-1 1 0,1-1 0,-1 0 0,0 1 0,1-1 0,-1 0 0,0 0 0,1-1 0,-1 1 0,0 0 1,4-4-1,5-4 78,0-1 1,0 0 0,-1-1 0,0 0 0,15-23 0,3-11 62,27-58 0,-38 67-131,2 0 0,1 2 0,38-49 0,-44 67-23,0 1 0,1 1 0,1 0-1,33-22 1,-47 35-2,0 0 0,0 0 0,0 0 0,0 0 0,0 1 0,1-1 0,-1 1 0,0-1 0,0 1 0,1 0 0,-1 0 0,0 0 0,0 0 0,1 0 0,-1 0 0,0 1 0,0-1 0,1 1 0,-1 0 0,0 0 0,0-1 0,0 1 0,0 1 0,0-1 0,0 0 0,2 2 0,1 1 0,-1 0 0,0 0 0,0 0 0,0 0 0,0 1 0,-1 0 0,1 0 0,2 6 0,6 17-19,-2 0 1,-1 1-1,-1 0 1,-2 1-1,-1 0 0,-1-1 1,-1 2-1,-2 30 1,-3 87-3111,0-44-2047,2-2-3902,1-30-3155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38 284 7285,'-1'3'2561,"-1"5"-1014,-1 9 272,2-5 3396,-2-11-2163,-24 3 8100,27-7-11001,12-23-166,26-21 15,-31 40 0,0 0 0,-1 0 0,1-1 0,-2 0 0,1 0 0,-1-1 0,5-12 0,41-118 0,-34 100 0,-22 54 0,-6 11 0,2 1 0,-8 38 0,4-14 0,4-17 0,-8 68 0,15-85 0,1 0 0,1 1 0,1-1 0,0 0 0,7 33 0,-7-47-385,0 1 0,0-1 0,0 1 0,1-1 0,-1 0 0,1 1 1,0-1-1,0 0 0,0 0 0,0 0 0,1 0 0,-1-1 0,1 1 0,0-1 0,0 1 0,0-1 0,0 0 0,0 0 0,6 2 0,-5-2-467,1 0 0,0-1 0,0 0 0,0 0 0,0 0 0,0-1 0,0 0 1,0 0-1,0 0 0,0-1 0,0 1 0,0-1 0,6-2 0,11-3-9305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15 12885,'-31'-15'9661,"47"18"-9153,6 6-452,-13 2-412,1 3-944,3 4-880,-4-1-3557,4 0-4816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55 12509,'-19'-25'3516,"35"22"-2251,0 0-293,3 0-580,0-3-848,3 3-988,1-2-769,2-1-1971,20 6-3189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92 9113,'-4'1'557,"1"0"0,0-1 0,-1 1 0,1-1 0,0 0 0,-1 0 0,1-1 0,-1 1 0,1-1 0,0 0 0,-1 1 0,1-1 0,0-1 0,0 1 0,0 0 0,0-1 0,0 0 0,0 1 0,0-1 0,0 0 0,-3-5 0,4 6 1289,-22-16 2556,30 13-4637,0 1 1,1-1-1,-1 1 1,1 0 0,0 0-1,0 1 1,0 0-1,0 0 1,0 1 0,0 0-1,13-1 1,15-3-2301,51-6-6811,-46 5-591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4 10813,'0'0'120,"-1"1"0,1-1 0,0 1 0,0-1 1,-1 1-1,1-1 0,0 1 0,-1-1 0,1 1 0,0-1 0,-1 1 0,1-1 0,-1 0 1,1 1-1,-1-1 0,1 0 0,-1 1 0,1-1 0,-1 0 0,1 0 0,-1 1 0,1-1 0,-1 0 1,1 0-1,-1 0 0,0 0 0,1 0 0,-1 0 0,1 0 0,-1 0 0,1 0 0,-1 0 1,0 0-1,1 0 0,-1 0 0,1 0 0,-1-1 0,1 1 0,-1 0 0,1 0 0,-1-1 1,1 1-1,-1 0 0,1-1 0,-1 1 0,1 0 0,-1-1 0,1 1 0,0-1 0,-1 1 1,1 0-1,0-1 0,-1 0 0,-6-4 7061,-2 50-1761,1-12-3568,-29 148-600,2-6-3186,13-80-3259,13-62-697,-5 39 0,11-20-5223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1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552 110 5432,'0'0'6736,"3"-1"-6001,6-1-77,0 0 0,0-1 0,0-1 0,-1 1 0,1-1 1,-1-1-1,0 0 0,13-10 0,-19 13 1146,0-2-1049,-1 2-583,0 0 0,0 0 0,-1 0-1,1 0 1,0-1 0,-1 1 0,1 0-1,-1-1 1,0 1 0,1-3 0,-2 3-50,0 0-20,-1-1 0,1 1 0,0-1-1,1 1 1,-1-1 0,0 0 0,1 0-1,-1 1 1,1-5 0,-31 6 950,3 4-686,1 2 0,0 0 0,0 2 0,1 1-1,-1 1 1,2 1 0,-1 1 0,2 2 0,-32 20 0,22-10-134,1 1 0,1 1 0,1 2 0,1 1 0,-50 63 0,70-78-201,0 1-1,1 1 0,1 0 1,0 0-1,1 0 1,1 1-1,0 0 1,1 1-1,1-1 1,1 1-1,0 0 1,-1 17-1,4-24-36,0 0 0,1-1-1,0 1 1,0 0 0,1 0 0,0-1-1,1 1 1,0-1 0,0 0 0,1 1-1,0-2 1,1 1 0,0 0 0,0-1-1,1 0 1,0 0 0,1-1 0,-1 0 0,1 0-1,1 0 1,15 10 0,-5-6-31,0-1 1,1-1-1,1 0 1,-1-2 0,1 0-1,0-1 1,1-1-1,38 4 1,-5-5-140,-1-2 1,68-7-1,-38-4-223,83-22 1,-26 4 126,-83 14 28,-54 12 200,-19 7-154,-13 4 218,1-1 1,-40 6-1,-17 5 85,18 0 176,-80 35-1,118-41-198,1 0 0,1 2 0,0 1 0,1 1-1,-26 23 1,50-39-77,0-1 1,0 1-1,1-1 0,-1 1 0,0-1 0,1 1 0,-1 0 0,1 0 0,0 0 0,0 0 0,-1 0 0,1 0 1,0 0-1,1 0 0,-1 0 0,0 0 0,1 1 0,-1-1 0,1 0 0,0 1 0,-1-1 0,1 0 0,0 1 1,1-1-1,-1 0 0,0 0 0,1 1 0,-1-1 0,1 0 0,0 0 0,0 1 0,-1-1 0,1 0 0,1 0 1,-1 0-1,0 0 0,0 0 0,1-1 0,-1 1 0,1 0 0,2 1 0,3 3 3,0 0 0,1 0-1,0-1 1,0 0-1,0 0 1,0-1 0,1 0-1,14 4 1,21 4-88,1-3 0,0-1 1,71 3-1,139-12-642,-215 0 582,150-18-146,-130 10 185,-24-2 60,-33 10 6,-8 1 66,-24 3 216,0 1 1,1 1-1,-1 1 0,-49 19 1,63-20-123,-12 4 138,1 1-1,0 2 0,0 1 0,1 0 0,1 2 1,1 1-1,0 1 0,0 1 0,2 0 0,1 2 0,-29 35 1,37-41-263,1 1 1,1 0-1,0 0 1,1 1-1,0 1 0,2-1 1,0 2-1,-6 22 1,10-29-1,1 1 0,0-1 0,1 1 0,1-1 0,0 1-1,0 0 1,1-1 0,0 1 0,1-1 0,1 0 0,0 1 0,0-1 0,1 0 0,7 13 0,-1-5 0,0-1 0,2 0 0,0-1 0,1 0 0,1-1 0,27 25 0,-16-20 0,1-1 0,1-1 0,51 27 0,-9-14 0,1-3 0,144 38 0,-131-46-1497,163 18-1,-189-34 448,1-4 0,-1-1 0,102-15 0,-142 12 241,-1-1-1,1-1 1,-1 0-1,0-1 1,16-8 0,36-28-6921,-26 11-2272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3.3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10 295 6109,'0'0'8862,"11"-24"2579,-13 24-11379,1-1 0,0 1 0,0 0 0,0-1 1,0 1-1,-1-1 0,1 0 0,0 1 0,0-1 0,0 0 1,0 0-1,0 0 0,1 1 0,-1-1 0,0 0 0,0 0 0,0 0 1,1-1-1,-2 0 0,3-1 5,-1 1 0,0 0 1,1 0-1,-1 0 0,1 0 0,0 0 1,-1-1-1,1 1 0,0 0 0,2-2 1,1-4-25,22-46 406,-13 24 97,1 1-1,2 0 1,34-48 0,-48 76 504,-4 5-987,1 1 0,-1 0-1,1 0 1,1 0 0,-1 0-1,1 0 1,0 8 0,-3 26 82,-13 30-311,5-24-368,-6 56 0,16-88 362,0 1 1,1-1 0,0 0 0,1 1-1,1-1 1,0 0 0,0 0 0,9 24-1,-10-33-344,1-1-1,-1 0 0,1 0 1,-1 0-1,1 0 0,0-1 0,0 1 1,0 0-1,1-1 0,2 3 1,-4-4-307,1 0 1,0 0-1,-1 0 1,1 0-1,0 0 1,0 0-1,0 0 1,0-1-1,0 1 1,0-1-1,3 1 1,17-1-10632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3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55 12017,'-32'-35'2600,"29"15"7737,-9 29-9305,-1-3 280,19 11-2068,4 0-520,-17 6-9921,1-3 112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1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47 7093,'1'-1'224,"-1"1"0,1 0 0,-1-1 1,0 1-1,1 0 0,-1-1 1,1 1-1,-1-1 0,0 1 0,1-1 1,-1 1-1,0-1 0,1 1 0,-1-1 1,0 1-1,0-1 0,0 1 1,1-1-1,-1 0 0,0 1 0,0-1 1,0 1-1,0-1 0,0 0 1,0 1-1,0-1 0,0 1 0,0-1 1,-1 0-1,-21-20 18143,33 15-17788,-11 6-579,0-1 0,1 1 0,-1 0 0,0 0 0,1-1 0,-1 1 0,1 0 0,-1 0 0,0 0 0,1-1 0,-1 1 0,1 0 0,-1 0 0,0 0 0,1 0 0,-1 0 0,1 0 0,-1 0 0,0 0 0,1 0 0,-1 0 0,1 0 0,-1 0 0,0 0 0,1 0 0,-1 1 0,1-1 0,-1 0 0,0 0 0,1 0 0,-1 1 0,0-1 0,1 0 0,-1 0 0,0 1 0,1-1 0,-1 0 0,0 1 0,1-1 0,-1 0 0,0 1 0,0-1 0,0 0 0,1 1 0,-1-1 0,0 1 0,0-1 0,0 0 0,0 1 0,0-1 0,0 1 0,0-1 0,0 0 0,0 1 0,0-1 0,0 1 0,0-1 0,0 1 0,0-1 0,0 0 0,0 1 0,0-1 0,0 1 0,-1-1 0,4 70 21,-3-1-1,-12 88 1,-1 76-793,17-130-3797,0 6-6189,-3-32-2988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2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 81 5280,'5'9'-4,"4"8"2581,-23-31 7514,15 11-9826,1 1 0,-1-1 0,1 1-1,-1 0 1,1-1 0,0 1 0,0 0-1,0 0 1,2-2 0,-3 3 71,2-2 1853,-9-16 112,5-5-411,-2 3 1663,0 21-2191,-4 12-818,-7 24-544,2 1 0,-12 62 0,8-30 0,-16 65-3564,-10 69-9061,33-157-969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2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53 9445,'0'0'13132,"0"5"-12372,0 0-558,0 3 62,0 0-1,0-1 1,-1 1 0,0 0 0,-1-1 0,1 1 0,-5 11 0,-9 18 434,1 1 1,-14 69 0,23-82-550,2 0 0,1 0 1,1 1-1,1-1 0,6 44 0,-6-67-140,0 0 0,0 1 0,0-1 0,1 0 0,-1 1 0,1-1 0,0 0 0,-1 1 0,1-1-1,0 0 1,1 0 0,-1 0 0,0 0 0,0 0 0,1 0 0,-1 0 0,1-1 0,0 1 0,-1 0 0,1-1 0,0 1-1,0-1 1,0 0 0,0 0 0,0 1 0,0-1 0,1-1 0,-1 1 0,0 0 0,0 0 0,4 0 0,-1-1-1,1-1 0,-1 1 0,1-1 0,-1 0 0,0 0 0,1-1 0,-1 0 0,0 0 1,0 0-1,0 0 0,0-1 0,7-5 0,8-6-1,-1-2-1,-1 0 1,23-26-1,-8 7-11,-28 29-5,1 1 1,0-1-1,1 1 0,-1 0 1,1 1-1,11-7 1,-15 10 9,0 0 1,-1 0-1,1 0 0,-1 1 1,1-1-1,0 1 1,0-1-1,-1 1 1,1 0-1,0 0 0,0 0 1,-1 0-1,1 1 1,0-1-1,0 1 0,-1 0 1,1-1-1,0 1 1,-1 0-1,1 1 0,-1-1 1,0 0-1,1 1 1,1 1-1,80 69-44,-51-42 80,69 48-1,-92-73-26,0-1 0,1 0 0,-1-1-1,1 0 1,0-1 0,0 0-1,-1 0 1,1-1 0,1-1 0,14-1-1,-18 1-2,0-1 0,0 0 0,0-1-1,0 0 1,0 0 0,0-1 0,-1 0-1,1 0 1,-1-1 0,0 0 0,0 0-1,0 0 1,-1-1 0,0 0 0,0 0 0,0-1-1,0 0 1,-1 0 0,7-10 0,-6 6 20,0 0 0,-1 0 0,0-1 0,-1 0 0,0 0 0,-1 0 0,0 0 0,0-1 0,-1 1 0,-1-1 0,0 0 0,-1-15 0,-3 0-33,-2 1 0,0 0 0,-1 0 1,-2 1-1,-1 0 0,-22-46 0,7 17-589,22 49 259,-1 1 0,0-1-1,-1 1 1,1-1 0,-1 1-1,1 0 1,-1 0 0,-1 1-1,1-1 1,0 1 0,-1 0-1,0 0 1,0 0 0,1 1-1,-2 0 1,1 0 0,0 0-1,-8-2 1,9 3-426,-1 0 0,1 1 0,-1-1 0,1 1-1,-1-1 1,1 1 0,-1 1 0,0-1 0,1 1 0,-1-1 0,1 1 0,0 1 0,-7 1-1,-5 8-8088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3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37 117 12313,'3'-7'350,"8"-33"2543,-11 38-2559,0 0 0,0 0 1,0 0-1,0 0 1,-1 0-1,1 1 1,0-1-1,-1 0 0,0 0 1,1 0-1,-1 1 1,0-1-1,0 0 1,0 1-1,0-1 0,0 1 1,0-1-1,0 1 1,-5-5 4108,5-10-2667,0 2 1281,1 14-3014,1 0-1,-1 0 1,0-1 0,1 1 0,-1 0-1,1 0 1,-1 0 0,0 0 0,1 0-1,-1 0 1,0 0 0,1 0 0,-1 0-1,0 0 1,1 0 0,-1 0-1,0 1 1,1-1 0,-1 0 0,0 0-1,1 0 1,-1 0 0,0 1 0,1-1-1,-1 0 1,0 0 0,0 0-1,1 1 1,-1-1 0,0 0 0,0 1-1,1-1 1,-1 0 0,0 1 0,0-1-1,0 1 1,4 3-43,0 0 0,-1 0 0,0 1 0,0-1 0,0 1 0,0 0 0,-1 0 0,0 0 0,0 0 0,0 0 0,0 1 0,-1-1 0,0 1 0,0 7 0,1 11 0,-2 0 0,-2 25 0,1-21 0,-5 41-398,-24 108-1,10-67-817,13-71-1402,-4 27-2826,8-23-1605,4 1-5610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3.4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102 113 14733,'-8'-27'2098,"7"22"-1173,0 1 1,1-1-1,-1 1 1,1-1-1,0 1 1,1-1-1,0-4 1,-1 6-488,1 1 0,-1 0 0,1 0 0,0 0 0,0 0 0,0 0 0,0 0 0,0 0 0,0 1 0,0-1 0,1 0 0,-1 0 0,1 1 0,-1-1 0,4-1 0,-3 1-284,1 0 1,0 1 0,-1 0 0,1 0 0,0 0-1,0 0 1,0 0 0,5-1 0,10 2-24,-15 1-131,1 0 0,-1 0 0,1 1 0,-1 0 0,1-1 0,-1 1 0,0 1 0,0-1 0,0 0 0,0 1 0,0-1 0,-1 1 0,1 0 0,-1 0 0,0 0 0,0 0 0,0 0 0,0 1 0,0-1 0,-1 0 0,1 1 0,-1-1 0,0 1 0,0 0 0,0 0 0,-1-1 0,1 5 0,1 13 0,-1 1 0,0-1 0,-5 34 0,4-52 0,-10 72 0,-4 0 0,-41 128 0,9-40 0,14-44-2753,-20 91-10231,36-128-1062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3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69 188 7793,'-37'-5'2349,"29"4"-109,5 0-110,-17-9 1680,20 10-3696,0 0 0,0 0 1,0-1-1,0 1 0,0 0 0,0 0 0,0 0 0,0-1 0,0 1 0,0 0 1,0 0-1,0-1 0,0 1 0,0 0 0,0 0 0,0-1 0,0 1 0,0 0 1,0 0-1,0-1 0,0 1 0,0 0 0,0 0 0,0 0 0,1-1 0,-1 1 1,0 0-1,0 0 0,0 0 0,0-1 0,0 1 0,1 0 0,-1 0 1,0 0-1,0 0 0,0 0 0,1 0 0,-1-1 0,0 1 0,0 0 0,1 0 1,-1 0-1,0 0 0,27-8 3729,-1 5-4754,74-3 1809,104 8-1,-87 1-563,1738 8 478,-1339-13-1051,554-9-286,-6-39 495,-989 44 48,-1-2 0,84-23 0,-158 31-50,0-1-1,0 0 0,0 0 1,0 1-1,0-1 0,0 0 1,0 0-1,-1 1 0,1-1 1,0 0-1,-1 0 0,1 1 1,0-1-1,-1 0 0,1 1 1,-1-1-1,1 1 0,-1-1 1,1 1-1,-1-1 0,1 1 1,-1-1-1,0 0 0,-5-3-344,-1 0 0,1 0 0,-1 0 0,0 1 0,0 0 0,0 0 0,0 1 0,0 0 0,-1 0-1,1 1 1,0 0 0,-9-1 0,-93 0-8647,109 2 9001,-60 4-10737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5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15 237 9077,'-1'-4'2477,"-2"-7"-673,0 0 0,0 0-1,-1-21 1,3 28-1448,1 0 0,0 0 1,0 0-1,1 0 1,-1 0-1,1 0 1,0 1-1,0-1 0,0 0 1,1 0-1,-1 1 1,1-1-1,0 0 0,0 1 1,0 0-1,3-4 1,3-2 54,0 1-1,1 0 1,0 1 0,1 0 0,0 0 0,0 1 0,0 0 0,22-8 0,-14 8-10,1 0 0,0 2 0,0 0 0,38-3 0,-20 6-76,-1 1 0,1 3 1,0 0-1,-1 3 1,47 13-1,-75-18-317,-1 2 0,0-1 1,0 1-1,-1 0 0,1 0 0,-1 1 1,1 0-1,-1 0 0,0 1 0,-1-1 1,1 1-1,-1 1 0,0-1 0,0 1 1,0-1-1,-1 1 0,0 1 0,0-1 1,-1 1-1,0-1 0,0 1 0,0 0 1,1 9-1,-2-5-3,0 0 1,-1 0-1,0 0 0,-1 0 1,0 0-1,0 0 1,-2 0-1,1 0 0,-1-1 1,-1 1-1,0 0 1,-1-1-1,1 1 0,-2-1 1,-7 12-1,-23 36-5,-3-2 0,-82 93 0,-111 83 0,204-206 0,1 2 0,-23 30 0,49-57 0,-1 0 0,0-1 0,0 1 0,1 0 0,-1 0 0,1 0 0,-1 0 0,1 0 0,-1 0 0,1 0 0,-1 0 0,1 0 0,0 0 0,-1 0 0,1 0 0,0 0 0,0 0 0,0 0 0,0 0 0,0 0 0,0 0 0,0 0 0,0 0 0,1 0 0,-1 0 0,0 0 0,0 0 0,1 0 0,-1 0 0,1 0 0,-1 0 0,1 0 0,-1 0 0,1-1 0,0 1 0,-1 0 0,1 0 0,0-1 0,0 1 0,0 0 0,-1-1 0,1 1 0,0-1 0,0 1 0,0-1 0,0 1 0,0-1 0,0 1 0,0-1 0,0 0 0,0 0 0,2 1 0,6 1 0,0 0 0,0-1 0,0 0 0,0 0 0,10-1 0,105-9 6,192-38 0,-88 9-91,-51 10-1198,-17 3-3924,-57 12-4998,-75 12-2810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6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40 5557,'-19'-20'9965,"19"19"-9597,-1 0-1,1-1 1,-1 1-1,0 0 1,0-1-1,0 1 1,1 0-1,-1 0 1,0 0-1,0 0 1,0 0-1,-1 0 1,1 0-1,0 0 1,0 1-1,0-1 1,-2 0-1,0 2 100,0 0-1,0 0 1,0 0-1,0 0 1,0 1-1,0-1 1,0 1-1,1 0 0,-1 0 1,-2 3-1,5-5-389,-1 1-1,1-1 0,-1 1 1,1-1-1,-1 1 1,1 0-1,-1-1 0,1 1 1,-1 0-1,1 0 0,0-1 1,-1 1-1,1 0 1,0 0-1,0-1 0,0 1 1,0 0-1,0 0 0,-1 0 1,1-1-1,1 1 0,-1 0 1,0 0-1,0 0 1,0-1-1,0 1 0,0 0 1,1 0-1,-1-1 0,0 1 1,1 0-1,-1 0 1,1-1-1,-1 1 0,1 0 1,-1-1-1,1 1 0,-1-1 1,1 1-1,-1-1 1,1 1-1,0-1 0,-1 1 1,1-1-1,0 1 0,0-1 1,-1 0-1,1 0 0,1 1 1,13 6 89,-1-1 1,1 0-1,1-1 1,-1-1-1,28 4 1,87 4 450,-80-9-553,268 8-64,493-45 0,-609 24-413,-182 6-545,-12 2-2024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7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 14993,'0'0'6326,"-3"1"-3506,0 0-2468,1-1-84,0 1 0,1-1-1,-1 1 1,1-1 0,-1 1 0,0 0 0,1 0 0,-1 0-1,1 0 1,0 0 0,-1 0 0,1 0 0,0 0 0,0 0 0,-1 1-1,1-1 1,0 1 0,0-1 0,0 1 0,1-1 0,-1 1 0,0-1-1,1 1 1,-1 0 0,1-1 0,-1 1 0,1 0 0,0-1-1,-1 3 1,-82 593-240,75-514-2247,-2-3-3339,3-19-1430,-5 18-7817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8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874 315 6513,'8'-25'1621,"-4"15"-625,0 0 0,0 0 0,-1 0 0,0-1 0,-1 0 0,-1 1 0,1-1 0,-2 0 0,1 0 0,-2 0 0,-2-20 0,-6-3 1867,-2 0 1,-15-35-1,25 68-2787,0 0 0,0 1 1,1-1-1,-1 1 0,0 0 0,0-1 0,0 1 1,0 0-1,1-1 0,-1 1 0,0 0 0,0 0 1,0 0-1,0 0 0,0-1 0,0 1 1,0 1-1,0-1 0,0 0 0,1 0 0,-3 0 1,1 1 157,-3-1-154,1 1 0,-1 0 0,1 0 0,0 1 0,0-1 0,-1 1 0,1 0 1,0 0-1,0 1 0,1-1 0,-1 1 0,0-1 0,1 1 0,-6 6 0,-5 7 385,-24 33 1,27-33-418,-168 218-48,-147 216 0,290-391 0,2 2 0,-50 128 0,74-161 0,2 0 0,0 1 0,2-1 0,1 1 0,1 1 0,2-1 0,1 0 0,1 1 0,6 48 0,-2-61-24,0 1-1,1-1 1,0 0-1,2-1 1,0 1-1,0-1 1,2 0-1,0-1 1,1 0-1,0-1 1,16 17-1,-9-13-79,1-2 0,1 0 0,0-1-1,1-1 1,1-1 0,0-1-1,32 14 1,-10-9-222,0-2 0,1-1 1,57 9-1,130 3-1377,-43-21-4051,-62-11-913,32-12-6561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8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18 531 8609,'0'0'11203,"-1"-3"-9928,1 1-1223,-2-9 1249,0 0-1,0 0 0,-6-14 0,7 23-656,1-21 315,1 12-750,0-1 0,1 1 1,1 0-1,-1 0 0,7-13 1,5-24 130,27-190 1268,-29 161-125,-48 111-1346,31-27-137,1 0 0,0 0 0,1 1 0,0 0 0,0 0 0,1-1 0,0 2 0,-2 9 0,-2 13 0,1-9 0,1 0 0,1 1 0,1-1 0,1 38 0,2-44 0,1 0 0,0 0 0,1 0 0,0 0 0,1 0 0,1-1 0,10 21 0,-11-28-392,0-1-1,1 1 1,0-1-1,0 0 1,9 8 0,-11-12 154,-1-1-1,1 0 1,-1 0 0,1 0 0,0 0 0,-1 0 0,1 0 0,0-1 0,0 1 0,0-1 0,1 0 0,-1 0-1,0 0 1,0-1 0,1 1 0,-1-1 0,4 1 0,16 0-4859,-7 2-1532,2 1-4788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8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11997,'0'0'3944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7.0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809 52 4680,'13'-9'9498,"-1"-2"-7027,14-9 3879,-12 13-6277,-5 3 8826,-41 48-8722,-2-2 0,-2-1-1,-57 50 1,10-9-88,-1 4-89,-225 244 0,111-86-4140,189-233 3828,5-4-2888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7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1 10493,'0'0'2159,"-18"13"1941,13-6 1763,-6 34-4486,-1 1 0,-2-2 0,-30 61 0,21-53-645,-27 91-1,37-97-370,8-31-141,2 0 0,-1 1 0,2 0 0,-1-1 0,2 1 0,-1 0 0,2 0 0,0 22 1,1-32-203,0 1 0,-1 0 0,1 0 0,0-1 0,0 1 0,1 0 0,-1-1 0,0 1 0,1-1 0,0 0 0,-1 1 0,1-1 1,0 0-1,0 0 0,0 0 0,1-1 0,-1 1 0,0 0 0,1-1 0,-1 1 0,1-1 0,-1 0 0,1 0 0,0 0 0,0 0 1,-1 0-1,5 0 0,9 1 64,-1 0-1,0 0 1,30-3 0,-34 1-76,73-4-204,98-19 0,85-28-710,18-4-166,-122 27-1293,15-3-3582,-165 29 4884,17 0-832,-1 4-4900,-3 1-2533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20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6 144 4764,'6'-4'370,"-3"2"-142,-1 1 0,1-1 0,-1 0 1,0 0-1,1 0 0,-1 0 0,0 0 1,0 0-1,2-4 0,-3 4 1641,-2 0-1085,-12-22 515,11 21 1216,3 1-1984,8-30 7677,-11 30-8009,-26-45 1083,26 45 597,12 23-1659,-8-16-5206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25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442 146 4088,'-2'0'87,"1"0"0,-1 0 0,0 0 0,1-1 0,-1 1 0,0 0 0,1-1 0,-1 1 0,1-1 0,-1 0 0,1 0 0,-1 1 0,-1-3 0,3 2 34,0 1-1,0-1 0,0 0 0,0 0 0,0 1 0,1-1 0,-1 0 0,0 1 1,0-1-1,1 0 0,-1 1 0,1-1 0,-1 1 0,0-1 0,1 0 0,-1 1 1,1-1-1,0 1 0,-1-1 0,2 0 0,13-17 1339,-14 15-561,-4-19 1330,0-9 544,5 16-1971,-1 12-50,0 1-72,4-25 486,-5 24 811,-2 5-1609,-1 1-261,1 0 0,-1 0 0,0 0 0,1 1 0,0-1 0,0 0 0,0 1 0,0 0 0,1-1 0,-1 1-1,1 0 1,0 0 0,0 0 0,0 0 0,0 4 0,0-4 30,0 0-1,-1 0 1,0 0-1,0 0 1,0-1 0,0 1-1,-4 5 1,-1 2 67,-8 16 754,-16 45 0,2-6-47,12-27-426,1 1 0,-19 80 0,-5 91 250,9-41-345,-19 39-27,-27 139 122,72-296-409,1 1 0,3 0 0,3 0 0,1 0 0,3 0 0,2-1 0,18 62 0,-13-61 179,-4 0 0,6 84 0,-10 112 1049,-5-192-1354,1 2 51,1-25 0,-5 50 0,-3-26 0,2-13 0,-15 69 0,-10 59 0,17-85 0,1-31 0,5-32 0,2 1 0,0 0 0,1 48 0,3-44 0,-2 1 0,-7 45 0,0 7 0,6-52 0,1-14 0,1 1 0,1 0 0,0 0 0,1 0 0,5 24 0,6-5 0,-6-22 0,0 3 0,1-15 0,12 3 0,-16-6 0,-2 0 0,1 0 0,-1 1 0,0-1 0,0 1 0,0-1 0,0 0 0,0 1 0,0 0 0,0-1 0,0 1 0,0 0 0,0-1 0,0 1 0,0 0 0,0 0 0,-1 0 0,1 0 0,0 0 0,-1 0 0,1 0 0,0 2 0,6 10 0,-3 3 0,-8-11 0,3-5 0,0 1 0,0 0 0,0-1 0,0 1 0,0 0 0,0 0 0,0 0 0,0 0 0,1 0 0,-1 0 0,0 0 0,0 0 0,1 0 0,-1 1 0,1-1 0,-1 2 0,-4 10 0,1 0 0,1 1 0,-2 14 0,-7 28 0,6-40 0,5-3 0,7 11 0,-2-8 0,3-4 0,8-7 0,6 0 0,-16-6 0,-3 0 0,0 1 0,0-1 0,0 0 0,0 1 0,0-1 0,0 1 0,0-1 0,0 1 0,0 0 0,0 0 0,0 0 0,1 0 0,1 1 0,45 2 0,0 3 0,88 21 0,-67-11 0,223 54 0,-84-18 0,347 107 0,-55-12 0,292 24 0,-280-89 0,-296-50 0,321 28 0,-333-60 0,-45-2 0,-85 4 0,528 15 0,580 79 0,-746-49 0,315 39 0,165 14 0,-887-97 0,599 45 0,2-39 0,-505-12 0,257-19 0,-356 19 0,-7 1 0,0-1 0,0 0 0,25-9 0,32-6 0,-17 5 0,15-6 0,-34 10 0,0-2 0,45-19 0,-27 9 0,1 3 0,0 3 0,83-11 0,78 8 4,-12 2-47,-132 9-512,-48 5-385,0 0 0,42-11 0,-68 12 696,0 0-1,0 0 1,1 0 0,-1 0 0,0-1 0,0 1 0,0-1-1,-1 0 1,1 0 0,0 0 0,-1 0 0,1-1 0,-1 1-1,0-1 1,1 1 0,-1-1 0,-1 0 0,4-5 0,-3 4-513,-1 0-1,0-1 1,1 1 0,-2-1 0,1 1 0,0-1 0,-1 1 0,0-1 0,0 1-1,0-1 1,-1 0 0,1 1 0,-3-7 0,-10-29-10373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27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59 3920,'-21'2'1347,"32"-18"4974,-23 11-4929,11 5-1248,1 0 0,-1 0 0,0 0-1,0 0 1,0 0 0,0 0 0,0 0-1,0-1 1,0 1 0,1 0-1,-1-1 1,0 1 0,0 0 0,0-1-1,1 1 1,-1-1 0,0 0 0,1 1-1,-1-1 1,0 1 0,1-1 0,-1 0-1,0-1 1,0 1-28,1 0-1,0 0 0,0 0 1,0-1-1,0 1 0,0 0 1,0 0-1,0 0 1,0 0-1,1 0 0,-1-1 1,0 1-1,1 0 1,-1 0-1,1 0 0,-1 0 1,1 0-1,-1 0 0,1 0 1,0 0-1,-1 0 1,1 1-1,0-1 0,1-1 1,2 1 40,-1 0 1,1 1-1,0-1 0,0 1 1,-1 0-1,1 0 1,0 1-1,4 0 1,314 27 942,316 30-424,215 17-336,266 28-82,-579-55-195,-228-22-99,-32-2 14,76 0 11,-333-22 10,389 27 1,0-32-57,-326-3 59,409-44-13,-120-33 24,-175 34-8,-5 14 36,-163 30-44,149-15 60,30-5-77,-112 10 15,-81 12 1,0 1-1,0 1 1,1 0-1,-1 2 0,0 0 1,22 4-1,227 37-10,-134-30-8,-99-8 25,67-2 1,-64-2 12,-34 0-11,0-1-12,0-1 11,1 2-1,-1-1 1,1 0 0,-1 1 0,1-1 0,4 1-1,-8 0 0,3 0 3,73-8 41,-73 7-30,17 0 52,-18-1-125,-30 2-43,25 1 48,0-2-74,-21-9 199,22 9-106,0-1-782,-10-8-406,-12-4-7940,8 9 479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0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15 3756,'9'5'1046,"-11"-9"191,-15-11 6614,46 25-6902,-24-8-832,0 0 0,0-1 1,0 1-1,0-1 0,0 0 1,9 1-1,15 3 276,94 22 516,217 17 0,-159-24-486,44 2-192,103 16 54,-16 2-171,-104-15-118,540 44 31,-464-48-30,142 16 75,183 13 102,-544-46-124,1-3-1,0-3 0,113-18 0,-161 17-3,1-1 1,-1-1-1,0 0 0,-1-2 1,1 0-1,26-15 0,-41 19-28,0 1 0,0-1 0,0 1 0,-1-1 0,1 0 0,-1 0 0,1 0 0,-1 0 0,0-1 0,0 1 0,-1-1 0,1 1 0,-1-1 0,0 1 0,0-1 0,0 0 0,1-6 0,-2 8 73,-2-11-93,3 12 4,-1-1 1,0 1-1,0 0 1,0 0 0,0 0-1,0 0 1,0 0-1,-1-1 1,1 1 0,0 0-1,0 0 1,-1 0-1,1 0 1,-1 0 0,0-2-1,-2 2 25,0 0-1,1 0 1,-1 0-1,0 0 0,0 0 1,1 1-1,-1 0 1,0-1-1,0 1 1,0 0-1,0 0 1,1 0-1,-1 1 1,0-1-1,0 1 1,0-1-1,1 1 0,-1 0 1,0 0-1,1 1 1,-1-1-1,1 0 1,-1 1-1,1-1 1,-1 1-1,1 0 1,0 0-1,0 0 1,0 0-1,0 0 0,0 0 1,1 1-1,-1-1 1,-2 6-1,-28 56 516,3 1 0,3 2-1,-23 87 1,1 107 870,33-165-942,-51 309 1294,25-112-946,-18 107-70,-38-3-35,67-309-548,-3-1 1,-61 113-1,1-31 85,-136 264 242,203-374-452,2 0-1,3 2 0,3 0 1,-13 73-1,-36 127-24,26-115-8,38-134 2,1 1 0,0-1 0,0 22-1,-7 31 74,8-48-66,0-5-12,1 0 1,0 0-1,4 22 0,-3-26-7,0 0 0,-1-1 0,0 1 0,0 0 0,-2 9-1,0 5 11,8 31-29,0-17 16,-1 19 1,-2-1 0,-2 1 0,-3 0-1,-10 69 1,6-84 31,2 1-1,1 0 1,3 1-1,8 73 0,-6-71 50,-2-39-82,-1 0 1,1 0 0,1 0 0,-1 0 0,1 0 0,0 0 0,0 0 0,0 0 0,3 7 0,-18 17-381,10-21 140,4-7 58,0 0-1,-1-1 1,1 1 0,0 0-1,0 0 1,0 0-1,0 0 1,0 0-1,0 0 1,1 0-1,-1 0 1,0-1-1,0 1 1,1 0-1,-1 0 1,1 0-1,-1 0 1,0-1-1,1 1 1,0 0 0,-1 0-1,1-1 1,-1 1-1,1 0 1,0-1-1,-1 1 1,1-1-1,0 1 1,0-1-1,-1 1 1,1-1-1,0 1 1,1-1-1,0 2 333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87 938 6825,'-26'6'544,"-14"-2"10641,23-5-9236,14 0-715,13-28 1615,-2 20-2606,1 0-1,1 1 1,-1 0 0,2 0-1,-1 1 1,1 0-1,13-6 1,88-35 696,-98 43-842,298-111 1045,216-91-503,-435 166-580,272-130 120,-153 54-338,-74 38-4035,-116 66 2725,20-11-2299,-14 10-2602,1 2-4268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2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92 10073,'2'-11'1483,"-2"9"-1099,1 0 1,0-1-1,-1 1 1,0-1 0,1 1-1,-1-1 1,0 1-1,0-1 1,-1 1-1,1-1 1,0 1 0,-1-1-1,0 1 1,-1-5-1,-4-11 1414,-3-3 7554,4 24-5680,0 17-3160,-35 246-403,13-127-109,-65 194 0,78-290-484,-13 67 0,18-58-4251,4 0-6063,2-30-2484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2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6 469 11053,'0'1'133,"-1"-1"0,1 1 0,-1-1 0,1 1 0,-1-1 1,1 1-1,0-1 0,-1 1 0,1-1 0,0 1 0,-1-1 0,1 1 0,0 0 0,0-1 0,0 1 0,-1-1 0,1 1 1,0 0-1,0-1 0,0 1 0,0 0 0,0-1 0,0 1 0,0 0 0,15-5 4302,-10 2-4132,1 0-1,-1 1 1,0-1 0,0 1 0,9-1-1,83 3 826,102 14 0,-113-6-1183,1-4 0,87-5 1,-139-3 8,0-1 0,0-1 0,0-3 0,-1 0 1,38-16-1,-58 18 82,0 0 1,0-1-1,-1 0 0,0-1 1,0-1-1,-1 0 0,0-1 1,-1 0-1,0-1 1,-1 0-1,0-1 0,0 0 1,-1 0-1,10-21 0,-5 1 1043,-1 0-1,16-62 1,-17 51 566,18-37 1356,-29 77-2332,-7 35 554,-3 72-1223,-8 58 0,5-96 0,-3-1 0,-3 0 0,-44 103 0,49-141-262,-48 114-1819,45-94-2901,2 2-4335,10-29-3824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3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14 13425,'42'-14'4865,"-55"31"-2697,0 0-380,4 0-344,-1 1-288,7 4-324,-3 1-120,6 6-468,6 11-888,7-26-500,-20 9-1024,4 0-872,0-6-2797,-3 3-4980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3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11281,'28'11'4004,"-47"-17"-2519,6 4 459,23 22-4377,0 0-2339,9-6-3753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4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0 271 9905,'9'4'14497,"1"9"-9362,8 22-6999,-11-21 3230,-2-4-1293,-1 1 0,1-1 1,-2 1-1,0 0 0,0 0 0,-1 0 1,0 1-1,-1-1 0,0 15 1,-2 14 36,-9 51 1,5-49-78,-10 56 122,14-96-75,4-3-70,3-1-11,-1 0 0,0-1 0,0 1 1,0-1-1,0-1 0,-1 1 0,1-1 0,-1 1 1,7-9-1,36-48 9,-24 30 14,36-51 3,-38 50-44,1 1 0,1 2 0,1 0 0,49-42 0,-69 67 12,0-1 0,1 2 0,-1-1 1,1 1-1,-1-1 0,1 1 0,0 0 1,0 1-1,0-1 0,0 1 0,0 0 1,0 1-1,0-1 0,0 1 0,9 0 1,-10 1 5,0-1 0,-1 1 1,1 0-1,0 1 1,-1-1-1,1 0 1,-1 1-1,1 0 0,-1 0 1,0 0-1,0 0 1,0 1-1,0-1 1,0 1-1,0 0 1,-1-1-1,1 1 0,-1 0 1,0 1-1,2 3 1,32 65-12,-26-49 15,1-1 0,0-1 0,22 30 0,-27-44-68,1 0-1,0 0 0,0 0 1,1-1-1,0 0 1,0 0-1,0-1 0,1 0 1,-1-1-1,1 0 0,0 0 1,1-1-1,-1 0 0,0 0 1,1-1-1,0-1 0,-1 1 1,1-2-1,0 1 1,0-1-1,0-1 0,-1 0 1,1 0-1,0-1 0,-1 0 1,1-1-1,-1 0 0,0 0 1,0-1-1,0 0 0,0-1 1,-1 0-1,0 0 0,0-1 1,0 0-1,8-8 1,1-3 15,-1-1 1,-1-1 0,0 0 0,-2-1 0,0-1 0,-2 0 0,18-44 0,-13 20 40,-2 0 0,16-95-1,-28 127 7,0 0-1,-1 0 0,-1 0 0,-2-24 1,1 34-1,1 1 0,-1-1 1,1 1-1,-1-1 1,0 0-1,0 1 1,0-1-1,-1 1 0,1 0 1,0-1-1,-1 1 1,0 0-1,-2-3 1,3 4 3,0 0 0,-1 0 0,1 1 0,-1-1 0,0 0 0,1 0 0,-1 1 0,1-1 0,-1 1 1,0 0-1,0 0 0,1-1 0,-1 1 0,0 0 0,1 0 0,-1 0 0,0 1 0,1-1 0,-1 0 0,0 1 1,1-1-1,-1 1 0,-2 0 0,-8 5-24,0 0 1,0 1 0,0 0-1,1 1 1,0 0 0,1 1-1,0 0 1,0 0 0,1 1-1,0 0 1,-13 21 0,11-15-182,0 1 1,2 0-1,0 1 0,0 0 1,2 0-1,1 1 1,-7 29-1,11-40 83,1 1 0,0 0 0,0-1-1,1 1 1,1 0 0,-1 0 0,1-1 0,1 1 0,-1 0 0,6 12 0,-7-20 113,1-1 0,0 1 0,-1-1 0,1 1 1,0 0-1,-1-1 0,1 1 0,0-1 1,0 0-1,0 1 0,-1-1 0,1 0 1,0 1-1,0-1 0,0 0 0,0 0 1,0 0-1,0 0 0,0 0 0,-1 0 1,1 0-1,2 0 0,0 0-16,0 0 34,0 0 1,0 1 0,-1-2-1,1 1 1,0 0-1,0-1 1,0 1-1,0-1 1,-1 0-1,1 0 1,0 0 0,-1 0-1,1 0 1,0-1-1,-1 1 1,0-1-1,1 1 1,-1-1-1,0 0 1,0 0 0,0 0-1,0 0 1,0-1-1,-1 1 1,1 0-1,2-5 1,133-229 5388,-137 236-5385,1-1 1,0 1-1,0-1 0,-1 1 0,1-1 0,0 1 0,0 0 0,0 0 0,0-1 0,-1 1 0,1 0 0,0 0 1,0 0-1,0 0 0,0 0 0,0 0 0,0 0 0,-1 0 0,1 0 0,1 1 0,0-1 21,0 0-22,0 0 0,1 0 0,-1 1 0,0-1 0,0 1 0,0-1 0,-1 1 0,1 0 0,0 0 0,0 0 0,0 0 0,0 0 0,-1 0 0,1 0 0,-1 1 0,1-1 0,-1 1 0,1-1 0,-1 1 0,0-1 0,1 1 0,-1 0 0,0-1 0,0 1 0,-1 0 0,1 0 0,0 0 0,0 3 0,4 8 55,-2 0 0,0 0 0,2 15 0,-4-21-44,7 69 463,-4 1 0,-3-1 0,-12 107 0,-41 181 43,14-139-540,15-84 11,-42 143 0,62-276 0,1 0 0,-1 0 0,0 0 0,-1-1 0,0 1 0,0-1 0,-8 11 0,10-16 0,1-1 0,-1 1 0,1 0 0,-1-1 0,0 1 0,0-1 0,0 1 0,1-1 0,-1 0 0,-1 0 0,1 0 0,0 0 0,0 0 0,0-1 0,0 1 0,-1 0 0,1-1 0,0 0 0,0 0 0,-1 1 0,1-1 0,0-1 0,-1 1 0,1 0 0,0 0 0,0-1 0,-1 0 0,1 1 0,0-1 0,0 0 0,0 0 0,-4-2 0,-2-2-4,0 0 0,0 0 1,1 0-1,0-1 0,0 0 0,0-1 1,0 0-1,1 0 0,1 0 0,-1-1 1,1 0-1,0 0 0,1 0 0,-4-9 0,3 3 20,1 0 0,0 0-1,1 0 1,1 0 0,0-1-1,1 1 1,1-1 0,1-18-1,5-10-189,1 0 0,2 1 0,3 0 0,0 0 0,22-44 0,0 10-1763,4 1 0,2 2 0,73-98 0,80-61-9183,-114 148 1165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4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198 223 5248,'-32'-13'3112,"29"12"-1718,4-1-1027,-1-1 0,1 1 1,0 0-1,0 0 0,0 0 1,0 0-1,1 0 1,-1 0-1,0 0 0,1 0 1,0 0-1,-1 1 1,1-1-1,0 0 0,0 1 1,0 0-1,0-1 0,0 1 1,0 0-1,2-1 1,4-3 3698,-7 4-4040,-1 1-1,0-1 0,1 1 0,-1-1 0,0 1 1,1 0-1,-1-1 0,1 1 0,-1-1 1,1 1-1,-1 0 0,1-1 0,-1 1 1,1 0-1,-1-1 0,1 1 0,0 0 1,-1 0-1,1 0 0,-1 0 0,2-1 0,13-7 394,-7-8 556,0 0 0,10-27 0,-17 41-904,-1 0 1,1 0-1,0-1 0,-1 1 0,1 0 0,-1 0 0,0-1 0,1 1 0,-1 0 0,0-1 1,-1 1-1,1 0 0,0 0 0,-1-1 0,1 1 0,-1 0 0,0 0 0,0 0 0,1-1 1,-1 1-1,-1 0 0,1 0 0,0 1 0,0-1 0,-1 0 0,1 0 0,-1 1 0,0-1 1,1 0-1,-1 1 0,0 0 0,0-1 0,0 1 0,0 0 0,0 0 0,0 0 1,0 0-1,0 1 0,-1-1 0,1 0 0,0 1 0,0 0 0,-1-1 0,1 1 0,0 0 1,-1 0-1,1 0 0,0 1 0,-4 0 0,-4 2 25,0 0 0,-1 1 1,1 0-1,0 0 0,1 1 0,-1 1 1,1 0-1,0 0 0,1 1 0,-1 0 1,1 0-1,1 1 0,-1 0 0,1 0 1,1 1-1,-9 13 0,9-12-34,-1 1 1,2 0-1,0 0 1,0 1-1,1 0 1,0-1-1,1 1 1,0 1-1,1-1 1,0 0-1,1 1 1,1-1-1,0 1 0,1 12 1,1-12-52,1-1 0,0 1 0,1 0 0,1-1 0,0 0 0,0 0 0,1-1 1,0 1-1,1-1 0,1-1 0,-1 1 0,2-1 0,0-1 0,0 1 0,0-1 0,13 8 0,-10-8-407,0-2 0,0 0 0,1-1 0,-1 0 0,1 0 0,17 3 0,-15-5-819,0 0-1,1-2 0,0 0 0,-1-1 0,27-1 1,6-2-5831,3 4-4609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5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26 9321,'-19'-22'4378,"16"18"-1989,2 5-2179,0-1 1,0 1-1,0-1 0,1 1 1,-1-1-1,0 1 0,1 0 0,-1-1 1,0 1-1,1 0 0,-1 0 0,1 0 1,-1-1-1,1 1 0,0 0 1,-1 0-1,1 0 0,0 0 0,-1 0 1,1 2-1,-7 25 1412,6-22-1165,-42 249 5229,16-73-4221,0-41-664,-37 248 218,44-257-975,10-76-193,-3 65 0,12-115 117,1 1 0,0-1 1,1 1-1,-1-1 0,1 0 1,0 1-1,1-1 0,0 0 1,0 0-1,0 0 0,0 0 1,4 6-1,-4-10 20,0 0-1,0 0 1,-1 0 0,1-1-1,0 1 1,1 0 0,-1-1-1,0 0 1,0 1-1,1-1 1,-1 0 0,0 0-1,1 0 1,-1 0 0,1-1-1,0 1 1,-1-1 0,1 0-1,-1 1 1,1-1 0,0 0-1,-1-1 1,1 1 0,-1 0-1,1-1 1,-1 1 0,1-1-1,-1 0 1,1 0 0,-1 0-1,4-2 1,9-3-33,-1 0-1,0-2 1,0 1 0,0-2 0,-1 0-1,18-16 1,204-179-428,-233 202 474,0 0-1,0 1 1,0-1-1,0 1 0,1-1 1,-1 1-1,0 0 1,1 0-1,-1 0 0,1 0 1,-1 0-1,1 1 1,-1-1-1,1 1 0,0-1 1,-1 1-1,1 0 1,0 0-1,-1 0 1,1 1-1,0-1 0,-1 1 1,1-1-1,-1 1 1,1 0-1,-1 0 0,1 0 1,-1 0-1,1 0 1,-1 1-1,0-1 0,0 1 1,0-1-1,0 1 1,0 0-1,0 0 0,0 0 1,-1 0-1,3 4 1,6 7 59,-2 0 1,1 1 0,-2 0 0,0 1-1,6 17 1,1 5 76,1 0 0,41 67 0,-50-94-114,1 0 1,0-1-1,0 0 0,1 0 1,0-1-1,1 0 0,-1 0 1,2-1-1,-1-1 1,1 1-1,0-1 0,0-1 1,1 0-1,19 7 0,-15-9-30,0 0-1,0-1 0,1-1 0,-1 0 0,1-1 0,-1-1 0,0 0 0,1-1 0,-1-1 0,0 0 0,0-1 0,0-1 0,-1 0 0,0-1 0,0 0 0,0-2 1,0 1-1,14-13 0,-16 12 1,-1 0 0,-1-1 0,0-1 1,0 0-1,-1 0 0,0-1 1,0 0-1,-1 0 0,-1-1 0,0 0 1,-1-1-1,0 1 0,-1-1 1,0 0-1,-1-1 0,-1 1 0,0-1 1,-1 1-1,0-1 0,0-20 0,-3 20-10,0 0 0,0 1 0,-2-1 0,0 1 0,0 0 0,-1 0-1,0 0 1,-2 0 0,1 0 0,-1 1 0,-1 0 0,0 1 0,-1-1-1,0 1 1,-1 1 0,0 0 0,-1 0 0,0 0 0,0 1 0,-1 1 0,0 0-1,-1 0 1,-15-7 0,14 9-774,0 1 1,-1 1-1,0 0 0,-25-5 1,31 8-424,0 0 1,0 1-1,0 0 1,0 0-1,1 1 0,-1 0 1,0 0-1,0 0 1,-11 5-1,5 5-9855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5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1 407 11117,'2'-7'1240,"-1"0"1,0 1-1,-1-1 0,1 0 1,-1 0-1,-1-9 0,1 14-944,0-1-1,1 0 1,-1 1-1,1-1 0,0 0 1,0 1-1,0-1 1,0 1-1,0 0 1,0-1-1,1 1 1,2-3-1,0-3 408,7-9-25,0 1 0,0 0 0,2 1 0,0 0-1,29-25 1,13-16 197,-37 37-614,0 0 0,31-23-1,-39 35-192,0 0 0,0 0 0,0 2 0,1-1 0,0 1 0,0 1 0,21-6 0,-28 10-59,-1-1-1,1 1 0,-1 0 0,1 0 1,-1 1-1,1-1 0,-1 1 0,1 0 1,-1-1-1,0 2 0,1-1 0,-1 0 1,0 1-1,0-1 0,0 1 0,0 0 1,0 0-1,0 0 0,-1 0 0,1 1 1,-1-1-1,1 1 0,1 3 0,4 3 7,0 2 0,-1-1 0,-1 1 0,0 0-1,7 17 1,-1 4 8,-1 2-1,-2 0 1,-1 0-1,-2 0 1,2 41-1,-6-46-31,-1 0 0,-2 0 1,-1 0-1,-1 0 0,-2 0 0,-13 46 1,15-65-49,-1 0 1,0 0-1,-1-1 1,1 0-1,-2 0 1,1 0-1,-1-1 1,-1 0-1,1 0 1,-1 0-1,-13 10 1,14-14-364,-1 1 0,0-1 0,0 0 0,0 0-1,0-1 1,-1 0 0,1 0 0,-1-1 0,-13 2 0,18-3-199,1-1 1,-1 0-1,0 0 0,0 0 1,0-1-1,0 1 0,0-1 1,1 1-1,-1-1 0,0 0 1,0 0-1,1 0 0,-1-1 1,1 1-1,-1-1 0,1 1 1,-1-1-1,1 0 0,0 0 1,0 0-1,-3-2 0,5 3 28,0 0 0,-1 0 0,1 0 0,0 0 0,0 0 0,0 0 0,-1 0 0,1 1 0,0-1 0,0 0 0,0 0 0,0 0-1,1 0 1,-1 0 0,0-2 0,0 3 550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6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340 563 12449,'5'-25'2167,"-5"19"-1657,0 1 1,1 0 0,0 1 0,0-1 0,1 0 0,-1 0 0,1 0 0,0 1 0,0-1-1,1 1 1,-1-1 0,1 1 0,5-6 0,0 0 257,0 0 0,0-1-1,-1 0 1,0 0 0,-1-1 0,7-18 0,5-7 212,54-84 1044,-67 111-1911,-1 0 0,-1 0 0,0-1 0,0 1 0,-1 0 0,1-18 0,-1 14 4,0-1 1,7-22 0,-6 30-76,-2 1 0,1-1 1,-1 0-1,0 0 0,0-14 0,-1 18-13,2 5 196,1 1-172,-1 0 0,1 0-1,-1 0 1,0 1-1,0-1 1,0 1 0,-1 0-1,1-1 1,-1 1 0,2 7-1,7 47 262,-7-39-263,7 43-46,-4 1 1,-1-1-1,-4 1 1,-6 63-1,2-101-5,0 1 0,-2-1 0,-1 0 0,0 0-1,-2 0 1,-1-1 0,-1-1 0,-1 1 0,-1-1 0,-1-1-1,-1-1 1,-27 34 0,27-41 4,-1 0 0,0-1 0,-30 21 0,36-28-316,-1-1 0,1 1 0,-1-2 0,0 0-1,0 0 1,-1 0 0,1-1 0,-21 2 0,-112-5-7042,73 6-9,3-5-4910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824 15 5436,'0'0'5365,"-1"-2"-4544,-11-9 1163,11 11-1695,1 0 0,-1 0 0,1-1 0,-1 1 0,1 0 0,-1 0 0,0 0 0,1 0 0,-1 0 0,1-1 0,-1 1 0,1 0 0,-1 0 0,0 0 0,1 1 0,-1-1 0,1 0 0,-1 0 0,1 0 0,-1 0 0,1 0 0,-1 1 0,1-1 0,-1 0 0,0 1 0,-12 16 5028,4 0-7238,-32 77 3363,-38 133 0,-10 105-96,43-150-811,-83 290 352,-63 246-282,45 8-269,99-162-172,45-460-157,5 1 0,4-1 0,21 113 0,71 197-634,34-12-1104,-131-398 1705,62 177-1146,-41-103 700,-22-75 311,4-5-1177,2 0 1143,-3 0-39,0 1-1,0-1 0,0 1 1,0-1-1,-1 0 1,1 0-1,0 0 0,-1 0 1,1-1-1,-1 1 0,0-1 1,0 1-1,0-1 0,0 0 1,0 0-1,-1 0 1,1 0-1,1-6 0,18-36-2722,-1 12-2673,4-6-3920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58 9741,'-1'-1'153,"0"1"1,0 0-1,-1-1 1,1 0-1,0 1 1,0-1-1,0 0 1,0 1-1,-1-1 0,1 0 1,0 0-1,0 0 1,1 0-1,-1 0 1,0 0-1,0 0 1,0-1-1,0 0 1,1 0 84,1 1 0,-1 0 0,1-1 0,-1 1 1,1 0-1,-1 0 0,1-1 0,0 1 0,0 0 1,0 0-1,0 0 0,-1 0 0,1 0 0,0 0 1,1 0-1,-1 0 0,1 0 0,0-1 1946,-2 1-2060,0 0 0,0 1 1,0-1-1,0 1 1,0-1-1,0 0 0,0 1 1,0-1-1,0 0 0,1 1 1,-1-1-1,0 0 0,0 1 1,1-1-1,-1 1 0,0-1 1,1 1-1,-1-1 0,0 0 1,1 1-1,-1 0 0,1-1 1,-1 1-1,1-1 0,-1 1 1,1-1-1,0 1 1,-1 0-1,1 0 0,-1-1 1,1 1-1,0 0 0,-1 0 1,1-1-1,-1 1 0,1 0 1,0 0-1,-1 0 0,1 0 1,1 0-1,26 8 970,244 142 2067,-127-66-3181,-109-63-536,205 109-3121,-76-55-7284,-107-54 678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9 10809,'-19'14'5621,"-6"-28"-2837,6 5-468,-10 15-340,-15 2-284,2 7-180,1 7-483,-7 7-213,-9 8-164,-6 9-240,-4 3-520,4 8-1104,2 6-729,-56 77-8011,63-66-3470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8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360 818 9861,'-1'1'239,"1"-1"1,-1 1 0,0 0-1,1 0 1,-1-1-1,0 1 1,1 0 0,-1-1-1,0 1 1,0-1-1,1 1 1,-1-1 0,0 1-1,0-1 1,0 1-1,0-1 1,0 0-1,0 0 1,0 1 0,0-1-1,0 0 1,1 0-1,-1 0 1,0 0 0,0 0-1,0 0 1,0 0-1,0-1 1,0 1 0,0 0-1,0 0 1,0-1-1,0 1 1,0 0-1,0-1 1,1 1 0,-2-2-1,-13-4 12264,15 3-11402,1-5-1087,0-1 0,0 1 0,1 0 1,1-1-1,-1 1 0,1 0 0,0 0 0,1 1 0,0-1 0,0 1 1,1 0-1,0 0 0,7-8 0,108-160-14,-105 148 0,-1 0 0,-1-1 0,-1-1 0,14-53 0,-16 29 0,3-60 0,-11 88 0,-1 15 0,0 0 0,0-1 0,-1 1 0,-1 0 0,0-1 0,0 1 0,-1 0 0,-4-15 0,5 23 0,0 0 0,0 0 0,0 1 0,0-1 0,0 0 0,0 0 0,0 1 0,-1-1 0,1 1 0,0-1 0,-1 1 0,0 0 0,1-1 0,-1 1 0,0 0 0,1 0 0,-1 0 0,0 0 0,0 1 0,0-1 0,0 0 0,0 1 0,0 0 0,0-1 0,0 1 0,0 0 0,0 0 0,0 0 0,0 0 0,0 0 0,0 0 0,0 1 0,-2 0 0,-7 1 0,0 1 0,0 0 0,1 0 0,-18 10 0,16-7 0,0 1 0,0 0 0,1 1 0,1 1 0,-1-1 0,1 2 0,-13 16 0,15-18 0,-6 8 0,0 1 0,2 1 0,0-1 0,1 2 0,1 0 0,1 0 0,0 0 0,2 1 0,0 1 0,1-1 0,1 1 0,1 0 0,1 0 0,1 0 0,1 1 0,1 24 0,4-1 0,1 0 0,3-1 0,1 0 0,2 0 0,2-1 0,27 60 0,13 8 0,89 137 0,-96-172 0,-25-41 0,27 62 0,-47-95 0,1 1 0,-1-1 0,0 0 0,-1 0 0,1 1 0,0-1 0,-1 0 0,1 1 0,-1-1 0,0 0 0,0 1 0,0-1 0,0 1 0,0-1 0,0 1 0,-1-1 0,1 0 0,-1 1 0,1-1 0,-1 0 0,0 0 0,0 1 0,0-1 0,0 0 0,-1 0 0,1 0 0,-1 0 0,1 0 0,-1 0 0,1-1 0,-1 1 0,0-1 0,0 1 0,0-1 0,0 1 0,0-1 0,0 0 0,0 0 0,-3 1 0,-8 2 0,1-1 0,-1 0 0,0-1 0,0 0 0,-23 0 0,27-2 0,-69 0-186,0-4-1,0-4 1,-106-23-1,128 21-228,54 9-2439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16610,'-3'12'4487,"2"-1"0,-1 0 0,1 17 0,1-10-6327,-2 17 1846,1-1 0,2 0 0,1 0 0,2 0 0,2 0 1,1 0-1,11 32 0,-15-57-6,1 1 0,0-1 0,1 0 0,9 13 0,-12-18 0,1-1 0,0 0 0,0 0 0,0 0 0,0 0 0,0-1 0,1 1 0,-1-1 0,1 0 0,0 0 0,-1 0 0,1 0 0,8 1 0,-5-1 0,0-2 0,-1 1 0,1-1 0,0 0 0,0 0 0,0-1 0,0 0 0,0 0 0,-1-1 0,1 0 0,0 0 0,-1 0 0,0-1 0,9-4 0,6-5 0,0-1 0,34-28 0,-29 20 0,1 1 0,52-30 0,-47 36 0,-31 14 0,-1-1 0,1 1 0,-1 0 0,1-1 0,-1 1 0,1 0 0,-1 0 0,1 0 0,-1-1 0,1 1 0,-1 0 0,1 0 0,-1 0 0,1 0 0,-1 0 0,1 0 0,-1 0 0,1 0 0,0 0 0,-1 1 0,1-1 0,-1 0 0,1 0 0,-1 0 0,1 0 0,-1 1 0,1-1 0,-1 0 0,1 1 0,-1-1 0,0 0 0,1 1 0,-1-1 0,1 0 0,-1 1 0,0-1 0,1 1 0,-1-1 0,0 1 0,0-1 0,1 1 0,-1-1 0,0 1 0,0-1 0,0 1 0,0-1 0,0 1 0,1-1 0,-1 1 0,0-1 0,0 1 0,0 0 0,-1-1 0,1 1 0,0-1 0,0 2 0,0-2 0,1 10-295,0 0-1,0-1 1,-1 1 0,0 0-1,-1 0 1,0 0 0,-1-1 0,0 1-1,-4 12 1,2-5-1152,0-1 0,-1 30-1,5-5-6934,2-5-5724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39 115 13529,'-8'-45'3215,"3"33"581,-5 7-2976,8 4-136,-11-7 9850,15 6-10357,28-11-165,-24 10-12,26-8 0,-10 5 0,10-3 0,-23 11 0,-2 0 0,1 0 0,0 1 0,0-1 0,0 2 0,0-1 0,0 1 0,-1 0 0,0 0 0,0 1 0,0 0 0,0 0 0,-1 1 0,0 0 0,0 0 0,0 0 0,-1 1 0,0 0 0,0 0 0,5 11 0,-5-9 0,0 0 0,-1 1 0,0-1 0,0 1 0,-1 0 0,-1 0 0,1 1 0,-2-1 0,1 0 0,-2 1 0,1-1 0,-1 1 0,-1-1 0,-3 17 0,-9 38 0,8-49 0,3-6 0,6-9 0,4-9 0,-8 8 0,18-24 0,-1 0 0,14-28 0,-23 36 0,1 1 0,0-1 0,2 2 0,-1-1 0,2 1 0,0 1 0,0 0 0,1 1 0,18-13 0,-16 14 0,3 2 0,-14 8 0,1 1 0,0-1 0,-1 1 0,1 0 0,-1 1 0,1-1 0,-1 1 0,1 0 0,-1 0 0,1 0 0,-1 1 0,0-1 0,1 1 0,-1 0 0,0 1 0,0-1 0,0 1 0,-1-1 0,1 1 0,-1 0 0,1 1 0,2 3 0,7 6 0,-1 2 0,-1-1 0,0 1 0,13 24 0,20 55 0,-44-94 0,0 1 0,0-1 0,0 1 0,0 0 0,0-1 0,0 1 0,0-1 0,1 1 0,-1-1 0,0 0 0,0 1 0,1-1 0,-1 1 0,0-1 0,1 1 0,-1-1 0,0 0 0,1 1 0,-1-1 0,0 0 0,1 1 0,-1-1 0,1 0 0,-1 0 0,1 1 0,-1-1 0,1 0 0,-1 0 0,1 0 0,-1 1 0,1-1 0,-1 0 0,1 0 0,-1 0 0,1 0 0,-1 0 0,1 0 0,-1 0 0,1 0 0,-1-1 0,1 1 0,-1 0 0,1 0 0,-1 0 0,1 0 0,-1-1 0,1 1 0,9-14 0,-10 14 0,6-16 0,0 3 0,-1 0 0,2 1 0,0-1 0,0 1 0,1 0 0,14-15 0,-9 14 0,0 0 0,1 2 0,0-1 0,1 2 0,1 0 0,-1 1 0,1 1 0,1 0 0,0 1 0,0 1 0,0 0 0,1 1 0,-1 1 0,1 1 0,0 1 0,0 0 0,1 1 0,-1 1 0,30 4 0,-39-2 0,0 1 0,0 0 0,0 0 0,0 1 0,0 0 0,-1 1 0,1-1 0,-1 2 0,0-1 0,-1 1 0,0 1 0,11 10 0,-15-13 5,1 0 0,-1 0-1,0 0 1,0 1 0,0-1 0,0 1-1,-1 0 1,0 0 0,0 0 0,0 0-1,-1 0 1,0 0 0,0 1 0,0-1 0,0 11-1,-1 2-73,-2 0-1,0 0 0,-5 23 1,-1 4-447,8-5-5702,5-14-2787,1-3-4837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132 169 8661,'0'0'87,"0"-1"0,0 1 0,0 0 0,0-1 1,0 1-1,0 0 0,-1-1 0,1 1 0,0 0 1,0-1-1,0 1 0,0 0 0,0-1 0,0 1 0,-1 0 1,1 0-1,0-1 0,0 1 0,0 0 0,-1 0 0,1-1 1,0 1-1,0 0 0,-1 0 0,1-1 0,0 1 0,0 0 1,-1 0-1,1 0 0,0 0 0,-1 0 0,1-1 0,0 1 1,-1 0-1,1 0 0,-17 2 4180,-8-1-567,-7 0-1212,20 1 194,0-2 3792,-1-9-5178,1-3-1235,11 9-61,1-1 0,7-21 0,5-16 0,-7 1 0,0 23 0,-5 16 0,0 1 0,1-1 0,-1 0 0,0 0 0,0 1 0,1-1 0,-1 0 0,1 0 0,-1 1 0,0-1 0,1 0 0,-1 1 0,1-1 0,0 1 0,-1-1 0,1 1 0,-1-1 0,1 1 0,0-1 0,0 1 0,-1 0 0,1-1 0,0 1 0,1-1 0,6 5 0,-8-4 0,3 1 0,-1 1 0,0-1 0,1 1 0,-1 0 0,0-1 0,0 1 0,0 0 0,0 0 0,-1 1 0,1-1 0,0 0 0,2 5 0,16 36 0,-15-32 0,3 6 0,-2 1 0,0 0 0,-1 0 0,3 19 0,5 92 0,-11-90 0,1-26 0,2-14 0,3-14 0,-8 14 0,8-14 0,1 1 0,0-1 0,1 2 0,0-1 0,21-19 0,-23 25 0,0 1 0,0 0 0,1 1 0,0 0 0,1 0 0,-1 1 0,1 0 0,0 1 0,1 0 0,10-3 0,11 0 0,-22 9 0,-2 1 0,0-1 0,0 1 0,0 0 0,0 0 0,-1 0 0,1 1 0,11 8 0,-7-5 0,-7-5 0,20 11 0,-14-5 0,3-5 0,-11-5 0,0 0 0,0 0 0,-1 0 0,1-1 0,-1 0 0,1 1 0,-1-1 0,0 0 0,0 0 0,0 0 0,0 0 0,-1 0 0,0-1 0,3-5 0,15-26 0,-12 28 0,1 0 0,0 0 0,0 0 0,1 1 0,0 0 0,0 1 0,1 0 0,-1 0 0,1 1 0,0 1 0,0-1 0,0 2 0,20-4 0,-25 5 0,0 1 0,1-1 0,-1 1 0,0 0 0,1 1 0,-1 0 0,0-1 0,1 1 0,-1 1 0,0-1 0,0 1 0,0 0 0,0 0 0,0 1 0,-1-1 0,1 1 0,-1 0 0,1 0 0,-1 1 0,0-1 0,0 1 0,0 0 0,-1 0 0,0 0 0,1 1 0,-2-1 0,1 1 0,0 0 0,2 6 0,35 105-1074,-29-79-125,1-1 1,28 57-1,-36-87-280,0-1-1,0 1 1,0-1-1,1 1 1,0-1-1,0 0 1,9 6-1,14 12-11797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0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575 121 10581,'-4'-9'690,"0"1"0,-1 1-1,0-1 1,-11-12 0,12 16 181,-1 0-1,1 0 1,-1 0 0,-1 1-1,-7-5 1,-3 0 2018,0 0 1,-34-11 0,42 17-2509,0 0 1,0 1-1,0 0 0,-1 0 1,1 1-1,0 0 1,-1 1-1,1-1 0,-10 3 1,1 2-270,-1 0 0,1 1 0,0 1 1,1 1-1,0 0 0,0 1 0,1 1 0,0 0 1,-19 17-1,5 0-148,1 1 1,1 1-1,-29 41 1,55-69 5,0 0 1,0 0-1,1 0 1,-1-1-1,0 1 1,1 0-1,-1 0 1,1 0-1,-1 1 1,1-1-1,-1 0 1,1 0-1,0 0 1,0 0-1,0 0 0,-1 0 1,1 1-1,0-1 1,0 0-1,1 0 1,-1 0-1,0 0 1,0 0-1,0 1 1,1-1-1,-1 0 1,1 0-1,-1 0 1,1 0-1,-1 0 0,1 0 1,-1 0-1,1 0 1,0 0-1,0 0 1,-1-1-1,2 2 1,0-1 4,1 1 0,-1-1-1,0 1 1,1-1 0,-1 0 0,1 0 0,-1-1 0,1 1 0,0 0 0,-1-1 0,1 1 0,0-1 0,-1 0 0,1 0 0,3 0 0,36-7-36,55-16 1,-71 15 300,0 1 0,0 2 0,1 0 0,0 2 0,0 0 0,38 3 0,-62 0-266,0 1 0,0 0 0,0-1 0,0 1 0,0 0 0,0 1 0,0-1 0,-1 0 0,1 1 1,0-1-1,-1 1 0,1 0 0,-1 0 0,0 0 0,0 0 0,1 1 0,-1-1 0,-1 0 0,1 1 0,0-1 0,-1 1 0,1 0 0,-1 0 0,0-1 0,0 1 0,1 5 0,2 6-1691,-2 0 0,0 1 0,-1-1 0,0 21 0,0 3-7241,2-6-2567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40 12597,'-22'-40'12636,"23"55"-8919,1-7-3014,0 18-377,-2 0 0,0 0-1,-2 0 1,-6 27 0,-27 109 924,15-75-1015,-12 45-842,-24 146-3056,53-258 2367,-3 42-3971,7-22-2557,3-18-3302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12 10661,'-34'-10'2126,"27"8"-92,10 5-1546,0-1 0,0 1 0,0-1 1,0 0-1,0 0 0,1 0 0,-1 0 0,5 1 0,3-1-178,0 0 1,0-1-1,1 0 0,-1-1 1,13-1-1,17 0 207,233-5 957,-56-1 597,-204 7-1630,0 0 1,0 1-1,1 1 0,-1 0 0,-1 1 0,25 7 0,-35-9-351,-1 0 0,1 1-1,0-1 1,0 1 0,-1 0 0,1-1-1,0 1 1,-1 0 0,0 1 0,1-1-1,-1 0 1,0 1 0,0-1 0,-1 1-1,1-1 1,0 1 0,-1 0 0,0 0-1,1 0 1,-1 0 0,0 0 0,-1 0-1,1 0 1,0 0 0,-1 0 0,0 0 0,0 0-1,0 0 1,0 1 0,0-1 0,0 0-1,-1 0 1,0 0 0,-1 6 0,-6 16 263,-15 32 1,13-35-1211,2 0 0,-10 35-1,12-29-1029,3-18-55,0 1 0,1-1 1,0 1-1,1 0 1,0-1-1,1 18 1,13-1-9100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10689,'16'9'8481,"-10"8"-24667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140 122 13069,'-6'3'213,"-6"0"546,1 1 1,0 0-1,0 1 1,-10 6 0,17-8-325,0 0 1,1 0-1,-1 0 0,1 0 1,0 0-1,0 1 1,0-1-1,0 1 0,0 0 1,1 0-1,0 0 1,0 0-1,0 0 0,-2 8 1,-3 11 527,2-1 1,1 2-1,1-1 1,0 0-1,2 1 1,2 25 0,-1-36-837,2-1 0,-1 0 0,1 1 0,1-1 0,0 0 0,1 0 0,1-1 0,-1 1 0,2-1 0,-1 0 0,2 0 0,-1-1 0,11 11 0,-15-18-112,1 0 1,-1-1 0,1 0 0,0 1 0,0-1 0,0 0 0,0-1 0,0 1-1,1 0 1,-1-1 0,0 0 0,1 0 0,-1 0 0,1 0 0,-1 0 0,1-1-1,-1 0 1,1 1 0,0-1 0,-1-1 0,1 1 0,-1 0 0,1-1 0,0 0-1,-1 0 1,0 0 0,1 0 0,-1-1 0,0 1 0,1-1 0,-1 0 0,6-4-1,0-1-14,1 0-1,-1-1 0,0 0 0,0 0 0,-1-1 0,-1 0 1,1-1-1,10-18 0,-9 11-3,-1 0 0,0-1 1,-2 0-1,0-1 0,-1 1 0,-1-1 0,-1 0 1,0 0-1,-1-1 0,-2 1 0,0 0 0,0-1 1,-2 1-1,-1 0 0,0 0 0,-1 0 0,-1 1 1,-1-1-1,-1 1 0,-8-17 0,11 29-84,0 0-1,0 1 1,0 0-1,0 0 1,-1 0-1,0 0 1,0 1-1,0 0 1,-1 0-1,1 0 1,-8-3 0,-37-14-5140,43 24 1010,-1 8 2622,7-10 691,-1 1 277,-6 12-5142,19 8-4459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11397,'-4'2'1616,"-1"-1"-1,0 1 1,1 0 0,-1 0 0,1 0-1,-1 1 1,-5 4 0,5-2-754,0-1 1,0 1-1,0 1 1,-7 8-1,1 4-1213,0 1 0,-12 31 0,9-18 1803,-12 18-1104,14-29-170,2 1 0,-12 30 0,18-39-205,1 3 601,4-16-547,0 0 0,0 0 0,0 1 0,0-1 0,0 0 0,1 0 0,-1 0 0,0 0 0,0-1 0,0 1 0,0 0 0,0 0 0,0-1 0,0 1 0,0-1 0,0 1 0,0-1 0,2 0 0,16-9 209,0 0 1,0-1-1,-1-2 0,0 0 0,17-16 1,16-12 113,-27 22-346,1 1-1,0 1 0,1 2 0,1 0 1,0 2-1,50-17 0,-71 28-3,1 1 0,-1 0 0,0 0 0,1 0 0,-1 1 0,1 0 0,-1 1 0,1-1 0,-1 1 0,0 0 0,1 1 0,-1 0 0,0 0 0,0 0 0,7 4 0,-8-4 0,-1 1 0,0 0 0,0 0 0,0 1 0,0-1 0,0 1 0,-1 0 0,1 0 0,-1 0 0,0 0 0,0 0 0,-1 1 0,1-1 0,-1 1 0,0 0 0,0 0 0,-1 0 0,2 7 0,1 12-519,-1-1 0,-1 1 1,-3 47-1,-16 70-4767,-2 19-2689,16-87-6472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3378 69 3176,'3'-6'1483,"-14"7"975,8 0-2116,1 0 1,-1-1 0,1 1 0,-1-1 0,0 1 0,1-1-1,-1 0 1,1 0 0,-1-1 0,0 1 0,1 0-1,-1-1 1,1 0 0,-1 1 0,1-1 0,-5-2 0,2-3 454,0 1 1,0-1 0,0 0 0,-7-13 0,11 17-244,-6-5 311,7 7-832,-1-1 0,1 1 0,0-1-1,-1 0 1,1 1 0,0-1 0,-1 1 0,1-1-1,-1 1 1,1 0 0,-1-1 0,1 1 0,-1-1-1,1 1 1,-1 0 0,1-1 0,-1 1 0,1 0-1,-1 0 1,0-1 0,1 1 0,-1 0 0,0 0-1,1 0 1,-1 0 0,1 0 0,-1 0 0,-1 0-1,-15 6 165,1 1 0,0 0 0,0 1-1,1 1 1,-1 1 0,2 0-1,-26 23 1,-14 9 171,-364 234 873,137-95-912,260-167-310,-449 312 248,-593 520-15,550-429-166,342-284 474,156-122-490,-19 8 142,21-13-90,10-5-84,-13 0-5,15-1-29,0 0-1,0 1 0,0-1 0,0 0 1,0 0-1,0 0 0,0 1 0,0-1 1,0-1-1,0 1 0,-1 0 0,1 0 1,0 0-1,0 0 0,0-1 0,0 1 1,0 0-1,0-1 0,0 1 0,-1-2 1,0 0-16,-1-1 0,2 1 1,-1-1-1,0 0 1,0 0-1,1 1 1,-1-1-1,1 0 1,0 0-1,0-1 1,0 1-1,1 0 0,-1 0 1,1 0-1,-1-1 1,1 1-1,0 0 1,0 0-1,1-1 1,-1 1-1,2-6 1,8-16-349,0 1 1,18-29 0,-3 4-425,1 1-556,0 1-1769,-8-3-4431,-15 32 85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89 9933,'27'-52'4836,"-26"50"-3390,0-1-160,4-26 541,-4 26-1151,0 7-81,1 6-435,0 0 1,-1 0-1,0 0 1,0 0 0,-1 0-1,0 0 1,-1 1 0,0-1-1,-1 0 1,-3 13 0,-6 16 97,-21 46 1,24-65-195,-26 55 168,-4-2 0,-90 131 0,15-28-158,99-153-67,-60 112 62,67-118-62,0-1 0,1 1 1,0 1-1,1-1 0,1 1 0,-2 22 0,6-34-7,0 0 1,0-1-1,0 1 1,1-1 0,-1 1-1,1-1 1,1 1-1,-1-1 1,1 0-1,0 1 1,0-1-1,0 0 1,1 0-1,0 0 1,3 4 0,-1-3-3,0-1 0,0 0 1,1 0-1,0 0 1,0-1-1,0 0 1,0 0-1,1 0 1,-1-1-1,9 3 1,9 2-69,0-1 1,0-2-1,1 0 1,0-2 0,41 1-1,29-4-1591,110-13 0,-6-14-6522,-97 11-746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53 11949,'-1'-3'2189,"-35"-47"7737,28 66-7112,-1 17-1839,2 0 0,1 1-1,-3 59 1,-9 53 1015,-48 107-1990,-2 7 0,50-176 0,3 1 0,-6 166 0,22-214 0,1 0 0,2 1 0,15 60 0,-13-74 0,2 0 0,1-1 0,0 0 0,2 0 0,1-1 0,19 28 0,-15-30-409,1-1 0,1-1 0,0 0 0,1-2-1,1 0 1,1-1 0,0-1 0,1-1 0,0-1 0,1-1 0,46 16 0,3-5-3155,0-3 0,130 16 0,-22-15-10618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5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11689,'42'-24'8342,"-40"22"-6493,1 0-136,7-6-432,-3 3-374,-1 1 1,1-1-1,-1 1 0,10-4 0,-7 2 955,-8 5-1798,0 0 0,-1 0 1,1 0-1,0 0 0,0 0 0,0 0 0,0 0 0,0 0 1,0 1-1,0-1 0,0 0 0,0 1 0,0-1 0,0 1 1,0-1-1,0 1 0,0 0 0,1-1 0,-1 1 0,2 0 1,11-4 82,-13 3-147,-1 1 0,1 0 0,0 0 0,-1 0 0,1 0 0,-1 0 0,1 0 0,-1 0 0,1 1 0,-1-1 0,1 0 0,-1 0 0,1 0 0,-1 0 0,1 1 0,-1-1 0,1 0 0,-1 1 0,1-1 0,-1 0 0,1 1 0,-1-1 0,0 0 0,1 1 0,-1-1 0,1 1 0,-1-1 0,0 1 0,0-1 0,1 1 0,-1-1 0,0 1 0,0-1 0,0 1 0,1-1 0,-1 1 0,0-1 0,0 1 0,0-1 0,0 1 0,0-1 0,0 1 0,0 0 0,0-1 0,0 1 0,-1-1 0,1 1 0,0-1 0,0 1 0,0-1 0,-1 1 0,1 0 0,0 0 0,-2 24 0,-1 0 0,-1-1 0,-11 40 0,-1 4 0,-1 15 31,5-34-105,3 1 1,-4 58-1,10 29-2783,3-85-1881,-1-3-4155,4-26-4212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6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13 438 13049,'-1'0'162,"1"0"0,-1 0 0,0 0 0,1-1 0,-1 1 0,1 0 0,-1-1 0,0 1 0,1 0 0,-1-1 0,1 1 0,-1-1 0,1 1 0,-1 0 0,1-1 0,0 0 0,-1 1 0,1-1 0,0 1 0,-1-1 0,1 1 0,0-1 0,-1 0 0,1 1 0,0-1 0,0 0 0,0 1 0,0-1 0,0 0 0,0 1 0,0-1 0,0 0 0,0 1 0,0-2 0,0 1-63,0-1 1,1 1-1,-1 0 1,1-1-1,-1 1 1,1 0-1,-1-1 0,1 1 1,0 0-1,-1 0 1,1-1-1,0 1 1,0 0-1,0 0 0,2-2 1,3 1 228,0-1 0,0 1 1,1 0-1,-1 0 0,13-1 0,8-3 206,72-17 513,-45 12-861,-2-2 1,0-2-1,0-2 1,70-36-1,-98 40-204,42-31 0,-58 38 198,0 0 1,-1-1 0,0 0-1,0 0 1,-1-1 0,0 0-1,-1 0 1,1 0 0,4-11-1,23-62 3747,-33 80-3846,0 1 0,0-1 0,0 0-1,0 0 1,0 0 0,0 1 0,0-1 0,0 0-1,0 0 1,0 0 0,0 1 0,-1-1-1,1 0 1,0 0 0,0 1 0,-1-1-1,1 0 1,0 0 0,-1 1 0,0-2-1,0 0 149,1 2-225,0 0 1,0-1 0,0 1-1,0 0 1,0 0 0,-1 0-1,1-1 1,0 1-1,0 0 1,0 0 0,0 0-1,0 0 1,0-1 0,0 1-1,0 0 1,-1 0 0,1 0-1,0 0 1,0 0 0,0-1-1,0 1 1,-1 0 0,1 0-1,0 0 1,0 0-1,0 0 1,0 0 0,-1 0-1,1 0 1,0 0 0,0 0-1,0 0 1,-1 0 0,1 0-1,0 0 1,0 0 0,0 0-1,-1 0 1,1 0-1,0 0 1,0 0 0,0 0-1,-1 0 1,1 0 0,0 0-1,0 0 1,0 0 0,0 1-1,-1-1 1,1 0 0,0 0-1,0 0 1,0 0 0,0 0-1,0 0 1,-1 1-1,1-1 1,0 0 0,0 0-1,0 0 1,0 1 0,0-1-1,0 0 1,0 0 0,0 0-1,0 0 1,0 1 0,0-1-1,0 0 1,-8 16 23,8-15-28,-23 66 0,-22 108 0,18-62 0,9-48 26,-43 207-353,43-185-3600,1-9-7116,17-33-3469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6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14705,'-2'0'528,"1"0"-1,-1 0 0,0 0 1,1 0-1,-1 1 0,0-1 1,1 1-1,-1-1 1,0 1-1,1-1 0,-1 1 1,1 0-1,0 0 0,-1 0 1,1 0-1,-1 0 0,-1 3 1,1-2-88,0 1 0,0-1 0,1 1 0,-1 0 0,1-1 1,0 1-1,0 0 0,0 0 0,-1 4 0,0 5 107,0 0 0,1 1 0,1 21 0,0-23 78,6 184 730,-1-128-1355,3 1 0,29 120 0,-36-187 0,1 8 0,0 0 0,1 0 0,7 14 0,-9-21 0,0 0 0,0 0 0,0 0 0,0 0 0,1 0 0,-1 0 0,1-1 0,-1 1 0,1 0 0,0-1 0,-1 1 0,1-1 0,0 0 0,0 0 0,0 0 0,0 0 0,0 0 0,0 0 0,1 0 0,-1-1 0,4 1 0,-2 0 0,1-2 0,0 1 0,-1-1 0,1 1 0,-1-1 0,1 0 0,-1-1 0,1 1 0,-1-1 0,0 0 0,1 0 0,-1 0 0,0-1 0,0 0 0,-1 1 0,1-1 0,-1 0 0,1-1 0,-1 1 0,0-1 0,0 1 0,0-1 0,-1 0 0,1 0 0,2-8 0,5-8 0,-1 0 0,-2-1 0,0-1 0,6-27 0,-8 26 0,0 1 0,-1-1 0,-2 0 0,0 0 0,-2 0 0,0-1 0,-1 1 0,-2 0 0,0 0 0,-11-37 0,8 42-99,0 1 0,-1 0 1,0 0-1,-20-30 0,22 40 10,0 0 0,-1 0 1,0 0-1,0 1 0,-1 0 0,1 0 0,-1 1 0,-1 0 1,1 0-1,-1 1 0,0 0 0,-9-4 0,14 7-396,0 0 1,0 0-1,-1 0 0,1 0 1,0 0-1,-1 1 0,1-1 0,-1 1 1,1 0-1,0 0 0,-1 0 1,1 0-1,-1 1 0,1 0 0,-7 1 1,-11 13-8402,9-4-2607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58 203 11125,'8'26'2433,"-10"-19"732,-13 0-1554,14-6-1413,-1 0 0,0 0 1,0 0-1,1 0 1,-1 1-1,1-1 0,0 1 1,-1-1-1,1 1 1,0-1-1,0 1 0,0 0 1,0-1-1,0 1 1,0 0-1,0 0 0,1 0 1,-2 2-1,-7 45 1732,7-31-1137,-4 26-207,2-1 1,1 1-1,3 0 0,1 0 0,3-1 0,10 50 0,-11-75-523,-3-12-32,1-1 0,0 0 0,0 1 0,0-1-1,1 0 1,3 9 0,-4-13-27,0 0 0,-1 0 0,1 0 0,0-1 0,0 1 1,0 0-1,0 0 0,0-1 0,-1 1 0,1-1 0,0 1 0,1-1 0,-1 1 0,0-1 0,0 1 0,0-1 0,0 0 0,0 0 0,0 0 0,0 1 0,1-1 1,-1 0-1,0 0 0,0-1 0,0 1 0,0 0 0,0 0 0,0-1 0,0 1 0,1 0 0,-1-1 0,0 1 0,0-1 0,0 1 0,0-1 0,0 0 1,-1 1-1,3-2 0,12-9 16,0 0 1,0 0-1,17-19 1,-16 15-12,0 1 0,24-17-1,-35 27-9,1 0 0,0 0 0,0 1 0,1-1-1,-1 1 1,0 1 0,1-1 0,0 1 0,0 0 0,-1 1-1,1-1 1,0 2 0,0-1 0,0 1 0,0 0 0,12 1-1,1 5-5,-1 1-1,0 1 1,0 1-1,0 1 1,27 19-1,-17-11 42,35 16-1,-59-32-14,1 0 0,-1-1-1,1 0 1,-1 0 0,1 0-1,0-1 1,-1 0-1,1 0 1,-1-1 0,9 0-1,-7 0 8,-2 0 8,-1 0 1,1 0-1,0 0 0,-1-1 0,1 0 1,-1 1-1,1-2 0,-1 1 0,0 0 0,0-1 1,0 0-1,5-5 0,0 0 86,0-2 1,-1 1-1,10-15 0,-2 0 93,0 0 1,-2-2-1,-1 1 0,-1-2 1,-1 1-1,-1-2 0,-1 1 0,-2-1 1,4-32-1,-4 9-1543,0-53 0,-7 83 656,-1 0 1,0 1-1,-2-1 0,0 0 0,-8-26 0,1 25-4148,0 10-1265,-2-5-6084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7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11 108 10221,'-2'-1'345,"1"-1"0,0 0 1,0 1-1,0-1 0,1 0 0,-1 0 0,0 0 1,0 1-1,1-1 0,0 0 0,-1 0 1,1 0-1,0 0 0,0 0 0,0 0 0,0 0 1,0 0-1,0 0 0,0 0 0,1 0 0,0-2 1,0 0 549,-1 0 1657,7-28 5682,3 18-5503,2 4-2257,-10 9-471,-1 1 0,0 0 0,1 0-1,-1 1 1,0-1 0,0 0 0,1 0-1,-1 1 1,0-1 0,0 1 0,1-1-1,-1 1 1,0-1 0,0 1-1,0 0 1,0-1 0,0 1 0,0 0-1,0 0 1,0 0 0,0 0 0,0 0-1,-1 0 1,1 0 0,0 0 0,-1 0-1,1 0 1,0 3 0,15 39-14,-13-31 7,1 6 4,-2 0 0,0 1 0,0-1 0,-2 0 0,0 1 0,-6 31 0,2-1 0,2-28 0,1-14 0,0 0 0,1-1 0,-1 1 0,1 0 0,0-1 0,1 1 0,0 0 0,0-1 0,0 1 0,4 8 0,-5-14 0,0-1 0,0 1 0,1-1 0,-1 1 0,0-1 0,1 0 0,-1 1 0,0-1 0,1 1 0,-1-1 0,0 0 0,1 1 0,-1-1 0,1 0 0,-1 1 0,1-1 0,-1 0 0,1 0 0,-1 1 0,1-1 0,0 0 0,3 0 0,1 0 0,-1-1 0,1 0 0,-1 0 0,1 0 0,-1 0 0,0-1 0,1 1 0,-1-1 0,0-1 0,0 1 0,0 0 0,-1-1 0,7-4 0,9-10 0,24-25 0,-28 26 0,-3 4 0,16-17 0,2 1 0,51-38 0,-77 63 0,1 0 0,-1 1 0,0 0 0,1 0 0,-1 0 0,1 1 0,0 0 0,-1-1 0,1 2 0,0-1 0,0 0 0,0 1 0,-1 0 0,1 0 0,0 0 0,0 1 0,0 0 0,0 0 0,-1 0 0,1 0 0,0 1 0,4 2 0,-1 0 0,-1 0 0,0 1 0,-1-1 0,1 1 0,-1 1 0,0-1 0,0 1 0,0 0 0,-1 0 0,0 1 0,0 0 0,4 8 0,61 138 0,-70-153 0,0 1 0,0-1 0,0 1 0,1-1 0,-1 1 0,0-1 0,0 1 0,0-1 0,0 0 0,0 1 0,1-1 0,-1 1 0,0-1 0,0 1 0,1-1 0,-1 0 0,0 1 0,1-1 0,-1 0 0,0 1 0,1-1 0,-1 0 0,0 0 0,1 1 0,-1-1 0,1 0 0,-1 0 0,1 0 0,-1 0 0,0 1 0,1-1 0,-1 0 0,1 0 0,-1 0 0,1 0 0,-1 0 0,2 0 0,5-8 0,-7 7 0,10-10 0,-1-1 0,0 0 0,-1 0 0,10-21 0,14-19 0,-14 27 0,1 0 0,1 2 0,36-33 0,-45 46 0,1 1 0,0 0 0,0 0 0,0 2 0,1-1 0,0 2 0,1 0 0,0 0 0,20-5 0,-27 10 0,0 0 0,-1 0 0,1 1 0,0 0 0,0 0 0,0 0 0,0 1 0,0 0 0,-1 0 0,1 1 0,0 0 0,-1 0 0,1 1 0,-1 0 0,0 0 0,0 0 0,0 1 0,0-1 0,-1 1 0,1 1 0,6 7 0,-5-5-51,-1 1 0,0 0 0,-1 0 0,0 0 0,0 1 0,-1 0 0,0 0 0,4 13 0,1 11-505,6 38 0,-11-46 28,1 1 1,14 37-1,-14-49-1292,1-1 0,13 21-1,12 2-8382,0-8-762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45 12169,'0'0'22,"-2"0"175,-1 0-1,1 0 1,0 0-1,-1 0 1,1 0-1,0 0 1,-1-1 0,1 0-1,0 1 1,0-1-1,-1 0 1,1 0-1,0 0 1,0 0 0,0 0-1,0-1 1,0 1-1,1-1 1,-1 1-1,0-1 1,1 0 0,-3-2-1,2 2 61,1 0-1,-1 0 1,0 1-1,0-1 1,0 0-1,0 1 1,0 0-1,-1-1 1,1 1-1,0 0 0,-1 0 1,1 0-1,0 0 1,-1 1-1,1-1 1,-1 1-1,0-1 1,1 1-1,-1 0 1,1 0-1,-1 0 1,0 0-1,1 0 1,-4 2-1,-8 0 808,-1 1 0,-27 11 0,37-13-918,-12 6 82,-1 0 0,2 1 0,-1 0 0,1 2 0,1 0 0,-1 0 0,2 2 0,0-1 0,0 2 0,1 0 0,0 1 0,1 0 0,-18 30 0,21-30-147,2-3-34,0-1 0,1 1 0,-5 13-1,10-21-43,0-1-1,1 1 1,-1-1-1,0 0 1,1 1-1,0-1 1,-1 1-1,1-1 1,0 1-1,0-1 1,0 1-1,1-1 1,-1 1-1,1-1 0,-1 1 1,1-1-1,0 1 1,0-1-1,0 0 1,0 1-1,2 1 1,-2-2-2,0-1 0,1 0-1,-1 1 1,1-1 0,0 0 0,-1 0 0,1 0 0,0-1 0,0 1 0,0 0-1,-1-1 1,1 1 0,0-1 0,0 1 0,0-1 0,0 0 0,0 0 0,0 0 0,0 0-1,0 0 1,0 0 0,0-1 0,-1 1 0,1-1 0,4-1 0,5-1 5,0-1 0,21-11 0,-24 11-6,17-10 7,31-22 1,-40 24 110,0 1 1,1 1 0,0 1-1,28-11 1,-41 19-22,0-1-1,0 1 1,0 0-1,1 0 1,-1 0-1,0 0 1,0 1-1,1 0 1,7 0-1,-10 1-63,0 0 0,0 0-1,-1 0 1,1 0 0,0 0-1,-1 0 1,1 0 0,-1 1 0,1-1-1,-1 1 1,0-1 0,1 1-1,-1-1 1,0 1 0,0 0 0,0 0-1,-1-1 1,1 1 0,0 0-1,0 0 1,-1 0 0,0 0 0,1 0-1,-1 3 1,4 18-25,-1 1 0,0 36 0,-2-33-2377,5 40 1,-3-54-774,0 0 0,1-1 0,6 16-1,5 7-9000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8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91 193 9913,'-4'7'991,"0"-1"1,-1 0-1,1 0 0,-1 0 1,0-1-1,-1 1 0,0-1 1,1-1-1,-1 1 1,-9 4-1,13-8 920,-16 5 519,18-6-2395,0 0 0,-1 0 1,1 0-1,0 0 0,-1 0 0,1-1 0,0 1 1,0 0-1,-1 0 0,1-1 0,0 1 0,0 0 0,-1 0 1,1-1-1,0 1 0,0 0 0,0 0 0,-1-1 1,1 1-1,0 0 0,0-1 0,0 1 0,0 0 1,0-1-1,0 1 0,0 0 0,0-1 0,0 1 1,0 0-1,0-1 0,0 1 0,0-1 0,0 1 1,0 0-1,0-1 0,0 1 0,0 0 0,0-1 1,0 1-1,0 0 0,1 0 0,-1-1 0,6-35 2545,-1 15-823,14-36 1,-17 51-1758,0 0 0,1 0 0,0 0 0,1 0 0,-1 0 0,1 0 0,0 0 0,5-4 0,-8 8 0,1 1 0,0 0 0,-1 0 0,1 0 0,0 0 0,-1 0 0,1 0 0,0 1 0,0-1 0,-1 1 0,1-1 0,0 1 0,0-1 0,0 1 0,0 0 0,0 0 0,0 0 0,0 0 0,0 0 0,0 1 0,0-1 0,-1 1 0,1-1 0,0 1 0,0-1 0,0 1 0,-1 0 0,1 0 0,0 0 0,-1 0 0,1 0 0,-1 0 0,3 3 0,4 3 0,0 1 0,0 1 0,0-1 0,-1 1 0,-1 0 0,0 1 0,0-1 0,-1 1 0,0 0 0,0 1 0,-1-1 0,-1 1 0,0 0 0,0 0 0,-1 0 0,1 14 0,-2-9 0,0-1 0,-1 0 0,0 1 0,-6 28 0,-3-10 0,6-31 0,3-3 0,0 0 0,0 1 0,0-1 0,-1 0 0,1 0 0,0 1 0,0-1 0,0 0 0,0 0 0,-1 0 0,1 0 0,0 1 0,0-1 0,0 0 0,-1 0 0,1 0 0,0 0 0,0 0 0,-1 1 0,1-1 0,0 0 0,0 0 0,-1 0 0,1 0 0,0 0 0,0 0 0,-1 0 0,1 0 0,0 0 0,-1 0 0,1 0 0,0 0 0,0 0 0,-1 0 0,1 0 0,0-1 0,0 1 0,-1 0 0,1 0 0,0 0 0,0 0 0,-1 0 0,1-1 0,0 1 0,0 0 0,0 0 0,0 0 0,-1-1 0,1 1 0,0 0 0,0 0 0,0 0 0,0-1 0,0 1 0,-1 0 0,1 0 0,0-1 0,0 1 0,0 0 0,0-1 0,0 1 0,0 0 0,0 0 0,0-1 0,-6-19 0,6 3 0,1 0 0,0-1 0,2 1 0,0 0 0,8-25 0,-6 25 0,0 1 0,2 0 0,0 0 0,1 0 0,0 1 0,1 0 0,1 1 0,1 0 0,0 0 0,0 1 0,25-21 0,-29 28 0,0 1 0,0-1 0,1 1 0,0 1 0,0-1 0,0 1 0,0 1 0,1-1 0,-1 2 0,1-1 0,0 1 0,0 0 0,0 1 0,0 0 0,0 0 0,0 1 0,0 0 0,0 1 0,0 0 0,0 0 0,0 1 0,0 0 0,16 7 0,-19-6 0,1 0 0,-1 1 0,1 0 0,-1 0 0,0 0 0,-1 1 0,1 0 0,-1 0 0,0 0 0,0 1 0,-1-1 0,5 8 0,-4-3 0,1 1 0,-1-1 0,-1 1 0,0 0 0,0 1 0,3 20 0,-3 3 0,-1 0 0,-2 0 0,-2 0 0,-4 37 0,-20 90-3155,15-113-106,2-1 0,3 1-1,0 77 1,8-106-10322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9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78 13609,'-1'-1'166,"0"1"0,0-1 0,0 1 0,1-1 0,-1 1 0,0 0 0,0-1 0,0 1 0,0 0 0,0-1 0,0 1 0,0 0 0,0 0 0,0 0 0,0 0-1,0 0 1,0 0 0,0 0 0,0 0 0,0 0 0,0 0 0,0 1 0,0-1 0,0 0 0,1 1 0,-1-1 0,-1 1 0,0 1 94,1-1 0,0 1-1,-1-1 1,1 1 0,0 0 0,0-1 0,0 1 0,1 0 0,-1 0-1,0-1 1,1 1 0,-1 0 0,0 2 0,0 4 317,0 0-1,1 0 1,-1 0-1,1 0 1,1 0 0,1 9-1,1-4-374,1 0 0,0-1 0,1 1 0,1-1 0,0 0-1,14 22 1,-11-21-470,1-1-1,0 0 1,0 0-1,1-2 0,1 1 1,0-1-1,0-1 1,1 0-1,21 11 1,-31-19 230,1 1 0,-1-1 1,1 0-1,0 0 0,-1 0 1,1 0-1,0-1 0,0 1 1,-1-1-1,1 0 0,0 0 1,0-1-1,-1 1 0,1-1 1,0 0-1,0 0 0,-1 0 1,1 0-1,-1-1 0,1 1 1,-1-1-1,0 0 0,1 0 1,-1 0-1,0 0 0,4-5 1,-1 1 57,0 0 1,-1 0 0,1-1 0,-1 0 0,-1 0 0,1 0-1,-1 0 1,0-1 0,-1 0 0,4-11 0,44-172 3969,-28 132-1327,-16 43-1708,-6 15-935,-1 0-1,1-1 0,-1 1 1,1 0-1,-1-1 1,1 1-1,0 0 1,0 0-1,-1 0 0,1 0 1,0 0-1,0-1 1,0 2-1,0-1 1,1 0-1,-1 0 0,0 0 1,0 0-1,0 1 1,3-2-1,-3 2-1,0 0 1,0 1-1,-1-1 0,1 0 0,0 0 1,0 1-1,0-1 0,0 1 0,0-1 1,-1 0-1,1 1 0,0 0 0,0-1 1,-1 1-1,1-1 0,0 1 1,-1 0-1,1-1 0,-1 1 0,1 0 1,-1 0-1,2 1 0,1 4 40,0 0-1,-1 0 1,1 0 0,-1 1-1,0-1 1,-1 0-1,2 9 1,-4 15-58,0 1 0,-1-2 0,-2 1 0,-9 32 0,2-6 0,-89 430 0,70-346 0,-176 627 0,188-712 0,-45 121 0,54-155 0,0-2 0,-2 1 0,0-1 0,-1-1 0,-1 0 0,-19 20 0,26-32 0,0-1 0,-1 1 0,0-1 0,0 0 0,0 0 0,-1-1 0,1 0 0,-1 0 0,0-1 0,0 0 0,-1-1 0,1 1 0,-1-2 0,1 1 0,-1-1 0,1 0 0,-1-1 0,0 0 0,1 0 0,-1-1 0,0 0 0,1-1 0,-1 0 0,1 0 0,0-1 0,0 0 0,0 0 0,0-1 0,0 0 0,1 0 0,-1-1 0,1 0 0,1 0 0,-12-11 0,7 4 0,1-1 0,0 0 0,1 0 0,1-1 0,0 0 0,0-1 0,2 0 0,0 0 0,0 0 0,2-1 0,0 0 0,0 1 0,2-2 0,0 1 0,1 0 0,0 0 0,1 0 0,5-31 0,1 12 0,1 2 0,1-1 0,2 1 0,2 0 0,1 1 0,1 0 0,1 2 0,21-30 0,-9 19-865,3 2-1,1 2 1,2 0-1,1 2 1,48-36-1,-22 24-2740,2 3-1,111-60 1,-49 44-10165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130 345 4704,'10'-28'3240,"6"-36"-1,3-10 1237,-10 42-1455,-1-1 0,6-52 0,-13 58-1842,-1 27-1124,0 0 1,0 0-1,0 0 0,0 0 0,0 0 0,-1 0 0,1 0 1,0 0-1,0 0 0,0 0 0,0-1 0,0 1 0,0 0 1,0 0-1,0 0 0,0 0 0,0 0 0,0 0 0,0 0 1,0 0-1,0 0 0,-1 0 0,1 0 0,0 0 0,0 0 1,0 0-1,0 0 0,0 0 0,0 0 0,0-1 0,0 1 1,0 0-1,0 0 0,-8 39 3826,2-11-2772,-19 120-1109,18-93 0,-60 412 0,-18 179 0,81-614-1544,1 0-1,3 49 1,1-67 369,1 0 0,-1-1 0,2 0 1,0 0-1,1 0 0,0 0 0,1 0 1,10 18-1,-2-14-13402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12321,'1'-13'860,"0"1"458,0 0 5661,24 15-4246,23 7-1740,-1 2 0,70 27 0,-81-26-773,8 2-121,-2 2 0,0 2 0,-1 2 0,-1 1 0,52 39 1,-90-59-103,0-1 1,0 1 0,0-1-1,-1 1 1,1 0 0,-1 0-1,1 0 1,-1-1 0,0 1-1,1 1 1,-1-1 0,0 0 0,0 0-1,-1 0 1,1 0 0,0 1-1,-1-1 1,1 0 0,-1 1-1,0-1 1,0 0 0,0 1-1,0-1 1,0 0 0,-1 1 0,1-1-1,-1 0 1,1 1 0,-1-1-1,-1 3 1,0-1 8,-1 1 0,1 0-1,-1-1 1,0 1 0,-1-1 0,1 0 0,-1 0-1,0 0 1,0-1 0,0 1 0,-8 4 0,-12 5-9,-1-1 0,-1-1 0,0-1 0,-1-2 0,0 0 0,0-2 0,0-1 0,-30 2 0,56-8-59,0 1 1,0-1-1,0 1 1,0-1-1,0 0 0,0 1 1,0-1-1,0 0 1,1 0-1,-1 1 1,0-1-1,1 0 0,-1 0 1,0 0-1,1 0 1,-1 0-1,1 0 1,0 0-1,-1 0 0,1 0 1,0 0-1,0-1 1,-1 1-1,1 0 1,0-2-1,2 1-56,0-1 1,0 1-1,0-1 0,0 1 0,1 0 0,-1 0 1,1 0-1,4-3 0,1 0-105,191-134-2819,-165 120 3130,-1 1-1,2 2 0,0 1 0,51-13 1,-80 26-10,0 1-1,0 0 1,0 0 0,0 0 0,0 1 0,10 0 0,-13 0-28,-1 1 1,1 0 0,0 0-1,0-1 1,-1 1-1,1 1 1,0-1-1,-1 0 1,1 1 0,-1-1-1,0 1 1,1 0-1,-1 0 1,0 0-1,0 0 1,0 0 0,1 3-1,12 14 223,-2 1-1,0 0 1,-1 1 0,-1 0-1,-2 1 1,14 41-1,28 97 312,-49-156-573,-1 0-1,1-1 1,0 1 0,0-1 0,0 0 0,0 0 0,1 0-1,-1 0 1,1 0 0,0 0 0,0-1 0,0 1 0,0-1-1,0 0 1,0 0 0,1 0 0,3 2 0,-4-4-25,-1 1 0,1 0 0,-1-1-1,1 0 1,-1 1 0,1-1 0,-1 0 0,1-1 0,-1 1 0,0 0 0,1-1 0,-1 1 0,1-1 0,-1 0 0,0 1-1,1-1 1,-1 0 0,0-1 0,0 1 0,0 0 0,0-1 0,0 1 0,0-1 0,0 1 0,0-1 0,-1 0-1,4-4 1,7-9-298,-1-1 0,0-1 0,-2 0 0,0-1 0,0 1 0,-2-2 0,0 1-1,6-27 1,-10 32 184,-1-1 0,0 1 0,-1-1 0,0 1 0,-1-1 0,0 1 0,-1-1 0,-1 1 0,0-1 0,-1 1 0,0 0 0,-1 0 0,-7-15 0,8 23 117,0-1 0,0 1-1,-1 0 1,1 0 0,-1 0-1,-6-5 1,8 8 13,-7-29 99,9 31-99,0 0-1,0-1 0,0 1 0,0 0 0,0 0 1,0 0-1,0 0 0,0 0 0,0 0 0,0 0 1,0 0-1,0-1 0,0 1 0,0 0 0,0 0 1,0 0-1,0 0 0,0 0 0,0 0 0,0 0 1,0-1-1,0 1 0,0 0 0,0 0 0,1 0 0,-1 0 1,0 0-1,0 0 0,0 0 0,0 0 0,0 0 1,0 0-1,0-1 0,0 1 0,0 0 0,0 0 1,1 0-1,-1 0 0,0 0 0,0 0 0,0 0 1,0 0-1,0 0 0,0 0 0,0 0 0,1 0 1,-1 0-1,0 0 0,0 0 0,0 0 0,0 0 1,0 0-1,0 0 0,0 0 0,1 0 0,-1 0 1,0 0-1,0 0 0,0 0 0,77-9 107,1 3-1,138 8 0,-212-2-72,0 0-1,-1 1 1,1-1-1,0 1 0,0 0 1,-1 0-1,1 0 1,0 1-1,-1-1 0,0 1 1,1 0-1,3 3 0,-5-3 46,0 0 0,-1 0 0,1 1 0,0-1-1,-1 0 1,0 1 0,0-1 0,0 1-1,0-1 1,0 1 0,0-1 0,-1 1-1,1 0 1,-1-1 0,0 1 0,1 0-1,-1-1 1,-1 1 0,1 4 0,-4 16 337,0 0 1,-1-1-1,-2 1 1,0-1 0,-16 32-1,12-27-551,0 1 1,-13 55-1,24-80 58,-4 17-1383,0 0 0,-8 21 0,11-37 629,0 0 1,0 0-1,1 0 1,-1 0-1,1 0 0,0 0 1,0 0-1,1 0 1,-1 0-1,2 6 1,2 5-8807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21 12605,'-15'-20'5761,"18"40"-5337,3-3-472,13-8-948,16 8-869,-10 3-2775,-2 0-3617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85 8021,'8'4'616,"-1"0"328,0 0 3928,-7-4-4754,-1 1-1,0 0 0,1 0 0,-1 0 1,1 0-1,-1-1 0,1 1 1,-1 0-1,1 0 0,0 0 0,0 0 1,-1 0-1,1 0 0,0 0 0,0 0 1,0 0-1,0 0 0,0 0 1,0 2-1,-5 19 1708,0-13-2509,-2 2 6643,10-27-2181,0 9-3642,0 0 0,1 0 0,0 0 0,0 1 0,1-1 0,-1 1 0,1 0 0,1 0 0,-1 1 0,1 0 0,0 0 1,9-6-1,-1 1 66,1 1 0,0 1 0,1 0 0,27-10 0,-39 17-184,0 0 1,0 0-1,0 0 0,1 1 1,-1-1-1,0 1 0,0 0 0,1 0 1,-1 1-1,0-1 0,0 1 1,1 0-1,-1 0 0,0 1 0,0-1 1,0 1-1,0 0 0,-1 0 1,1 0-1,6 5 0,-5-3-5,-1-1-1,0 2 1,0-1-1,0 0 1,0 1-1,-1 0 1,1 0-1,-1 0 1,-1 0-1,1 1 1,-1-1-1,1 1 1,-2-1-1,1 1 1,1 7-1,1 31-197,-2 1-1,-5 66 0,3-96-294,1 1-1,1-1 0,0 0 0,0 1 1,6 15-1,-5-20 0,-2-10 277,-1 1 0,1 0-1,0 0 1,0-1-1,0 1 1,0-1-1,0 1 1,1-1 0,-1 1-1,0-1 1,1 0-1,-1 0 1,2 2-1,2 0-841,-4-3 785,0 0 0,0 1-1,0-1 1,0 0 0,0 0-1,0 0 1,0 0 0,0 0 0,0-1-1,0 1 1,0 0 0,0 0-1,1-1 1,-1 1 0,0-1 0,1 0-1,-1 1-516,19-5-4988,1-2-3474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39 12265,'-3'-4'500,"0"0"-115,-1-1 0,1 1 0,-1 0 1,0 0-1,-5-4 0,8 7-239,0 1 1,1-1-1,-1 1 0,0-1 1,0 1-1,0 0 0,0-1 1,1 1-1,-1 0 1,0-1-1,0 1 0,0 0 1,0 0-1,0 0 0,0 0 1,0 0-1,0 0 0,0 0 1,1 0-1,-1 0 0,0 0 1,0 1-1,0-1 1,0 0-1,0 1 0,0-1 1,1 0-1,-1 1 0,0-1 1,0 1-1,1-1 0,-1 1 1,0 0-1,0-1 0,1 1 1,-1 0-1,1-1 1,-1 1-1,1 0 0,-1 0 1,1-1-1,-1 2 0,-4 8 1185,1 1-1,0-1 1,1 1 0,0-1-1,-3 23 1,-5 69 1062,8-67-1531,-3 24-755,-34 271-88,23-221-2871,13-72-1847,-1 3-4635,2-9-3531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1 377 11357,'-1'-4'364,"1"0"1,0 0-1,0 0 0,0 0 0,1 0 1,0 0-1,-1 0 0,1 0 0,1 1 1,-1-1-1,0 0 0,1 0 0,0 1 1,0-1-1,0 1 0,0 0 0,1-1 1,-1 1-1,1 0 0,0 0 0,0 1 1,0-1-1,0 1 0,0-1 0,1 1 1,6-3-1,34-15 883,-37 17-1106,33-10 829,64-13 0,-57 16-849,120-27-397,-143 29 198,0 0-1,-1-1 1,0-1 0,37-23 0,-48 26 54,-6 3 16,0 1 0,-1-1 1,1 0-1,-1 0 0,9-10 1,54-50 1551,-67 62 287,-6 29-857,3-23-910,1-1 0,0 1 0,0 0 0,0 0-1,1 0 1,0 0 0,-1 5 0,3 6 93,0 1-1,1 0 1,0-1 0,1 0-1,1 0 1,13 29 0,55 81 539,-3-4-155,-62-106-447,-1 1 0,-1 0-1,-1 0 1,0 1 0,-1 0 0,1 17-1,-4-25-68,-1 0 1,0 0-1,0 0 0,-1 0 0,-1-1 1,1 1-1,-2 0 0,1-1 0,-1 1 1,0-1-1,-1 0 0,1 0 0,-2 0 1,1-1-1,-1 1 0,0-1 0,-1 0 1,0-1-1,-9 10 0,-5 1-372,-1-1 0,0 0 1,-1-2-1,-1 0 0,-30 13 0,40-21-260,0-1 0,0 0 0,0-1-1,0-1 1,-17 3 0,-152 17-10412,82-11-1513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10749,'-18'33'2323,"17"-33"-2249,1 1 1,0-1-1,0 0 1,0 0-1,-1 1 0,1-1 1,0 0-1,0 0 1,-1 0-1,1 0 0,0 1 1,0-1-1,-1 0 1,1 0-1,0 0 0,-1 0 1,1 0-1,0 0 1,-1 0-1,1 0 1,0 0-1,-1 0 0,1 0 1,0 0-1,0 0 1,-1 0-1,1 0 0,0 0 1,-1 0-1,1 0 1,0 0-1,-1 0 1,1 0-1,0-1 0,0 1 1,-1 0-1,1 0 1,0 0-1,0-1 0,-1 1 1,1 0-1,0-1 1,-8-6 644,7 6-536,0 0-1,0 1 1,0-1 0,-1 1 0,1-1-1,0 1 1,-1-1 0,1 1 0,-1 0-1,1-1 1,0 1 0,-1 0 0,1 0-1,-1 0 1,1 0 0,-1 0 0,1 0-1,0 1 1,-1-1 0,1 0 0,-1 1-1,1-1 1,0 1 0,0 0 0,-1-1-1,1 1 1,0 0 0,0 0 0,0 0-1,0 0 1,-1 0 0,1 0 0,1 0-1,-1 0 1,-2 2 0,-3 5 178,-1 0 0,1 0 1,-9 15-1,0 7 232,1 1 1,-12 41-1,7-20-214,-83 308 553,87-294-927,8-40-47,1 1 0,2 0 1,1 0-1,1 0 0,2 48 0,0-74 42,0 0 0,0 1-1,1-1 1,-1 0 0,1 0 0,-1 0 0,1 0 0,-1 0 0,1 1 0,0-1-1,-1 0 1,1 0 0,0 0 0,0-1 0,0 1 0,0 0 0,0 0 0,0 0-1,0-1 1,0 1 0,0 0 0,0-1 0,0 1 0,0-1 0,0 1-1,1-1 1,-1 0 0,0 1 0,0-1 0,1 0 0,-1 0 0,0 0 0,0 0-1,1 0 1,1 0 0,5-1-7,-1-1-1,1 1 1,-1-1-1,11-4 1,-10 3-2,27-10 12,0-2 1,35-21-1,41-18-17,-73 40 10,0 1 1,1 2-1,51-7 1,-71 15 18,1 2 0,-1 0 1,1 1-1,-1 1 0,0 1 0,1 0 0,-1 2 1,34 10-1,15 12 81,-33-12-23,70 20 0,-94-32-59,0 0 0,0 0 0,-1-1 0,1-1 1,0 0-1,0 0 0,0-1 0,0 0 0,-1-1 1,1-1-1,14-4 0,-16 3 42,1 0 0,-1-1 0,1-1 0,-1 1 0,-1-2 0,1 1 0,-1-1 0,-1 0 0,1-1 0,-1 0 0,0 0 0,-1 0 0,0-1 0,0 0 0,-1 0 0,0-1 0,-1 1 0,0-1 0,0 0 0,-1 0 0,0 0 0,-1-1 0,0 1 0,-1-1 0,0 1 0,-1-1 0,0-13 0,-10-57 202,6 55-306,-1-39 0,5 40-715,0-5-570,6-56 0,2 48-2898,7 0-3680,-6 15-3604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284 388 7465,'121'-66'5410,"-111"60"-4733,0 0-1,0 0 1,-1-1-1,1 0 1,-1-1-1,-1 0 1,0 0-1,8-11 1,-12 13-464,0 0-1,0 0 1,0 0 0,-1-1 0,0 0-1,0 0 1,-1 1 0,0-1 0,0-1 0,0 1-1,-1 0 1,0-14 0,0 15-43,-1 0 1,-1 1-1,1-1 0,-1 0 0,0 1 1,0-1-1,0 0 0,-1 1 0,0-1 1,0 1-1,0 0 0,-1 0 1,0 0-1,0 0 0,0 0 0,-1 0 1,1 1-1,-1 0 0,0 0 0,0 0 1,-1 0-1,1 0 0,-1 1 0,0 0 1,0 0-1,0 0 0,-9-3 1,4 3 45,-1 0 0,1 1 0,-1 0 0,0 1 1,1 0-1,-1 1 0,0 0 0,0 1 0,0 0 1,1 1-1,-1 0 0,1 0 0,-1 1 1,-10 5-1,3-1-59,0 2-1,1 0 1,0 0 0,0 2 0,2 0 0,-1 1 0,1 0 0,1 2 0,0-1-1,-18 25 1,22-25-57,1 1 0,0 0 1,1 0-1,0 1 0,2 0 0,-1 0 0,2 1 0,0-1 0,1 1 0,1 0 0,0 1 0,-1 30 0,4-38-126,1 1-1,0-1 1,0 0-1,1 0 1,0 0-1,1 0 1,-1-1-1,2 1 1,-1-1-1,1 1 1,8 10-1,-5-8-77,2-1-1,-1 1 1,1-2-1,1 1 1,0-1-1,0 0 1,13 7-1,3 0-257,1-2 1,0 0-1,1-2 1,0-1-1,0-1 1,39 7-1,121 11-6347,-59-18-640,-119-9 6622,115 7-10586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6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155 205 10541,'-42'-56'5538,"31"45"-1042,-7 2-2831,13 7-728,4 2-804,0 0 1,1 0 0,-1 0-1,0 0 1,0 1 0,0-1-1,0 0 1,0 0 0,1 0-1,-1 1 1,0-1-1,0 1 1,0-1 0,1 0-1,-1 1 1,0-1 0,1 1-1,-1 0 1,0-1 0,1 1-1,-1-1 1,0 2-1,0-1 243,-2 1-148,1 1-1,-1-1 0,1 1 0,-1 0 0,1 0 1,0-1-1,0 2 0,0-1 0,1 0 0,-1 0 1,1 1-1,-2 3 0,-9 49 1143,8-33-716,-3 20-453,2 1 1,1 0-1,5 80 1,33 132 155,-33-252-357,0 1 0,0 0 0,0 0 0,0 0 0,1-1 0,0 1 0,2 4 0,-4-8 0,1 0 0,-1 0 0,1-1 0,-1 1 0,1 0 0,-1-1 0,1 1 0,-1 0 0,1-1 0,0 1 0,-1-1 0,1 1 0,0-1 0,-1 1 0,1-1 0,1 1 0,1 0 0,-1-1 0,1 0 0,0 1 0,-1-1 0,1 0 0,0-1 0,0 1 0,-1 0 0,1-1 0,0 0 0,-1 1 0,1-1 0,-1 0 0,1 0 0,-1-1 0,0 1 0,4-2 0,41-37 0,-41 34 0,1-1 0,0 1 0,0 0 0,1 1 0,13-8 0,-15 11 0,0 1 0,0-1 0,0 1 0,0 0 0,0 0 0,0 1 0,0 0 0,1 0 0,-1 0 0,0 1 0,7 1 0,11 4 0,35 13 0,-25-8 0,2 1 0,0-3 0,0 0 0,1-3 0,51 3 0,-73-8 0,0-1 0,0-1 0,0-1 0,0 0 0,0-1 0,0-1 0,-1 0 0,1-1 0,-1 0 0,0-1 0,-1-1 0,1 0 0,18-14 0,-20 12 0,0-1 0,0 0 0,-1-1 0,-1 0 0,1-1 0,-2 0 0,0-1 0,0 0 0,-1 0 0,-1-1 0,0 0 0,-1 0 0,-1-1 0,0 1 0,-1-1 0,4-29 0,-2-34-109,-3 0 0,-10-92 0,7 159-326,0 0 0,1 0 0,0 0 1,3-11-1,1 4-2654,0-1 1,15-34-1,-20 52 2817,0 0-1,0 1 1,0-1 0,1 0 0,-1 1-1,0-1 1,0 1 0,1-1 0,-1 1-1,0-1 1,1 1 0,-1-1-1,1 1 1,-1-1 0,1 1 0,-1-1-1,0 1 1,1 0 0,0-1 0,-1 1-1,1 0 1,-1-1 0,1 1 0,0 0-1,16 7-10936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7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30 9629,'-10'-5'601,"-1"1"1,1 0-1,-1 0 0,0 1 1,0 0-1,0 1 1,0 0-1,0 1 0,0 0 1,-1 0-1,1 2 0,0-1 1,0 1-1,-1 1 1,1 0-1,-14 5 0,11-2-301,0 1-1,1 0 0,0 1 1,0 1-1,1 0 0,0 0 1,0 1-1,1 1 0,0 0 1,1 1-1,0 0 0,-9 14 1,8-10-308,1 1 1,1 1 0,1 0 0,0 0-1,1 0 1,1 1 0,0 0 0,2 0-1,0 1 1,1-1 0,1 1 0,0 0-1,2 29 1,0-46-5,0 1 1,1-1-1,-1 1 0,0-1 0,1 1 1,-1-1-1,1 0 0,0 1 0,0-1 1,0 0-1,0 1 0,0-1 0,0 0 0,1 0 1,-1 0-1,1 0 0,-1 0 0,1-1 1,0 1-1,0 0 0,0-1 0,0 1 1,0-1-1,0 0 0,0 1 0,0-1 1,1 0-1,-1 0 0,0-1 0,1 1 0,3 0 1,-1-1 24,-1 0 0,1 0 0,0-1 0,-1 0 0,1 1 1,-1-2-1,1 1 0,-1-1 0,1 1 0,-1-1 0,0 0 0,0-1 1,0 1-1,4-4 0,0 0 316,-1 0 1,0 0-1,0-1 1,-1 1-1,1-1 0,-2-1 1,1 1-1,-1-1 1,5-9-1,-10 16-259,0 0 0,1 0 1,-1 0-1,1 0 0,0 0 0,-1 0 0,1 0 1,0 0-1,-1 0 0,1 0 0,0 0 0,0 1 0,0-1 1,0 0-1,0 1 0,0-1 0,0 0 0,0 1 1,0-1-1,1 0 0,-1 1-49,0 0 1,-1 0-1,1 0 1,0 0-1,-1 1 1,1-1 0,-1 0-1,1 0 1,-1 0-1,1 0 1,0 1-1,-1-1 1,1 0-1,-1 0 1,1 1-1,-1-1 1,1 0-1,-1 1 1,1-1-1,-1 1 1,0-1-1,1 0 1,-1 1-1,1-1 1,-1 1-1,0 0 1,1-1-1,-1 1 1,0-1-1,0 1 1,11 22-595,0-1 0,1 0 0,1-1 0,17 20-1,33 38-10015,-53-67 7978,15 17-7237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265 212 10261,'-4'4'581,"-1"0"0,1 0-1,-1 0 1,0-1 0,0 1 0,-1-1 0,1-1-1,-1 1 1,1-1 0,-1 0 0,0 0 0,0-1-1,0 1 1,-7 0 0,-31 9 2153,27-6-1475,1-2 1,-30 4 0,21-4 80,24-3-1283,0 1 0,0-1 0,0 0 0,0 0-1,0 0 1,1 0 0,-1 0 0,0 0-1,0 0 1,0 0 0,0 0 0,0 0-1,0 0 1,0-1 0,0 1 0,0 0 0,0-1-1,0 1 1,1-1 0,-1 1 0,0-1-1,0 1 1,0-1 0,1 1 0,-1-1-1,0 0 1,1 0 0,-1 1 0,0-1-1,1 0 1,-1 0 0,1 0 0,0 1 0,-1-1-1,1 0 1,-1 0 0,1 0 0,0 0-1,0 0 1,0 0 0,0 0 0,-1 0-1,1 0 1,0 0 0,1 0 0,-1 0 0,0 0-1,0-1 1,0 1-27,1-1 1,-1 1-1,1-1 0,-1 1 1,1-1-1,-1 1 0,1-1 1,0 1-1,-1 0 0,1-1 1,0 1-1,0 0 0,0-1 1,0 1-1,0 0 0,0 0 1,1 0-1,-1 0 0,0 0 1,1 0-1,-1 1 0,0-1 1,1 0-1,-1 1 0,1-1 1,-1 1-1,1-1 0,-1 1 1,3-1-1,1 2-10,1 0 0,-1 0 0,0 0 0,1 1 0,-1-1 0,0 1 0,0 1 0,0-1 0,0 1 0,-1 0 0,1 0 0,-1 0 0,0 0 0,1 1 0,4 6-1,1 0 0,-1 1 0,0 0-1,-1 0 1,0 1-1,6 13 1,-8-12-18,-1 0 0,-1 0 0,0 0 1,-1 1-1,0-1 0,1 18 0,0 83 94,-4-96-38,0-15 796,9-42-694,2 1 1,2 0-1,1 1 1,37-66-1,50-56-145,-82 133-28,0 2 0,2 1 0,0 1 0,27-22 1,-38 38-6,-1 0 1,1 0 0,12-5 0,-15 8 7,-6 2 9,1 0 1,-1 0-1,1 1 1,0-1-1,0 0 1,-1 1-1,1 0 1,0-1-1,0 1 1,0 0-1,0 0 1,-1 0-1,1 0 1,0 0-1,0 0 1,0 1-1,0-1 1,-1 0-1,1 1 1,0 0-1,-1-1 1,1 1-1,0 0 1,-1 0-1,1 0 0,-1 0 1,1 0-1,-1 0 1,1 1-1,-1-1 1,0 0-1,0 1 1,0-1-1,1 1 1,0 2-1,3 5-6,-1 0-1,0 0 1,-1 0-1,0 0 1,2 12-1,-4-18-1,5 31-148,-2-1 0,-1 1 0,-1 0 0,-2 0 0,-9 66 0,4-50-2401,2 79 0,3-129 2532,8 90-5128,7-33-2443,3-19-3076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7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27 11581,'-4'-27'9020,"1"32"-8337,1 0 0,1 0 1,-1 0-1,1 1 0,-1-1 1,2 0-1,-1 1 0,0 9 1,5 50 2057,-1-25-1398,-16 263 508,8-241-1798,4-29-1158,1-1-1,7 52 1,0-35-3529,1-1-3843,-4-26-4851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39 206 15381,'-39'-34'3261,"62"5"-593,-1 9-360,0 0-432,-16 12-288,26-6-479,16-4-325,-4 10-468,10-4-628,10 1-908,2 2-561,4-5-1139,10 6 104,24 19-3193,11 6-5240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8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172 174 10861,'-21'-49'1638,"-4"-14"1839,11 15 2658,11 35-2709,7 22 1358,3 15-1226,-5-10-4767,1 58 1242,-4 1 1,-14 109 0,10-137-38,-76 599 4,69-551-2134,1 120-8348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8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0 247 9333,'19'-23'8015,"-18"21"-7798,0 0 0,0 1 0,-1-1 0,1 0 0,0 1 0,1-1 0,-1 1 0,0-1 0,0 1 0,1-1 0,-1 1 1,0 0-1,3-2 0,12-2-28,0 1 0,1 0 0,-1 1 0,1 1 0,-1 1 0,1 0 0,21 2 0,-30-1-123,78 1 243,0 3-1,0 4 0,104 25 0,-161-26-224,-1 1-1,0 1 1,0 2-1,37 20 1,-51-22 78,0 0 0,0 0 0,-1 2 0,0-1 0,-1 2 1,0-1-1,0 2 0,-2 0 0,12 16 0,-2 6 409,18 40-1,-20-38-302,-13-27-230,1 0 0,0 0 0,0-1 0,1 0-1,0 0 1,1 0 0,0-1 0,0 0-1,1-1 1,0 0 0,0 0 0,1-1-1,-1 0 1,2-1 0,-1 0 0,0 0 0,1-1-1,0-1 1,0 0 0,0 0 0,0-1-1,1 0 1,-1-1 0,0-1 0,1 0 0,-1 0-1,1-1 1,-1 0 0,0-1 0,0 0-1,11-5 1,-9 3 14,-1 0 0,0-1-1,0-1 1,0 0 0,-1-1-1,0 0 1,0 0 0,-1-1 0,0-1-1,0 0 1,-1 0 0,0-1-1,-1 0 1,0 0 0,-1-1 0,0 0-1,0-1 1,-1 1 0,5-15-1,-5 3 43,0 0-1,-2 0 1,0-1-1,-2 0 0,-1 1 1,0-1-1,-2 0 1,-1 0-1,0 1 1,-2-1-1,-1 1 0,-1 0 1,-1 0-1,-15-35 1,18 49-150,0 1 0,0 0 1,-1 0-1,0 1 0,0-1 0,-1 1 1,0 0-1,0 1 0,-1-1 1,1 1-1,-2 1 0,1-1 0,0 1 1,-1 0-1,-15-7 0,10 8-473,1 0 0,0 1-1,-1 0 1,0 1 0,0 0-1,0 1 1,1 1 0,-1 0-1,0 0 1,-23 5 0,12 0-2006,0 1 0,1 2 1,-40 17-1,-2 6-7919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49 112 12449,'-11'-21'1013,"9"16"-456,-1 0 0,1 0 0,-1 0 0,-1 1 0,1 0 0,0-1 0,-10-7 2534,11-3 416,1 14-3292,1 0-1,0 1 1,0-1-1,-1 0 1,1 1-1,0-1 1,0 0-1,0 0 1,0 0-1,0 1 1,0-1 0,0 0-1,0 0 1,0 1-1,0-1 1,0 0-1,1 0 1,-1 1-1,0-1 1,0 0-1,1 0 1,-1 1-1,1-1 1,-1 0-1,0 1 1,1-1 0,-1 1-1,1-1 1,0 0-1,-1 1 1,1-1-1,-1 1 1,1 0-1,0-1 1,-1 1-1,2-1 1,16-4 519,-16 5-726,1 1 1,-1-1-1,0 1 0,0 0 1,0 0-1,1 0 0,-1 0 0,0 0 1,0 1-1,0-1 0,-1 1 1,1-1-1,0 1 0,0 0 1,-1-1-1,1 1 0,-1 0 1,0 0-1,2 3 0,20 45-28,-16-33 10,-1-1 10,0 0 0,-1 0 0,-1 1 0,4 30 0,-1-2 0,-3-27 0,1 7 0,1 0 0,11 26 0,-10-35 0,3-5 0,-8-10 0,0-1 0,0 1 0,0-1 0,0 0 0,0 0 0,0 0 0,0 0 0,-1 0 0,1 0 0,0 0 0,0 0 0,0-1 0,0 1 0,0-1 0,-1 0 0,1 1 0,0-1 0,0 0 0,-1 0 0,1 0 0,-1 0 0,1 0 0,1-2 0,32-36 0,-27 29 0,128-157 0,-124 153 0,-3 3 0,0 0 0,1 0 0,0 1 0,1 0 0,17-12 0,-25 21 0,-1-1 0,1 1 0,0 0 0,-1-1 0,1 1 0,0 1 0,0-1 0,0 0 0,0 1 0,0-1 0,-1 1 0,1 0 0,0 0 0,0 0 0,0 0 0,0 0 0,0 1 0,0-1 0,0 1 0,0 0 0,0 0 0,-1 0 0,1 0 0,0 1 0,-1-1 0,1 1 0,-1-1 0,1 1 0,-1 0 0,0 0 0,0 0 0,4 5 0,6 7 0,-1 1 0,0 1 0,-1 0 0,15 35 0,1-1 0,-7-27 0,-5-15 0,-7-8 0,1-1 0,-1 0 0,1 0 0,-1-1 0,0 0 0,1 0 0,-1-1 0,0 0 0,-1 0 0,14-8 0,13-5 0,-30 14 0,7-2-48,1-1 1,0 2-1,23-6 1,-30 9 31,1-1 1,0 1-1,0 0 1,-1 1-1,1-1 1,0 1-1,0 0 0,-1 0 1,1 0-1,-1 1 1,1 0-1,-1 0 1,5 2-1,9 5-68,-9-4-32,0-1 0,0 1 0,13 11 1,-21-16 91,0 0 0,0 1 0,0-1 0,0 0 0,0 0 0,-1 0 0,1 0 0,0 1 0,0-2 0,0 1 0,0 0 0,0 0 0,0 0 0,0 0 0,0 0 0,2-1 0,0 0-50,2 0 22,0 0 1,0 0 0,0 0-1,-1 0 1,1-1 0,0 0-1,-1 0 1,1 0 0,-1-1-1,0 1 1,0-1 0,0 0-1,6-5 1,3-6-15,0 0 0,14-20 1,6-7-28,-9 12 109,-17 19 9,1 0 0,0 1 0,0 0 0,1 1-1,18-14 1,-25 20-22,1 1 1,-1 0-1,1 0 0,-1 0 0,1 0 1,-1 0-1,1 0 0,0 1 1,-1-1-1,1 1 0,0 0 0,-1 0 1,1 0-1,0 0 0,0 0 0,-1 0 1,1 1-1,0 0 0,-1-1 1,1 1-1,-1 0 0,1 0 0,-1 0 1,1 1-1,-1-1 0,0 0 0,1 1 1,-1 0-1,0-1 0,0 1 0,3 4 1,16 17-4,-1 1 0,-2 0 0,23 39 1,-21-32-17,15 7-100,-17-19 63,-17-19 50,1 0 1,-1 1 0,0-1 0,0 0-1,0 0 1,0 0 0,1 0-1,-1 0 1,0 0 0,0 0 0,0 0-1,0 0 1,1-1 0,-1 1-1,0 0 1,0-1 0,1 0 0,1 0-5,4-1 9,0 0-1,-1-1 1,1 0-1,-1 0 0,1-1 1,-1 1-1,0-1 0,0-1 1,-1 1-1,1-1 0,-1 0 1,0 0-1,5-8 1,-1 4 117,0-1 0,18-12 0,-25 20-81,0 3-32,-1-1-1,1 0 1,-1 0-1,1 1 1,-1-1 0,1 1-1,-1-1 1,1 1-1,-1 0 1,1-1-1,-1 1 1,0 0-1,0 0 1,1 0 0,-1 0-1,0 0 1,0 0-1,0 0 1,0 1-1,0-1 1,0 0 0,0 0-1,-1 1 1,1-1-1,0 1 1,-1-1-1,1 1 1,-1-1 0,0 1-1,1-1 1,-1 1-1,0 2 1,1 2-391,-1 1-1,1 0 1,-2 0 0,1 0 0,-2 9 0,1-12-265,1-1 1,0 1-1,0-1 1,0 1-1,0 0 1,1-1-1,-1 1 1,1-1-1,0 1 1,2 3 0,4 7-6948,2-2-3325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8625,'-19'5'2768,"32"4"-1864,-4 0-416,4-1-756,0 4-568,6-1-2596,16 12-1833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86 152 12233,'-2'-1'186,"1"0"0,-1 0 0,1 0 0,-1 0 0,1-1 1,-1 1-1,1 0 0,0-1 0,0 1 0,0-1 0,0 1 0,0-1 0,0 0 0,0 0 0,0 1 0,1-1 0,-1 0 0,0 0 1,1-2-1,-9-19 3012,8 21-2991,1 1 0,-1-1-1,0 0 1,1 0 0,-1 1-1,1-1 1,-1 0 0,1 0 0,0 0-1,0 0 1,0 1 0,0-1-1,0 0 1,0 0 0,1 0 0,-1 0-1,0 1 1,1-1 0,0 0-1,-1 0 1,1 1 0,0-1 0,0 0-1,0 1 1,0-1 0,0 1 0,0-1-1,0 1 1,1 0 0,-1 0-1,0-1 1,1 1 0,-1 0 0,4-2-1,3-2 224,0 0 0,1 1 0,0 0 1,0 0-1,10-3 0,-9 5-349,0-1-1,0 2 1,0-1 0,1 1 0,-1 1 0,0 0 0,1 1 0,-1-1 0,0 2-1,0 0 1,0 0 0,0 1 0,0 0 0,-1 0 0,1 1 0,-1 1-1,0-1 1,0 2 0,0-1 0,-1 1 0,0 0 0,0 1 0,0 0 0,-1 0-1,8 10 1,-6-7 9,0 1-1,-1 1 0,0 0 0,-1 0 1,-1 0-1,1 1 0,-2 0 0,0 0 1,0 0-1,-1 0 0,-1 1 0,0 0 1,-1 0-1,-1 0 0,0 0 0,-1 0 0,0 0 1,-3 16-1,0-15-150,-1 0 0,-1 0 0,0-1 0,-1 1 0,0-1 0,-1-1 1,-1 1-1,0-1 0,0-1 0,-2 1 0,1-2 0,-22 21 0,10-15-199,0 0 0,-2-1 0,0-1 0,0-1-1,-1-1 1,-34 13 0,41-20-1334,0-1 0,0-1-1,-34 4 1,11-2-6079,19 0-5447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8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410 375 10117,'-16'-28'1422,"-20"-17"5348,33 41-6191,0 1 0,-1 0 0,1-1 0,-1 1-1,0 1 1,1-1 0,-1 1 0,-1-1 0,1 1-1,0 0 1,0 1 0,-1-1 0,1 1 0,-1 0 0,1 0-1,-1 0 1,-8 0 0,6 3-342,1 0 1,-1 0-1,1 1 1,0 0-1,0 0 0,0 0 1,1 1-1,-1 0 1,1 0-1,0 0 0,0 1 1,-8 9-1,-10 13-78,1 1 0,2 1 0,1 1-1,1 0 1,-25 62 0,33-69-159,2 0 0,0 1 0,2 0 0,0 0 0,2 0 0,1 1 0,1-1 0,1 1 0,1 0 0,4 36 0,-2-47 0,0 1 0,1-1 0,1 0 0,0 0 0,1 0 0,0-1 0,1 1 0,1-1 0,0-1 0,0 1 0,1-1 0,1 0 0,0-1 0,1 0 0,0-1 0,1 0 0,0 0 0,24 15 0,-24-19-29,0-1-1,0 0 1,0-1 0,1 0-1,0-1 1,0-1 0,0 1-1,0-2 1,0 0 0,0 0-1,1-1 1,-1-1 0,0 0-1,0 0 1,0-2-1,0 1 1,0-1 0,22-10-1,-19 7-22,0-1-1,0-1 1,-1 0-1,0-1 0,-1 0 1,0-1-1,0 0 1,-1-2-1,-1 1 0,0-1 1,0-1-1,-1 0 0,13-23 1,9-31-760,36-109 0,-24 56-56,123-338-2091,-151 404 2835,9-20 538,-24 72 81,-3 2-428,1 0 0,-1 1-1,1-1 1,-1 1 0,1-1 0,-1 1-1,1 0 1,0-1 0,-1 1-1,1 0 1,0 0 0,0 0 0,0 0-1,-1 0 1,1 0 0,0 0 0,0 0-1,0 1 1,1-1 0,-1 0 0,0 1-1,0-1 1,0 2 0,-13 38 334,12-35-260,-10 41 197,1 1 0,2 0-1,3 0 1,2 1 0,2 0 0,4 62-1,1-81-357,1 1-1,1-1 1,2 0-1,1-1 1,1 0-1,1 0 1,2-1-1,1 0 1,1-1-1,1-1 1,23 31 0,-31-48-93,1 0 0,0-1 0,0 0 0,1 0 0,0-1 0,0 0 0,17 10 0,-21-15 57,1 1-1,-1-1 1,0 0 0,0 0-1,1-1 1,-1 0 0,1 0-1,-1 0 1,1 0 0,0-1-1,-1 0 1,1 0 0,0 0-1,-1-1 1,1 0 0,-1 0-1,9-3 1,-9 2 11,0 0 0,0 0 1,1-1-1,-1 0 0,-1 0 0,1 0 0,0-1 1,-1 1-1,6-7 0,-9 8 35,-1 0-1,0 0 1,0-1-1,0 1 1,0 0-1,0 0 1,0 0 0,-1 0-1,1 0 1,0 0-1,-1 0 1,0 0 0,0 0-1,1 0 1,-3-2-1,1 1 4,1 1-1,-1 0 0,0 0 1,-1 1-1,1-1 1,0 0-1,-1 1 0,1-1 1,0 1-1,-1 0 1,0 0-1,1 0 0,-1 0 1,0 0-1,1 1 1,-1-1-1,-4 0 0,-3 0 0,0 1 0,1 0-1,-17 1 1,20 0-72,0 0 0,0 0 0,1 0 0,-1 1 0,0-1 0,1 1 0,-1 1 0,1-1 0,0 1 0,0 0 0,0 0 0,-5 4 0,10-4-60,-1-1-1,1 1 0,-1-1 1,1 1-1,0-1 0,0 1 1,0 0-1,0-1 0,0 1 1,1-1-1,-1 1 0,2 4 1,-1-7-16,-1 1 108,1 0 0,-1 0 0,1-1 0,0 1 0,-1 0 0,1-1 0,0 1 0,0-1 0,-1 1 0,1-1 0,0 1 0,0-1 0,0 0 0,0 1 0,0-1 0,-1 0 0,1 0 0,0 0 0,2 1 0,0-1-89,3 2 58,1-1-1,-1 0 1,1 0 0,0-1-1,-1 0 1,1 0-1,0-1 1,-1 1 0,1-2-1,-1 1 1,1-1-1,-1 0 1,7-2 0,28-7-51,0 3 112,-17 3 110,0 1-1,45-3 1,-44 10-8,0 0 0,0 1 0,0 2 0,47 16 0,-50-14-40,-4-2-30,1-1 0,-1-1 1,1 0-1,28 1 0,-42-5-12,1 1-1,-1-2 1,0 1 0,0 0-1,0-1 1,0 0-1,0 0 1,0-1-1,0 1 1,0-1 0,0 0-1,-1 0 1,1-1-1,-1 1 1,1-1-1,-1 0 1,0 0 0,0-1-1,0 1 1,3-5-1,-4 3 35,-1 0 0,1 1-1,-1-1 1,0 0 0,0 0-1,-1 0 1,1 0 0,0-6 0,3-9 216,0 5 238,0 0 0,-1-1-1,0 0 1,2-30 0,-5 32-309,0 0 1,2 0 0,0 0-1,0 0 1,1 1 0,7-15 0,-9 23-136,1-1 0,0 1 0,0 0 0,1 0 0,-1 0 0,1 0 0,0 1 0,1-1 1,-1 1-1,9-6 0,-11 9-40,0 0 0,0 0 1,0 0-1,0 1 0,0-1 0,0 0 1,0 1-1,0-1 0,1 1 0,-1 0 1,0 0-1,0 0 0,0 0 0,1 0 1,-1 0-1,0 1 0,0-1 0,0 1 1,0-1-1,1 1 0,-1 0 1,0 0-1,0 0 0,-1 0 0,1 0 1,0 1-1,0-1 0,0 0 0,-1 1 1,1-1-1,-1 1 0,1 0 0,1 2 1,4 5 0,-1 0 1,0 0-1,-1 0 1,0 1-1,0-1 1,-1 1 0,0 1-1,-1-1 1,0 0-1,-1 1 1,0 0-1,0-1 1,-1 1-1,-1 0 1,0 0 0,0 0-1,-1 0 1,-3 16-1,-2 2-6,-1-1-1,-1-1 1,-2 1-1,0-1 1,-27 47-1,8-24 235,28-47-95,36-3-54,-30-2-92,-1-1 1,1 1-1,-1-1 1,0 0-1,1 0 0,-1 0 1,6-7-1,2 0-19,32-30-308,-2-2 0,68-87 0,-100 117 275,71-92 52,-80 103 11,1 0 1,0 0-1,-1 0 1,1 1 0,-1-1-1,1 0 1,0 1-1,-1-1 1,1 1-1,0 0 1,0-1 0,-1 1-1,1 0 1,0 0-1,0 0 1,0 0 0,-1 0-1,1 1 1,0-1-1,0 1 1,-1-1-1,1 1 1,0-1 0,-1 1-1,1 0 1,-1 0-1,1 0 1,-1 0 0,1 0-1,-1 0 1,3 2-1,10 13 2,-1 1 0,0 0 0,-1 1 0,0 0 0,-2 1 1,0 0-1,-1 0 0,-1 1 0,-1 0 0,-1 1 0,-1-1 0,0 1 0,-2 1 0,0-1 0,-1 38 0,-3-49 5,0 0 1,-1-1 0,0 1-1,0-1 1,-1 1-1,0-1 1,-1 0-1,0 0 1,-8 11-1,12-18-11,-1-1 0,1 0 0,-1 0 0,0 0 0,1 0 0,-1 0 0,0 0 0,0 0 0,0 0 0,0 0 0,0 0-1,0 0 1,0 0 0,0-1 0,-2 2 0,2-2 0,1 0 1,0 0-1,0-1 0,-1 1 1,1 0-1,0 0 0,-1 0 1,1-1-1,0 1 0,0 0 1,0 0-1,-1-1 0,1 1 1,0 0-1,0 0 0,0-1 1,0 1-1,-1 0 0,1-1 0,0 1 1,0 0-1,0-1 0,0 1 1,0 0-1,0-1 0,0 1 1,0 0-1,0-1 0,0 1 1,0 0-1,0-1 0,0 1 1,0 0-1,0-1 0,0 1 0,1 0 1,-1-1-1,0 1 0,0 0 1,0 0-1,0-1 0,1 1 1,-1 0-1,1-1 0,4-14-22,2 0 0,0 0 0,1 0 0,1 1 0,0 1 0,18-22 1,74-67-205,-72 74 136,-24 23 118,0 0 0,1 1-1,-1-1 1,1 1 0,0 1-1,0-1 1,0 1 0,10-4-1,-14 6 0,-1 1 1,1 0-1,-1-1 0,1 1 0,0 0 0,-1 0 0,1 0 0,0 0 0,-1 1 0,1-1 0,-1 0 0,1 1 0,0-1 1,-1 1-1,1-1 0,-1 1 0,1 0 0,-1 0 0,0-1 0,1 1 0,-1 0 0,0 0 0,1 1 0,-1-1 0,0 0 1,0 0-1,0 0 0,0 1 0,0-1 0,0 1 0,-1-1 0,1 0 0,0 1 0,-1 0 0,1-1 0,-1 1 0,0-1 1,1 1-1,-1 2 0,3 4 33,-2 2 0,1-1 0,-1 0 0,0 0 1,-1 0-1,0 1 0,0-1 0,-3 11 0,-2 7 108,-13 37-1,0 0-3135,15-52 995,1 1-1,0 0 0,1 14 0,1-5-4481,0 0-3868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32 10021,'-16'-31'5004,"23"48"-17045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81 695 10205,'2'-2'2063,"6"-4"-862,1-1-1,0 2 1,0-1 0,1 1 0,10-4-1,-10 5-977,-1 0-1,1-1 1,-1 0-1,-1-1 1,1 0-1,8-7 1,3-6 264,-1-2 0,21-27 1,-33 38-324,0-1 0,-1 0 0,0 0 0,-1-1 0,0 1 0,-1-1 0,4-15 0,-5 8 320,0-1 0,-1 1-1,-1-1 1,-2-27 0,1 9 5,0 23-270,3-98 778,-1 98-783,0 1 0,1 0 0,0 0 0,2 0 0,8-21 0,-13 33-186,0 1 1,1 0-1,-1 0 0,1 0 1,-1 0-1,1 0 0,-1 0 1,1 0-1,0 0 0,0 0 1,-1 0-1,1 0 1,0 0-1,0 0 0,0 1 1,0-1-1,0 0 0,0 0 1,0 1-1,0-1 0,0 1 1,0-1-1,2 1 0,-2 0 14,0 0-1,0 1 0,0-1 0,-1 0 0,1 1 0,0-1 1,0 1-1,0 0 0,0-1 0,-1 1 0,1 0 1,0-1-1,0 1 0,-1 0 0,1 0 0,-1 0 1,1 0-1,-1-1 0,1 1 0,0 2 0,2 5 207,1 1 0,-2-1-1,1 1 1,-1 0-1,1 10 1,0 31-101,-2 0 0,-10 84-1,-27 99-62,35-228-84,-89 401 0,63-295 0,-27 99 0,-42 202 0,93-396 0,1-1 0,1 1 0,0-1 0,2 18 0,0-26 0,0-1 0,0 0 0,1 0 0,-1 0 0,1 0 0,1 0 0,-1-1 0,1 1 0,0-1 0,0 1 0,1-1 0,4 5 0,-6-8 0,0 0 0,0 0 0,0 0 0,0 0 0,1 0 0,-1-1 0,1 1 0,-1-1 0,1 0 0,-1 0 0,1 0 0,0 0 0,0 0 0,-1-1 0,1 1 0,0-1 0,0 1 0,0-1 0,5-1 0,-2 1 0,0-1 0,0 0 0,0-1 0,-1 1 0,1-1 0,0-1 0,-1 1 0,8-5 0,1-1-423,-1-1 0,0 0 0,-1-1 0,0 0 0,-1-1 0,0-1-1,0 1 1,13-21 0,-20 25 223,0 1-1,0-1 1,-1 0-1,0 0 0,0 0 1,0 0-1,-1 0 1,0-1-1,-1 1 0,0-1 1,0 0-1,0 1 1,-1-1-1,0 1 1,-1-1-1,1 0 0,-2 1 1,1-1-1,-5-13 1,0 8 70,0 0 0,-1 0 0,-1 1 1,0 0-1,0 0 0,-1 1 0,-21-20 1,-85-65 411,85 73 2,-14-10 303,28 22-336,0 0 0,0-1 0,2-1-1,0 0 1,0-1 0,1-1-1,-14-20 1,25 31-227,0 0 0,0 0 0,0-1 0,1 1 0,0-1 0,-1 1-1,1-1 1,1 1 0,-1-1 0,1 0 0,0 1 0,0-1 0,0 0 0,1 1 0,-1-1-1,1 0 1,0 1 0,1-1 0,-1 1 0,1 0 0,0-1 0,0 1 0,0 0 0,0 0 0,1 0-1,3-4 1,6-7-180,1 0 0,1 0 0,1 1 0,26-19 0,-11 11-201,1 1 0,1 2 0,41-19-1,108-37-508,-87 39 645,-83 31 342,0 0 0,0 2 1,0-1-1,21-2 1,-29 5-32,1 1 0,-1 0 0,1 0 0,-1 0 0,1 1 0,-1-1 0,0 1 0,1 0 0,-1 0 0,0 0 1,1 0-1,-1 1 0,0-1 0,0 1 0,0 0 0,0 0 0,-1 0 0,1 0 0,0 0 0,4 5 0,0 3 111,0 0-1,0 1 1,-1-1-1,-1 1 1,1 0-1,-2 1 0,0-1 1,0 1-1,-1 0 1,0 0-1,-1 0 0,1 24 1,-2 13 1291,-10 94 0,3-88-1231,3-21-261,-4 128-675,7-157 314,1-1 1,-1 0-1,1 1 0,0-1 0,1 0 0,-1 0 1,1 1-1,0-1 0,0 0 0,0-1 0,0 1 1,4 5-1,-3-7-206,-1 1-1,0-1 1,1 0 0,-1 0-1,1 0 1,-1 0 0,6 2 0,-6-2-178,1-1-1,-1-1 1,1 1 0,-1 0 0,1 0 0,0-1 0,-1 0 0,1 1 0,-1-1-1,5 0 1,14-3-10938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7645,'48'9'3500,"-39"5"-8168,-2 3 1175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40 12881,'-1'-3'288,"0"0"0,-1 1 0,1-1 0,-1 0-1,0 1 1,0 0 0,0-1 0,0 1 0,0 0 0,0 0 0,-1 0-1,1 0 1,-1 0 0,1 1 0,-1-1 0,-3-1 0,2 3 209,0-1 1,0 1 0,0 0 0,0 1 0,0-1 0,0 0-1,1 1 1,-1 0 0,0 0 0,0 0 0,1 0 0,-1 1-1,-5 3 1,-2 1-87,1 0 0,-1 1-1,1 0 1,1 1 0,0 0 0,0 0-1,0 1 1,1 0 0,0 1-1,-8 13 1,-1 5 757,1 0 1,-23 54-1,32-63-1168,0 1 0,1-1 0,1 1 0,1 0 0,0 0 0,2 1 0,-1 26 0,3-39 0,1 1 0,0 0 0,0 0 0,0-1 0,1 1 0,1-1 0,-1 1 0,1-1 0,1 0 0,-1 0 0,1 0 0,1-1 0,0 1 0,0-1 0,0 0 0,1 0 0,0-1 0,0 0 0,12 9 0,-6-6-77,0-2-1,0 1 1,1-1-1,0-1 1,0-1 0,1 0-1,0 0 1,0-1 0,0-1-1,0 0 1,0-1-1,1-1 1,-1 0 0,27-3-1,-29 1 14,0-1 1,-1-1-1,1 0 0,-1 0 0,0-1 0,0-1 0,0 0 1,-1 0-1,1-1 0,-1 0 0,-1-1 0,1 0 0,-1-1 1,0 0-1,-1 0 0,0-1 0,0 0 0,9-15 0,-8 11 15,-2 0-1,0-1 0,-1 1 0,9-28 0,-13 35 38,0 1-1,-1-1 1,0 0-1,0 0 1,-1 1-1,1-1 0,-1 0 1,-1 0-1,1 0 1,-1 1-1,0-1 1,0 0-1,0 1 1,-1-1-1,-4-9 0,4 13 10,0-1 0,0 1 0,0 0 0,0 0 0,0 0 0,0 0 0,-1 0 0,1 0 0,-1 0 0,0 1 0,1 0 0,-1-1 0,0 1 0,0 0 0,0 0 0,0 0 0,0 1 0,0-1 0,0 1 0,0 0 0,0-1 0,0 1 0,0 1 0,0-1 0,0 0 0,0 1 0,0-1 0,0 1 0,-3 1 0,-3 1-103,1-1 0,-1 1-1,1 1 1,0 0 0,0 0-1,0 0 1,0 1 0,1 1-1,-10 7 1,-16 23-2226,-40 55 1,70-88 2009,8-3 87,-1 0 258,1 0 0,-1 0 1,0-1-1,1 0 0,-1 1 1,0-1-1,0-1 1,0 1-1,0-1 0,0 0 1,0 0-1,5-3 1,-6 3 99,1 0 0,0 0 0,-1 0 1,1 1-1,0-1 0,0 1 1,0 0-1,0 0 0,0 0 1,0 0-1,0 1 0,0 0 1,0 0-1,1 0 0,-1 0 1,0 1-1,0-1 0,0 1 1,0 0-1,0 1 0,0-1 1,6 3-1,6 5-62,0 1 1,0 0-1,27 24 1,15 9-2649,22 2-9439,-25-19 2667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0 12949,'0'0'3084,"-13"26"-59,4 23-473,2-18-244,1 12-336,-3 3-487,-4 8-301,0 9-172,-3 0-244,-3 2-124,-13 70-280,17-70-964,-1-7-844,3-7-444,7-8-861,-1-9-703,-2 0-2829,2 1-5668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13849,'2'-5'436,"0"1"0,0 0-1,0 0 1,1 0 0,0 0 0,-1 0-1,1 1 1,1-1 0,-1 1 0,1 0-1,-1 0 1,5-3 0,1 1 227,0-1 0,0 2 0,1-1 0,-1 1 0,12-3 0,9 0 400,0 1 0,56-4 0,-59 7-812,-1 2-1,1 0 0,0 2 1,0 1-1,27 6 1,-47-6-221,0-1 1,-1 1 0,1 0-1,-1 0 1,0 1-1,1 0 1,-1 0 0,-1 1-1,1-1 1,0 1-1,-1 0 1,0 1 0,0-1-1,0 1 1,0 0-1,-1 1 1,0-1 0,0 1-1,0-1 1,-1 1-1,0 0 1,0 0 0,0 1-1,-1-1 1,2 8-1,-2 3-45,0 0 0,-1 1 0,-1-1-1,-1 0 1,0 1 0,-7 28 0,-1 30-3728,0-37-393,1-5-4097,12-13-1544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4392,'0'0'1345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102 183 11457,'-1'4'181,"-2"6"813,-1 0-1,0-1 0,0 0 1,-1 0-1,0 0 0,-8 11 1,5-9-145,2 0-1,-1 1 1,2-1 0,-1 2 0,2-1 0,0 0 0,-4 20 0,3-7 32,1 1 1,-1 51 0,14-25-88,13-52-613,-19 0-177,0 0 0,0-1 0,0 1 0,0-1 0,0 0 0,0 0 0,-1 0 0,1 0-1,0-1 1,-1 1 0,1-1 0,-1 1 0,1-1 0,-1 0 0,0 0 0,0 0 0,0 0 0,0 0-1,0-1 1,0 1 0,-1-1 0,1 1 0,-1-1 0,2-3 0,3-8 5,0-1 1,-1 0-1,4-22 1,-6 24 14,4-16-23,-1 0 0,-1-1 0,-2 1 0,-1-1 0,-1 0 0,-2 1 1,-1-1-1,-1 0 0,-13-52 0,15 78-145,-1-1-1,1 1 1,-2-1 0,1 1-1,0 0 1,-1-1-1,0 1 1,1 1 0,-2-1-1,1 0 1,-5-4 0,5 6-551,0 0 0,0 0 0,0 0 0,0 0 0,-1 1 0,1-1 0,0 1 0,-1 0 0,-5-2 1,3 6-3970,0 4 2138,6-6 1118,-10 11-7503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8501,'2'4'434,"0"0"0,0 0-1,-1 0 1,1 0 0,-1 0 0,0 1 0,0-1 0,0 0 0,-1 1 0,1-1-1,-1 0 1,0 1 0,-1-1 0,1 1 0,-1-1 0,0 0 0,0 1 0,-1 3-1,-3 22 910,-1 4-265,-1 1 0,-12 36-1,0-5-156,16-56-618,0 0-1,-1-1 1,0 1-1,-8 11 1,10-16 2780,3-10-2935,0 0-1,1 0 1,0 1-1,0-1 1,0 1-1,0-1 1,1 1 0,0 0-1,4-5 1,-3 3 18,19-24 149,1 0 0,1 2-1,2 0 1,1 2 0,39-28-1,-47 37-245,1 1 0,1 0 0,1 2 0,0 1 0,44-19 1,-61 30-62,1 0 1,-1 0 0,1 0 0,-1 1 0,1 0-1,0 0 1,0 0 0,0 1 0,-1 0 0,1 1 0,0-1-1,0 2 1,-1-1 0,1 0 0,0 1 0,-1 0 0,0 1-1,1 0 1,-1 0 0,0 0 0,0 0 0,-1 1 0,1 0-1,-1 0 1,0 1 0,0 0 0,0-1 0,4 8 0,0-1-12,0 2 1,-1-1-1,-1 1 1,0 0-1,-1 1 1,8 26 0,15 89-1238,-5-20-1886,-13-66 1006,7 23-2587,-2-23-1383,8 1-4664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1280 1 14517,'-58'2'2603,"58"-2"-2528,0 0 1,0 0 0,-1 0-1,1 0 1,0 0 0,0 0-1,-1 0 1,1 0 0,0 0-1,0 0 1,0 0 0,-1 0-1,1 0 1,0 0 0,0 0-1,-1 1 1,1-1 0,0 0 0,0 0-1,0 0 1,0 0 0,-1 0-1,1 1 1,0-1 0,0 0-1,0 0 1,0 0 0,0 0-1,-1 1 1,1-1 0,0 0-1,0 0 1,0 1 0,0-1-1,0 0 1,0 0 0,0 0-1,0 1 1,0-1 0,0 0 0,0 0-1,0 1 1,0-1 0,0 0-1,0 0 1,0 0 0,0 1-1,0-1 1,0 0 0,0 0-1,0 1 1,1-1 0,-1 0-1,0 0 1,0 1 0,10 13 1091,-5-7-137,0 8-237,0 0 0,-1 0 1,4 23-1,2 11 276,11 55 86,-5 0 0,4 130 0,-18-177-974,-2-1 1,-2 1-1,-3-1 0,-2 0 0,-16 64 1,11-79-216,-1 0 0,-2 0 1,-2-1-1,-2-1 1,-1-1-1,-2-1 1,-38 49-1,14-31-704,-2-3 1,-3-1-1,-2-3 1,-110 78-1,-259 128-7124,256-162 1172,8-7-4167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3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36 392 8369,'0'-3'2675,"1"0"-2082,0 0 0,-1 0 0,1-1-1,-1 1 1,0 0 0,0-1-1,0 1 1,0 0 0,-1-1 0,1 1-1,-1 0 1,0-1 0,0 1-1,0 0 1,0 0 0,-1 0 0,1 0-1,-1 0 1,-2-2 0,0-2 730,4 5-874,-1 0 0,0 0 0,1 0 0,0 0 0,-1 0 0,1 0 1,0 0-1,0 0 0,0 0 0,0 0 0,0 0 0,0 0 0,1 0 0,-1 0 1,1 0-1,0-2 0,2-4-337,11 38 686,-14-21-798,0-1 0,-1 1 0,0 0 0,0 0 0,-1-1 0,0 1 0,-1-1 0,-5 11 0,5-11 0,0 1 0,0-1 0,0 1 0,1-1 0,1 1 0,-1 0 0,1 0 0,1 0 0,0 0 0,1 12 0,1-4 0,1-1 0,1 1 0,1-1 0,0-1 0,1 1 0,10 20 0,-12-30 0,0 0 0,0 0 0,0 0 0,1-1 0,-1 1 0,1-1 0,1 0 0,-1-1 0,1 1 0,0-1 0,0 0 0,0-1 0,0 1 0,1-1 0,0 0 0,-1-1 0,13 4 0,-9-4-48,0-1-1,0 0 1,0 0 0,0-1 0,0 0-1,0-1 1,0 0 0,0-1 0,0 0-1,-1 0 1,1-1 0,-1 0-1,1-1 1,12-7 0,-16 8 16,-1 0-1,1-1 1,-1 1 0,0-1-1,-1-1 1,1 1 0,-1-1-1,1 0 1,-2 0 0,1 0-1,0 0 1,-1 0 0,0-1-1,0 0 1,-1 0 0,1 1-1,-1-1 1,-1-1 0,1 1-1,-1 0 1,0 0 0,0-1-1,-1-11 1,-1 4 10,-1 0 0,0 0-1,-1 0 1,-1 1 0,0 0 0,-1-1 0,0 1 0,-1 1 0,0-1-1,-1 1 1,-1 0 0,0 1 0,0 0 0,-1 0 0,-1 1-1,1 0 1,-17-13 0,-8-3-66,0 2 0,-74-39 0,106 61-46,21-7-587,-9 6 493,-1 1 1,1 0 0,-1 0 0,1 0-1,0 1 1,14 1 0,42-3-694,82-8-551,-81 6 715,86-17 0,-123 15 646,-1-1 0,-1-1 0,0-1 1,40-22-1,-41 16 1085,42-34 1,-55 39 216,-13 11-1138,-1-1 0,1 1 1,0 0-1,0 0 0,0 0 0,-1 0 0,1 0 0,0 1 0,0-1 0,-1 0 1,1 0-1,0 0 0,0 1 0,-1-1 0,1 0 0,0 1 0,-1-1 0,1 1 1,0-1-1,-1 1 0,1-1 0,-1 1 0,1-1 0,0 1 0,0 1 0,-1-2 102,3 2-50,-1 0 1,0 0-1,-1 0 1,1 0 0,0 1-1,-1-1 1,1 0-1,-1 1 1,1-1-1,-1 1 1,0 0 0,0-1-1,-1 1 1,2 5-1,3 40 887,-5-35-722,2 53 84,-3-1-1,-11 72 1,-34 126 134,-139 383-488,133-485 0,-10 59 0,-13 41 0,69-241 0,6-20 0,0 0 0,0 0 0,0 0 0,0 0 0,0 1 0,0-1 0,0 0 0,0 0 0,0 0 0,0 0 0,0 1 0,0-1 0,0 0 0,0 0 0,0 0 0,0 0 0,0 1 0,0-1 0,0 0 0,0 0 0,0 0 0,0 0 0,-1 1 0,1-1 0,0 0 0,0 0 0,0 0 0,0 0 0,0 0 0,0 0 0,0 0 0,-1 1 0,1-1 0,0 0 0,0 0 0,0 0 0,0 0 0,-1 0 0,1 0 0,0 0 0,0 0 0,0 0 0,0 0 0,-1 0 0,1 0 0,0 0 0,0 0 0,0 0 0,0 0 0,-1 0 0,1 0 0,0 0 0,0 0 0,0 0 0,-1 0 0,-4-13 0,0-23 0,-22-355-761,19 323 664,4 38 65,1-1 0,1 1 0,3-39 0,0 58 19,0 1 0,1 0 0,1 0 0,-1 1 0,2-1 0,-1 0 0,1 1 0,1 0 0,0 0 0,0 0 0,1 0 0,0 1 0,13-15 0,-4 10-199,-1 0-1,2 1 1,0 1 0,0 0 0,1 1-1,28-13 1,116-34-3390,-90 34 1284,-28 8 543,-5 1-2527,46-10-1,5 10-6526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6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833 24 4816,'2'-2'956,"0"0"0,0 0 0,0 1-1,0-1 1,0 1 0,1 0-1,-1-1 1,0 1 0,1 0 0,-1 1-1,1-1 1,2 0 0,12-4-1338,9 4 818,0 1 0,0 1 0,47 9 1,2 0-42,290 26 376,-277-29-677,596 32 256,245-31-181,-516-8-161,-404 0-13,0 1 1,0 0-1,0 0 1,-1 0 0,1 1-1,0 1 1,0 0-1,-1 0 1,14 7 0,-21-8-1,1 0 0,0 0 0,-1 0 1,1 0-1,-1 0 0,1 0 1,-1 1-1,0-1 0,1 5 0,0-2-36,0 4 53,1 0 1,-2 0-1,0 0 0,0 0 1,0 1-1,-1-1 0,-1 0 1,-1 13-1,0 3-46,-11 131 413,-2 47 430,-1 11-11,12-168-646,-11 58 713,-53 186 0,66-282-836,-25 94 519,-47 159 1323,5-23-706,59-189-1044,3 0 1,3 0 0,1 1-1,6 78 1,-2-118-90,17 189 121,-18-128-143,1-68 12,-1 29 18,-6 14-54,-1 9 12,7 58 42,0-110-22,-1-2-17,1 1 0,0-1 0,-1 1 0,1-1-1,0 1 1,0-1 0,0 1 0,0-1 0,0 1 0,0-1-1,0 1 1,0-1 0,1 1 0,0 2 0,2 14-8,0 18 59,-3-32-37,0 16-27,-26 159 972,3-35-681,23-139-274,-9 67 49,3 0 0,4 75 1,3-135-7,1-1 1,1 0 0,0 1 0,0-1-1,1 0 1,0 0 0,1-1 0,0 1-1,1-1 1,0 0 0,10 11-1,-14-18-12,3 6 1,7 21 90,-11-23-122,0-1 0,0 1 0,-1-1 0,0 1 0,0-1 0,-1 1 0,0-1 1,0 1-1,0-1 0,-4 10 0,3-10 85,-6 23 130,-2-11-120,0 1 1,-1-1-1,-24 30 1,27-41-11,1 0 1,-1 0-1,0-1 1,-1 0-1,1 0 1,-1-1-1,0 0 0,-12 4 1,7-2-22,1 0 1,-18 12-1,-5 5-67,27-20-2,1 0 0,0 1 0,1 1 0,0 0 0,-1-1 0,2 2 0,-1-1 0,1 1 0,-9 13 0,-1 4 0,4-7 0,5-7 0,1-1 0,0 2 0,-9 19 0,5 1 0,-10 53 0,16-41 0,1 0 0,1-36 0,2 29 0,3 9 0,0-10 0,5-3 0,-6-27 0,-1-3 0,-1-1 0,1 1 0,-1 0 0,1 0 0,-1 0 0,0 0 0,0 0 0,0 0 0,0 0 0,0 0 0,0 0 0,-1-1 0,1 1 0,-1 3 0,-21 58 0,16-51 0,-1 0 0,-1-1 0,0 1 0,-11 11 0,1-1 0,7-10 0,-2-1 0,1-1 0,-2 0 0,1 0 0,-1-1 0,0-1 0,-1 0 0,-20 7 0,-36 21 0,-155 86 0,127-61 0,46-25 0,-2-3 0,-2-3 0,-113 45 0,-46-9 0,34 0 0,143-47 0,2 3 0,0 0 0,2 2 0,-35 31 0,5-5 0,-36 13 0,13-9 0,76-45 0,0 0 0,1 0 0,1 2 0,-1-1 0,2 1 0,-1 0 0,2 1 0,-1 0 0,2 1 0,-12 25 0,6-4 0,1 1 0,2 0 0,-7 44 0,-26 90 0,-5 28 0,29-72 0,6 2 0,4 154 0,11-233 0,-3 1 0,-11 80 0,8-108 0,0 0 0,-2 0 0,-1-1 0,0 0 0,-1 0 0,-2 0 0,0-1 0,-18 26 0,-117 168 0,105-161 0,-2-2 0,-3-2 0,-1-3 0,-78 60 0,63-57 0,-3 0 0,-106 106 0,157-135 0,10 1 0,6-2 0,-2-17-24,0-1 1,0 1-1,0 0 1,0 0-1,0 0 1,0 0-1,0-1 1,0 1-1,0 0 0,0-1 1,1 1-1,-1-1 1,0 0-1,0 1 1,1-1-1,-1 0 1,0 0-1,0 1 1,1-1-1,-1 0 0,3-1 1,-1 1-132,0-1 0,1 0 0,-1 0 0,1 0 0,-1-1 0,0 1 0,6-4 0,3-3-536,-2 0 1,1-1 0,10-11-1,-3 1-2218,27-36 0,-9 0-4421,2-4-4785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7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1004 5140,'21'-44'4913,"-18"40"-4465,-1-1 0,1 1 1,-1-1-1,1 0 0,-1 0 0,-1 0 0,1 0 0,-1 0 0,0 0 0,0 0 0,0 0 0,-1 0 0,1-1 0,-2-7 0,-1 0 235,-1 0 0,-1-1 0,0 2-1,0-1 1,-2 0 0,1 1 0,-1 0-1,-1 0 1,-1 1 0,1 0 0,-2 0-1,1 1 1,-1 0 0,-1 0 0,0 1-1,0 0 1,-14-8 0,15 13-443,1 1 1,0 1-1,-1-1 1,0 1-1,1 1 0,-1 0 1,0 0-1,0 1 1,0 0-1,0 0 0,1 1 1,-1 0-1,-14 4 1,2 0-210,0 1 1,0 0 0,1 2 0,0 1-1,1 0 1,-1 1 0,2 1 0,-20 16-1,13-9-22,1 2 0,1 1-1,1 1 1,1 0-1,-19 29 1,34-43-9,1 0 0,0 0 0,0 1 0,1 0 0,-5 11 0,6 1-39,15 16-733,-12-37 759,0 0 1,0 0-1,0 0 1,0 0-1,0 0 1,0 1-1,0-1 1,0 0-1,0 0 1,0 0 0,0 0-1,0 0 1,1 1-1,-1-1 1,0 0-1,0 0 1,0 0-1,0 0 1,0 0-1,0 0 1,0 0 0,1 1-1,-1-1 1,0 0-1,0 0 1,0 0-1,0 0 1,0 0-1,1 0 1,-1 0-1,0 0 1,0 0-1,0 0 1,0 0 0,1 0-1,-1 0 1,0 0-1,0 0 1,0 0-1,0 0 1,1 0-1,-1 0 1,0 0-1,0 0 1,0 0-1,0 0 1,1-1 0,16 0-446,1-2 1,-1 0 0,0-1 0,0-1 0,30-13 0,-14 1 110,-1-1-1,0-2 1,-2-1 0,-1-2-1,0-1 1,46-51-1,-26 17 145,-3-2-1,51-87 0,-53 64 64,60-158 0,-59 130 406,-37 92-153,-6 16-42,0-1 0,0 1-1,-1-1 1,1 1 0,-1-1 0,0 1-1,0-1 1,0 0 0,-1 0-1,0 1 1,1-1 0,-1 0-1,0 0 1,-1 0 0,0-4-1,1 8-55,0-1 0,0 1 0,0 0 0,0-1 0,0 1 0,0 0 0,0-1 0,0 1 0,0 0 0,0 0 0,-1-1 0,1 1 0,0 0 0,0-1 0,0 1 0,0 0 0,-1 0 0,1-1 0,0 1 0,0 0 0,0 0 0,-1 0 0,1-1 0,0 1 0,0 0 0,-1 0 0,1 0 0,0 0 0,-1-1 0,1 1 0,0 0 0,-1 0 0,1 0 0,0 0 0,0 0 0,-1 0 0,1 0 0,0 0 0,-1 0 0,1 0 0,0 0 0,-1 0 0,1 0 0,0 0 0,-1 0 0,1 1 0,0-1-1,-1 0 1,1 0 1,-20 18 442,-15 33 143,8 2-359,2 2 0,2 0 0,3 2 0,3 0 0,2 1 0,-8 62 0,21-106-230,1 1 0,0 0-1,1 0 1,1-1 0,3 21 0,-3-31-33,0 0-1,0 1 0,1-1 1,-1 0-1,1 0 0,0 0 1,0 0-1,0-1 1,1 1-1,-1 0 0,1-1 1,0 0-1,0 1 0,0-1 1,0 0-1,1-1 1,-1 1-1,1-1 0,-1 1 1,1-1-1,0 0 1,0 0-1,0-1 0,0 1 1,7 0-1,6 2-131,0-2-1,0 0 0,0-1 1,32-2-1,-45 1 136,41-3-199,87-20 0,-14 1 1668,-115 22-1357,0 0 0,0 0 0,1 0 0,-1 1 0,0-1 0,1 1 0,-1 0-1,0 0 1,0 0 0,0 0 0,0 1 0,0-1 0,0 1 0,0 0 0,0 0-1,-1 0 1,1 0 0,-1 0 0,1 0 0,-1 1 0,0-1 0,0 1-1,0 0 1,0 0 0,-1-1 0,1 1 0,-1 0 0,2 5 0,3 6-128,-1 0 0,0 1 0,-1-1 0,3 27 0,-4 7-5197,-4-46 4356,0 0-1,0 0 0,0 0 1,0 0-1,0-1 0,-1 1 1,1 0-1,-1-1 1,1 1-1,-1-1 0,1 0 1,-1 1-1,0-1 0,-2 1 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7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10493,'47'-20'4568,"-25"28"-3708,1-2-716,-8 8-884,11 12-576,-17-17-2724,4 22-2945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8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70 224 12705,'-3'-19'917,"3"14"-409,-1 0 1,1 0-1,-1 0 0,0 0 0,-1 0 1,1 0-1,-1 0 0,0 0 1,0 1-1,-1-1 0,1 1 1,-6-7-1,6 9-307,0 0 0,1 0 1,-1 0-1,0-1 0,1 1 0,-1 0 0,1-1 1,0 1-1,0-1 0,0 1 0,0-1 1,0 1-1,1-1 0,-1 0 0,1 1 0,0-1 1,-1 0-1,1 1 0,1-1 0,-1 0 1,0 1-1,0-1 0,1 0 0,0 1 0,0-1 1,-1 0-1,1 1 0,1-1 0,-1 1 1,0 0-1,1-1 0,-1 1 0,4-4 0,-2 2 135,1 0-1,-1 0 0,1 1 0,0-1 0,0 1 0,0 0 0,1 0 0,-1 0 0,1 0 0,0 1 0,0 0 0,0 0 0,0 0 0,0 0 0,0 1 0,7-1 0,-3 2-335,0 0 0,-1 1 0,1 1 0,-1-1 0,0 1 0,1 0 0,-1 1 0,0 0 0,0 1 0,-1-1 0,1 1 0,-1 1 0,0-1 0,0 1 0,0 1 0,-1-1 0,1 1 0,9 12 0,-8-9 0,0 1 0,-1 0 0,0 1 0,-1 0 0,0 0 0,-1 0 0,0 0 0,0 1 0,-1 0 0,-1 0 0,0 0 0,1 17 0,-3-16 0,0 1 0,-2-1 0,0 1 0,0-1 0,-1 0 0,-1 1 0,0-1 0,-1 0 0,-1-1 0,0 1 0,0-1 0,-1 0 0,-14 21 0,8-18 0,0 1 0,-1-2 0,-1 0 0,0-1 0,-1 0 0,0-1 0,-1-1 0,-34 19 0,-82 28-9572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8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15393,'-66'7'3294,"65"-7"-3095,0 0 0,1 0 0,-1 0 1,0 0-1,0 0 0,1 0 0,-1 1 0,0-1 0,1 0 0,-1 0 0,1 1 1,-1-1-1,0 0 0,1 1 0,-1-1 0,1 1 0,-1-1 0,1 0 0,-1 1 1,1 0-1,-1 0 0,2 13 833,-1-13-490,0 19 1755,-1 1 0,-3 21 0,-1 18-1156,2 154-1201,5-180-578,-1-26-103,-1 1 0,0-1 0,0 0 0,0 1 0,-1-1 0,0 1 0,-3 7 0,-4 7-2562,4-13 1216,1-1 1,0 1-1,-2 15 0,5 14-9327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8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10 135 12813,'-10'-13'1715,"10"13"-1666,0 0 0,0 0 1,0-1-1,0 1 1,0 0-1,0 0 1,0-1-1,1 1 0,-1 0 1,0 0-1,0-1 1,0 1-1,0 0 1,0 0-1,0 0 0,0-1 1,1 1-1,-1 0 1,0 0-1,0 0 0,0 0 1,1 0-1,-1-1 1,0 1-1,0 0 1,0 0-1,1 0 0,-1 0 1,0 0-1,0 0 1,1 0-1,-1 0 1,0 0-1,1 0 0,35-1 2649,-11 3-2112,170 5 1581,64 0-2416,-17-24-323,-186 10 740,0-3 0,69-22 0,-31-1 1262,-93 33-1410,0-1 0,-1 1-1,1-1 1,0 0 0,-1 1 0,1-1 0,-1 0 0,0 1 0,1-1 0,-1 0-1,1 0 1,-1 1 0,0-1 0,1 0 0,-1 0 0,0 0 0,0 0 0,0 1-1,0-1 1,0 0 0,0 0 0,0 0 0,0 0 0,0 0 0,0-1 41,0 2-48,0-1 1,0 1 0,0 0-1,0-1 1,0 1 0,0-1-1,0 1 1,0 0 0,0-1-1,0 1 1,0-1 0,0 1-1,0 0 1,0-1 0,0 1-1,0-1 1,0 1 0,-1 0-1,1-1 1,0 1-1,0 0 1,0-1 0,-1 1-1,1 0 1,0-1 0,-1 1-1,1 0 1,0-1 0,0 1-1,-1 0 1,0-1 0,-15 2 190,-30 16-76,32-11-47,-10 5-130,1 2 0,0 1 0,0 0-1,1 2 1,1 0 0,1 2 0,0 0 0,-23 29 0,22-13-307,16-24 284,4-7 0,24-11 283,-17 6 118,0-1 0,0 1 0,0-1-1,0 0 1,9-7 0,22-10 2207,-35 21-2438,0 0 0,1 0 0,-1 0 0,0 0 0,0 0 0,0 1 0,0-1 0,0 1 0,0-1 0,0 1 0,0 0 0,2 3 0,15 62-1502,-16-60 568,-1 0 0,1 1 0,-2-1-1,1 0 1,-1 1 0,0 11 0,7 31-7605,2-20-2158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9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59 11505,'0'0'8640,"-24"-16"-1893,0 4-2359,25 15-4141,18 40 270,-13-33-458,-2-1 1,1 1 0,-1 0 0,-1 0 0,0 1-1,3 19 1,-5-17-48,-1 0 0,0 1-1,-1-1 1,0 0 0,-1 0-1,0 0 1,-9 23 0,-2 5-102,10-30 76,0 0 0,-1-1 0,0 1 0,-12 18 0,15-26 24,2-9-7,0 0-1,0 0 0,0 0 1,1 0-1,0 1 0,1-1 0,4-8 1,-3 5 2,6-10 22,0 1 0,1 0 0,1 1 1,0 0-1,16-15 0,76-68 144,-90 88-168,2-2-3,2 0 0,-1 2 0,2 0 0,0 1 0,0 1 0,1 0 0,0 2 0,28-9 0,-43 16 0,-1 0 0,0 0 0,0 0 0,0 0 0,1 1 0,-1 0 0,0-1 0,1 2 0,-1-1 0,0 0 0,1 1 0,-1 0 0,0 0 0,0 0 0,0 0 0,0 1 0,0 0 0,5 2 0,-6-1 0,1 0 0,-1 1 0,0-1 0,0 0 0,0 1 0,0 0 0,0 0 0,-1 0 0,0 0 0,0 0 0,0 0 0,0 1 0,-1-1 0,2 6 0,0 11 0,0-1 0,-1 1 0,-1 0 0,-1 0 0,-1 0 0,-4 22 0,1-12-247,-26 182-7195,24-163 2711,9-16-1405,5 4-5091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9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43 12093,'-24'-36'2902,"20"29"4436,-24 27-2346,23-16-4585,1 0 0,0 1 1,0-1-1,0 1 0,-6 10 1,-8 9 555,7-10-836,0 0 1,1 1-1,0 0 0,1 1 0,1 0 0,1 0 0,0 1 1,1-1-1,0 2 0,2-1 0,0 1 0,1-1 0,1 1 1,0 0-1,2 27 0,1-39-147,0 0 1,0 1-1,1-1 0,0 0 0,0 0 1,0-1-1,1 1 0,-1 0 1,2-1-1,-1 0 0,6 8 0,2-1-87,-1 0 0,2-1-1,12 10 1,-19-17 50,-1-1 0,0 1 0,1-1 0,0 0 1,0-1-1,0 1 0,0-1 0,0 0 0,0 0 0,1 0 0,-1-1 0,1 0 1,-1 0-1,1 0 0,-1-1 0,1 0 0,0 0 0,-1 0 0,1-1 0,-1 0 0,1 0 1,-1 0-1,1 0 0,-1-1 0,0 0 0,1 0 0,4-4 0,10-6 22,-1-2 0,0 0 0,0-1 0,-2-1 0,19-22 0,12-9-107,19-25-5,-65 71 161,-19 9 94,11-4-74,0-1 0,0 1-1,0 1 1,0-1-1,1 1 1,0 0-1,0 0 1,0 1-1,-5 7 1,-1 4 25,1 0 0,-9 20 0,17-29-73,-1 0-1,1 0 0,0 0 1,1 0-1,0 1 1,0-1-1,1 0 1,0 1-1,0-1 1,1 1-1,0-1 1,1 0-1,0 0 0,0 0 1,1 0-1,5 12 1,-4-13-259,1 0 1,-1-1-1,2 0 1,-1 0-1,1 0 1,0 0-1,0-1 1,0 0-1,1-1 1,-1 1-1,1-1 1,15 6-1,-10-4-754,1-1-1,1-1 1,-1 0-1,0 0 1,1-2-1,19 3 1,-5-5-5300,7 0-4024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40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335 239 7849,'-25'-37'17504,"47"36"-15897,-7 0-1229,0-1 0,0-1 0,0 0 0,-1-1 0,22-9 0,64-37 106,-69 32-339,-27 16-138,0-1 0,-1 1 0,1-1 1,-1 0-1,0 0 0,0-1 0,0 1 0,-1 0 1,1-1-1,-1 0 0,3-5 0,-4 8-6,-1 0-1,1 0 0,0 0 1,-1 0-1,1 0 0,-1-1 0,0 1 1,1 0-1,-1 0 0,0-1 1,0 1-1,0 0 0,0-1 0,0 1 1,0 0-1,0 0 0,0-1 1,-1 1-1,1 0 0,0-1 0,-1 1 1,1 0-1,-1 0 0,1 0 1,-1 0-1,0-1 0,1 1 0,-1 0 1,0 0-1,0 0 0,0 0 1,0 1-1,0-1 0,0 0 0,0 0 1,0 1-1,0-1 0,0 0 1,0 1-1,-1-1 0,0 0 0,-13-3 95,0 0 1,0 0-1,-1 2 0,1 0 0,-1 0 0,1 2 0,-19 1 0,3 1 499,1 2 1,-54 13-1,64-11-576,1 1 0,0 1 0,0 0 0,1 2 0,0 0 0,1 0 0,0 2 1,1 0-1,0 1 0,1 1 0,0 0 0,1 1 0,1 1 0,-16 23 0,23-30-18,0 1 0,1 0 0,0 0 0,1 0-1,0 1 1,0-1 0,1 1 0,1 0 0,0 0 0,0 1 0,1-1 0,1 0 0,-1 0 0,2 1-1,0-1 1,0 0 0,1 0 0,0 0 0,1 0 0,1 0 0,-1-1 0,2 1 0,-1-1 0,1 0-1,1 0 1,0 0 0,0-1 0,12 13 0,2-1-706,0 0 0,2-1 0,0-1 0,1-1 0,1-2 0,1 0 0,0-1 0,1-2 0,0 0 0,52 15 0,10-6-7447,0-2-5711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4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81 707 10669,'0'0'16201,"-10"9"-13257,7-6-2827,1 0 0,0 0-1,0 1 1,0-1 0,0 0 0,1 1-1,-1-1 1,1 1 0,0-1 0,0 1 0,-1 6-1,-6 49 1173,6-33-1026,-14 62-263,8-50 0,1 0 0,-2 62 0,9-88 0,1 0 0,0-1 0,0 1 0,1 0 0,1 0 0,0 0 0,0-1 0,2 0 0,-1 0 0,1 0 0,1 0 0,10 15 0,-15-23 0,1-1 0,0 1 0,0-1 0,0 1 0,1-1 0,-1 0 0,1 0 0,-1 0 0,1 0 0,-1 0 0,1-1 0,0 1 0,0-1 0,0 0 0,0 1 0,0-1 0,0-1 0,0 1 0,6 0 0,-5-1 0,1 0 0,-1-1 0,1 0 0,-1 0 0,1 0 0,-1 0 0,0-1 0,0 1 0,1-1 0,-1 0 0,0 0 0,5-5 0,3-2 0,0-1 0,0-1 0,-1 0 0,0-1 0,-1 0 0,16-26 0,-11 12 0,-1-2 0,-2 1 0,-1-2 0,-1 1 0,-2-1 0,0-1 0,-2 1 0,-2-1 0,0 0 0,-2-1 0,-2-40 0,-3 47 0,0 0 0,-1-1 0,-2 1 0,-10-30 0,11 41 0,-1-1 0,0 1 0,-1 0 0,0 1 0,-1 0 0,0 0 0,-1 0 0,-17-15 0,-96-77 0,100 81 0,18 8 0,4 14 0,1 0 0,0 0 0,-1 0 0,1 0 0,0 0 0,0 0 0,0 0 0,0 1 0,0-1 0,0 0 0,0 0 0,0 1 0,0-1 0,0 1 0,0-1 0,1 1 0,1-1 0,-1 0 0,57-20 0,0 3 0,76-13 0,-28 7 0,-10-4 0,-2-4 0,0-5 0,169-92 0,-251 121 0,-2 2 0,0 0 0,0 0 0,22-7 0,-31 12 0,0 1 0,0-1 0,-1 1 0,1-1 0,0 1 0,0 0 0,0 0 0,0 0 0,0 0 0,0 0 0,0 0 0,0 0 0,0 0 0,0 1 0,-1-1 0,1 1 0,0 0 0,0-1 0,0 1 0,-1 0 0,1 0 0,0 0 0,-1 0 0,1 1 0,-1-1 0,1 0 0,-1 1 0,0-1 0,1 1 0,-1-1 0,1 3 0,4 8 0,-1 1 0,0 0 0,-1 1 0,-1-1 0,0 1 0,-1-1 0,0 1 0,-1 0 0,-1 17 0,-13 131 0,13-160 0,-74 419 0,-25-5 0,-6 29 0,104-443 0,-33 177 0,29-142 0,2 0 0,2 68 0,1-96 0,2 0 0,-1 0 0,1-1 0,0 1 0,1 0 0,0-1 0,0 0 0,1 0 0,0 0 0,5 8 0,-7-14 0,-1 0 0,0 0 0,1 0 0,0 0 0,-1-1 0,1 1 0,0 0 0,0-1 0,0 0 0,0 1 0,0-1 0,0 0 0,0 0 0,0 0 0,1 0 0,-1-1 0,0 1 0,1 0 0,-1-1 0,0 0 0,1 1 0,-1-1 0,0 0 0,1 0 0,-1-1 0,1 1 0,-1 0 0,0-1 0,1 1 0,-1-1 0,0 0 0,0 0 0,1 0 0,-1 0 0,0 0 0,0-1 0,0 1 0,0 0 0,2-4 0,2 1 0,-1-1 0,0 0 0,0-1 0,0 1 0,-1-1 0,0 0 0,0 0 0,-1 0 0,1-1 0,-1 1 0,-1-1 0,1 0 0,-1 0 0,2-10 0,-2 1 0,1 0 0,-2 0 0,0-1 0,-1 1 0,-3-22 0,-3 2 0,-1 0 0,-1 1 0,-2 0 0,-1 1 0,-23-45 0,-94-154 0,100 186 0,23 39 2,1 0-1,-1-1 1,2 1-1,-1-1 1,1 0-1,0 0 1,1 0-1,0 0 1,1 0-1,0-1 1,0 1-1,1-11 1,1 13-31,0 0 1,0 0 0,1 0-1,0 0 1,0 0-1,1 1 1,0-1-1,0 1 1,1-1 0,0 1-1,0 0 1,0 1-1,0-1 1,1 1-1,0-1 1,7-5 0,20-14-1194,1 1 0,1 2 0,55-28 0,120-44-4145,-166 76 4018,78-33-5326,-2 2-4366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49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 17182,'42'0'3279,"-42"-1"-3208,0 1 0,1 0 0,-1 0 0,0 0 0,0 0 0,1 0 0,-1 0 0,0 0 0,0 0 0,1 0 0,-1 0 0,0 0 0,0 0 0,1 0 0,-1 0 0,0 0 0,1 0 0,-1 0 0,0 0 0,0 0 0,1 0 0,-1 0 0,0 0 0,0 0 0,1 0 0,-1 1 0,0-1 0,0 0 0,0 0 0,1 0 0,-1 0 0,0 1 1,0-1-1,0 0 0,0 0 0,1 1 0,-1-1 0,0 0 0,0 0 0,0 1 0,0-1 0,0 0 0,0 0 0,0 1 0,6 22 840,-1 0 0,-2 1 0,0-1 0,-2 1 0,0 0 0,-2-1 0,0 1 0,-2 0 0,-9 38 0,-31 69-931,-83 172 1,75-187-439,38-72-5832,12-21-2502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0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26 186 13481,'-25'-20'8984,"35"3"-6397,-9 15-2491,1 1 0,0-1 0,0 0 0,-1 1 0,1 0 0,0-1 0,0 1 0,0 0 0,1 0 0,-1 0 1,0 0-1,0 0 0,0 1 0,3-1 0,37-5 414,-25 4-309,15-2 54,142-26 379,-142 23-605,-1-3 1,1 0-1,40-20 1,-57 22 42,-6 3 20,1 1 0,0 0 0,21-6 0,-28 9 12,1 19 85,-3-5-167,1-1 1,-2 1-1,0 0 0,-1 0 0,0 0 1,-1 0-1,-3 13 0,-2 23 41,1 2-58,-4 87-230,10-137 225,-1-1 0,1 1 1,0 0-1,0 0 0,0 0 0,0 0 0,0 0 0,0 0 0,0 0 0,0 0 0,0 0 0,0 0 0,1 0 0,-1 0 0,0 0 0,1 0 1,-1 0-1,1 0 0,-1 0 0,1 0 0,-1-1 0,1 1 0,0 0 0,-1 0 0,1-1 0,0 1 0,0 0 0,-1-1 0,1 1 0,0-1 1,0 1-1,0-1 0,0 1 0,0-1 0,0 0 0,1 1 0,2-1 12,0-1 1,0 0-1,0 1 0,-1-2 1,1 1-1,0 0 0,6-4 1,9-2-21,-1 2 35,1 0 1,0 2 0,-1 0 0,1 1-1,1 0 1,-1 2 0,0 0-1,0 2 1,0 0 0,0 1 0,0 1-1,-1 0 1,0 2 0,1 0 0,-2 1-1,19 9 1,10 3 86,-45-18-109,1-1-1,0 1 1,-1 0-1,1 0 1,0-1-1,0 1 1,-1-1 0,1 0-1,0 1 1,0-1-1,0 0 1,-1 0-1,1 0 1,0 0 0,0 0-1,0-1 1,-1 1-1,1 0 1,0-1-1,0 1 1,1-2 0,2 0 9,-3 1 0,1 0 0,-1 0 0,0 0 0,1-1 0,-1 1 0,0-1 0,0 0 0,0 1 0,0-1 0,0 0 0,0 0 0,-1 0 0,3-3 0,6-7 246,5-1 74,0-1 1087,-32 21-647,3 1-771,1 1 0,0 0 0,0 1 0,1 0-1,1 1 1,0 1 0,-13 16 0,21-25-43,1 1 0,-1 1 0,1-1 0,0 0 0,0 0 0,1 1-1,-1-1 1,-1 10 0,3-12-7,0-1-1,-1 0 0,1 1 1,0-1-1,0 0 0,0 1 1,0-1-1,1 0 0,-1 1 1,0-1-1,0 1 0,1-1 1,-1 0-1,1 0 0,-1 1 1,1-1-1,0 0 0,-1 0 1,1 0-1,0 0 0,0 1 1,0-1-1,0 0 0,0-1 1,0 1-1,0 0 0,0 0 1,0 0-1,0-1 0,1 1 1,-1 0-1,0-1 0,2 1 0,57 13-8556,-22-6 1750,33 7-5489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29 15689,'-6'-3'673,"-22"-11"1164,28 14-1771,1 0-1,-1 0 0,0 0 1,0 0-1,1 0 1,-1 0-1,0 0 1,0 0-1,1 0 0,-1 0 1,0-1-1,0 1 1,0 0-1,0 0 1,1 0-1,-1 0 0,0-1 1,0 1-1,0 0 1,0 0-1,-1-10 11564,1 15-10291,-9 139-1056,1-24-337,3-44 78,2-37-93,2 63 1,0-58-2162,-7-2-5702,3-17 993,3 1-5623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9385,'6'-8'1716,"-9"22"752,16-11-2844,0 6-672,-1-1-2508,1 4-2049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57 11209,'-29'12'2696,"23"-9"196,5-6-168,-11-23 10283,13 29-12788,1 0-197,5 24-24,-5-11 2,1-2 0,-2 0 0,1 0 0,-2 1 0,0-1 0,-3 20 0,1-17 0,2-9 0,3-8 0,7-8 0,-8 6 0,21-21 0,1 1 0,54-36 0,-36 33 0,48-20 0,-72 37 0,1 1 0,0 1 0,0 1 0,0 0 0,28-2 0,-41 7 0,0-1 0,-1 1 0,1 0 0,0 1 0,0-1 0,-1 1 0,1 0 0,0 1 0,-1-1 0,1 1 0,-1 0 0,0 1 0,0-1 0,1 1 0,-2 0 0,1 0 0,0 1 0,-1-1 0,1 1 0,-1 0 0,0 0 0,0 1 0,-1-1 0,6 8 0,-4-1 0,1 0 0,-1 0 0,-1 0 0,0 1 0,-1-1 0,0 1 0,0 0 0,-2 0 0,1 0 0,-1 19 0,-1-12 0,0 2 0,0 1 0,-1 0 0,-9 42 0,-12 51-3979,19-90 1806,1 0-1,1 0 1,1 0 0,2 0 0,4 28 0,6-4-10592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24 17430,'-1'0'134,"1"0"0,-1 0 0,1 0 0,-1 0 1,1 0-1,-1 0 0,1 0 0,-1 0 0,1 0 1,-1 0-1,1 0 0,-1 0 0,1-1 1,0 1-1,-1 0 0,1 0 0,-1 0 0,1-1 1,-1 1-1,1 0 0,0 0 0,-1-1 0,1 1 1,0 0-1,-1-1 0,1 1 0,0-1 0,-1 1 1,1 0-1,0-1 0,0 1 0,0-1 1,-1 0-1,15-14 9693,-16 24-9748,1 0 1,-1 0-1,0 0 0,-1 0 0,0 0 0,-1 0 0,1-1 0,-2 1 0,1-1 1,-9 11-1,6-9-67,1 1 1,0 0 0,1 0 0,0 1-1,-4 12 1,3 1-13,1 0 0,1 0 0,1 1 0,0 37 0,4-52 0,0 0 0,1 1 0,0-1 0,0 0 0,2 0 0,-1 0 0,1 0 0,1-1 0,0 0 0,0 1 0,1-2 0,10 14 0,-8-13-271,0-1 1,1-1-1,0 1 0,0-1 0,1-1 1,0 0-1,0 0 0,1-1 0,0 0 1,0-1-1,0-1 0,1 1 0,-1-2 1,1 1-1,0-2 0,0 0 0,0 0 1,0-1-1,1 0 0,14-2 0,-11 0-89,0-1-1,0 0 0,-1-1 1,1-1-1,-1-1 0,0 0 1,0 0-1,-1-2 0,1 0 1,-2-1-1,1 0 0,-1-1 1,0 0-1,-1-1 0,15-15 1,-15 13 796,0-1 1,-1-1-1,-1 0 1,-1 0-1,16-29 1,-24 40-115,0 1 0,-1 0 0,1-1 0,0 1 0,-1-1 0,0 1 0,1-1 0,-1 1 0,-1-5 0,1 6-279,0 1-1,0 0 0,0-1 1,0 1-1,0 0 0,0 0 1,0-1-1,0 1 1,0 0-1,0 0 0,-1-1 1,1 1-1,0 0 0,0 0 1,0-1-1,-1 1 0,1 0 1,0 0-1,0 0 1,0-1-1,-1 1 0,1 0 1,0 0-1,0 0 0,-1 0 1,1 0-1,0 0 1,-1-1-1,1 1 0,0 0 1,0 0-1,-1 0 0,1 0 1,0 0-1,-1 0 1,1 0-1,0 0 0,0 0 1,-1 0-1,1 1 0,0-1 1,0 0-1,-1 0 1,1 0-1,0 0 0,-1 0 1,1 0-1,0 1 0,0-1 1,0 0-1,-1 0 1,1 0-1,0 0 0,0 1 1,0-1-1,-1 0 0,1 0 1,0 1-1,0-1 0,0 0 1,0 0-1,0 1 1,0-1-1,-1 0 0,1 1 1,0-1-1,0 0 0,-3 6 90,-1-1 0,1 0-1,1 1 1,-1 0 0,1 0 0,0-1-1,0 1 1,0 1 0,1-1-1,0 0 1,0 7 0,-1 10 445,3 42 1,0-48-578,1-1 0,0 1 0,9 29 0,-10-41 0,1 0 0,0 1 0,0-1 0,1-1 0,-1 1 0,1 0 0,0-1 0,1 1 0,-1-1 0,1 0 0,-1 0 0,1 0 0,0 0 0,1-1 0,7 5 0,-5-4 0,0-1 0,1 0 0,-1 0 0,1-1 0,0 0 0,0-1 0,0 1 0,0-2 0,0 1 0,0-1 0,0 0 0,0 0 0,0-1 0,0-1 0,-1 1 0,1-1 0,0 0 0,0-1 0,-1 0 0,12-6 0,-8 3 0,0-1 0,0 0 0,0-1 0,-1 0 0,-1-1 0,1 0 0,-1 0 0,-1-1 0,0 0 0,0-1 0,11-21 0,-16 26 0,-1 0 0,0 0 0,0 0 0,-1 0 0,1 0 0,-1-1 0,-1 1 0,1 0 0,-1-1 0,0 1 0,-1 0 0,1-1 0,-1 1 0,-1 0 0,1 0 0,-1 0 0,0 0 0,0 0 0,-1 0 0,0 0 0,0 1 0,0-1 0,-1 1 0,1 0 0,-1 0 0,-1 0 0,1 0 0,-1 1 0,1 0 0,-1 0 0,-1 0 0,-10-6 0,-11-5-1274,2 0-4340,-1 1 1,-31-12-1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2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11481,'5'-2'975,"8"-4"-194,-6 6 5440,5 13-1729,-4-2-3458,7 4-498,-1 1-1,-1 1 1,0 0 0,-2 0-1,0 1 1,0 1-1,-2 0 1,-1 0-1,0 1 1,8 33-1,-4 4 61,6 73 0,-3-11-29,-15-118-565,0-1 0,0 1 1,0-1-1,-1 0 0,1 1 0,0-1 1,0 1-1,0-1 0,0 1 1,0-1-1,0 0 0,1 1 0,-1-1 1,0 1-1,0-1 0,0 1 1,0-1-1,0 0 0,1 1 0,-1-1 1,0 1-1,0-1 0,1 0 1,-1 1-1,0-1 0,1 0 1,-1 1-1,0-1 0,1 0 0,-1 0 1,0 1-1,1-1 0,-1 0 1,0 0-1,1 0 0,-1 1 0,1-1 1,5-9 40,-5 7-40,20-33-3,-3 0 0,21-55 0,-20 45 0,29-53 0,-45 92-10,20-33-2171,2 1 0,37-46-1,-55 75 1439,1 1-1,0-1 0,1 1 1,0 1-1,0 0 0,0 0 1,1 0-1,0 1 1,0 1-1,1 0 0,0 0 1,0 1-1,0 1 0,16-4 1,14 5-11332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42 11905,'-28'26'8350,"29"-23"-7318,31 46 932,-22-35-1657,0 1 0,-1 0 0,-1 1 0,10 25 0,-15-32-169,0 0 0,-1-1 0,-1 1-1,2 11 1,-5 0 4415,4-27-4281,-2 1-66,1 0 0,0 0 0,1 0 0,-1 0 0,1 1 0,0-1 0,1 1 0,-1-1 0,1 1 0,4-6 0,10-12-220,1 1 1,1 1 0,1 0 0,1 2-1,30-23 1,-33 29-1379,1 1 1,0 1-1,1 1 1,25-10-1,-41 19 569,0-1-1,0 1 0,1 0 0,-1 1 0,1-1 0,-1 1 1,1 0-1,-1 0 0,7 1 0,5-1-2061,41 3-8536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115 225 13221,'1'-29'2730,"-1"28"-2534,0 0-1,0 0 0,0 0 0,0 0 0,0 1 1,-1-1-1,1 0 0,0 0 0,-1 0 1,1 0-1,-1 1 0,1-1 0,-1 0 0,1 1 1,-1-1-1,1 0 0,-1 1 0,1-1 1,-1 0-1,0 1 0,0-1 0,1 1 0,-1 0 1,0-1-1,0 1 0,1-1 0,-1 1 1,0 0-1,0 0 0,0-1 0,0 1 0,1 0 1,-1 0-1,-1 0 0,22-20 3436,-10 13-3219,0 0 0,1 1 1,0 0-1,13-4 0,-13 6-230,1-1 1,-1-1 0,0 0-1,14-11 1,19-15 309,-47 12-332,3 19-144,0 0-1,0 0 1,0 0-1,-1-1 0,1 1 1,0 0-1,-1 0 0,1 0 1,-1 0-1,1 0 0,-1 0 1,0 0-1,1 0 0,-1 0 1,0 0-1,0 0 1,1 0-1,-1 0 0,0 0 1,0 1-1,0-1 0,0 0 1,-2 0-1,1 0 32,-1 0-1,0 0 1,0 1-1,0-1 1,0 1-1,0-1 1,0 1-1,0 0 1,-4 0-1,-5 2 150,0 0 1,0 1-1,1 0 0,-17 6 0,15-4-133,1 1 0,-1 0-1,1 1 1,0 0 0,1 1 0,0 0-1,0 1 1,-14 15 0,20-18-44,0 0 0,0 1 0,0-1 1,1 1-1,1 0 0,-1 0 0,1 0 1,0 0-1,0 1 0,1-1 0,0 1 1,1 0-1,-1 0 0,2 0 0,-1-1 1,1 1-1,0 9 0,1-10-119,0 0-1,1 1 1,-1-1 0,1 0 0,1 0-1,-1 0 1,1 0 0,0-1-1,1 1 1,0-1 0,0 0 0,0 0-1,1 0 1,-1-1 0,2 1-1,-1-1 1,0 0 0,9 6-1,-1-3-651,0 0 0,0-1-1,1 0 1,0-1 0,0-1-1,0 0 1,28 5 0,2-2-4684,60 1 0,-37-5-5551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219 185 8701,'-1'-15'193,"-4"-11"13807,2 15-10930,0 11-2673,0 0 0,0 0-1,1 0 1,-1 1-1,0-1 1,1 1-1,-1 0 1,0-1 0,1 1-1,-4 2 1,-4 2-259,0 0 0,0 1 0,1 0 0,0 1 0,0 0 0,0 0 0,1 1 0,0 0 0,1 0 0,-10 15 0,7-9-6,1 1-1,0 0 1,1 1 0,1 0 0,0 0-1,-4 19 1,8-25-324,1-1-1,0 0 1,1 1-1,0-1 1,1 1-1,0-1 1,0 1 0,1-1-1,0 1 1,1-1-1,0 1 1,0-1 0,1 0-1,1 0 1,-1 0-1,1 0 1,1-1-1,-1 0 1,1 0 0,1 0-1,0 0 1,0-1-1,0 0 1,1 0-1,0-1 1,0 1 0,16 8-1,-12-8-486,1-1 0,0 0 0,0-1 0,1 0 0,-1-1 0,1-1 0,0 0 0,0 0 0,21 0 0,-23-2 348,-1-1 0,1-1-1,-1 0 1,0 0 0,0-1 0,1 0 0,-1-1 0,-1 0 0,1-1-1,0 0 1,-1 0 0,0-1 0,15-10 0,-8 2 435,0-1 1,-1 0 0,0-1-1,-1-1 1,-1 0-1,0-1 1,-2 0-1,0-1 1,11-24 0,-6 7 753,-3-1 1,-1 0 0,-1-1-1,7-50 1,-12 49 863,2 1 1,17-50-1,-10 56 498,-15 31-2191,0 1-1,0-1 1,0 0-1,0 0 1,0 0 0,0 0-1,0 0 1,0 0-1,0 1 1,0-1-1,0 0 1,0 0-1,0 0 1,0 0-1,0 0 1,0 1-1,0-1 1,0 0-1,0 0 1,0 0-1,0 0 1,0 1 0,0-1-1,0 0 1,0 0-1,0 0 1,0 0-1,0 0 1,0 0-1,0 1 1,0-1-1,0 0 1,0 0-1,1 0 1,-1 0-1,0 0 1,0 0-1,0 0 1,0 0-1,0 1 1,0-1 0,1 0-1,-1 0 1,0 0-1,0 0 1,0 0-1,0 0 1,0 0-1,1 0 1,-1 0-1,0 0 1,0 0-1,0 0 1,0 0-1,0 0 1,1 0-1,-1 0 1,0 0 0,0 0-1,0 0 1,0 0-1,0 0 1,1 0-1,-1 0 1,0-1-1,0 1 1,-5 54 1738,4-47-1847,-51 238 641,24-128-2453,25-103 786,1-1 1,1 1-1,0 27 1,3-12-3050,2 0-3465,4 11-4146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15613,'0'0'3049,"32"0"-657,25-3-452,-12 0-388,-4 0-312,3 0-436,10-8-876,10 2-868,3 1-1104,2 5-1100,8 6-2901,5 3-5316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744 789 12321,'-4'-6'349,"1"1"425,-1-1 1,0 1 0,1 0 0,-1 0 0,-1 1 0,1-1-1,-1 1 1,-7-5 0,-15-11 3007,23 16-3205,-1 0 0,1 1 0,-1 0 1,0 0-1,0 0 0,0 0 1,0 1-1,-1 0 0,-8-3 0,-4 2-336,0 1 0,0 0 0,0 2-1,0 0 1,-1 0 0,1 2 0,0 1-1,-29 7 1,10 0 110,0 3 0,1 1-1,-36 19 1,41-17-351,1 1 0,-49 37 0,70-47 0,1 0 0,0 0 0,0 1 0,0 0 0,1 1 0,0 0 0,1 0 0,0 0 0,0 1 0,1 0 0,0 0 0,-4 14 0,8-20 0,0 0 0,0-1 0,0 1 0,1 0 0,-1 0 0,1-1 0,0 1 0,0 0 0,0 0 0,1 0 0,0 0 0,-1-1 0,1 1 0,0 0 0,1-1 0,-1 1 0,3 3 0,-2-4 0,0 0 0,0 0 0,1-1 0,0 1 0,-1-1 0,1 1 0,0-1 0,0 0 0,0 0 0,0-1 0,1 1 0,-1-1 0,0 1 0,8 1 0,1-1 0,0 0 0,0-1 0,0 0 0,0-1 0,1 0 0,-1-1 0,0 0 0,0-1 0,16-4 0,19-8-11,0-2 1,-1-2-1,-1-1 0,-1-3 0,-1-2 1,-1-1-1,44-36 0,-54 35-3,0-2 0,-2-1 0,-2-1 0,0-2 0,-2-1 0,-2 0 0,-1-2-1,32-65 1,-21 16 69,-3-1 0,20-94-1,-14 44-5,-25 99-49,-7 25 0,-3 13 0,-3 15 0,-50 228 0,-2 6 0,48-221 0,3 1 0,0 0 0,2 0 0,1 0 0,2-1 0,7 35 0,-6-49 0,0 0 0,1 0 0,0-1 0,2 0 0,0 0 0,0 0 0,13 17 0,-15-25 0,1 0 0,0 0 0,0-1 0,1 1 0,0-1 0,0 0 0,0-1 0,1 0 0,-1 0 0,1-1 0,1 0 0,-1 0 0,0-1 0,15 4 0,-4-3 0,0-1 1,0-1-1,0-1 0,1 0 1,-1-1-1,0-1 1,0-2-1,0 1 0,0-2 1,0-1-1,26-9 0,-23 6-2,0-2 0,-1-1-1,0 0 1,-1-2-1,0 0 1,-1-1-1,0-1 1,29-31 0,25-43-437,-71 86 399,1-1 0,-1 1 0,0 0 0,0-1 0,0 0 0,0 0 0,2-6 0,0-1-72,-5 10 100,0 1 0,0-1 0,0 0 0,0 1 0,0-1 0,0 1 0,-1-1 0,1 1 0,0-1 0,0 1 0,0 0 0,-1-1 0,1 1 0,-2 0 0,-6 0-16,0 1 1,0 0-1,0 1 1,0 0-1,0 0 1,0 1-1,0 0 0,1 1 1,-1 0-1,-9 6 1,-4 0-81,-166 69-2228,185-78 1996,9-2-496,22-5 729,52-7 459,-74 12-257,1 1 0,-1 0 0,1 0 0,-1 1 0,0-1 0,1 1 0,-1 1 0,0-1 0,0 1 1,9 4-1,-7-1-13,-1-1 0,0 1 0,-1 0 0,1 1 0,-1 0 0,0 0 1,0 0-1,-1 0 0,0 1 0,0 0 0,-1 0 0,0 1 0,6 11 1,-4-2-72,0 0 1,-1 0-1,-1 1 1,0 0 0,1 26-1,-3-28-594,0-1-1,0 1 1,9 23-1,8 2-3441,-16-36 2363,1 1 0,0-1 1,1 0-1,-1-1 0,6 5 1,20 16-9312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6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12429,'-3'1'265,"0"0"0,0 0 0,1 0 0,-1 1-1,1-1 1,-1 1 0,1 0 0,-1 0 0,1 0 0,0 0 0,0 0-1,0 0 1,0 1 0,1-1 0,-1 1 0,0-1 0,1 1 0,0 0-1,-2 4 1,1 1 527,1 0 0,0 1-1,0-1 1,1 1 0,1 12 0,-2 33 2212,-11 17-270,-27 93 1,-10 48-5068,35-147-1842,2-21-6602,6-21 96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11317,'0'1'55,"0"-1"0,0 1-1,-1-1 1,1 1 0,0 0 0,0-1-1,0 1 1,0-1 0,0 1 0,0 0-1,0-1 1,1 1 0,-1 0 0,0-1 0,0 1-1,0-1 1,1 1 0,-1-1 0,0 1-1,0 0 1,1-1 0,-1 1 0,1-1-1,-1 0 1,0 1 0,1-1 0,-1 1 0,1-1-1,-1 1 1,1-1 0,-1 0 0,1 1-1,-1-1 1,1 0 0,0 0 0,-1 0-1,1 1 1,-1-1 0,1 0 0,0 0-1,-1 0 1,1 0 0,-1 0 0,1 0 0,0 0-1,-1 0 1,1 0 0,1 0 0,44-3 2123,-22 1-1171,0 1 0,34 2 0,362 23 822,-60-5-2229,-349-18 532,-1 0-1,0 0 1,0 1 0,0 0-1,-1 1 1,17 6 0,-27-8-51,1 1 1,-1-1 0,1 0-1,-1 1 1,0-1 0,1 0-1,-1 1 1,0-1 0,0 0-1,0 0 1,0 0 0,0 1-1,0-1 1,0 0 0,-3 1-1,-7 5 136,-1-1 1,0-1-1,-1 1 0,1-2 0,-24 6 0,-18 6 249,36-9-449,1 1 1,0 0 0,0 2 0,-26 18 0,41-26-185,21 24-197,-9-23 343,0-2 0,0 0 0,0 0 0,0-1 0,0 0 0,0 0 0,12-3 0,22 0 166,-31 3-48,-3 0 154,-1 0-1,1 0 1,-1 1-1,16 3 1,-23-3-179,1 0 1,-1-1-1,1 1 1,-1 0-1,0 1 0,0-1 1,0 0-1,1 1 1,-1-1-1,-1 1 0,1 0 1,0 0-1,0 0 1,-1-1-1,1 2 0,-1-1 1,1 0-1,-1 0 1,0 0-1,0 1 0,2 4 1,18 48 481,0-2-1524,-18-44-215,-1 1 1,1 0-1,0 18 0,-2-19-429,0 0-1,0 1 0,1-1 1,0 0-1,6 16 0,13 13-7662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213 120 11293,'-18'-78'2595,"18"76"-2410,0 1 1,-1 0-1,1-1 0,-1 1 0,1-1 1,-1 1-1,1 0 0,-1-1 1,0 1-1,0 0 0,0 0 1,0 0-1,0 0 0,-3-4 2759,3 3-428,-8-14 733,8 16-3201,1 0 0,0 0 0,0 0 0,0 0 0,0 0 0,0 0 0,0 0 0,0 0 0,0 0 0,-1 0 0,1 0 0,0 0 0,0 0 0,0 0 0,0 0 0,0 0 0,0 0 0,0 0 0,-1 0 0,1 0 0,0 0 0,0 0 1,0 0-1,0 0 0,0 0 0,0 0 0,0 0 0,0 1 0,0-1 0,0 0 0,-1 0 0,1 0 0,0 0 0,0 0 0,0 0 0,0 0 0,0 0 0,0 0 0,0 1 0,0-1 0,0 0 0,0 0 0,0 0 0,0 0 0,0 0 0,0 0 0,0 0 0,0 1 0,0-1 0,0 0 0,0 0 0,0 0 0,0 0 0,0 0 0,0 0 0,0 0 0,0 0 0,0 1 0,0-1 0,0 0 0,1 0 0,2 38 3941,0-13-3762,-5 105-132,-5 0 1,-5 0 0,-40 170 0,15-140-846,4-28-1240,20-84-3323,1-15-4249,6-13-2606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7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8045,'35'-5'1860,"-26"4"-1244,0-1-1,-1 1 1,1 1 0,0-1 0,0 2 0,0-1 0,14 4-1,5 4 446,-1 1-1,36 17 1,-51-19-802,0-1 0,0 1 1,0 1-1,-1 0 0,0 1 0,-1 0 0,10 11 1,-17-17-210,-1 0 0,0 1 0,1-1 0,-1 1 0,0-1 1,-1 1-1,1 0 0,-1 0 0,1 0 0,-1 0 0,0 0 1,-1 0-1,1 0 0,-1 0 0,0 0 0,0 1 0,0-1 1,0 0-1,-1 0 0,1 0 0,-1 0 0,0 0 0,-1 0 1,1 0-1,-1 0 0,1-1 0,-1 1 0,0 0 1,-1-1-1,-3 6 0,-5 5 60,0-1 1,-1-1-1,0 0 1,-1 0-1,-25 17 1,-61 41 375,96-68-389,25 0-81,1-5-48,-1 0-1,1-2 1,-1 0 0,0-1-1,-1-2 1,41-19-1,38-12-56,-79 33 83,111-40-76,-128 45 88,-1 0 0,1 0 0,0 1 0,-1-1 0,1 1 0,0 0 0,-1 0 0,1 0 0,0 0 0,-1 1 0,6 0 0,-1 1 10,-6-1-13,-1 0 0,1 0 0,-1 1-1,0-1 1,1 1 0,-1-1 0,0 1 0,0 0-1,0-1 1,0 1 0,0 0 0,0 0 0,0 0 0,-1-1-1,1 4 1,0-3-1,5 14 18,-5-10-19,1 0 1,0 1-1,1-1 1,-1 0-1,1 0 1,0 0-1,1-1 0,0 1 1,0-1-1,0 0 1,0 0-1,1 0 1,0 0-1,7 5 1,-8-7-16,1 0 1,-1-1 0,0 0-1,1 1 1,0-1-1,0-1 1,-1 1 0,1-1-1,0 0 1,0 0 0,0 0-1,0-1 1,7 0-1,-9 0 11,0-1-1,0 0 1,0 0-1,-1 0 0,1 0 1,0 0-1,0-1 1,-1 1-1,1-1 1,4-3-1,0 0 21,-5 3-22,-2-1 7,0 0 1,-1 0-1,1 0 0,-1 1 1,1-1-1,-1 0 1,0 0-1,0 0 0,0 0 1,-1 1-1,1-1 0,-1 0 1,1 1-1,-1-1 0,-3-2 1,-2-2 7,-1 0 0,1 1 1,-13-8-1,15 11-3,0 0-1,0 0 1,0-1 0,1 0 0,-1 0 0,1 0-1,0-1 1,0 1 0,0-1 0,-3-6-1,6 9-11,1 1-1,0-1 0,-1 0 1,1 1-1,0-1 0,0 1 0,0-1 1,0 1-1,0-1 0,0 0 1,0 1-1,1-1 0,-1 1 1,1-1-1,-1 1 0,1-1 0,-1 1 1,1 0-1,1-3 0,21-22-127,-3 13 92,0 1 0,1 1 0,1 1 0,0 1 0,0 0 0,1 2 0,0 0 0,29-3 0,-44 9 155,1 0 0,-1 1-1,0 0 1,0 1 0,0 0 0,1 0 0,13 4 0,-21-4-45,-1 0 0,1 0 1,-1 0-1,1 0 0,-1 0 0,1 1 0,-1-1 0,0 0 1,0 0-1,1 0 0,-1 0 0,0 1 0,0-1 1,0 0-1,0 0 0,0 0 0,-1 2 0,1 0 128,-1 3 42,1 1 1,-2 0-1,1-1 1,-1 1-1,1-1 1,-2 1-1,1-1 1,-1 0-1,-5 8 1,-10 30 637,14-32-817,1 1 0,0-1 0,1 1 0,0 0 0,1-1 0,1 21 0,2-19-990,0 0 0,0 0 0,6 17 0,-7-26-130,1 6 500,14 6-19160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7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11229,'0'0'4268,"6"15"-3632,1-1-708,-1 0-844,-3-2-524,13 8-2520,3 17-2801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9405,'1'-1'191,"-1"0"-1,0 1 1,1-1 0,-1 1 0,0-1 0,1 0-1,-1 1 1,1-1 0,-1 1 0,1-1 0,-1 1 0,1-1-1,0 1 1,-1-1 0,1 1 0,0 0 0,-1-1-1,1 1 1,0 0 0,-1 0 0,1-1 0,1 1-1,7 12 5150,1 4-4220,-7-11-975,0 0 0,0 0 0,-1 1 0,1-1 0,-1 1 0,0 0 0,-1 0 0,1-1 0,-1 1 0,0 0 0,-1 0 0,1 0 0,-1 0 0,0 0 0,-1 0 0,-2 12 0,2 2 23,-9 24 652,9-42-175,1-5-13,7-23 213,-3 15-465,1 0-1,0 0 0,1 1 0,1 0 0,-1 0 0,13-14 1,-18 23-352,0 0 0,0 1 0,1-1 0,-1 0 0,0 1 0,0-1 0,0 1 1,1-1-1,-1 1 0,0 0 0,0 0 0,1-1 0,-1 1 0,0 0 0,1 0 1,-1 0-1,0 0 0,1 0 0,-1 1 0,0-1 0,2 1 0,23 8 179,-19-2-371,0 0 0,0 0 0,-1 0 0,0 1 1,-1 0-1,0 0 0,0 1 0,0-1 0,4 16 0,-2-10-1683,0 0 0,13 20 0,-7-13-2098,-6-11-1237,2 4-4835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8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10285,'-13'37'2332,"7"-17"-152,-4 14-299,-3-2-129,10-21-312,-3 23-192,-7 21-300,-3-10-112,4 4-92,-4-3-176,9 2-320,1 1-504,-10 56-3932,7-82 1452,-4 17-2377,7-23-4072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9697,'35'-32'2128,"-23"44"1192,4-15-2075,3 0 223,10 0-1528,-1 3-968,-2 0-557,-4 0-903,-6 9-1212,0-1-2313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8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84 9029,'14'-37'3792,"-12"20"2833,-2 16-6554,0 0-1,0 0 1,1 0-1,-1 0 0,1 0 1,-1 0-1,1 0 1,0 0-1,-1 0 0,1 1 1,0-1-1,-1 0 1,1 0-1,0 1 0,0-1 1,0 0-1,0 1 1,0-1-1,0 1 0,0-1 1,0 1-1,0-1 1,0 1-1,0 0 0,1-1 1,27-5 468,-27 6-479,0-1 157,20-2 405,-20 3-573,-1 0-1,1 0 1,-1 0 0,1 0 0,-1 0 0,1 0-1,-1 0 1,1 0 0,-1 0 0,1 1-1,-1-1 1,0 1 0,1-1 0,-1 1 0,1-1-1,-1 1 1,0 0 0,0 0 0,1 0 0,-1-1-1,0 1 1,0 0 0,1 2 0,0 0 39,0-1 0,-1 1-1,0 0 1,1 0 0,-1-1 0,0 1 0,-1 0 0,1 0 0,0 0 0,-1 6 0,1 6 207,-2 0 1,0 0 0,-4 24-1,4-38-278,-6 48 344,4-26-308,-1 0 1,-8 29-1,7-33-209,2-9-206,0 0 1,-1 0-1,0 0 0,-7 14 1,9-21 106,0 0 1,0 0 0,0 0 0,-1 0 0,1-1 0,-1 1 0,0-1-1,0 0 1,1 0 0,-1 0 0,-1 0 0,1 0 0,0 0 0,0-1-1,-1 0 1,1 1 0,-1-1 0,-3 0 0,-92 7-8120,51-2-48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8 772 11677,'-1'-2'329,"0"0"0,0-1 0,0 1 0,0 0 0,1-1 0,-1 1-1,1 0 1,-1-1 0,1 1 0,0-1 0,0 1 0,0-1 0,0 1 0,0-1 0,0 1 0,1 0 0,1-5-1,-1 3 0,1 0-1,0 0 0,1 0 1,-1 0-1,1 0 0,-1 0 1,1 0-1,6-5 0,4-2 82,0 1 0,1 0 0,0 1 0,18-9-1,11-5 124,0 2-47,0-2 1,-2-2-1,-1-2 1,50-43-1,-80 59-194,1 0 0,-2-1-1,0 0 1,0-1-1,13-27 1,25-75 900,-11 24-220,23-37 1806,-57 124-2431,6 27-154,-7-9-192,-1 0 0,0 0 0,-1 0 0,-1 0 0,0 0 0,-1 0 0,0 0 0,-7 18 0,-1 6 0,-134 388 0,100-308 0,17-43 0,-52 149 0,60-161 0,-17 100 0,36-159 0,1 0 0,-1-1 0,0 1 0,1 0 0,0-1 0,0 1 0,0 0 0,0 0 0,1-1 0,0 1 0,-1 0 0,1-1 0,0 1 0,1-1 0,-1 1 0,1-1 0,-1 1 0,1-1 0,0 0 0,3 4 0,-4-6 0,0 0 0,0 0 0,-1-1 0,1 1 0,0 0 0,0 0 0,0-1 0,0 1 0,0 0 0,0-1 0,0 1 0,0-1 0,0 1 0,1-1 0,-1 0 0,2 1 0,5-6 0,-6 4 0,0 0 0,-1 0 0,1 0 0,0 0 0,-1 0 0,1-1 0,-1 1 1,1 0-1,-1-1 0,0 1 0,1-1 0,-1 1 0,0-1 0,0 0 0,0 0 0,0 1 0,0-1 0,-1 0 0,1 0 0,-1 0 0,1-2 1,0-1-1,-1 0 0,0 1 0,0-1 0,0 0 0,0 0 1,-1 1-1,0-1 0,-2-6 0,-2-6-4,-2 0 0,0 1 0,-15-25 0,5 15-367,-37-44-1,39 54 252,1-1 1,1-1-1,1-1 1,0 0 0,-11-25-1,22 40 95,0 0 0,0 0 0,0 0 0,1 0 0,-1-1 0,1 1 0,0 0 0,1 0 0,-1 0 0,1 0 0,-1 0 0,1 0 0,0 0 0,1 0-1,-1 0 1,1 0 0,0 0 0,0 1 0,0-1 0,0 1 0,0-1 0,1 1 0,0 0 0,5-5 0,1-1-268,1 0 0,0 1 0,0 0 0,1 1 0,0 0 0,0 1 0,13-5 0,239-88-9131,-188 79 3309,4 5-3686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1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28 13449,'-15'-16'1572,"4"4"5108,10 12-6585,1 1 1,0-1-1,-1 0 1,1 0-1,0 0 1,-1 1-1,1-1 0,0 0 1,0 1-1,0-1 1,-1 0-1,1 1 1,0-1-1,0 0 1,0 1-1,0-1 1,-1 0-1,1 1 1,0-1-1,0 0 1,0 1-1,0-1 1,0 1-1,0-1 1,0 0-1,0 1 1,0-1-1,0 0 1,0 1-1,0-1 1,1 0-1,-1 1 1,0-1-1,0 1 1,0-1-1,0 0 0,1 1 1,0 3 49,-1 0 1,1 0-1,1 0 0,-1-1 1,1 1-1,-1 0 0,1-1 1,0 1-1,0-1 0,5 6 1,31 32 331,-20-24-167,1 4-43,8 5 55,43 60 0,-64-78-309,-1 1 1,1 0 0,-1 0 0,-1 1-1,0 0 1,0 0 0,-1 0 0,0 0-1,-1 0 1,0 0 0,1 19 0,-5-19-2,1-1 1,-1 0 0,-1 1 0,1-1 0,-2 0 0,-7 16 0,9-22 122,-17 4 312,12-4-8,5-18-208,2 11-207,1 0 0,0-1 0,0 1 0,0 0 0,1 0 0,-1 0 0,1 0 0,0 0 0,0 1 0,1-1 0,3-4 0,34-40 73,-30 38-112,11-15-74,-13 14-85,1 2-1,-1-1 0,2 1 0,19-15 1,6 2-941,1 2 0,1 1 0,1 2 0,72-23 0,-92 34 875,-14 5 76,-2 1 117,30 0 540,-32 0-432,1 1-1,-1 0 0,0-1 1,0 1-1,1 0 0,-1-1 1,0 1-1,0 0 1,0-1-1,0 1 0,0 0 1,0 0-1,0-1 0,0 1 1,0 0-1,0-1 1,0 1-1,0 0 0,-1-1 1,1 1-1,0 0 0,-1 1 1,1-2 20,-15 50 1400,-20 89 870,33-124-2232,0 1 1,1-1-1,0 1 0,1-1 0,1 1 1,1-1-1,3 19 0,-3-25-77,1 0 0,0 0-1,0 0 1,1 0 0,0 0 0,0-1 0,1 0-1,0 1 1,7 6 0,-8-11-37,0 0 1,0 0-1,0 0 1,1-1-1,-1 0 0,1 0 1,0 0-1,0 0 1,0-1-1,0 0 1,1 0-1,-1 0 0,0-1 1,1 1-1,0-1 1,9 0-1,-10-1-1,1 1 1,-1-1-1,1-1 0,-1 1 0,1-1 1,-1 0-1,1 0 0,-1-1 0,0 1 1,0-1-1,1 0 0,-1-1 0,-1 1 1,1-1-1,0 0 0,-1 0 0,1-1 1,-1 1-1,7-9 0,-7 7 6,0 0-1,0-1 1,-1 0-1,0 0 0,0 0 1,-1 0-1,0-1 1,0 1-1,0-1 1,0 1-1,-1-1 0,-1 1 1,1-1-1,-1 0 1,-1-12-1,-1 7 7,0 1 0,0 0 0,-2 0-1,1 0 1,-1 0 0,-1 1 0,0-1 0,0 1 0,-8-9-1,-8-13-488,-32-33-1,47 59 276,2 0-570,-1 1-1,0 0 0,0 1 0,0-1 1,0 1-1,-1 0 0,0 0 0,-10-5 1,-12 2-7904,8 9-2777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95 11385,'-3'-4'330,"-21"-33"2637,2 17 2536,26 14-1943,14-10-1147,-17 14-2121,1 1 0,0 0-1,1-1 1,-1 1 0,0 0-1,0 1 1,0-1 0,1 0 0,-1 1-1,0-1 1,1 1 0,-1-1-1,0 1 1,1 0 0,-1 0-1,0 0 1,1 1 0,-1-1-1,1 0 1,-1 1 0,0 0-1,3 0 1,3 1-573,-7-1 289,0-1 1,0 1 0,-1 0 0,1-1 0,-1 1 0,1 0-1,0-1 1,-1 1 0,0 0 0,1-1 0,-1 1-1,1 0 1,-1 0 0,0 0 0,1 0 0,-1-1 0,0 1-1,0 0 1,0 1 0,1 0-4,3 11-5,-1-1 0,0 1 0,-1 0 0,0-1 0,-1 1 0,0 0 0,-2 22 0,0-19 0,1 1 0,0-1 0,2 0 0,4 21 0,-2-11 0,-4-18 0,1-1 0,1 0 0,-1 0 0,1 0 0,0 0 0,1-1 0,5 13 0,0-8 0,-7-10 0,-1 0 0,0-1 0,1 1 0,-1-1 0,0 1 0,1-1 0,-1 1 0,0-1 0,1 1 0,-1-1 0,1 0 0,-1 1 0,1-1 0,-1 1 0,1-1 0,-1 0 0,1 0 0,-1 1 0,1-1 0,0 0 0,-1 0 0,1 0 0,-1 1 0,1-1 0,0 0 0,-1 0 0,1 0 0,-1 0 0,1 0 0,0 0 0,-1 0 0,1-1 0,-1 1 0,1 0 0,0 0 0,-1 0 0,1-1 0,-1 1 0,1 0 0,-1 0 0,1-1 0,-1 1 0,1-1 0,-1 1 0,1 0 0,-1-1 0,1 0 0,0 0 0,7-4 0,1-2 0,-2 1 0,1-1 0,-1 0 0,0 0 0,0-1 0,-1 0 0,0-1 0,0 1 0,5-12 0,-3 7 0,0 1 0,0 0 0,1 0 0,17-16 0,-16 18 0,-7 6 0,0 1 0,0 0 0,1 1 0,-1-1 0,1 0 0,4-2 0,-6 5 0,0-1 0,0 0 0,-1 1 0,1 0 0,0-1 0,0 1 0,0 0 0,0 0 0,-1 0 0,1 0 0,0 0 0,0 1 0,0-1 0,0 0 0,-1 1 0,1-1 0,0 1 0,-1 0 0,4 1 0,0 1 0,0 0 0,0 1 0,0-1 0,0 1 0,-1 0 0,0 0 0,0 0 0,0 1 0,0-1 0,-1 1 0,1 0 0,-1 0 0,3 7 0,2 5-64,0 1 0,-2 0 0,1 0-1,5 33 1,-11-47-81,-1-1 51,0 6 93,0 3 89,1-17 81,12-42 135,-5 32-304,0 0 0,1 0 0,1 1 0,0 0 0,1 0 0,0 2 0,1-1 0,1 1 0,20-14 0,-10 9 0,1 1 0,1 1 0,0 1 0,53-20 0,-65 30 0,0 0 0,0 1 0,0 1 0,0-1 0,1 2 0,-1 0 0,1 1 0,21 2 0,-25-1 0,0 1 0,0 0 0,0 1 0,-1 0 0,1 0 0,-1 1 0,1 0 0,-1 1 0,-1 0 0,1 1 0,-1-1 0,9 8 0,-9-6 0,-1 1 0,0-1 0,0 1 0,-1 1 0,1-1 0,-2 1 0,1 0 0,-1 0 0,-1 1 0,0-1 0,0 1 0,-1 0 0,0 0 0,-1 1 0,0-1 0,0 0 0,-1 1 0,-1-1 0,0 1 0,0-1 0,-1 1 0,-2 12 0,-25 91-5239,0 6-6078,24-87-1910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4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40 10717,'0'0'112,"1"-1"1,-1 0-1,1 1 1,-1-1-1,0 0 1,1 1-1,-1-1 1,0 0-1,0 0 1,1 1-1,-1-1 1,0 0-1,0 0 0,0 1 1,0-1-1,0 0 1,0 0-1,0 1 1,0-1-1,-1 0 1,1 1-1,0-1 1,0 0-1,0 0 1,-1 1-1,1-1 0,0 0 1,-1 1-1,1-1 1,-1 1-1,1-1 1,-2-1-1,-25-14 15713,37 32-13700,-6-9-2100,-1-1-1,0 0 1,0 1 0,0 0 0,-1 0 0,0 0 0,-1 0 0,1 0 0,-1 0 0,-1 0 0,1 1-1,-2 10 1,-1 8-2,-1 1-1,-9 27 0,2-4-23,3-19 1,4-22 0,1 0 0,0 0 0,0 0 0,1 0 0,0 0 0,1 0 0,1 17 0,-1-25 0,0 0 0,0 1 0,0-1 0,0 0 0,1 0 0,-1 0 0,0 0 0,0 0 0,0 0 0,1 0 0,-1 0 0,1 0 0,-1-1 0,1 1 0,-1 0 0,1 0 0,-1 0 0,1 0 0,0-1 0,-1 1 0,1 0 0,1 0 0,13-1 0,-9-2 0,15-2 0,0-2 0,-1-1 0,1 0 0,-1-1 0,-1-2 0,24-13 0,-4 2 0,1 1 0,1 2 0,63-17 0,-94 33 0,0 1 0,-1 0 0,1 1 0,0 0 0,0 1 0,0 0 0,0 0 0,-1 1 0,1 0 0,-1 1 0,1 0 0,-1 1 0,0 0 0,0 0 0,-1 1 0,1 0 0,-1 0 0,12 10 0,-14-9 0,1 1 0,-2 0 0,1 0 0,-1 0 0,0 0 0,0 1 0,6 15 0,-2 1 0,9 34 0,-7-18 0,-6-26 0,-5-14 0,0 1 0,1 0 0,-1-1 0,0 1 0,0-1 0,1 0 0,-1 1 0,0-1 0,1 1 0,-1-1 0,1 1 0,-1-1 0,0 0 0,1 1 0,-1-1 0,1 0 0,-1 0 0,1 1 0,-1-1 0,1 0 0,-1 0 0,1 0 0,-1 1 0,1-1 0,0 0 0,-1 0 0,1 0 0,-1 0 0,1 0 0,-1 0 0,1 0 0,-1 0 0,1 0 0,-1 0 0,1-1 0,0 1 0,-1 0 0,1 0 0,-1 0 0,1-1 0,-1 1 0,0 0 0,1-1 0,-1 1 0,1 0 0,-1-1 0,1 0 0,0 1 0,8-4 0,0-1 0,-1 0 0,1-1 0,-1 1 0,0-1 0,10-11 0,19-13 0,110-67 0,-126 85 0,0 0 0,2 2 0,-1 1 0,1 1 0,26-6 0,-42 13 0,1 0 0,-1 0 0,1 1 0,-1-1 0,1 2 0,-1-1 0,0 1 0,1 0 0,-1 1 0,0-1 0,1 2 0,-1-1 0,0 1 0,-1 0 0,1 0 0,11 8 0,-4-1 0,-1 1 0,-1 0 0,0 1 0,0 0 0,-1 1 0,11 16 0,-12-14 0,1-2 0,0 1 0,1-2 0,1 1 0,0-2 0,1 0 0,0 0 0,20 11 0,-22-16 0,0 0 0,0-1 0,1-1 0,-1 0 0,1-1 0,0 0 0,0-1 0,0 0 0,0-1 0,0 0 0,26-3 0,-19 0 0,0-2 0,35-9 0,-47 11 0,-1 0 0,-1-1 0,1 0 0,0 0 0,-1-1 0,1 0 0,-1 0 0,0-1 0,0 1 0,-1-1 0,10-11 0,-13 15 0,-1-1 0,0 1 0,0-1 0,0 1 0,0-1 0,0 0 0,0 1 0,0-1 0,0 0 0,-1 1 0,1-1 0,-1 0 0,1 0 0,-1 0 0,0 0 0,0 1 0,1-1 0,-1 0 0,-1 0 0,1 0 0,0 0 0,0 0 0,-1 1 0,1-1 0,-1 0 0,1 0 0,-1 0 0,0 1 0,0-1 0,0 0 0,0 1 0,0-1 0,0 1 0,0-1 0,0 1 0,-3-2 0,0 0 0,0 0 0,0 1 0,0 0 0,0 0 0,0 0 0,0 0 0,-1 1 0,1 0 0,-1 0 0,1 0 0,-1 0 0,1 1 0,-1-1 0,-6 2 0,-9 1-12,1 1 1,0 0-1,0 2 0,0 0 0,0 1 1,1 1-1,0 1 0,1 1 0,-18 10 1,35-19-6,0 0 0,0 0 0,0 0 0,-1 0 0,1 0 0,0 0 0,0 0 0,0 0 0,0 0 0,0 0 0,-1 0 0,1 0 0,0 0 0,0 0 0,0 0 0,0 0 0,0 0 0,-1 1 0,1-1 1,0 0-1,0 0 0,0 0 0,0 0 0,0 0 0,0 0 0,0 0 0,-1 0 0,1 1 0,0-1 0,0 0 0,0 0 0,0 0 0,0 0 0,0 0 0,0 0 0,0 1 0,0-1 0,0 0 0,0 0 0,0 0 0,0 0 0,0 0 1,0 1-1,0-1 0,0 0 0,0 0 0,0 0 0,0 0 0,0 0 0,0 1 0,0-1 0,0 0 0,0 0 0,0 0 0,0 0 0,0 0 0,0 0 0,1 1 0,-1-1 0,0 0 0,0 0 0,0 0 0,0 0 0,0 0 0,0 0 1,1 0-1,15 2-245,28-7 306,-40 4-37,4-1 121,-1-1 1,1 2 0,-1-1 0,1 1 0,15 0-1,-20 1-97,0 1-1,-1-1 0,1 1 0,-1-1 0,1 1 0,-1 0 0,1 0 0,-1 1 0,1-1 0,-1 0 0,0 1 0,0-1 0,0 1 0,0 0 0,0 0 1,0 0-1,0 0 0,0 0 0,-1 0 0,1 0 0,-1 0 0,2 3 0,56 134-679,-55-133-102,0 0 0,1 0-1,0 0 1,0-1 0,10 9-1,-1-2-3824,1-2-1,28 17 1,-8-13-6321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13817,'0'0'5093,"2"1"-2934,24 23-770,0 1 0,-2 1 0,-1 1 0,31 46 0,-47-62-1295,0 1 0,-1 1 0,0-1-1,-1 1 1,0 0 0,-1 0 0,0 0 0,-2 0 0,1 1-1,-1-1 1,-1 1 0,-1 0 0,0-1 0,0 1 0,-4 15-1,-2 33 938,5-60-917,0-1 0,0 0 0,0 1-1,0-1 1,0 1 0,0-1 0,0 0 0,-1 0-1,1 0 1,0 1 0,-1-1 0,1-1 0,-1 1-1,1 0 1,-1 0 0,1 0 0,-1-1 0,-2 1-1,2-3-109,1 0-1,-1 0 0,1 0 0,0 0 1,-1 0-1,1-1 0,1 1 0,-1 0 1,0-1-1,0 1 0,1-1 0,-1 1 1,1-1-1,0 1 0,0-1 0,0 1 1,1-5-1,0 1-1,0 1 0,1 0 0,0-1-1,0 1 1,0 0 0,0 0 0,6-8 0,4-4-6,1 1 0,0 0 1,23-19-1,-12 13-958,2 0 0,51-32 0,-49 38-621,2 1 1,0 1-1,0 2 1,1 0 0,1 3-1,-1 0 1,2 2-1,-1 1 1,40-1 0,-5 6-9491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47 9913,'-2'-4'488,"-1"1"-1,0 0 1,0 0 0,0 0 0,-1 0-1,1 0 1,-1 1 0,1-1 0,-1 1-1,0 0 1,0 0 0,-8-2 0,3 1 497,0 1 0,0 0 0,0 1 0,-1 0 0,-16 1 1,9 1-176,1 0 0,0 2 1,0 0-1,1 1 0,-1 0 1,-27 12-1,18-1-627,1 1 0,0 1 0,1 1 0,1 1 1,0 1-1,-29 36 0,14-5-2390,36-49 1853,7-3 150,0 0 273,0 0 0,-1-1 0,1 0 1,-1 0-1,1 0 0,-1-1 0,0 0 1,0 0-1,5-4 0,-4 3 159,-1 1 0,0 0 0,1 0 0,0 0 0,-1 1 0,1 0 0,11-3 0,-15 5-202,0 0 0,1 0 0,-1 0 1,0 1-1,1-1 0,-1 1 0,0-1 0,0 1 0,1 0 0,-1 0 0,0 0 0,0 0 0,0 0 1,0 1-1,0-1 0,0 0 0,0 1 0,-1 0 0,1-1 0,0 1 0,-1 0 0,0 0 0,1 0 1,-1 0-1,2 3 0,5 10 17,-1-1 0,0 1 0,-1 0 1,0 1-1,-2-1 0,0 1 0,0 0 0,-2 0 1,0 1-1,0-1 0,-2 19 0,-1-11-27,-1-1 0,-1 0 0,-1 0-1,-1 0 1,-1 0 0,-1-1 0,-13 30-1,13-38 11,-2 0 0,1-1 0,-1 0 0,-1-1-1,0 0 1,-1 0 0,-1-1 0,1-1 0,-2 0 0,1 0-1,-1-1 1,-1-1 0,-18 9 0,26-14 66,-1-1 1,1 0 0,0-1 0,-1 1-1,1-1 1,-1 0 0,-10-1-1,15 0-47,-1 1 0,0-2 0,1 1-1,-1 0 1,1 0 0,-1-1 0,1 0-1,-1 1 1,1-1 0,-1 0 0,1 0-1,0 0 1,-1-1 0,1 1 0,0-1-1,0 1 1,0-1 0,0 1 0,0-1 0,-2-3-1,3 3-30,1 0-1,-1 0 0,1 0 1,0 0-1,-1 0 1,1 0-1,0 0 0,0 0 1,1 0-1,-1 0 1,0 0-1,1 0 0,-1 0 1,1 0-1,-1 0 1,1 0-1,0 0 0,0 1 1,0-1-1,0 0 1,0 1-1,0-1 0,1 0 1,-1 1-1,0-1 1,3-1-1,5-6-30,0 0 1,20-15-1,30-16-321,1 2 0,2 3 0,84-34 0,-135 64 317,11-5-86,42-12-1,-60 21 103,1 0 0,-1 0 1,0 0-1,1 0 0,-1 1 0,0 0 1,1-1-1,-1 2 0,1-1 0,-1 0 0,1 1 1,-1 0-1,0 0 0,1 0 0,-1 1 1,7 3-1,-10-4-23,1 1-1,0 0 1,-1-1 0,0 1 0,1 0-1,-1 0 1,0 0 0,0 0 0,0 0 0,0 0-1,0 1 1,0-1 0,-1 0 0,1 0-1,-1 1 1,1 2 0,1 44-5529,-2-36 582,0 7-11908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9753,'0'0'8081,"13"8"-8537,-3 6-789,-1-5-459,4 2-2440,0 7-3157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6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14 576 8765,'1'0'169,"0"-1"0,0 1 1,0-1-1,-1 1 1,1-1-1,0 0 0,0 0 1,0 1-1,0-1 0,-1 0 1,1 0-1,0 0 0,-1 0 1,1 0-1,-1 0 0,1 0 1,0-1-1,-1 1 45,-1 0 1,1 1-1,-1-1 0,1 1 0,-1-1 0,0 1 1,1-1-1,-1 1 0,1-1 0,-1 1 0,0 0 1,1-1-1,-1 1 0,0 0 0,1-1 1,-1 1-1,0 0 0,0 0 0,1 0 0,-1 0 1,0 0-1,0 0 0,-5 1 7252,6 2-6488,0 91 1797,-3-22-2104,0-41 136,5-33-780,-1 0-1,1 0 1,0 1 0,0-1 0,0 1 0,0-1-1,0 1 1,1 0 0,2-1 0,4-3 28,10-7 4,0 1-1,1 1 0,0 1 1,1 1-1,0 0 1,1 2-1,-1 0 1,1 2-1,37-3 1,-45 7-5,1 0 1,-1 1-1,0 1 0,1 0 1,-1 1-1,0 1 1,0 0-1,-1 1 1,0 0-1,15 8 1,-12-5-37,-1 1 1,0 1 0,0 0 0,24 23 0,-28-23-739,-1 1 1,0 0-1,10 16 0,-17-25 486,-1 0-1,1 0 0,-1 0 0,1 0 1,0-1-1,0 1 0,0-1 0,0 0 1,0 0-1,0 0 0,0 0 0,0 0 1,4 0-1,-1 0 102,0-1-1,-1 0 1,1 0-1,0 0 1,0 0-1,0-1 1,-1 0-1,1 0 1,0-1 0,5-2-1,-8 3 117,0-1-1,1 0 1,-1 0 0,0 0-1,0-1 1,-1 1-1,1-1 1,0 1 0,-1-1-1,0 0 1,0 0 0,0 0-1,0 0 1,0 0-1,0-1 1,-1 1 0,1-1-1,0-5 1,2-9 233,0 1 1,-2-1 0,0 0 0,-1-1-1,-1 1 1,-1 0 0,0 0-1,-5-20 1,6 35-194,-1 1-1,1-1 1,-1 0 0,1 1-1,-1 0 1,0-1 0,0 1 0,-1-1-1,1 1 1,0 0 0,-1 0-1,1 0 1,-1 0 0,0 0-1,1 0 1,-1 0 0,0 1 0,0-1-1,0 0 1,-1 1 0,1 0-1,0-1 1,0 1 0,-1 0-1,1 0 1,-1 1 0,1-1 0,-1 0-1,1 1 1,-1-1 0,1 1-1,-1 0 1,0 0 0,1 0-1,-1 0 1,1 1 0,-1-1 0,1 1-1,-1-1 1,1 1 0,-3 1-1,-10 3-57,0 1-1,1 0 0,0 1 0,0 1 1,-13 9-1,27-16 34,-2 0-103,-2 1-25,1 0 0,0 0 0,0 0 0,-1 0 0,2 1 0,-1-1 0,0 1-1,0 0 1,1 0 0,-4 6 0,6-8 116,0-1 1,0 1-1,0 0 0,0 0 0,0 0 0,0-1 0,0 1 0,0 0 1,1 0-1,-1-1 0,0 1 0,1 0 0,-1 0 0,0-1 0,1 1 1,-1-1-1,1 1 0,-1 0 0,1-1 0,0 1 0,-1-1 0,1 1 1,-1-1-1,1 1 0,0-1 0,-1 0 0,1 1 0,0-1 1,0 0-1,-1 1 0,2-1 0,28 1-16,-19-1 35,13 0 321,-1 2 1,1 0-1,-1 1 0,0 2 0,0 0 0,0 2 1,-1 0-1,0 1 0,0 2 0,40 23 1,-42-20-314,0-2 1,2 0 0,23 8 0,-37-15-281,1-1 0,0 0 0,0-1 0,0 0 1,1-1-1,-1 0 0,0 0 0,1-1 0,-1 0 1,15-2-1,-19 1 175,-1-1 1,1 0-1,-1 0 0,1 0 1,-1 0-1,0-1 1,0 1-1,0-1 0,0 0 1,0 0-1,0-1 1,-1 1-1,0-1 0,0 0 1,0 0-1,0 0 1,0 0-1,-1 0 0,4-8 1,1-8 42,0-1 0,-1 0 0,5-28 1,-1 4 55,22-123 367,-15 65 62,-1-14 571,-12 69 691,16-63 0,-14 84 179,-12 41-60,-12 45-531,-66 270-1159,65-263-705,-31 127-4349,48-181 3604,1-1 1,0 1-1,1 18 1,7 14-5063,5 10-6218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7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92 12473,'-1'-3'163,"1"-1"257,0-1 0,-1 1 1,0-1-1,0 1 0,0 0 0,0-1 0,-1 1 0,0 0 0,1 0 0,-2 0 1,-3-6-1,4 4 3127,8-14-1475,0 15 5379,-4 5-7402,0 1-1,1 0 0,-1 0 1,0 0-1,0 0 0,1 0 1,-1 1-1,0-1 0,0 0 1,0 1-1,-1 0 0,1-1 1,0 1-1,0 0 0,-1 0 1,1 0-1,-1 0 0,0 0 1,0 0-1,0 1 1,0-1-1,0 0 0,0 1 1,0-1-1,0 4 0,2 8 134,-1 0-1,-1 0 1,0 21 0,-1-19-147,0 35-35,-2-1 0,-10 56 0,-27 101 0,4-23 0,25-133-1865,5-21-2848,0 0-1,0 34 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11225,'4'2'184,"2"1"331,0 0 1,1 0-1,0 0 1,0-1-1,-1 0 1,1 0-1,0-1 1,0 0-1,1 0 1,9-1 0,-1 0 238,0 0 1,1 1-1,-1 1 1,0 1-1,0 0 1,-1 1-1,1 0 1,18 9-1,-34-11-566,0 0-1,0 0 1,-1 0-1,1 0 1,-1 0-1,0 0 1,0-1-1,1 1 1,-1 0-1,0 0 1,0-1 0,-1 1-1,1-1 1,-2 3-1,-4-1-49,0 1-1,1-2 1,-1 1-1,0-1 1,-1 0-1,1 0 1,0-1-1,0 0 1,-10 0-1,-5 2 146,-91 16 595,10-1-3647,100-18 1446,7-1-3410,0 0 3631,1 0-1,-1 0 1,0 0-1,0-1 1,6-3-1,9-3-2686,6 2-3217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7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 8733,'1'0'137,"0"1"1,-1 0-1,1 0 1,-1 0-1,1 0 1,-1-1-1,1 1 1,-1 0-1,1 0 1,-1 0-1,0 0 1,0 0-1,1 0 1,-1 0-1,0 0 0,0 0 1,0 0-1,0 0 1,0 0-1,0 0 1,-1 0-1,1 0 1,0 0-1,0 0 1,-1 0-1,1 0 1,-1 0-1,1 0 1,-1 0-1,1 0 1,-2 1-1,-29 28 2904,27-26-2446,-1 0 0,1 0 0,0 0-1,0 0 1,-4 6 0,-24 47 3400,-65 128 4095,60-87-8777,30-72-2021,-8 51-1,14-66 842,0 1 1,1-1-1,0 1 1,1-1 0,2 12-1,11 14-9673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39 13425,'-20'-14'950,"17"11"-703,-1 0 0,1 1 0,-1 0 0,0-1 0,0 1 0,0 1 0,0-1 0,0 1-1,0-1 1,0 1 0,0 0 0,-1 0 0,1 1 0,0 0 0,-1-1 0,-6 2 0,-3-1 284,1 1 0,-1 0 0,1 1 0,0 0 0,0 1 0,0 1 0,0 0 0,1 1 0,-1 0 1,1 1-1,0 0 0,1 1 0,-1 0 0,2 1 0,-14 11 0,11-6-457,1 0 1,0 0-1,1 1 1,1 1-1,-9 16 0,14-21-344,0-1-1,1 1 1,0 0-1,1 0 0,0 0 1,1 0-1,0 1 1,0-1-1,0 16 0,3-26 256,-1 1 0,1 0 0,-1-1 0,1 1 0,-1-1 0,1 1 0,0-1 0,-1 1 0,1-1 0,0 1 0,-1-1 0,1 0 0,0 1 0,-1-1 0,1 0 0,0 0 0,0 1 0,-1-1 0,1 0 0,0 0 0,1 0 0,-1 0-13,9 2 288,0-1 0,-1 0 0,1 0 0,0-1 0,-1 0 0,1-1 0,0 0 1,16-5-1,-12 4 332,0-1 0,0 2 0,18 0 0,-27 1-495,0 0-1,0 1 1,0 0 0,0 0 0,0 0 0,-1 1 0,1 0 0,0-1-1,-1 2 1,0-1 0,1 0 0,-1 1 0,6 4 0,6 8-808,0 1 0,0 0 0,19 28-1,-12-9-4493,-2 3-3902,-4-3-1269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8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71 6473,'0'0'8834,"-3"0"-7710,-20 1 805,9-1-989,1 0 0,-24-2 1,16-1 199,-1-1 0,1-1 1,0-1-1,0-1 1,-31-14-1,34 11-85,-5-1 1320,23 9-1438,13 4-560,-10-1-377,0 1 0,1-1 0,-1 1 0,0 0 0,0 0 0,0 0 0,0 0 0,0 0 0,0 1 0,-1-1 0,1 1 0,-1 0 0,0 0 0,0-1 0,0 2 0,0-1 0,0 0 0,-1 0 0,1 1 0,-1-1 0,0 0 0,0 1 0,1 5 0,0 4 0,1 0 0,-2 0 0,0 1 0,0-1 0,-2 15 0,0-14 0,-1 1 0,1 0 0,-2-1 0,-5 20 0,9-31 0,4-10 0,12-20 0,-5 8 0,1 2 0,1 0 0,1 1 0,0 1 0,2 0 0,32-23 0,-35 28 0,1 1 0,-1 1 0,2 1 0,-1 0 0,1 0 0,0 2 0,0 0 0,18-2 0,-26 6 0,1 0 0,0 1 0,0 1 0,-1 0 0,1 0 0,0 0 0,-1 1 0,1 1 0,-1-1 0,0 1 0,0 1 0,0-1 0,0 1 0,0 1 0,-1 0 0,0 0 0,0 0 0,0 1 0,-1 0 0,0 0 0,0 0 0,8 12 0,-5-6 0,-1 0 0,0 1 0,0 0 0,-1 0 0,-1 1 0,-1-1 0,1 1 0,-2 1 0,0-1 0,-1 1 0,-1 0 0,2 26 0,1 6-2026,5-14-3815,-9-31 5221,-1-1-1,1 0 0,0 1 1,-1-1-1,1 0 0,0 1 1,0-1-1,0 0 0,0 0 1,0 0-1,0 0 0,2 2 0,-2-2 88,11 10-12781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8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127 241 10497,'72'-19'7939,"-37"11"-5701,48-18 0,-73 21-1850,0 1-1,0-1 0,-1 0 0,1-1 1,-1 0-1,0-1 0,-1 0 0,16-16 1,-19 16 7,-1 0 0,0-1-1,0 0 1,0 0 0,2-9 0,-5 15-313,-1 1-19,0 0 1,0 0-1,0 0 0,0 0 0,0 0 0,0-1 0,0 1 0,0 0 0,-1 0 0,1 0 0,0 0 1,-1 0-1,1 0 0,-1 0 0,1 0 0,-1 0 0,0 0 0,0-1 0,-1-2 169,1 2-180,0-1 0,0 1-1,-1 0 1,1 0 0,-1 0 0,1-1-1,-1 1 1,0 1 0,1-1-1,-1 0 1,0 0 0,0 1 0,-1-1-1,1 1 1,0-1 0,0 1 0,-1 0-1,1 0 1,-1 0 0,1 1-1,0-1 1,-1 0 0,0 1 0,1-1-1,-1 1 1,1 0 0,-4 0 0,-6 1 155,0 0 1,0 0 0,1 1-1,-17 5 1,-1 2-208,1 2 0,0 0 0,1 2 0,0 1 0,-45 31 0,63-39 0,0 1 0,1 0 0,0 0 0,1 1 0,-1 0 0,1 1 0,1-1 0,-6 11 0,10-16 0,0 1 0,0 0 0,0-1 0,1 1 0,-1 0 0,1 0 0,0 0 0,0 0 0,1 0 0,-1 1 0,1-1 0,0 0 0,0 0 0,0 0 0,1 0 0,-1 0 0,1 1 0,0-1 0,0 0 0,0 0 0,1-1 0,0 1 0,2 5 0,2-1-230,0 0 1,0 0-1,1-1 0,0 0 1,0 0-1,1-1 0,0 0 1,0 0-1,0-1 1,1 0-1,15 7 0,8 0-2462,66 18-1,-66-22 1428,41 11-6337,3-4-5173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9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35 10841,'-41'-11'2516,"16"-12"10401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8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374 200 6217,'-1'-3'250,"0"0"0,0 1 0,1-1 0,-1 0 0,1 1-1,-1-1 1,1 0 0,0 1 0,0-1 0,1 0 0,-1 0 0,0 1 0,1-1 0,-1 0 0,3-4 0,23-39 4666,-23 42-4650,1-3 720,0 0-1,-1 0 1,1-1-1,-1 1 1,-1-1-1,1 0 1,-1 0-1,1-12 1,-3 19-795,-1-1 0,1 1 0,-1-1 0,1 1 0,-1 0 0,0-1 0,0 1 0,1 0 0,-1-1 0,0 1 1,0 0-1,-3-2 0,3 1 195,1 2-344,-1 0 0,1 0-1,0 0 1,0 0-1,0-1 1,-1 1-1,1 0 1,0 0-1,0 0 1,-1 0 0,1 0-1,0 0 1,0 0-1,-1 0 1,1 0-1,0 0 1,0 0-1,0 0 1,-1 1 0,1-1-1,0 0 1,0 0-1,-1 0 1,1 0-1,0 0 1,0 0-1,0 0 1,0 1 0,-1-1-1,1 0 1,0 0-1,0 0 1,0 0-1,0 1 1,-1-1-1,1 0 1,0 0 0,0 0-1,0 1 1,0-1-1,-8 11 197,7-9-49,-236 345 3309,205-294-3498,-43 90 0,65-121 0,1 0 0,1 0 0,1 1 0,0 0 0,2 0 0,1 1 0,1-1 0,0 30 0,3-40 0,1 1 0,1-1 0,0 1 0,1-1 0,0 0 0,1 0 0,0-1 0,1 1 0,1-1 0,0 0 0,1 0 0,0-1 0,0 1 0,18 18 0,-8-14-485,1 1 1,0-2-1,1-1 0,1 0 0,0-1 1,1-1-1,0-2 0,1 0 0,0-1 1,1 0-1,0-2 0,0-1 0,0-1 1,1-1-1,45 2 0,-37-5-511,-1-2 0,1 0 0,-1-2 0,0-1 0,0-2-1,0-1 1,-1-2 0,0 0 0,0-2 0,-1-2 0,45-25 0,-13-2-9078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8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48 129 9041,'-9'-37'2712,"-10"28"-400,0-2 1385,22-12-2409,0 0-304,38 3 416,-6 17-988,26 1-292,-10 4-356,9 1-580,-3 6-868,0 2-500,0 4-2853,4 5-3988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9669,'13'6'2628,"-26"5"6249,26-28-7485,-3 0-220,15 20-216,23 3-544,-1-3-716,7 2-312,16-2-888,6-3-672,0-8-580,10 5-2521,6 11-4212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9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10 12677,'-3'-3'-1433,"-3"-1"2293,-2 1 6951,1 10 345,3 4-6684,-7 29-402,-11 79 1,-6 27 12,-34 137-1083,36-150 0,0-4 0,-55 223 0,63-271-1930,14-58 449,-1-1 0,-10 31 0,9-41-2492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9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2 277 12669,'0'0'87,"0"0"0,-1-1 0,1 1 0,0-1 0,0 1 0,0 0 0,0-1 0,0 1 0,0-1-1,-1 1 1,1-1 0,0 1 0,0-1 0,1 1 0,-1-1 0,0 1 0,0 0 0,0-1 0,0 1 0,0-1 0,0 1 0,0-1-1,1 1 1,-1 0 0,0-1 0,0 1 0,1-1 0,-1 1 0,0 0 0,1-1 0,-1 1 0,19-10 1289,24 1-201,-41 9-1040,48-5 708,-1 3 0,1 2 1,61 8-1,28 0-513,-25-7-558,0-5 0,1-5 0,-2-4 0,149-39 0,-236 45 496,0-1 1,-1-1-1,0-1 0,0-1 1,-1-1-1,-1-1 0,0-1 0,36-31 1,-1-1 1799,-56 44-1617,-20 11 392,11-5-684,-38 22 513,-41 33-1,19-13-326,21-11-173,1 3 0,2 1-1,-66 76 1,101-106-160,0 0-1,1 0 1,-9 16-1,15-23-13,0-1-1,0 1 1,0 0 0,0 0-1,0-1 1,0 1-1,0 0 1,1 0 0,-1 0-1,1 0 1,0 0-1,-1 0 1,1 0 0,0 0-1,0 0 1,0 0-1,1 0 1,-1 0-1,0 0 1,1 0 0,-1 0-1,1 0 1,0 0-1,-1 0 1,1 0 0,0 0-1,0-1 1,2 3-1,0-3 1,1 1 0,-1-1 0,1 0 0,-1-1 0,1 1 0,0 0 0,-1-1 0,1 0 0,0 0 0,-1 0 0,1 0 0,0-1 0,5-1 0,14-3-5,-1-1 0,0-2-1,0 0 1,24-13 0,-19 9 1,120-60 834,-35 16 1289,-110 55-2080,0 0 1,1 0-1,-1 1 1,0-1-1,0 1 0,1-1 1,-1 1-1,0 0 1,1 0-1,-1 0 1,0 0-1,1 0 1,-1 0-1,0 1 1,3 0-1,-4-1-25,0 1-1,0-1 0,1 1 1,-1-1-1,0 1 0,0 0 1,0 0-1,0-1 0,0 1 1,0 0-1,0 0 0,-1 0 0,1 0 1,0 0-1,0 0 0,-1 0 1,1 1-1,-1-1 0,1 0 1,-1 0-1,1 0 0,-1 1 1,0-1-1,1 0 0,-1 0 1,0 3-1,-1 20-7,-1 0 0,-1-1 0,-1 1 0,-1-1 0,-15 40 0,-1 10-329,9-17-1054,2-14-2527,-16 48 0,6-29-3746,11 1-4987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0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4212 703 7657,'-18'-39'701,"1"4"809,-26-43-1,23 49-48,-1 1 0,-2 1 1,-40-40-1,-88-61 1850,106 95-2606,-1 3 0,-1 1 0,-1 2-1,-1 3 1,-2 2 0,0 1 0,-1 4 0,-85-18-1,61 21-260,-1 4-1,-1 4 0,1 2 0,-1 5 0,-118 14 0,78 3-24,0 5 0,-204 68 0,169-33-96,-222 117 0,-182 150 276,405-222-302,-209 183 1,282-212-263,2 3 1,-83 111 0,120-134-31,2 1 1,3 2 0,2 1-1,-46 119 1,67-144-6,2 1 0,2 0 0,0 0 0,3 1 0,1-1 0,0 59 0,5-65 0,2 0 0,1 0 0,1 0 0,1-1 0,1 0 0,2 0 0,0 0 0,24 43 0,-9-30-82,2 0 1,2-1-1,1-2 0,2-1 0,1-2 1,2-1-1,2-1 0,0-2 1,2-2-1,53 31 0,-5-12-228,2-3-1,2-4 0,185 55 0,-70-40-430,2-10-1,2-8 1,420 19-1,-447-55 389,1-8-1,-2-8 1,0-8-1,347-91 1,-423 81 256,-1-4 0,-2-5-1,-2-4 1,-2-5 0,144-99 0,-165 93 86,-3-3-1,-2-3 1,-3-3-1,-3-3 0,-3-3 1,91-136-1,-120 154 13,-3-2-1,-3-1 1,-2-1 0,-3-1-1,-2-2 1,17-81-1,-23 60 12,-3 0-1,-4-1 0,-4 0 1,-8-114-1,0 142-18,-2 1-1,-3-1 1,-2 1 0,-3 0 0,-21-52-1,22 73-24,-1 1 0,-2 0-1,-2 2 1,0 0 0,-2 0-1,-1 2 1,-2 1 0,-49-47-1,42 48-217,-2 2 0,-1 1 0,0 1 0,-2 2 0,0 2 0,-1 1 0,-54-17 0,44 20-1352,-90-15-1,80 22-1730,-77 1 0,-37 11-6766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14 4480,'0'0'4037,"-12"-10"-2457,1 6 7571,23 67-4523,-11-61-3331,-2 1-703,-5 19 396,-2 0 0,-1 0 0,-23 40 1,-5 12 436,-194 569 185,190-509-1612,6 2 0,6 2 0,-15 186 0,44-324 0,-2 25 0,1 0 0,0 0 0,2-1 0,7 43 0,-7-62 0,0 1 0,0-1 0,1 0 0,0 0 0,0 0 0,0 0 0,0 0 0,1 0 0,0-1 0,0 1 0,0-1 0,1 0 0,-1 0 0,1 0 0,0 0 0,0-1 0,1 1 0,-1-1 0,1 0 0,-1-1 0,1 1 0,0-1 0,0 0 0,0 0 0,0 0 0,0-1 0,10 2 0,3-1-247,-1-1 0,1-1 0,-1-1 1,1 0-1,-1-2 0,0 1 0,1-2 0,27-10 0,12-7-1607,61-34 0,-92 43 1424,69-42-4816,-35 13-2350,-18 7-2985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10701,'0'0'6501,"13"-17"-4765,-4 2-388,13 7-164,23-4-256,2 4-152,10 2-132,7 0-144,9 1-260,108 2-844,-83-3-260,4 3-544,-4 0-536,-5 3-412,-11 0-2793,-12 3-4100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7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60 3736,'0'0'7325,"0"-3"-6356,-6-23 1020,6 24-1030,0-1-50,8-21 491,-7 22 475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3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344 107 7253,'32'-24'3082,"-29"21"-2451,0 0-1,-1 1 0,0-1 1,1 0-1,-1 0 0,0 0 1,0 0-1,-1-1 1,1 1-1,-1 0 0,0-1 1,0 1-1,0-1 0,0 1 1,0-6-1,0 8-455,-1 0-1,0 0 0,0 1 1,0-1-1,0 0 0,0 0 1,0 0-1,0 0 0,0 0 1,0 0-1,-1 0 1,1 0-1,0 1 0,0-1 1,-1 0-1,1 0 0,-1 0 1,1 1-1,-1-1 1,1 0-1,-1 0 0,1 1 1,-1-1-1,0 0 0,1 1 1,-1-1-1,0 1 0,1-1 1,-1 1-1,0-1 1,0 1-1,0-1 0,0 1 1,1 0-1,-1 0 0,0-1 1,0 1-1,0 0 0,0 0 1,0 0-1,0 0 1,0 0-1,1 0 0,-1 0 1,-1 0-1,-4 2 336,0-1 1,0 1-1,0 1 0,0-1 0,-7 5 1,5-3-1059,-40 26 1124,24-14-349,-7 6 242,-48 44 1,37-26-436,-48 61 1,89-100-35,0 0 0,0 0 0,0 0 0,0 0 0,0 0 0,0 1 0,0-1 0,0 0 0,0 1 0,0-1 0,1 0 0,-1 1 0,0-1 0,1 1 0,0 0 0,-1-1 0,1 1 0,0-1 0,0 1 0,0-1 0,0 1 0,0 0 0,0-1 0,0 1 0,0-1 0,1 1 0,-1-1 0,1 1 0,0 2 0,1-3 0,-1 0 0,1 0 0,0 0 0,0 0 0,0 0 0,-1 0 0,1 0 0,0-1 0,0 1 0,0-1 0,0 1 0,0-1 0,0 0 0,0 0 0,0 0 0,1 0 0,-1 0 0,0 0 0,0 0 0,0-1 0,0 1 0,2-2 0,29-8 0,-1-1 0,0-2 0,-1-2 0,41-24 0,-36 19 0,126-59 0,-152 75 0,0-1 0,0 1 0,0 1 0,1 0 0,-1 0 0,1 1 0,0 0 0,0 1 0,-1 1 0,1-1 0,17 3 0,-22-1 0,1 0 0,-1 1 0,0-1 0,0 2 0,0-1 0,0 0 0,0 1 0,0 0 0,-1 1 0,1-1 0,-1 1 0,0 0 0,0 0 0,-1 1 0,1-1 0,-1 1 0,0 0 0,0 0 0,0 1 0,3 7 0,1 1-370,-2 1 0,0 0 0,0 0 0,-2 0 0,1 1 0,2 29 0,-6-36-521,1-1 0,0 1 0,0-1 0,5 12 0,11 14-9897,-8-20-1162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3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75 12377,'-1'0'269,"1"0"-1,-1 0 0,0 0 1,1 0-1,-1 0 1,0 0-1,0 0 1,1 0-1,-1 0 1,0 0-1,1 0 0,-1 1 1,0-1-1,1 0 1,-1 1-1,1-1 1,-1 0-1,0 1 0,1-1 1,-1 1-1,1-1 1,-1 1-1,1-1 1,-1 1-1,1-1 1,0 1-1,-1 0 0,1-1 1,0 1-1,-1-1 1,1 1-1,0 0 1,0-1-1,-1 2 0,1 11 239,4 13 866,0 1 1,1-1-1,2-1 1,11 29 0,43 95 398,-48-121-1441,-6-10-174,2 1-1,0-2 0,2 1 1,18 24-1,-27-40-136,0 0 0,1 1 1,-1-1-1,1 0 0,0 0 0,0 0 0,0-1 0,0 1 0,0-1 0,0 1 0,0-1 0,0 0 0,1 0 0,-1-1 0,0 1 1,1-1-1,-1 1 0,0-1 0,1 0 0,-1 0 0,0-1 0,1 1 0,-1-1 0,0 0 0,6-1 0,4-3 5,0 1 0,0-2 1,0 0-1,20-13 0,-7 1-9,1-2 0,-2 0 0,-1-2 0,-1 0 0,37-47 0,82-140-1889,-114 165-2372,40-45-1,-65 85 3080,2-2-13,2 3-6262,14-1-2201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3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71 104 14301,'-2'-1'271,"0"1"-1,1-1 0,-1 0 0,0 1 0,0-1 1,1 1-1,-1 0 0,0-1 0,0 1 0,1 0 1,-1 0-1,0 0 0,0 0 0,0 1 0,1-1 1,-1 0-1,0 1 0,0-1 0,1 1 0,-1 0 1,0 0-1,-1 1 0,1 1 143,0 0 1,0 0-1,0 0 0,1 0 1,0 1-1,-1-1 1,1 1-1,0-1 0,1 1 1,-1-1-1,0 5 0,0 13 235,1 0-1,1-1 1,0 1 0,1-1-1,2 0 1,0 0-1,8 24 1,-9-35-609,6 30 364,3-1 0,19 46-1,-27-74-340,1-1 0,0 0-1,0 0 1,1 0 0,0 0-1,1-1 1,0 0-1,0-1 1,0 1 0,1-1-1,0-1 1,1 0-1,15 10 1,-18-14-62,1 0 0,-1-1 0,1 1 0,0-1 0,-1 0 0,1-1 0,0 0 0,0 0 0,-1 0 0,1-1 0,0 0 0,-1 0 0,1-1 0,0 1 0,-1-1 0,0-1 0,8-3 0,-3 0 0,1-2 0,-1 1 0,-1-1 0,1 0 0,-1-1 0,-1-1 0,1 1 0,-2-2 0,1 1 0,-1-1 0,-1 0 0,0-1 0,-1 1 0,10-25 0,-10 20 0,-1 0 0,-1-1 0,0 0 0,-1 1 0,-1-1 0,0 0 0,-1 0 0,-1 0 0,-1 0 0,0 0 0,-6-24 0,4 29-199,-1 0 1,-1 0-1,0 0 1,0 1-1,-1 0 1,-1 0-1,0 0 1,0 1-1,-1 0 0,0 1 1,-1-1-1,0 2 1,0-1-1,-1 1 1,0 1-1,0-1 1,-1 2-1,0 0 1,-19-8-1,16 8-120,0 1 0,0 0 1,0 1-1,-1 1 0,1 0 0,-1 1 1,0 1-1,0 0 0,0 1 0,0 1 0,0 0 1,0 1-1,1 0 0,-1 1 0,1 1 1,-18 7-1,22-8-801,-12 7-1924,11-1-2710,6 11-4721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13981,'0'0'5546,"-4"1"-3291,3-1-2018,-1 0 0,0 1 1,0-1-1,1 1 0,-1 0 0,0-1 0,1 1 0,-1 0 1,0 0-1,1 0 0,-1 0 0,1 1 0,0-1 1,-1 0-1,1 1 0,0-1 0,0 0 0,-2 4 0,2 0 131,-1 0-1,2-1 0,-1 1 1,0 0-1,1 0 0,1 9 0,-1-11-303,-5 68 1358,3-50-1617,1 0-1,1 0 1,2 23-1,2-1-1351,3 20-3118,4-19-4805,1-9-1427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4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10957,'0'0'8661,"7"15"-8601,2-1-928,7 6-912,10 14-3249,-10-5-3988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432 849 11833,'-107'-62'10434,"102"59"-9844,-1 0-1,0 1 1,-1-1 0,1 1-1,0 1 1,-1-1-1,1 1 1,-1 0-1,1 1 1,-11-1-1,10 2-326,0 1-1,0 0 0,0 0 1,0 0-1,0 0 0,1 1 1,-1 1-1,1-1 0,-8 6 1,1 0-146,1 0 1,0 1 0,0 1 0,1 0 0,1 1-1,0 0 1,0 0 0,2 1 0,-1 0 0,2 1 0,-1 0-1,-5 17 1,5-10-176,1 0-1,1 0 1,1 1-1,1 0 1,1 0 0,1 0-1,1 43 1,2-61-79,-1 0 0,0-1 0,1 1 0,-1-1 0,1 1 0,0-1 0,0 1 0,1-1 0,-1 0 0,0 0 0,1 1 0,0-1 0,0 0 0,0 0 0,0-1 0,1 1 0,-1 0 0,1-1 0,-1 1 0,1-1 0,0 0 0,0 0 0,0 0 0,0 0 0,0-1 0,1 1 0,-1-1 0,0 0 0,1 0 0,-1 0 0,1 0 0,-1-1 0,1 1 0,-1-1 0,7 0 0,-2 0-14,1 0 0,-1-1 0,0 0 1,0-1-1,1 0 0,-1 0 0,0 0 0,-1-1 0,1 0 0,0-1 0,-1 0 0,0 0 0,0-1 0,7-5 0,-3-1 35,0-1-1,0 0 1,-1-1-1,-1-1 0,0 1 1,0-1-1,7-19 1,1-8-68,17-61 0,-15 17 237,-3 0 1,7-138-1,-14 119 214,16-355 4019,-25 456-3771,3 24 496,-1 35-594,-2-1-1,-15 96 1,4-37-492,0 186-3773,8-157-902,3-27-2667,10 8-4942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6229,'26'-28'5399,"-1"0"1898,-6 12-7540,4 2 685,-1 2 0,1 0 0,1 1 0,0 1-1,49-12 1,132-14 28,-160 30-322,569-39-328,-306 46-2080,-1 6-3337,-206-4 2791,57 0-5318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3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0 369 6677,'0'0'922,"5"0"-292,76 3 838,-35 0-1208,58-5 0,1980-131 22,-90 49 247,-950 46-76,486-23-560,-1353 53-58,182-13-946,-334 18-150,0-1-1,31-10 1,-36 7-2069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2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 30137,'0'8268'0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32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22948,'11454'0'0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53.2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7081 28002,'13256'-7081'0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08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6672 25446,'12284'-6672'0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15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7050 27408,'13364'-7050'0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53 6261,'-1'0'156,"0"0"1,0 0 0,0 1 0,0-1 0,0 0 0,0 0-1,1 0 1,-1 0 0,0 0 0,0 0 0,0 0 0,0 0-1,0 0 1,0-1 0,0 1 0,0 0 0,0-1 0,0 1-1,0 0 1,1-1 0,-1 1 0,0-1 0,0 0 0,0 1-1,1-1 1,-1 1 0,0-1 0,1 0 0,-1 0 0,1 1-1,-1-1 1,1 0 0,-1 0 0,1 0 0,-1 0 0,1 0-1,0 1 1,0-1 0,-1 0 0,1 0 0,0 0 0,0 0-1,0 0 1,0 0 0,0 0 0,0 0 0,0 0 0,1-2-1,-1 1 509,0 0 0,-1 0 0,1 0 0,0 1 0,0-1 0,-1 0 0,1 0 0,-1 0 0,0 0 0,0 1 0,1-1-1,-3-2 1,69 65 77,-59-54-794,1-1-1,-1-1 0,2 1 1,-1-1-1,0 0 0,1-1 0,17 6 1,-4-1-937,-16-7 223,-1 0-1,1 0 0,0-1 1,0 1-1,0-1 0,9 0 1,0 0-4662,9 2-2715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1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6 10289,'-6'-5'2348,"-7"13"1465,-6 1-2321,0-4-344,0 4-244,6 0-164,0 8-80,-2 0-208,-5 3-136,-2 11-268,6-2-500,0-1-784,1-2-504,-4 0-1285,3 0-1571,9-9-3581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7021,'2'4'9255,"3"0"-5024,16 6-5262,-15-8 2182,25 14-738,58 26 287,-30-18-3202,-39-16-28,-16-6 1946,0 0 0,0-1 0,1 1 0,-1-1 0,0 0 0,8 1 0,-10-2 434,0 0 1,0 0-1,1 0 1,-1 0 0,0 0-1,0 0 1,0 0-1,0-1 1,1 1-1,-1-1 1,0 0 0,0 0-1,0 1 1,0-1-1,0 0 1,0-1-1,-1 1 1,1 0-1,0-1 1,-1 1 0,1-1-1,0 1 1,-1-1-1,0 0 1,1 1-1,-1-1 1,2-4-1,-2 5 222,0-1 0,0 0 0,0 1-1,0-1 1,0 0 0,-1 0-1,1 0 1,-1 1 0,1-1-1,-1 0 1,1 0 0,-1 0 0,0 0-1,0 0 1,0 0 0,0 0-1,0 0 1,-1 0 0,1 0-1,-1 1 1,1-1 0,-1 0 0,-1-3-1,0 2 204,0 0-1,0 1 1,0-1 0,-1 1-1,1-1 1,-1 1-1,0 0 1,0 0 0,0 0-1,0 0 1,0 0-1,-4-1 1,-1 0 168,0 0 1,1 0-1,-1 1 1,0 0-1,-1 1 1,1 0-1,0 0 0,0 1 1,0 0-1,-15 1 1,16 2-326,-1-1 0,1 1 0,0 0 1,0 1-1,0-1 0,0 2 1,1-1-1,-7 6 0,-44 44-2447,33-29-693,11-9-1459,11 5-2371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2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8709,'3'-34'9449,"-1"32"-8368,1-1-916,0 1 0,-1-1 0,1 1 0,1 0 0,-1 0 0,0 0 0,1 0 0,-1 0 0,1 1 0,-1-1 0,1 1 0,-1 0 0,1 0 0,6 0 0,59-2 456,-47 4-661,-16-1-183,1 0 0,0 1 0,-1 0 0,1 0 1,-1 1-1,1-1 0,-1 1 0,11 6 0,12 7-4083,-8-4-1139,-3-2-2109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2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41 8177,'-22'-40'5456,"0"48"-4064,-1-5-308,7 6-187,-3 2-165,-3 1-164,-10 13-372,7-5-604,0-3-1000,-7 6-825,6 9-1919,11-7-3165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3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5 124 8465,'-1'-1'309,"1"0"1,-1 0-1,1 0 0,-1 0 1,1-1-1,0 1 1,-1 0-1,1 0 1,0-1-1,0 1 0,0 0 1,0-1-1,0 1 1,0 0-1,0 0 1,0-1-1,1 1 0,-1 0 1,0 0-1,1-2 1,1-1 233,0 0 0,0 0-1,1 0 1,-1 1 0,1-1 0,3-3 0,2-1 16,0 0-1,0 1 1,1 1-1,14-10 1,-15 12-483,1 0 0,-1 1 0,1 1 0,0-1 0,0 1-1,0 1 1,0-1 0,0 1 0,13 1 0,13 1-2697,36 7 1,-63-7 1700,11 1-1798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3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9 8297,'-13'-9'5944,"-6"12"-4340,0 0-235,0 8-269,0 3-288,-3 4-164,-13 16-116,13-8-188,-4-3-544,4 5-940,-3 1-1016,-4 2-2913,10 9-4032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5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6529,'3'-2'971,"-1"0"1,0-1 0,0 1 0,0-1-1,0 0 1,0 1 0,0-1 0,0 0-1,-1 0 1,0 0 0,2-6-1,1-9 390,-3 14 568,1 2-213,4-1-1312,0 0 0,1 1 1,-1 0-1,1 0 0,-1 0 1,1 1-1,-1-1 0,1 2 0,0-1 1,0 1-1,-1 0 0,1 0 1,0 1-1,0 0 0,-1 0 1,13 4-1,10 3-72,-1 2 1,43 20 0,49 30-1357,32 14-7634,-117-56 4881,-2 0-3232,-11-9-605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38 9221,'-25'-29'2704,"0"26"-304,2 1 329,-8 2-121,-1-3-404,-3 3-376,-19 0-352,13 3-328,-1 2-288,1 4-135,0 2-225,0 6-392,-1 1-964,14 2-401,6 2-1007,12-7-592,-6 8-3441,-6 11-5700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6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 12581,'2'-5'1033,"0"0"1,0 0-1,1 0 0,0 0 1,0 0-1,7-8 2269,-8 3 262,-2 9-3357,0-1-1,0 1 1,0 0-1,1-1 1,-1 1 0,0-1-1,0 1 1,1 0-1,-1-1 1,1 1 0,-1 0-1,1 0 1,0-1-1,-1 1 1,3-2 0,3 0 23,0 0 1,1 0-1,-1 1 0,1 0 1,0 0-1,-1 1 1,1 0-1,0 0 1,0 0-1,0 1 1,0 0-1,0 1 0,0-1 1,0 1-1,0 1 1,-1-1-1,12 5 1,13 5-537,-1 2 1,46 27 0,-17-9-646,182 82-12375,-236-110 12695,0-1 1,0 0 0,0-1-1,0 1 1,0-1 0,0 0-1,0 0 1,6 0 0,37-4-1462,-47 3 2097,-1 0-7,0 0 0,0 0-1,0 0 1,1 0 0,-1 0 0,0 0-1,0 0 1,0 0 0,0 0-1,1 0 1,-1 0 0,0 0-1,0 0 1,0 0 0,0-1 0,1 1-1,-1 0 1,0 0 0,0 0-1,0 0 1,0 0 0,1 0 0,-1 0-1,0 0 1,0-1 0,0 1-1,0 0 1,0 0 0,0 0-1,0 0 1,1-1 0,-1 1 0,0 0-1,0 0 1,0 0 0,0 0-1,0-1 1,0 1 0,0 0 0,0-1-1,4-10 72,-3 6 1,1 1 1,-1 0 0,0-1-1,0 1 1,0 0 0,-1-1 0,1 0-1,-1 1 1,-1-9 0,-1-4 661,-2 0 0,1 0 0,-2 1 1,0 0-1,-11-21 0,14 31-504,-1 1-1,0 0 0,-1-1 0,1 1 0,-1 1 1,0-1-1,0 1 0,-1-1 0,1 1 1,-1 0-1,0 1 0,0-1 0,0 1 0,-1 0 1,1 0-1,-1 1 0,1-1 0,-1 1 1,-6-1-1,-2 1-78,0 1 1,0 0 0,1 0-1,-1 2 1,0 0-1,0 0 1,0 1 0,1 1-1,-1 1 1,1-1-1,0 2 1,0 0-1,0 1 1,-19 11 0,9-3-1119,1 1 0,-31 26 0,27-18-3236,-30 35 1,21-16-3508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6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13745,'0'0'13966,"4"2"-13127,100 33 1109,45 18-3417,-51-19-1379,-34-13-876,-4 6-5082,-28-10-1861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6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387 4 12957,'-44'-3'2084,"25"11"-323,0 4-237,-13-7-432,-9 10-224,12-4-176,-6 6-152,7 6-192,-1 0-404,1 6-688,2-1-1028,-2-5-1080,5 8-1977,17 7-3800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9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15 10257,'-2'-2'4643,"-11"-10"3393,13 11-7937,34 16 7519,-8-3-7791,61 20 1638,55 21-1426,3-5-5227,-118-41 2987,20 7-8241,-19-3-727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9 12601,'-54'-8'2908,"16"16"121,-3 4-529,0-4-352,9-5-428,0 11-360,-3 4-319,4 2-213,2 2-196,4 4-600,6 0-1028,3 0-585,9-15-1039,-2 20-1228,2 15-2025,14-12-5024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6 9173,'-1'1'155,"1"0"0,-1 0 0,0 0 0,1 0 0,-1 0 0,0-1 0,0 1 0,0 0 0,0 0 1,0-1-1,0 1 0,0-1 0,0 1 0,0-1 0,0 1 0,0-1 0,0 0 0,-1 0 0,-1 1 0,2-2 182,-1 0 0,0 0-1,1 0 1,-13-13 12499,32 29-10300,17 6-1756,0-1 0,1-2 0,66 23 1,-48-20-1051,104 35-3230,-94-35-1141,0 2-5437,-43-16-563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17 11489,'-45'0'2468,"33"-14"-172,-7 14-39,0-3-441,-7 9-396,-15 5-236,15 6-224,-5 3-184,-1 6-212,13 3-708,-3 8-384,-7 34-2544,16-34 572,1 3-3157,2 3-4688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13661,'0'0'2100,"-1"3"156,0-1-1907,1 0 1,-1-1-1,1 1 0,-1 0 1,1 0-1,0 0 1,0 0-1,0-1 0,0 1 1,0 0-1,0 0 0,0 0 1,1 0-1,-1-1 1,1 1-1,0 2 0,0-2-93,1 1 1,-1-1-1,1 1 0,0-1 0,-1 0 0,1 0 0,0 0 1,0 0-1,5 3 0,5 2-42,0 0 1,0-1-1,24 8 1,-14-5 384,41 13-1863,108 24 0,-108-31-3433,-2 1-3778,-36-10-816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26 8297,'-6'-25'4752,"-10"30"-2800,-6-5-251,-1 9-293,-8 5-356,-1 3-224,0 6-160,4 0-84,2 8-184,-6 4-388,4-4-764,-1-5-1108,-3 8 16,10 3-3241,0-2-4044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18 8153,'-3'-17'14635,"13"31"-8687,1-5-8662,-4-5 2851,-1-1 0,1 0-1,1 0 1,-1 0-1,8 1 1,16 6 121,13 6-518,65 21-3490,-96-33 994,0-2 0,0 0-1,22 1 1,-12-3-6325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9057,'-54'17'1872,"42"-9"-520,-1 4-96,-3 5-200,3-3-216,-9 9-184,-6 11-123,2-5-557,1 0-745,3-1-623,-4 4-2756,4-1-3157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9793,'22'-31'5768,"0"33"-2979,79-4-100,-13 5-2156,-55-2-2078,0 1 0,51 9 1,-22-2-5337,-31-7-192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21 6733,'-51'-6'2212,"32"-2"-180,0 2-196,-6 9-32,2 0-236,-8 5-291,-17 9-241,13 3-268,3 9-144,-3 5-164,0 1-304,-3 5-864,0 5-1136,-3 4-3497,0 2-4288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48 139 10901,'-13'-25'2966,"7"12"254,-1 1 0,-13-19 0,18 29-1845,2-1-1266,0 1 0,1 0 1,-1-1-1,0 1 1,1 0-1,-1 0 0,1-1 1,0 1-1,0 0 1,-1 0-1,2 0 0,-1 0 1,0 0-1,0 0 1,1 0-1,-1 0 0,1 0 1,-1 1-1,1-1 1,0 1-1,0-1 1,0 1-1,0-1 0,0 1 1,0 0-1,0 0 1,0 0-1,0 0 0,0 1 1,1-1-1,-1 0 1,0 1-1,0 0 0,1-1 1,-1 1-1,5 1 1,7-2-31,1 2 1,-1 0-1,0 1 1,21 5 0,-30-6-41,131 36-2204,-15 8-3884,-75-31-2738,-19-6-615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64 8153,'-44'-29'2220,"34"15"-252,1 2 68,-10 7-284,3 2-303,3 9-301,-15 5-264,-1 6-176,1 3-120,-4 9-124,3 8-92,1 9-124,2 2-408,1 4-988,-4-1-752,7 0 4,0 12-3081,9 0-3948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12913,'1'0'159,"0"-1"0,0 1-1,-1 0 1,1-1 0,0 1 0,0 0-1,0-1 1,0 1 0,0 0 0,-1 0 0,1 0-1,0 0 1,0 0 0,0 0 0,0 0-1,0 0 1,0 0 0,0 0 0,1 1-1,-2-1-59,1 0 1,0 0-1,-1 0 0,1 0 0,0 1 0,0-1 0,-1 0 0,1 0 0,0 0 0,-1-1 0,1 1 0,0 0 0,-1 0 1,1 0-1,0 0 0,-1-1 0,1 1 0,-1 0 0,1-1 0,0 1 0,-1 0 0,1-1 0,-1 1 0,1-1 1,-1 1-1,1-1 0,5-3 278,1 0-1,-1 1 1,1 0 0,0 0 0,0 1-1,0 0 1,0 0 0,0 1 0,0-1 0,0 2-1,11-1 1,-14 0-150,11 0 84,167-12 571,-80 11-3866,-3-1-7849,-74 3 2929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0 10185,'-48'11'2424,"32"18"-168,4-23 77,-23 5-73,-10 15-384,14-6-348,-4 3-396,-3 5-132,-1 1-176,1 5-204,-3 3-404,13 0-876,-14 3-584,-2 3-1092,3 6-912,-1-3-2461,7-3-4764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9113,'14'-18'2963,"0"0"0,2 1-1,29-26 1,-38 37-2614,1 1 0,0 0 0,14-7 0,-18 11-318,0 0 0,0 1 0,0 0 0,0 0 0,0 0-1,0 1 1,0-1 0,0 1 0,0 0 0,4 1 0,-2 0-38,3 0-382,0 1 1,0 0-1,0 0 0,12 7 0,5 2-2708,6-2-4535,-11-5 596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23 7117,'-51'-23'6552,"26"26"-4676,3-3-299,3 17-245,-13 12-352,13 0-124,3 2-228,-6 12-116,6 8-108,-3 4-376,0-1-996,3-6-1136,3 4-3501,4 8-4596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12533,'4'-21'9101,"6"6"-3339,-7 13-5411,-1 1 1,0-1-1,1 1 1,-1-1 0,1 1-1,-1 0 1,1 0-1,0 0 1,0 1 0,-1-1-1,6 0 1,5 1-705,1 0 1,-1 0 0,1 2-1,18 3 1,-17-2 1616,261 43-6537,-185-29 19,1 1-3332,-42-7-434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1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1 13609,'-118'3'2348,"83"2"-7,-3 10-417,-3-1-316,0 0-308,0 3-272,9 6-220,-3-3-620,6 12-576,1-1-568,-1-8-1076,1 5-1116,-1 7-2413,13 2-4524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80 169 7413,'0'-2'285,"0"-1"0,0 0 0,-1 1 0,1-1 0,0 1 0,-1-1 0,0 0 0,0 1 0,0-1 0,0 1 0,0 0 0,0-1 0,-1 1 0,-2-4 0,2 3 390,1 0 0,-1-1 0,1 1 0,0-1 0,0 1 0,0-1 0,0 0 0,1 1 0,0-1 0,-1-4 0,1-1 489,-2 4-739,0 0 1,0 0 0,0 0 0,-1 0-1,0 1 1,0-1 0,0 1 0,0 0 0,0 0-1,-1 0 1,-4-4 0,-8-9 4128,19 19-3772,70 45-114,206 125 478,-131-102-6379,-103-52-1209,66 16 0,-78-26-4993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0 12593,'-95'32'2100,"69"-29"-315,-2 8-309,-17 9-352,17 0-252,-1 0-176,4 6-244,-7 0-656,7 2-1080,-1-2-876,1 2-3013,9 10-4120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11941,'2'15'1818,"-11"-18"31,-7-3 3870,23 25-2396,-6-17-3187,0 1 1,0-1-1,0 1 1,0-1-1,1 0 1,-1 0-1,1 0 1,-1 0-1,1 0 1,0 0-1,0 0 1,0-1-1,0 1 1,0 0-1,0-1 1,4 2-1,7 6 227,48 34 419,3-2 0,109 52 0,-132-77-2955,50 12 1,-69-22-15,1-2-1,22 2 0,-9-3-3889,-11 2-3633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687 1 9041,'-70'17'2544,"16"-3"-176,6-8-200,4 8-59,-1 1-337,-5 2-352,-4 3-292,0 6-248,0 8-176,6 6-556,0 3-588,7 0-1220,6 8-1128,10 6-2985,9 0-4864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3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65 16426,'-29'-45'3520,"28"37"1553,5 4-3385,10 1-1365,-13 3 276,9-2 9,1 1 1,0 0 0,-1 0-1,1 2 1,0-1 0,0 1-1,14 3 1,75 24-340,365 161-2337,-463-189 2013,46 22-2896,-8-5-1180,2 3-3923,1-3-4470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731 1 13609,'-54'2'3437,"32"4"-353,-10 0-96,-19-3-324,10 5-487,3-8-489,-10 9-336,1 5-276,-1 3-384,-3-2-692,-57 27-1064,61-13-720,9 0-628,-1-7-813,8 4 285,5 8-3377,17-19-5724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14757,'25'-1'2765,"-25"-2"-538,-16-2 3624,36 6-2225,-14-1-3024,112 12 2456,-20-2-3177,23 3 119,-92-9-11,100 10-129,-79-11-1094,62 3-3969,-43 2-5493,-49-5-1803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23 14245,'-63'-22'2681,"28"30"-109,-16 6-352,16-2-396,7 2-360,-7 0-304,3 6-268,0 3-171,-3 6-161,3-6-520,7 2-1012,-4 4-585,-2-3-1039,-4 5-1168,13 1-2033,12-1-4912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14621,'32'1'5156,"55"9"-1,90 31 42,-111-24-4348,-50-13-1101,146 35-2356,-108-27-2660,0-1-4725,-32-6 120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524 29 13817,'-76'-29'2733,"47"38"43,-22 2-352,36-8-396,-17 6-400,-19 8-376,13 3-259,3 3-201,0 5-4,-3 4-560,6-1-680,10 1-804,-3 2-733,6 3-1007,6 3-3717,0-3-6356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14053,'0'0'9074,"4"-2"-7482,3 0-1224,1 0 1,-1 0-1,1 1 0,-1-1 0,1 2 1,-1-1-1,1 1 0,13 2 1,66 14 550,-26-3-653,50 11-2067,-73-14-1108,1-1 0,0-3 0,44 3 0,-80-9 2406,0-1-1,1 1 1,-1 0-1,0-1 1,1 0 0,-1 0-1,0 0 1,0 0-1,0 0 1,0-1-1,0 1 1,0-1 0,0 0-1,0 0 1,4-3-1,6-9-4239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601 68 7917,'0'-6'779,"0"1"0,0-1 0,-1 0 0,0 0 0,-2-8 0,2 12-585,1 1 0,-1 0 0,1-1 0,-1 1 0,1 0 0,-1 0-1,0 0 1,0-1 0,0 1 0,1 0 0,-1 0 0,0 0 0,0 0 0,-1 1 0,1-1 0,0 0-1,0 0 1,0 1 0,0-1 0,-1 0 0,1 1 0,0-1 0,-1 1 0,1 0 0,0-1-1,-1 1 1,1 0 0,0 0 0,-1 0 0,1 0 0,-2 0 0,-6 2 53,1 0 0,-1 0 0,1 0-1,0 1 1,0 1 0,0-1 0,0 1 0,1 1 0,-9 5 0,-57 47 735,65-50-848,-48 45 67,-80 95 0,106-113-782,5-6-312,-48 57-3309,29-24-2378,18-19-963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12605,'4'0'2064,"64"-2"4986,44 12-3436,-53-4-2741,113 8-972,-6-5-4994,-108-13-3614,-27 3-616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0 10893,'-82'26'2100,"28"-3"-144,6 3-63,1 2-513,2 1-328,1 2-196,-7 9-204,-6 6-124,-4 5-172,1-2-668,-3-1-992,-4 1-872,3 5-3141,4-2-4256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89 9409,'0'-2'2460,"3"-50"6962,-3 35-5507,1 15-3698,0 0-1,1 1 0,-1-1 0,1 1 1,-1 0-1,1-1 0,0 1 1,0 0-1,-1 0 0,1 0 0,0 0 1,2 0-1,2 1-95,-1 0 0,0 1 0,0-1 0,1 1 0,-1 1 0,0-1 0,0 1 0,7 3 1,-5-2-25,252 96-375,-219-85-1070,88 29-2957,-39-20-7335,-61-17 2990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6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563 57 6525,'-32'-17'2204,"32"-6"3412,-19 15-3932,3-1-251,-6 12-265,-19 6-264,6 5-168,-7 0-4,-5 12-284,2 3-88,1 5-84,-4 3-136,7 3-568,3 6-888,3-1-864,3 13-3281,7-1-4396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32 7009,'-18'-17'2137,"25"11"1930,17-2-1979,-21 7-480,31 14 1995,136 87-232,-103-58-2946,59 42-1532,-73-47-3237,-17-12-2524,-14-8-2137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6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27 7737,'-51'-26'6332,"29"29"-4708,-7 5-291,-2 12-253,2 12-268,-6-1-276,3 12 16,-6 6-224,-3-7-700,-7 1-1012,-6 9-1133,13 5-2179,-3-8-3685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7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6721,'19'-5'11398,"13"5"-6811,24 15-3467,323 118 1892,-375-131-3072,173 63-4090,-144-50-1424,46 28 0,-42-22-2922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8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0 9097,'-2'2'2127,"-13"8"254,0 2-1,-17 16 1,13-7-1094,1 0 0,-22 33 0,-15 27 322,-106 147 61,115-169-3599,-94 92 1,-3-23-6960,70-65-889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8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1 7829,'0'0'5750,"0"3"-3942,0 7-831,-1 0 0,0 0 0,-1-1 0,0 1-1,0 0 1,-6 13 0,1-7-90,0-1-1,-1 0 1,-12 17 0,-11 9 225,-56 58 0,57-68-649,-100 108-1124,-4-4-4430,119-120 4234,-67 69-7946,40-28-1260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9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705 3 6441,'10'-2'1673,"-23"10"4418,4 3-2754,8-10-3136,0 0 0,0 0 0,0 0 0,0 0 0,0 0 1,0 0-1,0 0 0,0 1 0,0-1 0,0 0 1,1 1-1,-1-1 0,1 0 0,-2 3 0,-1 10 396,0-1 0,-1-1 0,0 1 0,-1-1 0,-1 0 0,0 0 0,-1 0 0,0-1 0,0 0 0,-1 0 0,-1-1 0,-14 15 0,-13 8-446,-2-2 0,-47 30 0,34-25-705,-114 64-4383,5-5-6215,108-53 2006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0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10885,'1'-2'2372,"1"-2"-1816,-2 3-254,0-1 1,1 1-1,-1 0 0,0 0 0,1 0 1,-1 0-1,1 0 0,-1 0 0,1 1 1,0-1-1,-1 0 0,1 0 0,0 0 1,0 0-1,-1 1 0,1-1 0,0 0 1,0 1-1,1-2 0,1 3 51,0-1-1,0 0 0,0 1 1,0 0-1,-1 0 1,1 0-1,0 0 1,-1 0-1,1 0 1,0 0-1,2 3 1,149 91 5078,2 18-6332,-123-89 14,44 38-3545,-29-19-5238,-28-22-975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0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568 46 11461,'-69'-23'2540,"59"15"281,-15-1-57,-1 3-380,-6 6-320,4 0-396,-10 6-404,-16 8-67,16 3-409,-4 3-176,1 6-364,6 3-596,3 8-956,1 3-637,5 0-1331,4 3-3489,3 2-6440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0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19 145 9189,'-3'-4'1198,"1"0"1,0 0 0,-1 0-1,1 0 1,1-1 0,-1 1-1,-2-10 6033,7 16-6365,40 24 202,86 37 0,-38-24-1839,22 8-1601,-57-25 73,-36-13 18,0-1 0,27 6 0,-44-13 1835,0-1-1,0 0 0,0 0 0,-1 0 0,1 0 0,0 0 0,0-1 0,0 1 1,5-2-1,-2 0-429,-4 0 698,-1 0 0,0 0-1,0 0 1,0-1 0,0 1 0,0 0-1,0-1 1,0 1 0,0 0 0,-1-1 0,1-2-1,-1 5 170,1-19 568,0 0 1,-1 0-1,-1 0 1,-1 0 0,-1 0-1,0 0 1,-1 1-1,-1 0 1,-8-20 0,10 32-105,1-1 1,-1 1 0,0 0-1,0 0 1,0 0 0,-1 0 0,0 0-1,0 1 1,-1 0 0,-9-10 0,11 13-340,-1 0 0,1 0 0,0 1 0,-1-1 0,1 0 1,-1 1-1,1 0 0,-1 0 0,1 0 0,-1 0 0,0 1 1,0-1-1,1 1 0,-1 0 0,0 0 0,0 1 0,1-1 1,-1 1-1,0-1 0,1 1 0,-7 3 0,-5 2-27,0 0 0,1 1 0,-1 1 0,2 1 0,-1 0 0,1 0 0,0 2 0,1-1 0,0 2-1,-13 16 1,-2 4-859,-48 58-3075,31-27-2061,9-11-2766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31 7493,'0'0'10151,"-1"-3"-8258,-2-5-2062,1-12 8267,12 28-7214,4 5-438,1-1 0,27 18 0,-5-5-250,-11-8-1092,2-1 1,51 22-1,13 7-5055,-45-24-3227,-21-12 94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2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471 20 8913,'-19'-20'2504,"3"26"-216,3 0-248,-19 0-171,4-1-329,-1 10-256,-9 13-332,3 4-180,4 5-184,-11 8-400,4 4-368,3-3-1152,-6-1-996,3 7-3361,3 2-4736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0.7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 11489,'0'0'85,"0"1"1,0-1-1,0 0 0,0 1 1,1-1-1,-1 1 0,0-1 0,0 0 1,0 1-1,1-1 0,-1 1 1,0-1-1,0 0 0,1 1 1,-1-1-1,0 0 0,1 1 0,-1-1 1,0 0-1,1 0 0,-1 1 1,0-1-1,1 0 0,-1 0 1,1 0-1,-1 1 0,0-1 0,1 0 1,-1 0-1,1 0 0,-1 0 1,1 0-1,-1 0 0,1 0 1,-1 0-1,0 0 0,1 0 0,-1 0 1,1 0-1,-1 0 0,1-1 1,-1 1-1,0 0 0,1 0 1,-1 0-1,1-1 0,-1 1 1,0 0-1,1 0 0,-1-1 0,0 1 1,1 0-1,-1-1 0,0 1 1,1 0-1,-1-1 0,0 1 1,0 0-1,0-1 0,1 0 0,0 0 168,0 0 0,1-1-1,-1 1 1,1 0 0,-1 0-1,1 0 1,0 0 0,-1 0-1,1 0 1,0 0 0,3 0-1,149-24 4612,-116 21-4714,0 2 0,0 2 0,0 1 0,45 8 0,-52-5-2279,-1-2-1,50-1 1,-32-2-5401,-20 1-906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0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531 46 14017,'-44'-34'2953,"18"28"-165,1 0-244,-1 6-128,1 0-408,0 0-439,-1 6-241,-18 3-316,15 2-228,-3 3-232,4 6-428,-7 3-524,6 3-848,-6 5-456,4 1-797,-1-1-767,7 6-3501,12 6-6452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1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1 248 10733,'0'-6'2390,"2"-11"-1448,-2 7 562,1-1 0,0 1 0,1 0-1,5-17 1,-6 24-1296,0 1 0,0 0 0,0-1 0,0 1 0,0 0 0,1 0 0,-1 0 0,1 0 0,-1 0 0,1 0 0,0 1 0,0-1 0,0 1 0,0-1 0,0 1 0,0-1 0,0 1 0,0 0 0,0 0 0,1 0 0,-1 0 0,0 1 0,1-1 0,-1 1 0,5-1 0,10 0 33,-1 2 0,1 0 0,-1 1 0,0 0 0,0 2 0,31 9-1,-17-2-908,0 2 0,44 25 0,-22-9-1381,-22-13-2004,-1 1-1,51 40 0,-78-55 3253,11-34 640,-14 25 403,0 0-1,-1 0 1,0 0 0,-1 0-1,1 1 1,-1-1-1,-6-8 1,0-4 520,-1-3 519,-1 0 0,-1 2 0,-22-31 0,28 43-796,-1 0 0,0 0 0,-1 1 0,0 0 0,0 0 1,0 1-1,-1 0 0,1 1 0,-2 0 0,-15-7 1,18 9-264,-1 1 0,1 0 0,-1 0 0,0 0 0,1 1 0,-1 0 0,0 1 0,0 0 0,0 0 0,1 1 0,-13 2 0,14-1-285,-1 0 1,0 0-1,1 1 1,-1 0-1,1 0 1,0 1-1,0 0 1,0 0-1,1 0 1,-1 1-1,1-1 1,-9 11-1,2 0-1248,1-1 0,0 2-1,-12 22 1,19-30-44,0 1 0,1-1 0,0 1 0,1-1-1,-3 15 1,1 22-8794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2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22 8981,'0'0'6898,"-2"-3"-4921,-7-6-808,0-1 5021,18 16-3262,16 9-3095,-1-1-1,53 20 1,-35-16-894,-9-4-1311,36 10-1,5-4-7938,-30-9 1771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2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483 32 10185,'-16'-31'2620,"-10"31"-120,-2 0 165,3 2-413,-23 10-436,10 2-364,3 6-280,-3 6-272,3 8-324,3 3-988,4 3-660,-14-3-1200,7 9-276,4 11-3345,5-2-5064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3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11 150 6553,'-1'0'110,"0"-1"-1,1 0 1,-1 1 0,0-1 0,0 0 0,1 0 0,-1 0 0,0 1 0,1-1 0,-1 0 0,1 0 0,-1 0 0,1 0 0,0 0-1,-1 0 1,1 0 0,0 0 0,0 0 0,0 0 0,-1 0 0,1 0 0,1-2 0,-1 1 169,1 1-1,1-1 1,-1 1 0,0 0 0,0-1 0,0 1 0,1 0 0,-1 0-1,1 0 1,2-2 0,3-2 3742,-3-9-903,-3 13-2976,0 1 1,-1-1-1,1 0 0,-1 0 1,0 1-1,1-1 0,-1 0 0,1 0 1,-1 0-1,0 0 0,0 0 1,0 0-1,1 1 0,-1-1 0,0 0 1,0 0-1,0 0 0,0 0 1,0 0-1,-1 0 0,1 0 0,0 0 1,-1-1-1,0 0 303,0-1 0,0 0 0,1 1 0,-1-1 0,0 1 0,1-1 0,0 0 0,0 0 0,0 1 0,0-1 0,0 0-1,0 1 1,1-1 0,-1 0 0,1 1 0,0-4 0,2-4-266,-3 7 639,22-2-79,-21 4-704,1 0-1,-1 1 1,1-1 0,-1 1 0,0-1 0,1 1-1,-1 0 1,1-1 0,-1 1 0,1 0-1,-1 0 1,1 0 0,-1 0 0,0 0 0,1 1-1,-1-1 1,1 0 0,-1 1 0,1-1-1,-1 1 1,2 0 0,67 35-113,-42-21-319,42 17 1,34 4-6111,-38-18-4279,-46-15-833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3.6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24 13905,'-41'-20'2809,"15"17"-53,-2 3-360,-4 0-4,13 3-732,-3 5-292,-4 1-287,-12 8-209,3 0-260,4 6-432,5 0-712,-18 28-2893,18-22 273,4 0-3605,6 2-6424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4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12 137 12849,'1'-3'485,"0"1"-1,1-1 1,-2 0-1,1 0 1,0 0-1,0 0 0,-1 0 1,0-1-1,0 1 1,0 0-1,0 0 1,0 0-1,0 0 1,-1 0-1,0 0 1,1 0-1,-3-5 1,-2-12 889,-1-3 1858,6 23-3160,-1-1-1,1 0 1,0 0-1,0 0 1,-1 1-1,1-1 1,0 0-1,0 0 1,0 0-1,0 0 1,0 0-1,0 1 1,0-1-1,0 0 1,0 0-1,0 0 1,1 0-1,-1 0 1,0 1-1,0-1 1,1 0-1,-1 0 0,1 1 1,-1-1-1,1 0 1,-1 0-1,1 1 1,-1-1-1,1 0 1,0 1-1,-1-1 1,1 1-1,0-1 1,-1 1-1,1-1 1,0 1-1,1-1 1,1 0 15,0 0 0,0 0 1,0 0-1,0 0 1,0 0-1,0 1 0,1 0 1,-1-1-1,0 1 1,7 1-1,-5-1 26,16 2-275,0 1-1,1 1 0,-1 1 0,40 15 0,-11-4-1223,-25-9-610,0-1 1,44 5-1,-58-10 351,0-1 1,0 0-1,0-1 1,0 0 0,13-4-1,7-1-7284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4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579 1 10533,'-32'0'2260,"3"2"-120,-2 4-35,-14 6 183,7-1-340,0 3-232,-3 1-320,-7 5-280,-34 28 400,47-19-1328,3 2-844,-3 3-700,10-2-1064,-7-1-1188,10 6-2101,9 1-4764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4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36 481 10045,'-29'-28'2439,"23"22"-165,6 2-60,6-34 2175,-6 34-2599,7-7 937,-6 9-2636,0 1 0,0-1-1,0 1 1,1 0 0,-1 0-1,1 0 1,-1-1 0,1 1-1,-1 1 1,1-1-1,0 0 1,-1 0 0,1 1-1,0-1 1,-1 0 0,1 1-1,0 0 1,2-1 0,35-1 381,-30 2-291,259 9 1203,-107 0-4132,-140-9 1611,0 0 0,1-2 1,34-7-1,-46 7 450,1-1 1,-1 0-1,0 0 0,-1-1 1,1 0-1,-1-1 0,1 0 0,-2-1 1,13-9-1,-17 11 518,0 0 0,-1-1 0,0 1-1,0 0 1,0-1 0,0 0 0,-1 0 0,0 0 0,0 0-1,0 0 1,0 0 0,-1-1 0,0 1 0,0 0 0,-1-1-1,1 1 1,-1-1 0,-1-9 0,-1-9 875,-2 0 1,-12-45-1,8 41 643,8 24-1128,-1 0 0,-1 0 0,1 0 0,0 0 0,-1 0 0,0 0 0,0 0 0,0 1-1,0-1 1,-1 1 0,0 0 0,1-1 0,-1 1 0,0 0 0,-1 1 0,1-1 0,0 0 0,-1 1 0,-4-3 0,4 4-88,0-1 0,-1 1 1,1 0-1,-1 0 0,0 1 1,1-1-1,-1 1 0,0 0 1,1 0-1,-1 0 0,1 1 1,-1 0-1,0 0 0,1 0 1,-1 0-1,-5 4 0,1-2-15,1 1 0,0 1 0,0-1 0,1 1 0,-1 1-1,1-1 1,0 1 0,1 0 0,-8 10 0,-4 7-111,-23 39 1,-5 7-1488,-16 15-3046,29-24-1295,5-2-2977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7 13141,'-32'-6'12867,"36"7"-11070,83 31 1908,-18-5-2590,26 6-903,121 36-3036,-69-34-6068,-111-29 2040,-13-1-4433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441 15 13457,'-63'-15'2997,"38"21"-141,6 3-384,-4-1-400,-2 4-392,3 2-388,-20 12-275,17-1-209,-7 4-376,0 2-344,7 1-984,3 2-513,-4 0-951,1-8-804,3 5-3153,9 1-5724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4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62 13941,'10'-3'9019,"8"-11"-5117,5-4-1444,-6 12-2164,0 1 0,1 1 0,-1 0 0,1 1 0,34-1 1,94 8 1209,-91-1-1326,160 18-5530,47 2-4271,-228-20 3807,1 7-3176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610 9 12745,'-42'0'2228,"20"-8"37,-3 11 107,-1 2-368,-56 18 980,41-6-1916,-1 3-260,-5 3-180,2 11-323,4 4-902,0-1-495,-1 8-884,4 1-732,3 3-3521,-6-1-5592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 15057,'19'11'2485,"-16"-25"3779,6 25-4876,4 1-288,12-1-248,26 9-167,-6-3-165,-4 0-264,10 0-532,6 6-672,0-3-253,-6-3-567,0-2-648,-7-7-232,1 1-3113,-4 2-4844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670 6 9693,'-28'-3'1917,"13"2"749,0 0-1,0 0 1,-17 3 0,0 6-1581,5 3-749,1 1-1,1 1 0,0 1 1,1 1-1,1 1 1,0 2-1,1 0 0,1 1 1,1 1-1,0 1 1,-25 36-1,-8 21-1567,-69 98-6975,90-128 2394,7 3-3334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12749,'3'3'404,"1"-1"0,0 1 1,0-1-1,0 0 0,0 0 0,0 0 0,8 2 0,25 2 5627,86 8-1127,6-4-3288,2-5-3697,-6-6-4104,-116 1 5347,15-2-1155,-6-4-3783,-2 0-2900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4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369 0 11257,'-9'11'2248,"-1"-2"-240,-12-3-35,-23 5-329,17 1-324,-4 2-288,-3 3-176,0 6-196,3 5-168,1 7-488,5 2-464,1 3-980,9-6-856,6 6-3449,-2 3-4824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14077,'0'0'10213,"4"3"-9209,10 7-648,0-2 0,0 1 0,1-2 0,24 10 1,72 18-583,-49-16-687,-11-3-1533,56 10-1,5-13-8455,-80-13 3745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813 1 6537,'-26'5'1884,"21"-4"127,-18 7 1730,21-7-3561,-24 9 1362,0 0 0,0-2 1,-41 7-1,41-11-1328,0 2-1,1 0 1,-1 2 0,1 1 0,1 1 0,0 1-1,0 1 1,1 1 0,1 1 0,0 1 0,-28 25-1,-100 100-3813,54-42-4587,47-42-129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8.3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10953,'1'-3'715,"0"1"0,1-1 0,-1 0 1,1 0-1,0 1 0,0-1 0,0 1 0,0 0 0,0 0 1,4-3-1,6-3 194,-9 6 1225,0 1-1323,2 0-692,0 0 0,0 0 1,0 0-1,0 1 0,0 0 0,0 0 0,0 0 1,1 0-1,-1 1 0,0 0 0,0 0 0,0 0 1,0 1-1,-1-1 0,1 1 0,7 4 0,181 69-2115,-43-18-4006,-99-43-1004,-22-7 294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8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614 1 7605,'-32'0'2140,"10"0"-296,3 0-40,-7 6-168,-15 11-103,9 0-261,-3 0-288,-3 9-228,-9 0-144,-1 5-188,-3 3-648,0 1-1048,-9 7-1276,0 4-2325,9 6-3836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14861,'-1'0'148,"1"0"1,0 0-1,-1 0 0,1 1 0,0-1 0,-1 0 0,1 0 0,0 0 0,-1 1 0,1-1 0,0 0 1,0 0-1,-1 1 0,1-1 0,0 0 0,0 1 0,-1-1 0,1 0 0,0 1 0,0-1 0,0 0 0,0 1 1,0-1-1,-1 1 0,1-1 0,0 0 0,0 1 0,0-1 0,0 0 0,0 1 0,0-1 0,0 1 1,14-1 6179,12 0-4790,164 55 2137,19 3-3776,-162-48-602,6 1-2392,78 7 1,-115-17 2189,61 4-8355,-36-2-1888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524 0 11625,'-51'32'2440,"1"-29"-59,24-1 47,1 10-488,-13 11-452,12-3-212,1 8-248,-4-2-204,1 8-240,-4 3-784,0 3-460,-6 0-572,6 0-752,1-5-564,-1-1-3221,3 0-4868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7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14397,'37'-8'9433,"2"5"-5008,-1 4-3942,44 6 1,-56-4 613,327 43-206,-203-25-2715,-7-1-2700,-46-9-6820,-65-7 810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562 1 12965,'-70'0'2196,"23"3"-7,9 5-73,0 4-468,0 2-168,-4 3-300,4 3-220,-3 6-184,6-1-176,3 4-244,4 2-612,2-2-392,7 2-496,3 1-676,-6-4-512,13-13-612,-4 8-2181,3 5-4088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13393,'26'0'2180,"21"5"149,-27-2-121,2 6-412,-3-1-200,6 1-312,26 2-264,-13 1-244,3 2-172,7-2-363,12-4-562,-3 4-491,-6-4-464,-3 1-768,0-1-428,-23-2-864,10 0-1737,12-1-4036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499 1 11141,'-57'25'2408,"25"-19"-244,-25 3-27,38-9-209,-10 14-356,-12 6-316,9 0-200,4 8-220,-7-2-172,0 8-320,6 1-784,4-1-608,3 3-696,0-5-736,2 8-3405,5 0-5040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1 126 13229,'44'-12'1992,"1"4"-67,-10-4-325,9 4-280,-3 2-260,10-3-236,6 4-140,4-1-120,9 0-92,-1 3-408,-2-5-204,-3 5-240,-10-6-388,-7 7-544,-2-4-384,-7-8-552,-22 5-2833,9 12-4044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734 0 12457,'-69'3'2196,"34"-6"45,-23 6 143,11 3-332,6 5-324,-1 3-336,-5 1-272,-4 7-268,3 4-204,1 8-91,-1 6-133,7 0-488,3 6-857,9 3-467,0 2-988,4 6-848,0 3-2741,12-5-5164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13217,'13'-2'725,"0"0"306,-1 1 3462,-9 1-4024,-1 1 0,1 1-1,-1-1 1,0 0-1,0 0 1,0 1 0,0-1-1,0 1 1,0 0 0,0 0-1,2 2 1,18 14 1094,221 98 170,-76-47-9036,-151-60 6108,-3-1-1276,0-4-4206,3 1-1079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 0 7893,'0'0'8683,"0"3"-7369,0 1-1045,0-1 1,0 1 0,-1-1-1,1 1 1,-1-1 0,1 1-1,-1-1 1,0 1 0,-1-1 0,1 0-1,0 1 1,-1-1 0,0 0-1,0 0 1,0 0 0,0 0-1,0-1 1,-1 1 0,1-1-1,-1 1 1,0-1 0,1 0 0,-5 3-1,-55 34 987,-1-3 0,-68 28-1,41-20-2689,63-31-721,-52 17 0,61-25 166,1 1 0,0 1 0,0 1 0,-23 14 0,-1 11-7467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3 107 9629,'0'-3'415,"-1"1"0,0-1 1,1 0-1,0 0 0,0 1 0,-1-1 1,1 0-1,1 0 0,-1 0 0,0 1 1,1-1-1,0 0 0,-1 1 1,1-1-1,0 0 0,0 1 0,3-5 1,1-6 1061,-3 11-1210,0-1 1,0 0-1,0 1 1,0-1-1,1 1 1,-1-1-1,1 1 0,-1 0 1,1 0-1,0 0 1,0 1-1,0-1 1,0 1-1,0-1 0,0 1 1,0 0-1,0 0 1,6 0-1,7-1 86,0 0-1,1 2 1,-1 0-1,31 4 0,65 19 273,-101-21-560,38 11-944,94 38-1,-109-36-2039,48 29 1,-54-22-4841,-16-10-16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8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477 35 8453,'-26'-23'3900,"-2"17"-2192,5 1-240,-5 13-235,-20 4-233,13-1-216,-6 6-200,-4 3-128,4 6-244,3 3-448,0 5-716,6 3-808,4 0-3205,2 3-3936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3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 12977,'47'-7'10738,"0"4"-5735,97 8-4245,-109-2 678,24 1-887,192 16-928,-87 4-5669,-117-13 1625,-22-3-1625,-9-1-5531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3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722 0 11425,'-83'15'2420,"45"-18"28,-19 9-119,9 5-377,4-2-352,-7 5-312,0 6-256,0 3-264,0 3-204,7 2-928,3 4-500,-7 2-1064,4 0-872,6 0-3105,6 9-5076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5.2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16 12057,'-4'-9'-195,"3"9"654,1-1 0,-1 1 0,1-1 1,-1 0-1,1 1 0,-1 0 0,0-1 1,0 1-1,1-1 0,-1 1 0,0 0 1,1-1-1,-1 1 0,0 0 0,0 0 1,0-1-1,1 1 0,-1 0 0,0 0 1,0 0-1,0 0 0,0 0 0,1 0 1,-1 0-1,0 1 0,-1-1 0,-8 4 1780,9-3-2178,1-1-1,0 0 0,-1 1 1,1-1-1,0 0 0,-1 1 1,1-1-1,0 0 0,-1 1 1,1-1-1,0 1 0,0-1 1,0 1-1,-1-1 0,1 1 0,0-1 1,0 1-1,0-1 0,0 1 1,0-1-1,0 1 0,0-1 1,0 1-1,0-1 0,0 1 1,0-1-1,0 1 0,0-1 1,1 1-1,10 22 1099,25 24-76,-29-38-906,23 27 235,1-1 0,46 38 1,27 7-2466,-81-66 831,1 0-1,0-2 0,29 10 1,-9-6-2923,1-1-3544,-42-14 7009,22 8-8845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5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531 14 10985,'13'-14'2372,"-42"20"-320,7-3-235,-7 2-97,-12 13-276,9-4-188,-9 9-248,-4 8-212,4 9-136,0 6-288,0 8-576,3 6-552,-1-3-1112,1 6-864,3 3-2909,4 0-4656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2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21 11813,'-11'9'2895,"10"-17"1287,0-13-90,27 22-1593,33 7-1097,69 20 0,-67-13-1050,234 60-1578,-2 1-7443,-249-65 2665,-10 3-3750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2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595 6 8981,'-23'-5'2312,"-18"5"-240,22 3-292,-16-1-327,-19 10-285,19-4-256,-6 10-212,-3-1-176,-1 3-260,-6 3-444,4 5-680,-1 1-716,4-4-573,5 7-2327,11 5-3465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6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22 9133,'0'0'13130,"-2"2"-11521,0-2-1481,1 1 0,0-1 0,0 1 0,0-1 0,1 1 1,-1 0-1,0 0 0,0-1 0,0 1 0,0 0 0,1 0 0,-1 0 0,0 0 0,1 0 0,-1 0 0,0 0 0,1 0 0,0 0 0,-1 0 0,1 0 0,0 0 1,-1 1-1,1-1 0,0 0 0,0 0 0,0 2 0,1 1 63,1-1 0,0 1 0,-1-1 0,1 0 0,1 1 0,-1-1 0,0 0 0,6 5 0,153 153 723,-41-64-8032,-116-95 6706,0 1 1,0-1-1,0 0 0,0 0 0,0-1 0,1 1 0,-1-1 0,1 0 0,-1 0 0,1-1 0,-1 1 0,1-1 0,0 0 0,-1 0 0,1 0 1,-1-1-1,9-1 0,-8 0 147,1 1 1,-1-1 0,1 0 0,-1-1 0,0 1-1,0-1 1,0 0 0,0 0 0,0-1 0,0 1-1,-1-1 1,0 0 0,7-9 0,-4 3 386,0-1 0,-1 0 0,-1 0 0,0-1 0,0 0 0,-1 1 0,-1-1 0,0-1 0,-1 1 0,2-14 1,-1 3 483,-1 10 360,0 1 1,-1 0-1,0-1 1,-1 1-1,-1-1 1,-2-18 0,2 29-790,0 0 1,0 0-1,0-1 1,-1 1-1,1 0 1,0 0 0,-1 0-1,0 0 1,1 0-1,-1 1 1,0-1 0,0 0-1,0 1 1,0 0-1,0-1 1,0 1-1,-1 0 1,1 0 0,0 0-1,-1 0 1,1 1-1,0-1 1,-1 0 0,1 1-1,-1 0 1,1 0-1,-4 0 1,-6-1 157,0 1 0,1 0 0,-1 1 0,-14 3 0,9 0-112,0 1 0,0 0 1,1 1-1,0 1 0,0 0 0,-22 15 1,-84 67-2614,70-47-603,28-24-429,2 2 0,-32 35 1,11-2-6604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6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63 4844,'0'0'13036,"-1"-2"-12837,0 0-1,0 0 0,-1 0 0,1 1 1,-1-1-1,1 0 0,-1 1 1,0 0-1,-2-3 0,-3 11-49,0 0-1,-1-1 1,1-1-1,-1 1 1,-1-1-1,1 0 1,-1-1-1,1 0 0,-11 3 1,-3 0 36,0 1 0,0 1 0,1 1 0,0 1 0,1 0 0,0 2 0,-29 24 0,40-30-172,7-6-8,0 1-1,0 0 1,0 0-1,0-1 1,1 1-1,-1 0 1,0 0-1,1 1 1,-1-1-1,1 0 1,0 0-1,0 1 1,-2 4-1,-1 6 90,-2 1 0,-12 23-1,-10 24 258,24-49-314,0-1-1,1 1 1,0 0 0,1 0 0,1 0-1,0 0 1,0 0 0,1 0-1,1 0 1,0 0 0,0 0-1,1 0 1,1 0 0,0 0-1,1-1 1,0 1 0,1-1-1,0 0 1,8 12 0,-3-9-31,1-1 0,1 0 0,1-1 1,0 0-1,0-1 0,17 11 1,-3-4 12,0-2 1,31 14 0,-44-24-15,1-2 1,0 0-1,0 0 1,1-1-1,-1-1 1,0-1-1,1 0 0,23-2 1,-17 1 12,19 0-11,0-3 0,0-1 0,0-2 0,-1-1 0,54-18 0,-49 9-45,-17 7 54,-1-1 0,0-2 0,32-18 0,-48 23-4,0-1-1,-1-1 0,0 1 0,0-2 1,-1 1-1,0-1 0,-1-1 1,0 1-1,0-1 0,-1-1 0,10-22 1,-8 10 69,-1 0 1,-1 0-1,-1-1 0,-1 0 1,2-31-1,10-34 620,-6 34 116,-10 50-712,-1-1 0,0 1 0,0 0 0,0 0 0,-1 0 0,0 0 0,0 0 0,-1 0 0,1 0 0,-1 0 1,-1 0-1,1 1 0,-1-1 0,0 1 0,0 0 0,-7-9 0,0-1 195,8 11-261,-1 1-1,0 0 1,0 0-1,0 0 1,0 0-1,-1 1 1,1-1 0,-1 1-1,1 0 1,-1 0-1,0 0 1,0 1 0,0-1-1,-4-1 1,-14-2 47,-34-5 1,35 7-35,-17-4 1,-134-17 73,119 21-112,1 1 0,-64 8 0,-76 13-246,189-18-57,-17-14-7511,27-3-10656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21 3860,'-1'-1'491,"0"0"-1,0 1 0,0-1 1,0 1-1,0-1 0,0 1 1,0-1-1,-1 1 0,1 0 1,0-1-1,0 1 0,0 0 1,0 0-1,0 0 0,0 0 1,-1 0-1,1 0 0,0 0 1,0 1-1,0-1 0,0 0 1,0 0-1,0 1 0,-2 0 0,-6 2 2832,23-24-1685,-14 22-1546,0 1 1,-1-1 0,0 0 0,1 1 0,-1-1 0,0 0 0,1 0 0,-1 1 0,0-1 0,0 0-1,0 0 1,0 0 0,-2 1 0,2-2 46,0 0 0,0 0 0,0 0 0,0 0 0,0-1 0,0 1 0,0 0 0,0-1 0,0 1 0,0 0 0,0-1 0,0 1 0,1-1 0,-1 1 0,0-1-1,0 0 1,0 1 0,1-1 0,-1 0 0,-1-1 0,0 0 1771,2 2-1869,-1 1 0,0-1-1,0 0 1,0 1 0,0-1-1,0 1 1,0-1 0,0 1 0,1-1-1,-1 1 1,0 0 0,0-1 0,1 1-1,-1 0 1,1-1 0,-1 1-1,0 0 1,1 0 0,-1 0 0,1 0-1,0-1 1,-1 1 0,1 0-1,0 0 1,-1 1 0,-4 22 523,3-6-342,-3 35 377,2 101 1,20 28-376,-12-131-202,-4-48-14,-1 17-32,6 32 133,-6-50-114,3-2-2428,-1-1 2024,0 1 1,0-1 0,0 0-1,0 0 1,0 1 0,-1-1-1,1 0 1,0 0 0,-1-1-1,1 1 1,0 0 0,-1 0-1,0-1 1,1 1 0,-1-1-1,0 1 1,0-1 0,0 0-1,0 1 1,0-1 0,0 0-1,0 0 1,0 0 0,-1 0-1,1 0 1,-1 1 0,0-1-1,1-3 1,4-12-3318,1 0-5768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8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 6045,'0'0'1696,"-1"-3"1252,-5-6-3158,4-2 12304,13 13-11929,1 1 0,-1 0 0,-1 0 1,1 1-1,20 10 0,-19-9-488,0-1 0,0 0 0,1 0 0,-1-1-1,1-1 1,0 0 0,0-1 0,19-1 0,-13 0-1078,0-2 0,0 0 0,0-1 0,0-1 0,18-6 0,-15 0-2381,-1-2-1702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8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5801,'-11'36'1634,"11"-36"-1558,-1 1 0,1-1 0,0 0 0,-1 1 0,1-1 0,0 1 0,-1-1 0,1 0 0,-1 0 0,1 1 0,0-1 0,-1 0 0,1 0 0,-1 1 0,1-1-1,-1 0 1,1 0 0,-1 0 0,1 0 0,-1 0 0,1 0 0,-1 0 0,1 0 0,-1 0 0,1 0 0,-1 0 0,1 0 0,-1 0 0,1 0 0,-1 0 0,1 0 0,-1-1 0,1 1 0,-1 0-1,1 0 1,0-1 0,-1 1 0,0-1 0,1 1 160,-5 0 553,1-1 0,-1 1 0,1 0-1,-1 0 1,1 0 0,-1 1 0,1-1 0,-9 3 0,7 0-383,-1-1 1,1 1 0,0 0-1,0 0 1,-7 6 0,-2 3-424,0 0 0,1 2 0,-15 17 0,1 10-3923,15-21-917,-2 0-3467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647 162 5168,'0'0'2161,"-1"-3"-1253,-1-2-470,1 0 0,-1 1 0,-1-1 1,1 0-1,-1 1 0,1-1 0,-1 1 1,-1 0-1,-3-4 0,5 6 639,-24-11 452,15 9-1121,1 2 0,-1 0 0,0 0 0,1 1 1,-1 0-1,0 1 0,0 0 0,0 1 0,-21 3 0,16 1-224,0 1-1,0 0 1,1 1-1,-29 17 1,-54 44 439,93-64-578,-16 11 83,1 0 0,1 2-1,1 0 1,0 1 0,2 1 0,0 0 0,1 1 0,1 1 0,0 1-1,2 0 1,1 0 0,1 1 0,0 0 0,2 1 0,1 0 0,-8 49-1,12-51-59,1-1 0,1 1 0,2 0-1,0-1 1,1 1 0,1-1 0,8 30-1,-8-41-46,1 0 0,0-1 0,1 1-1,0-1 1,1 0 0,0 0-1,0-1 1,1 0 0,0 0 0,0 0-1,1-1 1,0 0 0,0-1-1,1 1 1,-1-2 0,2 1 0,-1-1-1,17 6 1,12 3 56,-1-1-1,2-3 0,60 10 1,-46-11-73,-1-3 0,2-2 0,58-4 0,-83-2 23,1 0 1,-1-3 0,0 0-1,-1-2 1,1-1-1,-2-1 1,33-15 0,-45 16 64,0 0 1,-1-1 0,0-1-1,-1 0 1,0-1 0,0-1-1,-2 1 1,14-18 0,-10 9-27,-2 0-1,0 0 1,-1-2 0,-1 1 0,8-25 0,0-14 9,-3 0 0,-2-1 0,8-94 0,-18 128-71,-2-1-1,0 0 1,-2 1-1,-1-1 1,-2 1-1,0-1 1,-12-42-1,12 63-11,0 0 0,0 1-1,-1-1 1,1 1 0,-2 0 0,1 1-1,0-1 1,-1 1 0,0-1 0,-1 1 0,1 1-1,-1-1 1,0 1 0,0 0 0,0 0-1,0 1 1,-1 0 0,0 0 0,1 0-1,-1 1 1,0 0 0,-11-1 0,2 0-110,1 1-1,-1 0 1,1 2 0,-1 0 0,1 0 0,-1 2 0,1 0 0,-1 0 0,1 2-1,-19 6 1,34-10 115,-133 51-4121,108-39-216,-40 24-1,23-5-4479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1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20 100 5573,'26'-12'8278,"-27"12"-8176,0-1-1,0 1 0,0-1 0,0 0 1,0 1-1,0-1 0,1 0 0,-1 0 1,0 0-1,1 0 0,-1 0 0,0 0 1,1 0-1,-1 0 0,1 0 0,-1 0 1,1 0-1,0 0 0,0 0 0,-1 0 1,1 0-1,0-2 0,2-29 1551,1 6 497,-5 19 1229,-2 10-1239,-5 23-452,-7 40-817,12-30-369,2-1 1,2 1-1,2-1 0,9 61 0,-1-7-107,27 244 106,-29-269-603,-1 18-290,-5-52-625,0 0 0,2 0 0,15 55-1,-16-74 1032,3 4-5603,-5-15 5261,-1 0 0,1 0-1,-1 0 1,1 0 0,0 1 0,-1-1-1,1 0 1,0 0 0,-1 0 0,1 0-1,-1-1 1,1 1 0,0 0 0,-1 0-1,1 0 1,-1 0 0,1 0-1,-1-1 1,1 1 0,0 0 0,-1-1-1,1 1 1,-1 0 0,1-1 0,-1 1-1,1-1 1,23-15-9106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1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 6541,'-21'-8'4210,"28"20"4239,17 11-1610,-8-10-9335,-2-4 2392,1-1-1,0-1 0,0 0 1,1 0-1,-1-2 0,20 5 0,-16-6-911,0-1-1,1-1 1,0-1-1,-1-1 1,1 0-1,0-1 1,-1-2-1,25-5 1,-7 0-3242,4-1-2162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0 8933,'-10'12'2468,"-12"11"-220,-6-3-288,2-3-299,-2 0-353,-1 0-332,-3 6-184,-9 6-176,0-1-108,6 4-156,-7-1-420,11 0-856,-7-2-996,6 5 68,3 9-3185,4-6-4000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2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5064,'9'-7'-8,"-6"5"833,0-1 0,0 1 0,-1-1 0,1 0 1,0 0-1,-1 0 0,0 0 0,0 0 0,4-8 3108,8-9-3092,-7 12 4254,-3 4-4930,0-1-1,0 1 1,-1-1-1,0 0 1,0 0-1,0-1 1,-1 1-1,0 0 1,0-1-1,0 1 1,0-1-1,-1 0 1,1-9-1,1 2 262,18-36 1933,-20 46-1517,7-26 27,-7 27-20,0 8-756,1 0 0,0 0 0,0 0-1,0-1 1,0 1 0,1-1 0,0 1 0,0-1-1,1 0 1,-1 0 0,6 4 0,13 24 446,3 19-316,-1 1 0,-3 1 0,-2 1 0,11 60 0,-19-71-223,2-1 0,23 52 0,0 0 0,-16-21 0,-11-37 0,10 38 0,-18-72 0,0 1 0,0-1 0,0 0 0,0 1 0,1-1 0,-1 0 0,1 0 0,0 0 0,0 0 0,0 0 0,4 5 0,2 2 0,3 10 0,-6-10 0,1 0 0,-1-1 0,2 0 0,11 14 0,-1 2 0,8 10 0,-17-26-25,13 12-1391,-12-17-4934,6-23-5794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9653,'4'6'428,"-3"-4"-294,1 1 1,-1 0 0,1-1 0,0 1-1,0-1 1,0 0 0,5 4 0,-5-5 187,-1 0 1,1-1 0,-1 1 0,1 0 0,-1-1 0,1 1 0,0-1-1,-1 0 1,1 1 0,0-1 0,2 0 0,23 22 2098,-21-16-2584,1-1 0,0 0 0,0 0 1,0-1-1,1 0 0,0 0 1,0-1-1,0 0 0,0 0 1,0-1-1,0 0 0,1-1 0,-1 0 1,1 0-1,-1 0 0,1-1 1,8-1-1,-2-1-411,0 0-1,-1-2 1,0 1-1,1-2 1,-1 0 0,-1 0-1,1-1 1,24-16 0,30-19 346,30-21 6061,-85 53 2069,-18 11-6627,-29 16-660,1 1 0,0 1 0,-57 47 0,-4-3-3675,71-50 311,1 1 0,0 1 0,-34 31 0,20-8-6809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4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147 143 5368,'0'0'13826,"1"-2"-13715,0 1-61,-1 1-1,1-1 1,-1 0-1,0 1 0,1-1 1,-1 0-1,0 1 1,1-1-1,-1 0 1,0 0-1,0 0 1,1 1-1,-1-1 1,0 0-1,0 0 1,0 1-1,0-1 1,0 0-1,0 0 1,0 0-1,-1 1 1,1-1-1,0 0 1,0 0-1,-1 1 1,1-1-1,0 0 1,-1 0-1,0 0 0,-1 0 39,0 0-1,0 1 1,0-1-1,-1 1 1,1 0-1,0-1 0,-1 1 1,1 0-1,-4 1 1,1-1-287,2 0 309,0 1-104,-2 0 7,-1 1-1,1 1 0,0-1 0,0 1 1,0 0-1,1 0 0,-1 0 0,1 1 1,-1 0-1,1-1 0,0 2 0,1-1 1,-1 0-1,1 1 0,0-1 0,0 1 0,0 0 1,-3 8-1,1 2 59,1 0-1,0 1 1,1-1 0,0 1-1,1-1 1,1 30 0,1-20 75,-7 40 0,7-57-118,0 1 0,0 0 0,1 0 1,0 0-1,1 0 0,-1-1 0,6 15 1,3 14 137,-9-34-152,0 1 1,0-1 0,0 0-1,1 1 1,-1-1-1,1 0 1,0 0 0,0 0-1,0-1 1,1 1-1,-1 0 1,1-1 0,-1 1-1,1-1 1,0 0 0,0 0-1,0 0 1,0 0-1,0-1 1,0 1 0,1-1-1,-1 0 1,7 2-1,-2-1 52,1 1-1,0-2 0,0 1 1,0-1-1,0-1 0,0 0 1,14-1-1,21-6 42,-1-3-1,71-24 1,-112 34-110,18-8 0,-1 0 0,32-18 0,-47 24 14,0 0-1,0-1 0,-1 1 1,1-1-1,-1 0 0,1 0 1,-1 0-1,0-1 0,0 1 1,-1-1-1,1 0 0,-1 1 1,0-1-1,0 0 0,0-1 1,0 1-1,-1 0 0,1 0 1,0-6-1,17-128 709,-10 55-170,-9 79-571,1-4 135,-1-1 0,0 1 0,-1-1 0,0 1 1,0 0-1,-1-1 0,0 1 0,0 0 0,-1 0 1,0 0-1,-5-10 0,3 10-62,0 1-1,0 0 1,-1 1-1,0-1 1,0 1-1,0 0 1,-1 1-1,0-1 1,0 1 0,-1 1-1,1-1 1,-1 1-1,0 1 1,0 0-1,0 0 1,-14-3-1,-11 0-59,0 1-1,0 2 0,-54 1 1,84 2-116,2 1-334,0-1 284,-1 0 0,1 0 1,-1 1-1,1-1 0,0 1 0,-1-1 1,1 1-1,0 0 0,0 0 0,0-1 1,-1 1-1,1 0 0,0 0 0,0 0 1,0 0-1,0 0 0,0 0 1,1 0-1,-2 3 0,-15 30-6766,12-22 2455,-2 7-4830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5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36 3588,'0'0'34,"0"0"-1,0 1 0,0-1 1,0 0-1,0 1 0,0-1 1,0 0-1,0 1 0,-1-1 1,1 0-1,0 1 0,0-1 1,0 0-1,0 0 0,-1 1 1,1-1-1,0 0 0,0 0 1,-1 1-1,1-1 0,0 0 1,-1 0-1,1 0 0,0 0 1,0 1-1,-1-1 0,1 0 1,0 0-1,-1 0 0,1 0 1,0 0-1,-1 0 0,1 0 1,0 0-1,-1 0 0,1 0 1,-1 0-1,1 0 0,0 0 1,-1 0-1,1 0 0,0 0 1,-1 0-1,1 0 0,0-1 1,0 1-1,-1 0 0,1 0 1,-10-4 1631,11 4-1590,-1 0 1,1 0 0,-1 0-1,1 0 1,-1 0 0,1 0-1,0 0 1,-1 0 0,1-1-1,-1 1 1,1 0 0,-1 0-1,1-1 1,-1 1 0,1 0-1,-1-1 1,0 1 0,1 0-1,-1-1 1,1 1 0,-1-1-1,0 1 1,1-1 0,-1 1-1,0-1 1,0 1 0,1-1-1,-1 1 1,0-1 0,0 1-1,0-1 1,0 1 0,0-1-1,1 0 1,-1 0 0,-4-17 2688,1 12 4183,8 9-4035,16 16-3457,-5-5 831,-15-11-259,1-1-1,-1 1 0,0 0 1,0 0-1,0 0 1,0 0-1,0 0 0,-1 0 1,1 5-1,-1-7-5,4 13 90,-1 0 1,2 27-1,3 10 95,-8-50-203,3 15 46,2-1 1,-1 1 0,2-1 0,0 0 0,0 0 0,15 22-1,-5-9 25,17 38 0,-26-50-46,30 90 235,36 31 177,-43-85-190,-13-5 376,-16-41-568,1-1 0,-1 0-1,1 1 1,0-1 0,1 0-1,-1 0 1,6 6 0,-7-9-28,5 27 30,-5-26-62,12 28 162,-9-16 1104,-1-7-3818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6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8721,'34'2'3943,"-30"-2"-759,28 9 12,-29-9-3044,0 1-1,0 1 0,0-1 1,-1 0-1,1 1 1,0 0-1,-1-1 0,1 1 1,-1 0-1,3 3 0,7 5 216,11 6 113,-20-12-473,1-1 0,-1-1 0,1 1 0,0 0 0,0-1 0,0 0-1,0 0 1,0 0 0,1-1 0,-1 1 0,1-1 0,-1 0 0,9 1 0,7-1-554,-1 0 0,0-1 0,0-1 0,22-4 0,-34 4 354,0-1 0,0 0 0,0 0-1,0-1 1,-1 0 0,1 0-1,-1-1 1,0 1 0,0-2-1,0 1 1,0 0 0,-1-1-1,10-11 1,59-84 204,-56 81 660,0-1 114,-19 16 687,-12 8 1294,5 0-2669,0 0 0,0 1 0,0 0 0,1 0 0,0 1 0,0 0 1,-10 11-1,8-7-119,0-1 1,-1-1-1,-13 9 1,19-15-91,-75 49-2977,29-14-4036,15-7-2173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7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145 624 4876,'2'-4'1722,"1"0"-1,0 0 1,-1 0-1,0-1 1,0 1-1,2-9 0,0 3 3302,-25 7-4045,17 3-815,0 0 1,0 0-1,0 0 0,0 1 0,0-1 0,0 1 0,0 0 0,0 0 0,1 0 0,-1 1 0,0-1 0,1 1 0,-1 0 0,1 0 0,-1 0 0,1 1 0,0-1 0,0 1 0,0 0 0,1 0 0,-1 0 0,0 0 0,1 0 0,0 0 1,0 1-1,-2 3 0,-5 11 89,0-1 0,2 1 1,-11 37-1,15-45-210,0 0-1,1 0 0,0 1 1,1-1-1,0 1 1,1-1-1,0 1 0,1-1 1,0 1-1,0-1 0,1 1 1,4 12-1,-3-16-33,0 0 0,1 0-1,0 1 1,0-2 0,0 1 0,1-1-1,0 1 1,0-1 0,1 0 0,-1-1-1,1 0 1,0 0 0,1 0-1,-1 0 1,1-1 0,12 5 0,3 0-18,0-1 0,1-1 0,-1-1 1,2-1-1,-1-1 0,0-1 0,1-2 1,35-1-1,-22-1-45,0-3-1,1-1 1,-1-2 0,57-19 0,-81 22 42,0-1 0,0 0 0,0-1 0,-1-1 0,0 0 0,0-1-1,-1 0 1,0 0 0,0-2 0,-1 1 0,0-1 0,-1-1 0,0 1 0,-1-1 0,0-1 0,0 0 0,-1 0 0,6-15 0,-10 20-13,5-9-35,-1-1 1,0 0 0,-1 0-1,-1-1 1,5-32 0,-5 22-2,0 1-18,-1-1 1,-1 1-1,-2-35 1,-1 56 67,0-55-75,-8-66 0,5 109 72,0 0 1,-1 1-1,0-1 1,-2 1-1,0 0 1,-1 0-1,0 0 1,-13-18 0,13 25 6,-1 0 0,0 1 0,0 0 0,-1 1 0,0 0 0,-1 0 0,0 1 0,0 0 0,0 1 0,-1 0 0,0 1 0,0 0 0,0 0 0,-1 2 0,0-1 0,0 1 0,-13-1 0,5 1-140,-1 1-1,1 1 1,-1 1 0,1 1-1,-1 1 1,1 0 0,0 2-1,0 0 1,-27 10 0,23-5-946,1 1 0,0 0 0,1 2 0,0 1 0,-40 30 0,19-10-5002,2 3-3946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5553,'3'1'174,"-2"0"-71,0-1 0,0 1 0,1-1 0,-1 1 0,0-1 0,0 1 0,0-1 0,1 0 0,-1 0 0,0 0 0,0 0 1,1 0-1,-1 0 0,0 0 0,1 0 0,-1 0 0,0 0 0,0-1 0,1 1 0,-1-1 0,0 1 0,4-3 4366,-2 23-2824,-2-17-1464,-1-1 0,1 0 0,0 1 0,0-1 0,1 1 0,-1-1 0,0 0 0,1 0 1,-1 0-1,1 0 0,0 0 0,0 0 0,0 0 0,0 0 0,0-1 0,0 1 0,0-1 0,0 1 0,1-1 0,4 2 0,-4 0 137,1-1-1,0 1 1,-1 1 0,1-1-1,-1 0 1,4 6-1,-4-5 259,-1-1-402,0 0 0,-1 0 0,1 1 0,-1-1 0,1 0 0,-1 1 0,0-1 0,0 1 0,0 3 0,1 2 264,5 9 37,2-1-1,-1 0 1,2 0-1,12 16 1,-11-18-219,-1 0-1,-1 1 1,-1 1 0,13 31-1,-9-11 24,1 0 0,20 36 0,-28-61-200,0 0-1,0 1 1,3 13 0,12 30 21,-6-27 43,3 0 0,28 37 0,-34-48-93,-1 0 0,11 27 0,-20-43-56,0 1 22,12 2-1317,-12-4 1228,-1-1 0,1 0-1,-1 0 1,0 0-1,1 1 1,-1-1-1,1 0 1,-1 0-1,1 0 1,-1 0-1,0 0 1,1 0-1,-1 0 1,1 0-1,-1 0 1,1 0-1,-1 0 1,1 0-1,-1 0 1,0 0-1,1-1 1,-1 1-1,1 0 1,-1 0-1,0 0 1,1-1-1,-1 1 1,1 0 0,-1 0-1,0-1 1,1 1-1,-1 0 1,0-1-1,3-17-1668,-6-6-1425,-2 3-3607,-1 3-3139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8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10421,'21'6'7178,"2"7"-4380,-19-10-2740,-1 0-1,1-1 1,0 0-1,0 0 1,0 0 0,0 0-1,1 0 1,7 1-1,27 3 111,75 3 0,-74-9-1210,1-1-1,-1-3 1,75-15 0,-96 13 607,0 0 1,-1-1 0,0-1 0,28-17 0,65-50-482,-85 48 1472,-23 23-160,0-1 0,0 2 0,1-1 0,-1 0 0,1 1 0,0-1 0,0 1 0,0 0 0,1 1 0,8-6 0,-17 8-227,0 0 0,0 0 1,1 0-1,-1 1 0,0-1 0,0 1 0,0 0 0,0 0 1,1 0-1,-7 4 0,-36 17 452,45-22-592,-156 80-667,51-29-4298,52-25 6,9-3-3000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1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392 193 4412,'0'0'4311,"-3"1"-3257,-14 4-87,-34 11 2627,49-15-2868,-32 7 2711,31-7-3274,0 0 0,0 0 1,0 0-1,0 0 0,0 0 0,0-1 0,0 1 0,0-1 1,0 0-1,-6-1 0,-1 6 44,1 0 0,0 1 1,0-1-1,1 2 0,0-1 0,-8 9 1,-1 1-60,1 1 0,1 0 0,0 2 0,1-1 0,1 2 0,1 0 1,1 0-1,1 1 0,0 0 0,2 1 0,-10 39 0,10-28-20,6-23-89,-1-1-1,2 1 0,-1-1 0,1 1 0,1 0 0,0 13 1,1-6 10,1-1 1,1 0 0,0 0 0,10 27 0,-10-36-20,1 0 0,-1 0 0,2 0-1,-1-1 1,1 1 0,0-1 0,0 0-1,0-1 1,1 1 0,0-1 0,0 0-1,7 4 1,2 0-18,0-1-1,1 0 1,0-1-1,0-1 1,1-1-1,-1 0 1,1-1 0,0-1-1,0 0 1,1-1-1,-1-1 1,0-1-1,1-1 1,17-2-1,3-2-20,0-2 0,-1-2 0,0-2 1,0-1-1,45-21 0,-66 25 9,-1 0 0,0-2 1,0 0-1,-1 0 1,0-1-1,-1-1 1,0-1-1,-1 0 0,0 0 1,-1-1-1,0 0 1,-2-1-1,0 0 0,0-1 1,-1 0-1,-1 0 1,7-26-1,-6 16-10,-2 0 1,-1-1-1,-1 0 0,-1 0 0,-1 0 0,-2-1 1,0 1-1,-2 0 0,-1 0 0,-11-44 1,8 48 15,0 1 1,-1-1 0,-2 1-1,0 1 1,-1 0 0,-17-26 0,24 43-27,0-1 0,-1 1 0,0-1 1,1 1-1,-1 0 0,-1 1 1,1-1-1,0 1 0,-1-1 0,0 2 1,0-1-1,0 0 0,0 1 1,0 0-1,0 0 0,-1 0 0,1 1 1,-1 0-1,1 0 0,-1 0 0,1 1 1,-1 0-1,0 0 0,1 0 1,-1 0-1,1 1 0,-1 0 0,1 1 1,-1-1-1,1 1 0,-10 4 1,7-2-82,-84 37-2821,82-36 1457,0 1 0,0 0 0,1 0 0,0 1 0,0 0 0,-14 16 0,3 3-6265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3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1115 4476,'0'0'9151,"-2"-1"-8637,-31-4 8230,34 3-8660,4-9-61,-2-1 1,1 1-1,-2-1 0,1 0 1,-2 0-1,1 0 0,-2 0 1,1 0-1,-2 0 1,0-1-1,0 1 0,-5-17 1,2 11-17,2 0 0,0 0 0,0 0 0,3-34 0,-1-15 98,-3 2-145,2 24 51,-8-47 0,-11-4-55,10 52 29,-5-52-1,14 85 20,0 0 1,-1 0-1,0 0 0,-3-11 0,4 17-4,1-1-1,-1 1 0,1 0 1,0-1-1,0 1 0,0-1 0,-1 1 1,1-1-1,1 1 0,-1 0 0,0-1 1,0 1-1,0-1 0,1 1 0,-1-1 1,2-1-1,-1 1 0,-1-1 0,1 1 0,-1 0 1,1 0-1,-1-1 0,1 1 0,-1 0 0,0 0 1,-1-4-1,-1-9 48,0 7-38,1 0 0,0 0 1,0 0-1,0 0 1,1 0-1,1 0 0,-1 0 1,1-1-1,1 1 0,2-10 1,-3 16-15,-20-47-148,16 38 141,3 8-12,-2 2 18,-20-14 2,20 14 159,-19-20-277,-3 12 108,22 8-3,-12 23-4013,8-9 1076,0-2-1826,-3 5-3741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5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287 156 5641,'0'0'103,"-1"1"1,0-1-1,1 0 1,-1 0-1,0 0 1,0 0-1,1 0 1,-1 0-1,0 0 1,1 0-1,-1 0 1,0-1 0,1 1-1,-1 0 1,0 0-1,1-1 1,-1 1-1,0 0 1,1-1-1,-1 1 1,1 0-1,-1-1 1,0 0 0,0 0 125,0 0 1,0 1 0,0-1 0,0 0 0,0 1-1,0-1 1,0 1 0,0-1 0,0 1 0,0 0 0,0-1-1,0 1 1,-1 0 0,1 0 0,0 0 0,-2 0-1,-2-1 93,-1 1 0,1 0 0,0 0 0,-1 1 0,1-1 0,-1 1 0,1 0 0,0 1 0,0-1 0,-1 1 0,1 0 0,0 1 0,1-1 0,-1 1 0,-7 5 0,-26 23 1803,30-26-1885,0 1 0,1 0 0,0 1 0,0 0 0,0 0 0,1 0 0,0 1 0,0 0 0,1 0 0,0 0 0,-7 15 0,3 3-50,2-1 0,0 1 1,2 0-1,1 0 0,1 1 0,1-1 1,1 1-1,1-1 0,6 37 1,-4-50-175,1 0 1,0 0 0,1 0 0,1-1-1,0 1 1,0-1 0,1 0 0,1-1-1,8 12 1,-9-16-7,1 1 0,-1-1 0,2 0-1,-1 0 1,1-1 0,0 0 0,0-1-1,1 0 1,-1 0 0,1-1 0,0 0 0,1 0-1,11 3 1,1-1-10,0-2-1,0 0 1,1-1 0,-1-1-1,1-1 1,0-1-1,-1-2 1,1 0 0,-1-1-1,0-1 1,41-13-1,-45 11-3,-1-2-1,0 0 1,-1 0-1,1-2 0,-2 0 1,0-1-1,0-1 1,-1 0-1,0 0 1,-1-2-1,0 0 1,-2 0-1,1-1 0,16-29 1,-1-7-20,31-78 0,-50 106 3,0 0-1,-2-1 0,0 0 1,-2 0-1,0-1 1,0-25-1,-5 41 20,0 0 0,0 0 0,0 0-1,-1 1 1,0-1 0,-1 1 0,0-1-1,0 1 1,-1 0 0,0 0 0,0 0-1,-1 1 1,0-1 0,0 1 0,-1 0 0,0 1-1,0 0 1,-8-7 0,2 3-1,-1 1 1,0 1-1,0 0 0,0 1 1,-1 0-1,0 1 0,-1 0 1,1 1-1,-27-5 1,29 8-66,0 1 0,0 0 0,0 0 0,0 1 0,0 1 0,-1 0 0,1 0 0,0 2 0,0-1 0,1 1 0,-1 1 0,1 0 0,-1 1 0,1 0 0,-20 14 0,18-12-618,-72 40-3431,24-25-4770,42-18 2593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6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45 5180,'0'0'6417,"-8"-20"-5178,7 12 4176,1 7-5346,0 0 0,0 0 0,0 1 0,1-1 0,-1 0 0,0 0 0,0 0 0,1 0 0,-1 1 0,1-1 0,-1 0 0,1 0 0,-1 1 0,1-1 0,-1 0 0,1 1 0,0-1 0,-1 0 0,2 0 0,-1 1 57,-1 0 1,1 0-1,-1 0 1,1 0 0,0 0-1,-1 0 1,1 0-1,-1 0 1,1 0 0,0 0-1,-1 0 1,1 0-1,-1 1 1,1-1-1,-1 0 1,1 0 0,-1 1-1,1-1 1,-1 0-1,1 1 1,0 0 0,3 3 98,0 0 0,0 0 1,-1 0-1,1 1 0,2 6 1,1 2-150,-1 0 0,-1 1 1,-1 0-1,0 0 0,0 0 1,1 17-1,1 2 4,15 111 203,-4-24-146,-12-93-129,0 5 32,1-1 0,1 0 1,2-1-1,20 45 0,-18-51-265,11 23-1,52 81 1,-65-116-369,-1 0 0,2-1 1,-1 0-1,2-1 0,-1 0 0,1 0 0,1-1 1,0-1-1,0 0 0,0 0 0,19 7 1,-23-11-402,0 0-427,-2-3-3556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7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130 385 5621,'11'-19'4934,"-19"8"-474,-1 4 2006,8 9-6369,-1 1 1,0-1 0,1 1-1,-1-1 1,0 0 0,0 0-1,-5 4 1,1 0 89,-2 5 84,1 0 1,0 0-1,1 0 0,0 1 0,1 0 0,0 1 0,1-1 0,-4 18 0,-15 37 675,19-58-864,1 0 0,0 0 0,1 0-1,-1 1 1,2-1 0,-1 0 0,1 1 0,1 0 0,0-1 0,0 1 0,1-1-1,0 1 1,0-1 0,1 1 0,1-1 0,4 13 0,-2-11-55,-1 0 1,2 0 0,0-1-1,0 0 1,1 0 0,0 0-1,1-1 1,-1 0 0,2 0-1,0-1 1,0 0 0,13 8 0,-10-9-51,1 0 0,0-1 1,0-1-1,1 0 1,-1-1-1,1 0 0,0-1 1,0-1-1,0 0 1,1-1-1,-1-1 1,0 0-1,1 0 0,19-5 1,-15 2-28,1-1 0,-1-1 0,0-1 1,0 0-1,0-2 0,-1 0 0,0-1 0,-1-1 1,29-21-1,-39 25 22,0-1 0,0 0 0,0-1 0,-1 0 1,0 0-1,-1 0 0,0-1 0,0 1 0,-1-1 0,0 0 0,0-1 1,-1 1-1,0-1 0,2-13 0,-1-8-255,0-1 0,-3 1 0,-2-39 0,-4 2-224,-4 1 1,-3 0 0,-37-120 0,46 176 463,0 0 0,-1 1 1,-1-1-1,0 1 1,0 0-1,-1 0 0,-12-15 1,15 22 37,0 0 1,0 1-1,0-1 1,0 1-1,0 0 1,0-1 0,-1 1-1,1 1 1,-1-1-1,1 0 1,-1 1 0,0 0-1,0 0 1,1 0-1,-1 0 1,0 1-1,0-1 1,0 1 0,0 0-1,0 0 1,0 1-1,0-1 1,0 1 0,0 0-1,-6 2 1,-6 3-23,1 0 0,0 1 0,0 0 0,0 1 0,1 1 0,0 1 0,-14 12 0,-34 38-3296,27-16-5087,25-27 624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8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5593,'12'-25'6981,"37"16"-1710,-48 10-5077,1-1 0,0 0-1,-1 1 1,0-1 0,1 1 0,-1-1 0,1 1-1,-1 0 1,0 0 0,1-1 0,-1 1 0,0 0-1,0 0 1,0 0 0,0 0 0,1 1 0,-2-1 0,1 0-1,0 0 1,0 1 0,0-1 0,0 0 0,-1 1-1,1 1 1,12 45 1647,-5-11-846,135 333 1398,-132-345-2241,1-1 1,1 0 0,1-1 0,21 27 0,38 47 89,-54-68-194,-15-22-44,0-1-1,1 1 1,-1-1 0,1 0 0,7 6-1,7 10 27,-18-20 15,0 0-94,0-1 0,0 1 1,0-1-1,0 1 0,0-1 0,0 0 0,1 1 0,-1-1 1,0 0-1,1 0 0,-1 0 0,1 0 0,1 1 1,0-4-109,-1 1-36,0 1-1,-1-1 0,1 0 1,0 0-1,-1 0 1,1 0-1,-1 0 1,1 0-1,-1 0 1,1-1-1,-1 1 1,0 0-1,0-1 1,0 1-1,0-1 1,0 0-1,0 1 0,0-1 1,0 0-1,-1 1 1,1-1-1,0 0 1,-1 0-1,0 0 1,1 1-1,-1-1 1,0 0-1,0 0 1,0-3-1,6-38-9463,-3 21-126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1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42 6369,'-2'-2'1403,"-15"-18"5808,7 11-5634,6 7-1271,0 0-1,0 1 0,0 0 1,0-1-1,0 1 0,0 1 1,0-1-1,0 1 0,-1-1 1,1 1-1,0 0 0,0 1 1,-1-1-1,1 1 0,-7 1 1,-27 2 942,27-3-1083,1 0 0,-1 0 0,0 1 1,1 1-1,-1 0 0,1 0 0,0 1 0,0 0 0,0 1 0,1 0 1,-1 1-1,1 0 0,1 0 0,-1 1 0,1 0 0,0 0 0,0 1 1,-7 10-1,-9 10 328,2 2 1,0 0-1,2 2 1,1 0-1,-20 49 1,30-58-349,1 0 1,0 0-1,2 1 1,1 0-1,0 0 1,2 1-1,1-1 1,1 1-1,3 33 0,1-36-99,2-1 1,0-1-1,1 1 0,1-1 0,1 0 0,0 0 0,2-1 0,0-1 0,2 1 0,0-2 0,0 1 0,29 27 0,-23-28-40,2 0-1,0-2 1,0 0-1,2-1 1,0-1-1,0-2 1,1 0-1,0-1 1,1-1-1,0-1 1,1-1-1,0-2 1,0 0-1,0-2 1,0 0-1,0-2 1,1-1-1,32-4 1,-23 1-1,-1-3 1,1 0-1,-1-2 1,-1-2-1,0-1 1,0-1-1,-1-2 0,-1-1 1,0-2-1,-1-1 1,47-37-1,-42 26-11,-1-2 1,52-62-1,-69 71-8,-1-1 0,-1-1 0,-1-1 1,-1 0-1,-1 0 0,14-48 0,-21 55 9,-1 0-1,-1 0 0,-1 0 1,0 0-1,-1 0 0,-1-1 1,-1 1-1,-1 0 0,0 0 1,-9-33-1,7 41 6,0 1 0,0-1 0,-1 1 0,-1 0 0,0 0 0,0 1 0,0-1 0,-1 1 0,-1 1-1,1-1 1,-1 1 0,0 1 0,-1-1 0,1 2 0,-16-9 0,-4 0 10,-1 0 0,0 2 0,-60-16 0,31 14-23,0 3 1,-1 2-1,0 2 1,-1 4-1,1 1 1,-72 9-1,115-5-75,1 0 0,-1 1 0,1 1 0,-21 8 0,30-10-310,0 1-1,1 0 0,-1 0 0,1 0 0,0 1 1,0 0-1,0 0 0,0 0 0,1 1 0,-1-1 1,1 1-1,0 0 0,1 1 0,-4 6 1,-6 14-3125,12-26 3126,1 1 0,0 0 0,-1 0 0,1 0 0,0 0-1,-1 0 1,1 0 0,0 0 0,0 0 0,0 0 0,0-1 0,0 1-1,0 0 1,0 0 0,0 0 0,0 1 0,10 19-10715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16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49 4244,'-10'11'9711,"11"-13"-9051,16-54 4900,-16 54-3566,1 3-1971,-1-1-1,0 1 1,1 0 0,-1-1 0,0 1 0,0 0-1,0 0 1,1 0 0,-1 0 0,0 0 0,0 1-1,0-1 1,-1 0 0,1 0 0,1 3 0,12 20 251,-13-22-264,0 0 111,4 19 310,-4-19-268,0 0 1,0 0 0,-1 0-1,1 0 1,-1 0 0,1 0 0,-1 0-1,0 0 1,0 1 0,0-1 0,0 2-1,-3 11 180,2-13-40,0 1 23,-7 21 301,8-22-349,-2 0-43,-1 2-132,0 1 0,0-1 0,0 1 0,1 0 0,-1 0 1,1 0-1,0 0 0,1 0 0,-1 0 0,1 1 0,0-1 0,0 0 0,1 1 0,-1-1 0,1 1 1,0-1-1,1 0 0,0 1 0,1 7 0,12 76 490,9-8-322,-5-15 68,34 79 1,-30-91-187,-14-32-66,0-1 1,18 30-1,3 6 63,9 37-227,-37-92 89,6 32-21,39 71 164,-45-104-155,-1 6-14,1 0 0,1 0 0,-1 0-1,4 9 1,1 4 2,-5-18 21,5 15 38,3-1 54,-5-6-111,0-2 0,1 1 0,9 12 0,-12-19 5,-1 1 12,7 28-4,-7-28 5,9 29 278,-9-25-214,0 0 0,0-1 0,1 1 0,0 0 0,1-1 0,-1 1 0,1-1 0,1 1 0,5 7 0,0-1-63,-4-2 0,-4 21-10,6 1 1,-1 3 0,-4-30 0,1 23 0,-4-24 0,0-3 0,1-1 0,-1 0 0,1 0 0,-1 1 0,1-1 0,0 0 0,0 1 0,0-1 0,0 0 0,0 1 0,0-1 0,0 0 0,0 1 0,0-1 0,1 0 0,-1 1 0,0-1 0,1 0 0,0 3 0,8 25 0,6 3 0,-13-26 0,5 25 0,-4-13 0,12 47 0,-9-37 0,-3 0 0,3 9 0,2-5 0,-3 2 0,4 3 0,-2 2 0,1-6 0,-4 1 0,5 2 0,1-1 0,-3 2 0,2-2 0,8 42 0,-9-57 0,4 0 0,-11-14 0,-2-1 0,7 17 0,15 11 0,-20-32 0,-1 0 0,1 0 0,0 0 0,-1 0 0,1 0 0,-1-1 0,1 1 0,-1 0 0,1 0 0,-1 0 0,0 1 0,1-1 0,-1 0 0,0 0 0,0 0 0,0 0 0,0 0 0,0 0 0,0 0 0,0 2 0,0-2 0,-1 0 0,1 0 0,0 0 0,0 0 0,0 0 0,0 0 0,1 0 0,-1 1 0,0-1 0,0 0 0,0 0 0,1-1 0,-1 1 0,1 0 0,-1 0 0,1 0 0,-1 0 0,1 0 0,-1 0 0,1 0 0,0 0 0,17 23 0,-9-13 0,-9-10 0,1-1 0,-1 0 0,0 1 0,0-1 0,0 0 0,0 0 0,0 1 0,0-1 0,0 0 0,0 0 0,0 1 0,1-1 0,-1 0 0,0 0 0,0 0 0,0 1 0,1-1 0,-1 0 0,0 0 0,0 0 0,0 1 0,1-1 0,-1 0 0,0 0 0,0 0 0,1 0 0,-1 0 0,0 0 0,0 0 0,1 1 0,-1-1 0,0 0 0,1 0 0,-1 0 0,0 0 0,0 0 0,1 0 0,-1 0 0,0-1 0,1 1 0,3-30 0,-6 3-88,2-19-1171,0 39 238,1 1 0,-1-1 0,0 1-1,-1-1 1,-1-10 0,-7-15-7736,0 8-4795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1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427 406 5280,'8'-12'1140,"-6"9"-121,-5 1-57,-23-17 928,23 18-145,-35-28 3632,36 28-5189,0-1 1,0 1 0,0 0-1,0 0 1,0 0-1,-1 0 1,1 0-1,0 0 1,-1 0 0,1 1-1,0-1 1,-1 1-1,1-1 1,-1 1-1,1 0 1,0 0 0,-1 0-1,1 1 1,-1-1-1,1 0 1,-4 2-1,-8 2 532,1 0-1,-22 11 1,9-4 684,7-4-809,0 0 0,0 2 0,1 0 0,-21 14 0,32-17-463,0-1 0,0 1 0,0 0 0,1 1 0,0 0 0,0 0 0,1 0 0,-1 0 0,2 1 0,-1 0 0,1 0 0,-3 9 0,-1 6 3,1 0-1,1 1 0,2 0 0,0 1 0,1-1 1,2 1-1,0-1 0,2 1 0,0-1 0,2 1 1,1-1-1,7 25 0,-6-31-122,1 0 0,0-1 0,1 0 0,1 0 0,1 0 0,0-1 0,2-1 0,-1 0 0,2 0 0,0-1 0,1 0 0,0-1 0,1-1 0,0 0 0,1-1 0,0 0 0,19 9 0,-7-7-62,1-1 0,0-2 0,1 0 0,0-2 1,1-1-1,45 4 0,-48-8-21,1-2 0,0 0 0,0-2 0,0-1 0,0-2 0,-1 0 0,1-2 0,-1-1 0,30-12 0,-26 9 29,-9 2 5,-1 0-1,0-1 1,0-1-1,23-16 0,-17 10 9,-1-1 0,-1-2-1,0 0 1,-2-2 0,0-1-1,-1 0 1,-2-2 0,0-1-1,-2 0 1,0-1 0,-2-1-1,-1 0 1,-1-1 0,11-34-1,-13 24 10,-1-1 0,-3 0 0,8-74-1,-15 90 26,-1 0-1,-1 0 1,-1 0-1,0 1 0,-2-1 1,-1 0-1,-1 1 1,-10-26-1,9 34 2,0 0-1,0 1 0,-2 0 1,1 0-1,-2 1 1,0 0-1,0 0 1,-1 1-1,0 1 0,-1 0 1,0 1-1,-1 0 1,0 0-1,0 2 1,-17-8-1,0 2 7,-1 1-1,0 2 0,0 1 1,-1 2-1,0 1 1,-38-3-1,50 8-135,1 0-1,-1 1 0,0 1 0,0 1 0,0 0 0,-36 11 0,41-8-735,0 1 0,0 0 0,1 1 0,0 1 1,-18 12-1,9-4-1587,14-11 888,0 1 0,1 1 1,-1 0-1,1 0 0,-7 8 0,-5 14-7797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20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1210 1898 6145,'-10'20'7862,"-5"0"4867,16-26-12677,0 4 23,0 0 0,-1 0 0,1 0 0,-1-1 0,0 1-1,1 0 1,-1 0 0,-1-1 0,1 1 0,0 0 0,0 0 0,-1 0-1,1-1 1,-1 1 0,0-2 0,-10-16 478,-22-36 0,22 41-490,1-2-1,0 1 0,-9-25 0,7 16-42,0 0 0,-2 2 0,-1 0-1,-1 0 1,-23-25 0,19 24-4,-49-57 345,-21-7-56,-14-13-197,69 61-122,-46-57 294,68 76-159,-21-44 0,-2-3-111,17 37-32,10 13 29,-1 1-1,0 1 1,-1 0 0,-1 1-1,-1 0 1,0 0 0,-1 2-1,-21-17 1,6 11 3,22 15-13,0 0 1,0-1 0,0 0 0,0 0 0,1 0 0,0-1 0,0 0 0,0-1 0,1 1 0,0-1 0,0 0-1,1 0 1,0-1 0,0 1 0,-3-10 0,-61-147 96,67 160-102,-1-1 1,1 1-1,0-1 0,0 0 0,0 0 0,0-6 0,-4-38-14,3 37 30,-3-45-80,4 52 75,0 0 0,0 0 0,0 0 0,-1 0 1,0 1-1,0-1 0,-1 0 0,-4-6 0,3 3 1,3 6 18,0 1-24,1-1-1,-1 1 1,1-1-1,-1 1 1,0-1-1,0 1 1,0 0-1,0-1 1,0 1-1,0 0 0,0 0 1,0 0-1,0 0 1,-3-2-1,3 2 4,0 0 0,-1 0 0,1 0-1,0 0 1,0 0 0,0 0 0,0-1-1,0 1 1,0 0 0,0-1 0,0 1 0,0-1-1,1 1 1,-2-4 0,-17-36-5,15 19 24,-13-40-1,16 59-24,-10-31-6,-15-19 29,25 51 22,0 0-8,1 0-1562,-7-14 4160,6 10-8009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91 4600,'0'0'7038,"-7"-18"-6209,3 11 2455,0 1-3353,3 5 114,0 1 0,1-1-1,-1 1 1,1 0-1,-1-1 1,1 1 0,-1-1-1,1 0 1,-1 1 0,1-1-1,0 1 1,-1-1-1,1 1 1,0-1 0,0 0-1,-1 1 1,1-1-1,0 0 1,0 1 0,0-1-1,0 0 1,0 0-1,0 1 1,0-1 0,0 0-1,0 1 1,0-1 0,0 0-1,0 1 1,0-1-1,1 0 1,-1 1 0,0-1-1,0 0 1,1 1-1,-1-1 1,1 1 0,-1-1-1,0 0 1,1 1-1,-1-1 1,1 1 0,-1-1-1,1 1 1,0 0 0,-1-1-1,1 1 1,-1 0-1,2-1 1,11-8 1023,-12 7-799,0 0-1,0 0 1,0 0 0,0 0-1,0 0 1,1 0-1,-1 0 1,1 1 0,1-3-1,1 9-212,-1 0 0,-1 0-1,1 0 1,-1 0-1,1 0 1,-1 1 0,-1-1-1,1 1 1,-1-1-1,0 1 1,0 0 0,-1 8-1,2 2 13,15 68 440,4 0 0,54 139-1,-39-119-106,1-11-233,3 0 0,4-3 0,4-1 0,87 119 0,-18-53-61,184 188 1,-261-301-97,240 234 35,81 56 12,-4-29-16,-313-268-46,154 124-18,669 501 177,-681-533-194,519 328 161,-574-390 233,-114-58-236,0 0 0,0-2 0,0 0 0,1 0 0,24 1-1,-38-5-94,0-1-1,0 0 0,0 0 0,0-1 1,0 1-1,0-1 0,-1 0 0,1 0 1,0 0-1,-1 0 0,1-1 0,0 1 1,-1-1-1,0 0 0,1 0 1,-1 0-1,0-1 0,0 1 0,0-1 1,-1 0-1,5-4 0,0-4 0,0 0-1,-1 0 1,-1-1 0,1 0-1,3-13 1,18-37-834,-21 51 152,-1 0-1,1-1 1,-2 1 0,1-1-1,-2-1 1,0 1-1,3-19 1,15-51-8387,-8 42-360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1 9981,'16'11'1485,"1"1"-1,-2 0 1,1 2-1,-2 0 1,22 26 0,0 0-184,-12-14-932,-1 0 0,-1 2 0,-2 0 1,-1 2-1,-1 0 0,-1 1 0,-2 1 1,-1 0-1,13 46 0,-20-51-285,-2-1-1,0 1 1,-1 0 0,-2 0 0,-1 0-1,-1 1 1,-1-1 0,-2 0-1,0 0 1,-2 0 0,-1-1 0,-16 44-1,4-28-50,-2-1 0,-2 0-1,-1-2 1,-3 0 0,-1-2 0,-1-1-1,-2-1 1,-2-2 0,-67 56 0,20-29-429,-2-4 1,-2-3-1,-138 63 1,188-100-68,-191 91-2635,75-37-4789,74-34-1397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10469,'0'0'4240,"1"3"-2242,1 5-1373,0-1 1,-1 1-1,0-1 1,0 1-1,0 0 1,-1-1-1,0 1 1,-1 0-1,0 0 1,0-1-1,0 1 1,-5 11-1,-4 12 375,-26 51 0,16-40-242,-17 39-28,2-6-132,-41 129-1,54-145-399,21-57-187,1 0 0,0 0 0,0 0-1,0 0 1,0 0 0,0 0 0,0 0 0,1 0 0,-1 0 0,1 0 0,-1 0 0,2 3 0,-1-2 11,-1-2-21,0-1 0,0 0 0,0 0 0,0 0 0,0 0 0,0 0-1,0 0 1,0 1 0,1-1 0,-1 0 0,0 0 0,0 0 0,0 0-1,0 0 1,0 0 0,0 0 0,0 1 0,0-1 0,0 0 0,0 0-1,0 0 1,1 0 0,-1 0 0,0 0 0,0 0 0,0 0 0,0 0-1,0 0 1,0 0 0,1 0 0,-1 0 0,0 0 0,0 0 0,0 0-1,0 0 1,0 0 0,0 0 0,1 0 0,-1 0 0,0 0 0,0 0-1,0 0 1,0 0 0,0 0 0,0 0 0,1 0 0,-1 0 0,0 0-1,0 0 1,0 0 0,0 0 0,0 0 0,0 0 0,0 0 0,1-1-1,42-8 95,-24 3-47,1 1-1,0 2 0,0 0 1,0 1-1,0 0 0,0 2 0,34 4 1,-19 5 14,-1 1 0,58 26 0,40 13 38,-116-44-76,0-2 0,0 0 0,0-1 1,0 0-1,0-2 0,30-1 0,-30-1 47,-1-1-1,0 0 1,1-1 0,-2-1-1,1 0 1,0-1 0,-1-1-1,0 0 1,-1-1-1,1-1 1,-2 0 0,1 0-1,-1-1 1,0-1 0,-1 0-1,-1 0 1,0-1-1,0-1 1,-1 0 0,-1 0-1,0 0 1,-1-1 0,0-1-1,-1 1 1,-1-1-1,5-17 1,-7 11-295,0 0 1,-1 0-1,-1-1 0,-1 1 1,-1 0-1,0 0 0,-2 0 1,-1 0-1,-6-22 0,-3 3-767,-1 0-1,-2 1 1,-33-59-1,33 74-2547,0 1-4509,11 6-3945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8969,'27'11'8312,"-3"-2"-3915,-4-3-3804,0 0 0,1-2 0,37 3 0,606 23 1872,-387-23-2116,-266-7-643,1 1 1,-1 0-1,1 1 1,-1 1-1,1-1 0,20 10 1,-28-11-897,-8 0-1565,1-1 1709,-1 0 1,0 1 0,0 0 0,1 0 0,-1 0 0,1 0-1,-1 0 1,-4 3 0,-5 5-7428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7 7149,'-13'-6'4513,"32"15"6911,-20 50-9810,-3-1-1,-2 1 1,-3-1-1,-2 0 1,-28 82-1,12-62-4628,-50 100 0,41-103-1829,15-25-1580,-5 8-6061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0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10569,'2'-3'2424,"21"-25"5994,-23 25-7877,1 0 1,-1 0-1,1 0 0,-1 0 1,1 0-1,0 0 1,0 1-1,3-6 1,5 12-365,0 1 1,0 0 0,-1 0 0,0 1-1,0 0 1,-1 0 0,1 1 0,-1 0-1,0 0 1,-1 1 0,0 0 0,0 0-1,-1 0 1,0 1 0,5 11 0,-1-1-108,-1 1 0,-1 0 1,-1 0-1,-1 0 0,0 1 1,2 28-1,-6-32-48,-1 0-1,-1 0 1,0 0 0,-1 0-1,-1-1 1,-9 31 0,8-35-27,0-1 1,-1 1 0,0-1 0,-1 0 0,0 0-1,-1-1 1,0 0 0,-1 0 0,-17 17-1,-14 1 53,37-26-47,2-6-84,1 1 67,-1 0 1,1 0 0,0 0 0,0 0-1,0 0 1,0 0 0,0 0-1,0 0 1,1 1 0,0-1 0,-1 0-1,1 1 1,0-1 0,3-2-1,40-32-220,-26 23 70,24-21 49,2 3-1,58-31 1,-100 61 284,15 14 370,-16-11-517,-1-1 0,0 1 0,0-1 1,0 1-1,0-1 0,0 1 1,0 0-1,0-1 0,0 1 0,0 0 1,-1 0-1,1 0 0,0 0 1,0 0-1,-1 0 0,1 0 0,0 0 1,-1 0-1,1 0 0,-1 0 0,0 0 1,1 0-1,-1 0 0,0 0 1,0 1-1,1 0 0,0 16 243,0 0 0,-1-1 0,-1 1 0,-6 31 0,4-36-200,1-1 0,0 1 0,1 0 0,1 0 0,0 0 0,0 0 0,2 0 0,-1 0 0,2-1 0,5 20 0,-5-24-168,1 0 0,0 0 0,1 0-1,0 0 1,0-1 0,1 0 0,0 0 0,0 0 0,0-1-1,1 0 1,9 7 0,-5-6-326,1-1 1,0 0-1,0 0 1,0-1-1,1-1 0,0 0 1,15 3-1,22 1-2637,75 5-1,-6-9-4776,-25-4-2452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24 7869,'-3'-1'2375,"-5"-2"-1459,-45-16 12138,60 19-12094,493 22 1765,81-1-2624,-400-24 14,-142 3-5042,0 0-5235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1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94 7673,'0'-4'416,"0"1"0,1 0 0,-1-1 1,1 1-1,0 0 0,0 0 0,0 0 0,0 0 1,0-1-1,1 1 0,3-5 0,-3 6 1847,-1-1 11,-1 3-2248,1-1 241,0-1 0,-1 1 1,1 0-1,0-1 0,-1 1 1,1 0-1,-1-1 0,0 1 0,1 0 1,-1-1-1,0 1 0,0-1 0,0 1 1,0 0-1,0-1 0,0 1 0,0-1 1,0 1-1,-1 0 0,1-1 1,-1 1-1,1-1 0,-1 1 0,1 0 1,-1 0-1,0-1 0,1 1 0,-1 0 1,0 0-1,0 0 0,0 0 0,-2-2 1,2 4-137,1-1 0,-1 0 1,0 1-1,0-1 0,1 1 0,-1-1 1,0 1-1,1 0 0,-1-1 0,1 1 1,-1 0-1,1-1 0,-1 1 0,1 0 1,-1-1-1,1 1 0,-1 1 0,1-1 104,-16 29 828,2 0 0,-12 37 1,-1 2-134,-149 432-10683,163-446 2268,6-1-5060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13637,'0'1'242,"1"0"-1,-1 0 1,1 0 0,-1 0-1,0 0 1,0 0-1,0 1 1,0-1 0,0 0-1,0 0 1,0 0-1,0 0 1,0 0-1,0 0 1,0 0 0,-1 0-1,1 0 1,0 0-1,-1 0 1,1 0 0,-1 0-1,0 1 1,-16 36 2797,9-22-2635,-4 21 713,2 0 0,-8 57 0,5-23-495,-12 45 47,-56 253 305,77-352-932,1-8 5,1 0 0,0 0 1,1 0-1,-1 10 0,25-20-31,-15 0-8,0-1 0,0 0 0,0 0 0,0-1 0,0 0 0,-1-1 0,8-4 0,14-5 4,0 3-11,0 2 0,1 1 0,0 1 1,0 2-1,0 1 0,0 1 0,0 1 1,1 2-1,34 6 0,-30-2-73,-1 2-1,0 1 1,-1 2-1,0 1 1,0 2-1,-1 1 1,47 29-1,-72-39 34,0 0 0,0 1-1,-1 0 1,0 0-1,11 12 1,-16-16 30,0 1 0,1 0-1,-1 0 1,0 0 0,0 0 0,0 1 0,0-1-1,0 0 1,-1 0 0,1 1 0,-1-1-1,1 0 1,-1 1 0,0-1 0,0 0 0,0 1-1,0-1 1,0 0 0,-1 1 0,1-1 0,-1 0-1,1 0 1,-3 5 0,0-1-1,-1 0 0,0 0 0,0 0 0,-1-1 0,0 1 0,0-1 0,0 0 0,0 0 0,-1-1 0,1 0 0,-1 0 0,0 0 0,-1-1 0,1 0 1,-1 0-1,-13 4 0,-12 2-27,0 0 1,-43 4-1,65-11 16,-97 12-1200,-125 1 1,119-15-2508,-1-4-4138,68-1-2413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60 7025,'-33'2'12986,"11"-13"-5809,416 0-4128,-393 11-3047,60 0 138,118-14 0,-175 13-687,-6 1-968,0 0 1151,-1 0 1,1-1 0,0 1-1,-1-1 1,1 1 0,0-1-1,0 0 1,0 0-1,0 0 1,0 0 0,0-1-1,-2 0 1,-13-8-2959,2 7-2774,-3 4-5235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3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94 8101,'24'-9'2259,"-20"7"-252,-5 0-213,-1-4-2015,1 6 494,1-1 0,-1 0 1,1 0-1,-1 0 0,1 0 0,-1 0 0,1 0 0,0 0 0,-1 0 1,1 0-1,0 0 0,0 0 0,0 0 0,0 0 0,0 0 1,0 0-1,0 0 0,0 0 0,0 0 0,0 0 0,1 0 0,-1 0 1,0 0-1,1 1 0,-1-1 0,1 0 0,-1 0 0,1 0 1,0-1-1,7-8 13,-6 8 903,-1 1-917,0 0-71,0 0 0,0-1 0,0 1 0,0 0 0,0 0 0,0 0 0,0-1 0,-1 1 0,1 0 0,0 0 0,-1-1 0,1 1 0,-1-1 0,1-2 1,-2 3-156,1 1 0,-1-1 1,1 0-1,-1 0 0,1 1 1,-1-1-1,0 1 1,0-1-1,1 0 0,-1 1 1,0-1-1,0 1 1,1 0-1,-1-1 0,0 1 1,0 0-1,0-1 1,0 1-1,0 0 0,0 0 1,1 0-1,-1 0 0,0 0 1,-1 0-1,-1-1 262,-1 1-245,-10 1 37,1 1-1,-1 0 1,1 1-1,0 0 1,0 1 0,0 1-1,0 0 1,1 0 0,-22 14-1,-10 9 458,-48 40-1,91-67-546,-48 36 438,-82 85 1,118-109-408,1 1-1,1 0 1,0 1 0,1 0 0,1 1-1,0 0 1,1 1 0,1-1 0,1 1-1,0 1 1,-3 20 0,7-29-31,1-1 1,1 1-1,-1-1 1,2 1-1,-1-1 0,1 1 1,0-1-1,1 1 1,0-1-1,0 0 1,1 1-1,6 10 0,-4-8-38,2-1 0,-1 0-1,1 0 1,1 0-1,0-1 1,0 0-1,1-1 1,11 9-1,-1-4-81,0 0-1,1-1 0,1-1 0,0 0 1,0-2-1,1-1 0,0-1 0,39 8 0,-27-10 20,0-1-1,1-2 0,-1-1 1,1-2-1,-1-2 0,0-1 0,0-1 1,0-2-1,46-16 0,-50 13 73,37-11-162,-63 21 174,-23 6-4,-28 12 354,2 1 0,0 3 0,1 2 0,1 2 0,1 1 0,2 2 0,1 2 0,-63 65 0,91-85-343,1 1 0,0 0 0,1 0 0,1 1 0,-13 26 0,19-35 0,1-1 0,1 1 0,-1 0 0,0-1 0,1 1 0,0 0 0,0 0 0,0-1 0,0 1 0,1 0 0,-1-1 0,1 1 0,0 0 0,0-1 0,0 1 0,1-1 0,-1 1 0,3 3 0,0 1 0,1-1 0,0 1 0,0-1 0,1 0 0,0-1 0,9 9 0,-1-4 2,1-1 0,0 0 0,1-1-1,0-1 1,0 0 0,1-1 0,26 7 0,127 23-45,-132-31 10,3 2-585,0-3 0,1-1 0,-1-2 1,1-2-1,-1-1 0,0-3 0,0-1 1,47-12-1,-82 15 231,0 0 1,0 0-1,0-1 1,0 1-1,0-1 1,-1-1-1,1 1 1,-1-1-1,0 0 1,0 0-1,0-1 1,-1 1-1,1-1 1,-1 0-1,0 0 1,-1-1-1,1 1 1,-1-1-1,2-6 1,3-10-5850,-11-7-3960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13 3896,'0'0'4577,"-3"-2"-4364,-1-1-579,-9-4 2331,10 8-812,8 7-729,-5-8-361,0 0 0,0 0 0,1 1 0,-1-1 1,0 0-1,0 0 0,1 1 0,-1-1 0,0 0 1,0 1-1,0-1 0,1 0 0,-1 1 0,0-1 0,0 0 1,0 1-1,0-1 0,0 1 0,0-1 0,0 0 0,0 1 1,0-1-1,0 0 0,0 1 0,0-1 0,0 1 1,0-1-1,0 0 0,0 1 0,0-1 0,0 0 0,0 1 1,-1-1-1,1 0 0,0 1 0,0-1 0,-1 0 1,1 1-1,0-1 0,0 0 0,-1 0 0,1 1 0,0-1 1,0 0-1,-1 0 0,1 0 0,0 1 0,-1-1 0,1 0 1,0 0-1,-1 0 0,1 0 0,-1 0 0,1 0 1,0 0-1,-1 1 0,1-1 0,0 0 0,-1 0 0,1-1 1,-1 1-1,1 0 0,0 0 0,-1 0 0,-12 4-500,11-3 803,48 37 1093,3-9-1130,1-2 0,2-2-1,70 23 1,-58-23-210,461 142 174,15-41-179,-486-114-105,731 144 159,9-56-80,-430-84 1099,-330-18-1220,-8 1-5207,-26-17-1183,0-2 454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2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40 5677,'1'0'251,"1"-1"1,0 1 0,-1 0 0,1-1-1,-1 1 1,1-1 0,0 0-1,-1 1 1,1-1 0,-1 0 0,0 0-1,1 0 1,-1 0 0,0 0 0,1 0-1,-1 0 1,0-1 0,0 1 0,0 0-1,0-1 1,0 1 0,0-1 0,-1 1-1,1-1 1,0 1 0,-1-1 0,1 1-1,0-3 1,0 3-97,1 0 0,0 0 0,0 0 1,0 0-1,0 1 0,0-1 0,1 0 0,-1 1 0,0 0 0,0-1 0,0 1 0,4 0 0,-1 2-47,1 0-1,-1 1 0,0-1 0,0 1 0,0 0 0,0 0 1,0 1-1,-1 0 0,1-1 0,7 10 0,38 49 677,-7-1-378,-4 2-1,-3 1 1,-2 2-1,-3 2 1,-3 0-1,37 144 0,-56-177-296,-2 2 0,-2-1 0,-1 1 0,-2-1 0,-3 51 0,-1-71-97,0 0 1,-1 0 0,0 0 0,-1-1 0,-1 1 0,0-1-1,-2 0 1,1-1 0,-2 1 0,0-1 0,0-1-1,-1 0 1,-1 0 0,-19 19 0,14-18-203,0-2 1,-1 0-1,-1 0 1,0-2-1,0 0 0,-1-1 1,0 0-1,-24 7 1,10-7-669,1-1 1,-2-2 0,1-1 0,-40 1 0,-41 0-3683,-1-3-2584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122 140 2900,'32'14'12506,"-32"-17"-12019,6-23 631,-6 24-518,1 0-29,26-88 4803,-27 89-5262,0 0 0,0 0 0,0-1 0,0 1-1,0 0 1,0 0 0,-1-1 0,1 1 0,0 0 0,-1 0 0,1 0 0,-1-1-1,1 1 1,-1 0 0,1 0 0,-1 0 0,-1-2 0,-1-4 2365,-23 66-1801,4 1 0,2 1 0,-16 83 0,5-5-189,18-86-302,-9 71-1,19-104-187,1-10 56,1 0 1,0 1-1,0-1 1,2 14 0,-1-22-36,0 0 0,1 0 0,-1 0 0,0 0 0,1 0 1,-1-1-1,1 1 0,0 0 0,0 0 0,0-1 0,0 1 1,0-1-1,0 1 0,0-1 0,0 1 0,0-1 0,1 1 0,-1-1 1,1 0-1,-1 0 0,1 0 0,-1 0 0,1 0 0,0 0 1,-1 0-1,1 0 0,0-1 0,0 1 0,2 0 0,2-1 5,0 1 0,-1-1 0,1 0 0,0 0 0,0-1 0,-1 0 0,1 0 0,-1 0-1,9-3 1,50-25 24,-20 9-18,-21 11-28,0 1 1,0 2-1,28-5 0,-39 9-5,1 1 0,0 0-1,0 1 1,-1 1-1,1 0 1,0 1-1,23 6 1,115 30 48,-127-33-40,1-2 0,-1-1 0,1-1 0,34-2 0,-36 0-2,0-2-1,1 0 1,-1-1-1,-1-2 1,1 0-1,-1-1 1,34-17-1,-45 19-1,-1-1 0,1 0 0,-2-1 0,1 0 0,-1-1 0,0 0 0,0 0 0,-1-1 0,12-16 0,-15 18 0,-2 0 0,1-1 0,-1 1 0,0-1 0,0 0 0,-1 0 0,0 0 0,0 0 0,-1 0 0,0-1 0,-1 1 0,1 0 0,-2-1 0,-1-15 0,-4-6-358,-1 0-1,-1 1 1,-1 0-1,-16-35 1,-61-104-2654,84 165 2359,-1 0 0,1 0 0,-1 0 0,0 0 1,1 0-1,-1 1 0,0 0 0,-1-1 1,1 1-1,0 0 0,-1 1 0,1-1 0,-1 0 1,-3 0-1,-4-3-3365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5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36 10217,'-2'0'327,"0"0"0,0 0 1,0 0-1,0 0 0,0-1 0,0 1 0,0-1 0,0 1 1,0-1-1,0 0 0,0 0 0,0 0 0,1 1 1,-1-2-1,0 1 0,1 0 0,-1 0 0,1-1 1,-1 1-1,1-1 0,-1 1 0,-2-5 4361,33-5-605,14 10-3285,1 1 1,72 9-1,-51-3-505,272 14-1810,-112-24-3845,-188 0 2727,-21 2-1216,-11 1 1307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5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50 12989,'-28'-38'2586,"27"37"-2387,0 0 0,0 0 0,0 0 0,0 0 0,0 1-1,0-1 1,-1 0 0,1 0 0,0 1 0,0-1 0,-1 1-1,1-1 1,-1 1 0,1-1 0,0 1 0,-1 0 0,1 0-1,-1-1 1,1 1 0,-1 0 0,1 1 0,0-1 0,-1 0-1,1 0 1,-1 1 0,1-1 0,0 0 0,-1 1 0,1-1-1,0 1 1,-1 0 0,1-1 0,0 1 0,0 0 0,0 0-1,-1 0 1,1 0 0,-1 2 0,-6 3 842,1 1 0,0 1 0,-11 13 0,18-21-1030,-9 13 285,1 0 0,1 0 0,0 1 0,0 0 0,2 0 1,-1 1-1,-3 19 0,-14 108 2143,13-71-1985,-12 150-4838,10-81-292,6-66-3106,5 0-5159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6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10697,'0'0'8347,"12"-8"-5743,-10 7-2521,-1 1 1,1 0-1,-1-1 0,1 1 1,0 0-1,-1 0 0,1 0 1,-1 1-1,1-1 1,-1 0-1,1 0 0,-1 1 1,1-1-1,-1 1 0,1-1 1,-1 1-1,0 0 0,1 0 1,-1 0-1,0-1 0,0 1 1,1 0-1,-1 0 1,0 1-1,0-1 0,1 1 1,36 38 821,-34-36-755,23 26 159,0 2 1,-2 0-1,-2 2 1,-1 1 0,23 47-1,-42-72-258,0 0-1,-1 0 1,0 0 0,0 1-1,-1-1 1,0 0 0,-1 0-1,0 1 1,-1-1 0,0 0 0,0 1-1,-1-1 1,-1 0 0,0 0-1,0 0 1,-1-1 0,0 1-1,0-1 1,-1 0 0,-1 0-1,0-1 1,0 1 0,0-1-1,-1 0 1,0-1 0,0 0-1,-1 0 1,0 0 0,-14 7-1,6-3 266,13-8 559,3-6-736,1-2-119,-1 1 1,1-1-1,0 1 0,0 0 1,1-1-1,0 1 1,-1 0-1,1 0 0,0 0 1,1 0-1,-1 0 1,1 1-1,0-1 1,4-4-1,10-9-29,30-24-1,-6 4-15,14-21-5,22-21-40,-75 77 131,1 4 64,0-1-71,0 1-1,-1 0 0,1 0 0,-1 0 0,1 0 0,-1 0 1,0 1-1,0-1 0,0 0 0,0 1 0,0 0 0,-1 0 0,1-1 1,1 5-1,-1 0 74,0 0 0,-1 1 0,0-1 0,0 1 1,0-1-1,-2 10 0,1 22 29,-1-13-25,1 0-1,1 1 1,1-1-1,1 0 1,1 0-1,10 31 1,-8-42-499,1 0 0,0-1 0,1 1-1,0-2 1,1 1 0,1-1 0,0-1 0,1 1 0,0-2 0,14 12-1,-6-8-425,0-1-1,1-1 0,0-1 1,1-1-1,0-1 0,28 10 1,9-1-2351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7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36 5248,'0'0'78,"0"0"0,-1 0 0,1 0-1,0 0 1,-1 0 0,1 0 0,0 0-1,-1 0 1,1 0 0,0 0 0,-1-1-1,1 1 1,0 0 0,0 0 0,-1 0-1,1-1 1,0 1 0,0 0 0,-1 0-1,1 0 1,0-1 0,0 1-1,0 0 1,-1-1 0,1 1 0,0 0-1,0 0 1,0-1 0,0 1 0,0 0-1,0-1 1,0 1 0,0 0 0,0-1-1,0 1 1,0 0 0,0-1 0,0 1-1,0 0 1,0-1 0,4-4 6625,-11-7-5133,7 12-1504,-1 0-1,1 0 1,0 0 0,0 0-1,-1-1 1,1 1 0,0 0-1,0 0 1,0 0 0,-1 0 0,1-1-1,0 1 1,0 0 0,0 0-1,0-1 1,0 1 0,-1 0-1,1 0 1,0-1 0,0 1-1,0 0 1,0 0 0,0-1 0,0 1-1,0 0 1,0 0 0,0-1-1,0 1 1,0 0 0,0 0-1,0-1 1,0 1 0,0 0 0,0-1-1,1 1 1,-1 0 0,0 0-1,0 0 1,0-1 0,0 1-1,0 0 1,0 0 0,1-1-1,-1 1 1,127 32 536,174 21-1,-177-36-600,10 1-424,-43-13-5567,-106 3-123,2-2 754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8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 6213,'-14'3'3492,"13"-3"-2865,1 1 0,-1-1 0,0 2 1255,0-2-1255,1 1 0,-1-1 0,1 1 1,-1-1-1,1 1 0,0-1 0,0 1 0,-1 0 0,1-1 1,0 1-1,0 0 0,0-1 0,-1 1 0,1 0 0,0-1 1,0 1-1,0 0 0,0-1 0,0 1 0,0 0 1,0-1-1,1 1 0,-1 1 0,0 5 2,0 3-3369,-5 19 3269,-1 0 1,-1 0-1,-2-1 0,-17 40 0,-1 6-295,-17 83-3509,14-45-7709,14-57-1062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9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92 7185,'-2'-1'242,"0"-1"-1,0 1 1,0 1 0,0-1 0,-1 0 0,1 0 0,0 1 0,0 0 0,-1-1 0,1 1 0,0 0-1,0 0 1,-1 0 0,1 0 0,-4 1 0,5-1-106,1 0 0,-1 1 1,0-1-1,0 0 0,1 0 0,-1 0 0,0 0 0,0 0 1,1 0-1,-1 0 0,0-1 0,0 1 0,1 0 0,-1 0 0,0 0 1,0-1-1,1 1 0,-1-1 0,0 1 0,1 0 0,-1-1 1,1 1-1,-2-1 0,-12-6 5429,-20-3-3404,31 9-933,-15-2 939,18 3-2126,0 0 0,0 0 0,0 0 1,0 0-1,0-1 0,0 1 1,0 0-1,1 0 0,-1 0 0,0 0 1,0 0-1,0 0 0,0 0 0,0 0 1,0 0-1,0 0 0,0 0 1,0-1-1,0 1 0,0 0 0,0 0 1,0 0-1,0 0 0,0 0 0,0 0 1,0 0-1,0 0 0,0 0 1,0-1-1,0 1 0,0 0 0,0 0 1,0 0-1,0 0 0,0 0 0,0 0 1,0 0-1,0 0 0,-1 0 0,23-3 485,28 2-218,220 3 690,404-13-410,-429-9-646,-219 14-1778,-26 5 1789,0 1 0,0 0 0,0 0 0,0-1 0,0 1 0,0 0 0,0 0 0,0-1 0,0 1 0,0 0 1,0 0-1,0-1 0,0 1 0,0 0 0,-1 0 0,1-1 0,0 1 0,0 0 0,0 0 0,0 0 0,0-1 0,0 1 0,-1 0 0,1 0 0,0 0 0,0 0 0,0-1 0,-1 1 0,1 0 0,0 0 1,0 0-1,0 0 0,-1 0 0,1 0 0,0-1 0,0 1 0,-1 0 0,1 0 0,0 0 0,0 0 0,-1 0 0,1 0 0,0 0 0,-44-9-5827,18 9-468,-5 5-4012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9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12693,'0'0'5651,"0"5"-2898,5 24 328,14 43 0,-10-41-327,9 56 0,-15-58-2754,-1 0 0,-2 0 0,0 0 0,-2 0 0,-2 0 0,0 0 0,-2-1 0,-15 46 0,-3 1-800,13-35-1564,-34 73 0,19-54-3145,12-18-1069,4 8-5590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22 10765,'-8'6'1973,"13"-10"2794,-4 3-4488,-1-1 1,0 1-1,0-1 0,0 1 1,0-1-1,0 1 0,0-1 1,-1 1-1,1-1 0,0 1 1,-1-1-1,1 1 0,-1-1 1,-1-1-1,2 3-163,-1 1 0,1-1 0,-1 0 0,1 1 0,-1-1 0,1 0 0,-1 1 0,1-1 0,-1 1 0,1-1 0,-1 1 0,1-1 0,0 1 0,-1-1 0,1 1 0,0-1 0,0 1 0,-1 0 0,1-1 0,0 1 0,0-1 0,0 2 0,-16 54 2031,8 22-925,6-49-750,-1 1 0,-13 55 0,-26 68 202,-17 55-190,40-137 104,18-68-242,5-3-64,14-2-173,-1-1 0,1 0-1,-1-1 1,0-1 0,0-1 0,0 0-1,27-15 1,49-18-36,-53 27-132,-1 2-1,2 2 1,-1 1-1,67-2 1,-88 8-24,1 2 0,-1 0 1,1 1-1,-1 1 0,1 1 0,-1 0 1,0 2-1,-1 0 0,0 1 0,0 1 1,30 17-1,-42-21 50,0 0-1,-1 0 1,0 1 0,0 0-1,0-1 1,0 2 0,-1-1 0,0 0-1,0 1 1,-1 0 0,1 0 0,3 10-1,-5-12 23,-1 0-1,0-1 1,-1 1 0,1 0-1,-1 0 1,1 0 0,-1 0-1,0 0 1,-1 0 0,1 0-1,-1 0 1,1 0-1,-1 0 1,-1 0 0,1 0-1,0 0 1,-1-1 0,0 1-1,0 0 1,0-1-1,-5 6 1,2-3 3,0-1 0,-1 0 0,0 0 0,0-1 0,0 1 0,0-1 0,-1-1 0,0 1 1,0-1-1,0 0 0,0-1 0,-9 3 0,-14 2-13,-48 5 0,-23-2-124,-135-6 0,11-16-2935,162 3 305,43 3-405,2-1-3379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0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72 12565,'-16'-40'10578,"19"40"-10295,1-1-1,0 1 0,-1-1 1,1 1-1,-1-1 0,1 0 1,-1 0-1,4-2 0,13-4 250,0 5-243,-1 1 0,1 1 0,-1 0-1,26 5 1,3 0-14,411 7-2792,-333-21 207,-45-3-2851,-78 12 2411,-16-15-9463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12 11957,'0'0'80,"0"1"1,0-1-1,0 0 0,0 1 0,0-1 1,0 0-1,0 1 0,0-1 0,-1 0 1,1 1-1,0-1 0,0 0 0,0 1 0,-1-1 1,1 0-1,0 0 0,0 1 0,-1-1 1,1 0-1,0 0 0,-1 1 0,1-1 1,0 0-1,-1 0 0,1 0 0,0 0 1,-1 1-1,1-1 0,0 0 0,-1 0 1,-6-9 2289,1 0-669,4 7 140,1 3-1538,-1 0-1,1 0 0,-1 0 0,1 0 1,-1 1-1,1-1 0,0 0 1,0 1-1,0-1 0,-1 1 1,1-1-1,1 1 0,-1-1 1,0 1-1,0 0 0,1-1 1,-1 1-1,0 2 0,-3 35 1152,3-19-678,-6 31 454,-3-1 1,-15 48-1,-40 93-1353,25-77-2686,4-23-1426,-6 21-5838,27-41-1725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1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853 120 4852,'3'0'1413,"29"-3"5678,-32 1-6860,0 0 0,1-1 0,-1 1 1,1-1-1,0 1 0,0 0 0,0-1 0,0 1 1,0 0-1,0 0 0,1 0 0,-1 0 0,1 0 0,-1 0 1,1 0-1,0 0 0,0 1 0,0-1 0,0 0 0,0 1 1,0 0-1,3-2 0,-3 2 1939,-4-3-2089,-1 1 0,1-1 0,-1 1-1,0 0 1,0 0 0,-5-4 0,0 3 17,-1 0 0,-1 1 0,1 0 1,-1 0-1,1 1 0,-18-1 1,0-2 31,-5-1 28,-1 2-1,0 1 0,1 1 0,-1 2 1,0 1-1,-47 8 0,30 1 9,1 1-1,0 3 1,-66 27-1,95-32-96,0 1-1,1 0 1,0 1 0,-27 21-1,37-24-41,-1 1 0,1 0 0,0 0-1,1 0 1,0 1 0,1 1 0,0-1-1,0 1 1,-4 12 0,9-19-16,1 0 0,0 0 0,0 1 0,0-1 0,1 0 0,0 0-1,0 1 1,0-1 0,0 0 0,0 0 0,1 1 0,0-1 0,0 0 0,0 0 0,3 6 0,-1-2-2,1 0 0,0 0 0,0 0 0,1-1-1,0 0 1,8 10 0,2-3-1,0 0 0,1-2 0,0 0-1,1 0 1,0-2 0,1 0 0,0-1 0,0-1 0,34 11-1,10-2-59,107 17 0,-114-27-233,105 2 0,-126-10 147,0-1-1,-1-2 0,1-1 1,40-12-1,-39 6 23,-32 10 78,-5-1-28,-1-2 62,0 1 1,-1-1 0,1 1-1,-1 0 1,0 0 0,0 1-1,0-1 1,0 1 0,0 0-1,-1 0 1,1 0 0,0 1-1,-1-1 1,0 1 0,-6-1-1,-14-2 70,-42-1 0,50 4-2,-31 1 424,1 1-1,-67 10 1,-92 29 1411,27 9-500,160-42-1178,-1 1 0,1 0 1,0 2-1,1 0 1,0 2-1,-28 22 0,42-30-145,0-1-1,0 1 0,1 0 0,-1 0 0,1 0 1,0 0-1,1 1 0,-1-1 0,1 1 0,-1 0 0,-1 7 1,3-9-48,1 1 1,-1-1 0,1 0-1,0 1 1,0-1-1,0 0 1,1 1 0,-1-1-1,1 0 1,-1 1 0,1-1-1,0 0 1,1 0-1,-1 0 1,0 0 0,1 0-1,0 0 1,3 4 0,3 3 22,0-1 1,1 0 0,0 0 0,0-1 0,1 0 0,0-1 0,0 0 0,17 8 0,96 38 135,-115-50-195,111 39-561,3-6 0,1-6 0,1-4 0,130 8 0,-223-31 208,187 11-1721,-191-14 1317,1-1 0,-1-2 0,1 0 0,-1-2 0,47-15 0,-67 18 324,-1 0 0,1-1 1,-1 0-1,0 0 0,0-1 0,0 0 1,0 0-1,7-7 0,5-16-6068,-8 6-2027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 5332,'-12'-8'7941,"31"8"-7141,0 3-164,3-3-132,16 5-72,0 1-124,3 5-92,7-2-312,9 2-532,7-2-492,-10-6-772,3 5-1740,0 1-2185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7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98 3676,'20'6'-160,"-18"-5"1206,-5-1 415,-31-6 3472,27 5-1434,5 1-3497,-1-1-1,1 1 1,0 0 0,0-1 0,0 0 0,0 1 0,0-1 0,0 0-1,0 0 1,0 0 0,0 0 0,0 0 0,1-1 0,-1 1 0,0 0-1,1-1 1,-1 0 0,1 1 0,-1-1 0,1 0 0,0 0 0,0 1-1,-2-4 1,2 3 16,1 2-16,-1-1 0,0 0-1,0 1 1,0-1 0,1 0-1,-1 0 1,0 0 0,1 0-1,-1 0 1,1 0-1,-1 0 1,1 0 0,-1 0-1,1 0 1,-1-1 0,-6-13 16,-28-19 895,33 33-473,36 4 164,0 5-15,0 1 0,-1 1 0,62 30 0,90 59 227,-150-79-575,348 215 875,201 160-546,56 17-396,-502-332-156,3-5 1,4-7-1,2-7 0,206 58 0,46-19 5,128 37 14,-400-100-47,-2 6 1,167 83 0,-29-3 15,-227-109 2,1-2-1,0-2 0,0-1 0,1-2 0,58 3 1,162 6-18,-256-16 10,1 0 1,-1 0-1,1 0 0,-1-1 0,1 1 0,-1-1 0,0 1 0,1-1 0,-1 0 0,0 0 0,1 0 0,-1 0 0,0 0 0,0 0 1,0-1-1,2-1 0,5-2 6,0 0 0,1 1 0,-1 0 0,1 0 0,0 1 1,0 1-1,0-1 0,15 0 0,-7 0-37,1 1 42,0 0 1,25 1 0,20 4-1055,-46-15-1879,-12 8-4336,-11-3-551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9081,'0'0'9619,"3"2"-8799,42 26 368,-2 1 1,61 55-1,-84-66-1102,0 2 0,-1 0-1,-2 2 1,0 0 0,-1 0 0,21 42 0,-33-57-68,-1 1 0,0-1 0,-1 1 0,1-1 1,-2 1-1,1 0 0,-1 0 0,0 0 1,-1 0-1,0 0 0,0 0 0,-1 0 1,-2 12-1,0-9-6,0 0 0,-1 0 0,0-1-1,-1 1 1,0-1 0,-1 0 0,0-1 0,-12 15 0,-6 2-32,-1-1 0,-1-1 0,-1-2 0,-1 0 0,-31 17 0,-243 124-1575,169-97-1732,2 6-4394,75-35-580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10937,'0'0'4988,"0"2"-3617,-38 142 3281,-31 71-3862,41-131-389,-13 29-246,31-77-59,11-35-93,-1 0-1,0 0 0,1 1 1,0-1-1,-1 0 1,1 0-1,0 0 0,-1 0 1,1 0-1,0 0 0,0 0 1,0 0-1,0-1 1,0 1-1,0 0 0,0 0 1,0-1-1,0 1 1,0-1-1,0 1 0,2 0 1,2-2 3,0 1 1,0-1 0,0 0-1,0-1 1,0 1-1,0-1 1,6-3-1,3-1-7,21-7 15,48-9 0,-67 19 12,1 1 0,-1 0 0,0 1-1,1 1 1,23 3 0,-16 1-20,-1 1 1,0 1-1,0 1 1,-1 1-1,24 12 1,103 61 81,-78-40-134,-61-35 57,0-1 1,0-1 0,0 0 0,0 0 0,1-1 0,0 0-1,21 2 1,-27-5 9,1 0 1,0 0-1,-1 0 0,1-1 0,0 1 0,-1-1 0,1-1 1,-1 1-1,0-1 0,1 0 0,-1 0 0,0-1 0,0 0 1,0 1-1,0-2 0,7-6 0,1-2 210,-1 0 1,0-1-1,-1-1 0,-1 0 0,0 0 1,-1-1-1,0 0 0,-1-1 0,-1 0 1,-1 0-1,0 0 0,6-28 0,-6 15-72,0 0-1,-2-1 0,-1 0 0,-3-51 0,0 50-658,-1 5-378,-5-39 0,4 55-352,0 1 1,-1-1-1,0 0 1,-6-10-1,-2 2-5054,-9 8-4053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8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62 8509,'-2'-1'653,"-1"0"-1,1 0 1,0-1 0,-1 1 0,1-1-1,0 0 1,0 1 0,0-1 0,1 0-1,-1 0 1,-2-3 0,1 1-385,27-12 3044,-1 10-2963,1 1-1,0 1 1,0 2-1,47-1 0,-55 3-247,547 11 675,-493-3-908,-66-7-96,-6 0-1272,-5 3-27,0 0 0,0-1 0,-1 0 1,1 0-1,-12 2 0,-7 3-7009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12 12413,'0'-1'81,"0"1"0,0-1-1,0 1 1,0-1 0,0 1 0,0 0-1,0-1 1,0 1 0,0-1 0,-1 1-1,1-1 1,0 1 0,0 0 0,-1-1-1,1 1 1,0 0 0,0-1 0,-1 1-1,1 0 1,0-1 0,-1 1 0,1 0-1,-1-1 1,1 1 0,0 0 0,-1 0-1,1 0 1,-1-1 0,1 1 0,-1 0-1,1 0 1,0 0 0,-1 0-1,1 0 1,-1 0 0,1 0 0,-1 0-1,1 0 1,-1 0 0,1 0 0,-1 0-1,-1 1 268,1 1 0,-1-1 0,1 0 0,0 1 0,-1-1 0,1 1 0,0-1 0,0 1 0,0 0 0,-1 2 0,-19 53 4870,14-25-3962,-43 171 3332,-15-3-3952,-23 54-6741,63-186 1624,11-23-1570,1 8-5658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9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58 7177,'-13'1'721,"11"-1"-499,-1 0 0,1 1 0,0-1 0,-1 0 0,1 0 1,-1-1-1,1 1 0,0 0 0,-1-1 0,1 0 0,0 1 0,0-1 1,-6-3 6303,9-3-4732,-1 5-1599,0 0 0,0 0 0,0 0 0,0 0 0,0 0 0,0 0 0,1 0 0,-1 0 0,1 0 0,-1 0 1,2-2-1,1 2-72,1 0 0,-1 0 0,1 0 1,0 0-1,-1 1 0,1-1 1,0 1-1,0 0 0,0 0 0,0 0 1,0 1-1,0-1 0,0 1 0,0 0 1,0 0-1,0 0 0,0 1 0,0 0 1,0-1-1,0 1 0,0 1 1,0-1-1,0 0 0,-1 1 0,1 0 1,5 4-1,-1-2-34,-1 1 1,1-1-1,-1 2 1,-1-1-1,1 1 1,-1 0-1,0 0 0,0 1 1,0 0-1,-1 0 1,-1 0-1,5 9 1,-3-3-41,-1 0-1,0 1 1,-1 0 0,-1-1 0,0 2 0,-1-1 0,0 0 0,-1 0 0,-1 1 0,0-1 0,-1 0-1,0 1 1,-2-1 0,1 0 0,-2 0 0,0 0 0,-8 18 0,6-16-24,-1 0-1,-1-1 1,-10 16 0,16-28-46,-13 5-112,8-5 39,12-21-69,9-10-92,2 0 0,0 1-1,2 0 1,0 2 0,2 0-1,1 1 1,1 1 0,33-27-1,-50 46 272,0 0-1,0 1 1,0 0-1,0 0 1,1 0-1,-1 1 1,1 0-1,7-2 0,-12 4 22,0-1-1,0 1 1,0 0-1,0 0 0,0 0 1,0 0-1,0 0 1,0 1-1,0-1 0,0 0 1,0 0-1,0 1 0,0-1 1,0 0-1,-1 1 1,1-1-1,0 1 0,0 0 1,0-1-1,0 1 1,0 1-1,1-1 53,-1 1 0,0 0 0,0 0 0,0 0 1,-1 1-1,1-1 0,0 0 0,-1 0 0,1 0 0,-1 0 0,0 1 0,0-1 1,0 4-1,-1 14 477,-1 1 0,-10 38 0,7-38-306,0 1 0,2 0 0,-1 23 1,4-35-283,1 1 0,0-1 0,0 0 1,1 0-1,0 0 0,1 0 1,0 0-1,0-1 0,1 1 0,0-1 1,1 0-1,6 8 0,-6-9-387,1 0 0,1-1 0,0 0 1,0-1-1,0 0 0,0 0 0,1 0 0,0-1 0,0 0 0,1 0 0,-1-1 0,1-1 0,11 4 0,1-1-2649,39 5-1,-26-5-624,40 9-6660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26 12449,'-1'0'160,"1"0"0,-1 0 0,0 0 0,1 0-1,-1 0 1,1 0 0,-1 0 0,1 0 0,-1 0 0,1 0-1,-1 0 1,0 0 0,1 0 0,-1 0 0,1-1 0,-1 1-1,1 0 1,-1 0 0,1-1 0,-1 1 0,1 0 0,-1-1 0,1 1-1,0 0 1,-1-1 0,10-9 2195,-6 9-2049,1-1 0,0 0-1,-1 1 1,1 0 0,0 0-1,0 0 1,0 0 0,0 1 0,6-1-1,389 22 4276,65 6-4465,-273-19-1257,-105-6-331,-76-1 323,-1-1 0,1-1 0,-1 0-1,1 0 1,10-4 0,-32-4-13073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28 11913,'-38'-27'5615,"37"27"-5371,0 0 1,0 0-1,0 0 1,0 0 0,0 0-1,1 0 1,-1 0-1,0 0 1,0 0 0,0 0-1,0 0 1,0 1-1,0-1 1,1 0 0,-1 1-1,0-1 1,0 0-1,0 1 1,1-1-1,-1 1 1,0 0 0,0-1-1,1 1 1,-2 1-1,-11 15 2512,-40 168 3146,23-72-5602,10-26-1768,15-59-63,-2-1-1,0 0 1,-18 40-1,-3 0-4586,-3 37-9786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 12417,'0'0'2194,"0"3"-81,-1 18 91,0-1 1,-7 27 0,3-17-1230,-10 76 823,9-55-1301,-2-1-1,-19 69 1,22-102-410,1 0-1,1 1 1,0-1-1,2 1 0,0 21 1,2-38-59,0 1 1,0-1-1,1 1 0,-1-1 0,1 1 1,-1-1-1,1 0 0,-1 0 1,1 0-1,0 0 0,-1 0 1,1 0-1,0 0 0,3 0 1,1-1 39,0 0 0,0 0 1,0-1-1,0 0 1,0 0-1,0-1 1,0 0-1,-1 0 0,1 0 1,7-4-1,18-6 88,0 5-95,-1 2 0,1 2 0,0 1 0,1 1 0,-1 1 0,0 2 0,0 1 0,0 2 0,-1 1 0,1 1 0,53 21 0,-71-24-70,-1 2-1,1 0 1,-1 0-1,0 1 1,-1 0-1,0 1 0,0 1 1,-1 0-1,0 0 1,12 14-1,-21-21 8,0 0 0,1 1-1,-1-1 1,0 0 0,0 1-1,0-1 1,-1 1 0,1-1 0,-1 1-1,1 0 1,-1-1 0,0 1-1,0-1 1,0 1 0,0 0 0,0-1-1,-1 1 1,1-1 0,-1 1 0,0-1-1,1 1 1,-1-1 0,0 1-1,-3 3 1,2-1 0,-2 0 1,1-1-1,0 1 0,-1-1 1,0 1-1,0-1 0,0 0 1,0 0-1,-1-1 0,-4 4 1,-9 2-3,0 0 1,-1-2 0,0 0-1,0 0 1,-38 6 0,-102 6-341,157-19 325,-286 19-2544,99-23-1902,164 2 3333,-12-1-1078,7 5-3905,7 1-4038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17298,'19'-57'11765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6861,'0'0'3940,"19"0"-2444,0 2-204,0-10-284,19-9-84,10 8-208,72-5 317,-40 8-613,5 3-124,7 3-652,7-11-1001,6 5-83,12 6-2840,4-3-3289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0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206 276 11453,'-4'-96'3423,"4"70"-1377,-1-1 0,-4-27 0,-6 20 1953,9 29-3190,0 1-1,0-1 1,1 0-1,0 0 1,-2-8-1,3 12-439,-2 7 75,-3 20 514,-4 39 174,-103 509-1132,98-510 0,1 9 0,4 0 0,2 1 0,5 102 0,2-153 0,2 1 0,0 0 0,2-1 0,0 0 0,2 0 0,11 29 0,-12-37 0,2-2 0,0 1 0,1-1 0,0 0 0,1-1 0,0 0 0,1 0 0,0-1 0,1 0 0,23 18 0,-10-13-419,0-2 0,0 0 1,1-1-1,1-2 0,0 0 0,1-2 1,0-1-1,0-1 0,1-2 0,-1 0 0,1-2 1,54 0-1,-39-5-947,0-2-1,0-1 1,-1-3 0,0-1-1,0-2 1,-1-2 0,71-33-1,-28 2-12041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12229,'22'-51'2280,"0"22"-399,0 3-341,7 3-360,6 3-272,3 3-196,13 6-292,3-1-504,6 4-808,4 5-944,-14 3-1073,-8 9-1575,5 11-3477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0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0 332 14409,'10'-20'3225,"-17"3"-593,14 3-268,-1-6-308,10 0-288,25-9-643,7 9-145,12 0-468,10-5-484,16 5-1024,6-3-469,0-6-943,-7 1-1168,4 5-2545,13 0-5428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15921,'-20'19'1087,"16"-15"-722,-1 0 0,1 1 0,0-1 0,0 1 0,0 0 0,1 0 0,0 0 1,0 1-1,0-1 0,0 1 0,1-1 0,0 1 0,0 0 0,-1 10 0,-3 10 1115,-1 5 678,2 0 1,-3 42 0,7 176-650,-2 80-691,-9-176-1354,4-64-935,4 127 0,4-209 946,8 65-4588,8-26-4991,-6-26-459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1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75 11129,'-31'-45'2384,"24"24"-1403,11 12 3383,-3 9-4072,0 0 0,0 0 0,0 0 0,1 0 0,-1 0 0,0 1 0,0-1 0,0 0 1,1 0-1,-1 1 0,0-1 0,0 1 0,0-1 0,0 1 0,0-1 0,0 1 0,0 0 0,0-1 0,0 1 1,1 1-1,29 24 271,-2 2 1,0 1 0,-2 0 0,-1 3-1,-2 0 1,32 55 0,-50-76-500,0 1 1,0 0-1,-1 0 0,-1 1 1,4 16-1,-7-22-43,0 0 1,0 0-1,-1-1 0,0 1 0,0 0 1,-1 0-1,1 0 0,-2 0 0,1 0 0,-1 0 1,0-1-1,-5 12 0,3-10-3,0 1-1,-1-1 1,0 0-1,0 0 1,-1-1-1,0 1 1,0-1-1,-1-1 1,1 1-1,-2-1 1,1 0 0,-15 9-1,-7-1 16,-1 0 1,0-2-1,-1-1 0,-48 11 1,-131 12-1192,178-30 649,-80 6-3122,76-11-192,2-1-3422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1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0 762 15821,'0'0'3011,"1"-3"-276,7-9-1633,0-1 0,1 1-1,0 0 1,0 1 0,1 0-1,1 1 1,17-14 0,23-24 1284,-28 24-2386,0-2 0,-2 0 0,0-1 0,-2-2 0,-2 0 0,0 0 0,-2-2 0,-1 0 0,12-41 0,42-152 0,-67 220 0,1 0 0,-1 0 0,1 0 0,0 0 0,0 0 0,1 0 0,-1 0 0,1 1 0,0-1 0,5-4 0,-6 7 0,0-1 0,0 1 0,0 0 0,0 0 0,0 0 0,0 1 0,0-1 0,0 0 0,0 1 0,0-1 0,0 1 0,0 0 0,0 0 0,1-1 0,-1 1 0,0 1 0,0-1 0,0 0 0,0 1 0,1-1 0,-1 1 0,0-1 0,0 1 0,3 2 0,10 5 0,0 1 0,-1 0 0,0 1 0,-1 0 0,0 2 0,-1-1 0,0 1 0,-1 1 0,0 0 0,13 22 0,-6-5 0,-1 0 0,-1 0 0,-2 2 0,14 42 0,-21-51 0,-1 0 0,-1 1 0,-1-1 0,-1 1 0,-1 0 0,-1 0 0,-1 0 0,-5 33 0,2-38 0,-1-1 0,-1 1 0,0-1 0,-2 0 0,0-1 0,0 1 0,-2-2 0,0 1 0,-1-1 0,-1 0 0,-15 17 0,-7 1 0,-1-1 0,-2-2 0,-1-1 0,-1-1 0,-1-3 0,-50 25 0,89-51 0,0 0 0,0 0 0,0 0 0,0 0 0,-1 0 0,1 0 0,0 0 0,0-1 0,0 1 0,0 0 0,0 0 0,0 0 0,0 0 0,0 0 0,0 0 0,0 0 0,-1 0 0,23-17 0,35-23 0,401-264-327,-396 259 33,159-106-600,-208 143 895,1 0 1,0 1-1,0 1 1,0 1-1,26-7 1,-36 11 20,0 0 0,-1 0 0,1 0 1,0 1-1,0-1 0,-1 1 0,1 0 1,0 1-1,0-1 0,-1 0 0,1 1 0,0 0 1,0 0-1,-1 0 0,1 1 0,-1-1 1,1 1-1,-1-1 0,0 1 0,0 0 0,0 1 1,0-1-1,0 0 0,0 1 0,0 0 0,-1 0 1,5 5-1,-4-2 20,0 0 1,-1 0-1,0 0 0,0 1 1,0-1-1,-1 0 0,1 1 1,-2-1-1,1 11 0,-5 58-128,-1-24-851,0 9-2068,-3-17-3689,4-23-337,4 0-4538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14841,'31'-3'8653,"-47"11"-7473,1-2-484,27 8-880,1 4-536,3 4-872,3 1-988,-3 0-3441,9 17-5268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74 130 13397,'6'-101'10653,"-6"96"-8289,-1 2-308,-2-17-1212,3 20-817,0 0 0,-1 0 0,1 0-1,0 0 1,0 0 0,0 0 0,0 0 0,0 0 0,0 0 0,0 0 0,0 0 0,0 0-1,0 0 1,0 0 0,0 0 0,0 0 0,0 0 0,0 0 0,0 0 0,0 0 0,-1 0-1,1 0 1,0 0 0,0 0 0,0 0 0,0 0 0,0 0 0,0 0 0,0 0 0,0 0-1,0 0 1,0 0 0,0 0 0,0 0 0,0 0 0,0 0 0,0 0 0,-1 33 1844,1-5-1311,-12 254-560,-4 129 0,2-167 65,5-97-458,-3-54-4123,4-35-6053,7-36-3801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14369,'-3'12'863,"0"-1"-1,1 1 1,0 0-1,0 0 1,2 0-1,-1 0 1,3 20-1,7 57 441,27 176 5033,-29-233-5784,1-1-1,2 0 0,1-1 0,1 0 1,2 0-1,21 34 0,-25-49-551,0 1 0,1-2 0,1 1 0,16 15 0,-24-26 0,1 0 0,0 0 0,0-1 0,0 0 0,0 0 0,0 0 0,0-1 0,1 1 0,0-1 0,-1 0 0,1-1 0,0 0 0,0 0 0,0 0 0,-1 0 0,1-1 0,12-1 0,-11 1 0,0-2 0,-1 1 0,1-1 0,0 0 0,-1 0 0,1 0 0,-1-1 0,0 0 0,0-1 0,0 1 0,0-1 0,-1 0 0,1 0 0,-1-1 0,0 0 0,0 0 0,-1 0 0,0 0 0,0-1 0,0 0 0,0 0 0,-1 0 0,0 0 0,2-7 0,1-2 0,-2-1 0,0 1 0,-1-1 0,-1 1 0,0-1 0,-1 0 0,0 0 0,-2 0 0,-3-27 0,-1 10 0,-2 2 0,-1-1 0,-1 1 0,-2 0 0,-1 1 0,-2 0 0,-27-46 0,29 57 0,-1 1 0,0 1 0,-1 1 0,0 0 0,-2 0 0,0 2 0,0 0 0,-2 0 0,1 2 0,-2 0 0,0 1 0,-25-10 0,39 19-506,-1 0 0,1 0 0,-1 1 0,1 0 0,-1 0 0,0 0 0,1 1 0,-1-1 0,0 1 0,0 1 0,-8 1 0,10-1-117,1-1 1,0 1-1,-1 1 0,1-1 1,0 0-1,0 1 0,-1 0 1,1 0-1,1 0 0,-1 0 1,0 0-1,0 1 0,1-1 0,-1 1 1,1-1-1,0 1 0,-3 4 1,-5 24-11881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3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41 13593,'0'-1'283,"0"0"0,-1-1 0,1 1 1,0 0-1,0 0 0,-1 0 0,1 0 0,0-1 0,-1 1 0,1 0 0,-1 0 0,0 0 0,1 0 0,-1 0 0,0 0 0,0 0 0,1 0 1,-1 0-1,0 1 0,0-1 0,0 0 0,-2-1 0,-20-1 8463,29 22-7171,13 50-1117,-3 0 0,-2 2 1,-4-1-1,1 74 0,-10-111-649,-7 58 1,1-9-58,5-79 249,2-4 33,1-1 0,-1 0 0,0 1 0,-1-1 0,1 0 0,0 0 0,0 0 0,-1 0 0,0-1 1,1 1-1,-1 0 0,2-4 0,-1 2 20,20-39 18,22-56 1,-26 55-55,32-56 1,-21 50-19,3 2 0,44-52 0,-64 85 0,2 1 0,-1 0 0,2 1 0,0 1 0,0 0 0,1 1 0,1 0 0,0 2 0,0 0 0,24-8 0,-35 15 0,0 0 0,0 0 0,0 1 0,1 0 0,-1 0 0,1 0 0,-1 1 0,0 0 0,1 0 0,-1 1 0,1 0 0,-1 0 0,0 0 0,1 1 0,-1 0 0,0 0 0,0 1 0,0 0 0,-1 0 0,1 0 0,5 4 0,-3 0 0,-1 0 0,0 0 0,0 1 0,-1 0 0,0 0 0,0 0 0,-1 1 0,0 0 0,0 0 0,-1 0 0,0 1 0,4 17 0,3 25-779,-3 1 0,-2 0 0,-2 0 0,-2 0 0,-8 81 0,-7-20-5406,5-52 191,1 22-6936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958 93 13269,'-4'-7'789,"0"0"-1,0 1 0,-1-1 1,0 1-1,-1 0 1,1 0-1,-1 0 0,0 1 1,0 0-1,-1 0 1,-11-6-1,12 8-373,-1 1 0,1-1 1,-1 1-1,0 1 0,0-1 0,0 1 1,0 0-1,0 1 0,-1-1 0,1 1 0,0 1 1,0 0-1,0 0 0,0 0 0,-8 3 0,-3 1-206,0 0-1,1 1 1,0 1-1,0 1 0,1 0 1,0 1-1,0 1 1,-20 17-1,-12 14 530,-47 49-1,74-68-694,-187 198-43,171-177 0,3 3 0,1 0 0,-35 66 0,61-97 0,-1 1 0,2 0 0,0 0 0,1 0 0,0 1 0,2 0 0,0 0 0,-2 33 0,5-40 0,1 0 0,0 0 0,0-1 0,1 1 0,1 0 0,-1-1 0,1 1 0,1-1 0,0 0 0,0 0 0,1-1 0,0 1 0,0-1 0,1 0 0,0 0 0,1-1 0,7 7 0,8 5 1,0-1 0,2-2 0,0 0 0,1-1 0,0-2 0,1-1 0,1 0 0,30 7 0,19 3-24,136 19 1,265 3-5072,-159-33-5577,-104-10-3311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74 112 11409,'-40'36'4964,"33"-34"-1478,-6-4-2662,10 1-148,-8 2 5665,27 2-3021,-1-3-3847,330-30 1349,-108 4-3202,252-15-3915,-161 7-3244,-160 15-578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9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 14301,'1'0'644,"0"-1"-1,0 0 1,-1 1-1,1-1 1,0 1-1,0-1 0,0 1 1,0-1-1,0 1 1,0 0-1,0-1 1,0 1-1,0 0 1,0 0-1,0-1 1,0 1-1,0 0 0,1 0 1,15 10 3497,-14-7-3950,0 0-1,-1 0 0,0 0 0,0 1 0,0-1 0,0 1 0,0-1 0,-1 1 0,3 6 0,0 11-160,-1-1 1,-1 1-1,0 0 1,-1 0-1,-2 0 1,0 0-1,-4 21 1,-39 150-66,27-126 24,-19 61 68,18-67-182,2 0-1,-11 88 0,23-115-1049,-1 15-3116,4-42 2691,1 0 0,1-1 1,-1 1-1,1 0 0,2 10 0,14 15-12798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8 321 16009,'-8'-14'1945,"10"8"1129,21 9 3047,9 2-5209,39 0 204,0-4 0,81-8 0,-111 2-1229,-1-1-1,0-2 1,0-2 0,0-2-1,47-21 1,-69 25 77,-1-2 0,1 0 1,-2-1-1,0-1 0,21-18 1,-10 3 929,44-55 1,-30 39-432,-41 43-463,0 0 0,0 0 0,0 0 0,0 0 0,0 0 0,0 0 0,0 0 0,0 0 0,0 0 0,0 0 0,0 0 0,0 0 0,0 0 0,0 0 0,0 0 0,0 0 0,0 0 0,0 1 0,0-1 0,0 0 0,0 0 0,0 0 0,1 0 0,-1 0 0,0 0 0,0 0 0,0 0 0,0 0 0,0 0 0,0 0 0,0 0 0,0 0 0,0 0 0,0 0 0,0 0 0,0 0 0,0 0 0,0 0 0,0 0 0,1 0 0,-1 0 0,0 0 0,0 0 0,0 0 0,0 0 0,0-1 0,0 1 0,0 0 0,0 0 0,-4 12 0,-7 14 0,-5 11 0,2 1 0,1 0 0,-8 45 0,3-12 0,-24 116 0,21-91 0,7-7-1400,-4 14-3607,7-47-3713,9-1-5936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18138,'-2'4'323,"1"0"0,0 1 0,1-1 1,-1 1-1,1 0 0,0-1 1,0 1-1,0-1 0,1 1 0,-1-1 1,1 1-1,2 6 0,2 2 919,1 1 0,13 20 0,-1 0 197,-10-19-1206,1-1 1,0 1-1,2-1 1,-1-1-1,2 0 1,0 0 0,0-1-1,1-1 1,0 0-1,17 10 1,-18-14-348,0 0-1,1 0 1,-1-1-1,1-1 1,1 0-1,-1-1 1,1 0 0,-1-1-1,1 0 1,0-1-1,0-1 1,24-1 0,-32 0 73,1-1 1,-1 0-1,0 0 1,1-1-1,-1 0 1,0 0-1,0 0 1,0-1-1,0 1 1,-1-2-1,1 1 1,-1-1-1,0 1 1,0-2-1,0 1 1,6-6-1,-4 0 115,0 1 0,0-2 0,-1 1 0,-1-1 0,1 1 0,-2-1 1,7-21-1,41-126 3445,-51 154-3127,-2 25-27,-13 66-365,-4 0 0,-58 167 0,-150 266 0,198-463 0,-17 34 0,-4-2 0,-4-3 0,-4-2 0,-4-3 0,-3-2 0,-86 82 0,140-151 0,0-2 0,-1 1 0,0-1 0,0-1 0,-13 7 0,21-13 0,1 0 0,0 0 0,0 0 0,-1 0 0,1-1 0,-1 1 0,1-1 0,0 1 0,-1-1 0,1 0 0,-1 0 0,1 0 0,-5-1 0,5 1 0,1-1 0,0 0 0,-1 0 0,1 0 0,0 0 0,0 0 0,-1 0 0,1 0 0,0 0 0,0 0 0,0 0 0,0-1 0,0 1 0,1 0 0,-1-1 0,0 1 0,1-1 0,-1 1 0,1-1 0,-1 1 0,1-1 0,0 1 0,-1-1 0,1 1 0,0-1 0,0 0 0,0 1 0,0-1 0,1 1 0,-1-4 0,3-24 0,0 1 0,2-1 0,1 0 0,1 1 0,22-53 0,148-294 0,-92 206 0,-43 81-938,5 2-1,3 2 1,90-114 0,15 25-4096,-65 96 675,-68 61 1771,1 1 1,31-15-1,9 3-6286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14 11917,'-2'-3'4354,"-7"-4"-3014,-4 4 9896,-43 157-10021,-139 352 1490,137-355-2705,40-110 38,4-9-183,1 1 1,1 0-1,-10 46 0,17-22-3224,5-47 1894,1-1 0,0 0 0,0 1 0,1-1 0,0 0 0,6 15 0,-6-20-1323,9-30-2503,12-41 4510,9-81 2699,-16 64-149,2-26 1197,-12 69-219,19-77 0,-23 112-2415,0 0-1,1 0 1,0 0 0,0 0-1,0 1 1,0-1-1,1 1 1,0 0-1,8-8 1,-10 10-182,1 1 0,0-1 1,1 1-1,-1 0 0,0 0 0,1 1 1,-1-1-1,1 0 0,-1 1 1,1 0-1,0 0 0,-1 0 0,1 1 1,0-1-1,0 1 0,0 0 0,0 0 1,4 0-1,3 2-18,0 0 1,0 0-1,-1 1 0,1 1 1,-1-1-1,0 2 0,0-1 1,0 2-1,-1-1 0,0 1 1,0 1-1,0-1 0,-1 1 1,0 1-1,0 0 0,-1 0 1,0 0-1,0 1 0,10 19 1,-16-26-102,0 0 1,0 0 0,0 1 0,0-1-1,0 0 1,-1 1 0,0-1 0,1 1-1,-1-1 1,0 0 0,0 1-1,0-1 1,0 1 0,-1-1 0,1 1-1,-1-1 1,1 0 0,-1 1 0,0-1-1,0 0 1,0 0 0,0 1-1,0-1 1,-1 0 0,1 0 0,0 0-1,-1-1 1,-3 4 0,-1 2 3,-1-1 0,0 1 0,0-2 0,-1 1 0,-12 6 0,4-4-433,0 0 0,-1-2 0,0 0 0,0-1 0,-24 4 0,0-2-4277,3-2-4484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1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16 164 13377,'7'-11'292,"-5"6"183,2-1 0,-1 0 0,1 1 0,-1-1 0,2 1 0,-1 0 0,0 0 0,1 1 0,0-1 0,0 1 0,1 0 0,-1 1 0,1-1 0,11-5 0,196-65 4403,-209 72-4188,-7 2-152,-3-1-359,1 1 0,-1 0 1,0 1-1,1-1 0,-1 1 1,0 0-1,1 1 0,-1-1 1,1 1-1,0 0 1,-1 0-1,1 1 0,0-1 1,0 1-1,-7 6 0,-10 8 890,-38 37-1,55-49-924,-9 10-59,0 1 0,1 0 0,1 0 0,0 1 1,2 1-1,0 0 0,0 0 0,2 1 0,0 0 0,-8 34 0,14-42-122,0 1 0,1-1 1,0 0-1,0 1 0,1-1 1,1 1-1,0-1 0,1 0 1,2 12-1,-1-14-88,0-1-1,0 0 1,0 0-1,1 0 1,1-1 0,-1 1-1,1-1 1,0 0-1,1 0 1,0-1 0,0 0-1,13 11 1,-3-5-1191,0-1-1,1-1 1,0-1 0,30 12 0,36 5-9643,-48-18 494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8821,'10'-61'2034,"-9"57"-1503,0 1 0,0-1 0,1 1-1,-1 0 1,1 0 0,0 0 0,3-4 0,-4 6-207,0 0 0,0-1 0,0 1 0,-1 0 0,1-1 0,0 1 1,0-1-1,-1 1 0,1-1 0,-1 1 0,1-1 0,-1 0 0,0-2 0,25 6 2015,-18 0-2189,-1 1 0,1 0 0,0 0 0,-1 0 0,0 1 0,0 0 0,0 0-1,0 0 1,0 1 0,-1 0 0,0 0 0,0 1 0,0-1 0,-1 1 0,4 7 0,4 5 8,-2 0 0,0 1 0,-1 0 0,7 21 0,-12-27-162,-1-1 1,0 1-1,-1-1 0,-1 1 1,0 0-1,0-1 0,-1 1 0,-1 0 1,0 0-1,-1-1 0,0 1 1,-1-1-1,0 1 0,-1-1 1,-1 0-1,0-1 0,0 1 0,-1-1 1,-1 0-1,0 0 0,0-1 1,-1 0-1,0 0 0,-1 0 1,-13 10-1,15-14 248,-1 0 0,0-1 0,0 0 0,0 0-1,0-1 1,0 0 0,-1 0 0,0-1 0,-15 4 0,23-8-200,1 0 0,-1 1 1,0-1-1,0 0 0,0 0 1,1 0-1,-1 0 0,1 0 1,-1 0-1,0 0 0,1 0 0,0 0 1,-1 0-1,1 0 0,0 0 1,-1 0-1,1-1 0,0 1 1,0-2-1,0 3-2,0-5 2,0 0 0,0 0-1,0 0 1,1 0 0,0 1 0,0-1 0,0 0 0,0 0-1,1 1 1,0-1 0,0 1 0,0 0 0,1-1-1,-1 1 1,4-4 0,9-12-75,29-29 1,-41 46 3,50-55-1082,108-108-3847,-46 66-3549,-24 30-2992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 13729,'-4'2'1259,"1"1"0,-1 0 0,1 0 1,0 0-1,0 0 0,-4 6 0,-11 26 2915,12-15-2918,-8 39 1,9-30 218,-123 615 587,95-491-2137,-25 135-608,24 0-1018,33-263-1202,4 45 0,-2-59 646,1 1 1,1-1-1,4 12 0,5 8-10234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2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1 247 13945,'56'-13'2462,"-53"13"-2204,0 0 0,0 0-1,0 0 1,0 1 0,0-1 0,0 1 0,0-1 0,0 1-1,0 0 1,0 0 0,0 1 0,0-1 0,-1 0 0,6 4-1,1 1 374,21 11 972,-1 2 1,52 43 0,-62-46-1126,-5-6-306,-1 2 1,0-1 0,0 2 0,-1 0-1,-1 0 1,0 1 0,-1 0 0,0 1-1,-1 0 1,7 18 0,-14-29-150,0 0 0,-1 1 0,1-1-1,-1 1 1,0-1 0,0 1 0,0 0 0,-1-1 0,0 1 0,1 0 0,-2 0-1,1-1 1,0 1 0,-1 0 0,0-1 0,0 1 0,-3 5 0,1-4 2,0 0 0,0 0 0,-1 0 0,0-1 0,0 0 0,0 0 1,-1 0-1,0 0 0,0 0 0,-11 6 0,-1 0 5,-1-1 1,0 0-1,-1-2 0,0 0 0,0-2 1,-38 9-1,-109 14-2324,177-47-153,-5 12 2020,1 0 0,-1 0 1,2 1-1,-1 0 0,0 0 1,1 1-1,13-5 0,67-23-2160,-50 20 1639,345-138-4480,-303 112 5865,-1-3 1,119-84-1,-148 88 1071,46-44 1,-82 68-936,0-1 1,-1-1-1,-1 1 1,-1-2-1,0 0 1,-1 0 0,13-28-1,-23 43-504,1 0 0,0 0 1,0 0-1,-1-1 0,1 1 0,-1 0 0,1 0 0,-1-1 0,0 1 0,1-1 0,-1 1 0,0 0 1,0-1-1,0 1 0,0-1 0,0 1 0,0 0 0,-1-1 0,1 1 0,0 0 0,-1-1 0,1 1 1,-1 0-1,1-1 0,-1 1 0,0 0 0,1 0 0,-1-1 0,0 1 0,0 0 0,0 0 0,0 0 1,0 0-1,0 0 0,0 0 0,0 1 0,0-1 0,0 0 0,-1 1 0,1-1 0,0 0 0,-1 1 1,1-1-1,0 1 0,-3-1 0,-1 1 44,-1-1 1,1 1-1,-1-1 1,1 1-1,-1 1 1,1-1-1,-1 1 1,1 0-1,-10 3 1,4 1 7,1 0 0,0 0 0,0 1 0,1 1 0,-1-1 0,1 2 0,1-1 0,-12 13 0,8-6-109,0 0 0,1 1 0,0 0 1,-12 25-1,13-17-405,0 1 1,-12 49-1,20-64 279,1 0-1,-1 0 1,2 0 0,-1 0 0,1 0-1,1 0 1,0 0 0,0 0 0,1 0-1,4 14 1,-6-21 104,1 1 0,0-1 0,-1 0 0,1 0 0,0 0 0,0 0 0,0 0-1,1 0 1,-1 0 0,0 0 0,1 0 0,-1-1 0,1 1 0,0 0 0,-1-1 0,1 1 0,0-1 0,0 0 0,0 0 0,0 0-1,0 0 1,0 0 0,0 0 0,1 0 0,-1 0 0,0-1 0,0 0 0,1 1 0,-1-1 0,0 0 0,0 0 0,1 0 0,-1 0-1,0 0 1,1-1 0,-1 1 0,0-1 0,0 1 0,0-1 0,1 0 0,-1 0 0,2-1 0,11-7 335,-1 0-1,0-1 1,-1 0 0,0-1 0,14-14 0,-11 9 675,1 1-1,27-19 1,-42 33-964,0 0 0,0 1-1,0-1 1,0 0-1,0 1 1,0 0 0,0-1-1,0 1 1,0 0-1,0 0 1,0 0 0,0 0-1,0 0 1,0 1 0,0-1-1,1 1 1,-2-1-1,1 1 1,0 0 0,0 0-1,0 0 1,0 0 0,0 0-1,-1 0 1,1 0-1,1 2 1,8 5 36,-1 1 0,18 21 0,-17-18-70,105 119-3596,-62-66-935,4-1-4239,-19-25-874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9265,'7'1'346,"-1"0"0,1 0 0,0 1 0,-1 0 0,1 0 0,-1 1 1,0 0-1,0 0 0,0 0 0,0 1 0,0 0 0,-1 0 0,1 0 0,-1 1 0,0 0 1,-1 0-1,9 10 0,21 35 858,-2 2 0,-1 1 0,-4 1 0,29 78 0,-49-113-833,-2 0-1,0 1 0,0-1 1,-2 1-1,-1 0 1,0 0-1,-2 0 0,0 0 1,-1 0-1,-1 0 0,-1 0 1,-1 0-1,0-1 0,-2 0 1,-11 30-1,5-21 1568,11-25-308,1-7-936,1-8-625,0 1-1,1 0 1,0 0 0,1 0-1,0 0 1,0 1 0,1-1 0,11-18-1,55-82 354,-52 85-398,77-103-3117,6 5 1,219-209-1,-264 283-736,-7 12-1722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3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18 14149,'-25'-7'874,"18"5"-530,-1 0 0,1 0 1,0 0-1,0 1 0,-1 0 0,1 1 1,0 0-1,-1 0 0,1 0 0,-1 1 1,1 0-1,0 0 0,-10 4 0,-24 9 2948,-60 30 0,63-24-2451,1 2 0,1 2 0,-44 36-1,42-27-734,1 1 0,-60 72-1,96-104-117,-1 1-1,1-1 1,-1 0-1,1 1 1,0-1-1,0 0 0,0 1 1,0-1-1,0 1 1,0 0-1,1-1 1,-1 1-1,1 0 1,0-1-1,0 1 1,0 0-1,0-1 1,0 1-1,1 4 1,0-6 9,0 0-1,-1 1 1,1-1 0,0 0 0,0 0-1,-1 1 1,1-1 0,0 0 0,0 0-1,0 0 1,0 0 0,0 0 0,1-1 0,-1 1-1,0 0 1,0 0 0,1-1 0,-1 1-1,0-1 1,1 1 0,-1-1 0,0 0-1,1 1 1,-1-1 0,1 0 0,-1 0 0,1 0-1,-1 0 1,0 0 0,1 0 0,-1 0-1,1-1 1,-1 1 0,0-1 0,3 0-1,26-9 75,0-1-1,0-2 0,-1-1 0,39-25 1,-32 18 552,0 1 1,45-16-1,-79 35-587,1 0 0,-1 0 0,0 1 0,1-1 0,-1 1 0,1-1 0,-1 1 0,1 0 0,-1 0 0,1 0 0,-1 0 1,1 0-1,-1 1 0,1-1 0,-1 1 0,0 0 0,1-1 0,-1 1 0,0 0 0,0 1 0,3 0 0,-2 1-52,0 0-1,0 0 1,0 0 0,0 0-1,-1 1 1,1-1 0,-1 1-1,0-1 1,0 1 0,0 0-1,2 6 1,1 10-724,0-1 0,-1 1 1,-1 0-1,0 22 0,-3-39 546,-2 49-3666,1-43 1880,0 1 1,1-1-1,0 1 1,1 12-1,10 20-9943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26 200 15049,'-24'-40'2756,"23"40"-2615,1-1 1,0 0-1,0 0 0,0 0 0,0 0 1,0 0-1,0 0 0,0 0 1,0 0-1,0 1 0,0-1 1,0 0-1,1 0 0,-1 0 0,0 0 1,1 0-1,-1 0 0,1 1 1,-1-1-1,1 0 0,-1 0 0,1 1 1,0-2-1,18-14 2119,-12 11-1465,4-6 315,11-9 1043,46-32 0,-61 47-2057,0 1 0,1 0 0,0 0 0,-1 1 0,1 0 0,0 0 0,1 1 0,-1 0 0,0 0 0,1 1 0,9-1 0,-14 3-78,1-1-1,-1 0 0,0 1 1,0 0-1,0 0 0,0 0 1,0 0-1,0 1 0,0 0 1,0-1-1,-1 1 0,1 1 1,0-1-1,5 6 0,-3-3-1,-1 1-1,1 0 1,-2 0-1,1 1 1,-1-1-1,0 1 1,6 12-1,-4-4 2,-1 1 1,0 0-1,0 0 1,-2 0-1,0 0 0,-1 1 1,0 17-1,-2-9-13,-1 0 0,-1 0 1,-1 0-1,-1 0 0,-12 39 0,4-1 115,12-60 51,8-11-169,-1 0 0,0-1 0,12-19 0,5-7 8,85-105 0,-105 136-14,-1 1 1,1-1-1,-1 0 0,1 1 0,0 0 0,1 0 1,-1 0-1,0 0 0,1 1 0,0 0 0,-1 0 0,10-3 1,-11 5 1,-1-1 1,1 1-1,-1 0 1,1 0-1,-1 0 1,0 1-1,1-1 1,-1 1-1,1-1 1,-1 1 0,0 0-1,1-1 1,-1 1-1,0 1 1,0-1-1,0 0 1,0 0-1,0 1 1,0-1-1,0 1 1,0 0-1,-1 0 1,1-1 0,0 1-1,-1 0 1,0 0-1,1 0 1,0 3-1,3 4-25,-1 0 1,-1 0-1,1 0 0,-1 0 0,-1 0 0,3 17 0,2 61-449,-5-50 183,-2 4 87,0-37 151,0-2 48,1 0 0,-1 0 0,1 1 0,-1-1-1,1 0 1,0 0 0,0 1 0,0-1 0,0 0 0,0 0 0,2 2 0,13-36 138,1 0-1,2 2 1,1 0-1,1 2 1,1 0-1,36-33 1,-45 48-107,0 1-1,1 0 1,1 2-1,0-1 1,0 2 0,1 0-1,0 1 1,0 1 0,1 0-1,0 1 1,1 1-1,-1 0 1,1 2 0,29-3-1,-39 6-17,1 0-1,-1 1 1,0 0-1,1 1 1,-1-1-1,0 2 1,0-1 0,0 1-1,0 0 1,-1 1-1,1 0 1,-1 0-1,0 0 1,0 1-1,0 0 1,-1 1-1,0 0 1,10 11-1,-7-7-29,-2 1 0,0 0 1,0 0-1,0 0 0,-2 1 0,1 0 0,-2 0 0,1 0 0,-2 0 0,0 1 0,3 19 0,-4-4-1360,-1 48 0,-2-53-1289,-2 0 0,-7 32 0,4-17-4026,11 2-4075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0 832 16169,'70'-3'3781,"-1"-3"0,72-17 0,-103 15-3165,-1-2 0,-1-1 0,0-2 0,0-2 1,44-25-1,-72 35-595,1-1 1,-1 1-1,0-2 1,-1 1-1,1-1 1,-1 0-1,-1 0 1,1-1-1,-1 0 0,-1 0 1,1-1-1,3-8 1,-6 11-23,-1 0 0,0 0 0,0 0 0,-1 0 0,0 0 0,0-1 1,0 1-1,-1 0 0,1 0 0,-2-1 0,1 1 0,-1 0 0,0-1 0,0 1 0,-1 0 0,1 0 0,-1 0 1,-1 0-1,1 0 0,-4-5 0,2 5 24,0-1 0,0 1 0,0 1 0,-1-1 0,0 1 0,0-1 1,0 1-1,-1 1 0,0-1 0,0 1 0,0 0 0,0 0 0,-1 1 0,1 0 0,-1 0 0,0 0 0,0 1 1,0 0-1,0 0 0,0 1 0,0 0 0,-1 0 0,1 1 0,0 0 0,-1 0 0,1 1 0,-13 2 0,-1 1 50,0 1-1,1 2 1,0 0-1,0 1 0,0 0 1,1 2-1,0 0 1,-25 20-1,28-18-72,1 0 0,1 1 0,0 1 0,0 1 0,1 0 0,1 0 0,1 1 0,0 1 0,1 0 0,1 0 0,-12 32 0,17-39 0,1 1 0,0-1 0,0 1 0,1 0 0,1 0 0,0 0 0,0 0 0,1 0 0,1 0 0,0 0 0,0 0 0,1 0 0,1 0 0,0-1 0,0 1 0,1-1 0,0 0 0,1 0 0,0 0 0,0 0 0,1-1 0,10 13 0,1-5-165,0 0 0,1-1 0,0-1 0,1 0 0,1-2 0,0 0-1,1-1 1,1-1 0,0-1 0,0-1 0,1-1 0,0-1 0,0-1 0,33 4 0,-13-5-253,0-1 0,0-2 0,0-2 0,0-2 0,0-2 0,0-1 0,50-14-1,-42 5-997,1-2 0,-2-2 1,-1-2-1,0-3 0,76-47 0,-89 45 1001,0-2 0,-1-2 0,-2 0 0,-1-3 0,-2 0 0,-1-2 0,31-47 0,-20 19 1219,-3-1-1,47-111 1,-61 114 1537,24-98 0,-16 29 3266,-30 125-3738,-7 18-206,-163 492-351,109-312-1220,23-74-4152,-18 59-9060,42-134 517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4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14157,'2'0'44,"10"-3"923,0 1 0,1 0 0,-1 1 0,0 1 0,1 0 0,19 3 0,201 27 4337,123-15-3578,-330-16-1622,0-1 1,48-10-1,-46 6-44,-13 3-35,1 0 0,-1-2-1,0 1 1,0-2 0,0 0-1,-1-1 1,0-1 0,0 0 0,-1 0-1,0-2 1,17-15 0,-29 25-24,3-4 30,-1 1 0,1-1 0,-1-1 0,0 1 0,0 0 0,-1-1 0,1 1 0,-1-1 0,0 0 0,0 0 0,0 1 0,-1-2 0,0 1 0,0 0 0,1-7 0,-2 12-23,0 0-1,0 0 1,0 0-1,0 0 1,0 0-1,0-1 1,0 1-1,0 0 1,0 0-1,0 0 1,0 0-1,0 0 1,0-1-1,0 1 1,0 0-1,0 0 1,0 0-1,0 0 1,0 0-1,0 0 1,0-1-1,0 1 1,0 0-1,0 0 0,0 0 1,0 0-1,-1 0 1,1 0-1,0 0 1,0-1-1,0 1 1,0 0-1,0 0 1,0 0-1,0 0 1,-1 0-1,1 0 1,0 0-1,0 0 1,0 0-1,0 0 1,0 0-1,0 0 1,-1 0-1,1 0 1,0 0-1,0 0 1,-4-2 95,1 0-1,-1 1 1,0 0 0,1 0 0,-1 0 0,0 0-1,0 1 1,1-1 0,-1 1 0,0 0 0,0 0 0,0 0-1,0 1 1,1-1 0,-1 1 0,0 0 0,-5 2 0,-17 6 68,1 0 1,0 2 0,1 1 0,-24 15 0,38-20-131,-1 1 0,1 0 0,1 0-1,-1 1 1,1 0 0,1 1 0,0 0-1,0 0 1,1 1 0,0 0 0,1 0-1,-5 13 1,0 6-41,-7 33 0,16-56 0,1-1 0,0 1 0,0 0 0,1 0 0,0 0 0,0 0 0,1 0 0,0-1 0,0 1 0,0 0 0,1 0 0,0-1 0,0 1 0,1-1 0,0 0 0,0 0 0,4 6 0,-6-9 0,6 7-180,-1-1 1,2 1-1,-1-1 0,1-1 0,1 1 1,-1-1-1,1-1 0,1 0 1,-1 0-1,1 0 0,0-2 0,1 1 1,0-1-1,19 6 0,-4-2-414,1-2 1,0-1-1,0-1 0,1-1 0,32 0 0,-38-4-617,0-1-1,0-1 1,0-1-1,32-9 1,-25 4-3098,31-14 1,-21 3-4542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302 123 11649,'-4'13'1348,"-1"0"0,0 0 1,-1 0-1,0-1 0,-1 0 0,0 0 0,-1 0 0,0-1 1,-19 18-1,-10 17 10,0 2-1108,3 2 0,-46 88 0,77-131-549,0-1 0,1 0 0,0 1 0,0-1 0,0 1-1,0-1 1,0 10 0,-7-36 999,8 15-584,0 0 0,1 0 0,-1 0 0,1 0 1,0-1-1,0 1 0,0 0 0,1 0 0,2-10 1,18-52 619,-11 37-516,1-3-233,2-1 0,1 2 0,2-1 0,37-55 0,-31 57-1284,2 1 0,36-35 0,-51 56 235,2 0 0,-1 1 0,21-13 0,14 0-4639,7 7-5074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17 101 12861,'-13'-46'2020,"10"29"877,6 0-2141,0 5-992,13 4-15078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6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 7337,'12'-4'2080,"-16"9"837,-5 3-2133,7-6 1072,7-2-1101,45-2 237,0 3-1,56 7 1,-19-1-514,2323 171 1289,-4 31-1910,-1732-149 220,2292 179 0,-1317-147-100,-2-77-59,-796-56-344,-11-56-4856,-725 78 618,-26 6-2835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4 10501,'-2'-1'631,"0"1"0,0-1 0,0 1 0,0-1 0,1 1-1,-1 0 1,0 0 0,0 0 0,0 0 0,0 0 0,-3 1 0,-19 11 2196,16-6-2648,0 1 0,1 0 1,-10 13-1,9-11 717,-16 21 40,1 1 0,2 1 0,2 1 0,-30 64 0,-41 149 1444,-77 395-10,119-435-2515,-65 400-3362,84-300-944,24 2-5274,8-177-1405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8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5509,'0'0'7191,"5"3"-6392,12 8-471,0 0 1,1-2 0,28 11 0,86 23 190,-104-35-408,538 142 593,538 56-1337,11-64-590,55-52 739,-1-46 673,-892-40 259,104 4 621,-359-4-902,-37 1 31,-39 3 148,13-11 152,37 3 311,5-2-808,-1 1 0,0-1 0,1 0 0,-1 1 0,1-1 0,-1 0 0,1 1 1,0-1-1,-1 1 0,1-1 0,0 1 0,0-1 0,0 1 0,1 0 0,-1-1 0,0 1 1,0 0-1,1 0 0,-1 0 0,0 0 0,1 0 0,-1 0 0,1 0 0,0 0 0,-1 1 1,1-1-1,0 1 0,-1-1 0,1 1 0,0 0 0,-1-1 0,4 1 0,9-1 4,-1 0-1,0 1 0,18 2 1,-18-1-11,452-12-121,-214 0 52,333 13 23,1003 131 0,354 153-56,-1038-150 156,4-49-26,-813-85 36,148-15 0,-222 9 16,0 0 0,0-1 0,25-9 1,-31 9-30,1 0 0,0 1 0,-1 0 0,2 1 0,22-1 0,-7-3-19,-18 3-42,-10 4 21,0-1 0,1 0 0,-1 0 0,1 0 0,-1 0 0,0-1 0,5-2 0,-6 3 0,1-1-1,0 1 0,-1 0 1,1 0-1,0 0 0,0 0 1,0 0-1,5 0 0,29-2-113,95-5-826,-17 5 73,214-34 0,-130 9 667,-72 11 128,534-55-67,-616 67 129,133-4-268,-174 9 255,0 1-1,0-1 1,0 1 0,0 0 0,0 0-1,0 1 1,0-1 0,-1 1 0,1 0-1,0 0 1,-1 0 0,1 1 0,-1-1-1,0 1 1,0-1 0,0 1 0,0 0-1,-1 1 1,4 3 0,-3-3-25,1 0 0,0 0 1,0 0-1,0 0 0,0-1 0,0 0 0,1 0 1,6 3-1,11 4-124,0-1 1,1-2-1,1 0 0,-1-1 1,1-2-1,0 0 0,0-2 0,0 0 1,0-2-1,33-3 0,-47 2 143,-3 0 16,-1 0-1,1 0 1,0 0-1,0-1 1,-1 0-1,1-1 1,-1 1-1,1-1 1,-1 0-1,0-1 1,7-4-1,-11 6 103,-5-29 743,2 28-431,1 1-210,-1 1 0,1-1 0,-1 1 0,0-1 0,0 1 0,0 0 0,0-1 0,0 1 0,0 0 1,0 0-1,0 0 0,-1 0 0,1 0 0,-3-2 0,4 4-183,-105 286 2413,-194 296-745,199-402-1534,-407 852-2834,380-720 879,-35 82-1158,132-328 92,-67 110 0,62-124-1334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9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9969,'0'0'1791,"7"-1"91,-1 0-1561,1 1 0,0 1 0,-1-1-1,1 1 1,-1 0 0,1 0 0,-1 1 0,1 0 0,-1 0 0,0 0 0,0 1-1,0 0 1,0 0 0,8 6 0,9 9 146,-1 1 0,0 1 0,-2 0 0,34 44 0,-41-48-332,27 36 173,-2 2 0,-2 1 0,39 82 0,-59-102-260,-2 1 0,-1 1 0,-3-1 1,0 2-1,-3-1 0,-1 1 0,1 41 1,-7-70-32,0 1 0,-1-1 1,0 1-1,0-1 0,-1 0 0,-1 1 1,-5 14-1,7-21 5,0-1 1,0 1-1,0-1 1,0 0-1,0 1 1,-1-1 0,1 0-1,-1 0 1,0 0-1,1 0 1,-1 0-1,0 0 1,0-1-1,0 1 1,0 0-1,-1-1 1,1 0-1,0 1 1,0-1-1,-1 0 1,1 0-1,-1-1 1,1 1-1,-1 0 1,0-1-1,1 1 1,-1-1-1,1 0 1,-1 0-1,-5-1 1,3 0 74,0 0 0,0-1 0,0 1 1,-1-1-1,2-1 0,-1 1 0,0-1 0,0 1 0,1-2 1,-1 1-1,1 0 0,0-1 0,0 0 0,1 1 0,-1-2 1,1 1-1,-1 0 0,1-1 0,1 1 0,-4-8 0,3 5 4,0 0-1,1 0 0,0 1 0,1-1 0,-1 0 0,1-1 1,1 1-1,-1 0 0,1 0 0,1 0 0,-1 0 0,1 0 0,0 0 1,1 0-1,3-11 0,8-14 41,1 1 1,2 0-1,1 1 0,1 1 1,23-28-1,6 0-54,70-67 0,-57 71-857,2 3 0,3 3 1,120-67-1,-125 81-1555,1 3 1,68-23-1,-65 36-3445,-9 14-3467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30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38 11249,'-42'-15'7729,"52"4"-10285,-1-1-2265,1 30-3796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8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84 6201,'-1'0'44,"0"0"0,1 0 1,-1 0-1,0 0 0,1 0 1,-1-1-1,0 1 0,1 0 1,-1 0-1,1 0 0,-1-1 1,0 1-1,1 0 1,-1-1-1,1 1 0,-1 0 1,1-1-1,-1 1 0,1-1 1,-1 1-1,1 0 0,-1-1 1,1 1-1,0-1 0,-1 0 1,1 1-1,0-1 1,0 1-1,-1-1 0,1 0 1,0 0-1,13-17 1503,-10 16-39,-4-2-1286,-1 1 0,1-1 0,0 0 0,-1 0 0,0 1 0,0-1 0,0 1 0,0 0 0,-4-5 0,-1-1-126,6 7-6,11 19-10187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6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948 150 10885,'-1'-4'2332,"-3"-5"-1170,0 0 1,1 0 0,1 0 0,-3-16 0,4 22-915,0 0 0,0 1 1,0-1-1,0 1 0,0-1 0,0 1 0,-1-1 0,1 1 0,-1 0 1,0 0-1,1-1 0,-1 1 0,0 0 0,0 1 0,-1-1 1,1 0-1,0 1 0,0-1 0,-6-2 0,-3-1 435,-1-1-1,-22-6 1,17 8-355,-1 0 0,0 1 1,0 1-1,0 0 0,0 2 0,0 0 1,0 1-1,-26 5 0,1 2 72,0 2-1,-53 21 1,30-6-128,2 3-1,1 3 1,-67 44 0,116-66-223,1 1 0,-1 0 0,2 1 0,-1 0-1,2 1 1,-1 1 0,-16 24 0,25-32-48,0-1 0,0 1 0,0 0 0,1 0 0,0 0 0,0 1 0,0-1 1,1 0-1,0 1 0,0-1 0,0 1 0,1-1 0,0 1 0,0-1 0,0 1 0,0 0 0,1-1 0,0 1 0,0-1 0,1 0 0,0 1 0,-1-1 1,2 0-1,-1 0 0,1 0 0,-1 0 0,5 5 0,2 0-74,-1-1-1,1 0 1,1 0-1,0-1 1,0 0 0,1-1-1,-1 0 1,1-1 0,1 0-1,-1 0 1,1-1-1,19 4 1,11 2-270,0-2 0,59 5 0,-39-8 103,-1-3-1,1-3 1,0-2 0,-1-3 0,1-3-1,75-19 1,-128 24 260,1 1 442,-23 7-8,3-1-430,-238 86 2350,223-80-2281,-178 74 750,153-60-614,-91 58 1,131-75-230,1 0 0,0 1 0,0 0 0,1 0 0,-13 17 0,20-24 0,0 1 0,0 0 0,0-1 0,1 1 0,-1 0 0,0 0 0,1-1 0,0 1 0,-1 0 0,1 0 0,0 0 0,0 0 0,0-1 0,0 1 0,0 0 0,0 0 0,1 0 0,-1 0 0,0-1 0,1 1 0,0 0 0,-1 0 0,1-1 0,0 1 0,0 0 0,0-1 0,0 1 0,2 1 0,1 2 0,0 0 0,1 0 0,0 0 0,0 0 0,11 7 0,-4-5 0,0 0 0,1-1 0,0 0 0,0-1 0,28 7 0,74 9 0,-85-17 0,624 61-5297,-528-56 4386,120-7-4277,-83-14-3825,-94 6-361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6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 9457,'-21'7'2228,"19"-7"-1812,-1 0 0,1 0 0,0-1 0,0 1 1,0 0-1,0-1 0,0 0 0,0 1 0,0-1 0,0 0 0,-3-2 0,2 2 372,1 0 730,-11 8 1497,12-7-2964,1 0 0,-1 1-1,1-1 1,-1 0-1,1 1 1,-1-1-1,1 0 1,-1 1 0,1-1-1,-1 1 1,1-1-1,0 1 1,-1-1-1,1 1 1,0-1 0,0 1-1,-1-1 1,1 1-1,0 0 1,0-1-1,0 1 1,0-1 0,0 1-1,0 0 1,0-1-1,0 1 1,0-1-1,0 1 1,0 0 0,0-1-1,0 1 1,0-1-1,0 1 1,1-1-1,-1 1 1,0-1 0,0 1-1,1-1 1,-1 1-1,0-1 1,1 1-1,-1-1 1,1 1 0,-1-1-1,0 1 1,1-1-1,-1 0 1,1 1 0,-1-1-1,2 1 1,33 20 1108,-10-12-863,0-1 0,0-2-1,1 0 1,-1-2 0,38 3-1,-23-3-96,231 18 378,0-11 1,301-27-1,-523 13-472,0-2-1,73-18 0,-120 23-95,1 0-1,0-1 1,-1 0 0,1 0-1,0 1 1,-1-1-1,1-1 1,-1 1 0,1 0-1,-1-1 1,0 1-1,0-1 1,1 0 0,-1 0-1,0 0 1,1-2 0,-2 3-11,-1 1 0,0-1 0,0 1 0,0-1 0,0 1 0,0-1 0,0 1 0,0-1 0,0 0 0,0 1 0,0-1 0,0 1 1,0-1-1,-1 1 0,1-1 0,0 1 0,0-1 0,-1 1 0,1-1 0,0 1 0,0-1 0,-1 1 0,0-1 0,-18-14-305,13 13-236,-1-1 1,0 1-1,1 0 1,-1 1 0,0-1-1,0 1 1,0 1-1,-1-1 1,-6 2 0,-32 2-9634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7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49 12785,'0'-2'285,"0"0"0,-1 0 0,1 0 0,0 0 0,-1 0 0,1-1-1,-1 1 1,0 1 0,0-1 0,0 0 0,0 0 0,0 0 0,0 0 0,0 1 0,-1-1 0,1 0-1,-1 1 1,1-1 0,-1 1 0,0 0 0,1-1 0,-1 1 0,0 0 0,0 0 0,0 0 0,0 0-1,0 1 1,-6-3 7921,6 6-6613,-4 13-1332,2 1-1,-1-1 0,2 1 0,-3 29 0,1 76 573,4-83-761,1-4-72,-2 39 0,-18 126 0,-17 22-316,35-201-1588,1 0 0,4 31-1,-1-6-9976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7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13 124 11757,'-7'-22'2220,"1"4"3443,13 10-2356,20-4-1450,-16 11-1583,0 1-1,0 0 1,1 1 0,-1 0-1,0 1 1,0 0-1,-1 1 1,17 6-1,-13-5-22,27 9 67,-1 1 0,-1 3 0,-1 0 0,0 3 1,46 32-1,-64-39-271,-2 1 1,0 1-1,0 1 0,-2 1 0,0 0 1,-1 1-1,-1 1 0,0 0 1,-2 1-1,0 0 0,11 27 0,-18-32-48,-1-1 0,-1 1-1,0 1 1,-1-1 0,-1 0-1,0 0 1,-1 1 0,-1-1 0,0 1-1,-1-1 1,0 0 0,-2 0-1,-6 19 1,3-12-6,-1 0 0,-1-1 0,-1 0 0,-1 0 0,-1-1 0,-1-1 0,-29 36 0,12-31 19,16-14-20,14-10 7,0 1 0,0-1 0,0 0 1,0 0-1,0 0 0,0 0 0,0 0 0,-1 0 1,1 0-1,0 0 0,0 1 0,0-1 0,0 0 1,0 0-1,0 0 0,-1 0 0,1 0 1,0 0-1,0 0 0,0 0 0,0 0 0,0 0 1,-1 0-1,1 0 0,0 0 0,0 0 0,0 0 1,0 0-1,0 0 0,-1 0 0,1 0 0,0 0 1,0 0-1,0 0 0,0 0 0,0 0 1,0 0-1,-1 0 0,1-1 0,0 1 0,0 0 1,0 0-1,0 0 0,0 0 0,0 0 0,0 0 1,0 0-1,-1-1 0,0 0 1,-1 0 6,-1-1-1,1 1 0,0-1 1,-1 0-1,1 0 1,0 0-1,0 0 1,1 0-1,-1 0 1,0-1-1,1 1 0,-1-1 1,1 1-1,0-1 1,0 1-1,0-1 1,0 0-1,0 0 1,1 1-1,-1-1 1,1 0-1,-1-4 0,0-24 42,2-1 0,1 0-1,1 1 1,13-57-1,0 27 30,35-87-1,-30 98-58,2 0 1,38-61-1,-47 90-35,1 0 0,0 1 0,1 0-1,2 1 1,0 1 0,0 1 0,28-19-1,-35 29 10,0 0 0,1 0 0,0 2 0,0-1 0,0 2-1,0-1 1,1 2 0,-1 0 0,1 0 0,0 1 0,0 1-1,0 0 1,0 0 0,17 3 0,-18-1 6,-1 2 0,1 0 0,0 0 0,-1 1 0,0 0 0,0 1 0,0 0 0,0 1 0,-1 0 0,0 1 1,0 0-1,-1 0 0,0 1 0,0 0 0,12 16 0,-7-5 39,-1 0 0,-1 0-1,-1 1 1,0 0 0,-2 1 0,0 0 0,-2 1 0,0 0 0,-1 0 0,-2 0 0,0 1 0,1 25 0,-3-5 29,-2 0 0,-2 0 0,-2 1 0,-1-1 0,-17 61 0,-17 21-554,26-91-914,2 0 1,1 1-1,2 0 1,-5 53-1,12-83 497,1 1 0,0-1 0,1 0 0,-1 1 0,1-1 0,0 1 0,1-1 1,-1 0-1,3 6 0,-2-6 28,18 46-9671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24 12333,'-12'-6'532,"9"3"-206,-1 1-1,1 0 0,-1 0 1,1 1-1,-1-1 0,0 1 1,0 0-1,1 0 0,-1 0 1,0 0-1,0 1 1,0-1-1,0 1 0,0 0 1,0 0-1,0 1 0,0-1 1,0 1-1,0 0 0,-5 1 1,-6 7 565,0 0 1,1 1-1,0 0 0,0 1 1,1 0-1,-22 26 0,-62 90 783,84-109-1446,-7 9-59,2 1 0,-17 35-1,30-53-230,0 2 0,1-1 0,0 0 0,1 1 0,0 0 0,1 0 0,0 0 0,1 0 0,1 17 0,-1-26 49,1-1-1,1 1 1,-1-1-1,0 1 1,1-1-1,-1 1 1,1-1-1,-1 0 1,1 1-1,0-1 1,0 0-1,0 0 0,1 0 1,-1 0-1,0 0 1,1 0-1,0 0 1,-1 0-1,1 0 1,0 0-1,0-1 1,0 1-1,4 1 1,-3-1-2,1-1 1,0 0-1,0 0 1,0-1 0,-1 1-1,1-1 1,0 0-1,0 0 1,0 0-1,0-1 1,0 1-1,0-1 1,6-2 0,2-1 57,0 0 1,-1-1 0,0 0 0,0-1 0,0 0 0,-1-1 0,0 0 0,0-1 0,10-10 0,35-38 1495,-53 54-1266,20 11 174,-20-8-439,1 1 0,-1-1 1,0 1-1,0 0 0,0 0 1,0 0-1,0 0 0,0 0 1,0 0-1,-1 0 0,1 1 1,-1-1-1,0 0 0,0 1 1,1 0-1,0 3 0,11 52-992,-5-21-293,12 32-3192,-8-22-5515,-1-9-356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10653,'6'7'1050,"0"0"-1,1-1 1,0 0 0,12 9-1,16 15 1119,-19-13-1623,-1 1 0,-1 1 0,-1 1 0,0 0 0,-1 0 0,16 42 0,-21-45-435,-1 1 0,-1 0 0,-1 0 0,0 0 0,-1 1 0,-1 0 0,-1-1 1,-1 1-1,-1 20 0,-1-29-72,0 0 1,0-1-1,0 1 1,-1-1 0,-1 0-1,0 1 1,0-2-1,0 1 1,-1 0-1,-11 13 1,13-18 113,-1 0-1,0 0 1,0 0 0,0 0-1,0-1 1,0 1-1,-1-1 1,0 0 0,1-1-1,-1 1 1,0-1 0,0 0-1,-1 0 1,1-1-1,0 1 1,0-1 0,-1 0-1,1-1 1,-1 1 0,-6-1-1,9-1-58,1 1-1,0 0 1,0-1-1,-1 1 0,1-1 1,0 1-1,0-1 1,0 0-1,0 0 1,0 0-1,0 0 1,0 0-1,0-1 1,1 1-1,-1-1 1,-3-2-1,4 1-12,-1 1 0,1-1 0,-1 0 0,1 0 0,0 0 0,0 0 0,0 0 0,0 0 0,0 0 0,1 0 0,0 0 0,-1 0 0,1 0 0,0-1 0,0 1 0,1 0 0,0-3 0,0-7 99,1-3 9,0 0 0,1 1 0,1-1-1,0 0 1,1 1 0,1 0-1,10-20 1,2 4-389,2 0 0,1 2-1,1 0 1,1 2 0,44-42 0,-32 39-1617,1 1 0,1 2 0,2 2 0,41-21 0,-66 39-445,1 0 0,20-6 1,28 1-8955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8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24 9065,'-5'-2'601,"1"0"0,-1 0-1,0 0 1,0 1 0,0-1 0,0 1 0,-9-1 0,-14-3 1650,20 3-1774,0 1 1,1 0-1,-1 1 1,0-1-1,0 1 1,1 1-1,-1 0 1,0 0 0,1 0-1,-15 5 1,3 1 214,0 0 0,1 1 0,-18 12 0,6-1-275,2 1 0,0 2 1,2 1-1,0 1 1,2 2-1,0 0 1,-33 50-1,46-60-476,0 2 0,2-1 1,0 1-1,-13 35 0,20-46-36,0-1 0,0 1 0,0-1 0,1 1 0,0 0 0,0 0 0,1 0 0,0 0 0,0-1 0,0 1 0,1 0 0,0 0 0,1 0 0,-1-1 0,1 1 0,0-1 0,5 10 0,-5-13 53,0-1 0,0 1-1,0 0 1,0-1 0,0 0 0,1 1-1,-1-1 1,1 0 0,-1 0 0,1 0-1,0-1 1,0 1 0,0-1 0,0 1-1,0-1 1,6 1 0,-3-1 11,-1 0 1,0-1-1,0 0 1,1 0-1,-1 0 1,0 0-1,0-1 1,1 0-1,8-3 1,-4 0 43,0 0 0,-1 0-1,1-1 1,-1 0 0,-1-1 0,1 1 0,-1-2 0,0 1 0,0-1 0,8-10 0,7-15 523,-2-2-1,-1 0 1,-2 0-1,-2-2 1,14-39-1,8-17 759,-14 52-490,-12 58-476,-8-5-278,-1 0 0,0 1 0,-1-1 1,0 1-1,-1 0 0,-1 18 0,-10 87 96,7-97-100,-8 70 93,-4-2 0,-4 0-1,-4-1 1,-56 140 0,57-179-131,-1-2 0,-3 0 0,-2-2 0,-1-1 0,-3-1 0,-2-2 0,-1-1 0,-2-2 0,-54 44 0,69-66 0,0-1-1,-1-1 0,-1-1 1,-44 19-1,59-29-8,0 0 1,-1-1-1,0 0 0,0 0 1,0-1-1,0-1 0,0 1 0,-1-2 1,1 0-1,0 0 0,-1 0 0,1-1 1,0-1-1,0 0 0,-15-5 1,23 6 0,1 0 1,-1 0 0,0 0 0,1 0 0,0-1-1,-1 1 1,1-1 0,0 1 0,-1-1-1,1 1 1,0-1 0,0 1 0,0-1 0,0 0-1,1 0 1,-1 1 0,0-1 0,1 0 0,-1 0-1,1 0 1,0 0 0,0 0 0,-1 0 0,1 0-1,1 0 1,-1 0 0,0 1 0,0-1-1,1 0 1,0-3 0,1-4-16,1 0-1,-1 0 1,2 0 0,-1 0 0,6-8-1,20-27-325,1 1 1,2 2-1,2 2 0,49-45 0,-22 20-459,82-82-890,137-151-565,-205 208 1798,180-198-500,-246 278 996,-6 7 26,0-1 0,0 0-1,0 0 1,-1 0 0,1 0-1,-1 0 1,3-5 0,-4 8-15,0 0 0,0 0 1,0 0-1,0 0 0,0 1 1,0-1-1,0 0 1,0 1-1,0-1 0,0 1 1,0-1-1,-1 1 0,1 0 1,0-1-1,0 1 1,0 0-1,1 1 0,0 0 9,0 1-1,0-1 1,0 1-1,0 0 1,0 0 0,0 0-1,-1 0 1,0 0-1,1 0 1,-1 0-1,0 0 1,-1 1-1,2 6 1,0 50 494,-2-28-383,1 21 16,0 155-3299,-6-159 475,2-33-155,1 1-1,1 19 1,4-15-6933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9057,'6'23'1516,"0"3"-420,-2-9-260,-4 3-700,6-3-612,0 3-576,-9 11-2236,6 21-1553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9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9153,'3'3'405,"0"1"1,0-1-1,0 1 0,0-1 1,0 1-1,-1 0 0,0 0 1,0 0-1,0 0 1,0 1-1,-1-1 0,1 0 1,-1 1-1,0-1 1,0 10-1,0 1 338,-2 1 1,0 0-1,-4 21 1,-1 7 116,-1 8 260,-28 100-1,18-87-379,16-60 3116,0-15-3614,0 0-1,1 0 1,0 0-1,1 0 1,0 0-1,0 0 1,1 0-1,1 1 1,-1-1-1,2 1 1,6-16-1,12-22 286,37-60 0,-47 89-444,1 0 1,0 1-1,1 0 1,1 1-1,34-27 1,-45 39-76,0 1 1,1 0-1,-1 0 0,1 0 1,0 1-1,0-1 1,0 1-1,0 0 0,0 1 1,0-1-1,0 1 1,1 0-1,-1 0 1,0 1-1,1 0 0,-1 0 1,1 0-1,-1 0 1,0 1-1,1 0 0,-1 0 1,0 0-1,0 1 1,1 0-1,-1 0 0,-1 0 1,1 1-1,0-1 1,0 1-1,-1 0 0,0 1 1,1-1-1,-1 1 1,-1 0-1,6 5 1,1 7-95,1 0 1,-2 1 0,0 0 0,-2 1 0,0 0-1,0 0 1,-2 0 0,5 25 0,7 21-1372,-2-7-146,-10-35 213,1 0 0,11 25 1,-14-40 882,0-1 0,0 0 0,0 0 0,1 0 0,0-1 0,1 1 0,-1-1 0,1 0 0,0 0 0,0-1 0,9 6 0,-10-7 292,1-1 0,-1 0 0,1 0-1,0-1 1,0 1 0,0-1 0,0 0 0,0 0-1,0-1 1,0 0 0,0 1 0,0-2 0,0 1-1,0-1 1,0 1 0,0-1 0,0-1-1,0 1 1,7-4 0,-2 1 297,0 0 1,-1-1-1,1 0 0,-1-1 0,0 0 1,-1-1-1,0 0 0,9-8 1,3-9 533,0 0 1,-2-1 0,-1 0-1,-1-2 1,-1 0 0,-2-1-1,0 0 1,-2-1 0,-1 0-1,-1-1 1,7-49 0,-15 74-475,-1 0 0,1 0 1,-1 1-1,0-1 1,-1 0-1,1 0 0,-1 0 1,0 1-1,0-1 0,-3-8 1,3 11-120,0 1 0,0 0 1,0 0-1,0 0 0,0 0 0,0 0 1,0 0-1,0 0 0,-1 0 0,1 0 0,0 0 1,-1 1-1,1-1 0,0 0 0,-1 1 1,1-1-1,-1 1 0,1 0 0,-1-1 1,1 1-1,-1 0 0,1 0 0,-1 0 0,1 0 1,-1 0-1,1 1 0,-1-1 0,1 0 1,-1 1-1,1-1 0,-1 1 0,1-1 1,-3 2-1,-5 2 42,-1 0 0,1 1 0,0 0 0,0 0 0,0 1 0,1 0-1,0 1 1,0 0 0,-9 10 0,-8 12-60,-26 39-1,-5 6-598,41-57 269,1 2 0,1 0 0,-11 22 0,15-23 20,10-11 300,24-14 373,-20 5-324,55-23 941,-56 25-993,0 0 1,0 0-1,0 1 0,0-1 1,0 1-1,0 0 0,0 0 1,0 0-1,0 1 0,0-1 1,4 3-1,-2 0-373,1 0 1,-1 1-1,0-1 1,0 1-1,0 1 0,-1-1 1,8 11-1,7 9-7034,-8-6-2077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9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86 353 6529,'99'-120'2985,"-49"65"386,1 4 0,97-76 0,-153 132-2320,0 1 0,0 0 0,1-1 0,-1 1 0,1 1 0,-4 9 0,-28 64 2058,-24 99-678,-104 372-2188,75-258-4864,77-252 583,1 1 1,-4 52-1,4-9-9011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95 12437,'-32'-50'3461,"26"30"2020,11 1-2972,-4 17-1297,-1-1 1561,5 16 1659,-1-2-4186,-2 10-164,0 1 0,-2 35-1,-1-20-110,-4 39 29,-2 0 0,-36 146 0,25-144 0,3 0 0,-7 125 0,22-171 0,0 0 0,2 0 0,2 0 0,1 0 0,17 61 0,-17-79 0,0-1 0,1 1 0,1-1 0,0-1 0,0 1 0,1-1 0,1 0 0,0-1 0,1 0 0,0-1 0,0 0 0,1 0 0,0-1 0,1-1 0,20 12 0,-10-10-359,0 0 0,1-2 0,0 0 0,0-2-1,1 0 1,0-2 0,0-1 0,0-1 0,0 0 0,0-2 0,47-6 0,-46 3-215,-1-1 1,0-2 0,0 0-1,0-2 1,-1 0 0,0-2-1,-1 0 1,0-2 0,0 0 0,-2-2-1,33-25 1,4-12-6485,3 2-4478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0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95 14053,'-25'-49'7517,"28"32"-5845,4 0-328,12 9-284,28 5-252,1 6-300,6 2-648,9 1-576,4 11-344,0-3-668,-10 9-668,-9 0-272,-1 9-2777,-12 8-4380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0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11873,'0'0'2540,"0"-20"-135,0-3-129,13 9-432,12-6-360,4 6-280,21 0-264,20-1-572,10 1-704,12 3-436,3-1-856,7 1-832,-7 2-3409,-6 6-5016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1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20 269 12437,'-19'-40'15122,"29"33"-12400,-9 6-2678,-1 0 0,1 1 0,0-1 0,-1 0-1,1 1 1,-1-1 0,1 1 0,0-1 0,0 1 0,-1-1 0,1 1 0,0 0 0,0-1 0,-1 1 0,1 0 0,1-1 0,4 3 94,0-1 1,-1 1 0,0 0 0,1 1 0,-1-1 0,0 1 0,0 0 0,0 1 0,5 4 0,-8-6-97,21 17-4,0 2 1,-2 1-1,0 1 1,-2 1-1,-1 0 1,0 2-1,21 43 1,-31-54-39,-1 0 0,-1 1 0,0 0 0,-1 0 0,-1 1 0,0-1 0,-1 1 0,-1 0 0,-1 0 0,0 0 0,-2 0 0,1 0 0,-5 17 0,3-20 0,-1-1 0,0 0 0,-1-1 0,-1 1 0,0-1 0,-1 1 0,0-2 0,-1 1 0,0-1 0,0 0 0,-2 0 0,1-1 0,-1 0 0,-1 0 0,0-1 0,-20 14 0,21-17 0,1-1 0,-1 0 0,0-1 0,-16 6 0,23-10 0,-1 1 0,1-1 0,0 1 0,0-1 0,0 0 0,-1 0 0,1 0 0,0 0 0,0 0 0,-1 0 0,1-1 0,-3 0 0,3 0 0,1 1 0,0-1 0,0 0 0,0 1 0,0-1 0,0 0 0,0 0 0,0 0 0,0 0 0,0 0 0,1 0 0,-1 0 0,0 0 0,1-1 0,-1 1 0,0 0 0,1 0 0,0-1 0,-1 1 0,1 0 0,0 0 0,-1-1 0,1-1 0,0-5 0,0-1 0,1 1 0,0-1 0,0 1 0,1-1 0,0 1 0,1 0 0,-1 0 0,1 0 0,1 0 0,0 0 0,9-13 0,9-13 0,36-41 0,-54 70 0,69-79-1452,3 4-1,3 3 1,4 4 0,3 3-1,3 4 1,2 4 0,142-71 0,-211 122-1987,36-12 1,16 6-7850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5 152 12909,'-5'-1'7275,"7"7"-2842,15 18-1469,30 30-2279,-27-32-318,11 10-18,-2 1 0,-1 1 1,-1 2-1,32 59 0,-51-81-330,-2 1 0,0 1 0,-1-1 0,0 1 0,-2 0 0,1 0 0,0 23-1,-3-31-14,-1 0-1,0 0 1,-1-1-1,1 1 0,-2 0 1,1 0-1,-1-1 1,0 1-1,0-1 0,-1 0 1,0 1-1,-1-1 0,1-1 1,-1 1-1,-1 0 1,1-1-1,-8 8 0,10-12 17,0 0 0,-1 0 0,1 0 0,-1 0 0,1 0 0,-1 0 0,0-1 0,0 1 0,0-1 0,0 0 0,0 0 0,0 0 0,0 0 0,0-1 0,0 1 0,0-1 0,0 0 0,-1 0 0,1 0 0,0 0 0,0 0 0,0-1 0,0 1 0,0-1 0,-6-2 0,7 2 31,-1-1 0,1 1 1,0-1-1,-1 1 0,1-1 1,0 0-1,0 0 0,0 0 1,1 0-1,-1 0 0,0 0 1,1-1-1,-1 1 0,1 0 1,0-1-1,0 1 0,0-1 1,0 1-1,0-1 0,1 0 0,-1 1 1,1-1-1,0 0 0,-1 0 1,1 1-1,0-1 0,1 0 1,-1 0-1,0 1 0,2-4 1,4-18-39,1 1 1,1 0 0,1 1-1,1 0 1,1 1 0,1 0 0,1 0-1,1 1 1,0 1 0,28-27-1,11-7-348,2 3-1,71-50 1,-57 50-2789,92-50 1,-108 73-2477,60-23-1,-40 25-5813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64 11625,'-2'7'626,"0"-1"0,0 1 1,-1-1-1,0 1 0,-1-1 0,1 0 0,-1 0 0,0 0 0,-9 9 1,-16 25 2362,14-13-1646,1 1 1,2 0-1,1 1 0,1 0 1,-10 57-1,15-58-1038,1 2-1,2-1 1,1 0 0,1 0-1,1 0 1,2 1 0,1-1 0,1-1-1,1 1 1,16 41 0,-17-58-263,0-1 1,1 0-1,0-1 1,0 0 0,2 0-1,14 17 1,-20-24-37,1 0 1,-1-1-1,1 1 1,0-1-1,0 1 1,0-1-1,0 0 1,0-1-1,0 1 1,0 0-1,1-1 0,-1 0 1,1 0-1,-1 0 1,1 0-1,-1 0 1,1-1-1,-1 1 1,1-1-1,0 0 1,-1 0-1,1-1 1,0 1-1,-1-1 1,1 1-1,-1-1 1,7-3-1,-3 0-6,-1 0 0,1 0 0,-1-1 0,0 1 0,0-2 0,0 1 0,-1-1 0,1 0 0,-2 0 0,1 0 0,-1-1 0,1 1 0,-2-1 0,1 0 0,-1 0 0,0-1 0,3-13 0,0-3 0,-1-1 0,-2 0 0,0 0 0,-2-36 0,-4-7 0,-4 1 0,-3 0 0,-2 0 0,-33-99 0,42 154-170,-1 1 0,0-1-1,-1 1 1,0 0 0,-1 0 0,0 0 0,-1 1-1,0 0 1,-1 0 0,0 1 0,0-1 0,-1 2-1,-13-11 1,18 17-201,-1 1 0,1-1 0,-1 1 0,0 0-1,1 0 1,-1 0 0,0 1 0,0 0 0,0-1 0,1 2-1,-1-1 1,0 1 0,0-1 0,-7 4 0,7-3-180,3-1 93,-1 1 0,1-1-1,0 1 1,-1 0 0,1 0-1,0 0 1,0 0 0,0 0 0,0 0-1,0 0 1,0 1 0,0-1-1,0 1 1,0 0 0,1 0 0,-3 3-1,-4 3-2035,-25 29-8503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2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13685,'4'0'333,"0"-1"-1,0 1 1,1 1-1,-1-1 1,0 0-1,0 1 1,0 0-1,1 0 0,-1 0 1,0 0-1,0 1 1,-1 0-1,1 0 1,0 0-1,0 0 1,-1 0-1,1 1 1,-1-1-1,0 1 1,0 0-1,0 0 1,0 0-1,0 1 0,-1-1 1,5 8-1,8 18 129,-1 1 0,-1 0 0,-2 1 0,-1 0 0,-1 0 0,-2 1 0,-1 1 0,-2-1 0,1 55-1,-6-49-169,-1 1-1,-3-1 1,-1 1-1,-1-2 0,-15 42 1,21-75 1006,2-24-1057,1 0-1,0 0 1,2 0 0,0 0-1,9-23 1,43-95 1066,-46 115-1261,15-36-333,3 1 0,3 1 1,2 2-1,2 1 0,3 1 0,2 3 1,57-57-1,-84 95-608,1 0-1,0 1 1,1 1 0,0 0-1,0 1 1,18-8 0,-19 11-856,0 1 1,1 1-1,-1 0 0,23-3 1,39 2-10698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2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45 137 14485,'-31'-54'4033,"27"31"-2685,1 3-464,0 0-4876,0 0-945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3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406 387 8189,'43'-115'3707,"-38"100"-2946,0-1 0,-2 0 0,0 0 0,0 0 0,-2 0 0,0 0 0,-2-20 0,1 14 442,1 0 0,0 1 0,6-27-1,-5 36-288,-11 32 68,-14 48 456,-19 99 1,0 75-310,35-199-911,-244 1486 898,146-475-8202,105-877 3255,6-62-1880,5 0-4708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4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64 226 5465,'-5'-16'1001,"-2"-1"1,1 2 0,-16-26 0,0-22 2699,21 61-3617,1-1 1,0 1 0,0 0 0,0-1 0,0 1 0,0 0 0,0-1 0,1 1 0,-1 0 0,1-1 0,0 1 0,0 0 0,-1 0-1,1 0 1,1-1 0,-1 1 0,0 0 0,0 1 0,1-1 0,-1 0 0,1 0 0,0 0 0,3-2 0,2 1-19,0 0 1,0 0-1,0 0 0,0 1 1,1 0-1,-1 1 1,1 0-1,0 0 1,-1 0-1,1 1 0,11 1 1,-7-1-13,430 29 601,-260-12-557,579 55 200,-64-5-418,1907 81-930,1101-56 548,-915-130 1993,-2350 4-1073,-326 19-209,202-52-1,-305 64-174,-1-1 0,1 0 0,12-7 1,-21 10-49,-4-1-57,0 0-1,0 0 0,-1 0 0,1 0 0,-1 1 0,1-1 1,-1 1-1,0-1 0,-5 0 0,1 2-169,0 0 0,0 1 0,0 0 0,0 1-1,1 0 1,-1 0 0,-10 4 0,10-3-74,5-2-298,5 24-2457,-3-24 3041,1-1 1,-1 1 0,1-1 0,-1 1 0,1-1-1,-1 1 1,1-1 0,-1 0 0,1 1 0,0-1 0,-1 1-1,1-1 1,-1 0 0,1 0 0,0 1 0,-1-1-1,1 0 1,0 0 0,0 0 0,-1 0 0,1 0-1,0 0 1,-1 0 0,1 0 0,0 0 0,-1 0-1,1 0 1,1-1 0,3 1 615,4-3-2665,-13-9-1547,-3-1 1298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1715 14 7785,'0'-1'195,"-1"0"0,1 0 0,0 0 0,-1 1 0,1-1 0,-1 0 0,1 1 0,-1-1 0,1 1 0,-1-1 0,0 0 0,1 1 0,-1-1 0,0 1 0,1 0 0,-1-1 0,0 1 0,0-1 0,1 1 0,-1 0 0,0 0 0,0-1 0,0 1 0,1 0 0,-1 0 0,-1 0 0,-3 18 5090,1 6-4892,-92 274 6162,24-80-4353,-198 546 1573,-227 345-3328,177-419-3374,168-350 349,22-66-1636,41-95-3814,28-57-2948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648 184 4432,'-5'-4'162,"-15"-12"1070,20 15-1122,0 0 0,-1-1 0,1 1 0,0 0 0,0 0 0,0 0 0,0 0 0,0 0 0,0 0 0,0 0 0,1 0 0,-1-1 0,0 1 0,1 0 0,-1 0 0,1 0 0,-1 0 0,1 0 0,-1 0 0,2-1 0,-1 0 1691,-2-1-1536,0 0 0,0-1 0,1 1 0,-1 0 0,1 0 1,-1 0-1,1-1 0,0 1 0,1 0 0,-1-1 0,0 1 0,1 0 0,0 0 0,0 0 1,0 0-1,0-1 0,0 1 0,2-2 0,-2 2 988,0 1-642,1-8-125,-1 8-354,0 0 0,-1 0 0,1 0-1,-1-1 1,1 1 0,-1 0 0,0 0-1,0-1 1,0 1 0,0 0 0,0-1-1,-1 1 1,1 0 0,-1 0 0,1 0-1,-1-1 1,-2-2 0,2 3-8,1 1-118,0 1 0,0-1 0,0 0 0,0 1 0,-1-1-1,1 0 1,0 1 0,0-1 0,-1 0 0,1 1 0,0-1 0,-1 1 0,1-1 0,-1 1 0,1-1 0,-1 1 0,1-1 0,-1 1 0,1-1 0,-1 1-1,0 0 1,1-1 0,-1 1 0,1 0 0,-1-1 0,0 1 0,1 0 0,-1 0 0,0 0 0,0 0 0,1-1 0,-1 1 0,0 0 0,1 0 0,-1 0 0,0 1-1,1-1 1,-1 0 0,0 0 0,1 0 0,-1 0 0,0 1 0,1-1 0,-1 0 0,0 1 0,1-1 0,-1 0 0,1 1 0,-1-1 0,1 1 0,-1-1 0,0 1 0,-3 5 36,1 1 0,-1-1 0,1 0 0,1 1 0,-1-1 1,1 1-1,1 0 0,-3 9 0,-2 10 143,-22 53 670,-51 103 0,-51 65-64,-8 14-495,93-172-186,17-35-100,2 0 0,2 2 0,-26 93 0,44-125 5,0 2-86,0 1 1,-2 43-1,7-62 23,2 1-1,-1 0 1,1-1 0,0 1-1,1-1 1,0 1 0,0-1-1,1 0 1,0 0 0,0 0-1,1 0 1,6 9 0,-9-15 36,0 0 1,0 0-1,1 0 1,-1-1-1,1 1 1,-1-1-1,1 1 1,0-1-1,0 1 1,0-1-1,-1 0 1,1 0 0,0 0-1,1 0 1,-1 0-1,0 0 1,0-1-1,0 1 1,0-1-1,0 0 1,1 1-1,-1-1 1,0 0-1,0 0 1,1 0-1,-1-1 1,0 1-1,4-1 1,-1-1 1,-1 1 1,0-1 0,-1 0-1,1 0 1,0 0-1,0 0 1,-1-1 0,0 0-1,1 1 1,-1-1-1,0 0 1,0-1 0,-1 1-1,5-6 1,27-66 3,-12 81 11,60 17 3,182 38 19,784 32 24,-924-85-54,1942 101 4,2-69 56,-1210-66 100,-180-45 246,-656 68-389,37-5 34,0-2 0,74-23 0,-95 22-30,-27 8-14,36-9 28,0-3-1,0-2 0,59-30 0,-101 45-30,0 0 0,-1 0 0,1 0 0,0 1-1,1-1 1,-1 1 0,0 0 0,0 1 0,0-1 0,1 1-1,-1 0 1,0 1 0,0-1 0,1 1 0,-1 0 0,5 2 0,10 3-11,-1 1 1,32 16 0,-29-12-29,26 9-69,1-1-1,1-3 1,0-1-1,103 14 0,-125-26 64,1-2-1,0 0 1,43-6-1,87-19-303,-1-1 42,649 4-2275,-554 23 2231,293-9 96,-31 14 1306,-505-7-996,1-2-1,-1 1 1,19-6 0,-26 6-217,-12-20-3049,8 19 2814,0 0 1,0-1-1,0 1 1,-1 0-1,1 0 1,0 0 0,-1 0-1,1 0 1,-1 0-1,0 0 1,0 1 0,1-1-1,-1 0 1,0 1-1,-1 0 1,-1-2 0,-18-6-6549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868 124 7689,'48'-56'5728,"-47"54"-5411,0 0-1,0-1 1,-1 1 0,1 0-1,-1-1 1,0 1-1,0 0 1,0-1-1,0 1 1,0-1 0,0 1-1,-2-5 1,2 4 138,0 2-356,0 0-1,0-1 1,0 1 0,0 0-1,-1 0 1,1-1-1,0 1 1,-1 0 0,1 0-1,-1 0 1,1-1-1,-1 1 1,0 0 0,1 0-1,-1 0 1,0 0-1,0 0 1,0 0 0,0 0-1,1 0 1,-1 1-1,-1-1 1,0-1 0,0 2 5,0-1 0,0 1 0,0-1 0,0 1 0,0 0 0,0 0 0,0 0 0,0 0 0,1 0 0,-1 1 0,0-1 0,0 0 0,0 1 0,-2 0 0,-6 3 317,0 1 0,0 0 0,1 0 1,-15 11-1,0 4 109,0 1 0,1 0 0,1 2 0,1 1 0,1 1-1,-24 38 1,-85 173 667,107-192-1035,-97 210-385,9-18-2541,-16-7-3436,65-135-226,-2 1-4066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10105,'0'0'1977,"1"-3"-33,1-6-1116,2 1 0,-1 0 1,1 0-1,0 0 0,1 0 1,8-10-1,-8 11-636,1 1 1,0 1-1,0-1 0,1 1 1,-1 0-1,1 0 0,0 1 1,0 0-1,1 0 1,-1 1-1,1 0 0,11-3 1,14-2 73,0 1 0,1 2 0,46-1 1,107 9 197,697 99-1974,-571-57-1039,159 27-5398,-234-32-917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2867 28 6269,'24'-5'14414,"-61"2"-5217,7 2-11818,-534-8 6893,-59-1-3490,2 38-3191,294 8-988,5 27-1985,133-5-1463,11 2-4451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9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3296,'0'0'988,"3"0"-65,283 11 2772,146 32-2722,-6 0-897,-195-23-257,257 11-3695,-363-31 966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4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 4156,'-20'-7'-237,"8"1"3709,38 7-605,-22-1-2853,256 5 1241,-67-3-956,1216 3-2459,-1074-16-1436,-184 5 510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7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1305 210 5933,'-2'-9'487,"0"0"1,-1 1 0,0-1 0,0 1 0,-1 0 0,0 0 0,-1 0 0,1 0 0,-2 1 0,1 0 0,-1 0 0,0 0 0,0 0 0,-1 1 0,1 0 0,-2 1 0,1 0 0,-1 0 0,1 0 0,-1 1 0,-15-6 0,-6-1 98,-1 1 0,0 2 0,0 1 0,-1 1 0,-33-1 0,30 4-281,1 2 0,0 1 0,-1 2 0,1 1 0,0 2 0,0 1-1,-35 12 1,43-10-95,0 2-1,-32 18 0,-124 74 792,152-85-897,1 1-1,1 1 1,1 2-1,1 0 0,0 2 1,2 1-1,-24 31 1,30-34-81,2 0 0,0 1 1,2 0-1,1 1 0,0 0 1,2 1-1,0 0 0,2 1 1,1 0-1,0 1 0,2-1 1,-2 34-1,6-38-107,1 0-1,1 1 1,1-1 0,0-1-1,2 1 1,0 0 0,2-1-1,0 0 1,1 0 0,1-1-1,1 1 1,1-2 0,0 1-1,1-2 1,23 28 0,-14-23-92,1 0 1,1-1-1,0-2 1,2 0 0,45 27-1,-30-25-14,0-1-1,2-2 1,58 17-1,-16-13-68,0-4-1,1-3 1,133 5 0,-105-16-51,196-18 1,-243 6 284,1-3 0,-2-3 0,0-2 0,80-33 1,-126 42 218,0-1 0,30-19 0,-70 24 364,-7 7-353,0 0 0,0 2 1,-30 9-1,9-2 45,-40 12 113,1 3 0,1 5-1,2 3 1,2 4 0,1 3 0,2 4 0,-106 81-1,139-89-261,-49 52 0,76-68-32,1 0 0,0 2 0,2 0 0,-19 35-1,33-50-51,-1 0-1,1 0 1,0 0-1,1 1 0,0-1 1,1 1-1,0 0 1,1 0-1,0 0 0,1 0 1,0 0-1,1 0 1,0 0-1,5 20 0,-4-23-26,1 0-1,0 0 0,0 0 1,1-1-1,0 0 1,0 1-1,1-2 0,0 1 1,0 0-1,1-1 0,0 0 1,0 0-1,7 5 0,4 1-100,0-1 1,0 0-1,36 16 0,5-4-160,0-2 0,1-3 0,1-3-1,105 14 1,-68-19 14,1-4 0,125-10 0,-148-1 109,95-20 0,-138 18 114,-1-1 1,0-1 0,-1-2-1,0-1 1,45-25 0,-62 29 16,-1 0 1,1-1-1,-2-1 0,1 0 1,16-19-1,-26 25 16,1 1 0,-1 0 0,0-1 0,0 1 0,0-1-1,0 0 1,0 0 0,-1 0 0,0 0 0,0 0 0,1-5 0,-2 6 5,0 1 1,0-1 0,0 1 0,-1 0 0,1-1 0,-1 1 0,1 0-1,-1-1 1,0 1 0,0 0 0,0 0 0,0 0 0,-1 0-1,1 0 1,0 0 0,-1 0 0,1 0 0,-1 0 0,0 1-1,0-1 1,-2-1 0,-4-2 59,0 0 1,-1 1-1,0 0 0,0 1 0,0 0 1,0 0-1,0 1 0,-1 0 0,1 1 1,-19-1-1,-15 0 486,-1 2 0,1 2 0,-71 12 1,-126 43 1352,175-37-1165,1 3 1,-112 57-1,136-58-452,1 1 0,2 3 0,0 1 1,1 1-1,-35 39 0,57-53-221,2 0 1,0 1-1,1 0 0,1 1 1,0 1-1,1-1 1,1 1-1,-8 23 0,12-29-45,1-1 0,1 1-1,0 0 1,1 0-1,-1 0 1,2 0 0,0 0-1,0 0 1,1 0-1,1 0 1,-1-1 0,2 1-1,0 0 1,0-1-1,8 18 1,-1-9-18,1-1 0,1 0 1,0-1-1,2 0 0,0-1 0,0 0 0,23 17 1,2-1-33,2-2 1,48 27-1,-1-10-612,2-3-1,1-4 0,2-4 0,135 32 1,-36-25-2086,247 24 1,-20-33-2548,-139-34-1510,-65-15-2199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124 485 9629,'-26'-8'1710,"21"7"-78,4 8-479,-1 0 1,1 0-1,-1 0 0,-4 9 1,-1 9 1186,6-21-1919,-1 0 0,1 0 1,-1-1-1,0 1 0,0 0 0,0-1 1,-1 1-1,-4 5 0,-5 9 987,-26 39 1714,36-54-1823,3-1-1170,0-1 0,0 1 0,0 0 0,0-1 0,1 1 0,-1 0 0,0-1 0,1 0 0,-1 1 0,0-1 0,1 0 0,1 2 0,8-14-84,-1 1 0,-1-2 0,0 1-1,0-1 1,11-22 0,28-71 77,-43 95-121,31-78-1,-3-2 0,30-130 0,-47 145 0,-15 71 0,0 5 0,1 14 0,0 28 0,-2-39 0,2 39-396,2 1-1,2-1 1,2 0 0,1-1 0,3 0-1,1 0 1,24 51 0,-23-62-1064,21 39-2415,-5-31-5562,-16-28-2404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13521,'0'0'4437,"9"18"-3529,4-4-228,6 6-140,19 11-464,-9-5-888,2-3-956,1 5-33,13 10-2803,5-1-3589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9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18678,'0'0'10760,"7"-2"-9719,67-9-624,0 2-1,142 3 1,-126 5-358,165-3-452,1505-52-4206,-1409 17 2863,-369 26-1162,-24 1-593,8 8-2021,-13 4-4663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0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1464 75 10977,'-7'-10'600,"2"3"244,0 1-1,1-1 1,0 0 0,0 0-1,0 0 1,-4-16 4208,23 43-3089,198 231 919,-80-103-2406,113 141 99,-116-120-296,-105-128-200,25 52 1,-35-62-44,-1 1 0,-2 0 0,-1 1 0,-2 0 0,-1 0 1,-2 1-1,4 66 0,-9-73-25,-2 0 0,-1 1 0,-2-1 0,0 0 0,-2-1 0,-1 1 0,-1-1 0,-1 0 0,-1-1 0,-20 35 0,5-19 6,-2-2 0,-1 0-1,-3-2 1,0-1 0,-3-2-1,-60 48 1,29-32-112,-2-4-1,-2-2 0,-85 39 1,28-27-616,-2-6 0,-206 53 0,-278 25-3675,485-105 2300,-45 7-4741,56-5-2927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61 15033,'0'0'7881,"-6"-15"-6605,3 1 736,-7 0-7956,1-3-69,-14 28-5248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7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13645,'13'-69'2248,"15"61"65,1-1-357,-1 0-348,23-2-376,-3 8-252,19-3-180,12 6-180,19 9-688,10 2-372,10 1-392,2 2-536,1 3-960,-10 6-764,-6 6-2021,-7 5-4064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548 183 10045,'2'-16'926,"0"8"342,-1 1-1,0-1 1,-1 0-1,0-13 1,-3 0 349,3 15-962,0-1 0,-1 1 0,0 0 1,-1 0-1,1 0 0,-1 0 0,-1 1 0,1-1 0,-1 0 0,1 1 0,-5-6 0,3 6-469,4 4-59,0 0 0,-1 0 1,1 0-1,-1 0 0,1 1 0,-1-1 0,1 0 1,-1 1-1,0-1 0,1 0 0,-1 1 1,0-1-1,1 1 0,-1-1 0,0 1 0,0-1 1,-1 0-1,1 2-16,-1-1 0,1 0-1,-1 1 1,1-1 0,0 1 0,-1 0 0,1 0 0,0-1 0,0 1 0,0 0-1,-1 0 1,1 0 0,0 0 0,0 0 0,0 0 0,-1 2 0,-19 24 167,1 1 0,1 1 0,1 1 0,-22 50 0,-10 18-49,5-21-229,-22 39 0,-63 147 0,114-226 0,2 1 0,2 0 0,2 1 0,1 0 0,2 1 0,1 0 0,3 0 0,1 59 0,4-76 0,1 0 0,1 0 0,0-1 0,2 0 0,1 0 0,0 0 0,2-1 0,0 0 0,15 23 0,-14-28 0,2 1 0,0-2 0,1 0 0,0 0 0,1-1 0,1-1 0,0 0 0,1-1 0,1-1 0,30 16 0,-35-21 1,1 1-8,0-1 1,0 0-1,1-1 0,-1 0 0,1-1 0,0-1 0,1 0 0,-1-1 1,0-1-1,26 0 0,177-8-706,-195 5 113,0-1 0,-1 0 0,1-2 0,-1 0 0,0-2 0,-1 0 0,35-18 0,-44 20 210,21-11-2159,42-30-1,-9-1-3774,13-13-6059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52 14213,'7'-14'7897,"-17"5"-5717,-3 1-432,36-1-279,21 0-517,0 7-160,17 7-444,12-2-464,19 6-956,16-1-457,6-2-935,0 8-1084,4-2-2637,6-4-5516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14501,'0'0'1900,"1"2"-198,12 26 1230,24 37 0,57 66-1254,-77-108-1255,7 9-250,-1 1 1,25 48 0,-43-72-186,-1 0-1,1 1 1,-2 0 0,1 0-1,-1 0 1,-1 0 0,0 1-1,0-1 1,-1 1 0,-1-1 0,0 1-1,0-1 1,-1 1 0,-3 16-1,2-21 132,-1 0-1,0-1 1,0 1-1,0 0 1,0-1-1,-1 0 1,0 0-1,0 0 1,-1 0-1,0-1 0,1 0 1,-1 0-1,0 0 1,-1 0-1,1-1 1,-1 0-1,0 0 1,0 0-1,0-1 1,0 0-1,0 0 0,0-1 1,-8 2-1,13-3-51,-1 0 0,1 0 0,-1-1 0,1 1 0,0 0 0,-1-1 0,1 1 0,0-1 0,-1 1 0,1-1 0,0 0 0,0 1 0,-1-1 0,1 0 0,0 0-1,0 0 1,0 0 0,0 0 0,0 0 0,0 0 0,0 0 0,1 0 0,-1-1 0,0 1 0,1 0 0,-1 0 0,0-1 0,1 1 0,0 0 0,-1-1 0,1 1 0,0-1 0,0-1 0,-1-3 72,1 0 1,-1 0-1,2 0 1,-1 0 0,1 0-1,0 0 1,1-6-1,4-6-119,1 1-1,0 0 1,1 1-1,0-1 1,2 2-1,15-21 0,77-85-28,-99 118 9,43-46-1614,75-60 0,-60 62-1700,2 2 0,2 4-1,2 2 1,139-59 0,-136 72-6670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11233,'-1'0'126,"0"1"0,0-1 0,0 0 0,0 1 0,0-1 0,0 1 0,1-1 0,-1 1 0,0 0 0,0-1 0,1 1 0,-1 0 0,0-1 0,1 1 0,-1 0 0,1 0 0,-1 0 0,1 0 0,-1-1 0,1 1-1,-1 0 1,1 0 0,0 0 0,0 0 0,-1 0 0,1 0 0,0 0 0,0 0 0,0 0 0,0 1 0,1 1 214,1 0 0,-1 0 0,1 0-1,-1 0 1,1-1 0,0 1 0,0 0-1,0-1 1,0 1 0,3 1 0,24 29 902,-2 1 1,0 2-1,29 54 1,-47-71-1116,-1 0 0,-1 0 1,0 1-1,-2 1 1,0-1-1,-1 1 0,-1-1 1,-1 1-1,-1 0 1,-3 41-1,0-52-106,0 0 1,0-1-1,-1 1 0,0 0 1,0-1-1,-1 1 1,-1-1-1,-7 12 0,1-4 296,-1-2 0,-1 1 0,-17 15 0,-1-9 1341,18-15-926,10-5 36,1-24 681,2 19-1400,-1 1 0,1-1 1,0 0-1,0 0 0,0 0 1,0 1-1,0-1 0,1-4 1,3-4 115,1 0 1,0 0 0,0 0 0,12-18-1,0 1-24,14-23-860,3 2 0,1 1 0,2 2 1,2 2-1,67-59 0,39-13-4628,-111 93 679,38-18 0,-15 14-6079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83 10933,'-1'2'344,"0"1"0,0-1 0,-1 1 0,1-1 0,-1 1 0,0-1-1,0 0 1,0 0 0,0 0 0,0 0 0,0 0 0,0-1 0,-1 1 0,-3 2 0,-15 12 1698,13-7-1254,1 0 1,0 1 0,0 0 0,1 0 0,0 1 0,1-1-1,0 1 1,-5 17 0,-19 98 2545,22-92-2647,-2 13-179,3 0-1,1 1 1,2 64-1,5-79-260,1-1 0,1 1 1,2-1-1,1 0 0,21 55 0,-25-78-247,1 0 0,1 0 0,-1 0 0,2-1 0,-1 1 0,1-1 0,0-1 0,1 1 0,0-1 0,0 0 0,0-1 0,1 1 0,0-1 0,0-1 0,1 0 0,0 0 0,0 0 0,15 4 0,-15-6 0,0-1 0,0-1 0,0 1 0,0-1 0,1-1 0,-1 0 0,0 0 0,1-1 0,-1 0 0,0 0 0,0-1 0,0-1 0,0 1 0,0-1 0,0-1 0,-1 0 0,1 0 0,-1-1 0,13-9 0,-9 4 0,0 0 0,-1-1 0,0 0 0,-1 0 0,0-2 0,-1 1 0,0-1 0,11-22 0,-8 10 0,-1-2 0,-1 1 0,12-50 0,-19 58-3,0 0 0,-1 0-1,0 1 1,-3-32 0,-20-171-203,19 202-3,-1 0 1,0 0-1,-2 0 1,0 0-1,-1 1 1,0 0-1,-2 0 1,0 1-1,-14-21 0,12 21-306,-1 1 0,0 0 0,-2 0 0,1 1 0,-2 1 0,0 0 0,-26-18 0,27 22-536,-1 1 1,-1 0-1,-24-9 1,27 13-275,0 0 0,0 1 0,0 0-1,0 1 1,-15 0 0,-37 7-9877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1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10 695 13445,'-2'-5'689,"0"0"0,1 0-1,-1 0 1,1-1 0,0 1 0,1 0-1,-1 0 1,1-1 0,0 1-1,1 0 1,-1 0 0,1-1 0,0 1-1,0 0 1,2-5 0,-1 6-487,0 0 1,0 1-1,0-1 1,1 1-1,0-1 1,-1 1-1,1 0 1,0 0-1,0 0 1,1 1-1,-1-1 1,1 1 0,-1-1-1,1 1 1,0 0-1,0 1 1,0-1-1,0 1 1,7-2-1,7-1-71,-1 2 0,1 0 0,0 1 0,0 0 0,0 2 0,-1 0 0,1 1 0,0 1 0,-1 1 0,1 0 0,-1 1 0,0 1 0,-1 0 0,1 2 0,26 15-1,-18-7-77,1 1-1,-2 0 0,0 2 1,-1 1-1,-2 1 0,0 1 1,-1 0-1,28 42 1,-36-47-43,-2 1 0,0 1 1,-1 0-1,-1 0 1,-1 1-1,0 0 1,-2 0-1,0 0 1,-1 1-1,-1 0 0,0 28 1,-4-31-8,0-1 0,-1 1 0,-1-1 0,-1 1 1,0-1-1,-1-1 0,-1 1 0,0-1 0,-1 1 0,-1-2 0,-1 1 1,0-1-1,-20 24 0,16-24 113,0-1 1,-1-1 0,0 0-1,-1-1 1,0 0 0,-1-1-1,-1-1 1,1-1-1,-2 0 1,1-1 0,-1-1-1,-33 9 1,48-16-117,0 1 0,-1-1 0,1 0 0,0 0 0,0-1 0,-1 1 0,1-1 0,0 1 0,0-1 0,0 0 0,0 0 0,0 0 0,0-1 0,0 1 0,0-1 0,0 1 0,1-1 0,-1 0 0,-4-4 0,2 2 0,4 3 0,0 0 0,0 0 0,0-1 0,0 1 0,0 0 0,0 0 0,0 0 0,1-1 0,-1 1 0,0 0 0,1-1 0,-1 1 0,1 0 0,-1-1 0,1 1 0,0-1 0,0 1 0,-1-1 0,1 1 0,0-1 0,0 1 0,0-1 0,1 1 0,-1-1 0,0 1 0,1 0 0,-1-1 0,1 1 0,-1-1 0,1 1 0,0-2 0,2-7 0,4-10 0,0 1 0,1-1 0,0 2 0,2-1 0,0 1 0,1 1 0,26-32 0,111-106 0,-129 137 0,879-761-1763,-785 693-846,0 0-2242,-36 30-2359,-5 5-6140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2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770 85 9389,'-3'-28'2434,"2"22"-240,-2 3-222,-5-5-1109,5 5-497,0-1-1,-1 1 0,1 0 0,-1 0 1,1 0-1,-1 0 0,0 1 0,0 0 1,0-1-1,0 1 0,-1 1 0,1-1 1,0 1-1,-1-1 0,1 1 1,-1 1-1,0-1 0,1 1 0,-1-1 1,-4 2-1,-11 2 58,1 2 0,0 1 0,0 0 1,0 2-1,1 0 0,0 0 0,1 2 0,-26 18 0,-4 7 232,-70 68 0,105-92-599,-141 141 655,124-121-556,2 2 1,-45 70-1,70-100-142,0 1-1,0-1 1,0 1 0,1-1-1,-1 1 1,1 0 0,0 0-1,0 0 1,1 0 0,-1 0-1,1 0 1,0 7-1,0-9-7,0 0 0,1-1 0,-1 1 0,1 0 0,0-1-1,-1 1 1,1-1 0,0 1 0,0-1 0,0 1-1,0-1 1,0 0 0,1 0 0,-1 1 0,0-1-1,0 0 1,1 0 0,-1 0 0,1 0 0,-1 0 0,1-1-1,-1 1 1,1 0 0,0-1 0,-1 1 0,1-1-1,0 1 1,-1-1 0,4 0 0,5 1 16,0-1 0,0-1 0,0 1 0,0-2 0,-1 1-1,18-6 1,-17 4 6,22-6 106,0-1 0,-1-2 1,53-27-1,78-59 598,-79 44-584,-20 12-147,-41 26 0,0 1 0,1 1 0,1 1 0,27-11 0,-49 23 1,1 0 0,-1 0 0,1 1 0,-1-1 0,1 0 0,-1 1 0,1 0 0,-1 0 0,1 0 0,0 0 0,-1 0 0,1 0 0,-1 1 0,1-1 0,0 1 0,-1 0 0,1-1 0,-1 1 0,0 0 0,1 1 0,-1-1-1,0 0 1,0 1 0,0-1 0,0 1 0,0 0 0,0 0 0,0-1 0,3 5 0,1 4-45,-1-1-1,0 1 0,0 1 0,-1-1 1,5 18-1,0-2-223,-6-15-485,0 0-1,0 0 0,-1 0 1,0 0-1,0 11 0,-1 31-7735,-1-36 3986,0 14-7259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3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55 246 8025,'30'-55'873,"51"-81"2968,-53 81 3529,-18 75-4544,-6-8-2468,0 0-1,-1 0 1,-1 0-1,0 1 0,-1-1 1,0 1-1,-1-1 0,-1 18 1,-18 104 755,18-132-1091,-115 460 1595,57-252-1279,52-187-283,2 0 0,0 0 0,2 1 1,-1 26-1,4-44-35,0 0 0,0-1 0,0 1 0,1 0 0,0-1-1,0 1 1,1-1 0,0 1 0,0-1 0,0 1 0,0-1 0,1 0 0,0 0 0,0-1 0,0 1 0,1 0 0,-1-1 0,1 0 0,0 0 0,0 0 0,1 0 0,8 5 0,-3-4-1,1 0 0,0 0 1,1-1-1,-1 0 0,1-1 1,15 2-1,76 5 43,-66-8-49,21 2-12,156 18-99,-184-17 61,0 1 0,-1 2 0,0 0-1,55 26 1,-77-31 30,0 1-3,0-1-1,0 1 1,0 0 0,9 9-1,-14-12 9,-1 0 1,0 0-1,0 0 1,0 1-1,0-1 1,0 0-1,0 1 1,0-1-1,0 1 1,-1-1-1,1 1 1,-1-1-1,1 1 1,-1-1-1,1 1 1,-1 0-1,0-1 1,0 1-1,0-1 1,0 1-1,0 0 1,0-1-1,0 1 1,0 0-1,-1-1 1,1 1-1,-1-1 1,0 3-1,-2 1-3,0 0-1,0-1 0,0 1 0,-1-1 0,1 1 0,-1-1 0,0 0 0,-1 0 1,1-1-1,-1 1 0,0-1 0,1 0 0,-1 0 0,-1-1 0,-9 4 0,-10 3 30,0-1-1,-29 5 1,47-12-13,-2 1 3,-117 20 198,114-20-188,1-2 0,-1 1-1,1-1 1,-1-1 0,1 0 0,-1-1 0,1 0 0,-19-7-1,29 9-22,1 0-1,-1 0 1,1 0-1,-1-1 1,0 1-1,1 0 0,0 0 1,-1-1-1,1 1 1,-1 0-1,1-1 1,-1 1-1,1 0 0,0-1 1,-1 1-1,1 0 1,-1-1-1,1 1 1,0-1-1,0 1 0,-1-1 1,1 1-1,0-1 1,0 1-1,0-1 0,-1 1 1,1-1-1,0 1 1,0-1-1,0 0 1,0 1-1,0-1 0,0 1 1,0-1-1,1-1-4,0 0 0,0 0 0,0 1 0,0-1 0,0 1 0,0-1 0,0 1 0,0-1 0,0 1 0,3-2 0,44-30-170,-47 33 169,255-140-1427,-188 108 1020,134-43 0,-191 71 451,0 2 1,0-1-1,0 1 1,0 1-1,0 0 1,0 0-1,0 1 1,19 3-1,-25-2 8,0 0-1,0 0 1,0 1 0,-1 0-1,1 0 1,-1 0 0,1 1-1,-1-1 1,0 1-1,0 0 1,0 0 0,0 1-1,0-1 1,-1 1 0,1 0-1,-1 0 1,0 0-1,-1 0 1,1 0 0,-1 1-1,3 4 1,6 19 222,-2 1 0,11 49-1,-17-57-199,2-1 0,0 1 0,1-1 0,2 0 0,0-1 0,0 0 0,14 20 0,-19-35-59,1 0 0,-1 0 0,1 0 0,0-1 0,1 1-1,-1-1 1,1 0 0,-1 0 0,1 0 0,0-1 0,0 0 0,0 0 0,0 0-1,0-1 1,1 1 0,-1-1 0,0 0 0,1-1 0,-1 1 0,1-1 0,5-1-1,-4 1 5,1-1-1,0 0 0,-1 0 0,1-1 1,-1 0-1,1-1 0,-1 1 0,0-1 1,0-1-1,0 1 0,-1-1 0,1 0 1,10-10-1,-10 6-12,0 1 0,-1-1 0,0-1 0,0 1-1,-1-1 1,-1 0 0,1-1 0,-1 1 0,-1-1 0,0 1 0,0-1 0,2-20 0,-2 7 0,-1 0-1,-1 0 1,-2 0 0,-4-37 0,0 29 9,-1 0 0,-2 1-1,-1 0 1,-24-56 0,24 68-144,0 0-1,-1 0 1,-1 1-1,-1 1 1,0 0-1,-2 1 1,1 0-1,-26-21 1,35 34-183,1-1 1,-1 1-1,0 0 1,0 0-1,0 1 1,0-1-1,0 1 1,0 0-1,0 0 0,0 0 1,0 0-1,-1 1 1,1 0-1,0 0 1,0 0-1,-7 1 1,6 0-423,0 0 1,1 0-1,-1 0 1,1 1-1,-1-1 1,1 1-1,-1 0 1,1 1-1,0-1 1,0 1-1,0 0 1,1 0-1,-5 4 1,-15 28-10320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16554,'3'11'1798,"-1"0"0,-1 0 0,1 15 0,-4 33 1500,0 7-1330,4 18-1400,1 31 1025,26 176 1,-29-287-1594,1 0 0,0 0 0,0-1 0,0 1 0,0-1 0,1 1 0,0-1 0,-1 0 0,1 1 0,0-1 0,1 0 0,-1 0 0,0 0 0,1-1 0,0 1 0,4 3 0,-5-5 0,0 0 0,1 0 0,-1 0 0,1 0 0,-1 0 0,1 0 0,-1-1 0,1 1 0,0-1 0,-1 0 0,1 1 0,0-1 0,-1-1 0,1 1 0,0 0 0,-1-1 0,1 1 0,-1-1 0,1 0 0,-1 0 0,1 0 0,-1 0 0,3-1 0,9-7 0,0-1 0,0 0 0,-1 0 0,0-1 0,-1-1 0,-1 0 0,1-1 0,13-20 0,7-15 0,29-59 0,121-199-5542,-153 266 3713,2 0 0,1 2 0,2 2 0,2 1 0,44-34 0,-12 21-11438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364 191 10969,'13'7'1539,"-14"-11"170,0 3-1552,1 1 1,-1-1-1,1 0 0,-1 1 0,1-1 0,-1 0 0,1 0 0,0 1 0,-1-1 0,1 0 0,0 0 0,0 0 0,-1 1 0,1-1 0,0 0 0,0 0 0,0 0 0,0 0 0,0 1 0,0-1 1,1 0-1,-1-1 0,4-1 313,0 0 0,1 1 0,-1-1 0,0 1 0,1 0 1,0 1-1,-1-1 0,1 1 0,0 0 0,7-1 0,9-4 985,5-2-181,-1-2 1,31-16-1,-50 23-1037,1 0 1,-1-1-1,0 0 0,0 0 1,0-1-1,-1 0 0,1 0 1,-1 0-1,0 0 0,-1-1 1,1 0-1,-1 0 0,5-11 1,-9 17-227,1-1 0,-1 1 0,0-1 0,0 1 1,0-1-1,0 1 0,0-1 0,0 0 0,0 1 1,0-1-1,0 1 0,0-1 0,0 0 0,0 1 1,0-1-1,0 1 0,0-1 0,0 1 1,-1-1-1,1 1 0,0-1 0,0 1 0,-1-1 1,1 1-1,-1-1 0,1 1 0,0-1 0,-1 1 1,0-1-1,-20-6 372,14 6-308,0 1-1,0 0 0,1 0 0,-1 1 1,-10 1-1,-5 6-74,0 0 0,0 1 0,1 1 0,0 1 0,-34 24 0,-92 83 0,103-79 0,-72 81 0,106-109 0,0 1 0,2 0 0,-1 0 0,1 1 0,1 0 0,1 1 0,0 0 0,0 0 0,1 0 0,1 0 0,1 1 0,-4 26 0,7-33 0,0 0 0,1 0 0,0 0 0,0 0 0,0 0 0,1 0 0,1 0 0,-1-1 0,1 1 0,1-1 0,-1 0 0,7 10 0,-3-8 0,0 0 0,1 0 0,0-1 0,0 0 0,1 0 0,0-1 0,18 11 0,-1-3 0,1-2 0,1-1 0,0-2 0,1 0 0,50 9 0,17-4-2515,121 4-1,-90-10-759,44 6-4726,-4-3-5475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4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0 17526,'1'0'153,"1"0"0,-1 0 0,0 0 1,0 0-1,0 0 0,0 1 1,1-1-1,-1 0 0,0 0 0,0 1 1,0-1-1,0 1 0,0-1 1,0 1-1,0 0 0,0-1 1,0 1-1,0 0 0,0 0 0,0-1 1,-1 1-1,2 2 0,-1-1 190,-1 0-1,1 0 1,-1 0-1,0 0 1,0 1-1,0-1 0,0 0 1,0 0-1,-1 0 1,0 3-1,-1 17 1214,-9 88 470,-4 0 0,-46 163 0,39-181-1711,-47 171-315,-4 59-428,63-282-1069,-2 10-2195,9-14-6108,5-12-4566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5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64 275 14749,'-53'7'2789,"43"-5"4857,13-1-6460,26 11-693,1-2 1,1 0 0,-1-3-1,2 0 1,32 2 0,166 2-588,-180-10 21,82 2-648,0-5 0,0-7 0,136-26 1,-237 28 847,-1 0 1,0-2 0,0-1 0,-1-2-1,0-1 1,-1-1 0,0-1-1,-1-1 1,-1-2 0,47-40 0,46-52 1838,-117 108-1909,1 0 1,0 0-1,0 0 1,-1 0-1,2 0 1,-1 1 0,0-1-1,0 1 1,0 0-1,6-1 1,-8 2-44,1 0 0,-1-1 0,0 2 0,1-1 0,-1 0 0,0 0 0,0 0 0,1 1 0,-1-1 0,0 0 0,0 1 0,0-1 0,1 1 0,-1 0 0,0-1 0,0 1 0,0 0 0,0 0 0,0-1 0,0 1 0,0 0 0,0 0 0,-1 0 0,1 0 0,0 0 0,0 1 0,0 0 0,6 12 52,-1 1 0,-1 0 0,0 0 0,-1 0-1,-1 1 1,0 0 0,-1-1 0,-1 1 0,0 0 0,-2 21 0,-4 19 20,-18 87 1,5-74 12,-48 123 0,42-128-128,-38 88-42,62-150 69,0 0 0,0 0 0,0 0 0,1 0 0,-1 0 0,0 0 0,1-1 0,-1 1 1,1 0-1,0 0 0,0-1 0,0 1 0,0 0 0,0-1 0,0 1 0,0-1 0,0 1 0,0-1 0,1 0 0,1 2 0,0-2-9,1-1 0,-1 1 1,1-1-1,-1 0 0,1 0 0,-1 0 1,0 0-1,1 0 0,-1-1 1,1 0-1,-1 0 0,0 0 0,1 0 1,3-2-1,2 0-17,-6 2 23,120-37-86,1 6 0,141-19 0,-108 36 129,-76 10-36,0-4 1,-1-3-1,92-27 1,-140 29-46,-1-1 1,50-26-1,-70 31 174,0-1 0,-1 0-1,1-1 1,-2 0-1,1 0 1,-1-1 0,-1-1-1,1 0 1,-2 0-1,8-12 1,-11 13 5,-8 6-63,-9 7-38,11-3-35,-5 2 0,0 1 0,0 0 0,0 0 0,0 1 0,0 0 0,1 0 0,0 1 0,0-1 0,1 1 0,-1 1 0,1-1 0,1 1 0,-5 7 0,-3 7 0,1 0 0,1 0 0,-10 34 0,15-41 0,2-1 0,-1 1 0,2 0 0,0 0 0,1 1 0,0-1 0,1 0 0,1 0 0,2 19 0,-1-23 0,1-1 0,-1 1 0,1-1 0,1 0 0,0 0 0,0-1 0,0 1 0,1-1 0,1 0 0,-1 0 0,1-1 0,1 1 0,-1-2 0,15 13 0,-6-8-183,2-1-1,-1 0 1,1-1-1,0-1 1,1 0-1,0-1 1,0-1-1,36 6 1,8-3-1876,86 2 0,-93-8 682,76 4-7024,4-3-5835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23 13521,'16'-23'15321,"-15"26"-14863,4 10 22,-2 0 0,0 0 0,0 0-1,-1 0 1,-1 0 0,0 22 0,-3-9-454,-1 0 0,-1 0 0,-2-1 0,-13 39 0,-6 33-48,24-95 22,-12 85 0,12-79 0,1 1 0,0 0 0,0-1 0,1 1 0,1-1 0,-1 1 0,1-1 0,3 10 0,-3-16 0,-1 0 0,0 0 0,1 1 0,-1-1 0,1 0 0,0 0 0,0-1 0,0 1 0,0 0 0,0-1 0,0 1 0,0-1 0,0 1 0,0-1 0,1 0 0,-1 0 0,1 0 0,-1 0 0,1-1 0,-1 1 0,1-1 0,-1 1 0,1-1 0,0 0 0,-1 0 0,1 0 0,4-1 0,6 0 0,-1-1 0,1 0 0,0-1 0,13-5 0,24-11 0,-1-3 0,-1-2 0,63-42 0,-1 2 0,56-25 0,-162 87 0,-1 1 0,1-1 0,0 0 0,0 1 0,0 0 0,0 0 0,0 0 0,0 0 0,0 1 0,0-1 0,0 1 0,0 0 0,0 0 0,0 1 0,0-1 0,0 1 0,0 0 0,6 2 0,-5 0 0,0 0 0,0 0 0,0 0 0,-1 0 0,1 1 0,-1 0 0,0 0 0,0 0 0,-1 0 0,1 1 0,5 8 0,2 9 0,0 1 0,-1 0 0,-2 0 0,10 41 0,-17-61 0,-1 0 0,1 0 0,0 0 0,0 0 0,0 0 0,0-1 0,0 1 0,1 0 0,-1-1 0,1 1 0,-1-1 0,1 1 0,0-1 0,0 0 0,0 0 0,1 0 0,-1 0 0,0 0 0,4 2 0,-3-3 0,0 0 0,0-1 0,0 1 0,1-1 0,-1 1 0,0-1 0,0 0 0,0 0 0,0 0 0,0-1 0,0 1 0,1-1 0,-1 0 0,0 0 0,-1 0 0,1 0 0,0 0 0,4-3 0,93-48 0,114-49 0,-186 90 0,0 1 0,1 2 0,1 1 0,-1 1 0,59-3 0,-52 9 0,-1 2 0,1 1 0,0 1 0,41 12 0,-18 1 0,91 38 0,-114-40 0,1-1 0,1-2 0,0-1 0,58 8 0,-82-17 0,0-1 0,0 0 0,0-1 0,0-1 0,0 0 0,0-1 0,0 0 0,-1-1 0,1-1 0,0 0 0,-1-1 0,0 0 0,0-1 0,-1 0 0,24-17 0,-32 20 0,0-1 0,0 0 0,0-1 0,0 1 0,-1-1 0,1 0 0,-1 1 0,0-1 0,-1-1 0,1 1 0,-1 0 0,0-1 0,0 1 0,1-11 0,-2 14 0,-1-1 0,0 0 0,0 1 0,0-1 0,0 1 0,0-1 0,0 0 0,-1 1 0,0-1 0,1 1 0,-1-1 0,0 1 0,0-1 0,0 1 0,0 0 0,-1-1 0,1 1 0,-1 0 0,1 0 0,-1 0 0,0 0 0,1 0 0,-1 1 0,0-1 0,-1 0 0,1 1 0,0-1 0,0 1 0,0 0 0,-1 0 0,1 0 0,-1 0 0,1 0 0,-1 0 0,-2 0 0,-6-1 0,0 0 0,0 1 0,0 0 0,0 0 0,-1 1 0,1 1 0,0 0 0,-20 4 0,13 0 0,0 1 0,0 0 0,0 1 0,-26 16 0,1 4 0,1 2 0,-74 68 0,93-79-51,18-15 15,0 1 0,0-1 0,1 1 0,-1 0 0,1 0 0,0 1 0,0 0 0,0-1 0,1 1 0,0 0 0,-4 8 0,6-12 21,1-1 1,0 1 0,0-1 0,0 1 0,0-1 0,0 1-1,0 0 1,-1-1 0,1 1 0,0-1 0,0 1-1,1-1 1,-1 1 0,0-1 0,0 1 0,0 0 0,0-1-1,0 1 1,1-1 0,-1 1 0,0-1 0,0 1-1,1-1 1,-1 1 0,0-1 0,1 0 0,-1 1 0,1 0-1,18 5-210,28-9 149,3-5 177,94-10 556,-122 17-569,-1 0-1,1 2 1,0 0-1,34 7 1,-37-2-363,0 2-1,0 0 1,-1 0 0,0 2-1,-1 0 1,0 1 0,16 14-1,19 11-847,-7-6-2736,11 8-7996,-20-15 1112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21 13697,'-3'-20'8468,"7"22"-7070,5 3-1067,1 1 1,-1 1-1,0 0 1,-1 0-1,0 1 1,0 0-1,0 0 1,8 13-1,49 84 745,-51-80-855,-2-2-87,-1 0-1,-1 1 1,-1 1-1,-1-1 1,-1 1 0,-1 1-1,-2-1 1,0 1-1,-2 0 1,-1 0-1,-2 35 1,0-54 175,1 0 1,0 0-1,1 0 0,0 0 0,0 1 1,3 9-1,-3-15 436,-1-6-389,1-11-350,1 0-1,1 0 1,0 0-1,1 1 1,0-1-1,1 1 1,1 0-1,1 1 1,0-1-1,0 1 1,1 1 0,14-18-1,9-7-57,0 1 0,63-53 0,-53 54-1866,1 2 1,62-36 0,-69 49-3907,70-27 0,-35 25-6420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1416 1 10261,'-9'0'763,"0"1"-1,1 0 1,-1 1-1,-11 3 1,-25 5 2216,18-6-1750,0 1 0,1 1 0,0 1 0,0 2 0,-35 16-1,36-13-952,0 2-1,0 0 0,2 2 0,-1 0 0,2 2 0,1 0 0,0 2 0,-33 40 0,46-50-488,1 1 1,0 0 0,1 0-1,0 0 1,1 1-1,0 0 1,-6 24-1,11-33 161,-1-1 1,1 1-1,0 0 0,0 0 0,0-1 0,0 1 0,0 0 0,0 0 0,1-1 0,-1 1 0,1 0 0,0-1 1,0 1-1,0 0 0,0-1 0,1 1 0,1 3 0,0-4 26,-1 0 1,1 0-1,0 0 0,-1 0 0,1 0 1,0-1-1,0 1 0,0-1 1,1 0-1,-1 0 0,0 0 0,0 0 1,1 0-1,-1-1 0,0 0 1,1 1-1,-1-1 0,5-1 1,6 0 49,0 0 0,0-2 1,0 1-1,-1-2 1,1 0-1,-1 0 0,0-2 1,0 1-1,19-13 1,-3 0 1027,0-1 0,49-44 0,-67 53-547,-7 5-275,1 1 0,0-1-1,0 1 1,1 0 0,-1 1 0,11-6-1,-15 9-202,-1 0 1,1 1-1,0-1 0,-1 1 0,1-1 0,0 1 0,-1-1 0,1 1 0,0-1 0,-1 1 0,1-1 0,-1 1 0,1 0 1,-1-1-1,1 1 0,-1 0 0,0-1 0,1 1 0,-1 0 0,1 1 0,-1-1 33,2 5-26,0 1 0,0-1-1,-1 1 1,0-1 0,0 1 0,-1 0 0,0 0-1,0-1 1,0 1 0,-1 0 0,0-1 0,-2 10-1,1-4 1,-10 45 83,-1-1 0,-38 96 1,-175 382-360,172-428-133,-4-1 0,-4-4 1,-5-2-1,-4-4 0,-5-2 0,-133 127 0,170-186 129,-46 33 1,72-57 218,0-1 0,-1-1 1,0-1-1,-1 0 1,0 0-1,0-2 1,-26 7-1,38-11 48,0-1 1,-1 1-1,1-1 0,0 1 0,-1-1 1,1 0-1,0 0 0,-1 0 0,1-1 1,0 1-1,0-1 0,-1 0 0,1 0 0,0 0 1,0 0-1,0-1 0,0 1 0,0-1 1,0 0-1,0 0 0,1 0 0,-1 0 1,1 0-1,-3-3 0,2 0 18,0 1-1,1-1 1,0 0 0,0 0-1,0 0 1,0 0 0,1 0-1,0 0 1,0-1 0,1 1-1,-1 0 1,1 0 0,0-1-1,2-9 1,2-15 73,1 1 0,2 0 0,1 0-1,21-50 1,63-109 157,-72 150-232,263-423 329,45 30-160,-110 180 199,-163 196-236,1 2 0,80-57 0,-115 94-101,2 1-1,0 1 1,1 1 0,0 1 0,1 1-1,0 1 1,33-8 0,-47 16-100,0 0-1,0 0 1,0 1 0,0 1-1,1 0 1,-1 0-1,0 1 1,0 1 0,0-1-1,0 2 1,0 0-1,0 0 1,-1 1 0,1 0-1,-1 1 1,0 0 0,0 1-1,-1 0 1,17 13-1,-17-11-686,0 1-1,0-1 1,-1 2-1,-1-1 0,11 17 1,-13-17-1085,0 0 1,-1 0 0,0 0-1,-1 1 1,0 0-1,4 17 1,-4-6-8803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12205,'-4'26'4977,"27"-20"-7422,8 11-1803,-21-6-3257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7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12889,'-7'2'613,"0"0"1,1 0-1,-1 1 0,1 0 0,0 1 0,0-1 1,0 1-1,0 0 0,0 1 0,1-1 1,0 1-1,0 0 0,0 1 0,1-1 0,0 1 1,0 0-1,0 0 0,-4 10 0,0 2-178,1 1 0,1 0 1,1 0-1,1 1 0,0-1 0,1 1 0,2 0 0,0 0 0,2 28 0,-1-46-400,0 0-1,1-1 0,-1 1 0,1 0 0,-1-1 1,1 1-1,0-1 0,0 1 0,-1-1 0,1 1 1,0-1-1,0 1 0,0-1 0,1 0 0,-1 0 1,0 0-1,0 1 0,1-1 0,-1 0 0,2 0 1,0 1 14,0-1 1,0-1 0,-1 1 0,1 0 0,0-1 0,0 1 0,0-1 0,0 0 0,0 0-1,-1 0 1,1 0 0,3-1 0,7-3 134,0 1-1,0-2 1,-1 0-1,0 0 1,0-1 0,21-14-1,-26 16-89,120-84 464,-82 55-272,86-48 0,-125 77-286,1 1 0,0 0 0,0 1 0,0-1 0,1 1 0,-1 0 0,0 1 0,1 0 0,-1 0 0,1 1 0,0 0 0,8 1 0,-11 0 0,-1 0 0,0 0 0,0 0 0,0 1 0,0 0 0,-1 0 0,1 0 0,0 0 0,-1 0 0,1 1 0,-1 0 0,0-1 0,0 1 0,0 1 0,0-1 0,0 0 0,-1 1 0,1-1 0,-1 1 0,0 0 0,0-1 0,-1 1 0,3 6 0,0 3 9,0 1-1,-1 0 1,-1 0 0,0 0-1,-1 0 1,0 0 0,-3 21-1,-17 103-102,6-65-196,-4 15-2671,-13-3-3809,12-30-734,9-5-4729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9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6 10525,'-46'3'513,"31"-3"-127,1 1 0,-1 0-1,0 1 1,-28 9 0,4 1 1378,36-10-856,6-2 16,270-10 1621,-60 0-2153,1872 7 256,-580 11-3693,-500-20-3796,-514 2-437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2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24 6073,'-1'0'60,"1"-1"1,0 1-1,0-1 1,-1 0-1,1 0 1,0 1-1,0-1 1,0 0-1,0 1 1,0-1-1,0 0 1,0 1 0,0-1-1,0 0 1,0 0-1,0 1 1,0-1-1,0 0 1,1 1-1,-1-1 1,0 0-1,0 1 1,1-1-1,-1 0 1,1 1 0,-1-1-1,0 1 1,1-1-1,-1 1 1,1-1-1,0 1 1,-1-1-1,1 1 1,-1-1-1,1 1 1,-1 0-1,1-1 1,0 1 0,-1 0-1,1 0 1,1-1-1,2 1 264,0 1 1,0-1-1,0 1 0,0 0 1,0 0-1,0 0 0,6 3 1,89 28-11,1-4 1,111 15-1,-183-38-280,1257 187 456,18-63-365,874-16-1833,-1653-120-2848,-306-1 1002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2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43 2396,'-14'-3'1152,"12"-2"1116,21-8-955,-15 12-1267,0-1 1,-1 1-1,1 0 1,0 0 0,0 1-1,0-1 1,0 1-1,-1 0 1,7 0-1,7 0 92,337-8 365,-115 7-1255,10-4-2173,-111 5 1351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2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74 233 4528,'-1'1'97,"-1"-1"-1,1 0 1,0 0-1,-1-1 1,1 1-1,0 0 0,-1 0 1,1-1-1,0 1 1,-1-1-1,1 1 1,0-1-1,0 1 1,0-1-1,-1 0 0,1 0 1,0 1-1,0-1 1,0 0-1,-1-2 1,-9-25 3483,8 16-3188,-29-113 5207,32 123-5572,0 0 0,0 1 0,0-1 0,0 0 0,0 1 0,0-1-1,0 0 1,1 0 0,-1 1 0,1-1 0,-1 1 0,1-1-1,0 0 1,-1 1 0,1-1 0,0 1 0,0 0 0,0-1-1,0 1 1,0 0 0,1-1 0,-1 1 0,0 0 0,1 0-1,-1 0 1,0 0 0,1 0 0,-1 1 0,1-1 0,-1 0-1,1 1 1,2-1 0,4-2 24,0 0 0,0 1 0,1 0 0,-1 1 0,14-1 0,96 2 135,159 20 1,-203-12-293,1528 105-5102,-885-95 216,-328-15 592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0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5000,'0'0'1389,"3"-26"-313,-3 3-216,28 9-172,17-6-124,12 6-88,19 2-100,19 7-88,20-1-60,21 6-48,10 3-140,-3 0-228,3 8-348,-9-8-888,-10 6-1212,-7 11-761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0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68 4336,'-38'10'488,"-39"8"1357,18 3 4305,54-20-5047,7-2-390,15-7-110,28-9-242,41-3 79,2 5 1,108-6 0,-138 16-361,545-25 334,6 30-371,-464 2-75,1976 60 237,-787-14-204,-5-34-3,-1105-16 90,268-39 0,-445 33-100,-1-3 0,53-18 0,-98 29-6,-1 0 0,1 0 0,-1 0-1,0 0 1,1 0 0,-1 0 0,1 0 0,-1 0-1,1 0 1,-1-1 0,0 1 0,1 0-1,-1 0 1,0 0 0,1 0 0,-1-1 0,1 1-1,-1 0 1,0 0 0,0-1 0,1 1-1,-1 0 1,0-1 0,1 1 0,-1 0 0,0-1-1,0 1 1,0 0 0,1-1 0,-1 1 0,0-1-1,0 1 1,-14-4-541,-27 2-648,27 3-274,0 1 1,0 0 0,-24 7 0,-9 5-5018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5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1388 644 10973,'16'-38'900,"-7"19"537,10-39 0,4-73 3592,-17 95-3062,3-42 1,-7 46-320,12-58-1,12-34 2287,-25 123-3902,-1-1 1,1 1-1,-1 0 1,0 0 0,1 0-1,-1 0 1,0-1-1,0 1 1,0 0 0,0 0-1,0 0 1,0-1-1,0 1 1,0 0 0,-1 0-1,1 0 1,0 0 0,-1-1-1,1 1 1,-1 0-1,1 0 1,-1 0 0,0 0-1,1 0 1,-1 0-1,0 0 1,0 0 0,0 1-1,1-1 1,-1 0 0,0 0-1,-2 0 1,1 0 6,-1 1 1,1-1-1,0 1 1,-1 0-1,1 0 1,0 0 0,0 1-1,-1-1 1,1 0-1,0 1 1,0 0-1,-1-1 1,1 1-1,0 0 1,0 0-1,0 0 1,0 0-1,-2 2 1,-70 50-40,3 2 0,-95 96 0,126-113 0,-132 140 0,154-157 0,0 2 0,2 0 0,1 2 0,1-1 0,1 1 0,-16 45 0,26-61 0,1 0 0,0-1 0,0 1 0,1 0 0,0 0 0,1 0 0,0 0 0,0 0 0,1 0 0,0 0 0,0 0 0,5 13 0,-2-10 0,1-2 0,0 1 0,1 0 0,0-1 0,0 0 0,1 0 0,0-1 0,13 13 0,10 5 0,2-2 0,1 0 0,0-2 0,51 25 0,-75-43 0,124 69 0,157 95 0,-289-168 0,17 10 0,-1 1 0,-1 0 0,0 1 0,21 23 0,-34-33 0,0 1 0,-1 0 0,1-1 0,-1 1 0,0 0 0,0 0 0,0 1 0,0-1 0,-1 0 0,0 0 0,2 9 0,-3-10 0,0 0 0,0 0 0,-1 0 0,1 0 0,-1 0 0,1 0 0,-1 0 0,0 0 0,0 0 0,-1 0 0,1 0 0,-1 0 0,1-1 0,-1 1 0,0 0 0,0-1 0,0 0 0,-5 5 0,-2 1 0,-1 0 0,0-1 0,0 0 0,-1-1 0,0 0 0,0 0 0,-1-1 0,-12 3 0,-102 24 0,121-31 0,-209 33 0,-231 6 0,231-24 0,72-3 10,-223 11-87,361-24-595,5-2 327,-1 0-1,1 0 0,0 0 1,0 1-1,0-1 0,1 0 1,-1 1-1,0-1 0,0 0 1,1 1-1,-1 0 0,1-1 1,3-1-1,-2 0-174,10-6-894,1 1-1,0 0 0,0 1 1,1 1-1,-1 0 1,2 1-1,18-4 1,53-17-10955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0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1 484 14297,'21'-19'2453,"-17"16"2087,7 24-847,9 15-3001,-2 1 0,-2 1 0,-2 1 0,19 76 0,15 169 3191,-34-180-3442,-10-78-441,10 67 0,30 107 0,-42-192 0,0-1 0,1 0 0,0 0 0,0 0 0,1 0 0,0 0 0,0-1 0,6 7 0,-7-10 0,-1 0 0,1-1 0,0 1 0,0-1 0,0 0 0,0 0 0,1 0 0,-1 0 0,0-1 0,1 1 0,-1-1 0,1 0 0,0 0 0,-1 0 0,1 0 0,0-1 0,0 1 0,7-1 0,3-2 0,1 0 0,-1-1 0,0 0 0,0-2 0,0 1 0,-1-2 0,1 1 0,-1-2 0,0 0 0,-1 0 0,0-2 0,18-14 0,12-14 0,70-80 0,-104 108 0,45-53 0,-4-2 0,-2-3 0,-3-2 0,54-114 0,-47 66 0,-4-1 0,35-149 0,-61 182-127,-11 40-342,2 1-1,1 0 1,3 1 0,23-47-1,-39 90 312,0-1-1,0 1 0,0-1 0,0 1 1,0 0-1,0-1 0,0 1 0,0-1 1,1 1-1,-1 0 0,0-1 0,0 1 1,0-1-1,1 1 0,-1 0 0,0-1 1,0 1-1,1 0 0,-1 0 0,0-1 0,1 1 1,-1 0-1,0 0 0,1-1 0,-1 1 1,1 0-1,-1 0 0,0 0 0,1-1 1,-1 1-1,1 0 0,-1 0 0,0 0 1,1 0-1,-1 0 0,1 0 0,-1 0 1,1 0-1,-1 0 0,0 0 0,1 0 1,-1 1-1,1-1 0,-1 0 0,1 0 1,-1 0-1,0 0 0,1 1 0,-1-1 0,0 0 1,1 0-1,-1 1 0,0-1 0,1 0 1,-1 1-1,0-1 0,0 0 0,1 1 1,-1 0-1,12 28-5031,-10-21 3181,9 31-8576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5 14297,'1'0'218,"-1"0"1,1-1-1,-1 1 0,1-1 0,0 1 0,-1 0 0,1-1 1,-1 1-1,1 0 0,0-1 0,-1 1 0,1 0 0,0 0 0,-1 0 1,1 0-1,0 0 0,0 0 0,-1 0 0,1 0 0,0 0 0,-1 0 1,1 0-1,0 0 0,-1 0 0,2 1 0,-2 16 7180,-1 8-6980,2-6-242,3 59 1426,-3-1 0,-15 137 0,-4-93-2745,2-6-2760,-37 134 0,31-190-1355,-30 36-10318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0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13025,'2'-4'82,"3"-5"669,1-1-1,-1 1 0,2 0 1,12-14-1,-17 21-512,0 0 0,0 1 1,0-1-1,0 0 0,0 1 0,0 0 0,0-1 1,0 1-1,1 0 0,-1 0 0,1 0 0,-1 0 0,0 1 1,1-1-1,-1 1 0,1-1 0,0 1 0,-1 0 1,1 0-1,-1 0 0,1 1 0,-1-1 0,1 0 0,-1 1 1,1 0-1,-1-1 0,4 3 0,16 9 545,0 2 1,-1 0-1,-1 1 0,28 28 0,-26-24-448,48 45 616,110 128 0,-143-147-809,-3 2 0,-2 1 0,-2 1 0,28 65 0,-47-88-179,-1 0-1,-2 1 0,0 0 0,-2 1 0,-2-1 0,0 1 0,-1 0 0,-2 0 1,-1 1-1,-1-1 0,-2 0 0,-1-1 0,-1 1 0,-1 0 0,-16 43 0,18-62 6,0-1 0,-1 0-1,0 0 1,0 0 0,-12 12-1,16-19 32,1-1 0,0 1 0,0-1 0,-1 0 0,1 1 0,0-1 0,-1 1 0,1-1 0,0 0 0,-1 0 0,1 1 0,-1-1 0,1 0 0,-1 1-1,1-1 1,0 0 0,-1 0 0,1 0 0,-1 0 0,1 1 0,-1-1 0,1 0 0,-1 0 0,1 0 0,-1 0 0,1 0 0,-1 0 0,1 0 0,-1 0 0,1 0 0,-1-1-1,1 1 1,-1 0 0,1 0 0,-1 0 0,1 0 0,0-1 0,-1 1 0,1 0 0,-1-1 0,1 1 0,0 0 0,-1-1 0,1 1 0,-1 0 0,1-1 0,0 1 0,0 0 0,-1-1-1,1 1 1,0-1 0,0 1 0,0-1 0,-1 1 0,1-1 0,0 1 0,0-1 0,0 1 0,0-1 0,0 1 0,0-1 0,0 1 0,0-1 0,-4-39 4,5 27 3,0 0 0,2 0 1,0 1-1,0-1 0,8-18 0,33-63 31,-23 50-19,135-259 105,-123 247 11,3 2 1,2 2-1,57-61 0,-84 101-112,-1 1 0,2 1-1,0 0 1,0 1 0,1 0-1,0 1 1,0 0 0,24-10-1,-30 16-6,0 0 0,1 0 0,-1 0 0,1 1 0,0 0 0,-1 1 0,1 0 0,0 0 0,-1 0 0,1 1 0,-1 0 0,1 1 0,-1 0 0,1 0 0,-1 0 0,0 1 0,0 0 0,0 1 0,8 4 0,3 5 57,0 1 0,-1 0-1,-1 1 1,-1 0 0,0 2 0,0 0-1,-2 0 1,0 1 0,-1 1 0,-1 0-1,-1 1 1,14 39 0,-4-1 60,-2 1 0,-4 0-1,12 89 1,-9 8-1308,-6 315 0,-16-405-1053,-17 82 0,-6-6-3981,14-80 1462,-5 26-6734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11873,'1'-25'1514,"3"-16"1755,3 15 2150,-6 26-5338,-1-1 0,0 1 0,0-1 0,0 1 0,0 0-1,0-1 1,1 1 0,-1-1 0,0 1 0,0 0 0,1-1-1,-1 1 1,0 0 0,0-1 0,1 1 0,-1 0 0,0 0-1,1-1 1,-1 1 0,1 0 0,-1 0 0,0-1 0,1 1-1,-1 0 1,1 0 0,-1 0 0,0 0 0,1 0 0,-1 0-1,1 0 1,-1 0 0,1 0 0,-1 0 0,1 0 0,-1 0 0,0 0-1,1 0 1,-1 0 0,1 0 0,0 1 0,16 16 3411,-12-8-2715,0-1 0,-1 0 0,0 1 0,3 10 0,5 32-777,-3 1 0,5 61 0,-4 111 0,-4-41 0,2 76-1882,4 63-2595,-3-273-520,6-20-1473,11 1-5487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1058 0 13125,'-34'26'5841,"0"3"-3344,11-9-1423,-30 20 0,-258 144 1660,58-38-2628,173-98-378,29-18-161,1 1-1,1 3 0,-51 44 1,99-76 411,-1-1 1,0 1-1,1-1 1,-1 1-1,1-1 1,0 1-1,0 0 0,-1 0 1,1 0-1,0 0 1,1 0-1,-1 0 1,0 0-1,0 0 0,1 0 1,-1 4-1,1-5 14,0 0 0,1 1-1,-1-1 1,0 0 0,1 0-1,-1 0 1,1 1-1,-1-1 1,1 0 0,0 0-1,0 0 1,-1 0 0,1 0-1,0 0 1,0 0 0,0 0-1,0 0 1,0 0 0,0-1-1,2 2 1,6 2 15,0 1 1,0-2 0,0 1 0,1-2-1,15 4 1,-19-5 17,55 13 344,578 155 1126,-570-145-3826,0-2 1,89 14-1,-89-24-3726,-4 2-3748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0 394 8525,'70'-21'3213,"80"-27"3963,-56 8-5192,-84 34-1659,1-1 0,-1 0 0,-1 0 1,1-1-1,-1 0 0,-1-1 0,1 0 0,-1 0 1,-1-1-1,0 0 0,11-21 0,-15 23-33,-1 0-1,0 0 0,-1 0 0,1 0 1,-2-1-1,1 1 0,-1-1 0,0 1 1,-1 0-1,0-1 0,-1 1 1,1 0-1,-1 0 0,-6-13 0,8 19-234,-1 1 0,0-1 0,1 1 0,-1-1 0,0 0 0,0 1 0,0 0 0,0-1 0,0 1 0,-1 0 0,1-1 0,0 1 0,-1 0 0,1 0 0,-1 0 0,1 0 0,-1 0 0,1 1 0,-1-1 1,0 0-1,1 1 0,-1-1 0,-3 0 0,2 1 3,0 1 1,0-1-1,0 0 0,0 1 1,0 0-1,0 0 1,1 0-1,-1 0 1,0 0-1,1 0 1,-1 1-1,0 0 1,-1 1-1,-7 5 73,1 1-1,1 0 1,-1 1 0,2 0-1,-12 15 1,10-8-74,0 0 0,1 0 0,1 1 0,1 0 0,1 0 1,-7 29-1,7-18-247,2 0 1,1 0-1,0 48 1,4-60-182,1 0 1,1 0 0,0 0 0,1 0 0,1-1 0,13 30-1,0-9-1746,38 58 0,-50-86 1539,0 0 0,1 0 0,0-1-1,1 0 1,0-1 0,0 1 0,1-2 0,13 10-1,-17-13 93,1 0 0,-1 0 0,1-1 0,0 0 0,0 0 0,0 0 0,0 0 0,0-1 0,0 0 0,0-1 0,1 1 0,-1-1 0,0 0 0,0-1 0,1 1 0,8-3 0,20-8-1562,-2-3-661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2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1 507 8189,'66'-205'1349,"-53"167"-316,2 1 0,1 0 1,2 1-1,31-46 1,-44 75-839,-1 1 1,1 1-1,0-1 1,0 0-1,1 1 1,-1 0 0,1 1-1,0-1 1,1 1-1,-1 0 1,8-3-1,-10 6-109,0-1 0,0 1 0,0 0 0,0 0 0,0 0 0,1 1 0,-1-1 0,0 1 0,0 0 0,1 0 0,-1 1-1,0-1 1,1 1 0,-1 0 0,0 0 0,0 1 0,0-1 0,0 1 0,0 0 0,4 2 0,6 6 65,-1 0-1,0 0 1,-1 1 0,0 0 0,-1 1 0,11 14-1,2 7 112,26 46-1,-23-31-141,-3 1 1,-2 1-1,-2 1 1,-2 1-1,14 66 1,-24-77 26,-2 0-1,-2 0 1,-1 0 0,-2 1 0,-2-1-1,-2 1 1,-12 61 0,9-77 504,-15 43 0,19-63-365,0 1 0,-1-1 1,-1 1-1,1-1 0,-1 0 0,0 0 1,0-1-1,0 1 0,-1-1 0,0 0 1,-7 6-1,6-11 586,-4-5-518,8 5-321,1-1 0,-1 1 0,1-1 0,-1 1 0,1-1 0,-1 0 0,1 1 0,-1-1 0,1 0 0,0 0 0,-1 0 0,1 0 0,0-1 0,0 1 0,0 0 0,0 0-1,0-1 1,0 1 0,0 0 0,1-1 0,-1 1 0,0-1 0,1 1 0,-1-1 0,1 1 0,-1-1 0,1 0 0,0 1 0,0-1 0,0 0 0,0 1 0,0-1 0,0 1 0,0-1-1,0 0 1,1 1 0,-1-1 0,1 1 0,-1-1 0,1 1 0,0-3 0,10-30 47,2 0 0,1 0 0,2 1 0,0 1 0,3 0 0,1 1 0,24-29 0,183-189-3045,-182 203 2039,131-130-3912,-51 66-2709,-18 26-3511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2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13045,'11'4'746,"2"0"299,-2-3 5566,7-5-3125,-7 2-2404,3 15-290,-4 0-340,0 0 0,0 1 0,-2 0 0,14 28 0,-19-34-371,0 1 1,0 0-1,-1 0 0,0-1 1,-1 1-1,0 0 0,0 1 1,-1-1-1,0 0 1,-3 16-1,-4 7 50,-2 0-1,-1-1 1,-2-1 0,-29 55-1,18-39 32,22-42 361,3-5-469,0 1-1,0 0 1,0-1-1,0 1 1,-1-1 0,1 0-1,0 0 1,0 0-1,0 0 1,-1 0-1,3-1 1,7-4 90,47-27 38,-1-2 0,67-55 0,14-8-48,-125 90-134,34-23 0,60-29 0,-93 53 0,0 1 0,1 0 0,-1 1 0,1 1 0,0 0 0,1 1 0,-1 1 0,0 0 0,22 1 0,-27 2 0,0 0 0,0 1 0,1 0 0,-1 0 0,0 1 0,-1 1 0,1 0 0,-1 0 0,1 0 0,-1 1 0,14 11 0,-11-6 0,-1 0 0,0 1 0,0 0 0,-2 0 0,1 1 0,-1 1 0,8 15 0,4 14 0,-2 0 0,-2 2 0,-2 0 0,10 52 0,1-7-1878,23 42-5869,-18-46 1345,-14-33-7354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3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0 872 13853,'86'-20'1979,"-23"5"2184,59-23 843,-67 16-3304,62-34 0,-113 54-1635,0-1 0,-1 1 1,1-1-1,-1 1 0,0-1 0,0 0 0,0 0 0,0-1 0,0 1 0,-1-1 0,1 1 0,-1-1 0,0 0 0,0 0 0,0 0 1,-1 0-1,1 0 0,-1 0 0,1-7 0,-2 9-48,0 0 0,0 0 1,0 0-1,0 0 0,0 0 0,-1 0 1,1 1-1,0-1 0,-1 0 0,0 0 1,1 0-1,-1 1 0,0-1 0,0 0 1,0 1-1,0-1 0,0 1 0,-2-3 1,1 3-3,-1-1 0,1 0 0,0 1 0,-1 0 0,1-1 0,-1 1 0,0 0 0,1 0 0,-1 0 1,0 1-1,0-1 0,1 1 0,-1-1 0,0 1 0,-5 0 0,-4 2 67,-1-1 0,0 1 0,1 1-1,-1 0 1,1 1 0,0 1 0,0 0 0,1 0 0,0 1-1,-1 0 1,2 1 0,-1 0 0,1 1 0,0 0 0,1 1-1,-9 10 1,-1 1 29,1 1 1,2 1-1,0 0 0,1 1 0,1 1 0,-16 36 1,25-48-109,1 0 0,0-1-1,0 2 1,2-1 0,-1 0 0,2 0 0,-1 1 0,2-1 0,-1 1 0,2-1 0,0 1 0,0-1 0,1 1 0,1-1 0,0 0 0,1 0 0,0 0 0,0-1 0,2 1 0,-1-1 0,1 0 0,1-1-1,0 1 1,1-1 0,-1-1 0,2 1 0,0-1 0,0-1 0,0 0 0,1 0 0,0 0 0,21 10 0,-11-7-62,1-2 0,1 0 0,0-1 0,0 0 0,0-2 0,1-1 0,0-1 0,0-1-1,0-1 1,0-1 0,0-1 0,31-3 0,-26-1-27,1-1 0,-1-1 0,-1-1 0,1-2 0,-1-1 0,-1-1 0,0-1 0,0-1 1,38-27-1,-16 3-81,-2-2 0,-1-2 0,-2-2 0,62-81 0,-27 17 8,67-125 0,57-187 175,-152 305 186,-26 65 138,-23 46 19,-3 8 81,-32 92-249,3 0 0,5 2 1,5 1-1,3 0 0,6 2 1,-1 146-1,13-198-193,3 1 0,13 73 0,-12-102 0,2-1 0,0 0 0,1 0 0,0 0 0,2-1 0,1-1 0,0 1 0,16 20 0,-23-36 0,1 0 0,-1 0 0,1 0 0,0-1 0,0 0 0,0 0 0,0 0 0,1 0 0,-1-1 0,1 1 0,-1-1 0,1-1 0,0 1 0,0 0 0,0-1 0,0 0 0,0 0 0,0-1 0,0 0 0,1 1 0,-1-2 0,0 1 0,0-1 0,0 1 0,0-1 0,9-3 0,3-2 0,-1 0 0,1-1 0,-2 0 0,1-2 0,-1 0 0,23-18 0,66-60-278,180-198-1,-112 104 65,-168 176 230,0 1 1,1 0-1,-1 1 0,1-1 0,0 1 0,0 0 0,0 0 0,0 1 1,8-4-1,-11 6-1,-1 0-1,1-1 1,-1 1 0,1 0-1,-1 0 1,1 0 0,-1 0 0,1 1-1,-1-1 1,1 0 0,-1 0 0,0 1-1,1-1 1,-1 1 0,1 0-1,-1-1 1,0 1 0,1 0 0,-1 0-1,0-1 1,0 1 0,0 0 0,0 0-1,1 1 1,-2-1 0,1 0-1,0 0 1,0 0 0,0 1 0,0-1-1,-1 0 1,1 1 0,-1-1 0,1 1-1,-1-1 1,1 0 0,-1 1 0,0-1-1,0 4 1,3 12-9,0 0 0,-2 0 0,-1 34 0,1 14-10,7 28 4,-2-34 0,-2 110 0,-5-158-49,0 0 0,-1-1 0,-1 1 0,1-1 0,-2 1 0,1-1 0,-2 0 0,1-1 0,-1 1 0,0-1 0,-1 0 0,0 0 0,-1 0 1,0-1-1,0 0 0,-1 0 0,0-1 0,-11 8 0,-12 6-459,-2-2 0,0-1 1,-68 26-1,-29 16-877,124-57 197,-6 5-4059,26-7 94,1-2 2754,44-1-9051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60 13745,'-28'-28'2476,"12"11"2281,0 8-3081,0 3 872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1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1032 430 6369,'7'-11'1721,"-1"-1"0,0 1 0,6-15 0,-6 7 169,0-1 0,5-36 1,-8 27-477,-1-55 0,-3 56-397,6-50 0,-4 76-903,-1 0 1,1 0 0,-1-1 0,0 1 0,0 0 0,0 0 0,0 0 0,0 0-1,0 0 1,0 0 0,-1 0 0,1 0 0,-1 0 0,0 0 0,1 0 0,-1 0-1,0 0 1,0 0 0,0 0 0,0 0 0,-1 1 0,1-1 0,0 0 0,-1 1-1,1-1 1,-3-1 0,2 2 703,-13 18-294,11-11-439,0 0 0,1 0-1,0 1 1,0-1 0,1 1-1,-1 0 1,1 0 0,1 0-1,-1 0 1,1 0 0,1 0-1,-1 9 1,-2 12 178,-13 166 1065,8-68-616,-63 482 422,-12-165-1134,-179 554 0,218-842 0,-135 417 0,-18 66 0,145-439 0,-33 253 0,69-283 0,9 268 0,8-267 0,0-143 0,-5-22 0,1-2 0,3-3 0,-1 1 0,1-1 0,0 0 0,-1 1 0,1-1 0,0 0 0,0 1 0,0-1 0,0 1 0,-1-1 0,1 1 0,0-1 0,0 1 0,0-1 0,0 0 0,0 1 0,0-1 0,0 1 0,0-1 0,0 1 0,0-1 0,0 1 0,0-1 0,1 1 0,-1-1 0,0 0 0,0 1 0,0-1 0,1 1 0,-1 0 0,7 1 0,-1 0 0,1 0 0,0 0 0,0-1 0,-1 0 0,1 0 0,13-1 0,-2 1 0,371 11 0,-210-11 0,2304 116 0,-668 23 0,-218-15 0,-1475-116 0,1327 82 0,-1050-75 0,-296-12 0,652 16 0,500-5 0,-906-18 0,-333 3 0,1 1 0,20 4 0,-36-5 3,0 1 0,0-1 0,1 0 0,-1 0 0,0 0 0,0 0 0,1 0 0,-1 0 0,0 0 0,0 0 1,1 0-1,-1-1 0,0 1 0,0 0 0,0-1 0,2 0 0,0-7-126,-3 6-25,2-1-531,-1 0 0,0 0 0,0 0 0,0 0 0,-1-1 0,1 1 0,-1 0 0,0-1 0,1 1 0,-2 0 0,1-1 1,0 1-1,-1 0 0,1-1 0,-1 1 0,0 0 0,-2-4 0,1-4-3271,-7-13-9443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17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795 23 5569,'0'0'1607,"-1"-3"-13,-9-17 1162,10 20-2686,-1 0 0,1 0 0,0 0-1,0 0 1,0 0 0,0 0 0,-1 0-1,1 0 1,0 0 0,0 0 0,0 0-1,0 0 1,-1 0 0,1 0-1,0 0 1,0 0 0,0 0 0,0 0-1,0 0 1,-1 1 0,1-1 0,0 0-1,0 0 1,0 0 0,0 0 0,0 0-1,-1 0 1,1 0 0,0 0 0,0 1-1,0-1 1,0 0 0,0 0-1,0 0 1,0 0 0,0 0 0,0 1-1,0-1 1,-1 0 0,1 0 0,0 0-1,0 0 1,0 1 0,0-1 0,0 0-1,0 0 1,0 0 0,0 0 0,0 1-1,0-1 1,1 0 0,-1 0 0,-3 48 5245,3-25-5940,-1 47 1985,-4 0 0,-2 0 1,-33 134-1,-106 189 1108,-29-10-1626,-95 235-5574,208-432 426,27-63-1379,1 24-5272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5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6 13277,'0'0'117,"-1"1"0,1-1 0,0 1 0,0-1 0,0 1 1,-1-1-1,1 1 0,0-1 0,-1 0 0,1 1 0,0-1 0,-1 1 0,1-1 0,0 0 0,-1 1 0,1-1 0,-1 0 0,1 0 0,0 1 0,-1-1 0,1 0 0,-1 0 0,1 0 0,-1 0 1,1 1-1,-1-1 0,1 0 0,-1 0 0,1 0 0,-1 0 0,1 0 0,-1 0 0,1 0 0,-1 0 0,1-1 0,-1 1 0,1 0 0,-1 0 0,1 0 0,-1 0 0,1-1 0,-1 1 1,1 0-1,-1-1 0,1 1 0,0 0 0,-1-1 0,1 1 0,0 0 0,-1-1 0,1 1 0,0 0 0,-1-1 0,1 1 0,-1-2 0,-8-5 10358,9 10-10403,1 1 1,0-1 0,-1 0-1,1 0 1,1 0 0,-1 0-1,0 0 1,1 0 0,-1 0-1,1 0 1,0 0 0,0-1-1,0 1 1,0-1-1,0 1 1,1-1 0,4 4-1,7 4 286,0 0-1,19 9 1,-18-10-278,28 13-3180,82 31 0,16 8-2950,-134-58 4031,0 1 0,0-1 0,1-1 0,14 4 0,-21-5 1529,16 4-6458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5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699 20 11645,'0'0'2220,"-22"-11"-188,0 2 449,-7 12-141,-22 3-260,13-1-288,0 7-412,-6 2-328,-7 0-207,-3 6-201,3 3-360,7 3-988,-1 6-797,-12-12-1307,6 11-216,4 12-3129,-7 5-5468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0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11 13033,'-4'-10'11275,"12"27"-4450,1-6-8085,57 37 3725,5 3-3533,-50-34-880,-7-6-1413,-1 1 0,16 17-1,-15-15-2853,-1 0-3824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3 11933,'-60'14'2332,"34"-22"105,-2-1 215,-7 12-432,-22 0-420,15 8-352,-2 1-308,-4 2-296,4 3-456,6 6-944,-7 0-748,-6-3-1268,4 3-208,5 14-3157,-12 3-5124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32 13281,'0'-2'341,"-1"0"-1,0-1 1,0 1 0,0 0-1,-1 1 1,1-1 0,0 0-1,-1 0 1,1 0-1,-1 1 1,1-1 0,-1 1-1,0-1 1,0 1-1,-6-4 9399,9 8-8685,6 6-713,-1 0-1,2-1 0,-1 1 1,1-1-1,0-1 1,1 1-1,9 5 0,135 86-895,-105-73-2761,63 26 0,-76-32-1900,-16-9-1484,-3-4-3119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506 1 12841,'-67'20'2240,"42"-17"97,2-1-489,-8 10-408,-4-1-260,0 4-240,-3 5-404,-4 2-532,1-2-556,-3 0-1056,-1 0-864,7 3-3113,-3 12-4580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12925,'16'-12'14245,"13"21"-13424,22 2-177,-4 1-256,4-1-428,12 6-832,7 0-301,0-2-595,-3-4-864,-7-2-184,-9-4-3049,-3 4-5008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537 4 13093,'-95'0'2348,"79"-3"-83,-16 9-109,-12 5-428,12 1-344,0 2-276,-3 6-288,3 0-400,4 3-808,-7 0-528,0 5-1052,-3-2-816,-7 2-2949,7 10-4816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83 9969,'0'0'86,"0"0"0,1 0 0,-1 1 0,0-1 0,0 0 0,1 0 0,-1 0 0,0 0 0,1 0 0,-1 1 0,0-1 1,1 0-1,-1 0 0,0 0 0,1 0 0,-1 0 0,0 0 0,1 0 0,-1 0 0,0 0 0,0 0 0,1 0 0,-1-1 0,0 1 0,1 0 0,-1 0 0,0 0 0,1 0 0,-1 0 1,0-1-1,0 1 0,1 0 0,-1 0 0,0 0 0,0-1 0,1 1 0,-1 0 0,0 0 0,0-1 0,0 1 0,0 0 0,1 0 0,-1-1 0,0 1 0,0 0 0,0-1 0,0 1 0,0 0 1,0-1-1,0 1 0,0 0 0,0-1 0,-9-17 3896,4 10-3244,4 6 1243,1-2-260,0 2-1588,0 0-1,1 0 1,-1 0-1,1 0 1,-1 0-1,1 0 1,-1 0-1,1 1 1,0-1-1,0 0 1,0 0-1,0 1 1,0-1-1,0 0 1,1 1-1,-1-1 1,0 1-1,1 0 1,-1-1 0,1 1-1,0 0 1,-1 0-1,1 0 1,0 0-1,0 0 1,0 0-1,-1 1 1,1-1-1,0 0 1,0 1-1,0 0 1,0-1-1,0 1 1,0 0-1,0 0 1,0 0-1,4 1 1,12 0 68,1 1 0,0 0 1,-1 2-1,0 0 0,19 7 0,91 39-1089,-82-31-197,-33-14 502,98 44-3416,-75-30-228,-2 2-3382,-15-9-211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0 11149,'-60'6'2476,"34"-9"-44,1 0-523,-4 3-501,-15 6-284,12 8-244,0 1-208,-6 8-420,3 2-356,-3-2-672,0 0-932,-9 3-860,2 5-2501,13 9-4024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8285,'29'8'10494,"-13"7"-7730,2-4-2302,0 0 0,1-1 0,0-1 0,0-1 0,1 0 0,23 5 0,11 5-571,83 24-2136,-43-19-3995,-65-16 2566,18 4-5851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 1 12233,'-77'23'1720,"65"-15"-352,-14-2-267,-18 14-213,25-3-260,-7 0-204,4 3-536,0 3-936,0 6-601,-4 2-2875,1-2-3521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9529,'19'-17'4610,"-25"-18"6529,16 36-10774,0 0 0,1 1 0,-1 0 1,0 0-1,1 1 0,14 7 0,63 32 239,-28-12-457,183 59-3744,-160-66-783,2-5-3749,-42-9-1366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0 13881,'-79'14'2152,"63"-2"5,-6-1-641,-4 1-304,-12 2-248,6 3-188,4 6-200,-4 5-356,3-5-480,-2 3-748,5 0-984,-2 5-768,2 3-2409,7 1-4112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 11685,'-24'5'2169,"19"-4"-274,8-2-317,-1 0-1405,-1 0 0,1 1 1,0-1-1,-1 1 0,1-1 1,0 1-1,0 0 0,-1-1 0,1 1 1,0 0-1,0 0 0,0 1 1,-1-1-1,4 1 0,24 20 1697,-11-6-1445,82 66-6,200 124 1,-297-203-561,25 14-1226,41 16 1,-59-28-427,1 0 0,0-1 1,0-1-1,15 2 0,6-1-6445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502 0 9093,'-57'12'1932,"28"-4"-528,-3 4-244,10-1-176,-16 9-168,6-3-164,-6 6-227,0 6-257,-6-3-493,2-1-563,1 1-448,-7 3-2728,7 2-2973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3.5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13549,'0'0'2046,"4"0"-58,6 0-969,-3 0-397,0 0 1,0 0-1,0 0 0,-1 1 1,1 0-1,0 1 1,-1-1-1,8 4 1,112 39 2163,38 17-2003,-38 2-3499,-79-39-1215,-1-2-4001,-31-14-2278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3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27 13957,'-29'-15'2821,"-12"10"-53,-4 2-364,23 0-256,-6 6-512,-17 5-268,10 4-279,7 8-213,-10 3-192,-4 5-360,1 1-420,3 5-1000,0 6-428,-7 0-941,4-6-751,-3 3-3197,15 12-5868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3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13941,'28'0'1860,"-2"3"-327,97 31 2007,-81-19-3060,-1-1-176,3 3-292,4-3-480,0 4-492,-1-4-484,4 0-424,-13-2-345,0-1-2027,-3 0-3253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4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38 8133,'-25'3'3884,"18"-23"-1920,1 0 1397,-19 20-2053,-1 0-124,-9 8-376,-19 7-172,10 2-136,-1 0-88,1 6-152,0 0-364,-7 2-844,0-2-1152,3 3-28,7 14-2949,3-3-4032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4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13489,'0'0'1956,"2"-2"-99,3-1-1386,-4 2-319,-1 1 0,1-1-1,-1 0 1,1 1 0,0-1 0,-1 1 0,1-1 0,0 1 0,0 0 0,-1-1 0,1 1 0,0 0-1,0-1 1,0 1 0,-1 0 0,1 0 0,0 0 0,0 0 0,0 0 0,0 0 0,-1 0-1,1 0 1,0 0 0,0 0 0,0 0 0,0 0 0,-1 1 0,1-1 0,0 0 0,0 1-1,0-1 1,-1 0 0,1 1 0,0-1 0,-1 1 0,2 0 0,156 115 3329,-64-48-4135,-75-54-85,95 66-3011,-33-34-6917,-56-35 2587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4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10 9217,'-26'-9'2080,"7"9"12,4 0-104,-24 0-67,-11 6-13,15-3-340,-10 8-260,4 6-212,-3-3-232,-1 9-192,10 0-560,-6 6-696,9-4-932,-6 10-1260,9 5-3149,10-3-5116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5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476 26 10737,'0'0'2548,"-12"-14"-144,2 3 3649,-22 16-4745,-6 7-236,10 11-228,-7 0-188,-6 8-780,-1 3-576,-9 1-1028,-6-10-1036,-6 7-3261,-4 19-5272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38 9365,'-8'-14'1883,"8"14"-1804,0 0 0,0 0 1,0-1-1,0 1 0,-1 0 1,1 0-1,0-1 0,0 1 0,0 0 1,0 0-1,0-1 0,0 1 1,0 0-1,0-1 0,0 1 0,-1 0 1,1-1-1,0 1 0,1 0 1,-1 0-1,0-1 0,0 1 0,0 0 1,0-1-1,0 1 0,0 0 1,0 0-1,0-1 0,0 1 0,1 0 1,-1 0-1,0-1 0,0 1 1,0 0-1,1 0 0,-1-1 0,0 1 1,0 0-1,0 0 0,4-1 4643,-2-1-3895,2 0-742,0 1-1,-1-1 1,1 1 0,0 0-1,0 0 1,0 0 0,0 0 0,0 1-1,0-1 1,0 1 0,0 0 0,0 1-1,0-1 1,0 1 0,0-1-1,0 1 1,0 0 0,6 3 0,12 4 21,1 2 0,21 12 0,-2-1 99,74 27-526,59 27-3147,-78-29-3872,-57-23-648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464 1 10577,'-29'34'1604,"1"-22"-244,-13 10-204,2-4-196,8 4-211,-1 7-241,0 2-28,-6 9-116,0 0-348,-3 3-812,6 3-605,-3 0-3131,-4-3-3529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0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 8041,'0'0'6733,"1"-2"-5516,-1 1-1118,0 0 1,0 0-1,1 0 1,-1 0-1,1 0 1,-1 0-1,0 0 1,1 1-1,0-1 1,-1 0-1,1 0 1,-1 0-1,1 1 1,0-1-1,0 0 1,-1 1-1,1-1 1,0 1-1,0-1 1,0 1-1,0-1 1,-1 1-1,1 0 1,0-1-1,1 1 1,1 0 12,0 1-1,0 0 1,-1 0 0,1 0 0,0 0 0,-1 0-1,1 0 1,-1 1 0,3 1 0,88 66 945,-48-34-876,99 74-2564,-57-43-7639,-68-51 4477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0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 5881,'-16'11'1140,"0"-2"-240,-9 8-288,-13 9-560,6-6-2544,7 2-617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3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8289,'2'6'15401,"9"-1"-8887,24 4-6626,-9-3 2215,92 35-2392,121 61 1,-179-74-1928,-27-15-404,2 1-1852,-13-1-4783,-9-7-816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3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480 0 11409,'-35'6'2260,"10"-6"-128,2 0 237,-18 6-189,22-3-348,-6 8-360,-23 12-296,10 0-224,6 3-236,-6 5-244,9 0-364,4 7-824,-7-4-480,7 3-824,3 3-584,6-3-3489,9-20-5372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4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13509,'1'-2'230,"0"1"-1,0-1 1,0 0-1,1 0 1,-1 0 0,1 1-1,-1-1 1,1 1-1,3-3 1,-4 4-20,0-1 0,0 1 1,0 0-1,0 0 0,0 0 0,0 0 1,0 1-1,0-1 0,0 0 0,0 0 0,0 1 1,0-1-1,0 0 0,0 1 0,0-1 1,0 1-1,0 0 0,0-1 0,4 4 3690,8 0-3258,-1 0 0,1 1 0,-1 1 0,0 0 0,-1 0 0,13 9 0,62 54-3705,-69-55 2045,31 29-3499,-15-11-3694,-6-7-189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4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89 9645,'-3'-4'240,"-9"-16"1158,11 19-1300,1 0-1,0 1 0,0-1 1,-1 0-1,1 0 0,0 1 1,0-1-1,0 0 0,0 0 1,0 0-1,0 1 0,0-1 1,1 0-1,-1 0 0,0 1 1,0-1-1,0 0 0,1 0 1,-1 1-1,0-1 0,1 0 1,-1 1-1,1-1 0,0 0 1,-2 0 148,1-1 0,-1 1 1,1 0-1,-1 1 0,0-1 1,1 0-1,-1 0 1,0 0-1,0 0 0,0 0 1,1 1-1,-1-1 0,0 0 1,-2 0 85,-3-3 146,0 0 0,0 1 0,0-1 0,0 1 0,-1 1 0,1-1 0,-1 1 0,0 0 0,0 1 0,1 0 0,-1 0 0,0 0 0,0 1 0,0 0 0,-10 1 0,2 1-225,0 0-1,0 1 1,0 1 0,0 1 0,1 0 0,-15 7 0,14-4-638,1 1 0,0 0 0,1 1 0,0 0 0,-20 22 0,-22 33-10528,38-37 204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4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13817,'2'2'10465,"11"12"-9910,1 0-1,0-2 0,1 0 0,1 0 1,0-1-1,1-1 0,20 9 1,129 49-3755,42 0-8616,-206-68 11773,-1 1 1,0-1-1,1 0 1,-1 0 0,0 0-1,1 0 1,-1 0-1,1-1 1,-1 1-1,0 0 1,1-1 0,-1 1-1,0 0 1,0-1-1,1 0 1,-1 1 0,2-2-1,12-3 1377,-15-29 1757,-1 33-2987,1 0 1,-1 1-1,0-1 0,1 0 1,-1 1-1,0-1 1,0 1-1,0-1 1,1 1-1,-1-1 1,0 1-1,0 0 1,0-1-1,0 1 1,0 0-1,0 0 1,0-1-1,0 1 1,-1 0-1,-3-1 157,0 1 0,0-1 0,0 1 0,0 0 0,-1 1 0,1-1 0,0 1 0,0 0-1,-7 2 1,-45 17 581,47-15-724,-12 5 46,1 1-1,-32 21 1,0 1-986,3-8-950,-32 19-6683,42-14-1023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20 14221,'-63'-20'17344,"66"21"-16635,25 10-216,1 1-493,2-1 0,-2 1 0,-24-10 0,19 16 0,49 51 0,2 1 0,67 26 287,-92-65-3052,1 3-4924,-29-18 1434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6 13085,'-44'-6'2368,"21"6"193,-2 12-257,3-1-364,0 0-380,-13 12-312,12-3-300,-2 6-184,0-3-163,9 5-477,-3 4-925,-4-6-487,-5 2-956,-7-5-716,0 6-3037,-6 5-5232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35 9365,'-18'0'2571,"22"-12"1209,0 4 2121,24 1-1764,-25 6-3957,-1 0 1,1 0-1,0 0 1,-1 0-1,1 0 1,0 1-1,0-1 1,-1 1-1,1 0 1,0 0-1,4 0 1,18 4 758,-1 0 1,1 2-1,45 17 1,-54-17-1206,-1 2 0,0 0 0,26 18 0,6 12-4654,-24-11-1462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6 10481,'-25'-5'2324,"12"22"-176,-6-14 9,0 5-9,-6 1-316,-1-1-316,1 7-296,-16 8-244,12-3-208,10 2-660,-3-2-684,0 0-552,-4 0-944,-2-2-792,-4-1-2809,7 6-4708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10973,'-1'-3'2509,"-4"-8"-1638,1 0 6288,14 18-3015,-2 0-3804,0-1-1,1 1 1,0-2 0,0 0-1,0 0 1,0 0-1,15 4 1,-2 0 80,24 9-470,76 19 1,-5-10-5425,-92-21 3256,18 0-6650,-23-3-282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6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12 10597,'-6'-12'2320,"-4"35"-188,-18-23 33,-1 3 67,7 6-292,-3-1-376,-4 4-308,-22 5-252,19-3-304,4 6-836,-1 0-524,-6 0-852,-3-6-980,3 6 168,4 6-3277,-4 0-4600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6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8945,'0'0'9179,"0"0"-9079,-1 0-1,1 1 1,-1-1-1,1 0 0,-1 0 1,1 0-1,-1 1 1,1-1-1,0 0 0,-1 1 1,1-1-1,-1 0 1,1 1-1,0-1 1,-1 0-1,1 1 0,0-1 1,0 1-1,-1-1 1,1 1-1,0-1 0,0 1 1,0-1-1,-1 0 1,1 1-1,0 0 1,0 0-12,0 0 1,0 0 0,1 0-1,-1-1 1,0 1 0,0 0 0,1 0-1,-1 0 1,0-1 0,1 1 0,-1 0-1,1 0 1,-1-1 0,1 1 0,-1 0-1,1-1 1,-1 1 0,1-1-1,0 1 1,-1 0 0,1-1 0,0 0-1,0 1 1,-1-1 0,1 1 0,0-1-1,1 1 1,31 8 830,-24-6-738,49 13 609,-8-2-1511,98 16 1,-46-15-3439,-56-5-4315,-28-4 349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7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4 8293,'-35'-3'2512,"16"6"-284,-16 8-268,20-5-343,-11 5-325,-12 9-304,3-5-276,0 5-84,-6 2-144,6-2-200,0 0-516,-6 0-596,9 0-496,-3 12-508,-3-6-437,0-6-1907,6 0-3177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7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7397,'10'-11'12557,"5"8"-8481,26 13-5169,-24-5 2587,57 21-959,106 52-1,-147-63-2432,68 20-1,-26-10-8453,-49-16 1985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7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14 9153,'-38'-14'2180,"19"17"-236,3 3-116,-6-4-287,-3 4-269,-7 0-296,0 0-216,0 2-180,-18 4-124,37-7-260,-22 4-524,-9 5-820,12-2-856,6 2-3153,-2 3-4108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8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30 9317,'-2'-14'588,"-1"-1"7024,8 24-3370,0-2-4081,-1 0-1,1 0 0,0-1 0,1 1 1,0-1-1,0 0 0,0-1 0,0 1 0,15 7 1,-1 3 38,31 22-927,96 55 0,-76-58-3170,3-5-3998,-43-21 569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8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1 7465,'-63'29'1796,"50"-24"-336,-9 12-168,-10 6-460,19-14-160,-12 11-160,-64 51-1220,61-51-724,-4 0-2056,13 3-1929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10609,'-26'34'1296,"11"-11"-112,2-3-244,7 3-548,-1-1-1024,-9-4-1320,-3-4-1524,19 14-1901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4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2808,'-3'15'608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00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5689 29619,'9731'-5688'0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13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5852 26721,'9945'-5852'0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2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5406 29296,'9103'-5405'0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8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74 11433,'0'-3'433,"1"-1"-1,-1 1 1,0 0-1,0 0 1,0 0-1,0-1 1,0 1-1,0 0 1,-1 0-1,0 0 1,0 0 0,0-1-1,0 1 1,0 0-1,-4-6 4034,4 7-4224,1 1 1,-1 0 0,0 0 0,0 0-1,0 0 1,0 0 0,0 0-1,0 0 1,0 0 0,0 0-1,0 1 1,0-1 0,-6-2 4090,5 41-3592,-1 1-1,-2-1 0,-17 69 0,-49 114-835,4-11 121,52-148-26,2 0 0,3 1 0,-2 74 0,11-94 0,2 1 0,2-1 0,2 1 0,2-2 0,18 66 0,-21-94 0,1 0 0,0 0 0,1 0 0,1 0 0,0-1 0,0 0 0,2-1 0,-1 0 0,2 0 0,-1-1 0,2 0 0,-1 0 0,2-1 0,-1-1 0,1 0 0,1 0 0,-1-1 0,1-1 0,1 0 0,0-1 0,-1-1 0,2 0 0,-1 0 0,1-2 0,-1 0 0,1 0 0,0-1 0,0-1 0,28-2 0,-5-3-70,0-2 0,-1-1 0,0-3-1,0 0 1,-1-3 0,-1-1 0,0-1 0,44-27 0,22-21-762,123-99 0,-174 121 792,-1-2-1,-2-2 1,63-78-1,-110 123 74,0 0 0,0 0 0,0 0 0,0 0 0,0 1 0,0-1 0,0 0 0,0 0 0,0 0-1,0 0 1,0 0 0,0 0 0,0 0 0,0 0 0,0 0 0,0 0 0,0 0 0,0 1 0,0-1 0,0 0 0,0 0 0,0 0 0,1 0-1,-1 0 1,0 0 0,0 0 0,0 0 0,0 0 0,0 0 0,0 0 0,0 0 0,0 0 0,0 0 0,0 0 0,0 0 0,1 0 0,-1 0 0,0 0-1,0 0 1,0 0 0,0 0 0,0 0 0,0 0 0,0 0 0,0 0 0,0 0 0,0 0 0,0 0 0,1 0 0,-1 0 0,-3 17 653,-11 34-695,9-34 109,-3 20-73,1 1 0,2-1 0,0 42 0,5 16-1438,4 0-3347,-2-53 1063,1-7-3762,3-12-5113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9.0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11905,'0'0'2944,"12"15"-1912,-2 2-195,6 3-353,9 17-736,1-8-905,-1-1-711,4 9-2148,5 15-2909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9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12 12421,'-17'-6'1709,"4"2"585,5 2 3015,-4 19-3979,4-2-1082,0 1 0,1-1 0,1 1 0,0 0-1,-6 29 1,11-38-184,-18 97 470,6-29-232,8-15 6,1-14 354,3-43 491,7-20-537,7-10-433,1 1 0,2 0 1,1 1-1,0 0 1,2 2-1,1 0 0,1 2 1,0 0-1,2 1 1,41-28-1,-59 45-157,0 0 0,0 0 0,0 1 0,0 0 0,0 0 0,0 0 1,1 1-1,-1 0 0,1 0 0,-1 0 0,1 1 0,-1-1 0,1 1 0,-1 1 0,1-1 0,-1 1 0,1 0 0,-1 0 0,1 0 0,-1 1 0,0 0 0,0 0 1,0 0-1,0 1 0,0 0 0,0 0 0,-1 0 0,8 6 0,7 9-167,0 0 0,-2 2 0,0 0 1,24 38-1,-39-56 99,100 153-4898,-42-48-6728,-41-70 1044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9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49 402 9965,'16'0'4706,"11"-15"-1751,4-2-890,-5 9-1666,0-2 0,0-1 0,-1 0 0,-1-2-1,0-1 1,24-19 0,-31 20-215,-2 0 0,1-1 0,-2-1-1,0 0 1,-1-1 0,0 0 0,-2-1 0,18-32 0,-28 47-123,0 0 1,0 0-1,0-1 1,0 1 0,-1 0-1,1-1 1,0 1 0,-1-1-1,0 1 1,1-1-1,-1 1 1,0-1 0,-1 1-1,1-1 1,0 0 0,-1 1-1,1 0 1,-1-1-1,0 1 1,0-1 0,0 1-1,0 0 1,0 0 0,0-1-1,-1 1 1,1 0-1,-1 0 1,1 0 0,-1 0-1,0 1 1,0-1 0,0 0-1,0 1 1,0-1-1,-3-1 1,-1 0 52,1 0 0,-1 1 0,0-1 0,0 1 1,0 0-1,-1 1 0,1-1 0,0 1 0,0 0 0,-1 1 0,1 0 0,-11 0 0,0 4 41,-1 0 0,1 1 1,0 0-1,1 1 0,-1 1 0,1 1 0,1 0 0,-1 1 0,1 1 1,-17 15-1,17-13-66,0 2 1,1 0 0,0 0 0,1 2-1,1-1 1,0 2 0,1-1 0,-17 37-1,24-43-63,1-1 0,0 0-1,0 1 1,1-1 0,0 1-1,1 0 1,0 0 0,0-1-1,1 1 1,1 0 0,-1 0-1,2 0 1,-1-1 0,1 1-1,1 0 1,0-1-1,0 0 1,9 18 0,-5-16-36,0 1 0,1-1 0,1-1 0,-1 1 0,2-2 1,-1 1-1,1-1 0,1-1 0,-1 1 0,2-2 0,-1 0 0,1 0 1,18 7-1,-5-5-48,0 0 0,0-2 0,1-2 0,0 0 0,0-1 1,0-2-1,0 0 0,44-4 0,-39-1 19,1-1 0,-1-1 0,0-2 0,-1-2 0,0 0 0,53-25 0,-64 24 19,-1 0-1,0-2 1,-1 0-1,-1 0 0,0-2 1,0 0-1,-2-1 1,0 0-1,0-1 0,20-33 1,-32 47 17,-1 1-1,0-1 1,0 0 0,0 0 0,0 0 0,0 0 0,0 0 0,0 0 0,-1 0 0,1 0-1,-1 0 1,1 0 0,-1 0 0,0 0 0,0 0 0,0-1 0,0 1 0,0 0 0,-1 0-1,1 0 1,-1 0 0,1 0 0,-1 0 0,0 0 0,1 0 0,-1 0 0,0 0 0,-1 0-1,1 0 1,0 0 0,0 1 0,-1-1 0,-1-2 0,0 2 1,0 0-1,-1 0 1,1 1-1,0-1 1,0 1-1,-1-1 1,1 1-1,-1 0 1,1 1 0,-1-1-1,1 0 1,-1 1-1,0 0 1,1 0-1,-1 0 1,1 0 0,-1 1-1,-7 1 1,1 1-96,0 1 0,-1 0 0,1 1 1,0 0-1,1 0 0,0 1 0,0 0 0,0 1 1,0 0-1,1 1 0,-8 9 0,12-13-47,0 0 0,0 1 0,1 0 0,-1 0 0,1 0 0,0 0 0,0 0 0,1 1 0,0-1-1,0 1 1,0 0 0,1 0 0,0 0 0,0-1 0,0 1 0,1 0 0,-1 0 0,1 0 0,1 0 0,-1 0-1,1 0 1,3 10 0,-3-14 107,0 1 0,0-1 0,1 1 1,-1-1-1,1 1 0,0-1 0,-1 0 0,1 0 0,0 0 0,0 0 0,1 0 0,-1 0 0,0 0 0,1-1 0,-1 1 0,1-1 0,-1 0 0,1 0 1,-1 0-1,1 0 0,0 0 0,0 0 0,-1-1 0,1 1 0,4-1 0,6 1-6,-1-1 0,1-1 1,0 0-1,14-3 0,-22 3 48,12-3 256,0-1 1,0-1-1,0 0 1,0-1-1,-1-1 1,-1-1-1,28-19 1,-25 17 331,-18 10-595,0 1 0,0 0 0,1 0 0,-1 0 0,0 0 0,1-1 0,-1 1 0,0 0 0,1 0 0,-1 0-1,0 0 1,1 0 0,-1 0 0,1 0 0,-1 0 0,0 0 0,1 0 0,-1 0 0,0 0 0,1 0 0,-1 1 0,0-1 0,1 0 0,-1 0 0,0 0 0,1 0 0,-1 0 0,0 1 0,0-1-1,1 0 1,-1 0 0,0 1 0,0-1 0,1 0 0,-1 0 0,0 1 0,8 18-653,-2 25-1988,-8 49-8738,8-58 2666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0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95 10661,'10'-55'2844,"2"16"5989,6 50-6442,-9-3-2194,-1 0-1,-1 1 1,1 0-1,-2 0 1,1 0 0,-1 1-1,0 0 1,-1 0-1,6 15 1,30 104 585,-34-100-732,-1 0 0,-1 1 0,-2-1 0,-1 1 0,-2 0 0,0 0 0,-3 0 0,0 0 0,-2 0 0,-8 29 0,8-39 19,-1 0 1,-1 0 0,-1-1 0,-1 0 0,0 0-1,-2-1 1,0-1 0,-1 0 0,0 0 0,-1-1-1,-1 0 1,-1-1 0,0-1 0,-1-1 0,-19 13-1,32-24 24,0-1 0,1 0 0,-1 0 0,0 0 0,0 0 0,0 0 0,0 0 0,0-1 1,-1 1-1,1-1 0,-3 0 0,-5 1 211,11-2-298,0 1 1,0 0-1,0 0 0,0 0 1,0 0-1,0 0 0,0 0 1,0 0-1,1 0 0,-1 0 0,0 0 1,0 0-1,0-1 0,0 1 1,0 0-1,0 0 0,0 0 1,0 0-1,0 0 0,0 0 0,0 0 1,0-1-1,0 1 0,0 0 1,0 0-1,0 0 0,0 0 1,0 0-1,0 0 0,0 0 0,0-1 1,0 1-1,0 0 0,0 0 1,0 0-1,0 0 0,0 0 1,0 0-1,0 0 0,0 0 0,0-1 1,-1 1-1,1 0 0,0 0 1,0 0-1,0 0 0,0 0 1,0 0-1,0 0 0,0 0 0,0 0 1,0 0-1,-1 0 0,1 0 1,0 0-1,0 0 0,0 0 1,0 0-1,0 0 0,0 0 0,0 0 1,-1 0-1,1 0 0,0 0 1,0 0-1,0 0 0,0 0 1,0 0-1,5-18 79,1 1 0,0-1 0,2 2 0,0-1 0,1 1 0,1 0 0,0 1 0,1 0 0,24-26 0,-16 20-60,70-79-3912,191-164 1,-211 203 1474,38-29-4614,4 6-4653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0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852 282 9997,'0'0'3284,"3"-2"-1740,55-47 3001,-35 32-3196,-1-1 0,-1-1 0,-1-1 0,0-1 0,27-39 1,-31 26-327,-16 33-991,1 0 1,-1 0 0,0 0-1,0 0 1,0 0-1,-1 0 1,1 0-1,0 0 1,0 0-1,0 0 1,-1 0-1,1 0 1,-1 0-1,1 0 1,-1 0-1,1 0 1,-1 0-1,1 0 1,-2-1-1,1 1 66,0-1-70,0 1 0,0-1-1,0 1 1,0 0 0,0 0 0,0 0-1,0-1 1,-1 1 0,1 0 0,0 1-1,-1-1 1,1 0 0,-1 0 0,1 1-1,-1-1 1,1 0 0,-1 1 0,1 0-1,-1-1 1,0 1 0,1 0 0,-1 0-1,0 0 1,-1 0 0,-44 4 344,38-3-265,-7 2 79,0 1 0,0 0 0,0 1 0,1 1 0,-18 9 0,-71 45 617,74-42-613,-222 152 80,217-142-274,2 1 0,0 2-1,3 1 1,-50 65 0,70-82 4,0 0 0,1 0 0,1 1 0,0 0 0,1 1 0,1 0 0,0 0 0,1 0 0,1 1 0,1-1 0,1 1 0,0 0 0,1 0 0,1 0 0,1 0 0,0 0 0,1 0 0,1-1 0,1 1 0,1-1 0,0 0 0,14 31 0,-1-14 5,1-1-1,1-1 1,2 0 0,47 51-1,121 100-291,3 3-618,-187-179 874,1 1 0,-1-1 0,-1 1 0,1 0 0,-1 0-1,-1 1 1,0-1 0,0 1 0,0 0 0,2 11 0,-6-17 29,1 1 0,-1 0 0,0 0 0,0-1 0,0 1 0,-1 0 1,1-1-1,-1 1 0,0 0 0,0-1 0,0 1 0,-1-1 0,1 0 0,-1 1 0,0-1 0,0 0 1,0 0-1,0 0 0,0 0 0,-1 0 0,1 0 0,-1-1 0,0 0 0,0 1 0,0-1 0,0 0 1,0 0-1,0 0 0,-4 1 0,-11 6 26,0-1 1,0-1 0,-1-1-1,0 0 1,-22 3 0,-103 10 49,102-15-84,31-2-28,-222 21-699,79-17-3673,121-8 1150,15-3-4576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1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0 286 14433,'5'17'1049,"-1"0"0,-1 0-1,-1 0 1,1 21-1,-2-16 176,2 0-1,5 27 1,57 210 3100,12 135-2456,-49-197-1265,46 289 126,-71-466-529,1 0 1,0 0-1,2 0 0,12 28 1,-17-46-178,-1-1 1,1 1-1,0-1 0,0 0 1,0 0-1,0 0 1,0 1-1,1-1 0,-1 0 1,0 0-1,1-1 0,-1 1 1,0 0-1,1 0 1,-1-1-1,1 1 0,-1 0 1,1-1-1,-1 0 0,1 1 1,-1-1-1,1 0 1,0 0-1,-1 0 0,1 0 1,-1 0-1,1 0 0,0 0 1,-1-1-1,1 1 1,-1 0-1,1-1 0,-1 1 1,1-1-1,-1 0 0,1 0 1,-1 1-1,3-3 1,2-1-27,1 0 1,-1 0 0,0 0 0,0-1 0,0 0-1,-1 0 1,6-8 0,21-31 2,-2-2 0,40-82 0,33-109 0,-40 87 0,52-112-7,151-333-266,-148 363-2568,-48 124-670,-46 77 21,34-35-1,-43 49-1882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1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692 1 14485,'-8'2'1461,"0"0"-1,0 1 0,0 0 1,1 1-1,-1-1 0,-12 10 1,-102 92 4485,9 15-3904,56-52-2016,3 2 0,-85 147-1,116-173-26,1 2 0,3 0 1,1 1-1,3 1 0,2 1 0,-12 80 0,23-108 1,0 1 0,1-1 0,1 1 0,2-1 0,0 1 0,1-1 0,1 0 0,1 0 0,0 0 0,2-1 0,1 1 0,0-2 0,1 1 0,1-1 0,1-1 0,1 0 0,1 0 0,0-1 0,1-1 0,1 0 0,32 26 0,-19-20-49,2-2-1,0 0 1,1-3 0,0 0 0,2-2-1,0-1 1,55 14 0,-10-8-2338,1-4 1,103 8 0,-32-13-4566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1.6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84 106 14373,'-7'-14'1808,"4"2"-367,-10-5-329,1 3-568,2 0-1100,1-4-1700,-7 10-2581,3-1-3808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2.8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735 345 13429,'-16'7'2288,"-1"0"-1,1 1 0,-18 13 1,18-10-1736,2 1 1,0 0 0,0 1 0,1 1 0,-15 20 0,-34 54 481,4 3-1,-56 118 1,64-115-741,-169 353 408,218-444-695,-12 25 116,1 0 0,-10 35 0,22-63-120,0 1 0,0-1 0,-1 0 0,1 0 0,0 1 0,0-1 0,0 0 0,0 1 0,0-1 0,-1 0 1,1 0-1,0 1 0,0-1 0,0 0 0,0 1 0,0-1 0,0 0 0,0 1 0,0-1 0,0 0 0,0 1 0,0-1 0,0 0 0,1 1 1,-1-1-1,0 0 0,0 1 0,0-1 0,0 0 0,0 1 0,1-1 0,-1 0 0,0 0 0,0 1 0,0-1 0,1 0 0,-1 0 0,0 0 1,0 1-1,1-1 0,-1 0 0,15-8 52,19-24 7,32-43 19,90-135 1,-146 196-74,113-176 84,134-278 0,-221 395-105,137-265-13,-171 334 36,7-13-2,1-1 1,1 2-1,0-1 1,23-23-1,-32 37 1,1 1-1,-1-1 0,1 1 1,0 0-1,0 0 0,0 0 1,0 1-1,0-1 0,0 1 1,1-1-1,-1 1 0,0 0 1,1 0-1,4 0 0,-5 1 10,0 1 1,0-1-1,0 1 0,0-1 1,0 1-1,-1 0 0,1 0 1,0 0-1,-1 1 0,1-1 0,-1 1 1,1-1-1,-1 1 0,0 0 1,1 0-1,-1 0 0,0 0 1,0 0-1,0 0 0,1 4 1,7 7 94,-2 1-1,0 0 1,0 0 0,-1 0 0,7 24 0,19 84 386,-32-121-493,14 72 94,10 118 1,-23-167-100,19 348 0,-51 58 131,1-55-1797,14-195-1776,8-109-858,1 1-5187,5-49-1532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3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64 15605,'-108'-26'3073,"70"12"-581,26 8 6305,43-2-7985,36-1-448,12 12-560,17 5-760,161 12-2545,-111-11 521,9 2 412,7 4-3637,10-1-5548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3.3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0 9905,'-22'5'8116,"-48"23"-4318,59-24-3068,-24 11 783,1 1 1,1 2 0,-33 23-1,39-22-933,1 2-1,1 0 1,1 1-1,0 2 1,2 0-1,-31 45 1,42-51-568,0 1 0,2 0 0,0 0 0,1 1 0,1 0 0,0 0 0,2 1 0,1 0 0,0 0 0,1 0 0,2 1 0,0-1 0,1 0 0,1 1 0,7 36 0,-2-29-91,1-1 0,2-1 0,1 0 1,0 0-1,2-1 0,1 0 0,2-1 0,0 0 1,1-1-1,2-1 0,24 25 0,-16-20-1096,2-2 0,1-1-1,2-1 1,47 30 0,-57-42 236,1-1 1,1-1 0,-1-1-1,1-1 1,1 0-1,0-2 1,-1-1 0,31 2-1,-40-6 228,-1-1 0,1-1 0,0 0 0,0 0 1,-1-2-1,1 0 0,-1 0 0,0-1 0,0-1 0,0 0 0,16-10 0,25-17-5358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3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765 66 8889,'-4'-9'633,"2"8"-493,1 0 1,0-1 0,1 1-1,-1 0 1,0-1 0,0 1-1,1-1 1,-1 1 0,0-1-1,1 0 1,0 1 0,-1-1-1,1 1 1,0-1 0,0 0-1,0 1 1,0-1 0,0 0-1,0 1 1,0-1 0,1 1 0,-1-1-1,0 0 1,2-2 0,-3 3 204,0 0 1,-1-1-1,1 1 1,0 0 0,-1 0-1,1 0 1,0 0 0,-1 0-1,0 0 1,1 0 0,-1 1-1,1-1 1,-1 1 0,0-1-1,-2 0 1,-6 1 144,-1 0 1,1 0-1,-1 1 0,1 0 1,-1 1-1,1 0 0,0 1 1,0 0-1,0 0 0,0 1 1,1 1-1,-1-1 0,-11 9 1,-10 7 755,1 2 0,-40 37 0,28-20-201,2 3 0,-47 63-1,42-42-890,3 1-1,-65 138 1,97-179-154,1 1 0,0 1 0,-6 38 0,-20 169 0,33-213 0,1 1 0,1-1 0,1 1 0,4 24 0,-2-31 0,1 0 0,0-1 0,1 1 0,8 16 0,-5-16-252,-1 0 0,2-1 1,-1 0-1,2 0 0,0-1 0,0 0 0,1 0 1,0-2-1,1 1 0,0-1 0,0-1 0,1 0 0,0-1 1,23 9-1,2-2-2289,1-2 1,0-1-1,1-2 0,46 4 1,45 2-10763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277 144 12165,'10'-19'745,"14"-27"536,-22 43-911,-1-1 1,0 1-1,0 0 0,0-1 0,0 1 0,-1-1 1,1 1-1,-1-1 0,0 1 0,0-1 0,-1-8 2194,1 9-575,5-22 839,-6 32 280,-6 45-932,4-33-1840,-8 51 416,-29 105-1,-14 2-751,-52 200 0,83-277 42,0-8-1904,-16 134 0,34-169-90,-2 11-2363,4-22-4694,2-15-1816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 14357,'10'-23'2889,"-7"40"-305,0-3 1472,16 1-603,26 10-2761,-4-2-232,10 6-360,15-1-628,11 7-441,2-1-335,7 3-696,-4 3-472,-9-8-320,0 2-2737,0-3-4484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1 10453,'-12'14'4560,"-14"-20"-2531,1-2 271,-4 13-240,-18 4-312,9 2-296,-7 4-296,1 5-276,-1 3-183,-2-1-233,12 7-700,0-3-813,3-1-967,-3-5-1044,3-2-3281,7 7-5772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0 14177,'-4'2'2221,"2"-2"-1975,0 1-5,0-1 0,0 1 1,-1 0-1,1-1 0,0 1 0,0 0 0,0 0 0,0 0 0,0 0 0,0 1 0,0-1 0,1 1 0,-1-1 0,0 1 1,1-1-1,-1 1 0,1 0 0,0 0 0,-1 0 0,1-1 0,0 1 0,0 1 0,0-1 0,1 0 0,-1 0 1,0 0-1,1 0 0,-1 1 0,1-1 0,0 0 0,0 0 0,0 1 0,0-1 0,0 4 0,18 229 4686,-5-110-3950,4 106-888,17 182-5005,4-140-8350,-29-221 3357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5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11669,'6'20'2364,"19"6"-252,10-6-131,-3-6-489,9 3-312,7 6-236,12 8-216,16 6-396,4 1-344,2-7-360,4 1-512,-3-1-632,-1 0-380,-2-5-581,-11-3-2079,8 0-3549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5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715 12 13649,'-16'-12'2100,"-6"21"469,-19 5-117,9 3-32,-3 1-276,-3 7-416,-6 4-355,-10 2-297,3 6-180,-3 1-592,-3 4-776,3-2-996,0 0-1109,-6-2-1399,-1 2-2585,20 8-6112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5.3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23 13777,'-19'-23'1668,"0"23"-551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43.7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0 201 30694,'100'-200'0,"0"400"0,-200-400 0,100 4975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47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 28929,'7152'0'0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0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12053,'0'1'126,"-1"-1"0,1 0 1,-1 0-1,1 1 0,0-1 0,-1 0 0,1 1 1,0-1-1,-1 0 0,1 1 0,0-1 0,0 0 1,-1 1-1,1-1 0,0 0 0,0 1 0,0-1 1,0 1-1,0-1 0,-1 1 0,1-1 0,0 0 1,0 1-1,0-1 0,0 1 0,0-1 0,0 1 1,0-1-1,0 1 0,1-1 0,-1 0 0,0 1 1,0-1-1,0 1 0,0-1 0,0 0 0,1 1 1,-1-1-1,0 1 0,0-1 0,1 0 0,-1 1 1,0-1-1,1 0 0,-1 1 0,0-1 0,1 0 1,-1 0-1,0 0 0,1 1 0,-1-1 0,1 0 1,-1 0-1,1 0 0,38 18 2793,-1 0-544,-8 2-1302,77 51 780,-81-57-2964,-1 0 0,39 13 1,-29-7-2626,-10-4-4850,-13-12 10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861 21 9981,'-1'-1'222,"0"-1"-1,1 1 1,-1 0-1,0 0 1,0-1 0,0 1-1,0 0 1,0 0 0,0 0-1,0 0 1,0 0-1,-1 0 1,1 0 0,0 1-1,-1-1 1,1 0 0,0 1-1,-1-1 1,1 1-1,-1-1 1,1 1 0,-1 0-1,1-1 1,-1 1 0,1 0-1,-1 0 1,1 0-1,-4 1 1,-53 7 4579,39-5-3825,-72 14 2757,-124 39 1,68-5-4935,2 6-3458,123-48 1218,0 2 1,-41 26 0,23-6-7047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4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11125,'0'0'13181,"5"12"-10911,-2-8-2091,0 0 0,0 0 1,0 0-1,1 0 0,0-1 0,0 0 1,0 0-1,0 0 0,0 0 1,6 2-1,47 21-152,53 14-4724,-35-22-7011,-50-16 2522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479 1 11441,'-73'11'2436,"42"-19"28,12 5 257,-16 6-425,-16 2-360,35-2-320,-16 6-352,-19 2-292,17 6-195,5-2-369,16-7-828,-9 7-813,3 2-1147,-6-3-1156,-1 0-2617,23 9-5472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12937,'0'0'6335,"-1"3"-4346,0 1-1738,1 0 1,-1-1-1,1 1 0,0 0 0,0 0 0,0 0 0,0 0 0,1-1 1,-1 1-1,1 0 0,0 0 0,0-1 0,0 1 0,1-1 0,-1 1 1,1-1-1,0 1 0,0-1 0,0 0 0,1 0 0,-1 0 0,1 0 1,-1-1-1,5 5 0,9 5-570,1 0 0,0-1 0,1 0-1,29 12 1,6 6-4429,-20-10-3767,-13-10-1182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556 35 13353,'-69'-34'3285,"46"37"-233,-5 0-100,6-1-180,-13 1-495,6 0-457,-9 3-364,-13 5-260,10 1-592,0-1-604,6-2-328,6 5-1520,4 3-1000,-13 0-1253,6 9-2855,13 5-6746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20 7933,'-4'-19'11011,"-4"20"-4133,-1 4-8344,8-4 2596,4 19 716,-2-14-1662,1-1 0,-1 1-1,1-1 1,1 0 0,-1 0 0,1 0 0,-1 0 0,1 0-1,1 0 1,6 7 0,47 41 512,-24-24-512,-20-18-911,1 0-1,0-1 1,30 16 0,-15-9-4122,1 2-4824,-15-7-146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2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508 12 10789,'-44'8'2560,"12"-19"-44,0 2 233,4 9-457,2 3-372,1 3-388,-4 2-308,7 4-280,-19 2-208,12 3-315,1-2-721,2 2-681,-2-3-743,-4 3-984,0 3 328,1 9-3445,8-4-4956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7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 11033,'4'14'2492,"-8"-18"-810,-5-7 1782,-2 7 4407,21 26-6396,-5-12-1378,1 0-1,0 0 0,1-1 0,-1 0 1,2 0-1,-1-1 0,1 1 0,1-2 1,0 1-1,10 6 0,3 1-1754,1-2-1,1 0 1,30 12 0,-48-23 430,15 6-404,-4-6-6203,-1-2-929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8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429 1 10901,'-38'11'2756,"19"-14"-96,-6 3 45,-10 3-513,16 0-420,-16 3-360,-13 5-284,17 0-292,-4 4-396,9 2-932,1 0-484,-1-3-1028,7 3-788,-6 1-3297,3 4-5376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4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9713,'16'0'1412,"-7"0"3057,9 30 1214,-15-28-5372,72 63 4465,-58-50-5132,1-2 0,1 0 0,0-1 1,32 14-1,-19-11-2426,-3-2-452,-7-6-3053,-4-4-3011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4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261 0 10745,'-25'6'1712,"0"0"-260,2 2-504,4 1 24,3 2-139,-15 12-245,12-3-440,-4 3-784,1 3-721,3-3-351,-3-3-2248,6 8-2801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4.8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5364,'10'8'12145,"11"11"-7687,-1 0-4196,40 29-1,-23-26-29,41 18 0,-18-18-2964,-45-19-329,0 0 0,21 1 0,-14-3-4994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5.0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1 10961,'-38'3'2368,"12"11"-300,7-6-227,-3 1-465,3 0-352,-9 11-212,-1 0-168,7 0-312,-4 0-452,1 0-1120,12-9-1012,-19 9-3045,-12 11-4236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15 11729,'13'-8'1920,"-16"3"-13,-32 4 11975,94 55-10430,18 20-3874,9 9-5064,-45-45 98,-2 2-4682,-20-21 1530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46 7077,'-9'-14'2324,"-4"-6"3744,-13 14-4371,1 1 1031,0 8-1828,-17 5-180,14 6-140,-4 6-112,3 3-244,-9 0-380,-6 0-744,-4 3-1052,-9-6-976,-3 8-2037,3 12-3936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 12881,'-13'-2'12777,"24"24"-5848,-1-9-9241,-7-9 2384,91 94-2093,-77-83-1010,0-1 0,23 14 0,-9-3-5450,-13-13 713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588 12 11101,'-10'-8'2280,"-22"16"-128,4-16 321,3 5-129,-7 6-332,0 0-360,0 2-296,-15 7-320,9-1-240,-1 6-179,-5-2-301,3 5-776,6 0-641,-3 0-847,0 0-1144,-7 2-3277,13 18-5812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0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19 13913,'-16'-18'9372,"26"23"-6901,107 35 331,-22-9-5684,-74-22 161,0 0 0,23 14-1,-33-16-2627,-6-4 3239,11 6-4959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0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14 10477,'-19'-14'1692,"0"17"164,-3 0 84,-1-3-287,4 0 19,-9 6-192,2-1-248,-8 1-228,-14 5-208,10 1-112,9-1-804,-9-2-308,3 2-680,-6-2-940,-4 5-968,4 0-2265,6 6-4220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0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17 11721,'-3'-17'2136,"19"23"-212,-1 2 1557,5-5-1961,2-3-156,-6 6-264,-4 0-216,14 2-212,9 7-160,0-1-228,-4 3-608,1-3-260,-16-8-512,9 8-704,23 9-648,-32-17-420,31 11-10626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 1 10229,'-19'3'2348,"0"-3"-308,-6 8-223,-1 1-345,-2-3-336,-14 5-272,4 0-160,0 1-84,-6-1-420,-7-5-564,0 8-780,0 1-708,-6-1-1309,-3 3-1147,3 3-3309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10733,'0'-1'335,"0"0"-1,0 0 1,0 1 0,1-1 0,-1 0-1,0 0 1,0 0 0,1 0-1,-1 0 1,1 1 0,-1-1-1,1 0 1,-1 0 0,1 1 0,-1-1-1,1 0 1,0 1 0,-1-1-1,1 1 1,1-2 0,13 7 9729,-5 0-8885,1-1-3402,112 26 2592,-82-22-836,-37-7 314,135 30-3890,-92-17-273,-2 3-3722,-27-9 888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0 10617,'-76'23'2340,"41"-14"-356,3 2-367,-3 1-317,7-1-360,-1 6-152,-3-3-168,4-2-300,12-6-604,-6 8-816,3 3-744,-4-3-3277,8 3-4072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8817,'0'0'11954,"1"3"-10847,3 5-799,0 0-1,1 0 1,0 0-1,0-1 1,1 0 0,0 0-1,0 0 1,1-1 0,0 0-1,14 10 1,-2-4-545,0 0 1,0-1-1,30 11 1,-31-15-562,1-2 0,26 5 0,-4-1-2262,2 4-4461,-18-2-836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2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9 11617,'-16'-6'2192,"0"3"-284,-3 12-295,6-1-301,-6 1-336,3 2-176,-6 1-172,-6 11-132,8-3-144,8-12-300,-10 9-552,-10 12-740,6-12-780,7 3-3401,-3 3-4360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2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11713,'-4'7'6511,"9"-3"-3320,19 3-2579,11 2-183,37 25 178,-26-11-1045,62 21 0,30 10-7273,-121-50 3135,-9-4 3133,16 3-4030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2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0 6997,'-51'17'1776,"39"-8"-12,-1-3-384,-3 2-212,3 4-224,4-1-192,-7 3-308,-9 15 32,15-18-452,-3 9-608,1-2-492,-1-4-992,0 0-1448,7 9-1981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9137,'2'-1'145,"4"0"635,0-1-1,0 0 1,0-1-1,0 0 1,-1 1-1,10-8 1,-14 9-647,1 1 1,-1-1-1,0 1 1,1 0 0,-1-1-1,0 1 1,1 0-1,-1 0 1,1 0 0,-1 0-1,1 0 1,-1 0-1,0 0 1,1 0 0,-1 0-1,2 1 1,2 0 205,19 2 201,1 1 1,-1 1-1,0 1 1,36 14-1,-20-7-146,39 11-178,-25-8-2734,90 38 0,-133-48 1116,3 6-4898,-5-1 1361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5889,'-60'5'1588,"38"1"-276,3 3-108,0 2-384,0 3-232,-10 9-112,10-3-120,6-8-336,-2 8-340,-1 0-512,-3-3-2452,-10 11-1549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7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10813,'0'0'7631,"3"1"-6076,5 1-698,-6-1-675,0-1 1,0 1 0,-1-1-1,1 1 1,0 0 0,0 0-1,0 0 1,-1 0 0,1 0-1,0 0 1,-1 0 0,1 0-1,-1 1 1,3 2-1,2 3 59,0-1-1,1 1 1,-1-1-1,1-1 0,1 1 1,-1-1-1,1-1 1,13 7-1,19 12 173,-18-8-1385,-1-2 1,2-1-1,31 13 1,-30-15-913,9 4-1930,-12-9-2004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7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14 9517,'-12'-5'2064,"-1"-4"0,-9 18-140,-19-6-151,21-3-117,-11 5-208,-20 7-352,16-1-176,-6 3-200,-4 6-116,7 9-400,-3 0-592,6-4-660,-6-2-1168,6 11-176,13 9-2949,6-3-4280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12761,'0'0'1928,"15"3"-107,1 6-205,0-1-336,0-2-264,6 8-184,16 9-20,-15-9-308,8 6-132,-5 6-300,-4-6-260,0-3-476,4 3-636,-1-3-468,-12-5-180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21 8925,'-42'3'4036,"30"-15"-2152,-1 1-207,-9 20-273,-4-7-272,7 10-296,-19 8-156,13 0-140,-1 0-108,-2 6-236,-1-4-552,4 4-1080,-4-6-952,10 3-2821,0 14-4160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37 13609,'0'0'2426,"-2"-4"-71,2 3-2148,-1 1-1,1-1 0,-1 0 0,1 0 1,0 0-1,-1 0 0,1 0 1,0 0-1,0 0 0,-1 0 0,1 0 1,0 0-1,0 0 0,0 0 1,0 0-1,0 0 0,0 0 0,1 0 1,-1 0-1,0 0 0,0 0 1,1 0-1,-1 0 0,1 0 0,-1 0 1,1 1-1,-1-1 0,1 0 0,-1 0 1,2-1-1,2 1-26,-1 1 0,0-1 0,1 1 0,-1 0 0,1 0 0,-1 0 0,0 0 0,1 0 0,-1 1 0,6 1-1,14 3-19,1 2 0,-2 0 0,1 2 0,21 10-1,86 52-1588,-113-62 1097,101 69-2801,-47-28-61,-58-41 1900,0 1-1,-1 1 1,13 14-1,0 0-3158,2-2-2407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626 137 4960,'-2'-8'765,"-1"0"-1,1 0 0,-1 0 0,-1 0 0,1 1 0,-8-12 0,1 1 1271,10 16-1788,-1 0 0,0-1 0,0 1 0,0 0 1,0 0-1,-1 0 0,1 0 0,0 1 0,-1-1 0,0 0 0,1 0 0,-1 1 1,0-1-1,0 1 0,0 0 0,0-1 0,-3 0 0,-1-1 120,0 0-98,-1 0 1,0 1 0,0 0-1,0 0 1,0 0 0,0 1-1,0 0 1,0 1 0,0-1-1,0 1 1,0 1 0,-9 0 0,-24 6-293,0 2 0,1 2 0,0 1 0,1 2 0,-45 22 0,56-22-890,-41 23-2563,27-7-1576,2 7-3050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5973,'29'-23'2852,"-33"43"-5780,4 0 15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5224,'-22'0'2837,"38"9"-2605,-1-4 20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4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24 246 14001,'-12'-7'287,"0"-2"8115,12 8-8151,1 0-1,-1 0 1,0 0 0,0 0-1,1 0 1,-1 0-1,1 0 1,-1 0-1,1 1 1,-1-1 0,1 0-1,-1 0 1,1 0-1,0 1 1,-1-1 0,1 0-1,0 1 1,0-1-1,1-1 1,4-2-106,0-1 1,1 1-1,0 0 1,-1 0-1,1 1 0,1-1 1,-1 2-1,0-1 1,13-2-1,11 0 154,35-3 0,-25 4-72,689-47 525,-502 40-1045,1050-49-1368,-1170 55 1577,254-15-36,-343 17-1186,-35 0-1339,1 2 2341,-2-1-812,0 2 1,0 0-1,-27 3 1,-23 10-5886,11-1-2872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4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12961,'1'2'8656,"4"8"-7433,-1 0 0,0-1-1,-1 1 1,0 1 0,-1-1-1,2 15 1,1 0-348,12 89-336,-4 1 0,-3 152 0,-10-238-440,-16 244-82,2-121-261,-1-26-3192,0-43-2346,5-24-1655,2-9-5464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15845,'13'2'939,"12"2"3136,-15 21-152,0-9-3391,2 0 1,0-2 0,1 1-1,0-2 1,1 0 0,24 18-1,3 4 31,141 149 499,-152-149-1334,-2 2 0,-1 1-1,34 66 1,-57-94 185,1 0 1,-1 1-1,-1-1 1,0 1-1,-1 0 0,0 0 1,0 0-1,-1 0 1,-1 0-1,0 0 1,0 0-1,-1 0 0,-3 15 1,3-20 79,-1 1-1,0-1 1,0 0 0,-1 0-1,1 0 1,-1 0 0,-1 0-1,1-1 1,-1 1 0,0-1-1,0 0 1,0 0 0,-1-1-1,0 1 1,0-1 0,0 0-1,0 0 1,-1-1 0,0 1-1,1-1 1,-1-1 0,0 1-1,-11 2 1,10-3 115,0 0 0,0-1 1,0 0-1,0 0 0,0-1 1,0 0-1,-1 0 0,1-1 0,0 0 1,0 0-1,-10-4 0,14 4-58,0 0-1,0 0 1,0 0-1,1-1 1,-1 0-1,0 1 1,1-1-1,-1 0 1,1 0-1,-1 0 1,1-1-1,0 1 1,0-1-1,0 1 1,0-1-1,1 0 0,-1 1 1,1-1-1,-1 0 1,1 0-1,0 0 1,0 0-1,1 0 1,-1 0-1,0-1 1,1 1-1,0-3 1,0-5 69,1-1-1,0 1 1,0 0 0,2 0 0,-1 0-1,1 0 1,1 0 0,6-12 0,3-5 122,31-47 0,-4 18-337,2 1-1,3 2 1,84-78-1,-36 51-2226,123-83 0,-171 134-53,75-37 0,-2 16-5670,-32 21-3034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1 12957,'-23'0'1057,"-1"1"0,2 0 0,-1 2 0,0 0-1,0 2 1,1 1 0,0 0 0,-27 13 0,18-1 85,1 2 0,0 1 0,2 1 0,-41 41 0,2-2-312,48-43-586,0 0 1,1 1-1,1 2 0,1-1 0,-27 47 0,44-66-234,1-1 0,0 1 0,-1 0 0,1-1 0,-1 0 0,1 1 0,0-1 0,-1 0 0,1 1 0,0-1 0,3-1 0,5 0 8,0 0 1,-1-2-1,1 1 0,0-1 1,-1-1-1,1 1 0,-1-2 1,14-8-1,18-7 52,2 0-10,-17 8 90,1 0 0,0 1 0,1 2 0,0 1 0,33-5 0,-53 12-117,1 1 0,-1 1 0,1 0 0,-1 0 1,1 1-1,12 4 0,-18-5-59,0 1 0,0 0-1,0 0 1,0 0 0,0 0 0,0 0 0,-1 1 0,1-1 0,-1 1-1,1 0 1,-1 0 0,0 0 0,0 0 0,-1 0 0,1 0-1,0 1 1,-1-1 0,2 7 0,3 5-318,3 2-663,-1 1 0,5 18 0,-4 19-5007,-5-20-1162,4 16-4809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5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12 11625,'-10'-11'7613,"11"13"-6276,4 11-851,-1-1 0,0 0 0,-1 1 0,-1 0 0,0 0 0,-1 0 0,0 0 0,-1 16 0,-3 14-73,-10 47 0,10-68-186,2-19-150,-1-4 26,-1 0-36,0-1-1,1 1 1,-1-1-1,1 0 1,-1 0-1,1 0 1,0 0-1,0 0 1,0 0-1,0-1 1,0 1-1,1-1 1,-1 1-1,1-1 1,-1 0-1,1 1 1,0-1-1,0 0 1,0 0-1,1 0 1,-1 0-1,1 0 0,-1 0 1,1 0-1,0 0 1,0 0-1,1-3 1,-1 0 7,1 0-1,0 0 1,0 0-1,0 0 1,1 1 0,0-1-1,0 1 1,0-1-1,1 1 1,0 0 0,0 0-1,0 0 1,0 0-1,1 0 1,0 1 0,0-1-1,0 1 1,1 0 0,-1 1-1,1-1 1,0 1-1,0 0 1,0 0 0,0 0-1,1 1 1,6-3-1,-11 5-61,1-1-1,0 1-1,-1 0 1,1-1-1,0 1 1,0 0-1,-1 0 1,1 0-1,0 0 0,-1 0 1,1 1-1,0-1 1,-1 0-1,1 1 1,0-1-1,2 2 1,63 33 261,-59-29-267,0 0 0,-1 0-1,1 1 1,-1 0-1,0 1 1,-1-1 0,0 1-1,0 1 1,-1-1-1,0 1 1,0 0 0,-1 0-1,0 0 1,4 19-1,12 23-884,-16-44 97,-1 1 0,0 0-1,-1-1 1,0 1 0,0 0 0,0 11-1,-3 28-9812,-2-22-13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6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1218 14901,'11'-34'2431,"-9"26"-1678,0-1-1,1 1 1,0-1-1,0 1 1,1 0-1,0 0 1,1 1-1,0-1 1,0 1-1,9-10 1,120-82 3056,-81 62-2770,63-57 0,-91 69-912,0-1 0,-2 0 0,-1-2 0,-2-1 0,-1-1 0,0 0 0,-3-1 0,0-1 0,18-59 0,-17 49-127,-9 29 0,-1 13 0,0 12 0,-6-11 0,11 25 0,-1 0 0,-1 1 0,11 46 0,-3-10 0,6 11 0,6 17 0,24 129 0,-49-191 0,-1 0 0,-1 0 0,-2 0 0,-1 0 0,-2 0 0,0 0 0,-2 0 0,-15 55 0,11-59 0,-2-1 0,0 0 0,-2 0 0,-1-1 0,0 0 0,-2-1 0,-27 31 0,20-29 0,-1-1 0,-1-2 0,-1 0 0,-1-2 0,-51 29 0,35-26 0,0-2 0,-1-1 0,-54 14 0,94-32 0,0 0 0,1 0 0,-1 0 0,0-1 0,0 1 0,0-1 0,1 0 0,-1 1 0,0-1 0,0-1 0,-5 0 0,8 1 0,0 0 0,-1-1 0,1 1 0,0 0 0,-1-1 0,1 1 0,0-1 0,-1 1 0,1-1 0,0 1 0,0 0 0,0-1 0,-1 1 0,1-1 0,0 1 0,0-1 0,0 1 0,0-1 0,0 1 0,0-1 0,0 1 0,0-1 0,0 1 0,0-1 0,0 1 0,1-1 0,-1 1 0,0-1 0,0 1 0,0-1 0,0 1 0,1 0 0,-1-1 0,0 1 0,1-1 0,-1 1 0,0 0 0,1-1 0,8-10 0,0 0 0,0 1 0,1 0 0,15-12 0,271-212 0,-111 77-1884,241-264 1,-337 319 1634,-5-4 0,-5-3 1,-4-3-1,73-149 0,-25 9 1678,-114 235-1040,-7 15 96,-3 4 101,-92 495 1737,-16 72-2524,-57 51 201,12-50 0,150-557 0,-3 13 0,0 1 0,2 0 0,1 0 0,1 0 0,1 45 0,2-70 1,0 0 1,1 0-1,-1-1 1,0 1-1,0 0 1,1 0-1,-1 0 1,1-1-1,0 1 1,-1 0-1,1-1 1,0 1-1,0-1 0,0 1 1,0-1-1,0 1 1,0-1-1,3 3 1,-3-4-14,0 0-1,0 1 1,0-1 0,0 0 0,0 0 0,0 0 0,0 0 0,0 0-1,0 0 1,0 0 0,0 0 0,0 0 0,0-1 0,0 1 0,0 0-1,0-1 1,0 1 0,0-1 0,0 1 0,0-1 0,0 1 0,0-1-1,0 0 1,6-5-152,-1 0 0,1 0 0,-2-1 0,1 1 0,-1-1 0,5-8 0,-1 2-53,-1 0 0,-1-1-1,0 0 1,-1 0 0,0 0 0,-1-1 0,-1 0 0,0 0 0,-1 0-1,-1 0 1,0-1 0,-1 1 0,-1 0 0,0-1 0,-5-27 0,-2 14 80,-1 1 1,-1-1 0,-2 1 0,-1 1-1,-1 0 1,-1 1 0,-1 0 0,-2 1-1,0 1 1,-2 0 0,-29-29 0,2 5 6,2 5 132,3-3 1,-71-99-1,109 139-4,-1 0 0,1 0 0,0-1 0,0 1 0,1-1 0,0 0 1,0 0-1,0 0 0,1 0 0,0 0 0,0-11 0,2 12-19,-1 1 0,1 0 0,0 0 1,1-1-1,-1 1 0,1 0 0,0 0 0,1 0 0,-1 1 1,1-1-1,0 1 0,0-1 0,0 1 0,0 0 0,1 0 1,5-4-1,15-13-261,0 2 1,2 1 0,0 1-1,55-25 1,121-39-892,-92 47 519,222-40 1,-309 71 710,-1 1-1,33 1 1,-53 0-25,0 1-1,1 0 1,-1 1-1,0-1 1,0 0 0,1 1-1,-1-1 1,0 1-1,0-1 1,0 1-1,1 0 1,-1 0-1,0 0 1,0 0-1,0 1 1,-1-1-1,1 0 1,0 1-1,0-1 1,-1 1-1,1 0 1,-1 0 0,1-1-1,-1 1 1,0 0-1,0 0 1,2 4-1,-3-3 55,1 1-1,0 0 0,-1-1 1,0 1-1,0 0 1,0-1-1,0 1 1,-1 0-1,1-1 0,-1 1 1,0-1-1,0 1 1,0-1-1,-3 6 1,-26 50 1018,18-39-782,1 2 0,1-1 1,0 1-1,-11 45 1,20-61-298,0 0 1,0 0-1,1 0 1,-1 0-1,2 0 1,-1 0-1,0 0 1,1 0-1,0-1 1,1 1-1,-1 0 1,1 0-1,0-1 1,1 1-1,-1-1 1,1 1-1,0-1 1,0 0-1,1 0 1,0-1-1,0 1 1,0-1-1,0 0 1,9 7-1,3 0-201,0-1-1,1-1 1,0-1-1,1 0 1,0-1-1,0-1 1,1 0-1,0-2 1,0 0-1,0-1 1,0-1-1,0 0 1,31-3-1,-42 0 139,-1 1-1,0-1 0,1-1 1,-1 0-1,0 0 0,0 0 0,0-1 1,0 0-1,11-6 0,-16 7 61,1 0 0,0 0 0,-1-1 0,1 1 0,-1-1-1,0 1 1,0-1 0,0 0 0,0 1 0,0-1-1,-1 0 1,1 0 0,-1-1 0,0 1 0,0 0 0,0 0-1,0 0 1,-1-1 0,1 1 0,-1-1 0,0 1 0,0 0-1,0-1 1,-1-3 0,-1-6 111,0 2-1,-1-1 1,0 0-1,-1 0 1,0 1 0,-1 0-1,0 0 1,-8-12 0,-12-13 315,-30-35 0,15 19-146,-79-101 379,96 125-897,-18-27-944,21 15-4608,19 29-1045,19 13-4554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7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43 189 14885,'-24'9'2628,"24"-9"-2525,0 1 1,0-1 0,0 0-1,0 0 1,-1 1-1,1-1 1,0 0-1,0 1 1,0-1-1,0 0 1,0 0 0,0 1-1,0-1 1,0 0-1,0 1 1,0-1-1,0 0 1,0 1-1,0-1 1,0 0-1,0 1 1,0-1 0,0 0-1,0 0 1,0 1-1,0-1 1,1 0-1,-1 1 1,0-1-1,0 0 1,0 0-1,1 1 1,-1-1 0,0 0-1,1 1 1,5 7 731,3 5 702,-1 0 0,11 28 0,19 70 357,-29-82-1383,2 8-301,-3 0 0,0 1 1,-3 0-1,-1 1 0,-1 72 1,-5-87-225,0 0 1,-1-1-1,-1 1 1,-1-1-1,-1 0 1,-2-1-1,0 1 1,-1-1-1,-1-1 1,-23 36-1,6-25 116,26-32-50,-1 0 1,0 0-1,1 0 1,-1-1-1,0 1 1,1 0-1,-1-1 0,1 1 1,-1-1-1,1 1 1,-1-1-1,1 0 1,-1 1-1,1-1 1,0 0-1,-1 0 1,1 0-1,-2-2 1,2-5 49,1 0 0,0 1 0,0-1 0,0 0 0,1 1 0,1-1 0,2-12-1,-2 13-27,6-26 50,2 1-1,1 0 1,1 0-1,31-56 1,85-108-168,-81 134-280,107-111 1,-115 134-766,2 1 0,2 2 1,47-30-1,-59 47-1102,49-23-1,-47 27-2165,55-14-1,-14 12-7325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7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11261,'3'-6'1166,"0"0"-1,0 0 1,0 0-1,-1 0 1,0 0-1,0-1 1,-1 1-1,0 0 1,1-9-1,-1 8-488,0 0-1,0 0 0,1 0 1,0 1-1,0-1 0,5-10 1,-6 15-527,0 0 1,0 1 0,0-1 0,1 0 0,-1 1 0,0-1 0,1 1 0,-1 0-1,1-1 1,0 1 0,-1 0 0,1 0 0,0 0 0,0 0 0,-1 0 0,1 0 0,0 0-1,3 0 1,-4 1-123,0 0-1,0 0 0,1 0 1,-1 0-1,0 0 0,0 0 0,0 1 1,0-1-1,0 0 0,0 1 1,0-1-1,0 0 0,0 1 1,0-1-1,0 1 0,0 0 0,0-1 1,0 1-1,-1 0 0,1-1 1,0 1-1,0 0 0,-1 0 1,1 0-1,0 0 0,-1 0 0,1 0 1,-1 0-1,1 0 0,-1 0 1,0 0-1,1 0 0,-1 2 1,6 22 94,-1 1 0,-1 0 1,-2-1-1,0 2 1,-3 26-1,-16 136 82,16-180-200,-36 243-263,29-220 177,7-28 58,7-15 38,7-19 24,12-37 1,6-14 0,-5 21 134,-5 10-100,38-63-1,-52 101-73,0 0-1,1 1 0,0 1 1,1-1-1,1 1 1,-1 1-1,1 0 0,1 0 1,0 1-1,18-11 1,-25 17-3,0 1 0,0-1 0,0 1 0,1 0 0,-1 0 0,0 0 0,1 1 0,-1 0 1,0 0-1,1 0 0,-1 0 0,0 0 0,0 1 0,1 0 0,7 2 0,-5 0-2,0 0-1,0 0 1,0 0-1,0 1 1,-1 0 0,1 1-1,8 7 1,-6-2-18,1 0 1,-2 1-1,0 0 1,0 0-1,-1 1 1,0 0 0,-1 0-1,0 1 1,4 16-1,2 8-160,12 73 0,-8 2-149,-16-109 315,2-4-3,10-12 1,-1 1 0,15-21 0,20-23 94,-22 33-8,1 0 1,2 2 0,0 1-1,1 1 1,0 1-1,2 1 1,48-19-1,-64 31-25,-1 0-1,1 1 0,0 0 0,0 1 0,0 1 0,0 0 1,0 1-1,1 1 0,-1 0 0,0 1 0,1 0 0,-1 2 1,0-1-1,0 2 0,-1-1 0,1 2 0,-1 0 0,1 1 1,-2 0-1,20 12 0,-20-8-19,0-1 0,0 2 0,-1-1 0,-1 2 0,0-1 0,0 1 0,-1 1 0,0 0 0,-1 0-1,-1 1 1,0 0 0,6 20 0,-4-6-537,11 51-1,-5 29-4056,-14-46-7027,2-14-1237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7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12853,'0'0'5917,"-13"17"-5257,3-6-440,4 6-564,0 1-988,-1-4-757,1 0-2551,-3 15-3621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9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94 12293,'-1'-9'892,"1"0"0,0 0 0,0 0 0,0 1 0,3-13 0,-3 12 3006,-12-10 6171,-5 290-8907,10-120-1169,0-51-7,2-26-110,5 88 0,-1-30-3443,-6 1-4588,4-78 3041,-3 29-7571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0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15909,'0'0'5141,"13"8"-3021,25 6-360,10-2-376,15 8-323,29 3-285,16 8-264,19-2-472,16-1-924,6 4-297,4-4-707,5-2-520,-5-3-448,-1-3-2941,-2 6-4908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0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950 71 13329,'-8'-8'703,"0"0"0,-1 0 0,0 1 0,0 0 0,-1 1 0,-14-8 0,18 12-111,0 0 1,0 0-1,0 0 0,0 1 1,0-1-1,0 1 0,0 1 1,0-1-1,-1 1 0,1 0 1,0 1-1,0 0 0,-1 0 1,-7 2-1,-9 4 150,1 0 0,0 2 0,0 0 0,0 2 0,-31 20 0,-125 104-1092,17-12-5231,-9-1-5282,71-57-946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0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18266,'-3'14'2896,"6"6"200,0 6-208,-3 8-355,-3 15-393,-4-12-1192,1 12-948,3 5 0,-3 0 0,9 9 0,6 6 0,-2-4 0,-1 1 0,4 0 0,2-6 0,4-6-588,22 78-13613,-25-95-793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1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14661,'16'1'2396,"-18"5"1175,1-5-3410,0 0 0,1 0-1,-1 0 1,0 0-1,1 0 1,-1 0-1,1 0 1,-1 0 0,1 0-1,-1 0 1,1 0-1,0 0 1,0 0-1,0 0 1,-1 1 0,1 0-1,2 3 77,-1-1-1,1 1 0,0-1 1,0 0-1,0 0 0,1 0 1,-1 0-1,6 7 1,2 2 192,19 38 91,-3 1-1,-2 1 1,-2 2-1,-2 0 1,14 71-1,-25-81-1183,4 74 0,-6-41-216,-6-73 766,-5-56 711,2 41-524,1-1 0,0 1 1,1 0-1,0-1 0,1 1 1,2-16-1,8-11 5,2 1 0,2 0 0,0 1 0,3 1-1,1 0 1,34-46 0,-42 65-71,1 0 0,1 0-1,0 2 1,0-1 0,1 2-1,1 0 1,0 0 0,1 2-1,30-16 1,-37 22 5,-1 0 1,1 1-1,0 0 1,0 1-1,1 0 1,-1 0 0,0 1-1,1 0 1,-1 1-1,0 0 1,1 0-1,-1 1 1,1 0-1,-1 1 1,0 0-1,0 0 1,0 1-1,0 0 1,0 1-1,-1 0 1,13 7-1,-6 0 9,-1 0 1,0 1-1,-1 0 0,-1 1 0,0 1 0,0 0 0,-2 0 1,0 1-1,0 0 0,-1 1 0,-1 0 0,7 21 0,7 25 86,28 126 0,-32-98-86,21 81-1035,-30-137 193,3-1 0,29 62 0,-36-84 477,1-1 0,1 0 0,0 0 1,0-1-1,1 1 0,0-2 0,1 1 1,0-1-1,0-1 0,1 1 0,-1-2 1,2 1-1,-1-1 0,1-1 0,15 6 1,-10-6-44,1-1 0,-1 0 0,1-1 0,0-1 1,0-1-1,0 0 0,0-1 0,1-1 0,-1 0 1,20-6-1,-6 1 251,0-3 0,0 0 1,0-2-1,-2-1 0,1-2 0,-2-1 1,0-1-1,-1-1 0,0-1 0,-2-2 1,0-1-1,-1 0 0,-1-2 0,33-43 1,-29 32 439,-5 7 512,34-54 1,-51 73-555,0-1 1,-1-1-1,0 1 1,-1 0-1,1-1 1,-2 0 0,0 0-1,0 0 1,0 0-1,-1-18 1,-1 23-163,0 1 0,-1 0 1,1 0-1,-1 0 0,0 0 0,0 0 1,-1 0-1,1 0 0,-1 0 1,0 1-1,0-1 0,0 1 1,0-1-1,-1 1 0,1 0 0,-5-5 1,3 4 19,-1 1 0,0-1-1,0 1 1,-1 0 0,1 0 0,-1 0 0,0 1 0,1 0 0,-13-3 0,-4 1 129,-1 2 1,1 0-1,-1 1 1,-42 5-1,43-2-261,-1 2-1,0 0 0,1 1 1,0 2-1,0 0 0,1 1 0,0 1 1,0 1-1,1 1 0,0 1 1,1 1-1,0 0 0,-27 27 0,45-39-2,1 0-1,0 0 0,0 0 1,-1-1-1,1 1 0,0 0 1,0 0-1,0 0 0,0 0 1,0 0-1,0 0 0,0 0 1,1 0-1,-1-1 0,0 1 1,0 0-1,1 0 0,-1 0 1,1 0-1,-1 0 0,0-1 1,2 2-1,-1 0-22,0 1 35,1-1-1,0 0 1,0 1 0,0-1 0,0 0 0,0 0 0,0 0 0,0 0 0,1 0-1,-1 0 1,1-1 0,0 1 0,-1-1 0,1 0 0,0 0 0,3 1 0,53 14 320,-37-11-129,130 48 636,13 2-602,-143-50-499,1 0 0,0-2-1,0-1 1,0 0 0,38-3-1,-37-2-139,0 0 0,-1-2-1,0 0 1,0-2 0,0 0-1,-1-2 1,0 0 0,-1-2 0,33-20-1,-29 13 360,-1-1-1,0-1 1,-2-1-1,0-1 1,-1-1-1,34-50 1,-25 27 1237,-1-2 0,-3-1 1,-1-1-1,-3-1 0,26-90 0,-48 139-1080,12-35 1482,-3 28-792,-9 9-761,1 0 0,-1 0 0,0 0 0,1 0 0,-1 0 0,1 0 0,-1 0 0,0 1 0,1-1 0,-1 0 0,0 0 0,1 0 0,-1 1 0,1-1-1,-1 0 1,0 0 0,0 1 0,1-1 0,-1 0 0,0 1 0,0-1 0,1 1 0,-1-1 0,0 0 0,0 1 0,0-1 0,0 0 0,1 1 0,-1 0 0,9 27 198,0 0 1,-2 1-1,-2-1 0,0 1 1,0 37-1,10 53-2223,12 4-2638,-8-42-4644,-7-35-1168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2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1 809 11257,'7'26'2275,"-6"-25"-2197,-1-1 0,0 0 0,0 0 1,1 0-1,-1 1 0,0-1 0,1 0 0,-1 0 0,0 0 1,0 0-1,1 0 0,-1 1 0,0-1 0,1 0 0,-1 0 1,0 0-1,1 0 0,-1 0 0,0 0 0,1 0 0,-1 0 1,0 0-1,1 0 0,-1 0 0,0-1 0,0 1 0,1 0 0,-1 0 1,0 0-1,1 0 0,-1 0 0,0-1 0,0 1 0,1 0 1,-1 0-1,0-1 0,10-4 482,0 0-253,0 1-1,1 1 1,0 0 0,0 0 0,0 1 0,0 0 0,0 1 0,0 0 0,15 1 0,4-1 97,79-7 22,0-5 1,190-48-1,-290 58-377,5 0 98,-1-1 1,1 0-1,-1-1 1,0 0-1,-1-1 1,1-1-1,11-7 1,9-5 997,-32 23-874,1-1-1,-2 0 1,1 0-1,0 0 1,-1 1-1,1-1 1,-1 7-1,-2 20 102,-1 0 0,-2 0 0,-9 30-1,6-23-119,-6 53-1,11-56-301,0-9-635,1 0 1,2 0 0,4 43-1,-3-68 661,0 0 0,1 0-1,-1 0 1,0 0 0,0 0 0,1 0-1,-1 0 1,0-1 0,0 1-1,0-1 1,1 1 0,-1-1-1,0 1 1,1-2 0,-1 2-8,30-14-113,34-23 0,-48 27 188,0-1 0,1 2 0,-1 1-1,2 0 1,-1 1 0,1 1 0,30-6-1,-31 11-21,1 0 0,-1 1 0,0 1 0,1 1 0,-1 1 0,0 0 0,0 2 0,0 0 0,-1 0 0,33 16 0,10 10 10,91 64 0,-84-51-64,-44-29-213,0-2-1,48 21 1,-62-30 150,2-1 1,-1 0-1,0-1 0,0 0 1,1-1-1,-1 0 0,1-1 1,-1 0-1,1 0 0,17-4 1,-17 2 100,1-2 1,-1 1-1,0-1 1,0-1-1,-1 0 1,1-1-1,-1 0 1,0 0-1,-1-1 1,1 0-1,-1-1 1,-1 0-1,0 0 1,0-1-1,0 0 1,-1-1-1,-1 1 1,1-1-1,-2-1 1,1 1-1,3-13 1,-1 5 355,-5 11 130,0 0-1,0 0 0,-1-1 0,2-8 0,-1-4-15,-3 17 52,-3 3-50,-4 4-392,0-1 1,0 1 0,0 0-1,0 0 1,0 1 0,1 0-1,0 0 1,0 1-1,1-1 1,-1 1 0,1 1-1,0-1 1,1 1 0,0-1-1,0 1 1,0 1 0,1-1-1,-4 11 1,4-9-39,-1 0 1,1 1-1,1-1 0,-2 14 1,3-21-45,1 0 1,0 1 0,0-1-1,0 0 1,0 1 0,0-1 0,1 0-1,-1 1 1,1-1 0,-1 0-1,1 0 1,0 1 0,0-1-1,0 0 1,0 0 0,0 0 0,1 0-1,-1 0 1,1 0 0,-1-1-1,1 1 1,-1 0 0,4 2-1,9 4-129,1-1 0,0 0-1,0-1 1,1 0-1,-1-1 1,1-1 0,0-1-1,0 0 1,1-1-1,-1 0 1,1-2-1,-1 0 1,17-2 0,19-3-616,0-3 1,93-26 0,-111 24 555,-1-1 0,-1-1 0,0-2 1,46-27-1,-64 32 161,0-1 0,0 0 0,-1-1 0,0 0 0,-1-1 1,-1-1-1,0 0 0,0 0 0,-1-1 0,-1 0 0,8-17 0,-6 5 441,14-48-1,-16 46 231,-8 25-257,4-6 225,-5 8-579,0 1 1,0-1-1,0 0 0,0 1 0,1-1 1,-1 0-1,0 1 0,1-1 0,-1 0 0,0 1 1,1-1-1,-1 1 0,1-1 0,-1 0 1,1 1-1,-1-1 0,1 1 0,0 0 1,-1-1-1,1 1 0,0-1 0,2 2-24,-1 0 1,0 1-1,1-1 0,-1 0 0,0 1 0,0 0 1,0 0-1,0-1 0,0 1 0,-1 0 1,1 0-1,0 1 0,-1-1 0,0 0 0,1 0 1,-1 1-1,1 3 0,1 3 14,-1 1 0,0-1 0,0 20 0,-1-6-12,-1 1 0,-2-1 1,-4 26-1,5-38-6,1 0-1,0 0 1,0 0-1,1 0 1,1 0 0,-1 0-1,2 0 1,0 0-1,6 16 1,-6-25-10,0-1 0,0 1 1,0-1-1,0 0 0,0 0 0,0 0 1,0-1-1,6 1 0,-6-1 6,1 0 0,-1-1-1,0 0 1,0 1 0,0-2-1,1 1 1,-1 0 0,0 0 0,-1-1-1,1 0 1,5-3 0,-7 4-2,9-7 6,-1 0 0,0 0 0,0-1 0,-1-1 0,0 0 0,0 0 0,7-13 0,25-32 96,-35 49-102,0 0 0,1 1 0,0 0 0,0 0 0,0 0 0,0 1-1,1-1 1,0 2 0,0-1 0,0 1 0,0 0 0,10-3 0,-5 4-1,-1 1 1,0 0-1,1 0 0,-1 1 1,1 1-1,-1 0 0,23 5 1,24 7 16,-31-6-9,0-2 1,1 0-1,0-2 1,52 0 0,-32-9-294,-1-2 0,0-2 1,67-24-1,-64 17-391,0 3 1,90-13 0,-116 25 447,20-3-180,49 3 1,-91 2 387,-1 0 1,1 0-1,0 0 1,-1 0-1,1 0 0,-1 0 1,1 0-1,0-1 1,-1 1-1,1-1 1,-1 1-1,1-1 0,-1 1 1,1-1-1,-1 0 1,0 0-1,1 0 1,1-1-1,-2 0-6,0 0-1,0 0 1,1-1-1,-1 1 1,0 0-1,-1-1 1,1 1 0,0-1-1,-1 1 1,1-3-1,-1 2-14,0 0 2,0 0 42,-1 1 1,1-1-1,-1 0 0,0 1 0,1-1 1,-1 1-1,0-1 0,0 1 0,-1 0 1,1 0-1,0-1 0,-1 1 0,0 0 0,1 0 1,-1 0-1,0 0 0,0 1 0,0-1 1,-4-2-1,-1 3 128,-12 5-36,0 1 1,1 1 0,0 1-1,0 0 1,1 1 0,0 1-1,0 0 1,1 2 0,-25 19-1,40-29-84,0 0-1,0 0 0,0 0 1,0 0-1,0 0 0,0 0 1,0 1-1,0-1 1,0 0-1,1 0 0,-1 1 1,0-1-1,1 1 0,-1-1 1,1 0-1,0 1 0,-1-1 1,1 1-1,0 1 1,0-2-17,1 0 0,-1 0 0,0 0 0,1 0 0,-1 0 0,1-1 0,-1 1 0,1 0 0,0-1 0,-1 1 0,1 0 0,0-1 0,-1 1 0,1 0 0,0-1 0,0 1 0,-1-1 0,1 0 0,0 1 1,0-1-1,0 0 0,1 1 0,4 0-56,-1 0-1,0 0 1,0 0 0,0-1 0,0 0 0,1 0 0,-1-1 0,0 1 0,10-3 0,11-6-39,0-2 1,-1 0-1,-1-2 1,0-1-1,-1 0 1,0-2 0,34-31-1,133-147-44,-188 191 143,252-302 25,-23 25 2702,-230 280-2723,35-36 1044,-14 23-193,-21 13-824,0 0-1,-1-1 1,1 1 0,0 0 0,-1 0-1,1 0 1,0 0 0,-1 0-1,1 0 1,0 0 0,0 0 0,-1 0-1,1 0 1,0 1 0,-1-1-1,1 0 1,0 0 0,-1 1 0,1-1-1,0 0 1,-1 1 0,1-1-1,-1 1 1,1-1 0,0 1 0,1 4 57,0 1-1,-1-1 1,0 1 0,0-1 0,0 0 0,-1 1 0,0 0 0,0-1 0,0 1 0,-2 8 0,1-6 1,-5 47 253,-4-2 1,-1 1 0,-27 72 0,7-20-459,19-60-1000,-8 66 1,14-2-4768,6-102 4613,1 0 0,0 0 0,0 1 1,1-1-1,0-1 0,0 1 0,5 10 0,14 9-8485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2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10701,'0'0'4765,"3"-1"-2715,0-1-1742,1 1 0,0 0 0,0 0 0,0 0 0,0 0 0,0 0 0,0 1 0,0 0 0,0 0 0,0 0 0,6 1 0,52 12 1245,-34-6-869,120 30 1474,-52-11-1280,-55-15-420,53 20-1,-79-25-503,0 1 0,-1 0 0,0 1 0,-1 0-1,0 1 1,21 19 0,-32-27-123,-1 1 1,1 0-1,0 0 0,-1 0 1,1 0-1,-1 0 0,1 0 1,-1 0-1,0 0 0,0 1 1,0-1-1,0 0 0,-1 1 1,1-1-1,-1 0 0,1 1 1,-1-1-1,0 1 0,0-1 1,0 1-1,0 2 0,-2 0-1047,1-1 0,-1 1 0,1 0 0,-1-1 0,0 1 0,-1-1 0,1 0 0,-7 8 0,-1 5-8222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3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6193,'39'-58'3896,"-30"67"-11001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1267 10177,'-11'8'1029,"0"1"0,-17 16 0,19-16-146,0 0 0,-1-1 1,-15 10-1,12-10-459,1 0 0,0 1 0,0 1 0,1 0 0,0 0 0,1 1 0,1 1 1,-1 0-1,2 0 0,0 0 0,0 1 0,1 0 0,1 1 0,0 0 0,-7 26 0,11-36-422,1 1-1,0 0 1,1-1 0,-1 1-1,1 0 1,0 0-1,0-1 1,1 1-1,-1 0 1,1 0 0,0-1-1,0 1 1,0-1-1,1 1 1,0-1 0,0 1-1,0-1 1,3 5-1,-2-6-52,0 0 0,0 0 0,1 0 0,-1 0-1,0-1 1,1 0 0,0 1 0,0-1 0,-1-1 0,1 1-1,0 0 1,0-1 0,0 0 0,1 0 0,-1 0-1,0 0 1,0-1 0,1 0 0,5 0 0,5-1-21,0 0 1,0-1 0,0 0 0,0-2-1,0 1 1,-1-2 0,0 0-1,0-1 1,0 0 0,21-14-1,-14 6 120,-1 0 0,-1-1 0,0-2 0,-2 0 0,28-32-1,-43 47-17,0 0-1,0-1 1,-1 1-1,1 0 0,-1 0 1,1-1-1,-1 1 0,0-1 1,0 0-1,0 1 1,0-1-1,0 0 0,-1 1 1,1-1-1,-1 0 1,0 0-1,0 1 0,0-1 1,0 0-1,0 0 1,-1 1-1,1-1 0,-1 0 1,-1-4-1,1 5-5,-1 0 0,0 0 0,1 0 0,-1 0 0,0 0 0,0 0 0,0 1 0,0-1 0,0 0 0,0 1 0,-1 0 0,1 0-1,0-1 1,-1 1 0,1 1 0,-1-1 0,1 0 0,-1 1 0,0-1 0,1 1 0,-1 0 0,1 0 0,-1 0 0,0 0 0,-2 0 0,-6 2 17,0-1 0,1 1 0,0 1 0,-1 0 0,1 0 0,0 1 0,0 1 0,1-1 0,-12 9 1,19-12-78,-4 16-103,3-8-78,16-4 136,2-2 120,-12-3 24,-4 3 3,0 2-42,-1 1 0,1-1 0,0 1 0,0-1 0,0 1 0,1 0-1,0-1 1,0 1 0,0-1 0,1 1 0,0 0 0,0-1-1,0 0 1,1 1 0,3 6 0,-5-11-22,1-1 0,0 1 0,0 0 0,0-1 0,0 1 0,0 0 0,0-1 0,0 1 0,0-1 0,0 0 0,0 1 0,0-1 0,0 0 0,0 1 0,1-1 0,-1 0 0,1 0 0,2 0-1,4 2-29,1 0 0,-1-1 1,0 0-1,1-1 0,-1 0 1,1 0-1,-1-1 0,1 0 1,-1 0-1,1-1 0,-1 0 1,0-1-1,0 0 0,9-4 1,6-4-81,-1-1 0,0-1 0,31-24 0,-19 9 43,-2-2 0,-1 0-1,-2-2 1,-1-2-1,25-38 1,108-194-31,-147 242 94,269-500 663,-105 170 2984,-176 350-3579,7-14 425,0 1 0,1 0 0,0 0 0,16-18 0,-17 63 1324,-7-9-1649,-1-1 0,-1 1 0,-1 0 1,-1 0-1,0-1 0,-1 1 0,-1-1 0,-7 19 0,3-4-173,-24 94 7,-29 133 0,6 2-315,-26 135-6669,74-361 4179,1 0-1,2 1 1,1 62 0,16-5-8458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3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14465,'0'0'6589,"6"17"-6985,1 0-1228,-7 3-480,3-3-2893,0 18-3952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4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0 10913,'0'0'7485,"-2"4"-4972,-10 19-969,1 1 0,2 0 0,1 1 0,0 0 0,-4 29 0,1-6-278,-14 36-637,-48 106 0,38-104-561,6-15-68,3 2 0,-17 76 0,41-138-54,0 0 0,1 0 0,0 1 0,1-1 0,0 0 1,1 0-1,0 1 0,1-1 0,0 0 0,1 0 0,0 0 0,7 15 0,-5-15-486,1-1 0,0 1 0,1-1 0,0 0 0,0 0 0,18 16 0,1-3-3510,1-1 0,53 34 0,8-5-9102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5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1 590 10505,'0'0'12884,"3"-2"-11940,67-43 875,-26 14-1342,-9 6-87,-1-1-1,-1-2 1,-1-1 0,-2-1-1,-1-2 1,-1-1-1,27-44 1,89-146 2616,-137 215-2992,-4 11-12,-3 15-4,0-16 3,-6 37-1,-2 0 0,-2 0 0,-28 73 0,1-4 0,3 8 0,-53 169 0,50-175 0,-179 571 0,204-641 0,2 0 0,2 1 0,1 0 0,-1 73 0,8-112 0,0 1 0,0 0 0,1 0 0,-1-1 0,1 1 0,0 0 0,-1-1 0,1 1 0,0-1 0,1 1 0,2 4 0,0-1 0,-4-5-1,0 0 1,1 0-1,-1 0 1,0 0-1,1 0 1,-1 0-1,1 0 1,0 0-1,-1-1 1,1 1-1,0 0 1,-1-1-1,1 1 1,0 0-1,0-1 1,0 1-1,-1-1 0,1 1 1,0-1-1,0 1 1,0-1-1,0 0 1,2 1-1,8-9-88,-9 5 20,6-4-285,-1-1 0,1 0 0,-2 0 0,1 0-1,-1-1 1,0 0 0,-1 0 0,0-1 0,0 0 0,-1 1 0,-1-2 0,1 1 0,-2 0 0,3-17 0,1-15-499,-2-1 0,-2-54 0,-2 91 811,-1-30 86,-1 1-1,-2-1 0,-2 1 1,0 0-1,-20-54 0,24 84 6,1 0 1,-1 0-1,1 0 0,-1 0 0,1-1 1,1 1-1,-1-1 0,1 1 0,0 0 0,0-1 1,1 1-1,-1-1 0,1 1 0,1 0 0,-1 0 1,1-1-1,0 1 0,0 0 0,0 0 1,0 1-1,1-1 0,0 0 0,0 1 0,0 0 1,8-8-1,5-2-23,1 0 0,1 1-1,0 1 1,1 0 0,23-10 0,28-17-119,-42 22-57,0 1 0,1 1 0,40-14 0,-68 31 141,1-1 0,-1 0 1,0 0-1,0 1 0,0-1 1,0 0-1,0 1 0,0-1 1,0 1-1,0-1 0,0 1 1,-1 0-1,1-1 0,0 3 0,-1-3 10,7 14-31,-1 0 0,2-1 0,14 20 0,-18-28-9,0-2 0,1 1 0,0 0 0,0-1 0,0 0-1,0 0 1,1 0 0,-1-1 0,1 0 0,0 0-1,9 3 1,-4-2-18,0-1-1,0 0 0,1-1 1,14 1-1,-21-2 64,0-1-1,0 0 1,-1 0 0,1-1 0,0 1-1,0-1 1,-1 0 0,1 0-1,-1-1 1,1 1 0,-1-1 0,7-4-1,-10 4 44,0 0 0,0 0 0,0 0 1,0 0-1,0 0 0,-1-1 0,1 1 0,-1 0 0,1 0 0,-1-1 0,0 1 0,0 0 0,0-1 0,-1-2 0,-3 0 37,-1 0 0,0 0-1,0 0 1,0 1 0,-1 0-1,0 0 1,0 1 0,0-1-1,0 1 1,-10-4 0,-2-1 101,-23-11-239,-89-27 0,101 37-1105,0-5-1388,10 3-6408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6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16373,'0'-1'170,"-1"0"0,1 0 0,0 0-1,0 0 1,1 0 0,-1 0 0,0 0-1,0 1 1,0-1 0,1 0 0,-1 0-1,0 0 1,1 0 0,-1 0 0,1 0-1,-1 1 1,1-1 0,-1 0 0,1 0-1,-1 1 1,1-1 0,0 0 0,0 1-1,-1-1 1,1 1 0,0-1 0,0 1-1,0-1 1,-1 1 0,1-1-1,0 1 1,0 0 0,0-1 0,0 1-1,0 0 1,0 0 0,0 0 0,2 0-1,1-1 198,0 1-1,0 0 0,0 0 1,0 0-1,0 0 0,0 1 1,0-1-1,0 1 0,5 2 0,10 5 331,0 2 0,0 0-1,-1 1 1,-1 0 0,0 2-1,0 0 1,26 28 0,-23-19-590,-1 1 1,0 1-1,-2 0 1,27 53-1,-36-61-107,-2 1 0,0-1 0,-1 1 0,-1 1 0,0-1 0,-1 1 0,-1-1 0,-1 1 0,0 0 0,-2 0 0,0-1 0,-1 1 0,0 0 0,-1-1 0,-2 1 0,1-1 0,-2 0 0,0-1 0,-13 24 0,-2-11 0,21-28 0,0-1 0,0 1 0,-1-1 0,1 1 0,0-1 0,-1 1 0,1-1 0,0 1 0,-1-1 0,1 1 0,0-1 0,-1 0 0,1 1 0,-1-1 0,1 0 0,-1 1 0,1-1 0,-1 0 0,1 1 0,-1-1 0,1 0 0,-1 0 0,0 0 0,1 0 0,-1 1 0,1-1 0,-1 0 0,1 0 0,-1 0 0,0 0 0,1 0 0,-1 0 0,1-1 0,-1 1 0,1 0 0,-1 0 0,0 0 0,0-1 0,-4-7 0,4 5 0,0 1 0,0-1 0,0 0 0,0 0 0,0 0 0,1 1 0,-1-1 0,1 0 0,0 0 0,0 0 0,0 0 0,0 0 0,1-5 0,10-38 0,-9 38 0,10-28 0,1 1 0,30-58 0,45-61 0,-86 150 0,22-31-350,1 0-1,1 2 1,2 0-1,44-39 1,-29 34-2961,1 3-1,89-55 1,-119 83 1022,0 0 1,20-8-1,26-1-8942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6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26 181 10473,'-5'-5'7587,"-6"8"-4704,10-3-2836,1 1 0,-1 0 0,0-1 0,1 1 0,-1 0 1,0-1-1,1 1 0,-1 0 0,1 0 0,-1 0 0,1-1 1,-1 1-1,1 0 0,0 0 0,-1 0 0,1 0 0,0 0 1,0 0-1,0 0 0,0 0 0,0-1 0,0 3 0,7 29 970,19 55 0,-1-18-538,-24-66-449,2-4-2,5-1-5,1 0 1,-1 0-1,0-1 0,0 0 0,-1-1 0,1 0 0,-1 0 0,11-8 0,-7 5-45,-2 1 1,0 0 0,0 1 0,1 0 0,0 0 0,0 1 0,0 1 0,0-1 0,1 2 0,-1-1 0,1 2 0,0-1 0,0 1 0,0 1 0,-1 0 0,1 0 0,0 1 0,0 1 0,12 3 0,-3 1-96,9 4-213,-1-2 0,33 5-1,-53-12 292,0 0 0,-1 0 0,1-1 0,0 0 0,0 0-1,-1-1 1,1 0 0,0-1 0,-1 0 0,1 0 0,-1 0 0,0-1 0,9-4-1,17-16 271,-25 17-75,0 1-1,0-1 1,1 1 0,14-6 0,-20 10-123,0 0 0,0 0 0,0 1-1,0-1 1,1 1 0,-1 0 0,0 0 0,0 0 0,0 0 0,1 0 0,-1 1-1,0-1 1,0 1 0,0 0 0,1 0 0,-1 0 0,0 0 0,3 3 0,156 98 420,-142-90-432,-5-3-96,0 0 0,0-1 0,1-1 0,0 0 1,18 4-1,-30-10 62,0 0 0,1-1 0,-1 1 0,0-1 0,0 0 0,0 0 0,0 0 0,0 0 0,0-1 0,1 0 0,-1 0 1,0 0-1,0 0 0,-1 0 0,1-1 0,0 0 0,0 0 0,-1 0 0,1 0 0,-1-1 0,0 1 0,0-1 0,0 0 1,0 0-1,0 0 0,0 0 0,2-4 0,52-86 2484,-55 91-2102,1 2-32,5 0-263,-1 1 0,1 0 0,0 0 0,0 1 0,-1 0 0,1 0 0,-1 1 0,0 0 0,0 0 0,0 1 0,11 7 0,-12-8-31,14 10-3,1-1 1,0-1-1,23 9 0,-36-18-74,-1 0 0,0 0 1,1 0-1,0-1 0,-1 0 0,1 0 1,0-1-1,0 0 0,-1 0 1,1-1-1,0 0 0,-1-1 1,15-3-1,-6-2-7,0 0 1,0-1-1,-1 0 0,0-2 1,-1 1-1,0-2 0,0 0 1,15-16-1,8-14 31,43-59 0,29-33 460,-89 107-217,-18 24-53,0 4-2,1 3-132,-1 1 1,1-1 0,-1 1-1,0-1 1,-1 1 0,1-1-1,-1 1 1,1 8 0,1 54 205,-1-18-147,-1-39-92,1 1 0,0-1 0,0 1 0,1-1 0,1 0 1,0 0-1,0 0 0,1 0 0,1-1 0,9 15 0,-10-19-71,1 0-1,-1 0 1,1-1 0,0 0-1,0 0 1,0-1 0,1 1-1,0-1 1,0-1-1,0 1 1,0-1 0,0 0-1,1-1 1,-1 0 0,1 0-1,11 1 1,10 0-261,-1-2-1,1 0 1,0-2 0,-1-1 0,1-2-1,-1 0 1,39-12 0,-22 1 363,-1-1 0,0-3 0,67-38 0,-105 53 116,0 0-1,-1 0 1,1 0-1,-1-1 0,6-7 1,-8 9-107,0 0 450,-10 4-576,1-1 0,-1 1 0,1 1 0,0-1 0,0 1 0,-1 0 0,1 1 0,0-1 1,1 1-1,-1 0 0,1 1 0,-1-1 0,1 1 0,0 0 0,0 1 0,1-1 0,-1 1 1,1 0-1,0 0 0,0 0 0,0 0 0,1 1 0,0 0 0,0-1 0,1 1 0,-1 0 1,1 1-1,1-1 0,-1 0 0,-1 12 0,3-15-120,0 0-1,1-1 1,-1 1-1,0 0 1,1 0-1,0-1 1,0 1-1,0 0 1,0-1 0,0 1-1,0-1 1,1 1-1,-1-1 1,3 4-1,2-5 274,75-16 1857,-71 14-1923,-1 1 0,0 0 0,0 1 0,1 0 0,-1 0 0,0 1 0,0 0 0,0 1 1,0-1-1,-1 2 0,1 0 0,-1 0 0,13 8 0,-8-4-1100,1-2 0,0 0 0,17 6 0,37 9-7623,-28-7 151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7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77 12801,'-51'-2'2332,"29"-18"-99,15 5-309,-2 1 1632,6 0-5716,-4 2-940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3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26 15885,'-2'-1'626,"1"0"0,-1 1-1,1-1 1,0 0-1,-1 0 1,1 0-1,0 0 1,-1 0-1,1 0 1,0 0 0,0-1-1,0 1 1,0 0-1,0-1 1,1 1-1,-6-8 4817,5 20-4011,10 106-1431,-5-78 0,-1 60 0,-22 205-715,-6 0-7408,20-251 5645,1 41-4438,6-9-4635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1 11977,'0'0'1633,"-3"0"-190,-11 5-767,0 0 0,0 1 0,1 0 1,-1 1-1,1 1 0,-13 9 0,-2 1-175,-368 210 1117,381-220-1588,3-1 19,0-1 1,0 0-1,-1-1 1,-20 6-1,23-6 392,27-3-196,-11-2-167,0 0 1,0 1 0,0 0 0,0 0 0,8 3 0,33 25 24,-1 1 1,65 57 0,29 19-6660,-95-75 1098,8 0-3196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116 228 9905,'34'-17'3106,"1"2"1,57-16-1,-69 25-2596,-1-1 0,1-1-1,22-12 1,2-2 132,-41 20-579,-1-1 0,0 0-1,0-1 1,0 1 0,0-1 0,0 0-1,-1 0 1,0 0 0,0-1 0,0 1-1,0-1 1,-1 0 0,0 0-1,3-6 1,-6 10-30,-1 0-1,1-1 1,0 1-1,-1 0 1,1 0-1,-1 0 1,1 0-1,-1 0 1,0 0-1,0 0 1,1 0-1,-1 0 1,0 0 0,0 0-1,0 0 1,0 0-1,-1 0 1,1 0 53,-1-1-2,-1 0-1,1 1 1,-1-1 0,1 1-1,-1 0 1,0-1 0,0 1-1,1 0 1,-1 0 0,0 1-1,0-1 1,0 1 0,0-1-1,0 1 1,0 0 0,0 0-1,0 0 1,0 1-1,0-1 1,0 1 0,0 0-1,0-1 1,-4 3 0,-11 3 344,-1 1 0,-21 11 0,39-18-427,-29 15 407,-1 2 0,2 1 0,0 1 0,2 1 0,0 1-1,-30 32 1,46-42-367,0 1-1,1 0 0,1 1 0,-1 0 1,2 1-1,0 0 0,1 0 1,0 0-1,1 1 0,1 0 0,0 1 1,1-1-1,1 1 0,0 0 0,0 24 1,3-28-297,1-1 0,1 0 1,0 0-1,0 0 0,1 0 0,1-1 1,0 1-1,0-1 0,1 0 0,0 0 1,1 0-1,0-1 0,0 0 1,1 0-1,1 0 0,-1-1 0,1 0 1,14 10-1,-8-7-847,0-1-1,1 0 1,0-1 0,27 12 0,-25-15-695,0 0 1,0-1 0,1 0 0,23 2 0,7-3-6169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11 186 7329,'-4'-16'591,"2"10"-190,1-1 0,-1 1 0,1 0 0,1-1 1,-1 1-1,1-1 0,1-8 0,-1 11 1348,4-9 1251,0 12-1160,2 8-718,10 26-354,15 44-376,-11-22-175,17 72 1,-33-107-203,0 0 0,-2 1 0,0-1 0,-1 1 0,-1-1 0,-1 1 0,-4 25 0,3-41 112,1 1 1,-1 0 0,0-1 0,0 1-1,-1-1 1,0 0 0,-3 6 0,5-11-75,0 0 1,0 0-1,0 0 1,0 0-1,0 0 1,0 0 0,0-1-1,0 1 1,0 0-1,0 0 1,0-1-1,1 1 1,-1-1-1,0 1 1,0-1 0,0 1-1,0-2 1,-1 1 17,1 0 0,0 0 0,-1-1 0,1 1 0,0 0 0,0-1 0,0 1 0,0-1 0,0 1 0,0-1 0,0 0 0,1 1 0,-1-1 0,0 0 0,1 0 0,-1 1 0,1-1 0,0-3 0,-1-40 967,2 25-691,0 2-251,0 0 1,2 0-1,0 0 1,1 1-1,0-1 1,1 1-1,2 0 1,-1 0-1,2 1 1,0 0-1,1 0 1,16-21-1,0 3-956,1 3 0,1 0 0,55-48-1,-60 63-1680,-1 0-1,2 1 0,45-22 1,-14 13-7397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9493,'0'0'3331,"-1"2"-1834,-7 11-444,1 0 0,1 0 0,1 1 0,-5 15 0,8-24-966,-27 53 1249,8-19 2454,22-45-3690,0 0 0,0 0 1,1 0-1,0 0 0,0 0 0,0 1 1,0-1-1,1 1 0,0 0 0,0 0 0,1 0 1,-1 0-1,1 0 0,0 1 0,7-7 1,-6 6-81,0 1 1,1-1 0,-1 1 0,1 0 0,0 0 0,0 0 0,0 1-1,1 0 1,-1 0 0,1 1 0,0 0 0,13-3 0,-16 5-10,0 1 0,-1-1 0,0 1 0,1 0 0,-1 0 0,1 0 1,-1 0-1,0 0 0,0 1 0,1 0 0,-1-1 0,0 1 0,-1 0 0,1 1 1,0-1-1,-1 0 0,1 1 0,-1-1 0,0 1 0,3 4 0,5 7 19,-1 0 0,12 26-1,-17-31-15,-1 0 0,-1 0-1,1 0 1,-2 0-1,1 0 1,-1 0 0,0 17-1,3 27-460,15 33-2042,-9-34-290,3-28-499,-12-22 2573,0 0 1,1-1 0,-1 1-1,1-1 1,0 1 0,-1-1-1,1 0 1,0 1 0,3 0-1,10 0-7379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20 500 8309,'-20'4'2476,"41"0"754,13 0 427,-6 0-2635,0-2-1,0-1 1,38-4 0,-45 2-726,-7 1-116,0-2 0,-1 0 1,1 0-1,-1-1 1,25-9-1,-32 10-121,0-1-1,0 0 1,0 0-1,0-1 1,-1 0-1,0 0 1,1 0-1,-1-1 1,0 1-1,-1-1 1,0 0-1,1-1 1,5-9-1,-9 13-40,0-1-1,0 1 0,0-1 1,0 1-1,0-1 0,0 1 1,-1-1-1,1 0 0,-1 0 1,0 1-1,1-1 0,-1 0 1,-1 1-1,1-1 0,0 0 1,-1 1-1,1-1 0,-1 0 1,0 1-1,0-1 1,0 1-1,0-1 0,0 1 1,-1-1-1,1 1 0,-1 0 1,1 0-1,-1 0 0,0 0 1,0 0-1,0 0 0,0 0 1,0 0-1,0 1 0,-1-1 1,1 1-1,0 0 0,-1 0 1,1 0-1,-1 0 1,0 0-1,1 0 0,-1 1 1,0-1-1,1 1 0,-1 0 1,0 0-1,1 0 0,-6 0 1,-3 1 35,1 1-1,0 0 1,0 0 0,0 1 0,0 0 0,1 1 0,-1 0 0,1 1 0,0 0 0,0 0 0,1 0-1,-1 2 1,1-1 0,0 1 0,1 0 0,-7 8 0,4-4-13,1 0 1,1 0-1,0 1 1,0 0-1,1 1 0,1-1 1,0 1-1,1 1 1,0-1-1,1 1 0,-3 17 1,6-22-72,1 0 0,0 0 0,0 0 0,0 0 0,1-1 0,1 1 0,0 0 1,0-1-1,0 1 0,1-1 0,0 1 0,1-1 0,0 0 0,0-1 0,1 1 0,0-1 0,0 0 1,0 0-1,13 12 0,-11-13-53,-1-1 0,1 1 0,-1-1 0,1-1 0,1 1 0,-1-1 0,1-1 0,-1 1 0,1-1 0,0-1 0,0 1 0,1-1 0,-1-1 0,0 1 0,1-2 0,-1 1 0,0-1 0,1 0 0,-1-1 0,17-3 0,-9 0 19,0-1 0,-1-1 1,1-1-1,-1 0 0,0-1 0,-1-1 0,0 0 0,0-1 0,20-19 0,-10 5 50,-1-1-1,-2-1 1,35-53-1,-32 36 428,-3-1 1,-1-1-1,-2 0 0,-3-2 0,18-84 0,-28 98 380,3-44 0,2-17 1047,-10 91-811,-3 27-5,-1 18-682,-21 230-696,22-200-2823,11 129 0,6-119-1278,0-29-1437,4 13-5466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35 14217,'12'-23'2833,"-31"17"-373,7 1 3068,5 19-5968,4 3-740,6 9-9297,-3 0 520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0 29907,'0'6537'0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3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27735,'7960'2241'0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2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7445 1 31526,'-7445'3880'0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9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620 0 7897,'4'9'16717,"6"11"-12313,9 17-6751,-14-27 4032,149 308 290,-151-312-1971,133 222 199,-86-144-218,-42-72 19,-7-10-10,-4-1-7,-16 4 6,-23 3 49,-271 13-328,102 14-2685,155-23 1311,-115 27-3553,60-8-2002,28-3-2999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0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 9369,'1'2'1891,"18"51"5299,-11 0-3502,-8-38-3299,0 1 0,-1 0 0,-1-1 0,-1 1 0,0-1 0,-1 0 0,0 0 1,-11 23-1,-60 126 1612,41-96-1309,3 1-1,-33 111 0,62-171-567,0 0 0,0-1 0,1 1 0,0 0 0,1 0-1,1 9 1,-1-15-105,0-1-1,1 1 0,-1 0 1,1-1-1,-1 1 0,1-1 1,0 0-1,0 1 0,0-1 1,0 0-1,1 1 0,-1-1 1,1 0-1,-1 0 0,1 0 1,0 0-1,-1 0 0,1-1 1,0 1-1,0-1 0,1 1 1,-1-1-1,0 0 0,0 1 1,1-1-1,2 1 1,8 1 13,0-1 1,0 0-1,0 0 1,0-1-1,0-1 1,18-2-1,84-13-68,-100 13 9,579-145-7065,-296 80-2961,-137 37-1060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1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49 12097,'0'-1'296,"1"-1"1,0 1-1,-1-1 0,1 0 0,-1 1 0,1-1 1,-1 0-1,0 1 0,1-1 0,-1 0 1,0 0-1,0 0 0,-1 1 0,1-1 0,0 0 1,0 1-1,-1-1 0,1 0 0,-1 0 1,0 1-1,1-1 0,-8-9 9410,9 12-9499,1 0 0,-1 0 0,0 0 0,1 0 1,-1 0-1,1 0 0,-1 0 0,1-1 0,0 1 0,-1-1 0,1 1 1,-1-1-1,4 1 0,3 2 307,13 8-275,-1 1 0,0 1 0,-1 1 0,34 32 0,64 79-846,-43-43-3090,-32-40 106,17 18-8173,-36-36 1478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953 40 12321,'-51'-23'3060,"45"9"29,-10 11-377,-16 6 8,3 3-288,-6-3-419,-19 11-441,10 0-240,-4 6-268,1 12-612,-7-4-452,-3 6 0,-4 1-652,-9-4-1632,-12-5-1125,-10 8-347,9 15-2933,-9-3-6304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13781,'0'0'18309,"2"-2"-17732,4-6-513,-5 7-60,0-1 0,1 1-1,-1-1 1,0 1 0,1-1 0,-1 1-1,0 0 1,1 0 0,0 0 0,3-2 0,43-8-10,-8 5 6,115-13 0,41 12 0,-172 8 0,-1 1 0,1 1 0,-1 1 0,0 0 0,-1 2 0,30 12 0,-48-16 0,1 0 0,-1 0 0,0 0 0,0 1 0,0 0 0,0-1 0,0 1 0,6 7 0,-8-7 0,-1-1 0,1 0 0,-1 1 0,0-1 0,1 1 0,-1 0 0,0-1 0,-1 1 0,1 0 0,0-1 0,-1 1 0,1 0 0,-1 0 0,0 0 0,0 0 0,0-1 0,-1 5 0,-1 4 0,-1 1 0,0 0 0,-1-1 0,0 1 0,-1-1 0,-1-1 0,1 1 0,-1-1 0,-1 1 0,-8 9 0,-17 17 0,-41 39 0,58-61 0,-91 96 0,-49 47 0,155-157 0,-1-1 0,0 0 0,0 1 0,1-1 0,-1 1 0,0 0 0,1-1 0,-1 1 0,1-1 0,-1 1 0,1 0 0,-1-1 0,1 1 0,-1 0 0,1 0 0,0-1 0,-1 1 0,1 0 0,0 0 0,0 0 0,-1-1 0,1 1 0,0 0 0,0 0 0,0 1 0,10 3 0,-9-5 0,4 2 0,1-1 0,-1 0 0,1 0 0,-1-1 0,1 0 0,0 1 0,-1-2 0,1 1 0,9-3 0,57-16 0,-36 8 0,347-100-861,-131 22-3943,41-19-7246,-142 59-18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6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26 6885,'42'0'7787,"-41"-2"-7102,-1 1-556,1 0 1,0-1 0,-1 1 0,1 0-1,-1 0 1,1-1 0,-1 1 0,0 0-1,0-1 1,0 1 0,1 0 0,-1-1-1,0 1 1,-1-2 0,1 3-24,0-1 0,0 1 1,-1 0-1,1 0 0,0-1 0,-1 1 1,1 0-1,0 0 0,-1 0 0,1 0 1,0 0-1,-1-1 0,1 1 1,0 0-1,-1 0 0,1 0 0,0 0 1,-1 0-1,1 0 0,-1 0 0,1 0 1,0 0-1,-1 0 0,1 0 0,0 1 1,-1-1-1,1 0 0,0 0 1,-1 0-1,1 0 0,0 0 0,-1 1 1,-42 26 4361,31-18-5699,-1 0 1287,-129 83-988,113-76-1035,-44 17-1,54-26 825,-40 19-5904,29-6-1015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6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9541,'13'14'6596,"-4"0"-4951,1 0-165,-4 1-456,4 2-188,-1 3-164,1 17-124,-1-5-148,1 2-496,-4 3-616,0 0-1092,-6 0-1480,7 12-1681,15-3-3932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8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 4296,'0'0'13364,"3"-1"-13001,2-2-182,1 1 0,0 0 0,0 1 0,0 0 0,9-1-1,11-3 1469,-4-13-214,-22-13-1043,0 29 26,-1-2-139,-7-30 3827,4 37-3949,1-1 0,-1 0 0,1 1 1,0 0-1,0 0 0,0 0 0,0 0 1,-4 6-1,6-3-93,-1-1 0,1 0 0,0 1 0,0-1 1,0 0-1,1 1 0,0-1 0,1 11 0,0-2 32,-1 14-27,2-1-1,2 0 1,0 0-1,2 0 1,1 0 0,10 26-1,25 48-3148,7-1-5986,-39-82 6488,23 46-9669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5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5457,'0'0'13521,"3"1"-12813,21 5 70,-15-5-599,-1 1 1,0 1-1,0-1 1,-1 1-1,9 5 1,32 21-25,55 44 0,-60-40-3840,65 37 0,-69-49-846,4 4-2435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5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9 8085,'-13'-9'5892,"0"26"-4112,-6 12-223,0-4-245,0 10-216,0 8-284,3 5-176,-3 12-124,0 3-96,0 8-136,-3-2-444,-10 11-632,-3-3-1012,-16-2-1032,1 5-2101,8 5-3904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7697,'1'0'178,"0"0"1,0 1-1,1-1 1,-1 0-1,0 0 1,0 0-1,1-1 1,-1 1-1,0 0 1,0 0-1,0-1 1,1 1-1,-1-1 1,0 1-1,0-1 1,0 1-1,0-1 1,0 0-1,0 0 1,0 1-1,0-1 1,0 0-1,0 0 1,0 0-1,-1 0 1,1 0-1,0 0 0,-1 0 1,1 0-1,-1 0 1,1 0-1,-1-1 1,3-5 7937,0 9-7324,26 9 1366,51 28-1,106 69-1767,-108-67-2707,-35-20-1082,-1 4-5868,-21-12 34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55 11225,'-44'-28'2404,"25"19"-176,0 0 245,-10 7-349,7-1-268,-13 0-364,-9 6-296,6 2-248,0 4-216,-4 8-200,4 3-67,10 3-381,-1 6-773,-57 65-4179,61-63 2180,3-2-3117,-1-3-4920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13685,'45'12'1948,"-23"-4"-307,0-5-265,-3 6-300,3 2-212,13 12-160,0-6-124,0 0-144,9 3-152,4 3-204,-3 0-324,-1-3-412,-3-3-656,-3-3-292,0-2-192,-3-1-293,-12-8-2239,-1 6-3333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10 9969,'4'-9'3736,"-30"9"-1888,-2 0-203,5 0-185,1 0-312,-13 3-216,-22 8-172,19-2-124,-57 31 72,53-20-792,-8 3-748,-4-6-1092,9 11-1452,10 7-1517,0-1-3856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3 13989,'-1'0'370,"0"-1"0,1 1 0,-1 0-1,1-1 1,-1 1 0,0 0 0,1 0 0,-1 0-1,0-1 1,1 1 0,-1 0 0,0 0 0,1 0-1,-1 0 1,0 0 0,1 0 0,-1 1-1,0-1 1,1 0 0,-1 0 0,0 0 0,1 1-1,-1-1 1,1 0 0,-1 1 0,0-1 0,1 0-1,-1 1 1,1-1 0,-1 1 0,1-1-1,-1 1 1,1-1 0,-1 1 0,1-1 0,0 1-1,-1 0 1,0 12-802,4-7 582,1 0 0,0 0 1,1-1-1,-1 1 1,1-1-1,0 0 1,8 6-1,7 9 105,11 12-1605,2-2-1,1-1 0,58 38 1,-58-45-2738,2-3 1,40 18-1,-32-22-4330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617 1 7017,'-19'28'7116,"6"-36"-5572,4-1-183,-17 18-205,-15 8-256,0 0-196,2 3-192,-8 0-20,-7 0-124,-3 0-300,3 3-624,0 0-928,-3 5-1144,-1 9-2245,11-2-3840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4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16 117 11841,'-11'-66'7718,"7"29"-2449,3 34-2897,3 1-1575,1 1-712,0 0 0,1-1 1,-1 1-1,0 0 1,0 1-1,1-1 1,-1 1-1,1-1 1,-1 1-1,0 0 1,1 0-1,-1 0 1,0 1-1,1-1 1,-1 1-1,0 0 0,1 0 1,-1 0-1,0 0 1,0 0-1,0 1 1,4 2-1,11 6 29,0 1 0,25 21 1,-31-23-9,250 167-3859,-80-71-5855,-148-85 4126,-1 3-3102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6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582 18 12037,'-51'0'2168,"19"-6"-244,-15 0-103,31 0-297,-13 9-240,4 3-316,-7 0-200,-16 8-152,14 6-172,-8 6-540,-2-3-832,-1 2-804,-5 4-1056,2 2-2573,10 4-4304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0 14097,'-42'26'4413,"61"-17"-2421,-3-4-296,0 4-320,16 11-280,-7 0-212,10 6-232,0 2-136,9 1-476,4 5-676,9 3-240,-6-5-660,-3 2-548,-1 3-308,-9-5-673,39 19-10124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2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1029 83 9781,'-3'-28'2548,"-22"25"-268,6-8-51,-4-1 171,-8 4-312,-20-4-312,0 6-344,-6 4-268,-7 4-272,-5 4-187,-8 8-157,-2 4-468,-4 7-997,-9 1-739,-6 0 224,-4 14-5604,-2 14-6862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2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 12129,'2'0'2216,"25"-14"9027,-27 11-9490,0 2-1604,1-1 0,-1 0 0,1 1 0,-1-1 0,1 1 0,-1-1 0,1 1 1,0-1-1,0 1 0,-1-1 0,1 1 0,0 0 0,0-1 0,1 1 0,-1 0 0,0 0 0,0 0 0,1 0 0,-1 0 0,2-1 0,0 1 106,1-1 0,0 1 0,-1 0 1,1 1-1,0-1 0,-1 0 0,1 1 0,6 0 0,9 1-255,0 0 0,-1 2 0,1 0 0,34 11 0,70 33 0,-42-14 0,66 13-3685,79 8-8678,-204-49 11187,33 7-11383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2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0 11685,'-38'12'2224,"22"-12"-272,-3 0-323,-6 8-373,3-5-300,0 6-184,-4 2-148,4 3-232,-19 6-348,9-5-592,-6-1-844,3 3-640,-3 3-3177,3 0-4160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8465,'1'0'252,"0"1"1,0 0 0,0 0-1,0 0 1,0 0 0,0 0-1,0 0 1,0 0 0,0 0-1,-1 0 1,1 0-1,0 1 1,-1-1 0,1 0-1,-1 0 1,1 1 0,-1-1-1,0 0 1,1 1 0,-1-1-1,0 0 1,0 1-1,0-1 1,0 0 0,0 1-1,0-1 1,-1 1 0,1 1-1,-1 0 540,1 3 2103,-1 17 1159,1-20-3827,1-1 0,-1 1 0,0 0 0,1-1 0,0 1 0,-1-1 1,1 0-1,0 1 0,0-1 0,1 0 0,-1 1 0,0-1 0,1 0 0,-1 0 0,1 0 0,0 0 0,0 0 0,0-1 0,0 1 0,2 1 0,8 6 545,0-1 0,20 9 0,-20-11-545,43 22 389,2-3 1,87 26 0,120 17-6427,-187-56 1169,-11-3-4018,-26 2-1940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547 26 12621,'-48'-20'2572,"32"15"305,0 7-449,-3 1-340,-12-3-400,-14 6-332,10 0-328,-6 2-215,3 4-233,-3 2-328,6-2-812,0 2-453,6 3-551,-3-3-824,-31 18-6477,41-7-2064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 11573,'-15'-3'4526,"14"12"4402,13 8-1906,-3-8-9977,9 4 2474,1-2 0,-1 0-1,2-1 1,0-1 0,39 12 0,-29-11-364,133 46-4583,-51-24-2231,-36-14-1632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582 1 10493,'-48'17'2260,"26"-17"-144,-3-3-287,2 3-237,1 3-396,-3-3-244,-1 8-20,1-5-356,-7 6-112,-15 5-196,12-2-280,-7-4-544,4 6-764,-6-2-624,-4-4-809,7 4-1955,3 2-3693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14485,'19'9'2721,"0"-1"-185,-7 4-296,-2-1-368,19 0-360,15 7-348,0-4-243,7 3-205,6 0-288,4 0-368,9 0-768,-1 1-305,-8-1-387,-1-3-600,-3 3-548,-6 3-96,-3-6-2833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606 11 10365,'-18'-8'7456,"-2"5"-3287,9 4-3629,-1 0 0,1 0 0,-19 6 0,-7 0 851,-217 38-2088,219-37-595,-53 13-2786,31-1-3035,24-5-2264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4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13065,'10'12'1960,"2"2"-187,4-11-205,0 0-376,3 8-208,4-2-196,-1 8-16,16 3-304,-10 0-104,39 26-472,-35-29-644,3 3-760,9 0-556,-6-6-3453,0 6-4468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572 0 11745,'13'5'585,"-10"-4"-417,-1 0-1,1 0 1,0 0 0,0 0-1,-1 0 1,1 0 0,-1 1-1,1 0 1,-1-1 0,0 1-1,0 0 1,1 0 0,-1 0-1,0 0 1,-1 0 0,1 1-1,1 2 1,5 5 443,-1-1 0,1 0 0,0-1 0,1 0 0,0 0 0,0-1 0,16 10 0,-11-7-323,130 98 1298,-102-77-1898,-32-25-6,-1 1-1,1 0 1,13 15 0,-20-20 43,-5-2-321,1-1 582,-1 1 0,1-1 0,-1 1 0,1-1 0,-1 1 0,1 0 0,-1 0 0,1 0 0,-1 0 0,-2 1 0,-1-1-13,-11-2 36,0-1 0,0-1 0,1 0 0,-26-10 0,21 6 343,-41-8 1,17 10-37,0 2 0,0 1 1,0 3-1,-49 6 1,-173 34-1827,253-37 1206,-21 3-2321,1 1 0,-38 14 0,2 14-6507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5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12265,'-1'5'865,"0"1"-1,0-1 1,1 1-1,0-1 1,0 1 0,0 0-1,1-1 1,-1 1-1,1-1 1,1 1 0,2 7-1,-1-7-540,1 1-1,0-1 1,0 0-1,1 0 1,0 0 0,0-1-1,0 1 1,6 4-1,9 7-118,1-1 0,1-1-1,39 20 1,76 28-3358,-102-48 1679,7 0-1465,7-2-4816,-8-3-311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5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534 1 10841,'-83'34'2308,"58"-28"-268,-1-1-55,-5 1-501,5-3-364,-21 6-220,18 2-196,-3 3-148,1 6-400,-42 12-2232,31-15-704,-5 9-2321,5 5-4052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9 9369,'-19'17'4810,"13"-24"-3445,0-7 5249,6 14-6494,0 0 0,0 0 0,0 0 0,0-1 0,0 1 0,0 0-1,0 0 1,0 0 0,0 0 0,0-1 0,0 1 0,0 0 0,0 0 0,0 0-1,1 0 1,-1 0 0,0-1 0,0 1 0,0 0 0,0 0 0,0 0 0,0 0-1,0 0 1,0 0 0,0-1 0,1 1 0,-1 0 0,0 0 0,0 0 0,0 0-1,0 0 1,0 0 0,1 0 0,-1 0 0,0 0 0,0 0 0,0 0 0,0-1-1,0 1 1,1 0 0,-1 0 0,0 0 0,0 0 0,0 0 0,0 0 0,1 0 0,-1 1-1,20 8 2031,48 38-1021,95 59-4189,-64-58-2466,-32-21-3374,-23-10-1821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46 12109,'-50'-29'2464,"34"21"105,-13 5-221,1 0-340,-7 3-396,3-3-324,-3 6-256,-16 6-324,19-1-176,1 4-796,8 5-504,-5 3-752,-4-6-1028,7 3 388,6 9-3617,12-12-4872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18 14209,'0'0'121,"1"0"0,-1 0-1,0 0 1,1 0-1,-1 0 1,1-1 0,-1 1-1,0 0 1,1 0-1,-1 0 1,1 0 0,-1 0-1,0 0 1,1-1-1,-1 1 1,0 0 0,1 0-1,-1-1 1,0 1-1,0 0 1,1 0 0,-1-1-1,0 1 1,0 0-1,1-1 1,-1 1 0,0 0-1,0-1 1,0 1-1,1-1 1,-1 0 0,-11-4 4133,-1 0-683,17 15-3403,0 0 0,0-1 0,1 0 0,0 0 1,0-1-1,1 0 0,0 0 0,1 0 0,0-1 1,15 11-1,165 102-6592,-59-46-4122,-87-49 2756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419 104 7517,'-22'-29'2080,"19"12"-196,0 0 0,-1 5-64,-11 4-291,-1-1-177,-7 6-328,1-5-228,-3 11-160,-20 2-124,10 7-104,4-4-432,-7 4-584,3 2-888,-7 3-852,7 0-2661,10 9-3964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7 11813,'-16'-6'4933,"-6"6"-3769,3 3 664,6 8-2068,4 1-1116,-10-7-1421,0 4-1687,12 8-3453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9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9281,'0'0'14869,"-1"3"-13571,0 0-1112,0 0 0,1 0 0,-1 0 0,1 0 0,0 1-1,0-1 1,0 0 0,0 0 0,0 0 0,1 1 0,-1-1 0,1 0-1,0 0 1,0 0 0,0 0 0,0 0 0,1 0 0,-1 0-1,1 0 1,0-1 0,-1 1 0,6 4 0,6 9 114,1-1 0,25 21-1,-17-16 57,13 14-287,-4-4-1324,36 28 0,23 6-3792,-28-25-4249,-30-19-1914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9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43 13037,'-32'-26'2148,"10"21"-183,-4-4-237,1 6-404,-1 3-260,-2 3-196,-10 8-4,3 4-328,3 5-392,0 0-372,-6 0-756,-3 0-944,0 5-988,6 7-2313,3-1-4180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14213,'-26'0'4829,"48"6"-2625,-3 5-336,0-2-368,4 0-300,8-1-280,23 12-183,-12-6-205,2 1-396,7-1-856,41 15-1837,-51-21 361,1 4-336,-23-4-852,0 1-1549,6 2-3900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9 11501,'-29'0'2324,"-6"0"-232,13-6-183,0 3-393,-7 6-248,-12 6-336,6-1-172,-3 7-152,0 2-200,-3 3-448,0 0-568,-4 3-672,-6-1-804,10 7 208,0 2-3289,-1 1-4116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9173,'45'20'2272,"-26"-3"-236,-9 0-232,5 0-299,1 0-329,10 9-216,-1-3-236,13 0-148,3 5-144,4-2-324,9 2-640,3-2-736,3-3-568,-9 0-3225,-3 0-4024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705 32 12697,'-63'-17'2412,"18"9"-347,26 2-9,-12 12-364,-20-1-308,10 1-300,-1 3-204,1 2-140,-7 3-216,7 1-696,-3 7-420,-7-2-692,-6 3-928,3 6-760,12-1-2489,8 1-4396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 13025,'0'-5'6687,"0"5"-6588,-11-5 3465,3 6-1808,17 10-390,13 6-876,1-2 0,44 23 0,55 18-2921,-60-29 106,9 4-1050,1 0-4237,-28-11-1628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9 9545,'-19'-6'2232,"-44"4"3425,34 4-4261,-22 4-324,16 0-212,-6 5-164,0 4-112,-4 2-148,1 8-120,-7 1-352,-3 3-636,-3 2-1028,-3 6-992,-1 0-2561,10 3-4204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12465,'35'-15'4014,"-30"13"-3595,0-1 1,0 1-1,0 0 1,0 0-1,1 1 1,-1 0-1,0 0 1,1 0-1,-1 0 1,11 1-1,7 2 26,1 1-1,0 1 0,43 15 1,67 33-252,-13-5-2583,-37-13-568,-12-5-4511,-41-20 206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835 23 9013,'-54'-22'4228,"22"24"-2300,-15 1-283,28 3-289,-19-3-304,-26 8-228,17 1-188,-7 2-108,-4 3-116,-2 3-364,-3 6-900,-14-3-1132,1 2-64,6 15-2897,-6 6-3912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121 101 8213,'-21'-33'2739,"21"31"-2528,-1 1 0,0 0 1,0 0-1,0-1 0,1 1 1,-1 0-1,0 0 0,0 0 1,0 0-1,-1 0 1,1 0-1,0 1 0,0-1 1,0 0-1,-1 0 0,1 1 1,0-1-1,-3 0 0,-2-1 557,-63-43 9680,67 44-9608,23 17 384,90 68-503,37 28-4064,-102-81-272,65 34 0,-64-42-2268,-7 0-3645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550 26 9065,'-10'-20'2084,"-69"14"1656,44 15-2211,19-4-313,-22 1-256,-23 11-236,17-3-160,0 6-408,-4 3-396,0 3-748,4 6-776,3-1-3269,-1 0-3996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9497,'6'14'2320,"7"1"-148,-1-4-220,4 1 1221,10-12-2045,18 8-212,-6-2-208,10 2 56,3 10-384,-1-7-332,4 3-292,-3-2-508,0 2-700,0 0-336,-4-5-588,-5 5-2453,2 1-3804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6 10181,'-35'-5'2144,"7"10"-144,-7 4-200,9 0-371,-5 2-345,5-2-264,-21 11-168,12 0-116,-3 0-88,3 0-424,0 5-524,0 1-632,3 0-628,0-9-765,-28 37-9692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8861,'55'-14'2125,"-52"13"-1846,-1 0 0,1 0 0,-1 1 0,1 0-1,-1-1 1,1 1 0,0 0 0,-1 0 0,1 0 0,-1 1 0,1-1 0,0 1 0,-1-1 0,1 1 0,2 1 0,7 2 685,346 81 4991,-123-12-11321,-199-59 10,-8 3-3306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0 11489,'-70'9'2232,"51"-3"-284,-19-12-275,0 3-289,3 3-336,-19 3-136,16 0-260,-7 8-136,7 3-120,-6 4-284,3-1-432,6 3-732,3 5-792,-13 18-5549,45-8-1376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6637,'-1'0'99,"1"0"1,-1 0 0,0 0 0,0 0 0,0 0 0,0 0-1,0 0 1,0 0 0,0 0 0,0 0 0,1 0 0,-1 1-1,0-1 1,0 0 0,0 1 0,0-1 0,1 1-1,-1-1 1,0 1 0,0-1 0,1 1 0,-1-1 0,0 1-1,0 1 1,1-1 71,0 0-1,0 0 1,0 0-1,0 0 1,0 0-1,0 0 0,0 0 1,0 0-1,1 0 1,-1 0-1,0 0 1,1-1-1,-1 1 1,0 0-1,1 0 1,-1 0-1,1 0 0,1 1 1,6 8 1890,1 0 0,18 15 0,-20-19-1281,37 29 1143,2-2-1,64 37 0,-41-28-1805,74 39-3242,-83-48-783,0 1-3371,-28-14-643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674 1 9109,'-51'9'2256,"23"2"-308,-20 0-204,16 1-255,4 2-301,-4 0-188,-6 4-272,0 2-140,-10 5-120,-3-2-132,4 3-512,-4 2-384,3 4-692,10-4-544,0 4-965,6-4-1359,7-2-3085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10845,'6'2'536,"1"-1"1,0 1-1,-1-1 1,0 2-1,1-1 0,-1 1 1,0 0-1,0 0 1,-1 1-1,1 0 0,-1 0 1,6 4-1,202 184 4162,0-1-8214,-143-135 213,-19-16-3319,-38-30 531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4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759 209 6773,'-3'-3'442,"1"0"1,0 1 0,-1-1 0,1-1 0,0 1 0,0 0 0,1 0-1,-1-1 1,1 1 0,-1-1 0,1 0 0,0 1 0,1-1-1,-1 0 1,1 1 0,-1-1 0,1 0 0,1-6 0,-2 3 76,0-1 0,0 0 0,-1 1 0,0-1 1,0 1-1,0 0 0,-6-10 0,-5-20 516,13 35-1012,0 1 1,0-1-1,-1 1 0,1-1 0,-1 1 0,1 0 0,-1-1 0,0 1 1,0 0-1,1-1 0,-1 1 0,0 0 0,0 0 0,0 0 1,0-1-1,0 1 0,-1 0 0,1 1 0,0-1 0,0 0 0,-1 0 1,1 0-1,0 1 0,-1-1 0,1 1 0,-1-1 0,1 1 1,-1 0-1,1-1 0,-1 1 0,1 0 0,-3 0 0,1 0-9,-1 0 0,0 1-1,1-1 1,-1 1 0,1 0 0,-1 0-1,1 0 1,0 0 0,-1 1 0,1-1-1,0 1 1,-4 3 0,-67 57 423,46-37-299,-2-1 1,-45 28 0,-176 73-3168,155-81-4067,32-13-1966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5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6493,'26'-26'12165,"-19"26"-11905,-1 1 1,1 1 0,0-1 0,-1 1-1,1 0 1,-1 0 0,0 1-1,1 0 1,-1 0 0,-1 1 0,1-1-1,6 7 1,11 8 84,30 32 0,-46-43-223,102 97-1566,-70-72-2163,1-2-3769,-18-16-72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5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6 7349,'-61'-6'1992,"20"18"-352,25-7-172,-12 7-464,-17 11-220,20 0-184,-10 5-520,0 1-788,-3-4-756,-3 4-2244,2 11-2345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6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18 6193,'0'-1'113,"-1"1"0,1-1 0,0 0 0,0 1 0,0-1 0,0 0 0,0 1 0,0-1 0,0 0 0,0 1 0,0-1 0,0 0 0,0 1 0,1-1 0,-1 0 0,0 1 0,0-1 0,1 0 0,-1 1 0,0-1 0,1 1 0,-1-1 0,1 1 0,-1-1 0,0 1 0,1-1 0,0 0 0,13 9 3420,-5-1-724,-5-7-1840,0-1-802,0 0 1,0 1-1,0-1 0,0 1 1,1 0-1,-1 1 0,0-1 0,0 1 1,0-1-1,0 1 0,0 1 1,0-1-1,0 1 0,0-1 0,0 1 1,-1 0-1,1 0 0,0 1 1,-1-1-1,5 5 0,55 49-1004,-40-34-1412,0-1 1,38 25-1,-29-25-1656,6 6-1804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 41 8505,'-31'-29'2152,"12"23"-348,6 1-132,-12 10-240,-4 4-227,4 2-261,-20 12-148,10 0-220,-6 3-156,-4-1-400,4 4-568,-6 2-792,-11 4-661,-2-1-2551,0 3-3549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4.0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321 34 7937,'15'-15'20406,"-15"14"-19846,-2-7 3479,-1-2-4287,1 12 313,-7 11-63,0 0 0,2 1 0,-8 16 0,-16 27-2,-116 185 0,114-183-367,-1 1-4296,6-24-7620,12-22-187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6.3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 23 4636,'-11'-5'436,"-4"-2"82,3 5 2979,30-2-1561,-16 3-1422,-1 0-1,1 0 1,0 1-1,0-1 1,0 1 0,-1 0-1,1-1 1,0 1-1,0 0 1,0 0 0,3 0-1,51 3 1245,-53-3-1455,20-2 205,6 3-126,1 1 1,-1 1-1,42 10 0,44 5 293,-75-12-489,-30-5-144,0 1 0,0-1 0,0 0 1,11-1-1,-16-1-40,11 0 50,0 1-1,0 0 0,-1 1 1,1 0-1,25 7 0,233 60-25,-166-39 17,191 29 431,-134-43-395,0 2-61,-43-11 2,155-1 36,-77-2 9,10 0-174,-103-7 89,91-9 115,-55-2 500,-117 12-532,48-1 0,14 0 78,-9-1-140,-47 3 68,40-6 0,111-12 83,114-10-211,-280 29 47,58-10 86,-55 8-74,0 0-1,22 0 0,24-1 39,117-20 1,-162 20-41,180-38 230,-179 38-232,1 0-1,0 2 1,29 1 0,20-3 6,79-6 51,-119 9-50,0 1 1,0 2-1,56 11 1,-77-11-26,181 23 12,-25-11 3,-92-9 10,-41-3 0,39 6 0,-49-4-19,0-2 0,40-1-1,8 1 38,-54-1-22,26 4 1,1-3 0,0-1-1,50-7 1,74-3-26,-122 6 54,0 2 0,84 9 0,21 14-44,-123-18-15,2 1 41,0-1-1,0-2 0,0-1 0,34-3 0,-5-10 52,-40 8-58,-1 0 1,30-2-1,-18 1-7,-28 3 1,0 1 0,0 1 0,0-1 0,1 0 0,-1 1 0,0-1 0,0 1 0,5 0 0,24 2 44,-20-1-42,1-1 1,0 2-1,18 3 1,-25-3 11,0-1 1,0 0-1,1-1 1,-1 0-1,0 0 1,12-1 0,6-1 463,11-6 87,-32 8 44,-21-4-7311,-12-3 292,-4 1-4207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9.2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105 0 3824,'-2'0'134,"0"0"0,0 1 0,0-1 0,0 0-1,0 1 1,0-1 0,0 1 0,0 0 0,0-1-1,0 1 1,0 0 0,0 0 0,1 0 0,-1 1-1,-3 3 3476,24-16-1717,-13 8-412,-19 8-838,-11 4 2656,-31 4-3200,52-12 1593,6-2-1456,40-2 327,0 1 1,64 5 0,-20 1-266,179 18 866,118 11-942,-336-30-205,151 15 12,-63 0-4,-46-7-44,209 9 78,-138-11-43,-56-1 1,56 11-70,-43-3 64,31 1 21,-51-13 58,192 16 272,-139-13-394,13 2 127,-59-5-52,362 27-73,-188-10 87,-42-18-67,-199-3-7,118-8 131,-146 8-121,244 5-44,-219-4 117,-1-2 0,0-2 0,46-8-1,101-30 114,-149 33-178,229-48 53,-111 23 260,21-3-132,-146 33-178,0 1 1,0 1-1,0 1 0,0 1 1,0 2-1,0 0 0,32 9 1,-28-6 22,52 5-1,-52-8-58,120 8 33,71-13-64,-197 3 52,-18-1 6,-1 0 2,40 0 13,188 7 46,-61-11-77,-168 4 43,19-3 46,31-3-97,70 3 1,-121 3 26,74-8 41,-66 7 109,0 0 1,0 0-1,14-4 0,-20 4 120,24-17-1708,24-3 1207,-50 20 210,-8-21-1260,4 18 868,1 0 0,-1 0 0,0 0 0,0 1 0,0-1 0,-1 1 0,1-1 0,-5-4 0,-15-12-6333,6 6-1567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9.7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502 123 4420,'0'0'6000,"-2"-2"-5182,0 1-471,1-1-1,-1 1 0,1-1 0,-1 1 1,1-1-1,0 0 0,-1 0 1,1 1-1,0-1 0,0 0 0,1 0 1,-1 0-1,0 0 0,1 0 0,-1 0 1,1 0-1,-1-2 0,2-14-95,0 15 1451,-7-31-389,5 30-309,0-16-613,-1 12 2183,-12 25-1032,-33 60-99,28-43-874,-26 33-1,-14 9-69,-63 84-1496,64-81-1802,13-19-1180,6 1-3620,14-12-3370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47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49 6129,'2'-7'-2170,"0"-1"3654,10-15 12415,-2 13-6875,-15 10-6521,-3 1-393,-1 0-1,1 1 1,0 0-1,0 0 1,1 1-1,-1 0 1,0 0 0,1 1-1,0 0 1,0 0-1,0 1 1,0-1-1,1 1 1,-10 10-1,-27 39-2076,4 10-4467,24-43-41,-1 2-4177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49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4900,'0'0'2487,"13"-5"-313,-12 4-1835,0 1 1,0-1 0,0 1-1,0-1 1,0 0-1,0 1 1,0-1 0,0 0-1,0 0 1,0 0-1,-1 0 1,1 1 0,0-1-1,-1 0 1,1 0-1,0-1 1,-1 1 0,0 0-1,1 0 1,-1 0-1,0 0 1,1 0-1,-1 0 1,0-1 0,0 1-1,0-2 1,1-5-1528,0 6 1781,3 2-484,11 1-27,0 1 1,0 0 0,27 10 0,16 2-26,-19-10 3,53-1-1,-68-4-59,0 1 1,-1 2-1,1 0 0,-1 1 0,1 2 0,30 9 0,-14-1-32,1-2 0,0-1 0,46 4 0,-74-13 36,0-1-1,0 0 0,18-3 0,23 2-12,27 5-23,-31-3 93,299 23-72,-284-19-63,123 26 0,-70-9 205,165 9 0,-255-28-117,51 13-1,-10-1-67,160 5-42,-91-11 131,-128-8-66,17 1-11,-1 1 0,38 9 0,-59-10 49,-1-1-1,1-1 1,0 1-1,0-1 1,0 0-1,9 0 1,16 0 44,117 15 21,26 5-31,-103-14-197,-47-5 217,36 6 1,-46-5-98,0-1 1,0 0-1,14-1 1,31 2 109,14 6-27,118-3 1,-151-5-73,51-1 65,167 5 36,-211 0-133,-23-2 61,0 0 0,-1-1-1,1-2 1,28-3 0,92-16-157,-4 6 212,-110 13-115,0 0 0,43 7-1,-14-2 100,36 1-38,1-4 0,-1-5 0,96-15 0,-140 13 23,103 3 0,-103 3 44,49 3-62,-47 0-50,71-6 1,-64 0 13,67 4 0,-29 2-49,59 13 154,168-13-80,-224-8 48,-48 1-38,-14 1 32,-35 3-12,2 0-31,36-3 14,25-10-116,-62 12 108,-1 0 0,1 0 0,0 0 0,0 0 0,0-1 0,5-3-1,13-4-23,81-30-119,-73 27 110,-10 5 58,-1 1 0,37-5 0,-2 0-156,0 6 78,-51 5 78,0-2 8,21-7-9,-22 8-44,1-1 40,5-4-983,3-2 4438,-17 22-1161,1-4-2306,-1 1-1,2 0 0,-1 0 1,2 1-1,-1-1 1,-2 23-1,3-19-125,0 0 0,-1 0 0,-8 19 0,7-24-635,-1-1 0,-1 1-1,1-1 1,-1 0 0,-1-1 0,-11 11 0,-19 22-5695,14-4-1812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3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239 17 4464,'0'-1'202,"0"0"-1,0 1 1,0-1-1,0 1 1,0-1-1,0 0 1,0 1-1,0-1 1,0 0 0,0 1-1,0-1 1,0 1-1,-1-1 1,1 0-1,0 1 1,0-1-1,-1 1 1,1-1-1,0 1 1,-1-1-1,1 1 1,-1-1-1,1 1 1,0 0-1,-1-1 1,1 1-1,-2-1 1,-9 12 9406,3-1-7934,-1-2-4367,-2 3 2709,0 0 1,-16 20-1,1-1 23,6-9-52,1 1 0,1 1 0,1 1-1,-27 49 1,34-44 11,10-26-142,0 0-87,0 2 412,0-3-246,-1-1-1,1 0 1,0 1-1,0-1 1,0 1-1,0-1 1,1 1-1,-1-1 1,0 1-1,1-1 1,-1 0-1,1 1 1,0 1 0,0-3-14,0 1 0,0-1 0,1 0 0,-1 0 0,0 0 0,0 0 0,0 0 0,0 0 0,1 0 0,-1 0 0,0 0 1,0-1-1,0 1 0,0 0 0,0-1 0,0 1 0,0-1 0,2 0 0,-1 0-212,9-3-1681,-10 4 1961,0 0 0,0-1 0,-1 1-1,1 0 1,0 0 0,0 0 0,0 0 0,0-1-1,0 1 1,0-1 0,0 1 0,-1 0-1,1-1 1,0 1 0,0-1 0,-1 0 0,1 1-1,0-1 1,-1 1 0,1-1 0,0 0-1,0 0 1,4-22 420,-4 21-10,-1 15-293,0-12-83,0 0 1,0 0 0,0 1 0,-1-1 0,1 0 0,0 0-1,-1 0 1,1 0 0,-1 1 0,1-1 0,-1 0-1,1 0 1,-1 0 0,0 0 0,0 0 0,1 0 0,-1 0-1,0 0 1,0-1 0,0 1 0,0 0 0,-1 0-1,-5 5-88,5-4 61,23 19 80,-18-17-76,0-1 0,1-1-1,-1 1 1,1 0 0,0-1-1,0 0 1,0 0-1,0 0 1,7 2 0,46 12 40,-30-10-101,110 20 147,-76-15 69,-1-3-1,88 1 0,-4 0-27,87 11-48,-66-9 236,-155-10-293,0 0 0,1-1 1,13-1-1,10 1 19,49 10-76,137 12 98,-43-11 746,-117-8-643,74 13 0,-78-7 33,70 0 1,-70-14 322,-45 3-472,-1 1 0,1 0 0,15 1 0,7 3-25,0 1 1,-1 1-1,37 11 0,-37-12 62,-23-4-58,-5 0 41,-1 0-29,74-6-10,-59 4-26,0 0 0,-1 1 0,1 1 0,0 0 0,24 4 0,-25 0 21,0-2-1,-1-1 0,20 0 0,0 1 16,206 6-47,-194-5-15,74 14 0,-118-16 36,9-3-18,0 1 1,0 0-1,0 1 1,23 4-1,3-2-4,-16 0-36,-1 0 0,1 1 0,35 10 0,-38-8 42,-1-1 0,1 0 1,30 1-1,32 6-13,54-5 54,-5 2-20,-61-16-57,-35 8 38,39-6-1,-58 3 18,-1 0 0,23-7 0,12-3-91,-34 9 53,-11 3 4,0 0 1,-1 0-1,1 0 0,0 0 1,-1 1-1,1 0 1,0 0-1,6 0 0,-9 1 41,20-4 46,117-11 33,-135 14-96,19 0 10,34 5-3,-54-5-2,16 0-23,45 3 51,34-2-88,-78-2 35,0 1 1,35 6 0,-52-6-29,1 0 26,84-2 38,77 2 14,-160-1-39,0 2-1,0-1 1,0 0-1,0 1 1,0 0-1,-1 0 1,1 0 0,6 3-1,10 2 45,-16-7-39,31 10-52,-11-2 63,0-2-1,1-1 1,0-2 0,0 0 0,32-2-1,63-16 13,-2 1-230,-102 15 225,-1 0 0,20 4 0,25 1-73,-48-5 81,17 0 108,-1 0 0,47-9 0,83-22 754,-146 29-867,0 0 0,0 1 0,0 1 0,1 0 0,-1 1 0,26 5 1,-17-3 17,46 9-94,-43-7 49,-1-1 1,36 1-1,-56-5 1,18 0-19,31 0-1,78 10 0,-68-5-4,-49-5 18,-1 1 0,1 1 0,-1 0 0,1 0 0,14 6 0,-25-7 0,28-2-48,-23 2 59,-1-1 0,1-1 1,-1 1-1,1-1 0,12-4 1,8-2 17,1 0 0,0 2 0,0 1 0,0 1-1,0 2 1,0 0 0,47 7 0,-21-7-3,-29 0-35,34-8-31,-57 9 75,0-2-49,-1 1 1,1 0 0,0 0 0,-1 0 0,1 0 0,0 0-1,5-1 1,36 42-257,-43-40 247,-1 0 1,1 1-1,0-1 1,0 1 0,-1-1-1,1 1 1,0 0-1,0-1 1,-1 1-1,1 0 1,-1-1-1,1 1 1,-1 0-1,1 0 1,-1 0 0,1-1-1,-1 1 1,0 0-1,1 0 1,-1 0-1,0 0 1,0 0-1,1 1 1,-2-1-64,1-1 0,-1 1 0,1-1 0,-1 1 0,1-1 0,-1 1 0,0-1 0,1 0 0,-1 1 0,1-1 0,-1 0 0,0 0 0,1 1 0,-1-1 0,0 0 0,1 0 0,-1 0 0,0 0 0,1 0 0,-1 0 0,0 0 0,1 0 0,-1 0 0,0 0 0,1 0 0,-1-1 0,0 1 0,1 0 0,-2-1 0,-25-9-1980,5 1-2427,1 5-2276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4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480 100 3232,'0'0'3581,"-15"-25"11005,12 22-13971,-1 0 0,1 0 0,-1-1 0,1 1 0,0-1 0,0 0-1,1 0 1,-4-7 0,-14-6 1060,7 6-908,12 10-730,0 1-1,0-1 1,1 0 0,-1 1 0,0-1 0,0 1 0,0-1 0,0 1 0,0-1 0,0 1-1,0 0 1,0 0 0,-1-1 0,1 1 0,0 0 0,0 0 0,0 0 0,0 0 0,0 0 0,0 0-1,0 0 1,0 1 0,0-1 0,0 0 0,0 1 0,0-1 0,0 0 0,0 1 0,0-1-1,0 1 1,0 0 0,-1 0 0,-35 29-32,30-24 77,-32 29-63,14-15-292,1 1 0,1 1 1,1 2-1,-33 45 1,-11 22-4249,23-36-614,26-21-1273,9-14-3879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6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4616,'0'0'6658,"3"1"-5954,10 1 26,0-1 1,0-1-1,0 0 1,0 0-1,0-2 1,16-2-1,-28 4-721,2-1 489,17-2 280,21-3-366,0 2 0,0 2 0,62 5-1,-56-2-295,536 39-31,-548-37-116,813 45 38,-199-39-18,-123 39 69,-253-17-201,-222-24 170,39 3-59,5-3 39,47 1-1,210-25-39,-224 2 36,1 5 1,253 15-1,113 29-511,-4-19 250,-335-26 285,-101 8-98,96-9-284,-101 13-323,-17 1 226,7-2-445,63 8-1,-65-2 634,-35-6 265,17 3-118,-5-1 111,0-1 0,0 0 0,0-2-1,23-2 1,-35 3-45,-6-1-75,-1 1-45,-18-7 977,22 6-762,0 0 0,0 0 0,0 0 1,-1 1-1,1-1 0,0 0 1,0 0-1,0 0 0,1 1 0,-1-1 1,0 0-1,0 0 0,0 0 0,1 1 1,-1-1-1,0 0 0,1 0 1,-1 1-1,1-1 0,-1 0 0,0 1 1,7-7 5228,-9 11-4997,-26 39 51,3 2 0,-25 57 0,7-12-2365,28-62-2800,-21 55 0,22-35-4014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8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6 3752,'0'0'6973,"-4"0"-6212,-4-2-1005,-6-1 5526,21 9-2690,5 0-2565,-1-2 0,1 1 0,0-2 0,0 1 0,0-2 1,1 0-1,-1 0 0,1-1 0,-1-1 0,21-1 0,41 4 35,124 23-58,155 13-99,-153-33 122,185 12-170,-266-10 168,125-3 148,-44-7-156,-158 3-46,0 2 0,0 2 0,-1 2 0,64 17 0,-35-3-19,2-3-1,0-3 1,1-3-1,95 2 1,39-5-133,-97 1 292,-45-2-94,-25-3 10,41 12 0,17 2-39,80 2 28,1-8 0,203-12 0,-103-9-16,-239 7-9,45 6-1,-26-1-12,116 19-169,-115-16 145,-41-4 1,0-1 0,29 0 1,31-1 7,-51 0 30,46-3-1,-56 0-44,298-22 190,28 18-74,-250 4-14,-62-1-226,0 3 0,0 0-1,0 2 1,32 6-1,10 4-37,-71-11 293,20-1-75,-2 0-16,-17 0 137,16-3-155,-10 2 13,1 0-1,0 1 0,0 1 0,0-1 1,0 2-1,15 3 0,37 6 95,-8-11 232,-52 0 595,25-22-62,33-9-570,-58 30-227,15-2-80,-17 2 35,0 1 0,0-1-1,0 1 1,0-1-1,1 1 1,-1 0-1,0 0 1,0 0-1,0 0 1,1 0-1,-1 0 1,0 0-1,0 0 1,0 0-1,0 0 1,1 1-1,-1-1 1,0 0-1,0 1 1,0-1-1,1 2 1,31 14 76,-18-13-3652,-19-20-3329,-2 2 74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9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4308,'0'0'14672,"-1"2"-14585,-1 0 0,2 0-1,-1 1 1,0-1-1,0 0 1,1 0 0,-1 1-1,1-1 1,0 0 0,-1 4-1,5-3-90,0 0-1,0-1 1,0 1 0,1-1-1,-1 1 1,1-1 0,-1-1-1,1 1 1,0-1 0,-1 0-1,1 0 1,9 1 0,4-1-1446,0-1 0,22-3 1,-2 0-2923,5 3-3800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0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 5000,'-12'5'3105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0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24 5320,'0'0'3013,"-13"-12"-4493,7 1-2389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7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146 435 7853,'-3'-7'1084,"0"1"0,-1 0 0,1 0 0,-2 0 0,1 0 0,-1 1 0,1 0 0,-2 0 0,-9-8 0,-11-13 1077,19 17-1505,0 0 0,0-1 0,1 1 1,1-1-1,0-1 0,0 1 0,1-1 0,0 0 0,0 0 1,2 0-1,-3-14 0,4 18-526,0-1 1,1 1-1,0-1 0,1 0 1,-1 1-1,1-1 1,1 1-1,-1-1 0,1 1 1,1 0-1,-1 0 0,1 0 1,1 0-1,-1 0 0,1 0 1,0 1-1,1 0 0,5-6 1,-4 6-99,0 1-1,1 0 1,0 0 0,0 0-1,0 1 1,1 0 0,0 1-1,-1 0 1,1 0 0,0 0 0,15-2-1,9 0 96,55-4 0,-55 8-137,0 1-1,0 2 1,53 9-1,-70-9 6,-1 2-1,1 0 0,-1 1 1,0 0-1,0 1 1,-1 0-1,0 1 0,0 1 1,0 0-1,12 11 1,-20-15-14,0 1 0,-1 0 1,1 0-1,-1 1 1,0-1-1,0 1 0,-1 0 1,1 0-1,-1 0 0,-1 0 1,1 1-1,-1-1 1,0 1-1,2 11 0,-4-8 3,1 0-1,-1 0 1,-1 0 0,0 0-1,-1 0 1,1 0-1,-2 0 1,1-1-1,-6 11 1,-7 14-45,-2-2 1,-1 0-1,-2-1 1,-30 37-1,49-67 60,-118 152-441,116-150 415,1 1 0,0-1-1,0 1 1,0-1 0,0 1-1,1 0 1,-1 0 0,1-1 0,0 1-1,0 0 1,0 6 0,1-8 12,0 1 0,0-1 0,1 1 0,0-1 0,-1 0 0,1 1 0,0-1 0,0 0 0,0 0 0,0 1 1,1-1-1,-1 0 0,1 0 0,-1 0 0,1-1 0,0 1 0,-1 0 0,1-1 0,0 1 0,2 1 0,56 34-255,12 9 16,-66-41 228,0 0-1,-1 0 0,1 0 0,-1 1 0,0 0 0,0 0 1,-1 0-1,7 13 0,-10-16 22,0 0 0,0 1 0,0-1 0,0 0 0,-1 0 0,1 1 1,-1-1-1,0 0 0,0 0 0,0 1 0,0-1 0,-1 0 0,1 1 0,-1-1 0,0 0 0,0 0 0,0 0 0,0 0 1,-1 0-1,1 0 0,-1 0 0,0 0 0,0-1 0,0 1 0,0 0 0,0-1 0,0 0 0,-1 0 0,1 1 0,-6 2 0,-2 2 2,0-1 0,0 1 0,0-2 0,-1 0 0,0 0-1,0-1 1,-17 5 0,-15-2 2,-2-1-1,1-2 1,-71-3-1,-11 1-2040,120-2 1485,0 0 1,0 0-1,0-1 0,0 1 1,0-1-1,0-1 1,0 1-1,-9-5 0,-21-12-8921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8.2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66 11509,'-1'-3'2123,"0"-5"-984,0 0 0,-1 1 0,0-1 1,0 1-1,-1-1 0,-4-9 3943,1 35-3063,3-13-1614,0 7-38,1 0 1,0-1-1,1 1 1,0 0-1,1 0 1,0 0-1,4 22 1,0 12 308,0 72 312,4 167-3144,-9-269 929,0 0 0,-1 1 1,-6 21-1,-7 16-5417,9-33 2258,2 0-7114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8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 13701,'6'1'228,"4"2"421,0 0 0,1-1 1,-1-1-1,1 0 1,12 0-1,-17 0-239,-1-1 1,0 1-1,1 0 1,-1 1-1,0-1 1,0 1-1,0 0 1,0 1-1,0-1 1,0 1-1,0 0 0,4 3 1,10 9 968,25 26 1,-26-24-997,10 9 8,-1 2-1,-1 0 1,-1 2 0,-1 0-1,25 45 1,-43-65-358,-1 0 0,0 1 1,-1-1-1,0 1 0,0 0 0,-1 1 1,-1-1-1,1 1 0,-2-1 0,0 1 1,0-1-1,-1 1 0,-1 0 1,0-1-1,0 1 0,-1-1 0,-1 1 1,0-1-1,0 0 0,-1 0 0,-1 0 1,-5 10-1,5-13-41,0-1 0,0 0 0,-1 0 1,0-1-1,0 0 0,0 0 0,-1 0 0,-12 8 0,-5 1-425,-35 15-1,-7-3-856,-57 9-1606,103-30 1711,-1-1 1,0-2 0,0 0 0,-36 1-1,-1-8-6039,20 2-934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8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1592 186 8913,'-55'-31'2113,"0"2"1,-2 3-1,-116-36 1,168 61-2018,-38-10 912,-60-6 0,51 11-213,-97 3 0,122 4-628,0 2 1,1 1-1,-1 0 0,1 2 1,0 1-1,-32 14 1,9 3 2,1 2 1,2 2 0,0 3-1,2 1 1,1 2 0,2 2-1,2 2 1,1 1-1,2 2 1,2 1 0,1 2-1,3 2 1,-28 54 0,41-67-51,2 2 1,2-1 0,1 2 0,1-1-1,2 2 1,2-1 0,-4 51 0,9-60-68,2-1 0,1 1 1,1 0-1,1-1 0,2 1 0,0-1 1,2 0-1,1 0 0,1-1 1,1 0-1,14 24 0,-2-12-51,3-1 1,1-1-1,1-1 1,2-1-1,1-2 1,2-1-1,1-1 0,65 43 1,-20-24-305,1-2 1,3-5-1,100 37 0,-46-28-238,2-7 1,2-5-1,189 25 0,-211-49 278,1-5 1,0-5-1,0-5 1,172-24-1,-233 16 254,-1-2 1,0-3-1,-1-2 0,-1-3 0,0-2 0,-2-3 0,69-40 0,-96 47 84,-1-1 0,0-1-1,-2-2 1,0 0 0,-1-1-1,30-40 1,-38 43-4,-1-2 1,-2 1-1,0-1 1,0-1-1,-2 0 1,-1 0-1,-1-1 1,-1 0-1,5-35 1,-8 29 14,-2-1 0,-1 1 0,-1 0 1,-2 0-1,0 0 0,-2 0 0,-2 0 1,-18-53-1,6 34 48,-2 2 0,-2 0-1,-2 1 1,-39-53 0,39 65-71,0 0 0,-3 3 0,0 0 0,-2 1 0,-1 2 0,-1 2 0,-1 0-1,-2 3 1,-47-25 0,52 33-296,-1 1-1,0 2 0,0 1 1,-64-11-1,65 17-551,-1 2 0,0 0 0,0 2 0,0 2 0,-49 8 0,50-4-2269,-50 17 0,-26 22-6863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0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1 13097,'1'0'188,"0"1"-1,0 0 1,0 0-1,0 0 1,0 0-1,0 0 1,-1 0-1,1 1 1,0-1-1,-1 0 1,1 0-1,-1 0 1,1 1-1,-1-1 1,0 0 0,1 0-1,-1 1 1,0-1-1,0 0 1,0 1-1,0-1 1,0 2-1,-10 36 4991,1-6-2968,-37 267 5179,17-96-6809,26-185-580,-24 202 0,26-192 0,0 0 0,2 0 0,2 0 0,0 0 0,13 47 0,-12-63 0,1-1 0,-1 1 0,2-1 0,0-1 0,0 1 0,1-1 0,1 0 0,0 0 0,0-1 0,1-1 0,0 1 0,1-1 0,11 8 0,-8-8 0,0-1 0,1 0 0,0-1 0,0 0 0,1-1 0,0-1 0,0 0 0,0-2 0,1 1 0,25 1 0,-6-3 0,0-3 0,0 0 0,0-2 0,-1-2 0,1-1 0,56-18 0,195-88 0,-197 70 0,-1-4 0,-3-3 0,-2-4 0,96-80 0,-68 51 0,-19 15 0,-86 61 0,-4 4 0,0 0 0,0 0 0,0 0 0,1 1 0,-1-1 0,1 1 0,-1 0 0,1 0 0,-1 0 0,1 0 0,0 0 0,3-1 0,11-1 0,-17 2 0,1 1 0,-1 0 0,1 0 0,-1 0 0,1 0 0,-1 0 0,1 0 0,-1 0 0,1 0 0,-1 0 0,1 0 0,-1 0 0,1 0 0,-1 0 0,1 0 0,-1 0 0,1 0 0,-1 1 0,1-1 0,-1 0 0,1 0 0,-1 1 0,1-1 0,-1 0 0,1 1 0,-1-1 0,0 0 0,1 1 0,-1-1 0,0 1 0,1-1 0,-1 1 0,0-1 0,0 0 0,1 1 0,-1-1 0,0 1 0,0-1 0,0 1 0,0-1 0,0 1 0,0 0 0,1-1 0,-1 1 0,0-1 0,0 1 0,-1-1 0,1 1 0,0-1 0,0 1 0,0-1 0,0 1 0,0-1 0,-1 1 0,1-1 0,0 1 0,0-1 0,-1 1 0,1-1 0,0 0 0,-1 1 0,1 0 0,-1-1 0,-12 62 0,4-24 0,2 1 0,1 0 0,2 0 0,1 44 0,4-57-93,-1-18-57,0 0-1,0 0 1,1 0 0,0 0-1,0 0 1,1-1 0,0 1-1,5 12 1,-3-3-12281,-3-11 9462,5 16-9968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0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15045,'13'12'5673,"2"-10"-5337,4 7-816,0 0-1164,1 2-1453,5 12-1523,13 14-3609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13465,'-1'-4'10092,"10"10"-7274,-6-4-2639,-1 0 0,1 0-1,-1 1 1,0-1 0,0 1 0,0-1-1,3 5 1,0 5 357,1 0-1,1 0 1,7 10-1,-7-13-371,-1 1-1,0 0 0,-1 0 1,6 17-1,40 111 809,-47-125-958,-1 1-1,0-1 1,-1 1 0,1 17-1,-1-8 78,-2-22-87,0-1 0,0 0 0,0 0 0,0 0 0,0 1 0,0-1 0,0 0 0,0 0 0,0 0 0,0 0 0,0 1 0,0-1 0,0 0 0,0 0 0,0 0 0,1 0 0,-1 1 0,0-1 0,0 0 0,0 0 0,0 0 0,0 0 0,0 0 0,1 1 0,-1-1 0,0 0 0,0 0 0,0 0 0,0 0 0,1 0 0,-1 0 0,0 0 0,0 0 0,0 0 0,0 0 0,1 0 0,-1 0 0,0 0 0,0 0 0,0 0 0,1 0 0,-1 0 0,18-25 302,-10 10-299,13-16 70,0 0 1,2 2-1,1 0 1,34-30-1,-50 52-77,0 0 0,0 1 0,0 1 0,0-1 0,1 1 0,0 1 0,0 0 0,0 0 0,1 0 0,-1 1 0,1 1 0,0 0 0,0 0 0,0 1 0,0 0 0,0 1 0,0 0 0,0 0 0,0 1 0,0 0 0,-1 1 0,1 1 0,0-1 0,14 7 0,-7-2 0,-1 0 0,0 1 0,0 1 0,-1 1 0,0 0 0,0 1 0,-2 0 0,1 1 0,17 21 0,-20-19-85,1-1 1,0-1-1,0 0 1,21 15-1,7 2-7670,-20-14 175,9 6-6445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43 344 15309,'52'-32'4277,"-33"20"-1501,36-19 0,13 2-16,78-37 75,-125 55-2585,-1-1 1,-1 0 0,1-2-1,28-26 1,-14-4 72,-33 44-322,-1 0 1,0-1 0,0 1-1,0 0 1,0 0-1,0 0 1,0 0-1,1 0 1,-1 0-1,0 0 1,0 0-1,0-1 1,0 1-1,0 0 1,0 0-1,0 0 1,0 0-1,0 0 1,0-1-1,0 1 1,0 0-1,0 0 1,0 0-1,0 0 1,0 0-1,0-1 1,0 1-1,0 0 1,0 0-1,0 0 1,0 0-1,0 0 1,0-1-1,0 1 1,0 0 0,0 0-1,0 0 1,0 0-1,0 0 1,0 0-1,0-1 1,0 1-1,-1 0 1,1 0-1,0 0 1,0 0-1,0 0 1,0 0-1,0 0 1,-1-1-1,-4-5 17,4 4-6,0 0-1,0 0 0,-1 0 0,1 0 0,-1 1 0,1-1 0,-1 1 1,1-1-1,-1 1 0,0 0 0,0-1 0,0 1 0,0 0 1,0 0-1,0 0 0,0 1 0,0-1 0,0 0 0,0 1 0,-1-1 1,1 1-1,0 0 0,0 0 0,-1 0 0,-1 0 0,-5 0-6,-1 1-1,1-1 1,0 2-1,-1-1 1,1 1 0,0 1-1,0 0 1,1 0-1,-1 0 1,0 1-1,1 1 1,0-1-1,0 1 1,0 1-1,-7 6 1,1-1-5,-14 10 0,0 2 0,2 0 0,-41 48 0,37-36 0,1 1 0,-36 60 0,57-82 0,0 1 0,1 0 0,1 0 0,0 1 0,1-1 0,1 1 0,0 0 0,1 0 0,1 1 0,-1 25 0,4-36 0,-1 0 0,1 1 0,0-1 0,0 0 0,0 0 0,1 0 0,0 0 0,0 0 0,1-1 0,0 1 0,0-1 0,0 1 0,0-1 0,9 9 0,-6-8 0,1 0 0,0-1 0,-1 1 0,2-2 0,-1 1 0,1-1 0,-1 0 0,1-1 0,15 5 0,2-2 0,1-1 0,0-1 0,0-2 0,0 0 0,1-2 0,30-3 0,13-3-1604,-1-3-1,1-4 1,68-21 0,-92 19-2769,0-2 0,80-42 0,-65 25-5874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582 100 11393,'0'0'15,"-5"-1"302,1-1 0,-1 1 0,1-1 0,0 0 0,-1-1 0,1 1 0,0-1 0,0 0 0,1 1 0,-1-2 0,1 1 0,-1 0 0,1-1 0,-3-4 0,3 4 226,1 0 1,-1 0 0,0 0-1,0 0 1,-1 1 0,1-1-1,-1 1 1,0 0-1,0 0 1,0 0 0,0 0-1,0 1 1,-1 0 0,1 0-1,-7-2 1,5 2-125,0 1 1,0 0 0,0 1-1,0 0 1,0 0 0,0 0-1,0 0 1,0 1-1,0 0 1,0 0 0,-7 3-1,-1 1-133,0 1 1,1 1-1,-1 0 0,1 1 0,0 0 0,1 1 0,0 0 0,1 1 1,-13 14-1,-8 10-383,1 1 0,3 2 0,1 1 0,1 1 0,2 1 0,-27 66 0,47-98-178,1 1-1,1-1 1,0 1-1,0 0 1,0-1 0,1 1-1,1 0 1,-1 0-1,1 0 1,1 0 0,0 0-1,0-1 1,1 1-1,0 0 1,0-1 0,7 15-1,15 18-1137,-23-39 1341,1 0-1,0 0 0,-1 0 0,1-1 0,0 1 0,0-1 1,0 1-1,0-1 0,0 1 0,1-1 0,-1 0 0,0 0 0,0 0 1,1-1-1,-1 1 0,1 0 0,-1-1 0,1 1 0,2-1 1,1 0-19,0 0 1,1 0-1,-1-1 1,0 0-1,11-3 1,-3-1 188,0 0 1,0-1-1,-1-1 1,1 0-1,-2-1 0,1-1 1,-1 1-1,0-2 1,16-16-1,65-74 3928,-64 68-2137,-27 30-1791,0-1 0,0 1 1,0-1-1,1 1 1,-1 0-1,1 0 0,0 0 1,-1 0-1,1 1 1,0-1-1,0 1 0,0 0 1,0 0-1,0 0 1,0 0-1,0 0 0,6 0 1,-7 1-84,1 0 1,-1 1-1,0 0 0,1-1 1,-1 1-1,1 0 1,-1 0-1,0 0 0,0 0 1,1 0-1,-1 1 1,0-1-1,0 1 0,0-1 1,0 1-1,-1 0 1,3 3-1,4 5-36,-1 1 1,-1 0-1,0 0 1,-1 1-1,0 0 0,0-1 1,2 16-1,39 96-1613,-27-78-3251,-1 3-5790,-12-27-1914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0 257 14501,'3'-3'678,"1"0"-1,-1 1 1,0-1-1,1 1 1,0-1 0,0 1-1,-1 0 1,1 1-1,6-3 1,-4 7 1023,25 30-578,-2 2 0,-1 1 0,42 72 0,-43-64-1155,-2 1-1,-2 1 1,-2 0 0,-2 2-1,-2 1 1,-3 0-1,-1 0 1,-3 2 0,5 57-1,-15-94-14,0 1 0,-1-1-1,0 0 1,-1 0-1,0 1 1,-1-1-1,-1-1 1,-1 1-1,0-1 1,-8 17-1,12-28 60,0 0 0,0 0-1,0-1 1,0 1-1,-1 0 1,1-1-1,0 1 1,-1-1 0,1 0-1,-1 1 1,0-1-1,1 0 1,-1 0-1,0 0 1,0 0 0,0 0-1,0 0 1,0 0-1,0-1 1,0 1-1,0-1 1,0 0 0,0 1-1,0-1 1,0 0-1,0 0 1,0 0-1,0-1 1,0 1 0,0 0-1,0-1 1,0 1-1,-3-2 1,-1 0 57,-1-1 0,1 0 0,0 0 0,0-1 0,0 0 0,0 0 0,1 0 0,-7-6 0,7 3-20,-1 0 0,1 0 0,0 0 0,1 0 0,0-1 0,0 0 0,0 0 1,1 0-1,0 0 0,1 0 0,-3-14 0,1-8 55,0 0 0,2-30-1,3 7-407,1 0 0,4 0 0,1 1 0,20-73 0,-6 56-1527,2 0-1,56-111 1,-62 148-13,38-53 0,2 15-3370,16-3-4425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2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556 1376 10149,'60'-93'8666,"-5"-3"-5322,-14 28-1841,-24 41-656,23-47 0,-10-3-35,-13 34-448,7-19 324,18-79-1,-18 46-91,-5-1-1,-4-1 0,3-118 1,-17 193-431,-1 0 0,-1 1 1,-1-1-1,-1 0 1,-8-31-1,10 52-145,1-1 1,-1 0-1,1 1 0,-1-1 1,0 1-1,0-1 1,0 1-1,0-1 1,0 1-1,0 0 0,0-1 1,0 1-1,-1 0 1,1 0-1,0 0 0,-1 0 1,1 0-1,-1 0 1,1 0-1,-1 1 0,1-1 1,-1 0-1,0 1 1,1-1-1,-1 1 0,0 0 1,1-1-1,-1 1 1,0 0-1,0 0 0,1 0 1,-1 0-1,0 1 1,1-1-1,-1 0 0,0 1 1,0-1-1,1 1 1,-1-1-1,1 1 0,-1 0 1,-2 2-1,-7 3 90,0 0 0,1 1 0,0 0-1,-16 15 1,2 1-94,2 1 1,0 1-1,-34 53 0,-44 94-21,59-93 5,3 3 0,4 1 0,4 1 0,3 2 0,4 1 0,4 1 0,4 0 0,4 1 0,3 1 0,5 0 0,14 161 0,-3-196 13,2-1-1,3 0 1,2-1 0,3 0-1,1-2 1,3 0 0,2-1-1,37 56 1,-8-27-525,4-3 1,2-2-1,135 127 0,-177-185 339,3 2-47,0 0-1,-1 2 0,-1 0 0,0 2 0,20 33 0,-37-53 216,1 1 1,-1 0-1,1 0 0,-1-1 0,0 1 1,0 0-1,-1 0 0,1 0 0,-1 0 1,1 0-1,-1 0 0,0 0 1,0 1-1,0-1 0,-1 0 0,1 0 1,-1 0-1,1 0 0,-1 0 0,-2 4 1,-1-1 31,0-1-1,0 1 1,-1-1 0,0 0 0,0-1 0,0 1 0,0-1 0,-1 0 0,0-1 0,0 1 0,0-1 0,0 0-1,-10 3 1,-49 20 314,-1-2 0,-128 27-1,-136 12 118,85-16-3566,201-42-269,42-4 2724,0-1 1,0 0 0,0 0 0,0 0 0,1 0 0,-1 0 0,0 0-1,0 0 1,0 0 0,0-1 0,1 1 0,-1-1 0,0 1 0,-2-2-1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3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28 394 15417,'-26'0'3993,"26"5"-2150,-1 8-1184,1 0-1,0 1 0,1-1 0,0 0 1,1 1-1,1-1 0,4 14 1,38 95 352,-23-66-401,13 34-115,135 409 783,-66 86-670,-60-295-289,-40-262 99,2 0 0,0-1 0,14 34 1,-20-60-413,1 1 1,-1-1 0,1 0-1,-1 0 1,1 0 0,0 0 0,-1 0-1,1 0 1,0 0 0,0 0-1,0 0 1,0 0 0,0 0-1,0-1 1,0 1 0,0 0 0,0-1-1,0 1 1,0-1 0,1 1-1,-1-1 1,0 1 0,0-1 0,1 0-1,-1 0 1,0 1 0,0-1-1,1 0 1,-1 0 0,0 0-1,0-1 1,1 1 0,-1 0 0,0 0-1,0-1 1,1 1 0,-1-1-1,0 1 1,0-1 0,2 0-1,2-2-8,0 0-1,-1 0 0,1 0 1,0-1-1,-1 0 0,0 0 1,7-8-1,35-53 3,-3-3 0,55-115 0,-33 55 0,231-394 5,-6 9-70,-258 454-145,155-272-3125,-129 239-1473,103-126 0,-102 156-1551,-6 18-3844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3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428 1 14441,'-7'0'502,"1"0"0,-1 1 0,0 0 0,1 1 0,-1-1 0,1 1 0,0 1 0,-1-1 0,1 1 0,0 0 0,1 0 0,-1 1 0,0 0-1,1 0 1,-8 7 0,-1 4 732,0 0 0,2 1 0,-1 0 1,-10 20-1,0 6 99,1 0 1,-21 60 0,-23 96-1211,41-109-123,4 0 0,4 2 0,4 0 0,4 1 0,3 129 0,8-179 0,2-1 0,1 0 0,2 0 0,3-1 0,0 0 0,31 71 0,-31-89 0,1 0 0,1-1 0,1-1 0,1 0 0,1 0 0,1-2 0,0 0 0,1 0 0,1-2 0,1 0 0,0-1 0,1-1 0,23 12 0,-16-13-255,1-1 1,0-1-1,1-1 0,0-2 0,0 0 1,33 2-1,59 2-4117,2-9-4154,8-3-6576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4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170 292 14897,'0'2'248,"0"0"-1,0 0 0,0-1 0,0 1 0,-1 0 1,1-1-1,-1 1 0,1 0 0,-1-1 1,1 1-1,-1-1 0,0 1 0,0-1 1,0 1-1,0-1 0,0 0 0,0 1 0,-1-1 1,-1 2-1,0 0 187,0 0-1,1 0 1,-1 1-1,1-1 1,0 1 0,-4 6-1,-3 21 889,0 0 0,2 0 0,-6 54 0,3 103 387,6-96-1060,0-11-255,-17 218 634,1-112-731,-11 77 92,30-261-356,0-8-13,-1-14-33,1 1 0,0-1 0,1 0 0,1 0 0,5-24 0,-1 0 38,14-91 41,61-217 0,-35 203-83,6 2 0,129-259 0,-161 367 2,1 2-1,2 1 0,2 0 0,39-43 1,-58 72 24,0 1 1,0 0-1,1 0 1,0 1-1,0 0 1,0 0-1,1 0 0,-1 1 1,1 0-1,0 0 1,0 1-1,14-4 1,-15 5-10,0 1 1,-1 0 0,1 0-1,0 0 1,-1 1-1,1-1 1,0 1-1,-1 1 1,1-1 0,-1 1-1,0 0 1,1 0-1,-1 1 1,0-1-1,0 1 1,0 0-1,5 5 1,5 5-1,-2-1 0,1 2 0,-2 0 0,0 0 0,12 20 0,46 87 0,-61-104 0,170 382 0,-35 18 0,-54-22 0,-52-197 0,-18-76-1066,-6-35-3410,6-3-7640,-11-58-9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4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20 229 17758,'-19'-25'10645,"41"16"-9485,19-2-268,10-1-404,19 1-472,16-3-456,25-1-880,13-2-424,12-6-521,4-5-763,9-4-3517,-3 1-6088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4.8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374 39 11549,'-11'-5'812,"9"4"-469,0-1 1,0 1-1,0 0 1,0 0-1,-1 1 1,1-1-1,0 0 1,0 1-1,-1-1 1,-2 1-1,-2-10 3682,6 10-3901,1-1 1,0 0-1,0 0 1,-1 1-1,1-1 1,0 0-1,-1 0 1,1 1 0,-1-1-1,1 0 1,-1 1-1,1-1 1,-1 1-1,1-1 1,-1 0-1,0 1 1,1-1-1,-1 1 1,0 0-1,1-1 1,-1 1-1,0 0 1,0-1-1,1 1 1,-1 0-1,0 0 1,0-1-1,0 1 1,0 0 0,-3 2 186,0-1 1,1 1 0,-1 0 0,1 1 0,-1-1 0,1 0 0,0 1 0,0 0 0,0 0 0,0 0 0,0 0 0,1 0 0,0 0 0,-4 8-1,-4 7 839,-13 36 0,10-23-232,-35 85-390,-53 192 0,81-228-549,4 1 0,3 0-1,-3 119 1,16-175 35,1 0 0,0 0 0,2 0 0,1-1-1,1 1 1,2-1 0,17 46 0,-16-54-126,0 0 0,0-1 0,2 0-1,0-1 1,0 0 0,2-1 0,-1 0 0,2 0-1,0-2 1,0 1 0,1-2 0,17 11 0,-9-9-545,1 0 0,1-2 1,0-1-1,0 0 0,1-2 1,-1-1-1,2-1 1,-1-1-1,1-1 0,28-1 1,-6-2-782,-1-3 1,1-2-1,-1-2 0,71-20 1,-90 18 27,0-1 1,0-1-1,-1-1 1,37-23-1,19-18-5567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590 6 11389,'-7'-1'448,"0"-1"0,1 1 0,-1 0 0,0 0 0,0 1 0,1 0 0,-1 0 0,0 1 1,0 0-1,1 0 0,-1 0 0,0 1 0,1 0 0,0 0 0,-1 1 0,-11 6 0,-1 2 752,0 0-1,0 1 1,1 1 0,-18 17-1,5 1 12,1 0-1,2 2 0,1 1 1,2 2-1,-41 74 0,37-52-1085,3 1 1,3 1-1,-23 85 0,40-118-125,0-1 0,2 1 0,0-1 0,2 1 0,1 0 0,1 0 0,6 40 0,-4-54 0,1-1 0,0 0 0,0 0 0,1-1 0,1 1 0,0-1 0,1 0 0,0 0 0,0-1 0,1 1 0,1-1 0,0-1 0,0 0 0,1 0 0,0 0 0,0-1 0,1 0 0,14 8 0,-3-5-430,0 0-1,1-2 1,0-1-1,0 0 1,1-2-1,0 0 1,0-2-1,46 3 1,9-5-5533,107-12 1,-139 6 2928,70-4-7916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15033,'29'11'2382,"-23"-8"-28,-16 26 6245,15 36-4847,10 38-3038,1-2-781,-6 122 67,-8-138 0,-8 71 25,2-99-252,5 89 0,0-140 16,9 101-4820,0-39-3333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560 1 10837,'-108'26'2492,"73"-12"-144,-6 0-171,2 6-241,-2 3-280,0 6-336,3 5-260,0 9-204,6 2-244,0 1-480,7 6-676,-1-1-688,-5-5-1080,8 5 12,17 6-3373,3-5-4708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8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9277,'54'14'2624,"-38"6"-332,3 0-232,0-3-91,16 12-149,0-6-284,-3 8-128,3 4-264,0-4-240,9 3-152,4 6-188,-4-3-376,1 1-788,-7-4-520,-7-6-920,-12-13-856,10 8-3013,12 14-5080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6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26 12889,'1'-2'724,"1"-13"-119,-4 9 1563,-5 4 4235,14 18-3804,7 10-1877,1-1 0,1 0-1,29 33 1,6 9-158,26 37-889,-43-63-2195,-3 3 0,33 58 0,-34-29-6466,-18-31 2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6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782 52 7433,'-33'-46'3821,"32"45"-3686,0 0 1,0 1-1,0-1 1,0 1-1,0-1 0,0 1 1,0-1-1,-1 1 1,1 0-1,0 0 1,0-1-1,0 1 1,-1 0-1,1 0 1,0 0-1,0 0 0,-1 1 1,1-1-1,-2 1 1,-1-1 282,-3 1-154,1 0 0,0 0 0,0 0 0,0 1 0,0 0 1,1 0-1,-1 1 0,0 0 0,-6 4 0,-49 38 1649,43-31-1632,-44 38 898,-107 115 0,-33 80-3232,103-100-5819,57-75-793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6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20 4916,'-28'-11'3465,"9"8"-4389,3-3-1241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7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458 69 6985,'-12'-48'12433,"8"28"-4012,1 23-7263,0-1-945,-1 1 20,1 0 0,-1 0 0,1 1 1,0-1-1,0 1 0,0 0 0,1-1 0,-1 1 0,1 1 0,0-1 0,0 0 0,0 0 0,-1 6 0,-189 618 61,161-528-276,16-49-1203,-28 66-1,12-59-1433,20-39 966,1 1 1,-12 32-1,0 32-5785,3-5-4977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8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1106 9469,'0'0'5104,"1"-3"-3716,0-2-1177,1 0-1,-1 1 0,1-1 1,0 1-1,1 0 0,-1 0 1,1 0-1,-1 0 0,1 0 1,1 0-1,-1 1 0,0-1 1,1 1-1,0 0 0,0 0 0,0 0 1,5-2-1,14-8 45,0 1 0,26-9 0,-40 17-112,143-51 646,290-63 0,293-14-387,10 38-263,-659 84-132,1829-198-976,-1812 197 858,1685-211-1820,-1731 214 1744,69-9-1030,170-45-1,-265 48 82,-31 14 1056,1 0-1,-1-1 1,0 1 0,1 0 0,-1-1 0,0 1 0,1 0 0,-1-1 0,0 1-1,1 0 1,-1-1 0,0 1 0,0-1 0,1 1 0,-1 0 0,0-1 0,0 1-1,0-1 1,0 1 0,1-1 0,-1 1 0,0-1 0,0 1 0,0-1 0,0 1 0,0-1-1,0 1 1,0-1 0,-1 0 0,0 0-202,-1-1 0,1 1 0,-1 0 0,0-1 0,0 1 0,1 0 1,-1 0-1,0 0 0,0 0 0,0 1 0,0-1 0,0 0 0,0 1 0,-1-1 0,1 1 0,0 0 0,0 0 0,-4 0 0,-43-3-4985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28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25504,'16845'0'0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0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537 1 7373,'-1'0'17247,"-6"4"-14128,1-1-5541,6-1 2501,-1-1 0,1 0-1,0 0 1,-1 0 0,1 1 0,0-1-1,0 0 1,0 0 0,0 1 0,0-1 0,0 0-1,0 0 1,0 1 0,1-1 0,-1 0-1,1 2 1,-1-1 101,1 6-53,1-1-1,-1 1 1,1-1 0,1 0 0,-1 0-1,1 0 1,0 0 0,1 0 0,0-1-1,0 1 1,8 8 0,4 4 134,36 33 0,-43-44-181,14 12-127,1-1-1,1-1 0,0-1 1,54 25-1,112 35-2514,-107-46 801,-81-30 1491,-6 2-102,-6 4 388,0 0 1,0-1-1,-1 0 1,0 0 0,-1-1-1,1 0 1,-14 4 0,-85 19 423,30-10-277,-206 68-291,25-8-3890,219-65 1216,1 2-1,-63 33 1,20-5-6153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1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287 107 6345,'33'-20'2378,"0"2"1,1 1 0,69-23 0,-97 38-2143,1 0-1,0 0 1,0 0-1,0 1 1,0 0 0,0 0-1,0 1 1,0 0-1,0 0 1,8 1-1,-13 0-168,0-1-1,-1 1 0,1-1 0,0 1 0,0 0 0,-1 0 0,1 0 0,-1 0 1,1 0-1,-1 0 0,1 0 0,-1 0 0,0 1 0,1-1 0,-1 0 1,0 1-1,2 2 0,-2-1 4,0-1 0,0 1 0,-1 0 1,1 0-1,0 0 0,-1 0 0,0 0 1,0 0-1,0 0 0,0 0 0,0 0 1,0 1-1,-1-2 0,-1 5 0,0 5 59,-2 1 0,0-1 0,0 0 1,-1-1-1,-1 1 0,0-1 0,0 0 0,-1 0 0,-1-1 0,0 0 0,-10 11 0,-201 171 687,144-131-656,3 2 0,-64 74-1,133-133-153,0-1 11,0 0-1,1 1 0,-1-1 0,1 0 0,0 1 1,-3 5-1,4-7-12,1-1 1,0 0 0,0 0-1,-1 1 1,1-1 0,0 0 0,0 1-1,0-1 1,0 0 0,1 0-1,-1 1 1,0-1 0,1 0-1,-1 1 1,0-1 0,1 0 0,-1 0-1,1 0 1,0 0 0,-1 0-1,1 1 1,0-1 0,0 0-1,0-1 1,0 1 0,-1 0-1,3 1 1,5 4 5,0 0 1,0-1-1,1 0 0,-1-1 0,1 0 1,0 0-1,1 0 0,-1-2 0,1 1 0,17 2 1,16 0-48,50-1 0,-73-3 1,398-24-2100,-298 12 786,183-20-6833,-159 11-957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6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4336,'0'0'6294,"14"-5"-6069,-13 4-85,0 1-1,0 0 1,0-1-1,0 1 1,0-1-1,0 1 1,0-1 0,-1 1-1,1-1 1,0 1-1,0-1 1,0 0 0,-1 0-1,1 1 1,0-1-1,-1 0 1,1 0 0,0 0-1,-1 0 1,1 0-1,-1 0 1,1-1-1,2-5-1249,4-1-5116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7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43 10925,'-28'-6'11259,"30"-28"-6751,-1 31-2213,9 3-1974,1 1 0,-1 0 1,1 1-1,-1 0 0,0 1 0,0 0 0,0 0 0,-1 1 0,1 0 0,-1 1 0,0 0 0,15 11 0,1 4-616,-1 2 0,38 41 0,-30-28 355,0 0-3249,28 27-11003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3 11653,'-1'1'150,"0"0"0,1-1 0,-1 1 0,0-1 0,0 1 0,0-1 0,0 1 0,0-1-1,0 0 1,0 1 0,1-1 0,-1 0 0,0 0 0,0 0 0,0 1 0,0-1 0,0 0 0,0 0 0,0-1 0,0 1 0,0 0 0,0 0 0,0 0 0,0-1-1,0 1 1,0 0 0,0-1 0,0 1 0,0-1 0,0 1 0,0-1 0,1 1 0,-2-2 0,-6 0 2392,-10 4-768,1 1 0,-1 1 1,-32 11-1,30-7-720,0 1-1,-35 22 1,30-14-1736,1 1-1,1 1 0,1 1 1,0 1-1,-24 31 1,38-41-619,0-2-1,-1 1 1,0-1 0,-1-1 0,-20 15 0,14-10-4364,11 7-3335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7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11069,'19'9'2116,"0"-1"-204,3-2-315,-3 3-261,3 2-320,20 6-244,-17-3-136,10-2-200,-3-4-384,9 7-496,0-4-516,-9 1-472,3-1-437,-16-8-339,0 5-1840,6-2-2949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20 9093,'0'-2'531,"-1"1"1,0 0-1,0 0 0,0-1 1,0 1-1,0 0 0,0 0 1,0 0-1,-1 0 1,1 0-1,0 1 0,0-1 1,-1 0-1,1 0 0,-3 0 1,-24-1 3362,15 4-3247,0 0-1,1 1 1,-13 5 0,12-3 439,-7 1-952,-5 1 634,0 2-1,-23 11 1,3 9-2139,39-24 206,1 1 0,-1 0-1,1 0 1,-9 12 0,2 0-5396,-5 11-4296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14961,'83'-9'2501,"-51"9"1715,-10-3-2668,-3 3-312,13 0-260,19 3-520,-7 0-660,0 0-408,-2 0-596,-23-1-844,13-2-608,18 6-3045,-15 3-4764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 12821,'-1'0'51,"1"0"-1,0 0 1,0 0-1,0 0 0,0 0 1,0 0-1,-1 0 1,1 0-1,0 0 1,0 0-1,0 0 1,0 0-1,0 0 1,-1 0-1,1 0 1,0 0-1,0 0 0,0 0 1,0 1-1,0-1 1,-1 0-1,1 0 1,0 0-1,0 0 1,0 0-1,0 0 1,0 1-1,0-1 1,0 0-1,0 0 0,0 0 1,0 0-1,0 0 1,0 1-1,-1-1 1,1 0-1,0 0 1,0 0-1,0 0 1,0 0-1,0 1 1,0-1-1,0 0 0,0 0 1,1 0-1,6 10 7718,6 7-4063,-6-8-3549,1 0-1,0 0 0,1-1 1,-1-1-1,1 1 1,1-1-1,15 8 0,72 34-2456,-94-48 2241,127 56-5382,-127-56 5025,37-5-561,-39 3 1003,0 1 0,0-1-1,0 1 1,0-1 0,0 0 0,0 1 0,0-1 0,0 0 0,-1 1 0,1-1 0,0 0 0,0 0-1,-1 0 1,1 0 0,0 0 0,-1 0 0,1 0 0,-1 0 0,0 0 0,1 0 0,-1 0 0,0 0-1,1 0 1,-1 0 0,0 0 0,0 0 0,0 0 0,0-1 0,0 1 0,0 0 0,-1 0 0,1 0-1,0 0 1,0 0 0,-1 0 0,1 0 0,-1 0 0,1 0 0,-1 0 0,1 0 0,-1 0 0,-1-1-1,-1-2 125,-1 1 0,1 0 0,-1 0 0,0 0 0,0 0 0,0 1 0,0-1 0,0 1 0,-1 0 0,1 1 0,-1-1 0,-8-1-1,-58-7 810,68 9-938,-36 1-2,0 1 0,0 2 0,0 1 0,-72 19 0,90-18-1082,0 1 0,-32 16-1,-6 7-5802,19-6-2823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13597,'8'4'-6,"12"5"2047,-1 2-1,0 0 0,-1 1 1,31 26-1,-32-23-1280,0 0-1,39 23 1,-8-6-1792,-39-26 106,0 0 0,0-1 0,16 7 0,-6-5-2824,1-2-3386,2 0-330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17 8889,'19'-17'2588,"-41"23"-272,-1 2-180,1-8 301,-16 6-233,6 0-316,-3 2-360,0 1-300,-9 2-272,0 1-408,-1 5-732,1-3-628,-4-5-1164,-12 5-1140,-1 3-3001,11 3-5412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9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19 9009,'-15'-15'9847,"7"12"-5356,13 13-1614,-1-5-2425,0 0 0,1 0-1,0 0 1,0 0 0,0-1-1,0 0 1,1 0-1,-1-1 1,8 4 0,58 22 1323,-37-16-1526,54 20-318,116 29 0,-76-38-3449,-54-10-2026,-27-2-3328,-14-1-2837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448 1 16558,'-32'28'2960,"13"-25"-352,0 6-244,0 5-536,-16 12-383,-12 17 687,15-21-1680,3 7-476,-3-3-616,7 2-740,-10 1-521,-3-3-875,3-1-792,7-5-2389,5 9-5160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13129,'61'25'2376,"-49"-10"141,7-1-241,-3-3-324,25 12 892,7-6-1860,0-5-300,2-4-360,4 1-672,-3 0-368,-3-7-448,-4-2-660,-18 0-528,5-5-476,8 2-2485,-17 3-4244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29 12305,'-25'-29'5177,"3"41"-2573,-1-4-276,1 4-308,6-4-392,0 4-379,-15 11-257,8-6-204,-2 0-264,3 3-440,12-14-808,-6 14-684,-3 0-805,7-3-851,-11 14-3517,7-5-6144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14965,'73'17'3045,"-45"-6"1787,-9-2-2828,3-6-408,4 5-483,25 4-113,-16-1-304,3 1-388,0-4-452,6 1-988,1-6-325,-4 2-831,-3-2-700,0 6-3389,-6-1-5812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7 12693,'-11'-2'765,"8"1"-517,1 0 0,-1 0-1,0 1 1,1-1 0,-1 1 0,1 0-1,-1 0 1,0 0 0,1 0 0,-1 0-1,1 1 1,-1-1 0,0 1 0,1 0-1,-1 0 1,1 0 0,0 0 0,-1 0 0,1 0-1,-3 2 1,-22 14 4070,20-14-3316,1 1 1,-1 0-1,1 0 1,0 1-1,-5 5 1,-31 26 1269,32-29-2574,1 1 0,0 0 0,0 0-1,1 1 1,0 0 0,1 0 0,-10 16 0,-2 5-4790,0 0-6733,12-13 2877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1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8393,'0'-2'152,"0"0"1,1 0-1,-1 1 1,1-1-1,0 0 1,-1 1-1,1-1 1,0 1-1,0-1 1,0 1-1,0 0 1,0-1-1,0 1 1,1 0-1,-1 0 1,0-1-1,1 1 0,-1 0 1,1 0-1,-1 1 1,1-1-1,-1 0 1,1 0-1,3 0 1,0 1 391,0 1 1,0-1-1,0 1 1,0 1 0,0-1-1,0 1 1,9 3-1,-14-4-527,61 19 3004,-34-11-1725,48 22 0,144 87-1830,-185-94-3213,-12-7-2327,-6-8-2778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11765,'-3'5'649,"0"0"0,-1 0-1,1 0 1,-1 0 0,0 0 0,0-1-1,-1 0 1,1 0 0,-1 0 0,0 0-1,0-1 1,0 1 0,-7 2 0,4-2 62,0 1 0,1 0 0,-1 1 0,1 0 0,0 0 0,1 0 0,-9 11 0,10-10-307,-2 2-48,1 0-1,0 1 1,0 0-1,1 0 1,-7 20-1,11-28-494,1 1-1,-1 0 0,1-1 0,0 1 1,-1 0-1,1 0 0,1 0 0,-1-1 1,0 1-1,1 0 0,-1 0 0,1-1 1,0 1-1,0-1 0,0 1 0,0 0 1,0-1-1,1 0 0,-1 1 0,1-1 1,-1 0-1,1 0 0,0 0 0,0 0 1,0 0-1,0 0 0,0 0 0,1-1 1,3 3-1,3 0-1022,0 1 1,1-2-1,-1 1 1,1-2-1,0 1 1,0-1-1,0 0 1,0-1-1,0-1 1,0 1 0,19-3-1,1 0-6797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1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0 13145,'-60'26'2304,"15"-3"253,7-6-373,-6-5-328,6 2-372,3 6-288,-6-3-272,12 6-636,-6-3-804,-3-3-832,-3-11-1164,3 5-148,9 18-2973,7-4-4652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13797,'92'26'2176,"-51"-15"117,7 6-237,-7-5-364,0 5-224,7-3-288,9 0-236,13 9-212,0 0-168,6-3-232,3 0-528,4 3-504,-7-6-408,-9 0-656,-7 0-616,-6-14-424,-3 6-2653,-4 2-4384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1273 12 11465,'-101'-11'2392,"53"17"-120,-12 2 345,-7 9-425,-6 3-400,-3 6-312,-7 11-300,1 9-256,-4 5-208,0 7-287,1 4-718,2 4-571,1 3-700,-1-1-940,13 7 84,10 5-3477,12-9-5064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30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 14133,'-26'8'2152,"4"1"93,-3 5-321,-13 9-356,3-9-300,6 9-252,4 3-588,-1 8-920,1 0-1192,-13 9-1372,3 6-2745,13 11-4916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4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29820,'0'7176'0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43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28858,'9671'0'0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19 110 6265,'-1'0'123,"0"-1"0,0 1 0,0 0 0,1-1 0,-1 1 0,0-1 1,0 1-1,0-1 0,0 1 0,0-1 0,1 1 0,-1-1 1,0 0-1,0 0 0,1 1 0,-1-1 0,1 0 0,-1 0 0,0 0 1,1 0-1,0 0 0,-1 1 0,1-1 0,0 0 0,-1 0 0,1 0 1,0 0-1,0-2 0,6-32 4564,0 3-606,-7 22-4491,-8-1 9251,7 26-7159,2-9-1592,0 0 1,1-1-1,-1 1 1,1 0-1,1 0 1,-1-1-1,1 1 1,0-1 0,5 11-1,32 46 393,-16-28-419,3 3-2171,1-2 0,56 57-1,-50-58-1710,-8-7-2636,-2-3-4137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451 0 12013,'-44'20'2312,"21"-20"-448,-11 6-323,8 8-341,1-2-296,-1 8-168,-2 0 4,-7 8-384,-3 6-472,3-2-800,0-4-976,3 7 80,-6 13-3185,6-2-3952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13945,'29'-8'2400,"-4"16"-207,-2 1-381,-8 2-348,14 1-304,0 2-228,-1 3-300,7 0-420,6 3-516,4 3-388,-1 0-604,1 0-700,-4 0-232,-3-6-793,-6 0-1387,-4 3-3413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9 10745,'-38'-3'2400,"3"6"-264,22-12-123,-12 15-225,0-3-336,-4 2-316,-15 4-240,6 5-156,3 1-108,-4 2-412,5 6-440,-1-3-456,9 5-808,4 1-708,-3 3-900,15-15-1753,10 15-3820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1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10953,'2'2'2424,"88"43"5812,-42-23-7667,87 58-1,-65-36-5273,-21-22-4118,-30-17 2585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7897,'-14'13'3733,"26"-8"-77,16 5-1402,26 24 128,-33-19-2404,2-1 0,-1-1 0,2-1 0,0-1 0,43 13 0,-42-18-1906,1-1-1,0-1 1,36 1-1,-61-5 1889,0 0-1,0 0 0,0-1 1,-1 1-1,1 0 0,0-1 1,0 1-1,-1-1 0,1 1 1,0-1-1,-1 1 0,1-1 1,0 1-1,-1-1 0,1 1 1,-1-1-1,1 0 0,-1 1 1,1-1-1,-1 0 0,1 0 1,-1 1-1,0-1 0,1 0 1,-1 0-1,0 0 0,0 1 0,0-2 1,3-21 323,-4 20-136,0-1-1,0 1 1,0 0-1,0-1 0,0 1 1,-1 0-1,0 0 1,1 0-1,-1 0 0,0 1 1,-1-1-1,1 0 1,-4-3-1,-1-1 577,-1 1-1,0 0 1,-15-9-1,12 9-296,1 1-1,-1 1 1,0 0 0,-1 1-1,1 0 1,0 0 0,-1 1-1,0 1 1,-13-1-1,6 2-224,-1 1-1,1 0 0,0 2 0,0 0 0,-20 6 0,24-4-792,1 0-1,0 1 1,-21 12-1,27-14-491,1 1-1,-1 0 1,1 1-1,0 0 1,1 0-1,-1 0 1,-6 10-1,-5 12-6462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12477,'22'-6'4901,"-9"15"-2633,-4-1-436,1 7-344,0-4-296,9 3-240,9 15-200,-2-9-304,8 3-880,1 5-512,-3-2-904,6 3-848,-3 5-3349,6 0-5316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5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10341,'0'0'12602,"1"3"-11013,0 1-1313,1 0-1,0-1 0,0 1 0,0-1 1,0 1-1,0-1 0,1 0 1,0 0-1,-1 0 0,1 0 0,0 0 1,1-1-1,-1 1 0,0-1 1,1 0-1,6 3 0,11 6 502,35 13 0,-45-20-630,39 17 129,34 11-3359,-72-28 1526,1-1 1,-1 0-1,1-1 1,24 0-1,-34-2 1340,-1-1 0,1 0 0,-1 1-1,1-1 1,-1 0 0,1-1 0,-1 1 0,0 0 0,1-1-1,-1 1 1,2-3 0,1 1-241,-4 2 419,0 1-1,-1-1 1,1 0-1,0 1 1,-1-1 0,1 0-1,0 0 1,-1 1 0,1-1-1,-1 0 1,1 0-1,-1 0 1,0 0 0,1 1-1,-1-1 1,0 0 0,0 0-1,0 0 1,1-1 0,0-3-18,22-51 1440,-24 53-1160,1 0-1,-1 0 0,0 1 0,0-1 1,0 0-1,0 1 0,-1-1 0,1 1 0,-1-1 1,1 1-1,-3-3 0,0 2 3,1 1 0,0-1 0,-1 1 0,0 0 0,1-1 0,-1 2 0,0-1 0,0 0 0,0 1 0,0 0 0,0 0 0,-1 0 0,1 0 0,0 1 0,0-1 0,-1 1 0,1 0 0,0 1 0,-1-1-1,-6 2 1,-8 2 256,0 0 0,0 1 0,-23 10-1,19-5-546,0 1-1,1 1 1,-22 15-1,-60 50-6449,95-71 5573,-25 23-5300,2 4-3917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5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13421,'0'0'2080,"15"-6"-299,1 4-353,0 4-364,3 1-212,7 3-152,-1 3-280,4-7-336,2 4-612,4 3-728,0-4-568,-9-2-465,15 3-2367,-28 0-3637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6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14 10985,'-5'12'1597,"0"-13"39,-5-18 1801,9 16-2945,0 2-291,0 1 0,0 0 0,1-1-1,-1 1 1,0 0 0,0 0 0,0 0 0,0 0 0,0-1 0,0 1 0,0 1-1,0-1 1,0 0 0,0 0 0,0 0 0,0 0 0,-2 1 0,2-1 183,-5 1 77,0 0-1,0 0 0,-1 1 0,1 0 0,1 0 0,-1 0 0,0 1 0,0-1 1,1 1-1,-1 1 0,-8 6 0,10-7-537,1 0 0,-1 1 0,1-1 0,0 1 0,0-1 0,0 1 0,1 0 0,-1 0 0,1 0-1,0 1 1,0-1 0,1 0 0,-1 1 0,1-1 0,0 1 0,-1 6 0,1 7-1793,-4 34-3425,-3-19-4488,2-16 3356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6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8929,'2'-2'196,"-1"0"0,1 1 1,-1-1-1,1 1 0,0-1 0,-1 1 1,1 0-1,0 0 0,0-1 0,0 2 1,0-1-1,0 0 0,0 0 1,0 1-1,0-1 0,1 1 0,-1-1 1,0 1-1,4 0 0,50 5 1938,-32-2-698,181 25 2457,-150-22-3485,-27-2-843,1-1 0,-1-1 0,58-5 0,-38-2-1720,-24 4-774,40-9-1,-64 10 2860,1-1 1,0 1-1,0 0 0,-1-1 1,1 1-1,0 0 0,-1-1 1,1 1-1,0-1 0,-1 1 1,1-1-1,-1 1 0,1-1 1,-1 0-1,1 1 0,-1-1 1,1 0-1,-1 1 0,0-1 1,1 0-1,-1 1 0,0-1 1,0 0-1,1 0 1,-1 1-1,0-1 0,0 0 1,0 0-1,0-1 0,-3-18 894,1 15-324,-1-1 0,1 1 0,-1-1 0,0 1 0,-1 0 0,1 0 0,-1 1 0,0-1 0,-1 1 0,1-1 0,-1 1-1,1 1 1,-1-1 0,0 1 0,-1 0 0,1 0 0,0 0 0,-12-3 0,11 3-146,0 1 0,0 1 0,0-1 0,-1 1 0,1 0 0,0 1 0,-1-1-1,1 1 1,0 0 0,0 1 0,-1 0 0,1 0 0,0 0 0,0 1 0,0-1 0,0 1 0,0 1-1,-7 3 1,11-5-442,0 1 1,0-1-1,1 0 0,-1 1 0,1-1 0,-1 1 0,1 0 0,-1-1 0,1 1 1,0 0-1,0 0 0,0 0 0,0 0 0,0 0 0,0 0 0,0 0 0,1 0 0,-1 0 1,1 0-1,-1 4 0,2 20-3947,4 4-4537,-5-29 8194,3 13-7736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6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3 9097,'1'0'404,"-1"0"1,1-1 0,-1 1-1,1 0 1,-1 0-1,1-1 1,-1 1 0,1 0-1,-1 0 1,1 0-1,-1 0 1,1 0 0,-1 0-1,1 0 1,0 0-1,-1 0 1,1 0 0,-1 0-1,1 0 1,-1 0-1,1 0 1,0 0 0,-1 0-1,1 1 1,-1-1-1,1 0 1,-1 1-1,1-1 1,-8 14 2725,-29 19-1610,13-15-1330,-34 20 1,-33 9-4731,79-42 3070,0 1 0,1 1 1,0-1-1,0 2 0,-10 8 0,-9 12-8048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9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49 2828,'-13'-15'360,"-9"-7"-588,16 10-648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9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22 5408,'-12'3'907,"-4"0"574,6-3 8356,-3-27 2013,42 41-11582,0 2 0,-1 1 0,26 22 0,77 69-2441,-98-80 565,48 50-5169,-77-75 5590,0 1-1,-1 0 0,1 1 1,-1-1-1,4 7 0,-4-7-240,10 16-7031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58 7513,'-24'-31'2356,"19"25"63,-14-6 1660,16 11-3828,0 0 1,1-1 0,-1 1-1,0 0 1,-1 1 0,1-1-1,0 1 1,0-1 0,0 1-1,0 0 1,0 0 0,-1 0-1,1 0 1,0 1 0,0-1-1,0 1 1,0 0 0,-4 2-1,-6 2 52,0 1 0,-22 13 0,19-9 17,-12 8-207,0 0 0,1 2-1,-35 35 1,-62 76-6289,95-94 886,6 6-3088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11049,'-11'11'1661,"14"-5"10,27-4 1771,-24-3-2561,1 1 0,0 0 0,0 1 0,10 2 0,-6 2-131,1 0 0,-2 1 1,1 0-1,12 10 0,4 3-137,169 108-288,-143-90-2139,100 67-10129,-150-102 11135,-2-2 790,0-1 0,0 1 0,0 0 0,0 0 0,0 0 0,0 0-1,0-1 1,0 1 0,0-1 0,0 1 0,0 0 0,0-1-1,0 0 1,0 1 0,0-1 0,0 1 0,-1-1 0,1 0-1,0 0 1,-1 1 0,1-1 0,0 0 0,-1 0 0,1 0-1,-1 0 1,1 0 0,-1 0 0,0 0 0,1 0 0,-1 0 0,0 0-1,0 0 1,1 0 0,-1 0 0,0 0 0,0 0 0,0 0-1,-1-2 1,-6-41 1552,6 42-1409,-2-9 780,0 1 1,-1-1-1,0 1 1,-1 0-1,-11-18 1,12 23-593,0 0 0,-1-1 0,1 1 0,-1 1 0,-1-1 0,1 1 0,-1 0 0,1 0 0,-1 0 0,-11-4 0,13 7-234,-1 0 0,0 0 0,0 1 0,0-1-1,0 1 1,0 0 0,0 1 0,0-1-1,0 1 1,0 0 0,0 0 0,0 0 0,0 1-1,-5 2 1,-3 0 17,-5 3-392,-1 1 0,2 1 0,0 0 1,0 1-1,-22 17 0,-17 10-4180,23-11-1022,11 4-3226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11369,'22'17'2388,"-6"-12"-340,0-2-267,-6 6-345,6 2-328,6 1-192,16 8-40,-10 0-324,11 0-204,-1 3-344,3-3-488,-3 0-668,0 0-540,-3 0-580,3 0-2821,3-3-4056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822 20 9529,'10'-19'1900,"-13"24"1431,-7 6 7658,8-10-10946,0 0-1,-1 0 1,1 0-1,0 0 1,-1-1 0,1 1-1,-1-1 1,1 1 0,-1-1-1,-2 0 1,-8 2 45,-92 17 309,57-12-345,0 2 1,-90 31-1,-82 66-2131,177-82 1054,28-16 147,0 1 0,0 0 1,1 1-1,-26 24 1,31-24-482,1-1 0,0 1 0,0 1 0,-7 14 0,-13 34-8230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12709,'3'0'9613,"13"5"-4517,19 9-3195,50 22-3407,-82-34 1840,116 53-4687,-42-16-1805,-21-17 2659,-53-20 2977,-1-3 487,-1 0 155,1-1 1,-1 1-1,0 0 0,0 0 1,0-1-1,1 1 0,-1-1 1,-1 1-1,1-1 0,0 1 0,0-1 1,0 0-1,-1 1 0,1-1 1,-1 0-1,0 0 0,1 1 1,-1-1-1,0-3 0,-2-34 2351,0 36-2243,1-1 0,-1 1 0,1-1-1,-1 1 1,0 0 0,0-1 0,-1 1 0,1 0 0,-1 1-1,1-1 1,-1 0 0,0 1 0,0-1 0,0 1 0,0 0 0,-1 0-1,1 0 1,0 0 0,-7-1 0,9 2-193,-5-1 182,0 0 0,1 1-1,-1 0 1,0 0-1,0 0 1,0 0-1,-1 1 1,1 0-1,0 1 1,0-1-1,0 1 1,-9 2-1,7-1-23,-9 1 17,0 2 1,0 0-1,1 0 1,-27 14-1,-56 39-2485,12-7-3251,29-17-752,0 7-3768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6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92 9141,'0'0'2260,"-10"-11"-1292,1 2 912,-1-2-1100,4 2 1001,-4-2-1393,1-4 156,-1 1-3465,1 3-1355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7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5644 29083,'12465'-5643'0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85 571 16474,'0'2'248,"1"0"0,-1 1 0,0-1 0,1 0 1,-1 1-1,0-1 0,0 0 0,-1 1 0,1-1 1,0 0-1,-1 1 0,0-1 0,1 0 0,-1 0 1,0 1-1,0-1 0,0 0 0,0 0 0,-1 0 1,1 0-1,-3 2 0,1 1 302,0-1-1,1 1 1,-1-1-1,1 1 0,-3 8 1,-7 50 1488,2 0-1,-2 66 1,1-9-615,4-28-1423,6 105 0,2-91 0,1-85 0,1-18 0,2-13 0,3-8 0,0 0 0,-2-1 0,0 0 0,5-31 0,5-19 0,23-62 0,95-361 0,-132 482 0,68-260 0,-55 220 0,3 2 0,2 0 0,34-60 0,-50 101 0,0-1 0,1 1 0,0 0 0,1 1 0,0-1 0,0 1 0,0 0 0,1 0 0,-1 1 0,1 0 0,13-7 0,-16 11 0,0-1 0,1 0 0,0 1 0,-1 0 0,1 0 0,0 0 0,0 1 0,-1 0 0,1-1 0,0 2 0,0-1 0,-1 1 0,1-1 0,0 1 0,0 0 0,-1 1 0,1-1 0,-1 1 0,0 0 0,1 0 0,6 5 0,6 5 0,-1 0 0,0 2 0,0 0 0,-1 0 0,-1 1 0,-1 1 0,0 1 0,-1 0 0,10 18 0,2 9 0,-2 0 0,27 81 0,-18-24-5,-4 1 0,19 157 0,-3 213-416,-24-216-177,-8-147-3208,7 24-6753,-15-116 5765,1 0-1,8 20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147 295 16662,'-99'-8'2808,"83"2"1512,1-3-2608,-1 1 777,32-12-1733,19-9-368,12 9-432,26-3-928,22 0-265,20-5-475,12-1-848,6-2-304,7-1-3009,3 4-5016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93 12085,'-6'-3'567,"1"-1"-1,0 1 0,0-1 1,0 0-1,0-1 0,1 1 1,-7-10-1,-23-20 4484,32 32-4571,0 0-1,0 1 1,-1-1 0,1 0-1,-1 1 1,0 0-1,1 0 1,-1 0 0,0 0-1,1 0 1,-1 0 0,0 1-1,0-1 1,0 1-1,-5 0 1,5 0-256,-1 1 0,0-1-1,0 1 1,1 1 0,-1-1 0,1 0-1,-6 3 1,3 1-92,-1-1 1,1 1-1,0 0 0,1 1 1,-1-1-1,1 1 0,0 0 0,0 1 1,1-1-1,0 1 0,-3 7 0,-9 11-45,-27 43-86,2 1 0,4 3 0,-29 77 0,52-113 0,2 1 0,2 0 0,1 0 0,2 1 0,2 0 0,1 0 0,2 1 0,4 58 0,0-80 3,0-1 0,2 1-1,0-1 1,0 1 0,2-1 0,0 0 0,0-1 0,12 18-1,-12-23-11,0 0 0,1-1 0,1 0 0,-1-1 0,1 0 0,1 0 0,0 0 0,0-1 0,0-1-1,1 0 1,0 0 0,0 0 0,11 3 0,1-1-537,1-1 0,0-1 0,0-2 0,0 0 0,0-1 0,1-1 0,-1-1 0,1-2 0,-1 0 0,1-1 0,28-7 1,-3-3-958,0-2 0,-1-2 0,-1-2 0,54-30 1,-60 26-367,-2-2 1,-1-2-1,-1-2 0,59-57 1,-19 9-4405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1 12981,'-16'2'833,"0"1"1,0 0-1,0 2 0,0 0 0,1 1 0,0 0 0,0 1 1,0 1-1,1 0 0,-18 14 0,-14 16 1141,0 2 0,-63 74 0,82-81-1035,2 0 1,1 2 0,1 0 0,-27 61 0,44-83-940,1 1 0,0 0 0,1-1 0,1 1 0,0 1 0,1-1 0,0 0 0,1 1 0,2 28 0,0-34 0,1 0 0,-1-1 0,2 1 0,-1-1 0,1 0 0,1 1 0,-1-1 0,1-1 0,1 1 0,-1 0 0,1-1 0,1 0 0,-1 0 0,1-1 0,1 0 0,-1 0 0,13 9 0,-3-5-387,1 0 0,0-1 0,1-1 1,0 0-1,1-2 0,-1 0 0,1-1 0,29 4 0,-4-3-1667,0-3 1,72-3-1,-19-4-5498,3 0-5036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0 16386,'3'5'1437,"-1"-1"1,0 1-1,0 0 1,0 0 0,0 0-1,1 6 1,-1 3-405,-1 1 1,1 21 0,-1 1 968,6 131-1157,11 105-475,-10-197-368,-7-51-5,2 0 1,1 0-1,9 34 1,-12-55-304,1 0 0,-1 0 0,1 1 0,0-1 0,0-1 0,0 1 1,1 0-1,-1 0 0,1-1 0,0 0 0,0 1 0,4 2 0,-6-5 150,0-1-1,0 1 1,0-1 0,-1 1-1,1-1 1,0 1-1,0-1 1,1 0 0,-1 0-1,0 1 1,0-1 0,0 0-1,0 0 1,0 0 0,0 0-1,0 0 1,0-1 0,0 1-1,0 0 1,0 0 0,2-1-1,-1-1 6,0 1-1,1-1 0,-1 1 1,0-1-1,0 0 0,0 0 1,0 0-1,-1 0 0,1 0 1,0 0-1,-1-1 0,2-2 1,4-10-175,0 1 0,-1-1 0,-1-1 0,-1 1 0,0-1 0,-1 0 1,2-20-1,-1-15-78,-3-53 1,-3 60 702,-14-79 0,12 101 40,-1 0 1,-1 1 0,-1 0-1,-1 1 1,-17-32 0,21 45-127,-1-1 0,-1 1 1,1 0-1,-1 0 0,0 1 1,-1 0-1,1 0 0,-1 0 1,-1 1-1,1 0 0,-1 0 0,1 1 1,-16-7-1,12 8 17,-1-1 0,0 2 1,1-1-1,-1 1 0,0 1 0,0 1 0,0-1 1,0 2-1,-18 2 0,13 0-162,0 0 0,0 1 0,1 1 0,0 1 0,0 1 0,0 0 0,1 0 0,0 2 1,0 0-1,1 1 0,0 0 0,1 1 0,0 0 0,-15 18 0,-32 52-3093,48-69 1681,2 1-1,0 0 1,-12 19 0,-2 22-5803,8-10-3222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14089,'44'11'2797,"-12"9"-157,-19-11-400,12 8-328,13 9-308,-9-4-368,12 7-259,-3 2-205,7 1-172,2 2-352,4 0-388,6 1-876,4-7-429,-1 1-847,-3-3-692,-3-4-3305,-3 1-5676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 13089,'5'-4'2701,"-8"8"-228,1 0-1811,-1 1 1,1-1 0,0 0-1,0 1 1,0-1-1,0 1 1,-1 7-1,0 39 2057,2-1-1,10 92 1,-2-48-1751,-2-33-1667,2 0 0,16 63 0,26 37-10091,-33-125 4285,8-2-3806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6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3 10217,'-4'1'254,"1"0"83,-1 0 0,0 0 0,0 0 1,0-1-1,0 0 0,0 1 0,0-2 0,0 1 0,0 0 1,0-1-1,0 0 0,-4-1 0,4 1 66,0 0 1,0 1-1,0-1 1,0 1-1,0 0 0,0 0 1,0 0-1,0 0 0,0 1 1,0 0-1,0 0 0,0 0 1,-6 2-1,-46 25 2331,30-12-1772,1 1 0,1 2-1,1 0 1,-29 31 0,-74 96 699,98-110-2276,-44 70 1,64-91-381,1-1 0,0 2 0,-6 21 1,10-28-333,1 0 0,1 0 1,0 0-1,0 0 1,0 0-1,1 0 1,2 12-1,3 6-9573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6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11169,'35'38'2456,"-16"-21"-220,7-6-7,12 9-493,-6-3-300,-7 6-232,4 6-240,-1 5-220,4 3-660,0 0-380,-7-2-652,0-1-828,1-5-780,-4-1-3017,0 6-4552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58 11173,'-29'-18'3496,"16"4"-2512,4 0-516,-10 5-2920,3 6-1500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13057,'34'-8'2076,"-31"8"-1741,-1 0 0,1 0 1,0 0-1,-1 1 0,1-1 0,-1 1 0,1-1 0,-1 1 0,0 0 0,1 0 0,-1 0 0,0 0 0,1 0 0,-1 0 0,2 2 0,0 0 494,-2-2-538,0 0-1,-1 0 0,1 1 0,0-1 1,-1 1-1,1-1 0,-1 1 0,1-1 1,-1 1-1,0 0 0,0 0 1,2 2-1,1 3 401,34 38 1691,-14-16-1821,1-1 0,54 48 0,-53-56-1832,0-1 0,1-1 1,40 19-1,-13-16-3527,4-5-3870,-30-10 348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78 9633,'-1'-4'332,"1"0"-1,-1 1 1,0-1 0,0 0 0,0 1-1,0-1 1,-1 1 0,1-1 0,-1 1-1,0 0 1,0 0 0,0 0 0,-1 0-1,1 0 1,-1 0 0,1 1 0,-1-1 0,0 1-1,0 0 1,0 0 0,0 0 0,-1 0-1,1 0 1,0 1 0,-1-1 0,-6-1-1,-9 3 782,0 0-1,0 1 0,1 1 1,-1 1-1,-25 8 0,30-8-847,0 2 1,0 0-1,0 0 0,1 2 0,0-1 0,0 2 0,0 0 0,-18 15 0,0 5-1746,-46 53 0,46-46-1132,21-23 798,2-1-1,-1 1 1,1 0-1,-9 21 1,-5 10-8199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11065,'0'0'6241,"0"14"-4417,3 6 1124,10 0-1896,12 12-244,1-15-164,5 3-448,4 3-460,10-3-224,-4-6-560,3 0-744,7 0-536,-6-2-3293,-1 2-4632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15 11553,'-32'0'2440,"13"-14"-7,0 17 123,-3-3-436,-7 11-428,-15 9-280,15-3-280,-6 9-256,3 0-196,1 5-251,5-2-698,4-1-535,-3 1-544,-1 2-856,4 1-676,-3-1-3009,6 9-5056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14269,'38'-6'2285,"-19"6"175,0 12-308,0-4-276,0 4-360,-3-4-292,10 6-304,18 12-195,-9-9-249,3 0-340,10 3-772,-4 0-313,-3 0-523,1-5-736,-7 2-416,6 3-3361,-6 3-5196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35 9485,'6'-34'10514,"-9"34"-8958,-1 0-1295,0 0 0,0 1 0,0 0 1,0 0-1,1 0 0,-1 0 1,0 1-1,1-1 0,-1 1 0,1 0 1,-1 0-1,1 1 0,0-1 1,-4 4-1,-44 48 1104,5-4-560,-183 129-2065,149-122-2483,1-1-3609,60-43 5027,-16 13-7655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6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9405,'14'8'2423,"-1"0"1,0 1 0,0 1-1,17 16 1,16 12 441,-14-18-2419,1-2 0,0-1 0,1-2 0,1-2 0,66 18 0,189 22-7852,-231-45 4686,-1 0-2676,2-1-3162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6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10 8757,'15'-7'1279,"-15"4"432,-24 6 2124,-3 2-1263,-81 13 2988,-56 27-2177,57-14-2483,69-20-1744,1 2-1,-54 26 1,38-11-3191,5 5-3475,13-6-3425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6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12913,'32'14'2135,"-31"-13"-1992,0-1 0,-1 1-1,1-1 1,0 0 0,0 1 0,-1-1-1,1 1 1,0 0 0,-1-1 0,1 1-1,-1 0 1,1-1 0,-1 1 0,1 0-1,-1 0 1,1-1 0,-1 1-1,0 0 1,1 0 0,-1 0 0,0-1-1,0 1 1,1 0 0,-1 0 0,0 2-1,0 0 493,7 13 193,1 0-1,0-1 1,1 0 0,1-1 0,0 0 0,1-1 0,1 0 0,20 19-1,10 2-1033,64 41 0,-19-15-2348,-8-6-3438,-26-26-2046,-50-27 7918,1-1 0,-1 0 0,1 0 0,-1-1 0,0 1 1,1-1-1,-1 0 0,1 1 0,-1-2 0,0 1 0,0 0 1,0 0-1,0-1 0,4-2 0,4-3 176,0-1 0,0 0 0,0-1 0,-1 0 0,16-19 0,23-21 1243,1-3 3719,-48 51-3623,-4 2-1177,1 0 0,0 0 1,0 0-1,0 0 0,0 1 0,0-1 0,0 0 0,0 1 0,0-1 1,0 1-1,1-1 0,-1 2 0,-4 6 307,-9 3-215,0-1 0,0-1-1,-1 0 1,0-1 0,-1 0 0,-22 8-1,-21 8-867,-74 19 0,2-1-8043,74-20-325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5380,'27'14'14511,"-2"4"-7581,-3 0-5132,25 27-3570,-22-20 3758,191 164-2342,-134-130-3718,-24-21-5992,-30-18-1287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7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604 1 10081,'0'0'10423,"-5"0"-8226,-6 3-1629,0-1-1,0 1 1,1 1-1,-1 0 1,1 0-1,0 1 1,0 1-1,1-1 0,-17 14 1,-83 76 1436,90-77-1787,-133 120-3402,84-77-607,50-44 1504,2 1-1,1 0 0,-19 29 1,29-40 1397,-39 53-9700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64 7269,'0'-1'641,"-1"-1"-1,0 1 1,0 0 0,0 0 0,0 0 0,0 0 0,0 0 0,0 0 0,0 0 0,0 0 0,0 0 0,-3-1-1,-34-11 2138,17 7-465,-89-19 3952,106 24-6135,1 0-1,0 0 1,-1 0 0,1 1 0,-1 0 0,1 0-1,-6 0 1,4 0 13,2 0 837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13689,'2'1'74,"2"4"280,0 0 0,1 0 0,0-1 0,0 1 1,0-1-1,1-1 0,-1 1 0,1-1 0,0 0 0,0 0 0,0 0 0,7 1 0,9 4 1976,34 17 1,13 5 750,424 118 3578,-459-139-6916,4-1-1136,-1 3-1,-1 1 0,54 25 0,-54-23-3893,-10-5-2330,-12-1-3430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8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826 18 11473,'-39'0'2648,"20"-9"-267,-3 3 227,0 4-400,-7 7-312,-15 12-344,-4-2-316,-2 8-244,-8 5-227,-2 4-157,0 5-232,6-3-472,0 9-940,3 0-501,-3-6-1043,-3 6-1204,0 11-2077,9 3-5004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42 6885,'16'-15'6578,"-19"14"-5167,-1 0-1950,2 0 1215,0 1-1,-1-1 1,1 0-1,0 0 1,0 0 0,0 0-1,0 0 1,0-1 0,0 1-1,1 0 1,-1-1 0,-3-3-1,-1-1 1721,10 17-1247,14 24-29,53 62-49,157 164 1,-93-144-6216,-106-97-107,42 24-1,-20-20-6043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9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1 12537,'-6'26'2168,"-19"-26"2121,9 3-2329,3 5-236,-15 1-308,-11 8-276,11-3-244,-4 9-272,-6 3-67,9-1-421,4 4-837,-3 2-443,-1-2-1048,-9-3-860,9 5-2985,-2 9-5300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18 8541,'-3'0'557,"-1"-1"-1,1 1 1,0-1 0,0 1 0,0-1 0,0 0 0,0 0-1,0-1 1,0 1 0,0-1 0,1 1 0,-7-5 7653,10 12-7855,-1 0-1,1-1 0,0 1 0,1 0 0,-1 0 0,1-1 0,0 1 0,1-1 0,-1 1 0,1-1 0,0 0 0,0 0 0,1 0 0,6 7 0,6 4 83,1 0-1,27 20 1,-30-25-38,149 107 684,-48-37-1547,-24-22-1605,-10-8-4352,-37-26-3243,-29-13-270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0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0 8273,'0'0'2172,"-19"12"-200,-19 8-8,9 0-192,-3-3-219,0-3-321,-9 6-272,3 9-192,-6-1-152,-1 10-136,1-4 40,-1 6-448,4-3-560,6-3-936,3 6-716,4 0-3321,-4 3-4396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1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25 7561,'1'-1'135,"-1"1"1,0 0 0,1-1 0,-1 1-1,0-1 1,0 1 0,1-1-1,-1 1 1,0-1 0,0 1 0,0-1-1,0 1 1,0-1 0,0 0-1,0 1 1,0-1 0,0 1 0,0-1-1,0 1 1,0-1 0,0 1 0,0-1-1,-1 1 1,1-1 0,0 1-1,0-1 1,0 1 0,-1-1 0,1 1-1,0 0 1,-1-1 0,1 1-1,0-1 1,-1 1 0,1 0 0,-1-1-1,1 1 1,0 0 0,-1 0-1,1-1 1,-1 1 0,1 0 0,-1 0-1,1-1 1,-1 1 0,1 0 0,-1 0-1,1 0 1,-1 0 0,1 0-1,-12-4 12499,29 17-11353,0 1 0,26 31 0,-1-1-450,65 61 70,5 5-3625,4-10-4436,-54-62-392,-50-31 5076,27 15-7319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0 11009,'-38'29'2404,"12"-21"-372,-44 18 1313,32-12-2185,6 6-76,-6 0-372,0 9-144,0 5-316,-3 3-272,3-2-556,-7 2-824,1 0-640,-4 6-3489,1 3-4488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1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950 365 12569,'5'-67'3104,"3"-26"2389,-6 79-4432,-1-1 1,-1 1-1,-2-23 0,0-6 811,2 37-1550,0 0 1,-1 0 0,0-1 0,0 1 0,0 0 0,-4-11 0,4 16-279,1-1-1,-1 0 0,0 1 1,0-1-1,0 1 0,0-1 1,0 1-1,0-1 0,0 1 1,-1 0-1,1-1 0,0 1 1,-1 0-1,1 0 0,-1 0 1,1 0-1,-1 0 0,0 1 1,1-1-1,-1 0 0,0 1 1,0-1-1,1 1 0,-1 0 1,0-1-1,0 1 0,-3 0 1,-7 1 92,0 1-1,0 0 1,0 1 0,0 1 0,-20 8 0,-61 33 401,65-31-450,-45 25 88,-116 80 1,158-96-140,1 2 1,1 0 0,0 3 0,3 0-1,-43 58 1,61-75-49,0 1-1,1 0 1,1 0 0,0 1 0,1-1-1,0 1 1,1 0 0,0 1 0,1-1-1,0 1 1,1 0 0,1-1 0,0 1-1,1 0 1,1 0 0,0 0 0,0 0-1,2-1 1,0 1 0,0-1 0,1 0-1,1 0 1,0 0 0,1 0 0,10 17-1,8 7-220,1-1 0,2-2 0,1 0 0,47 43-1,146 108-890,-73-64 541,-128-104 520,-2-3 0,-1 1-1,-1 0 1,-1 2 0,26 35 0,-26-30 70,-2 0-1,11 26 1,-22-43 17,0 0-1,-1 0 1,1 0-1,-1 0 1,0 0-1,0 0 1,-1 0-1,1 0 1,-1 1 0,0-1-1,-1 0 1,1 0-1,-1 0 1,0 0-1,-1 0 1,1 0-1,-1 0 1,0 0-1,0 0 1,0 0 0,-1-1-1,1 1 1,-1-1-1,0 0 1,-1 0-1,1 0 1,-1 0-1,0 0 1,-5 3 0,-6 4 72,0 0 1,-1-1 0,-1-1 0,1 0 0,-1-1 0,-23 7 0,-73 18 151,-1-5 0,-130 15 0,222-39-233,-178 24-2190,192-27 1242,0 0 0,0-1 0,0 0 0,-13-2 0,7-4-2947,15 5 3612,-1 0 1,0 1 0,0-1 0,1 1-1,-1-1 1,0 1 0,1-1 0,-1 1-1,0-1 1,1 1 0,-1-1 0,1 1-1,-1-1 1,1 1 0,-1 0 0,1-1-1,-1 1 1,1 0 0,-1-1 0,1 1-1,-1 0 1,1 0 0,0 0 0,-1-1-1,1 1 1,0 0 0,44-16-10173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1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14337,'24'65'1982,"-3"-7"1585,17 68 0,-14-14-1165,72 423 1585,-90-463-3779,3 31 250,30 148 0,-38-249-447,-1 0 1,1 0-1,-1 0 1,1 0 0,0 0-1,0-1 1,-1 1-1,1 0 1,1 0 0,-1 0-1,0-1 1,0 1-1,1-1 1,-1 1 0,4 2-1,-4-4 10,0 1 0,0-1 0,0 1 0,1-1 0,-1 1 0,0-1-1,0 0 1,1 0 0,-1 0 0,0 0 0,1 0 0,-1 0 0,0 0 0,0 0 0,1 0-1,-1-1 1,0 1 0,3-1 0,1-2 55,0 1 1,0-1-1,0-1 0,0 1 1,-1-1-1,1 0 0,-1 0 1,7-8-1,2-5 5,-1-1 0,-1-1 0,-1 0 0,-1 0 0,10-27 1,2-6-37,47-104-45,73-157 0,-119 269 13,24-50-160,60-90-1,-81 147-719,2 0 0,1 3 0,38-37 0,-49 54-292,0 2 0,1 0 0,1 1 0,1 1 0,0 1 0,0 0 0,39-14-1,-50 23-136,0 0-1,1 1 0,-1 0 0,18-1 0,40 7-8979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164 175 10537,'0'-6'666,"1"0"1,-1 0-1,1 1 0,0-1 0,1 0 1,0 0-1,-1 1 0,2-1 0,-1 1 1,1 0-1,-1-1 0,7-6 1,12-30 2355,0 6-465,-20 34-2028,1 0-304,11-10 564,-25 34 203,3-5-910,-12 22 686,1 1 1,-22 68 0,-24 148 533,32-118-1048,22-100-532,2 0-1,2 0 1,2 1 0,-3 49 0,10-69-3052,8 35-1,-8-45 859,16-1-15277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11621,'51'89'3757,"19"35"679,-41-64-3387,15 30-77,-4 1 0,42 146 0,-70-192-843,-3 0 0,-1 0 1,-3 1-1,-1 0 0,-2 1 0,-10 91 1,8-133-92,-1-1-1,0 1 1,0 0 0,-1-1 0,1 1 0,-1-1 0,0 1 0,0-1 0,-1 0 0,1 0 0,-1 0 0,0 0 0,-4 5 0,5-8 0,0 0 1,1 0-1,-1 0 1,0 0-1,0 0 1,0 0-1,0 0 0,0-1 1,0 1-1,0-1 1,0 0-1,0 1 1,0-1-1,0 0 1,0 0-1,0 0 1,0 0-1,0-1 0,0 1 1,0-1-1,0 1 1,0-1-1,0 0 1,0 1-1,1-1 1,-1 0-1,0 0 1,0 0-1,1-1 0,-1 1 1,1 0-1,-2-2 1,-8-7 75,0 0 0,2 0 1,-1-1-1,1 0 0,1-1 0,0 0 1,1-1-1,0 1 0,0-1 1,2 0-1,0-1 0,-5-17 0,2 1 27,2-1 0,1 1-1,1-1 1,1-57 0,5 57-94,1-1 0,1 1 0,2 0 0,1 1 0,2 0 0,1 0 0,1 0 0,1 2 0,21-36 0,-23 46-42,1 0 0,1 1 1,0 1-1,1 0 0,1 0 1,0 1-1,1 1 1,1 1-1,0 0 0,1 1 1,0 0-1,1 2 1,0 0-1,1 1 0,19-7 1,-23 12-5,0 1 0,-1 1 0,1 0 1,0 0-1,0 2 0,0 0 0,0 0 0,0 2 1,0 0-1,0 0 0,0 2 0,-1 0 1,0 0-1,1 1 0,-2 1 0,1 0 0,-1 1 1,0 1-1,0 0 0,13 11 0,-5-2 10,-1 1 0,-1 1 1,0 0-1,-2 2 0,0 0 0,-1 0 0,-1 2 0,-1 0 0,-2 1 0,16 37 0,-12-13-8,-1 1 0,-3 1 1,-2 0-1,-2 0 0,-3 1 0,0 77 0,-8-52-1070,-3-1 0,-3 0 0,-33 130 0,2-81-3360,7-45-1547,-14 13-5771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3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132 114 12105,'70'-60'2146,"-66"56"-1739,-1 1 0,0 0 0,0-1 0,0 0 0,0 0 1,-1 1-1,0-1 0,4-9 0,-2 5 786,-2 4 2878,-2 7-2447,4 21-761,0 0 0,-2 0 1,-1 0-1,-1 0 0,-1 1 0,-5 27 1,-37 148 619,15-78-1056,-32 142-339,-17 85-1707,46-115-2999,30-221 4013,0-1-1,1 0 0,1 1 1,0-1-1,0 0 1,5 17-1,-5-25 395,0-1 1,0 0-1,1 0 1,-1 1-1,1-1 0,0 0 1,0 0-1,0 0 1,0-1-1,0 1 1,1 0-1,-1-1 0,1 0 1,0 1-1,-1-1 1,1 0-1,0-1 0,1 1 1,-1 0-1,0-1 1,0 0-1,1 1 1,-1-1-1,0-1 0,1 1 1,5 0-1,-1-1-23,0 0 0,0-1 0,0 0 0,0 0 0,0-1 0,0 0 0,-1 0 0,1-1 0,-1 0-1,1 0 1,-1-1 0,0 0 0,0 0 0,12-11 0,9-8-238,48-51 0,-62 60 411,51-58-14,67-97-1,42-89 1873,-83 120 427,7-15 1162,-96 150-2880,-6 3-79,-5 1-336,0 0 1,0 0 0,1 1-1,-1 0 1,1 1 0,-1-1 0,1 2-1,-10 4 1,-68 43 185,58-33-188,-258 152 102,275-163-216,-100 60-343,97-57 290,0 0 1,1 1-1,1 0 1,0 1-1,-16 20 1,26-30 69,1 0 1,-1-1 0,1 1 0,-1 0 0,1 0-1,0 0 1,-1 1 0,1-1 0,0 0-1,0 0 1,1 1 0,-1-1 0,0 0 0,1 1-1,0-1 1,-1 1 0,1-1 0,0 1 0,0-1-1,0 1 1,1-1 0,-1 0 0,0 1-1,1-1 1,0 1 0,0-1 0,-1 0 0,1 0-1,1 1 1,-1-1 0,0 0 0,3 3 0,8 10-17,1-1 0,1 0 0,0-1 0,1-1 0,1 0 0,0-1 0,0-1 0,1-1 0,23 11 0,178 62-268,142 17-2285,-117-51-4468,-130-30-458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355 103 8805,'18'2'315,"-10"-1"-70,1 0-1,-1-1 0,1 0 0,0 0 0,0-1 0,-1 0 0,12-3 0,30-5 1624,-44 9-1631,-1 0 0,1-1 0,-1 0 0,1 0-1,-1 0 1,1-1 0,-1 1 0,0-1 0,0-1 0,0 1-1,0-1 1,0 1 0,0-1 0,-1-1 0,0 1 0,1-1-1,3-4 1,-9 2 483,-3 2-503,0 0 0,-1 0 0,1 0 0,-1 0 0,0 1 0,-1 0 0,1 0 0,0 0 0,-1 1 0,1 0 1,-1 0-1,0 0 0,0 1 0,0-1 0,0 2 0,0-1 0,0 0 0,-8 2 0,-11-1 594,-1 2-1,1 1 1,-27 7-1,32-6-464,0 2 0,0 0 0,1 1 0,0 1 0,0 1-1,1 1 1,0 0 0,1 1 0,0 1 0,1 1 0,0 0 0,1 1 0,0 1-1,2 0 1,-18 24 0,23-27-348,0 1 1,0 1-1,1-1 0,1 1 1,0 0-1,1 1 0,1-1 1,0 1-1,1 0 0,0 0 0,1 1 1,1-1-1,1 0 0,0 1 1,1-1-1,0 0 0,1 0 1,1 0-1,0 0 0,2 0 1,6 16-1,-5-16-474,0-2 0,2 1 0,0-1 0,0 0 0,1 0 0,0-1 0,1-1 0,17 16 0,35 21-3749,9-6-3841,-17-11-3162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3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12729,'16'9'980,"-1"1"0,-1 0 0,0 2 0,-1-1 1,0 2-1,20 23 0,56 92 707,-56-75-1277,-3 1-1,41 104 0,-60-126-336,0 1 1,-3 0-1,0 0 1,-2 1-1,-2-1 0,1 59 1,-5-82-55,-1 0 0,0 1 1,0-1-1,-1 0 0,-5 17 1,5-22 108,0-1-1,0 1 1,-1-1 0,0 0 0,0 0 0,0 0 0,0 0 0,0-1 0,-1 1-1,1-1 1,-1 0 0,0 0 0,-8 5 0,10-7-57,0 0 1,1-1-1,-1 1 0,0-1 1,0 1-1,1-1 0,-1 0 1,0 1-1,0-1 0,1 0 1,-1 0-1,0 0 0,0 0 1,0-1-1,1 1 0,-1 0 1,0-1-1,0 1 0,1-1 1,-1 0-1,0 1 0,1-1 1,-1 0-1,1 0 0,-1 0 1,-1-2-1,0 1 16,0-1 0,1 0 0,-1 1 0,1-1 0,-1 0 0,1 0 0,0 0 0,0 0 0,1-1 0,-1 1 0,1 0 0,-1-1 0,0-4 0,0-5 38,0-1 0,2 1 0,-1 0 0,2 0 0,0-1-1,0 1 1,1 0 0,1 0 0,6-19 0,0 7-63,1-1 1,1 2-1,24-41 0,-7 23-683,2 2 0,2 1-1,1 1 1,55-47 0,40-20-3459,3 14-4223,-42 38-2791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12425,'18'-22'2564,"37"-37"-1,-9 8 1734,-44 49-3049,0 3-1098,0 1-1,1-1 1,-1 1 0,0 0 0,0 0 0,0 0-1,0 0 1,0 0 0,1 3 0,-2-2-53,-1 1 0,1 0 0,-1-1-1,0 1 1,0 0 0,0-1 0,-1 1 0,1 0 0,-1-1 0,0 1 0,0 0 0,-2 3 0,-1 9 121,-2 16 118,2 1 0,1 35 0,-7 219 223,1-235-481,9-49 128,-1-7-5,-1-5-151,0 0 0,1 0 0,0-1 0,0 1 0,1-1-1,1 1 1,-1 0 0,2-1 0,-1 1 0,1 0 0,1 0 0,-1 0 0,2 0 0,-1 0 0,9-13 0,6-11 43,2 2-1,37-47 0,-41 58-68,2 0 0,0 1 0,0 1 0,26-18 0,-36 30-18,0 0 0,1 0 0,0 1-1,1 0 1,-1 0 0,1 1 0,0 1 0,0-1 0,0 2-1,0-1 1,0 2 0,1-1 0,11 1 0,-14 1-5,-1 1 1,-1 1 0,1 0 0,0 0 0,0 0-1,0 0 1,-1 1 0,0 0 0,1 1 0,-1-1-1,0 1 1,-1 1 0,1-1 0,-1 1 0,0 0-1,0 0 1,0 0 0,-1 1 0,1-1-1,-2 1 1,7 10 0,2 9-129,0 0 1,-1 1-1,-2 0 1,8 31-1,-3 4-1991,6 72-1,-1-8-9215,-8-84 1080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4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12 746 9821,'10'-11'1250,"0"0"1,1 1-1,1 0 1,-1 1-1,1 1 0,19-11 1,-16 10-861,0-1 0,0 0 0,-1-1 0,18-17 0,-20 16-207,-1-1 0,0-1 1,-1 0-1,0 0 0,-1-1 0,-1 0 0,0-1 1,-1 0-1,5-17 0,-8 22 64,-1 1 73,0 1 1,0-1 0,-1 0-1,2-18 1,-4 27-270,1-1 0,-1 1 0,0-1 0,0 1 0,0-1 0,-1 1 0,1-1 0,0 1 0,-1-1 0,1 1 0,-1-1 0,1 1 0,-1-1 0,1 1 0,-1 0 0,0-1-1,0 1 1,0 0 0,0 0 0,0 0 0,0 0 0,0 0 0,0 0 0,0 0 0,0 0 0,-1 0 0,1 0 0,0 0 0,-1 1 0,1-1 0,-1 1 0,1-1 0,-1 1 0,1-1 0,0 1 0,-1 0 0,1 0 0,-1 0 0,0 0 0,-2 0 0,-4 1 43,0 0 1,0 1-1,0 0 0,0 0 1,0 1-1,0 0 1,1 1-1,0-1 1,-1 1-1,1 1 0,0-1 1,1 1-1,-1 1 1,1-1-1,0 1 1,-9 12-1,-1 1 52,0 2-1,2-1 1,0 2 0,-14 32-1,17-29-117,1 1 0,1 1 0,1 0-1,2 0 1,0 0 0,2 1 0,2 0 0,0 51-1,3-69-155,0 0 0,1 0 0,0 0-1,0-1 1,1 1 0,0-1 0,1 0 0,0 0-1,0 0 1,1 0 0,0-1 0,1 0 0,0 0-1,0 0 1,12 10 0,-12-12 11,0-2 0,0 1 0,0-1 1,1 0-1,-1 0 0,1 0 0,0-1 0,0 0 0,1-1 0,-1 0 1,0 0-1,1 0 0,0-1 0,-1 0 0,1 0 0,0-1 1,-1 0-1,1-1 0,0 1 0,9-4 0,2-1-7,0-1 0,-1 0-1,0-2 1,0 0 0,-1-1 0,24-16-1,-4-3-46,55-49-1,-44 29 124,-2-2 0,-3-2 0,-2-2 0,-2-2 0,-2-1 0,40-89 0,-51 88 674,32-114 0,-55 161-474,-1 0 0,1-1 1,-2 1-1,1 0 0,-2-15 1,0 22-75,0 1 0,0-1 0,-1 1 0,1-1 0,-1 1 0,0 0 1,0-1-1,0 1 0,-1 0 0,1 0 0,-1 0 0,1 0 0,-1 0 0,0 0 0,-1 0 1,1 1-1,0-1 0,-1 1 0,1 0 0,-5-3 0,5 3-31,0 1 0,0 1-1,0-1 1,-1 0 0,1 0-1,0 1 1,-1 0 0,1-1-1,0 1 1,-1 0 0,1 0 0,0 0-1,-1 0 1,1 1 0,0-1-1,-1 1 1,1-1 0,0 1-1,-3 1 1,-1 0 30,-1 1 0,1 0 0,0 1 0,-9 6 1,9-5-61,1 0 1,0 0-1,0 1 1,0 0 0,0 0-1,1 0 1,0 1-1,1-1 1,-1 1 0,1 0-1,0 0 1,1 0-1,0 1 1,0-1-1,1 0 1,-2 13 0,2-3-421,0 0 1,1 0-1,1 0 1,0 0-1,1 0 1,7 22-1,-4-21-521,1 0-1,1 0 1,1-1-1,10 17 1,23 30-6135,2-10-3708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4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71 187 9305,'12'-58'2268,"-21"33"-336,-1-1-428,-2 12-232,-1-1 229,3 4-2021,-12-15-745,16 15-299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394 255 3636,'0'0'6245,"-2"-2"-5584,-1-1-868,0 1 637,1 0 1,-1-1-1,1 1 1,-1 0-1,1-1 1,0 0-1,0 1 1,0-1-1,1 0 1,-1 0-1,1 0 1,-1 0-1,0-4 0,1 4 424,-9-28 3879,2 5-4054,7 23 1117,2 6-1771,0 5-58,1 0 1,0 0-1,0 0 0,1-1 0,0 0 0,0 1 0,1-1 1,-1 0-1,2 0 0,-1-1 0,1 1 0,0-1 1,0 0-1,1-1 0,0 1 0,0-1 0,0 0 0,1 0 1,-1-1-1,1 0 0,0 0 0,0-1 0,1 0 0,-1 0 1,1 0-1,0-1 0,-1 0 0,1-1 0,11 1 0,-14-2 19,10 2-68,0-1 0,0 0 0,0-2-1,0 0 1,1 0 0,-1-1 0,-1-1 0,27-9-1,-25 6 70,-1 0 0,1-2-1,-1 0 1,-1 0-1,1-2 1,-1 0 0,-1 0-1,0-1 1,-1-1 0,0 0-1,15-20 1,67-87 1187,-70 84-167,-23 32-616,0 5-300,0-1 0,0 1 0,0-1-1,0 1 1,0-1 0,0 1 0,-1 0 0,1-1 0,-1 1 0,1 0 0,-1 0 0,0 1-1,0 1-6,0 0-1,-1 0 0,0 0 1,0 0-1,0 0 0,0 0 1,-1-1-1,-3 8 0,-3 7 149,-4 26 268,2 1-1,2 0 1,-4 72 0,10 139 607,3-130-654,-3 159 174,-47 345 1,35-543-611,-3-1 1,-4-1 0,-4-1-1,-51 119 1,54-155-54,-2-1 0,-2-1 0,-3-1 0,-1-2-1,-2 0 1,-2-3 0,-1 0 0,-69 57 0,76-75-6,0-1 0,-44 23 0,60-38 39,0 0 1,0-1-1,0 0 0,-1-1 0,0 0 0,1-1 0,-1 0 1,-1-1-1,-20 1 0,29-3 2,1 0 1,0-1-1,-1 1 0,1-1 1,-1 0-1,1 0 1,0 0-1,-1 0 0,1-1 1,0 0-1,0 0 1,0 0-1,0 0 0,1-1 1,-1 1-1,0-1 1,1 0-1,0 0 0,0 0 1,0-1-1,0 1 1,0-1-1,1 0 0,-1 1 1,1-1-1,0 0 1,0 0-1,1-1 0,-1 1 1,1 0-1,0 0 1,0-1-1,0-8 0,0-4-9,0-1 0,2 1 0,0 0 0,1 0 0,0 0 0,2 0 0,9-28 0,5-6-83,3 0-1,43-76 0,73-88-456,116-110-445,-226 293 882,167-188-2711,223-192 0,-410 405 2602,136-123-4049,-44 48-4232,-57 50 464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8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72 4816,'0'-3'1284,"0"-6"-825,1 7-246,-1 0 0,0 0 0,0 0 0,0 0-1,0 1 1,0-1 0,-1 0 0,1 0 0,0 0-1,-1 0 1,1 0 0,-1 1 0,0-1 0,0 0-1,0 0 1,0 1 0,0-1 0,0 1 0,0-1-1,0 1 1,-3-3 0,2 2 702,-3 0 304,-16-10 893,16 9-83,-10 14-497,6-6-1246,6-2-188,0 0 0,0 0 0,0 0 0,0 1 0,1-1 0,-1 0 0,1 1 0,0 0 0,0 0 0,0-1 0,1 1 0,-1 0 0,0 5 0,0 0 48,1 1 0,-1-1 0,2 1 0,-1-1 0,3 15 0,2 8 103,1 0 1,15 45-1,-17-68-223,11 39-818,3-2 0,35 73 0,-32-81-3346,40 54 0,-7-26-4582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12185,'6'-28'2172,"13"16"-396,-10-5-295,17-17-285,-1 14-300,13-3-176,7 0-216,9 3-380,12-3-576,11 9-780,8 0-716,1 5-3213,3 9-4116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8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38 154 13641,'-9'-11'2608,"-7"2"113,3 7 3035,23-18-4536,2 5-332,14 4-327,24-6-682,8 2-823,5 4-792,10-3-1100,7-1-3593,5 1-5916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13421,'0'0'7097,"2"1"-5756,12 8-919,0 0 0,-1 1 0,0 1 0,-1 0 0,0 1 0,0 0 0,11 17 0,-17-23-297,22 27 239,34 37-182,-4 4 1,60 96-1,-101-141-383,-2 0-1,-2 2 0,19 58 0,-26-67 63,-1 0 0,-2 0 0,0 1-1,-1-1 1,-1 1 0,-4 36 0,-1-37 76,-1 1 1,-1-2 0,-1 1-1,-1-1 1,-1 0 0,-1 0 0,-1-1-1,0 0 1,-2-1 0,0-1-1,-27 30 1,16-29 20,24-19 41,0-1 1,1 1-1,-1 0 1,0 0 0,0 0-1,0 0 1,0-1 0,0 1-1,0 0 1,0 0 0,0 0-1,0-1 1,0 1-1,0 0 1,0 0 0,0 0-1,-1-1 1,1 1 0,0 0-1,0 0 1,0 0 0,0 0-1,0-1 1,0 1-1,0 0 1,0 0 0,-1 0-1,1 0 1,0 0 0,0-1-1,0 1 1,0 0 0,0 0-1,-1 0 1,1 0-1,0 0 1,0 0 0,0 0-1,-1 0 1,1 0 0,0 0-1,0 0 1,0 0 0,0 0-1,-1 0 1,1 0 0,0 0-1,0 0 1,0 0-1,-1 0 1,1 0 0,0 0-1,0 0 1,0 0 0,0 0-1,-1 0 1,1 0 0,0 0-1,0 0 1,0 1-1,-1-1 1,8-15 1,8-7 1,2 0-1,0 0 1,1 2-1,27-24 1,-11 10-10,198-208-12,-163 162 108,-38 42 488,2 1 0,59-51 0,-90 87-496,0-1 0,-1 1 1,1 0-1,0-1 1,0 1-1,0 0 0,0 1 1,1-1-1,-1 0 0,0 0 1,0 1-1,0-1 1,1 1-1,-1 0 0,0 0 1,0 0-1,1 0 1,-1 0-1,0 0 0,0 1 1,1-1-1,-1 1 0,0-1 1,0 1-1,0 0 1,0 0-1,0 0 0,0 0 1,0 0-1,0 0 0,0 1 1,0-1-1,-1 1 1,4 3-1,1 1 97,-1 0-1,0 0 1,-1 1 0,1 0-1,-1 0 1,-1 0-1,1 1 1,2 9 0,33 138 1515,-27-101-1252,30 89 0,-30-112-805,2-1 1,1 0-1,1-1 1,28 38-1,-35-55-391,0-1 0,1 0 0,0-1 0,1 0 0,0-1-1,0 0 1,1-1 0,0 0 0,1-1 0,-1 0 0,1-1 0,23 7 0,18 2-6016,0-3-4269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9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57 11593,'0'-2'340,"-1"0"0,0 0 0,1 0 0,0 0 0,-1 0 0,1-1 0,0 1 0,0 0 0,0 0 0,1 0 0,-1 0 0,0-1 0,1 1 0,-1 0 1,1 0-1,0 0 0,0 0 0,0 0 0,0 0 0,0 0 0,0 1 0,0-1 0,1 0 0,-1 0 0,4-2 0,-4 2 1329,4 4-314,10 2-1129,-2 0 1,1 2-1,-1 0 0,1 0 0,-2 1 0,1 1 0,-1 0 1,0 1-1,-1 0 0,0 1 0,0 0 0,-1 1 0,0 0 1,-1 0-1,-1 1 0,15 24 0,-17-24-193,-1-1 0,0 1 0,0 1 0,-1-1 1,0 1-1,-2-1 0,1 1 0,-1 0 0,-1 0 0,0 0 0,-1 0 0,-1 0 0,0 0 0,0 0 0,-1 0 0,-1 0 0,-6 17 1,-17 41 10,-3-1 0,-39 67 0,-19 41-42,83-169 1,0 1 1,0 0-1,1 0 0,0 0 0,-3 20 0,6-27-41,0 0 0,0 0 0,1 0-1,-1-1 1,1 1 0,-1 0-1,1 0 1,0-1 0,0 1-1,0-1 1,0 1 0,1-1 0,-1 1-1,1-1 1,-1 0 0,1 1-1,0-1 1,0 0 0,0 0 0,0 0-1,0-1 1,0 1 0,1 0-1,-1-1 1,1 0 0,3 2-1,3 2-327,1-1 0,0 0 0,0-1 0,0 0 0,1-1 0,-1 0-1,1-1 1,14 1 0,8-3-2806,46-5 0,-38 1-434,53-2-7183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9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16926,'32'-23'3124,"-29"3"-80,-9 3-400,0-3 1021,3-3-2425,3 0-540,6 3-2052,0 0-1008,7 3-1797,6 3-2755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8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10805,'16'49'1424,"-1"-29"-100,11 11-120,-4-2-228,3-1-195,4 4-145,9 8-116,10 0-84,6 3-400,0 0-448,9-3-620,1-3-441,-10 0-1051,-4-6-1176,8-5-2317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1381 1 12257,'-92'11'2284,"38"-11"-51,-3 20 103,-3 0-300,-10 11-360,-13 4-368,-2 16-228,-14 9-228,-6 9-472,-9 8-976,-13 3-868,-13 3 204,-3 11-5553,-9 9-6512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61 7585,'0'0'4084,"-10"-17"-3700,4 2 188,-4 1-2540,4 0-1200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8929,'0'0'9186,"3"-1"-8461,8-1-536,0 0 1,1 0-1,-1 1 0,1 1 0,-1 0 0,1 0 0,-1 1 0,0 0 0,1 1 0,12 4 0,20 7-144,53 24-1,-52-19-275,-20-6-741,1 1-1,-2 2 1,38 28 0,-41-27-31,-7-6-1175,-1 0 1,22 24-1,-8-8-4191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8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5000,'-10'20'1537,"-9"11"-253,0-8-8,0 0-148,0 0-268,3 5-120,-6 4-124,-7 5-148,4 3-72,-7 3-132,0-3-424,-6 3-420,6-3-448,1 3-2440,8-3-1881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7497,'5'-10'2666,"-5"10"-2326,1 0 1,-1 0-1,0-1 1,1 1-1,-1 0 1,1 0-1,-1 0 1,1 0 0,-1-1-1,0 1 1,1 0-1,-1 0 1,1 0-1,-1 0 1,1 0-1,-1 0 1,1 0-1,-1 0 1,1 1-1,-1-1 1,1 0 0,-1 0-1,0 0 1,1 0-1,-1 1 1,1-1-1,-1 0 1,0 0-1,1 1 1,-1-1-1,1 0 1,-1 1-1,0-1 1,0 0 0,1 1-1,12 6-1997,32 17 1835,71 48-1,48 25-6335,-117-72 371,-14-8-404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7 6157,'-69'-6'3480,"46"6"-2248,-2 3-288,3 5-188,3 1-136,-7 11-140,-9 11 76,10-5-392,-4 5-540,7-2-400,0 2-564,-4 1-2152,7 5-1929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10593,'0'0'6553,"3"1"-5405,11 4-643,0 0 0,0 2 0,0-1 0,-1 2 0,13 9 1,60 50-1110,-42-32-1489,23 28-6331,-45-40 1204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12 8749,'-9'-12'3904,"-7"18"-2180,-3 0 933,3 2-1721,-3 1-220,6-1-160,-3 7-80,0-4-140,-3 3-304,0 3-320,0 3-564,7-2-544,-4 2-293,0-3-751,-6 11-1444,9-5-2669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11265,'0'-4'440,"0"1"0,0-1 0,1 0 0,0 1 0,0-1 0,0 1-1,0 0 1,0-1 0,1 1 0,1-3 0,-2 4 1774,-6-19 704,10 34-2589,16 31 250,41 64 1,-20-40-9,-28-45-428,2-1 0,1 0 0,1-1 0,27 26 0,-5-10-56,57 38 0,-76-61-467,-1-2 0,2 0-1,-1-1 1,2-2 0,25 9-1,-24-11-2860,1-1 0,38 4-1,-22-8-5952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27 7745,'0'0'209,"0"-1"0,1 0 1,-1 1-1,1-1 1,-1 1-1,0-1 0,1 0 1,-1 0-1,0 1 1,0-1-1,0 0 0,1 1 1,-1-1-1,0 0 1,0 1-1,0-1 0,0 0 1,0 0-1,0 1 1,0-1-1,-1 0 0,1 0 1,0 1-1,0-1 0,-1 0 1,1 1-1,0-1 1,-1 0-1,1 1 0,0-1 1,-1 1-1,1-1 1,-1 1-1,0-2 0,-2 1 313,-1 1 1,1-1-1,0 1 0,-1-1 0,1 1 0,-1 0 0,1 0 0,-1 1 0,-3 0 1,-12 0-154,0 2 1,1 0-1,-1 1 1,1 1 0,0 0-1,0 2 1,1 0 0,0 1-1,-25 15 1,-20 20-2290,-71 64 0,100-75-2752,-46 54 0,37-32-3151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8801,'0'0'8050,"2"-2"-6507,3-1-1281,-1 0 0,0 1 0,1-1-1,0 1 1,-1 0 0,1 0 0,0 0-1,0 1 1,0 0 0,0 0 0,1 0-1,-1 0 1,0 1 0,10 0 0,10 2 314,45 8 1,-53-7-370,62 15 170,79 27-1,-57-15-3006,3-4-4710,-82-23 2878,0-2-2556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8069,'-26'8'3576,"17"4"-2252,-1-4-116,1 4-344,-4-1-48,3 1-155,-9 16-121,7 1-128,-7 2-96,3 3-404,0 6-624,-3-5-573,-7 2-571,-2 0-2140,9 9-2869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10301,'0'0'7247,"3"0"-6055,110-2 1814,59-12-2952,-13-11-3771,-52 4-5052,-77 15 2439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24 8497,'-12'-23'5044,"-11"31"-3808,1 4-200,3-1-235,-13 15-161,7-9-116,0 12-96,-4 5-108,1 3-104,-4 3-260,0 3-576,0-3-536,4 3-213,-1-3-235,-6-6-532,7 3-1336,5-5-1885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11953,'0'0'8422,"1"-3"-7157,0 2-1145,0-1 0,-1 1 0,1-1 0,0 1 0,0-1 0,0 1 0,0 0 0,0-1 0,0 1 0,1 0 0,-1 0 0,0 0 0,1 0 0,-1 0 0,1 0 0,-1 0 0,1 0 0,-1 0 0,1 1 0,-1-1 0,1 1 0,0-1 0,-1 1 0,1 0 0,0-1 0,0 1 0,-1 0 0,1 0 0,3 1 0,77-7-1430,140-27 0,-161 19-4842,74-28-1,-102 31-1178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2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0 8185,'-82'55'4624,"72"-44"-3524,-6 9-120,-9 12-192,3-1-156,-4 0-171,4 7-197,-3 2-180,-1 0-664,1 0-569,3-6-519,-4 6-2296,7-6-2809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2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7609,'22'-23'9806,"-20"22"-9624,0 0 1,0 0-1,0 0 1,0 1-1,0-1 0,0 1 1,1-1-1,-1 1 1,0 0-1,0-1 0,0 1 1,4 1-1,6-2 215,219-8 1414,-105 6-2149,68 6-3207,-64 7-4722,-82-7 1407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3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8593,'-32'0'2100,"19"6"-312,-12 8-236,-17 9-232,11-9-235,-1 9-201,-3 3-188,3 5-228,4 9-40,-1 11-160,4-5-444,-1 3-624,10 2-552,1 1-185,-1-4-723,0-5-1532,9 6-2489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6793,'1'-3'1311,"7"-23"1036,-6 18-1877,0 1-1,0-1 1,1 1-1,0 0 1,0 0-1,9-13 1,-9 16-199,0 0-1,-1-1 1,1 0 0,-1 0 0,0 0 0,1-5-1,8-17 804,-10 25-661,1 3-308,-1 0 1,0 0-1,1 0 1,-1 0 0,1 0-1,-1 0 1,1-1-1,-1 1 1,1 0 0,0-1-1,3 1 1,10 5 343,23 37 447,-14-25-722,0 0 1,1-2 0,1-1 0,1 0-1,40 14 1,-13-10-1401,107 25 0,-131-39-2406,59 2 0,-37-6-4448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3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10429,'-35'6'2052,"19"17"-296,-16 8-236,19-19-243,1 8-249,-14 20-244,4-6-196,0 9-116,0 2-524,-1 4-656,4 2-692,7 1-349,2 2-871,4-5-1256,12-1-2641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4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7449,'-1'-1'186,"1"1"1,0 0 0,-1 0-1,1 0 1,-1 0 0,1 0 0,-1 0-1,1 1 1,0-1 0,-1 0-1,1 0 1,-1 0 0,1 0 0,0 0-1,-1 1 1,1-1 0,-1 0-1,1 0 1,0 1 0,-1-1-1,1 0 1,0 0 0,-1 1 0,1-1-1,0 0 1,0 1 0,-1-1-1,1 1 1,0-1 0,0 0-1,0 1 1,0-1 0,-1 1 0,1-1-1,0 0 1,0 1 0,0-1-1,0 1 1,0-1 0,0 1 0,0-1-1,0 0 1,0 1 0,0-1-1,1 1 1,7 9 6133,1-4-5222,-3-1-3200,77 62 3106,-35-28-1805,86 56 0,-33-37-3054,-31-22-1867,-7-7-2472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6 8425,'-19'-3'1876,"0"1"-232,3 19-120,-7 11-256,8 4-252,-8 8-207,4 8-181,-6 12-112,-1 12-160,-5 8-380,-7 3-924,0 2-757,-4 4-2767,1 2-3457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5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407 370 8245,'-11'-167'7382,"10"153"-6393,-1 0 0,0 0 0,-1 0 0,-1 0 0,-8-19 1,3 3 1376,-13-39 3460,11 86-3738,-35 123-1302,16-44-647,-113 347-139,105-301 0,-23 172 0,55-275-85,3 1 1,1 0-1,2 0 1,1 0-1,3 0 0,1-1 1,2 1-1,17 56 1,-17-75 12,1 0 0,1 0 0,1-1 0,1 0 0,1 0 1,0-2-1,2 1 0,0-2 0,1 0 0,0 0 0,1-1 0,1-1 1,1-1-1,0-1 0,1 0 0,28 14 0,-14-12-250,0-2 0,0-1 0,1-2-1,1-1 1,0-1 0,0-2 0,0-2 0,1-1 0,63-3-1,-56-4 134,1-1 0,-1-2 0,0-2 0,0-2 0,-1-2 0,-1-2 0,64-31 0,-23-1 258,-1-3 0,-3-4 0,-2-4-1,118-114 1,-44 6 2266,-149 165-2292,0 0 0,-1 0 0,1 0-1,0 0 1,0 0 0,0 1 0,0-1-1,0 0 1,0 0 0,0 1 0,1-1 0,-1 0-1,0 1 1,0 0 0,0-1 0,1 1-1,-1 0 1,0-1 0,1 1 0,-1 0-1,0 0 1,0 0 0,1 0 0,-1 0 0,0 0-1,1 1 1,-1-1 0,0 0 0,0 1-1,1-1 1,-1 1 0,0-1 0,0 1-1,2 0 1,-1 1-11,0 0 0,0 1 0,0-1-1,-1 0 1,1 1 0,-1-1 0,1 1 0,-1-1-1,0 1 1,0 0 0,0 0 0,0-1 0,0 5-1,4 33 19,-2-1 0,-1 1 0,-6 50 0,1 7-1742,-4 22-2724,-1-40-5492,8-78 9746,-4 39-11547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5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11493,'-19'0'5293,"41"0"-4649,10 9-488,0 11-1016,6 5-617,9 4-2943,4 5-3425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14 146 10321,'0'0'3916,"0"2"-2222,-13 99 3279,12-80-4753,1 1 0,1-1 0,1 1 1,0-1-1,7 25 0,-3-4-14,-6-36-176,1 1 0,-1-1 0,1 0-1,1 0 1,-1 1 0,3 6-1,-3-11 22,21-22 202,-17 11-237,-1 0 0,1 0 0,-2 0 1,1 0-1,2-14 0,10-27 27,58-149 1368,-54 143-347,-17 48-870,0 0 0,1 0 0,0 1 0,0-1-1,1 1 1,0 0 0,0 0 0,0 1-1,1-1 1,0 1 0,11-8 0,-14 12-128,-1 1 0,1 0 0,-1-1 0,1 1 0,-1 1 0,1-1 1,0 0-1,0 0 0,-1 1 0,1 0 0,0-1 0,0 1 0,-1 0 0,1 0 0,0 1 0,0-1 0,0 1 1,3 0-1,2 2 51,0-1 1,0 1-1,14 8 1,-11-4-26,-1 0 1,-1 0-1,1 1 0,-1 1 1,0-1-1,-1 1 0,0 1 1,-1-1-1,0 2 0,0-1 0,-1 1 1,9 22-1,-3-4 19,-2 1 1,-1 0-1,9 57 1,-1 95-750,-9-81-981,-5-67 39,-2 1 0,-1-1 0,-1 1 0,-3-1 0,-6 35-1,0-15-4674,0-6-4024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6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242 234 9245,'0'0'9175,"2"-2"-8291,8-5-551,-1 0-1,1 1 0,0 1 1,1 0-1,-1 0 0,19-5 1,-15 5-235,0 0 0,0-1 0,-1 0 1,16-11-1,-22 11-85,0 1 0,-1-1 0,0-1 0,0 1 0,0-1-1,-1 0 1,9-15 0,-13 21 4,1-1 0,-1 0 0,0 0 0,0 0 0,-1 0 0,1 0 0,0 0-1,-1 0 1,1 0 0,-1 0 0,0 0 0,1 0 0,-1 0 0,0 0 0,0-1 0,-1 1 0,1 0 0,0 0 0,-1 0-1,1 0 1,-1 0 0,0 0 0,1 0 0,-1 0 0,0 0 0,0 0 0,0 1 0,-1-1 0,1 0 0,0 1-1,-1-1 1,1 1 0,-1-1 0,1 1 0,-1-1 0,0 1 0,0 0 0,-2-1 0,-1 0 116,1 0 0,-1 1 1,0 0-1,0 0 0,0 0 0,0 0 1,0 1-1,0 0 0,0 0 0,0 0 1,0 1-1,0 0 0,0 0 1,1 0-1,-1 0 0,0 1 0,-6 2 1,-6 4 313,0 0 0,1 1 0,-22 15 0,12-5-27,1 1 0,1 1 0,1 1 0,1 1 0,1 1-1,1 1 1,1 0 0,-16 31 0,25-38-286,2-1-1,0 2 1,1-1 0,0 1-1,2 0 1,-4 22 0,7-28-90,1 0 1,0 0-1,1 0 1,0 0 0,1-1-1,1 1 1,0 0-1,0 0 1,1-1-1,6 14 1,-3-13-215,0-1 1,1 0-1,0-1 1,1 1-1,0-1 0,1-1 1,0 0-1,1 0 1,0-1-1,1 0 1,0 0-1,0-1 0,0-1 1,1 0-1,23 10 1,13 2-1918,1-2 1,92 20 0,92-1-7888,-103-22-373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7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37 10697,'-7'-9'646,"6"7"-517,0 0 0,0 1 1,0-1-1,0 0 0,0 1 1,0-1-1,0 1 0,-1-1 1,1 1-1,-1 0 0,1 0 0,-1 0 1,1-1-1,-1 1 0,0 1 1,1-1-1,-1 0 0,0 0 1,0 1-1,1-1 0,-1 1 1,0-1-1,0 1 0,0 0 0,0 0 1,0 0-1,-3 0 0,-24 6 1801,0 1-1,0 2 0,-31 13 1,35-10-1055,0 0 0,0 2 0,-37 27 0,48-30-732,0 0-1,1 1 1,0 0-1,1 1 1,0 0-1,1 1 1,1 1-1,0-1 1,1 2-1,0-1 1,1 1-1,1 0 1,1 1-1,0 0 1,-4 25-1,9-39-124,0 0-1,1 0 1,0 0-1,-1 0 0,1 0 1,1 1-1,-1-1 1,0 0-1,1 0 1,-1 0-1,1 0 1,0 0-1,0 0 0,0 0 1,1 0-1,1 3 1,-1-4-8,0 0 0,-1 0 0,1 0 0,0 0 0,0-1 0,1 1 1,-1-1-1,0 1 0,0-1 0,1 0 0,-1 0 0,1 0 0,-1 0 0,1 0 0,3 0 1,3 0 1,-1 0 0,1-1 0,-1 0 0,1 0 0,-1-1 1,1-1-1,-1 1 0,0-1 0,1 0 0,10-6 0,35-18 385,-2-2 0,72-51 0,-37 21 1140,-85 57-1522,0-1-1,0 1 1,1 0-1,-1 0 1,0 0 0,0 0-1,1 0 1,-1 1 0,0-1-1,1 0 1,-1 1 0,1 0-1,-1 0 1,0 0 0,1 0-1,-1 0 1,5 1 0,-5-1 3,0 1 0,-1 0 0,1 0 0,0 0 0,0 1 0,0-1 0,-1 0 0,1 1 0,-1-1 0,1 1 0,-1-1 0,1 1 0,-1 0 0,0-1 0,0 1 0,1 2 0,3 8 51,-1 0-1,0 0 0,-1 0 0,0 0 0,1 17 1,-3-20-63,19 87-2125,-3-33-3142,42 94 1,-40-121-1314,8-9-3995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0 338 13797,'1'-1'213,"0"0"-1,0 0 0,0 0 0,0 0 1,0 0-1,0 0 0,0 1 0,0-1 1,0 0-1,1 1 0,-1-1 0,0 1 1,0-1-1,0 1 0,1-1 1,-1 1-1,0 0 0,1 0 0,-1 0 1,0 0-1,1 0 0,-1 0 0,0 0 1,1 0-1,-1 0 0,0 1 0,0-1 1,3 1-1,0 2 230,0 0-1,0 1 1,-1-1-1,1 1 1,-1 0-1,0 0 1,4 7-1,40 56 1070,-2 2 0,41 89 0,-70-122-1379,-2 0 0,-1 2-1,-1-1 1,-3 1 0,-1 0 0,6 73 0,-11-50 117,-8 97 0,5-154-109,-2-5-105,1 1-1,-1-1 1,1 0-1,0 0 1,-1-1-1,1 1 1,0 0-1,0 0 1,0-1-1,0 1 1,0 0-1,-1-3 1,-1 1 30,-1-4-21,0 1 1,0-1-1,1 0 1,0 0-1,0-1 1,0 1-1,1 0 1,0-1-1,-1-14 1,0-9 98,2-36 1,2 41-94,0-30-434,3 1 1,3 0 0,2 1-1,2 0 1,2 0-1,3 1 1,2 1 0,46-92-1,-35 91-2018,47-65 0,-40 69-1832,56-57 1,-8 25-6936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814 698 13101,'8'-69'1980,"0"4"1612,2 0-1,21-70 1,-18 92-2638,50-188 2833,-63 227-3759,1 1-1,0 0 0,-1-1 0,0 1 1,0-1-1,0 1 0,0-1 0,0 1 0,-1 0 1,1-1-1,-1 1 0,0 0 0,0-1 1,0 1-1,-1 0 0,-2-5 0,2 6 19,0 0 0,0-1-1,0 1 1,0 0 0,-1 1 0,1-1-1,-1 0 1,1 1 0,-1-1 0,0 1-1,1 0 1,-1 0 0,0 0 0,0 0-1,-4-1 1,-4 1 63,0 0-1,-1 1 0,1 0 0,0 1 1,0 0-1,0 1 0,-1 0 1,-15 6-1,-9 4-108,1 2 0,0 2 0,2 1 0,-1 2 0,2 1 0,1 2 0,0 1 0,2 1 0,1 1 0,0 2 0,2 1 0,2 1 0,-33 48 0,40-50 0,2 0 0,1 0 0,1 2 0,1 0 0,1 0 0,2 1 0,-8 42 0,14-47 0,0-1 0,2 1 0,0 0 0,2 0 0,1-1 0,0 1 0,2-1 0,1 1 0,15 44 0,-1-24 0,1-1 0,2-1 0,53 78 0,103 106 0,-103-138 0,70 112 0,-131-179 0,-2 0 0,0 1 0,-2 0 0,0 1 0,10 42 0,-17-55 0,-1 0 0,0 1 0,-1-1 0,-1 0 0,0 1 0,0-1 0,-1 1 0,0-1 0,-1 0 0,0 1 0,-1-1 0,0 0 0,-1-1 0,-10 20 0,4-14 0,-1 0 0,0-1 0,-2 0 0,1-1 0,-2-1 0,0 0 0,-1 0 0,0-2 0,0 0 0,-20 10 0,-6 1 0,0-2 0,-1-2 0,-47 13 0,20-10-540,-2-4-1,-72 8 1,129-23-171,0-1 1,0 0-1,-1-1 1,1-1 0,0 0-1,-24-5 1,35 5 300,0 1-1,0-1 1,0 0 0,1 0-1,-1 0 1,0 0 0,1-1-1,-1 1 1,-2-3-1,4 3-85,0 0 0,0-1 0,0 1 0,0 0 0,1 0 0,-1-1-1,0 1 1,1 0 0,-1 0 0,1-1 0,-1 1 0,1-1 0,0-1-1,-2-33-11642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80 13989,'-2'1'143,"0"0"0,0 0-1,0 0 1,0 0 0,0 0 0,0 1-1,0-1 1,0 1 0,1-1 0,-3 3-1,4-4-42,0 1 0,0 0 0,0-1-1,0 1 1,0 0 0,0-1 0,0 1-1,0 0 1,0-1 0,0 1 0,0 0-1,0-1 1,0 1 0,1 0 0,-1-1-1,0 1 1,1-1 0,-1 1 0,0 0-1,1-1 1,0 1 0,9 28 2620,-5 54 827,4-46-2232,21 60 1,-10-39-679,33 105 619,89 328 486,-141-489-1733,13 66 390,41 113 0,-55-179-366,1 0 0,-1-1 0,1 1 1,0 0-1,-1-1 0,1 1 1,0-1-1,0 1 0,0-1 1,0 1-1,0-1 0,0 1 1,0-1-1,1 0 0,-1 0 1,0 0-1,1 0 0,-1 0 1,1 0-1,-1 0 0,1 0 1,0-1-1,-1 1 0,1 0 1,2 0-1,-1-2-3,-1 1-1,0-1 1,0 0-1,0 1 1,0-1-1,0 0 1,0 0-1,0-1 1,0 1 0,-1 0-1,1 0 1,0-1-1,-1 0 1,1 1-1,-1-1 1,3-3 0,7-10 43,-2 0 1,0-1 0,11-25 0,-20 40-74,205-565-72,-171 463-100,-8 27-1303,4 1 0,42-76 0,-48 103 459,-12 25 416,62-115-5780,-70 131 5077,0 1-1,1-1 0,0 1 1,8-8-1,19-7-9287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20 13889,'-6'-6'874,"5"5"-571,-1-1-1,1 1 1,0 0 0,0 0 0,-1 0 0,1 0-1,-1 0 1,1 0 0,-1 0 0,1 0-1,-4 0 1,4 1-156,0 0-1,-1 0 1,1 1 0,0-1 0,0 0-1,-1 1 1,1-1 0,0 1-1,0 0 1,0-1 0,0 1-1,-1 0 1,1 0 0,0-1-1,0 1 1,1 0 0,-1 0 0,0 0-1,-1 2 1,-11 13 849,1 0 0,1 1-1,1 0 1,0 1 0,1 0 0,1 0 0,-7 26-1,-31 143 2223,38-149-3056,-10 54-124,4 1 0,-5 167 0,19-219-41,2 0 1,2-1-1,1 1 1,2-1-1,2 1 1,2-2-1,1 0 1,34 72-1,-38-97 3,0 1 0,1-1 0,0-1 0,1 0 0,1 0 0,0-1 0,1 0 0,24 19 0,-19-17-46,1-1 0,1-1-1,-1 0 1,2-1 0,0-1 0,0-1-1,1-1 1,25 6 0,-6-5-2563,70 6-1,-8-14-7092,-22-8-4744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31 14145,'-38'-31'18622,"60"37"-20658,1-1-152,-8 10-10922,5 2 661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2832,'0'0'2911,"-3"0"-2591,1 0-229,0 1 0,0-1 0,0 0 1,0 1-1,0-1 0,0 1 1,0 0-1,1-1 0,-1 1 0,-3 2 1,5-2-25,-1-1 0,1 1-1,0 0 1,0-1 0,0 1 0,-1 0 0,1-1 0,0 1 0,0 0 0,0 0 0,0-1 0,0 1 0,1 0-1,-1 0 1,0-1 0,0 1 0,0 0 0,0-1 0,1 1 0,-1 0 0,0-1 0,1 1 0,-1-1 0,1 1 0,-1 0-1,0-1 1,1 1 0,0-1 0,-1 1 0,1-1 0,-1 1 0,1-1 0,1 2-3,0-1 0,0 0 0,0 0 1,0 0-1,0-1 0,1 1 0,-1 0 0,0-1 1,0 1-1,5-1 0,-1 1 78,28 5 160,-1-1 1,44 0-1,-1 0-153,1025 94 340,287-32-900,-830-47-356,867-14-271,-708-12 637,157-15-4438,-737 13 3611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8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1 883 3216,'38'-7'221,"91"-14"789,418-51 2114,-361 43-2726,-1-9-1,217-72 0,691-284-355,-977 340-22,26-10-46,-62 29-76,-57 23 104,42-14 0,-62 25-110,21-1-160,-22-2-950,-12-2-543,-6-2-601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2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18 229 5292,'0'0'1207,"-17"-19"10004,19 17-11193,0 0 0,0 0 0,0 1 0,0-1 0,1 1-1,-1-1 1,0 1 0,1 0 0,-1 0 0,1 0 0,0 0-1,-1 0 1,1 0 0,0 1 0,3-1 0,47 2 105,-28 0-76,1684 49 257,-1067-24-404,-481-19 123,1411 44-67,-2-50-128,-738-51 118,-728 35 40,196-55 0,-287 66-25,0 0 1,0-1-1,0-1 0,14-8 1,-26 14 8,0-1 1,0 1 0,0-1-1,0 0 1,0 0 0,0 0-1,0 0 1,0 0 0,0 0-1,0 0 1,0 0-1,-1 0 1,1 0 0,0 0-1,-1 0 1,1 0 0,-1-1-1,1 1 1,-1 0 0,1 0-1,-1-1 1,0 1 0,0 0-1,0-1 1,0 1 0,0 0-1,0-1 1,0 1 0,0 0-1,0 0 1,-1-1-1,1 1 1,0 0 0,-1-1-1,1 1 1,-1 0 0,0 0-1,1 0 1,-1 0 0,0 0-1,-1-2 1,-3-2-142,1 0 1,-1 0-1,0 0 0,0 1 0,0 0 1,-11-7-1,-4 2-683,-1 1-1,1 0 1,-2 2 0,1 0-1,-44-5 1,46 8-34,-113-18-5588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684 9 5160,'-14'-5'1206,"16"3"438,26 1 4441,-12 21-4181,-13-14-1699,0 0 0,0 0 0,-1 0 0,0 0 0,0 1 0,0-1 0,-1 1 0,0-1 0,-1 1 0,1 10 0,-8 75 1449,3-59-1175,-7 61 864,-3 0 0,-48 164 1,-158 339-99,-39 130-3528,147-264-723,94-356-192,4-1 1,0 156-1,21-106-4598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4980,'58'-7'7360,"31"11"-6301,-40-1-303,779 61 1147,-165-9-1634,1317-11-38,-1035-92-45,-930 46-190,39-3 191,1-2 0,101-27 1,-143 29-109,10-3 158,-28-1-157,5 8-54,0 0-1,-1 0 1,1 0 0,0 0 0,0 0-1,-1 0 1,1 0 0,-1 1-1,1-1 1,0 0 0,-1 0-1,0 0 1,1 1 0,-1-1-1,1 0 1,-1 0 0,0 1 0,0-1-1,1 1 1,-2-2 0,-9-1 130,0 0 1,-1 1 0,1 0 0,-14-1 0,24 1-141,0 1-7,1 0 0,-1 0 1,1 0-1,0 0 0,-1 0 1,1 0-1,0 0 0,-1 0 1,1 0-1,0 0 0,0 0 1,0 0-1,0 0 0,0-1 1,0 1-1,0 0 0,1 0 1,-1 0-1,0 0 0,1 0 1,-1 0-1,0 0 0,1 0 1,-1 0-1,1 0 0,-1 1 1,1-1-1,0 0 0,-1 0 1,2-1-1,1 1 1,-1-1 1,1 1-1,-1 0 1,1 0 0,0 0-1,-1 0 1,1 0-1,0 0 1,0 1-1,0-1 1,5 1-1,443 1 3,-235 6-70,174 4 28,134 1-162,625-56 350,-899 16-204,-118 12 214,-129 15-134,198 4-61,202 28 1,-290-20 11,130-5 1,112-21-104,-344 14 107,348-44-50,-243 27 22,-78 8 49,-32 9-35,-26 8-45,17-6 100,-18-4-28,-34-14 605,46 26-447,8-8-143,-7 6 85,1 1 1,0 0-1,1 0 1,0 0-1,0 0 1,1 1-1,0 0 0,-5 15 1,-77 212 965,-11-4 0,-154 268 1,-112 97-1208,-199 354-3930,540-907 3514,-150 281-3261,62-108-2182,55-101-529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4976,'57'-8'4367,"-54"8"-3728,14 0-19,-16-1-556,-1 1 1,1 0-1,0 0 0,-1 0 0,1 0 0,0 0 0,-1 0 1,1 0-1,0 0 0,-1 0 0,1 0 0,0 0 0,-1 0 1,1 0-1,0 1 0,-1-1 0,1 0 0,-1 1 0,1-1 1,0 0-1,-1 1 0,1-1 0,-1 0 0,1 1 1,-1-1-1,1 1 0,-1-1 0,1 1 0,-1-1 0,0 1 1,1 0-1,-1-1 0,0 1 0,1-1 0,-1 1 0,0 0 1,0-1-1,0 1 0,0 0 0,1-1 0,-1 1 0,0 0 1,0-1-1,0 1 0,0 0 0,0-1 0,-1 1 0,1 0 1,0-1-1,0 1 0,0 0 0,0-1 0,-1 2 0,0 4-459,1 19 760,1-1 1,6 37-1,1 30 194,-11 31 139,-32 210 0,19-175-570,9-72-12,6-64-41,0 1 0,1 0 1,2 0-1,0 0 0,5 24 0,-6-43-85,-1-4 8,1 0 1,-1 1 0,1-1 0,-1 0 0,1 1-1,-1-1 1,1 1 0,0-1 0,-1 1 0,1-1-1,0 1 1,-1 0 0,1-1 0,0 1 0,-1 0-1,1-1 1,0 1 0,1 0 0,15-11-27,-4-15 6,-12 23 11,0 1 85,0-1-173,0 0 1,1 0 0,-1 1-1,0-1 1,1 0 0,-1 1-1,1-1 1,0 1 0,0 0-1,0-1 1,0 1 0,0 0-1,1 0 1,-1 1 0,0-1 0,1 0-1,0 1 1,-1-1 0,1 1-1,0 0 1,0 0 0,-1 0-1,1 0 1,0 1 0,4-1-1,59-8-6,193-16 88,-47 22 50,1620-52-1656,-1717 48 1308,117-25 0,-227 31 242,-37-17-5904,29 16 2512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16289,'0'10'9451,"3"1"-4412,19 23-4134,-10-17 4,3 13-878,-1 1 0,-2 0 0,-1 1 0,-1 0 0,-2 1 0,7 49 1,-7 1-54,-3 121 0,-53 301 22,40-423-2029,2 0-1,11 150 1,-3-211-341,8 39 0,6-9-4140,8-2-5935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16009,'135'110'9167,"392"272"-5250,-507-366-3893,0 0 1,-1 2 0,-1 1 0,-1 0-1,22 32 1,-34-45-18,-1 2 1,-1-1-1,1 0 1,-1 1-1,0-1 0,-1 1 1,0 0-1,0 0 1,1 11-1,-3-13 3,0-1 0,0 1 0,-1-1 0,0 0 0,0 1 0,0-1 0,0 0 0,-1 1 0,0-1 0,0 0 0,-1 0 0,1-1 0,-1 1 0,0 0 0,-5 5 0,-3 2 27,0 0 1,-1-1-1,0-1 1,-1 0-1,0 0 1,0-2-1,-28 14 1,-110 39 170,114-48-175,-455 160-2264,470-165 1158,-48 13-1091,65-20 568,-1 0-1,0-1 0,0 1 1,0-1-1,-9-1 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7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17 16906,'-2'0'530,"-1"1"0,0 0 1,1 0-1,-1 0 1,0 1-1,1-1 0,0 1 1,-1-1-1,1 1 0,-4 3 1,4-2-196,1 0 1,0-1-1,0 1 1,0 0-1,0 0 0,0 0 1,0 0-1,1 0 1,0 0-1,-1 0 1,2 4-1,-2 41 332,2 0 0,3 0 0,1-1 0,3 0-1,2 0 1,1 0 0,3-2 0,38 86 0,-42-111-667,0-1 0,2 0 0,0-1 0,2 0 0,21 22 0,-25-30 0,0-1 0,1 1 0,0-2 0,0 0 0,1 0 0,0-1 0,1-1 0,0 0 0,15 5 0,-23-9 0,0 0 0,0-1 0,0 0 0,0 0 0,0 0 0,0-1 0,1 0 0,-1 0 0,0 0 0,0 0 0,0-1 0,1 0 0,-1 0 0,0 0 0,0-1 0,0 1 0,-1-1 0,1-1 0,0 1 0,-1 0 0,1-1 0,-1 0 0,0 0 0,0-1 0,0 1 0,0-1 0,-1 0 0,5-5 0,-3 1 0,-1 0 0,1 0 0,-1 0 0,-1 0 0,1-1 0,-1 0 0,-1 1 0,0-1 0,0 0 0,-1-1 0,0 1 0,0 0 0,-1 0 0,-2-17 0,-2-2 0,-2 1 0,-2 0 0,0 1 0,-1 0 0,-2 0 0,-1 1 0,0 0 0,-32-44 0,19 34 0,-2 2 0,-2 0 0,-1 2 0,-1 1 0,-36-26 0,-32-12 8,86 61-85,0 0 0,-1 1-1,0 0 1,0 1 0,-23-6 0,33 10-272,-1 1-1,1-1 0,-1 1 0,1 0 1,-1 0-1,1 0 0,-1 1 0,1 0 1,-1-1-1,1 2 0,-1-1 0,1 0 1,0 1-1,0 0 0,-6 3 0,8-3 24,0-1 0,0 0 0,1 1 0,-1 0 0,0-1 0,1 1 0,-1 0 0,1 0 0,0 0 0,0 0 0,-1 0 0,0 3 0,1-3-224,1 1 1,-1-1 0,1 1-1,0-1 1,-1 0-1,1 1 1,0-1-1,1 1 1,-1-1 0,0 0-1,1 1 1,-1-1-1,2 4 1,14 26-11253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7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21682,'0'1'254,"1"0"0,0-1-1,-1 1 1,1 0 0,0 0 0,0-1-1,0 1 1,0-1 0,0 1 0,-1-1-1,1 1 1,0-1 0,0 1 0,0-1-1,0 0 1,0 0 0,1 1 0,-1-1 0,0 0-1,0 0 1,0 0 0,0 0 0,0 0-1,0 0 1,1-1 0,-1 2-7,1 0 0,-1 0 0,0 0 0,0 0 0,0 0 0,0 0 0,0 0 0,0 0 0,0 1 0,0-1-1,-1 0 1,1 1 0,0-1 0,-1 0 0,1 1 0,-1-1 0,1 3 0,-1-2-205,15 39-42,-2 1 0,-2 1 0,-2 0 0,6 80 0,-3 79 0,-16 263 0,-2-362-1320,-4 223-13207,15-246 591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1 15437,'-2'10'208,"-6"31"2582,1 1 1,-1 48-1,9-73-2513,1 0 0,0 0 0,1 0 0,1 0 0,1 0-1,0-1 1,1 0 0,1 0 0,0 0 0,1-1 0,1 0 0,1-1 0,0 0 0,0 0-1,1-1 1,22 20 0,-21-22-466,0 0 0,1-1 0,0-1 0,1 0 0,0-1-1,0 0 1,1-1 0,0-1 0,0-1 0,0 0 0,1 0 0,-1-2 0,1 0-1,0-1 1,0 0 0,1-1 0,29-3 0,-36 0 134,0 0 0,0 0 1,0-2-1,0 1 0,-1-1 0,0 0 1,1-1-1,-1 0 0,-1-1 0,1 0 1,-1 0-1,0 0 0,-1-1 0,1-1 0,-1 1 1,-1-1-1,0 0 0,0-1 0,0 1 1,-1-1-1,6-15 0,-3 6 430,-1 0 0,-1 0 0,-1-1-1,0 1 1,-1-1 0,-2-1 0,1 1 0,-2 0 0,-1 0-1,-3-30 1,2 0 1891,2 3-82,4 182-2091,-2-61-100,-8 128 1,-37 136 6,-18 180 0,-43 213-78,64-545-67,-118 337 0,132-457-177,-4 0 0,-2-2 1,-77 116-1,90-154 223,-2-2 1,0-1 0,-2-1 0,-1 0-1,0-2 1,-2 0 0,0-2-1,-1-1 1,-1-1 0,-1-1-1,-38 16 1,53-27 91,0 0 1,0-1-1,0-1 0,-1 0 1,0-1-1,1 0 0,-1-1 1,0-1-1,-23-1 0,30 0 12,-1-1-1,1 0 1,0 0-1,0 0 0,0-1 1,0 0-1,0 0 0,0-1 1,1 0-1,-1 0 0,1 0 1,0-1-1,0 0 1,1 0-1,0-1 0,0 1 1,0-1-1,0 0 0,-3-7 1,-1-4 8,0 0 1,1-1 0,1 0-1,1 0 1,1 0 0,0-1-1,-3-31 1,3-9 21,3-68 0,5 56-11,3-1 0,3 1 0,4 0 1,29-97-1,-3 51-115,94-196 1,-77 206-981,135-192 0,111-67-5593,-178 243-215,0 17-4524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8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64 14797,'-29'-26'13080,"30"23"-11574,1-28 925,-2 31-2417,0 0-1,0 0 0,0-1 1,0 1-1,0 0 0,0 0 1,0 0-1,0 0 0,0 0 0,0 0 1,0-1-1,0 1 0,0 0 1,0 0-1,0 0 0,1 0 1,-1 0-1,0 0 0,0 0 1,0 0-1,0-1 0,0 1 1,0 0-1,0 0 0,0 0 1,0 0-1,0 0 0,1 0 1,-1 0-1,0 0 0,0 0 1,0 0-1,0 0 0,0 0 1,0 0-1,0 0 0,1 0 1,-1 0-1,0 0 0,0 0 1,0 0-1,0 0 0,0 0 0,0 0 1,0 0-1,1 0 0,-1 0 1,0 0-1,0 0 0,0 0 1,0 0-1,0 0 0,0 0 1,0 0-1,1 0 0,-1 0 1,0 0-1,0 0 0,0 0 1,14 2-9,-1 1 1,1-1 0,-1 2-1,0 0 1,0 1 0,0 0-1,0 1 1,-1 0 0,0 1-1,0 0 1,-1 1 0,0 0-1,0 1 1,-1 0 0,0 1 0,-1 0-1,0 1 1,-1 0 0,0 0-1,0 0 1,-1 1 0,-1 1-1,0-1 1,0 1 0,-2 0-1,7 24 1,-5-6-6,-2 1 0,-1-1 0,-1 1 0,-3 42 0,-24 124 0,20-156 0,5-41 0,0 0 0,0-1 0,-1 1 0,1 0 0,0-1 0,0 1 0,0 0 0,0 0 0,0 0 0,0-1 0,0 1 0,0 0 0,0 0 0,0-1 0,1 1 0,-1 0 0,0-1 0,0 1 0,1 0 0,-1-1 0,0 1 0,1 0 0,-1-1 0,1 1 0,-1 0 0,1-1 0,-1 1 0,1-1 0,-1 1 0,1-1 0,1 1 0,10-5 0,-10 3 0,2-1 0,0 0 0,-1 0 0,1 0 0,0-1 0,-1 1 0,1-1 0,-1 0 0,0 0 0,0-1 0,4-5 0,27-45 0,-20 30 0,40-71 0,37-57 0,-78 135 0,-1 0 0,2 1 0,0 1 0,1 0 0,1 1 0,22-16 0,-33 26 0,1 1 0,-1 0 0,1 0 0,0 0 0,0 1 0,0 0 0,0 0 0,0 0 0,0 1 0,1 0 0,-1 0 0,0 1 0,1-1 0,-1 1 0,1 1 0,-1-1 0,11 3 0,-9 0 0,0 0 0,-1 0 0,1 0 0,-1 1 0,0 0 0,0 0 0,0 1 0,-1-1 0,0 2 0,0-1 0,0 1 0,0 0 0,7 10 0,4 8-85,-1 2 0,-1 0 0,-1 0-1,12 34 1,32 115-1017,-27-74 272,-18-63-1164,15 45-2550,-2-26-6848,-16-34 1897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38 8657,'9'-13'964,"0"1"399,-2-1 5343,-3 33-3639,-1-11-2468,12 108 2891,-5-24-1903,45 224 844,-44-268-2225,4 0 0,1-1 0,2-1-1,32 60 1,-45-98-184,0-1 0,0 1-1,1-1 1,0 0 0,1-1-1,0 1 1,0-1-1,8 6 1,-12-11-18,0 0 0,0 0 0,0 0 0,1-1-1,-1 1 1,0-1 0,1 0 0,-1 0 0,0 0 0,1-1 0,-1 1 0,1-1 0,-1 1 0,1-1-1,-1 0 1,1-1 0,0 1 0,-1-1 0,1 1 0,-1-1 0,0 0 0,1 0 0,-1-1 0,6-2-1,-5 1-1,0 0-1,0 0 1,0 0-1,0-1 1,-1 1-1,0-1 1,1 0-1,-1 0 0,-1-1 1,1 1-1,-1 0 1,1-1-1,-1 1 1,-1-1-1,1 0 1,-1 0-1,1 0 1,-1 0-1,-1 0 0,1-5 1,1-12-1,-1 0 1,-1 1 0,-4-27-1,-2 6 46,-2 0-1,-2 0 1,-2 1 0,-1 0-1,-3 1 1,-1 1-1,-1 0 1,-3 2 0,-1 0-1,-1 1 1,-35-38-1,46 58-45,-2 1-1,1 1 0,-2 0 0,0 1 1,-1 0-1,0 2 0,-1-1 0,0 2 0,-1 1 1,0 0-1,-21-7 0,36 15-162,0 1 0,-1-1 0,1 1 1,0 0-1,0 0 0,-1 0 0,1 0 0,0 1 0,0-1 0,0 1 0,0 0 0,0 0 0,-1 0 1,1 0-1,1 0 0,-1 1 0,0-1 0,0 1 0,0 0 0,1 0 0,-1 0 0,-3 4 0,-19 27-3670,10 4-4169,8 6-4242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9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14897,'23'2'2591,"-18"-1"1723,-13 26-353,11-7-3291,2-1 0,10 35-1,-4-20-236,39 174 481,-27-138-978,-21-64 58,0-1 0,1 0 0,-1 0 0,1 0 0,0 0 0,1 0 1,-1-1-1,1 1 0,0-1 0,7 6 0,-9-9 6,0 0 0,0-1 0,0 1 1,-1 0-1,2-1 0,-1 0 0,0 1 0,0-1 0,0 0 0,0 0 0,0 0 1,0 0-1,0 0 0,0-1 0,0 1 0,0-1 0,0 1 0,0-1 1,0 0-1,0 0 0,-1 0 0,1 0 0,0 0 0,0 0 0,-1 0 1,1 0-1,2-3 0,5-5-1,1 1-1,-2-2 1,9-10 0,-17 20 1,48-71 23,-37 53-18,1 0-1,0 1 1,21-23 0,-20 27 20,-10 9-16,1 0 0,0 0 0,0 0 0,0 1 0,0 0 0,10-6 0,-12 8-11,1 0 0,-1 1 0,1-1 1,0 1-1,0-1 0,-1 1 0,1 0 0,0 0 0,0 0 1,-1 0-1,1 1 0,0-1 0,-1 1 0,1-1 1,0 1-1,-1 0 0,5 2 0,41 22-86,-40-20 9,1 0-1,0 0 1,1 0 0,-1-2-1,1 1 1,0-1 0,16 3-1,-20-5 61,1-1 0,-1 0 0,0 0 0,0-1 0,0 0 1,1 0-1,-1 0 0,0 0 0,0-1 0,0 0 0,-1-1 0,9-3 0,-5 0 18,0 0 1,0-1-1,0 0 1,-1 0-1,0-1 1,9-10-1,14-27 303,-28 37-182,1 1-1,1 0 1,-1 0-1,1 1 1,0-1 0,1 1-1,0 0 1,0 1 0,0-1-1,0 1 1,1 0-1,7-4 1,-11 8-100,0 1 0,0-1 0,1 1 0,-1 0 0,0-1 0,0 1-1,0 1 1,0-1 0,0 0 0,1 1 0,-1-1 0,0 1 0,0 0 0,0 0 0,0 1 0,0-1 0,-1 0-1,6 4 1,2 2 13,0 0 0,-1 0 0,16 17-1,-1 1-442,1-1 0,1-1-1,40 27 1,-58-45 234,-1 0 1,1 0-1,0-1 0,1 0 1,-1-1-1,1 0 0,-1 0 1,1-1-1,0 0 0,0 0 1,0-1-1,0 0 0,0-1 1,0 0-1,0-1 0,0 1 1,0-2-1,14-3 0,-12 2 328,-1-1 0,1 0 0,-1-1 0,0 0 0,-1 0 0,1-1 0,-1-1 0,0 0 0,-1 0 0,0 0 0,0-1 1,0 0-1,-1-1 0,0 0 0,8-15 0,-14 23-58,-1 0 1,1 0 0,-1-1 0,1 1-1,0 0 1,-1 0 0,1 0 0,0 0-1,0 0 1,0 0 0,0 0 0,0 0-1,0 0 1,0 1 0,0-1-1,0 0 1,0 1 0,0-1 0,1 0-1,-1 1 1,0 0 0,2-1 0,-2 1-57,1 0 0,-1 1-1,1-1 1,0 1 0,-1-1 0,0 1 0,1 0 0,-1 0 0,1 0 0,-1-1 0,0 1 0,0 0 0,1 1 0,-1-1 0,0 0-1,0 0 1,0 0 0,0 1 0,1 2 0,2 3-16,-1 0 0,0 0 0,-1 0 0,0 0 0,0 1 0,0-1 0,-1 1 0,0-1-1,0 14 1,6 33-543,-1-34-493,9 46-1632,-12-42-2038,-2 0-3986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9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9153,'-22'5'1980,"35"1"-408,2 0-244,-11 14-208,-1 0-248,3 5-147,0 21-501,1-6-592,-1 3-737,0-11-611,10 8-2268,7 5-2833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528 112 12069,'-13'-1'997,"0"1"1,1 1-1,-1 0 0,1 1 0,-1 0 1,1 1-1,0 0 0,0 1 0,-17 7 0,12-2-55,1 0 0,0 1-1,0 1 1,1 0 0,-24 23-1,11-4-358,2 1-1,1 1 0,1 1 1,2 2-1,-22 43 1,24-39-960,2 1 1,-21 66 0,33-85-119,1 0-1,1 0 1,1 0 0,1 1 0,1-1 0,1 0-1,3 28 1,-3-47 424,0 1 0,0-1 0,0 1 0,1-1 0,-1 0 0,1 0 0,-1 1 0,1-1 0,0 0 0,0 0 0,0 0 0,0 0 0,0 0 0,1 0 0,-1 0 0,1 0 0,-1 0 0,1 0 0,0-1 0,-1 1 0,1-1 0,0 1 0,2 0 0,-1-1 27,0-1 1,0 1-1,0-1 0,-1 0 0,1 1 0,0-1 1,0-1-1,0 1 0,0 0 0,-1-1 0,1 1 1,0-1-1,0 0 0,-1 0 0,1 0 0,2-2 0,9-4 8,-1-1 0,-1-1 0,1 0 0,-1 0 0,18-19-1,5-13 596,-2-2-1,-2-1 0,26-49 0,0 2 1133,-47 76-1302,0 0-1,2 1 1,-1 0-1,2 1 1,0 1-1,0 0 1,23-15-1,-34 25-342,0 1 0,1-1 0,-1 1-1,0 0 1,1 0 0,-1 0 0,1 1-1,-1-1 1,1 0 0,-1 1 0,1 0-1,-1-1 1,1 1 0,0 0 0,-1 1-1,1-1 1,-1 0 0,1 1 0,0-1-1,-1 1 1,1 0 0,-1 0 0,0 0-1,1 0 1,-1 0 0,0 0 0,0 1-1,1-1 1,-1 1 0,0 0 0,0-1-1,-1 1 1,1 0 0,0 0 0,1 3-1,4 5 58,0 1 1,0 0-1,-1 0 0,0 1 0,6 19 0,7 36-89,-2 1 1,11 95-1,-17-91-17,-5-16-91,-5-36-49,2-1 1,5 27 0,-7-44 73,-1 0-1,1 0 1,0 0 0,-1 0 0,1 0 0,0 0 0,0 0 0,0 0 0,1 0 0,-1-1 0,0 1 0,1 0-1,-1-1 1,1 1 0,0-1 0,-1 1 0,1-1 0,0 0 0,0 0 0,0 0 0,0 0 0,3 2 0,-1-3-51,0 1 0,0-1 0,0 0 1,0 1-1,0-2 0,0 1 1,0 0-1,0-1 0,0 0 0,0 0 1,6-2-1,4-3-201,-1 0-1,0-1 1,-1 0 0,0-1 0,0 0-1,12-11 1,-2-3-67,0-1-1,-2-2 1,0 1 0,-2-2-1,29-55 1,-11 7-10,27-81 1,14-88 48,-21 61 706,-48 154-126,10-53 0,-18 77-209,-1 36-628,-3-4-12,-2 17-2221,2 5-4403,4 7-2807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0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54 217 16978,'-2'-7'532,"0"0"0,0 0 0,0 0 0,1 0 0,1 0 0,-1-1 0,1 1 1,0 0-1,0 0 0,1 0 0,0 0 0,1-1 0,-1 1 0,1 1 0,1-1 1,-1 0-1,4-7 0,-2 7 89,0-1 0,1 1 0,0-1 0,0 2 0,0-1 1,1 0-1,0 1 0,0 0 0,14-10 0,-19 15-621,0 1 0,0-1 0,0 0 0,1 1 0,-1 0 0,0-1 0,1 1 0,-1 0 0,0 0 0,1-1 0,-1 1 0,0 0 0,1 0 0,-1 1 0,0-1 0,1 0 0,-1 0 0,0 1 0,1-1 0,-1 0 0,0 1 0,0 0 0,1-1 0,-1 1 0,0 0 0,0-1 0,0 1 0,0 0 0,0 0 0,0 0 0,2 2 0,3 3 0,0 1 0,-1 0 0,9 14 0,-4-1 0,0 0 0,-1 1 0,-1 1 0,-1-1 0,0 1 0,-2 0 0,5 45 0,-6-8 0,-6 112 0,-12-15 0,-55 251 0,-10-151-4222,-3 14-6549,58-147-4019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4 16922,'16'-3'3455,"-19"10"524,-6 7-3033,5-6-497,0 1-1,1-1 0,0 1 0,1-1 0,0 1 1,-1 11-1,-36 278 3879,8 151-4327,18-231 0,10-172-10,-15 344-925,18-298 22,5-1 1,19 114-1,-8-134-4689,2-28-1582,9-4-6130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1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1 13017,'-8'13'711,"4"-6"6,0-1 1,0 0-1,0 0 0,-1 0 1,0 0-1,0-1 1,-9 8-1,-119 94 5549,-52 38-3526,153-123-2536,5-3 94,-48 43 0,69-57-264,0 1-1,1 0 1,-1 0 0,1 0 0,-6 10 0,9-12-18,0-1 0,1 1 0,-1 0 0,1-1-1,0 1 1,0 0 0,0 0 0,1 0 0,-1-1 0,1 1 0,0 0 0,0 0 0,1 8 0,2-1 19,0 0 0,1 1 0,0-1 1,0-1-1,1 1 0,1 0 0,0-1 0,0 0 1,1-1-1,0 0 0,1 0 0,10 10 0,12 9-6,2-1 0,41 26 0,-24-20-856,0-3-1,2-2 1,69 27-1,-24-21-3338,4-9-3617,-26-10-4217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13965,'216'-17'9653,"-118"11"-7839,-44 1-1644,-1-3-1,0-2 0,66-20 0,-114 28-222,1 0 0,-1 0 0,0-1 0,0 1 1,0-1-1,0 0 0,-1-1 0,8-6 0,-11 9 68,-1 1-1,0-1 1,1 0-1,-1 0 1,0 0 0,0 0-1,1 0 1,-1 0-1,0 0 1,0 0 0,0 1-1,0-1 1,0 0 0,0 0-1,0 0 1,-1 0-1,1 0 1,0 0 0,-1 0-1,1 0 1,0 1-1,-1-3 1,-9-14 563,7 15-437,0 0-1,-1 1 1,1-1 0,0 1-1,0 0 1,-1 0-1,1 0 1,-1 1 0,1-1-1,0 1 1,-1 0-1,1-1 1,-1 2 0,-6 0-1,-49 12 1951,50-10-1976,0 2-1,0-1 0,1 1 1,0 1-1,0-1 0,0 1 0,1 1 1,-1-1-1,2 1 0,-1 0 1,-5 9-1,-4 5 102,2 0 0,-22 44 0,27-46-247,2-1 0,0 1 0,1 1 0,1-1 0,1 1 0,0 0 0,2 0 0,0 0 1,2 0-1,0 0 0,1 0 0,5 29 0,-3-34-78,0-1 0,1 0 1,1 0-1,0 0 0,1-1 0,0 0 1,1 0-1,0 0 0,2-1 0,-1 0 1,1 0-1,1-1 0,0-1 0,0 1 1,1-2-1,1 1 0,19 11 0,-15-11-1752,1-2-1,20 8 0,13 1-5522,16 3-7070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15033,'0'0'2677,"1"4"-103,2 7-1831,0-1 0,1 0 0,1 0 0,-1 0 0,2-1 0,9 14 0,48 58 1504,-27-36-1443,-14-17-415,39 50 455,94 157-1,-141-210-856,-1 1-1,-1 0 1,-1 1 0,-2 1-1,-1 0 1,-1 0 0,-1 0-1,-1 1 1,-2 0 0,-1 0-1,-2 29 1,0-52 25,-1-1-1,0 1 1,0-1-1,0 1 0,-1-1 1,0 0-1,0 1 1,-5 9-1,6-14 9,0 0 0,0 0 0,1 0 0,-1 0 0,0 0 0,0 0 0,0 0 0,0 0 0,0 0 0,0-1 0,0 1 0,0 0 0,-1-1 0,1 1 0,0-1 0,0 1 0,-1-1 0,1 0 0,0 1 0,0-1 0,-1 0 0,1 0 0,0 0 0,-1 0 0,1 0 0,0 0 0,-1 0 0,1-1 0,0 1 0,0 0 0,-1-1 0,1 1 0,0-1-1,0 1 1,0-1 0,-1 1 0,1-1 0,0 0 0,0 0 0,0 0 0,0 1 0,0-1 0,-1-2 0,-4-3 76,-1 0-1,1-1 0,0 1 1,1-1-1,0 0 0,0-1 1,0 1-1,1-1 0,0 0 1,1 0-1,-4-12 1,4 6-60,-1 0 1,2-1 0,0 1-1,1-1 1,1 0 0,1-18-1,3-2-50,2 1 0,1 0 0,1 0 0,3 1 0,15-37 0,-2 16-891,2 2 0,45-68 0,-39 73-1807,3 2 1,59-62-1,-77 90-867,35-25 0,15 1-8180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2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 10685,'1'1'224,"0"1"0,0 0 0,-1-1 0,1 1 0,0 0 0,-1 0 0,1 0 0,-1 0 0,0 0 0,0 0 0,0-1 0,0 1 0,0 0 0,0 0 0,0 0 0,0 0 0,-1 0 1,1 0-1,-1 0 0,1-1 0,-1 1 0,0 0 0,0 0 0,0-1 0,-1 3 0,-35 50 2594,28-42-2497,-27 32 1265,-3-2 0,-74 64 0,77-74-31,33-30-1356,0 0-1,-1 1 1,1-1-1,0 0 1,-1-1-1,-7 4 1,8-4 216,0 0 0,0 0 0,0 0 0,1 1 0,-1-1 0,0 1 0,1 0 0,-3 2 1,6-5-340,-1-1 0,1 1 0,0 0 0,0-1 0,-1 1 0,1-1 0,-1 1 0,1 0 0,-1-1 0,0 0 0,0 1 1,1-2-1,4-17 197,4 9-231,0 0 0,1 1-1,0 0 1,0 0 0,1 1-1,0 1 1,1 0 0,0 0-1,19-8 1,-25 13-40,0 0 1,0 1-1,0 0 0,1 1 1,-1-1-1,1 1 0,-1 0 1,1 1-1,0 0 1,-1 0-1,1 0 0,-1 1 1,1 0-1,-1 0 0,1 0 1,-1 1-1,0 0 0,1 1 1,-1-1-1,0 1 0,-1 0 1,1 1-1,0-1 1,9 9-1,2 3-51,0 1 0,-1 1 0,0 1 0,-2 0 0,20 30 0,40 56-5861,-18-41-5779,-22-35-260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2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0 806 11729,'8'2'589,"0"0"0,0 0 0,-1-1 0,1 0 0,0-1 0,0 1 0,0-2 1,0 1-1,0-1 0,0 0 0,0-1 0,0 0 0,-1 0 0,1 0 0,9-6 0,17-6 276,45-21 273,-73 32-988,-1 0 1,0-1 0,0 1-1,0-1 1,0 0 0,0 0-1,-1 0 1,1-1-1,-1 1 1,4-8 0,-7 9 128,1-1 0,-1 0 1,-1 0-1,1 0 0,0 1 0,-1-1 1,0 0-1,0 0 0,0 0 1,0 0-1,-2-4 0,1-4 271,1 11-534,0 1 0,0 0 1,0 0-1,0 0 0,0 0 1,0 0-1,0-1 0,0 1 1,0 0-1,0 0 0,0 0 1,0 0-1,0 0 0,0 0 1,0-1-1,0 1 1,0 0-1,0 0 0,0 0 1,0 0-1,-1 0 0,1 0 1,0 0-1,0-1 0,0 1 1,0 0-1,0 0 0,0 0 1,0 0-1,-1 0 0,1 0 1,0 0-1,0 0 0,0 0 1,0 0-1,0 0 0,0 0 1,-1 0-1,1 0 1,0 0-1,0 0 0,0 0 1,0 0-1,0 0 0,-1 0 1,1 0-1,0 0 0,0 0 1,0 0-1,0 0 0,0 0 1,-7 0 34,1 0-1,0 0 1,0 0 0,0 1 0,0-1 0,0 1 0,0 1 0,0-1 0,1 1-1,-1 1 1,0-1 0,1 1 0,-1-1 0,-7 7 0,5-3 83,-1 1 0,1 1 0,1-1 0,0 1 0,0 1-1,0-1 1,-10 19 0,8-10 3,1 0 0,0 1 0,1 1-1,1-1 1,1 1 0,0 0 0,2 0-1,0 0 1,0 25 0,3-30-137,1-1 0,0 1 0,2 0 0,-1 0 0,2 0 0,-1-1 0,2 0 0,0 0 0,1 0 0,0 0 0,1-1 0,0 0 0,1 0 0,0-1 0,11 12 0,-12-16 0,0-1 0,0 1 0,0-1 0,1-1 0,-1 0 0,2 0 0,-1 0 0,0-1 0,1 0 0,0-1 0,0 0 0,0 0 0,0-1 0,0 0 0,0 0 0,1-1 0,-1-1 0,1 0 0,-1 0 0,1 0 0,-1-1 0,0-1 0,12-2 0,-6-1-1,0-1 1,-1 0-1,1-1 1,-2-1-1,1 0 0,-1 0 1,0-2-1,0 1 1,-1-2-1,-1 0 1,0 0-1,14-18 0,-1-4-15,-1 0-1,-1-2 1,27-60 0,-10 5 18,-4-2 1,35-146-1,15-198 64,-77 390-66,-3 100 0,-7 231 0,0 5 0,6-162-1907,5 0 0,33 162 0,-36-268 271,0 0 1,11 25 0,11 8-4856,9 1-6174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27 14753,'-28'-26'2805,"12"32"-485,0-3-512,-3 5-372,0 1-288,6 2-612,0-2-884,-3 5-748,4-3-1288,-4 1-156,-6 16-2965,18-13-4444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52 13137,'-1'-4'493,"0"0"-1,0 0 1,0 0-1,0 0 1,-1 0-1,0 0 1,0 0-1,0 1 1,0-1 0,-8-8 8364,13 31-5990,1-9-2295,55 176 1039,1 4-814,-49-138-797,-1 0 0,-4 0 0,-1 1 0,-3 0 0,-2-1 0,-2 1 0,-3 0 0,-2-1 0,-19 73 0,16-78-501,5-20-804,-1 0 0,-2-1 1,0 1-1,-2-1 0,-1-1 0,-16 30 0,-2-12-6237,4-2-5064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62 15693,'18'-10'1307,"1"1"0,1 0 0,-1 2-1,1 0 1,1 2 0,38-7 0,-39 11-749,0 0 0,0 1 0,0 1 0,28 5 0,-17 0-378,-1 1 1,1 1 0,-1 2 0,-1 1 0,0 1-1,0 1 1,-2 2 0,1 1 0,-2 1 0,31 26-1,-43-31-264,-1 1 0,-1 0 0,0 1 0,-1 0 0,0 1 1,-1 0-1,-1 0 0,10 23 0,-13-24-91,-1 0 1,-1 1 0,0-1 0,-2 1 0,1 0-1,-1 0 1,-1 0 0,-1 0 0,0 0 0,-1 0-1,-3 17 1,-2-8-4,-1-1 0,0 1 0,-2-1 0,-1 0 0,-1-1 0,0 0 0,-2-1 0,-1 0 0,0-1 0,-1-1 0,-1 0 0,-29 25-1,3-6-15,-2-2 0,-1-2-1,-2-2 1,-70 36-1,76-47 149,-1-2 0,0-2-1,-2-2 1,0-1 0,-63 10 0,93-22 62,0 0 1,0-2-1,0 1 1,-25-4-1,33 2-1,0 0 1,1 0-1,-1 0 0,1-1 0,-1 0 0,1 0 0,0-1 1,-1 1-1,1-1 0,0-1 0,1 1 0,-1 0 0,-6-8 0,10 10-1,-1-1 0,1 1 0,0-1 0,0 0 0,1 0 0,-1 1 0,0-1 0,0 0 0,1 0 0,-1 0 0,1 0 0,0 0 0,0 1 0,-1-1 0,1 0 0,0 0 0,1 0 0,-1 0 0,0 0 0,1 0 0,0-3 0,0 1 25,1-1 0,-1 1-1,1 0 1,0 0-1,0 0 1,5-6 0,-3 7 31,-1-1 0,1 1 0,0 0 1,0 0-1,1 0 0,-1 1 1,0 0-1,1 0 0,-1 0 1,1 0-1,0 0 0,0 1 1,0 0-1,-1 0 0,1 0 0,0 1 1,9 0-1,2 0 180,-1 1 0,1 1 0,-1 0 0,23 6-1,-9 2-37,-1 0-1,0 2 0,0 1 0,-1 1 0,-1 2 1,0 0-1,-2 2 0,32 28 0,18 24-66,75 92-1,-96-101-421,130 164-4105,-77-63-6866,-74-110 1353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6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17134,'-13'97'2888,"32"-60"-288,-9 3-460,-4-5-356,1 5-391,-4 3-301,6 2-196,4 4-404,0-1-520,6 1-840,6-3-552,-3-6-681,-3 0-1007,7-9-3641,-1-2-6412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98 217 11233,'9'-20'617,"-4"10"-115,-1 1 0,2-1 1,-1 1-1,1 0 0,0 0 1,15-15-1,-9 12 3,1 0 0,1 1 0,0 1 0,0 0 0,1 1 0,0 1 0,0 0 0,1 1 0,0 1 0,0 0 0,1 1 0,19-3 0,-23 6-406,0 1 1,1 0-1,-1 1 1,1 0-1,-1 1 1,0 0-1,1 1 1,-1 1-1,0 0 1,0 1-1,0 0 1,-1 1-1,0 0 1,1 1-1,-2 1 1,15 9-1,-14-7-96,-1 0 0,0 0 0,0 0-1,-1 2 1,-1-1 0,1 1 0,-2 1 0,0-1 0,0 2-1,-1-1 1,0 1 0,-2 0 0,1 0 0,-1 0 0,-1 1-1,0 0 1,-1 0 0,-1 0 0,0 0 0,-1 25 0,-2-7-135,-2 0 1,-2 0-1,0 0 1,-2-1 0,-2 0-1,-1 0 1,-1-1 0,-2 0-1,-17 30 1,-24 33-652,-90 116 0,98-145 700,46-63 83,0-1 0,-1 0 0,1 1-1,0-1 1,-1 0 0,1 1 0,0-1 0,0 1-1,0-1 1,-1 1 0,1-1 0,0 0 0,0 1-1,0-1 1,0 1 0,0-1 0,0 1 0,0-1-1,0 1 1,0-1 0,0 1 0,0-1 0,0 0-1,0 1 1,0-1 0,0 1 0,0-1 0,1 1-1,-1-1 1,0 1 0,0-1 0,1 1 0,14 5-14,24-6 0,-37 0 15,27-3 33,47-11 0,-48 7-18,0 2-1,31-2 0,-31 7 35,0 1 1,0 1-1,0 2 1,-1 0-1,1 2 1,-1 1-1,-1 1 1,1 2-1,36 18 0,-46-20 36,-1 2-1,-1 0 0,1 1 0,-2 1 0,1 0 0,19 22 0,-26-24-19,0 0-1,-1 0 1,0 1 0,0 0 0,-1 1 0,-1-1-1,0 1 1,-1 0 0,0 0 0,3 17-1,-5-18 38,0 1 0,-2 0 0,1-1-1,-1 1 1,-1 0 0,0-1 0,-1 1-1,0 0 1,-1-1 0,0 0 0,-6 15-1,2-10 61,-1-1 0,-1 0 0,0-1 0,0 0 0,-2 0 0,0-1 0,-14 14 0,1-5 53,-2-1 1,0-1-1,-1-1 1,-1-2-1,-1-1 0,0-1 1,-50 18-1,29-16-293,0-2 0,-1-3 0,-1-2 0,1-2 0,-2-2 0,-73-2 0,81-6-1330,0-2 1,1-2 0,0-1 0,-65-22-1,97 26-147,0-2-1,0 1 0,-12-8 0,-15-21-8562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14837,'89'-97'2405,"-48"71"-253,-3 6-324,1 3-428,2 5-232,10 9-240,6 9-400,3 8-752,7 12-336,3 6-796,-4 8-496,1 5-420,-7 10-3389,-15 8-4676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17570,'18'71'5254,"28"82"2075,-28-99-6721,-2 1 0,10 62 0,8 116 182,-15 69-2043,-13-145-604,-4-120 176,8 79-9234,4-51-3162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44 146 15293,'-44'-49'8701,"63"32"-6449,16-8-511,6 13-313,16 1-392,10-1-660,22 7-692,6-1-1080,10 0-741,6 3-1359,-3 3-3420,6 0-6666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16534,'1'-13'1113,"1"1"428,-2 0 4885,7 25-1403,2 2-3526,43 202-855,-44-174-651,27 138-26,18 269-1,-53-411-1090,-5 57 1,-5-8-3609,-1 6-4822,7-30-3615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 0 13589,'-71'26'2880,"2"3"-1,-69 41 0,-317 205-2848,449-271-97,-21 14-415,-43 36-1,63-49 415,1 1-1,1 0 1,-1 0-1,1 0 1,0 1-1,0 0 1,1 0-1,0 0 0,0 0 1,1 1-1,-1-1 1,-2 13-1,6-15 87,0 1 0,0-1-1,0 0 1,0 0 0,1 1 0,0-1-1,0 0 1,0 0 0,1 0 0,0 0-1,0 0 1,0 0 0,0 0 0,1-1-1,0 1 1,0-1 0,0 0 0,1 0-1,-1 0 1,8 6 0,5 5 126,2 0 0,0-2 0,29 17 0,-10-9-3,1-2-1,0-2 1,2-1-1,48 12 0,171 24-377,-207-46-1417,98-1 0,-13-12-5673,-57 1-854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321 223 13957,'105'-97'10339,"-100"91"-10073,1 0 1,-2 0 0,1 0 0,-1-1 0,4-7 0,-7 12-244,0 0 0,0 1 0,0-1 0,0 0 0,-1 1 0,1-1 0,-1 0 0,1 1 0,-1-1 0,0 0 0,0 0 0,0 0 0,0 1 0,0-1 0,0 0 0,0 0 0,0 0 1,-1 1-1,1-1 0,-1 0 0,1 0 0,-1 1 0,0-1 0,0 0 0,1 1 0,-1-1 0,0 1 0,-2-3 0,-2 1 32,0-1-1,0 1 1,0 1 0,0-1-1,0 0 1,-1 1 0,1 0-1,-1 1 1,0-1 0,1 1-1,-1 0 1,0 0 0,0 1-1,0 0 1,0 0 0,1 0-1,-1 1 1,-7 1 0,-1 1 193,-1 0 0,1 1-1,0 0 1,0 2 0,0-1 0,-15 11 0,10-5 17,2 1 1,-1 1 0,2 1 0,0 0-1,0 2 1,1-1 0,1 2-1,1 0 1,0 1 0,2 0-1,0 0 1,-16 38 0,22-44-270,1 1 0,1-1 0,0 0 0,0 1-1,1 0 1,1-1 0,0 1 0,1 0 0,0 0 0,3 14 0,-1-17-11,0 0 0,1 0 0,0 0 0,1-1 0,0 1 0,1-1-1,-1 0 1,2 0 0,-1 0 0,2-1 0,-1 0 0,1 0 0,14 12 0,-6-7-558,2-1 0,-1-1 0,2 0 0,-1-1 0,2-1 0,-1-1 0,1-1 0,0 0 0,30 5 0,3-2-3867,1-2-1,77 1 1,-45-6-6062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11129,'3'8'610,"0"0"-1,1 0 1,0-1 0,0 1-1,1-1 1,0 0 0,0 0-1,0-1 1,1 0 0,0 1-1,13 8 1,4 4-48,0 1 0,-2 1 0,0 1 1,-2 1-1,18 26 0,73 132 507,-97-153-978,-1 1 0,-1 0-1,-2 1 1,-1 0-1,-1 0 1,-2 1 0,2 39-1,-6-63-33,-1 0 0,0 0 0,0 0 0,-1 0 0,0 0 0,0 0 0,0 0 0,-1-1 0,-3 9 0,4-14 3,1 1 0,-1-1 0,0 1-1,0-1 1,1 1 0,-1-1-1,0 0 1,0 1 0,0-1 0,-1 0-1,1 0 1,0 0 0,0 0-1,-1 0 1,1 0 0,0 0 0,-1 0-1,1 0 1,-1-1 0,0 1-1,1-1 1,-1 1 0,1-1 0,-1 1-1,0-1 1,1 0 0,-1 0-1,0 0 1,1 0 0,-1 0 0,1 0-1,-1 0 1,0-1 0,1 1-1,-1-1 1,1 1 0,-1-1 0,0 1-1,-2-3 1,1 1 61,-1 0-1,1 0 1,-1 0-1,1-1 1,0 1-1,0-1 1,0 0-1,0 0 1,1 0-1,-1 0 1,1 0-1,0-1 1,-3-5-1,2 2 48,0-1 1,0 1-1,1-1 0,0 0 0,1 0 1,-2-11-1,2-6 135,2 0 0,0 0 1,7-38-1,2 14-243,2 0 0,1 2 0,3 0 0,27-57 0,-16 50-1079,2 1 0,3 1 1,43-53-1,-47 72-1238,1 1 1,1 1 0,69-52-1,-44 50-3574,1 9-3202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10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23 11973,'-16'-22'7240,"15"24"-5976,-1 5-884,0 0 1,0 0 0,1 0 0,0 0 0,0 0 0,1 1 0,0-1 0,0 0 0,0 0 0,4 14 0,-2 7-124,-2 0 0,0 0 0,-2 0-1,-8 44 1,4-37-79,6-34-132,0 0-1,-1 1 1,1-1-1,0 0 1,-1 0-1,0 0 1,1 0-1,-1 0 1,0 0-1,1 0 1,-1 0 0,0 0-1,0 0 1,0 0-1,0 0 1,0-1-1,0 1 1,-2 1-1,0 0 1261,8-15-1208,0-1 0,1 1 0,1 0 0,0 0 0,1 1 1,0 0-1,1 0 0,0 1 0,1 0 0,0 1 0,16-13 0,1 1 91,1 1 0,0 1-1,58-29 1,-73 42-95,1 1 0,1 0 0,-1 1 0,1 1 0,-1 1-1,1 0 1,0 0 0,0 2 0,0 0 0,1 0 0,-1 1 0,0 1 0,0 1 0,0 0-1,0 1 1,0 1 0,0 0 0,-1 1 0,0 0 0,0 2 0,0-1 0,-1 2-1,0-1 1,0 2 0,-1 0 0,21 20 0,-15-12-391,0 2 1,-1 0-1,-2 1 0,17 27 0,46 93-2811,-11-19 608,-63-115 958,-1-1 0,1 0 1,0 0-1,0 0 0,8 6 0,-7-6-139,25 23-10078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10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1313 9825,'0'0'3990,"3"1"-2245,11 1-1158,1-1 0,0-1 1,-1 0-1,1-1 0,0 0 0,-1-2 0,1 1 0,-1-2 0,14-4 1,-19 4-518,0 1 1,0-1-1,0-1 1,-1 1 0,1-1-1,-1-1 1,0 0-1,-1 0 1,0 0 0,0-1-1,0 0 1,0 0 0,-1-1-1,10-16 1,-14 19 158,0 0 1,0-1 0,0 1 0,-1 0-1,0-1 1,0 1 0,0-1-1,-1 1 1,0-1 0,0 1-1,0-1 1,0 1 0,-1-1 0,0 1-1,0-1 1,-1 1 0,1 0-1,-1-1 1,0 1 0,-1 0-1,1 0 1,-1 1 0,0-1 0,0 0-1,-1 1 1,-5-6 0,7 8-163,0 0 1,0-1 0,0 2 0,0-1-1,0 0 1,-1 0 0,1 1 0,-1-1-1,1 1 1,-1-1 0,0 1 0,1 0-1,-1 0 1,0 1 0,0-1 0,0 1-1,1-1 1,-1 1 0,0 0 0,0 0-1,0 0 1,0 0 0,0 0 0,0 1 0,0-1-1,1 1 1,-1 0 0,0 0 0,0 0-1,1 0 1,-1 1 0,1-1 0,-4 3-1,-3 2 155,-1 1-1,1 0 0,1 1 1,-1 0-1,1 0 0,1 1 1,-9 11-1,4 0-221,0-1 0,2 1 0,0 1 0,2 0 0,0 0 0,1 1 0,1 0 0,1 0 0,1 0 0,1 1 0,1-1 0,1 1 0,1-1 0,1 1 0,1 0 0,1-1 0,1 1 0,8 25 0,-10-40 0,1 0 0,1 0 0,-1 0 0,1 0 0,1 0 0,-1 0 0,1-1 0,0 0 0,1 0 0,0-1 0,0 0 0,1 1 0,-1-2 0,1 1 0,10 5 0,-10-7 0,-1-1 0,0 0 0,1-1 0,0 1 0,0-1 0,-1-1 0,1 1 0,0-1 0,0 0 0,1-1 0,-1 0 0,0 0 0,0 0 0,0-1 0,0 0 0,0 0 0,0-1 0,0 0 0,9-4 0,4-4 0,-1 0 0,-1-1 0,0-1 0,0-1 0,-1 0 0,-1-1 0,0-1 0,-1-1 0,22-29 0,-9 7 0,-2-1 0,-2-1 0,27-64 0,-25 39 0,-3 0 0,-3-1 0,17-104 0,11-209 0,-46 356 0,10-94 0,33-269 0,-39 362 0,-3 22 0,0 18 0,-3-16 0,21 227 0,-14-113 0,2-4 22,64 668-609,-67-732-2410,21 83 0,-17-97-1700,21 45 1,9 2-9135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10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17490,'0'0'11369,"7"12"-7705,-1 2-3664,-3 0-768,0 3-1152,-6 1-4969,0-1 128,-3 8-6440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0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1552 11101,'-11'-23'8424,"11"20"-8086,-1 0-1,-1 0 1,1 0 0,0 1 0,-1-1 0,1 0 0,-1 1 0,0-1 0,0 1 0,0 0 0,0 0 0,-4-4 0,3 3-34,0 0 1,0 0 0,1 0-1,-1-1 1,1 1 0,0-1 0,0 1-1,0-1 1,0 0 0,1 0-1,-1 0 1,1 0 0,0 0 0,0-6-1,-2-5 379,1-1 0,1-21-1,2 20-446,0 0 0,1-1 0,1 1 0,11-33 0,29-63 743,-29 81-907,121-253-72,24-58 0,-90 135 0,-60 172 0,-1 1 0,-2-1 0,3-72 0,-9 106 0,0 0 0,1 0 0,-1 0 0,0 0 0,0 0 0,-1 0 0,1 0 0,0 0 0,-1 0 0,1 0 0,-1 0 0,0 0 0,1 0 0,-1 1 0,0-1 0,0 0 0,0 0 0,-1 1 0,1-1 0,0 1 0,-1-1 0,1 1 0,0-1 0,-3-1 0,1 3 0,0-1 0,1 1 0,-1 0 0,0-1 0,0 1 0,1 1 0,-1-1 0,0 0 0,1 1 0,-1-1 0,0 1 0,1 0 0,-1-1 0,1 2 0,-1-1 0,1 0 0,-1 0 0,-2 3 0,-7 4 0,-1 0 0,2 2 0,-1-1 0,2 1 0,-1 1 0,1 0 0,-15 22 0,-2 8 0,-23 45 0,10-4 0,4 2 0,3 0 0,5 3 0,3 0 0,3 2 0,-12 121 0,27-147 0,4 1 0,2 0 0,3 0 0,2-1 0,4 1 0,2-1 0,3-1 0,2 0 0,4-1 0,1-1 0,39 75 0,10-5-59,25 55-228,-90-176 232,0 1-1,-1 0 1,0 0 0,0 0 0,-1 0-1,-1 0 1,1 1 0,-2-1 0,0 13-1,-1-15 41,0-1-1,0 0 0,-1 0 1,0 0-1,0 0 1,-1-1-1,0 1 0,0-1 1,-1 1-1,1-1 1,-1 0-1,-1 0 0,1-1 1,-7 7-1,-5 3 59,-1-1 0,0-1 0,-1 0 0,-1-2 0,1 0 0,-37 15 0,-2-3 149,-68 16 1,89-29-108,-40 5 1,62-13-69,0 0 1,0-2 0,0 1-1,0-2 1,-27-4-1,41 5-25,-1 0 0,0 0 0,0-1 1,0 1-1,0-1 0,0 1 0,0-1 0,0 1 0,1-1 0,-1 1 0,0-1 0,0 0 0,1 1 0,-1-1 0,0 0 0,1 0 0,-1 1 0,1-1 0,-1 0 0,1 0 0,-1 0 0,1 0 1,0 0-1,-1 0 0,1 0 0,0 0 0,0 0 0,0 0 0,0 1 0,0-1 0,0 0 0,0 0 0,0 0 0,0 0 0,0 0 0,0 0 0,1 0 0,-1 0 0,0 0 0,1 0 0,-1 0 1,0 0-1,2-1 0,21-39-315,-15 30 224,1 1 0,0 0 0,0 0 0,1 1 0,0 1 0,20-13 0,74-36-399,-74 43 364,219-94-578,-38 39 490,206-46 176,-229 72 387,-184 43-327,151-18 1117,-142 18-974,0-1 1,0 2 0,0 0 0,0 0 0,0 2 0,-1-1-1,1 1 1,-1 1 0,20 8 0,-29-10-155,0 0 0,0 0 0,0 0 0,0 0 0,0 1 1,-1-1-1,1 1 0,-1 0 0,1 0 0,-1-1 0,0 1 0,0 1 0,0-1 0,-1 0 0,1 0 0,-1 1 0,0-1 1,1 1-1,-2-1 0,1 1 0,0 0 0,-1-1 0,1 1 0,-1 0 0,0-1 0,-1 1 0,1 0 0,-1-1 1,1 1-1,-1-1 0,0 1 0,0-1 0,-2 4 0,-4 11-7,-1 0 0,0-1-1,-1-1 1,-22 30 0,-100 134-9802,120-162 2288,10 1-4941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0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49 16882,'-44'-49'8596,"63"61"-8808,16 8-520,-4 0-1044,49 23-6877,-36-9-2468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1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1533 61 14597,'-97'-48'3102,"91"46"-2699,-1-1 1,0 1-1,0 0 1,1 1-1,-1 0 1,0 0-1,0 0 0,0 1 1,0 0-1,0 0 1,-14 3-1,8-1 222,0 0-139,-1 1-1,1 0 0,0 1 1,0 0-1,1 1 0,-1 0 0,1 1 1,0 1-1,1 0 0,-1 0 1,1 1-1,1 0 0,0 1 0,0 1 1,-12 14-1,2 1-355,2 0 0,1 2 0,1 0 1,2 0-1,-17 43 0,25-52-443,0-1 0,1 1 0,0 0 0,2 0 0,0 1 0,1-1 0,1 1 0,1-1 0,2 26 0,-1-35 73,0-1 0,1 1 0,0-1-1,0 1 1,1-1 0,0 0 0,0 0 0,1 0 0,0 0-1,0-1 1,1 0 0,0 1 0,1-2 0,-1 1 0,1-1-1,0 1 1,1-2 0,-1 1 0,1-1 0,0 0 0,14 7-1,-14-9 161,0 0 0,1 0 0,-1-1 0,0 0 0,1 0 0,0-1 0,-1 0 0,1-1 0,0 1 0,-1-1 0,1-1 0,0 1 0,-1-2 0,1 1 0,0-1 0,-1 0 0,0 0 0,1-1 0,-1 0 0,0 0 0,0-1 0,-1 0 0,10-7 0,-7 4 319,-1 0 0,1-1 1,-1 0-1,-1 0 0,0-1 0,0 0 1,-1 0-1,0-1 0,0 0 0,-1 0 1,-1 0-1,0-1 0,0 1 0,-1-1 1,3-16-1,-2 0 590,-1 10-54,0-1 0,0 1 0,2 1-1,7-21 1,-12 38-758,0-1 0,0 0 1,0 1-1,0-1 0,0 0 0,1 0 0,-1 1 0,0-1 1,0 0-1,0 1 0,0-1 0,1 0 0,-1 0 0,0 1 0,0-1 1,0 0-1,1 0 0,-1 0 0,0 1 0,0-1 0,1 0 1,-1 0-1,0 0 0,1 0 0,-1 1 0,0-1 0,1 0 1,-1 0-1,0 0 0,0 0 0,1 0 0,-1 0 0,0 0 1,1 0-1,-1 0 0,0 0 0,1 0 0,-1 0 0,0 0 1,1 0-1,-1-1 0,0 1 0,1 0 0,-1 0 0,0 0 1,0 0-1,1 0 0,-1-1 0,0 1 0,0 0 0,1 0 0,-1-1 1,0 1-1,0 0 0,1 0 0,-1-1 0,0 1 0,0 0 1,0 0-1,0-1 0,0 1 0,0 0 0,1-1 0,8 33 414,-9-31-430,6 41 205,-1 0-1,-3 1 1,-1-1 0,-7 60-1,5-87-171,-18 195 23,-10-2 0,-75 283 0,-189 385 39,82-411-96,168-385 0,-3-2 0,-4-2 0,-94 110 0,109-147-12,-63 55-1,83-83 8,1 0 0,-1-1 0,-1 0 0,1-1 1,-2-1-1,1 0 0,-1-1 0,-18 4 0,29-9 3,-1 0 1,1-1 0,0 0 0,-1 0 0,1-1-1,-1 1 1,1-2 0,0 1 0,-1-1-1,1 1 1,0-2 0,-1 1 0,1-1-1,0 0 1,0 0 0,0-1 0,0 1-1,1-1 1,-1-1 0,1 1 0,-1-1 0,1 0-1,0 0 1,1-1 0,-1 1 0,1-1-1,0 0 1,0 0 0,0 0 0,1-1-1,0 1 1,-3-9 0,1 2 1,1-1 1,0 0-1,1 0 1,1-1-1,0 1 0,1 0 1,0-1-1,1 0 1,0 1-1,5-25 1,3-4 5,2 0 0,18-46 0,1 9 12,64-120 1,64-69-252,-54 115-735,6 5 0,165-171-1,295-229-7244,-373 382 1270,-7 21-4496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22 255 13473,'-9'-17'2026,"8"15"-1768,-1-1 1,1 1-1,0 0 0,-1-1 0,1 1 0,0-1 0,1 1 0,-1-1 0,0 0 0,1 1 0,-1-1 0,1 0 0,0 1 0,0-1 0,0 0 0,0 0 0,0 1 0,1-1 0,-1 0 0,1 1 0,0-1 0,0 1 0,0-1 1,0 1-1,0-1 0,1 1 0,-1 0 0,4-5 0,8-11 195,0 1 1,1 0-1,1 1 1,1 0-1,0 2 0,1-1 1,1 2-1,31-18 1,-48 30-431,0 1 0,0 0-1,0-1 1,0 1 0,1 0 0,-1 0 0,0 0 0,0 0 0,0 0-1,1 0 1,-1 0 0,0 0 0,0 1 0,0-1 0,1 0 0,-1 1-1,0-1 1,2 1 0,2 1 67,-1 0-47,1-1 0,-1 1 0,0 0 0,0 0 1,0 0-1,0 0 0,0 1 0,0 0 0,0 0 0,-1 0 1,0 0-1,1 1 0,-1-1 0,0 1 0,-1-1 0,1 1 1,3 7-1,5 10 72,0 1-1,8 25 1,-18-44-100,15 43 56,-2 1 0,-2 0 1,10 85-1,-9 145 1658,-12-294-1662,0 0 0,2 0 0,0 1 0,1-1-1,1 1 1,0 0 0,2 0 0,-1 0 0,2 1 0,0 0-1,1 1 1,0-1 0,1 2 0,1-1 0,0 2 0,1-1-1,0 2 1,1-1 0,14-9 0,-21 18-80,0-1 0,1 1 1,-1 0-1,1 1 0,0-1 0,-1 1 0,1 1 0,0-1 1,0 1-1,1 0 0,-1 1 0,0 0 0,0 0 1,10 1-1,-8 1-33,0 0 0,0 1-1,0 0 1,0 0 0,0 1 0,-1 0 0,0 1 0,1-1-1,-2 2 1,9 5 0,-6-2-29,1 1 0,-1 0 0,-1 0 0,0 1 1,0 0-1,-1 1 0,-1-1 0,0 2 0,0-1 0,-1 1 0,-1 0 0,0 0 0,-1 0 0,4 20 0,-2-7-18,-1-41 33,4-19 55,8 1-1,2 1 0,1 0 0,1 2 0,1 0 0,2 2 0,1 1 0,43-38 0,-53 51 2,0 2 0,0 0 0,1 0 0,1 2 0,0 0 0,0 1 0,35-13 0,-43 19-1,0 1 0,0 0 0,0 1 0,1 0 0,-1 0 1,0 1-1,0 0 0,1 0 0,-1 1 0,0 1 0,0-1 1,0 1-1,0 1 0,0 0 0,-1 0 0,1 1 0,-1 0 1,15 9-1,13 13 80,47 43 0,-82-67-58,1-1 1,0 0 0,0 0-1,0 0 1,0 0 0,0 0-1,0 0 1,1 0 0,-1-1-1,0 1 1,0-1-1,1 0 1,-1 1 0,0-1-1,0 0 1,1 0 0,-1 0-1,0-1 1,0 1 0,1-1-1,-1 1 1,0-1 0,0 0-1,3-1 1,6-3 9,0 0 1,-1-1-1,15-11 1,-4 4-12,-16 9-14,1 1 0,-1 1-1,1-1 1,0 1 0,0 0 0,1 0-1,-1 0 1,0 1 0,1 0 0,-1 1-1,0-1 1,1 1 0,-1 0 0,10 2-1,-8 0 3,0 1 0,0-1 0,0 1 0,-1 1 0,1-1 0,-1 1-1,0 0 1,0 1 0,0 0 0,9 9 0,97 96 32,-74-69-16,1-2 0,2-1-1,87 58 1,-122-92-29,0 0-1,0 0 0,0-1 1,0 0-1,1 0 1,0-1-1,-1 0 1,1 0-1,0-1 0,0 0 1,10 0-1,-15-2 7,0 1-1,0-1 1,0 1 0,0-1-1,0 0 1,0-1-1,0 1 1,0 0-1,-1-1 1,1 1 0,0-1-1,-1 0 1,0 0-1,1 0 1,-1 0-1,0 0 1,0-1 0,0 1-1,0-1 1,0 1-1,-1-1 1,1 0-1,-1 1 1,0-1-1,1 0 1,-1 0 0,-1 0-1,1 0 1,0 0-1,-1 0 1,1-4-1,0-2 39,1-1 0,-2 1 0,1-1 0,-1 1 0,-1 0 0,1-1-1,-2 1 1,1-1 0,-1 1 0,-1 0 0,0 0 0,0 0-1,0 0 1,-8-12 0,-2 1 103,-1 0 0,-1 1 0,0 1 0,-1 0-1,-1 1 1,-1 1 0,-1 1 0,-25-17 0,29 22-270,1 2 1,-1 0-1,0 0 1,-1 2-1,0-1 1,0 2-1,0 1 1,-1 0-1,0 0 1,0 2-1,0 0 1,-25 1-1,33 2-355,0 0 0,1 0 0,0 1-1,-1 0 1,1 1 0,0 0-1,0 0 1,0 0 0,-7 6-1,12-8-33,0 1 0,0 0 0,0 0 0,0 1 0,1-1 0,-1 1 0,1-1 0,-1 1 0,1 0 0,0 0 0,0 0 0,0 0 0,1 0 0,-1 0 0,1 1 0,0-1 0,0 0 0,0 1 0,0-1 0,0 1 0,1-1 0,-1 8 0,6 29-10290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94 161 13329,'-4'-23'878,"2"10"379,0 1 0,1-26 0,1 34-814,-1 0-1,1 0 0,-1 0 0,0 0 1,0 1-1,0-1 0,0 0 1,-1 0-1,1 1 0,-1-1 0,0 1 1,0 0-1,0-1 0,-1 1 0,1 0 1,-1 0-1,0 1 0,0-1 1,-5-4-1,5 6 342,2 5-680,-1 0 1,0 1-1,1-1 1,0 1-1,-1 6 1,-1 48-905,3-52 486,0 0 1,0 1 0,0-1-1,-1 1 1,0-1 0,-1 0-1,1 0 1,-1 0 0,-1 0-1,1 0 1,-5 7 0,-5 7-2613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78 12473,'-24'-43'3044,"12"26"1697,-4 6-2629,7 5 4639,11 27-4422,-3-10-1912,12 52 274,2 18-482,-7 84-209,-7 0 0,-34 251 0,29-361-573,4-34-611,-1 1-1,-9 34 1,9-47 82,-3 16-2238,6-6-4399,2 1-5737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14969,'0'0'5789,"13"20"-5017,15 5-660,1-8-1256,6 15-1228,6-1-3025,7 4-4348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332 867 17230,'-15'-8'658,"7"2"255,0 1 0,0 1 0,-1 0-1,1 0 1,-1 1 0,-13-4 0,19 7-668,-1-1 0,1 1 0,0 0 0,-1 1 0,1-1 0,-1 0 0,1 1 0,0 0 0,-1 0 0,1 0 0,0 0 0,0 0 0,-1 1 0,1-1 0,0 1 0,1 0 0,-1 0 0,0 0 0,0 0 0,1 1 0,-1-1 0,-2 5 0,-12 13 116,1 1 1,1 1-1,2 1 1,0 0 0,1 1-1,1 0 1,-14 47-1,11-23-395,3 1 0,2 0 0,-4 67-1,12-95-251,1 1-1,0 0 1,2 0 0,0-1-1,8 30 1,-7-39 47,1 0 0,1 0 0,-1 0 0,2-1 0,0 1 0,0-1 0,1-1 0,0 1 0,1-1 0,13 13 0,-20-21 202,1-1 1,0 0-1,-1 1 0,1-1 1,0 0-1,0 0 1,0 0-1,0 0 1,0 0-1,0 0 1,0-1-1,1 1 0,-1-1 1,0 1-1,0-1 1,0 0-1,1 0 1,-1 0-1,0 0 1,0 0-1,0-1 1,1 1-1,-1 0 0,0-1 1,0 0-1,0 0 1,0 1-1,0-1 1,0-1-1,0 1 1,0 0-1,3-3 1,0 0-17,1 0 0,-1-1 0,0 0 0,0 0 0,-1-1 0,1 0 0,-1 1 0,6-12 0,-2-3-33,0 0 0,-2-1-1,0 1 1,6-37-1,2-89 119,-12 118 9,0-295 1163,-6 149-639,19-397 2034,-12 519-2146,-2 15 275,12-64-1,-13 100-717,0 0 0,0 0 1,0 0-1,0 0 0,1 1 0,-1-1 1,0 0-1,1 0 0,-1 0 0,0 0 1,1 1-1,-1-1 0,1 0 0,-1 0 1,1 1-1,-1-1 0,1 0 1,0 1-1,1-2 0,-2 2-10,1 0 1,0 1-1,-1-1 0,1 0 0,0 0 1,-1 1-1,1-1 0,0 0 1,-1 1-1,1-1 0,-1 1 0,1-1 1,-1 0-1,1 1 0,-1 0 0,1-1 1,-1 1-1,1-1 0,-1 1 1,1-1-1,-1 1 0,0 0 0,0-1 1,1 2-1,3 7 0,0-1 0,0 1 0,-1 0 0,0 0 0,-1 1 0,0-1 0,1 10 0,2 74 0,-4-67 0,-41 715-139,27-605-238,-15 92-4365,2-15-6145,20-85-2751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113 140 14269,'8'-22'1074,"2"0"-1,16-29 0,-23 47-537,1 0 0,0 1 1,0-1-1,0 0 0,0 1 0,1 0 1,0 0-1,-1 1 0,1-1 1,0 1-1,0 0 0,0 0 0,1 1 1,-1-1-1,10 0 0,-14 1-463,0 1 1,0 0-1,1 0 0,-1 0 1,0 0-1,0 0 0,1 0 1,-1 0-1,0 1 0,0-1 1,0 0-1,1 1 0,-1-1 1,0 1-1,0-1 0,0 1 1,0 0-1,0-1 0,0 1 1,0 0-1,0 0 0,0-1 1,1 3-1,1 0 174,-1 1 0,0-1 0,0 0 0,-1 1 0,1-1 0,-1 1 0,0 0 0,1 3 0,1 9 432,0-1 0,-2 1-1,1 19 1,-7 34-679,-2 0 0,-4 0 0,-28 101 0,26-117 0,-69 213 0,5-20 0,58-181-1078,7-23-2393,-11 60 1,21-90 2648,1-1 0,0 1 0,1 0 0,0-1 0,1 1 0,0 0 0,1-1 0,0 1 0,0-1-1,6 12 1,15 17-11899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3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0 11653,'-14'11'1551,"-2"-1"-1,1-1 1,-20 8-1,19-9-555,1 0 0,0 0 0,-23 18 0,-155 152 1942,64-58-4652,128-120 1705,1 1 0,-1-1 0,0 1-1,1-1 1,-1 1 0,0-1-1,1 1 1,-1-1 0,1 1 0,-1 0-1,1-1 1,-1 1 0,1 0-1,-1-1 1,1 1 0,0 0-1,0-1 1,-1 1 0,1 0 0,0 0-1,0 0 1,0-1 0,-1 1-1,1 0 1,0 0 0,0 0 0,0-1-1,1 1 1,-1 0 0,0 0-1,0 0 1,0-1 0,0 1 0,1 0-1,-1 0 1,0-1 0,1 1-1,-1 0 1,1-1 0,-1 1 0,1 0-1,-1-1 1,1 1 0,-1-1-1,1 1 1,0-1 0,-1 1-1,1-1 1,0 1 0,-1-1 0,1 1-1,1-1 1,6 4 23,0-1 0,0 1 1,1-2-1,9 3 0,-8-3-32,61 18-173,282 70-1167,-112-46-8029,-159-32 752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4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4 146 12641,'0'-1'150,"0"1"0,-1 0-1,1-1 1,0 1 0,-1-1 0,1 1 0,0-1-1,0 1 1,0-1 0,-1 1 0,1-1-1,0 0 1,0 1 0,0-1 0,0 1-1,0-1 1,0 1 0,0-1 0,0 0 0,0 1-1,0-1 1,0 1 0,1-1 0,-1 1-1,0-1 1,0 1 0,0-1 0,1 1-1,-1-1 1,0 1 0,1-1 0,-1 1 0,0-1-1,1 1 1,-1 0 0,1-1 0,-1 1-1,1-1 1,29-15 2115,34-1-1014,224-43 557,-283 58-1801,0 0-1,0 1 0,0-1 1,0-1-1,8-4 0,-3 1 84,-8 5 326,-27-7 1172,18 8-1372,-1 0 0,1 0-1,0 0 1,0 1 0,0 1 0,-1-1 0,1 1 0,0 0 0,1 0 0,-1 1 0,0 0 0,1 0 0,-1 1-1,1 0 1,0 0 0,1 0 0,-1 1 0,-6 6 0,1-1 79,1 1-1,0 0 1,0 0 0,1 1 0,0 0-1,1 1 1,1 0 0,-8 17-1,11-20-357,1 1-1,0-1 0,1 1 0,0-1 0,0 1 1,1 0-1,0 0 0,1 0 0,1 0 0,0 0 1,0 0-1,1-1 0,0 1 0,1 0 0,0-1 1,1 0-1,0 1 0,0-2 0,1 1 0,0 0 1,1-1-1,0 0 0,1 0 0,0-1 1,0 0-1,1 0 0,0-1 0,0 1 0,1-2 1,10 7-1,1-1-1610,1-1 0,0-1 0,1-1 0,0-1 0,31 7-1,-6-1-4489,7 3-5358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9813,'6'-13'1902,"0"0"0,1 0 0,13-16 1,-19 28-1702,-1 1 1,1-1 0,0 1-1,0-1 1,0 1 0,0-1-1,0 1 1,0 0 0,0 0-1,0-1 1,-1 1 0,1 0-1,0 0 1,0 0 0,0 0-1,0 0 1,0 0 0,0 0-1,0 1 1,0-1 0,0 0-1,1 1 1,20 6 1122,-22-7-1277,13 6 336,0 1-1,-1 1 1,1 0-1,-1 1 1,-1 0-1,0 1 0,0 0 1,-1 0-1,0 1 1,16 24-1,-11-12-116,-2 1 1,0 0-1,-1 1 0,16 51 0,-25-67-193,0 0-1,-1 1 0,0-1 0,-1 1 1,1-1-1,-2 1 0,0-1 0,0 1 1,0-1-1,-1 1 0,-1-1 0,0 1 1,0-1-1,-1 0 0,0 0 0,0 0 0,-1 0 1,0-1-1,-1 1 0,0-1 0,0 0 1,-1 0-1,0-1 0,-9 10 0,14-17-18,0 0-1,0 0 0,0 0 1,-1 0-1,1 0 0,0 0 0,0 0 1,0 0-1,0 0 0,0 0 0,0-1 1,-1 1-1,1 0 0,0-1 0,0 1 1,0-1-1,0 1 0,0-1 0,-1-1 1,0 1 99,0 0-133,0 0 1,0-1 0,0 1-1,0-1 1,0 1 0,0-1-1,0 0 1,1 0-1,-1 0 1,0 0 0,1 0-1,0 0 1,0 0 0,-1-1-1,1 1 1,1 0 0,-1-1-1,0 1 1,0-1 0,1 1-1,0-1 1,-1 1 0,1-1-1,0 1 1,0-1 0,1-4-1,0-9 52,1 0 0,7-32 0,1 12-209,1 1 1,2 0-1,1 1 0,2 1 1,34-53-1,119-144-1919,-123 171 1380,-16 23-1309,1 0-1,58-51 1,-64 66-817,1 2 1,43-25-1,27-6-9068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122 776 12729,'-3'-1'2052,"-32"-21"7687,19 14-8291,3 22-140,10-10-1193,0 0-1,0 1 1,1-1 0,-1 1-1,1-1 1,0 1 0,1 0-1,-1 0 1,0 5 0,-7 50 354,6-36-359,-6 50-360,1 109-1,6-122 36,2-57 215,0-1 11,0-2 8,0 1 0,1-1 1,-1 1-1,0-1 0,0 1 1,1-1-1,-1 0 1,1 1-1,-1-1 0,1 0 1,-1 1-1,1-1 1,0 0-1,1 2 0,8-18 380,2-6-234,10-13 443,51-55 1,-39 49-398,-7 7-5,2 1 1,1 1 0,2 2 0,0 1-1,72-46 1,-95 69-178,1 0-1,0 0 1,0 1 0,0 1-1,0-1 1,1 2 0,0 0 0,-1 0-1,1 0 1,0 2 0,0-1-1,14 2 1,-12 1-51,-1 1 0,1-1 0,-1 2 0,0 0 0,0 1 1,0 0-1,-1 0 0,0 1 0,0 1 0,12 8 0,13 13-1066,-1 2-1,48 52 1,51 77-5079,-125-148 5675,-6-6 353,0-1 0,1 1-1,0-1 1,0 0-1,0-1 1,0 1 0,1-1-1,-1 0 1,1 0 0,0 0-1,0 0 1,0-1-1,0 0 1,10 3 0,-10-5 217,-1 0 1,0 0-1,1 0 1,-1-1-1,0 1 1,0-1-1,1 0 0,-1-1 1,0 1-1,0-1 1,0 1-1,0-1 1,-1-1-1,1 1 1,0 0-1,-1-1 1,0 0-1,1 1 1,-1-1-1,3-5 1,28-29 248,-2-1 0,-1-1 1,-3-2-1,-1-1 0,-2-1 1,-2-1-1,-1-1 0,-3-1 0,-2-1 1,-2-1-1,-2 0 0,-2 0 1,6-65-1,-16 106-214,-1 0 1,1 0-1,-1 0 0,0 0 0,-1 0 1,0 0-1,0 0 0,0 0 0,-1 0 1,0 0-1,0 1 0,-1-1 0,0 1 1,-6-11-1,8 16-63,0 1 1,0-1-1,0 0 1,0 1-1,0-1 1,-1 0 0,1 1-1,0 0 1,0-1-1,0 1 1,-1 0-1,1-1 1,0 1-1,0 0 1,-1 0-1,1 0 1,0 0-1,-1 0 1,1 0-1,0 1 1,0-1-1,-1 0 1,1 1-1,0-1 1,0 1-1,0-1 1,0 1-1,0-1 1,0 1-1,-1 0 1,1 0-1,-1 1 1,-35 28 855,20-10-719,0 0 0,1 1 0,1 1 0,1 0 0,1 1 0,-17 44 0,-44 157 806,64-190-967,-3 14-26,1 1 0,3-1 0,-5 88 0,14-106 0,0 1 0,2-1 0,2 1 0,0-1 0,2 0 0,1 0 0,15 36 0,-19-59 0,0 1 0,0 0 0,1-1 0,0 0 0,1 0 0,0 0 0,0 0 0,0-1 0,1 0 0,0 0 0,0 0 0,0-1 0,1 0 0,8 5 0,-9-7 0,1 0 0,-1 0 0,1-1 0,0 0 0,-1-1 0,1 1 0,0-1 0,0-1 0,0 1 0,0-1 0,0-1 0,0 1 0,0-1 0,0 0 0,0 0 0,0-1 0,7-3 0,5-3-58,0 0 1,-1-1-1,0-1 1,0-1-1,-1-1 1,0 0-1,-1-1 0,-1-1 1,0-1-1,20-25 1,-5 1-160,-1-1 1,-3-1-1,30-61 1,-11 4-187,-5-2 1,43-161-1,24-217 303,-93 407 216,0 19-15,-10 37 313,0 0 0,0 0 0,-2 0 1,2-17-1,-6 212-60,4 183-676,3-281-2462,3 0-1,27 114 1,-30-177 691,0 1 1,2-1-1,0-1 0,18 32 1,11 6-8388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5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13881,'-41'0'2160,"22"0"3833,6 8-4689,4 4-372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133 394 8313,'3'-99'2098,"-1"90"-1748,0-1-1,1 1 1,0-1 0,1 1 0,0 0 0,0 0-1,0 1 1,1-1 0,1 1 0,0 0-1,7-8 1,-5 5 125,5-4-154,-1 1 0,2 1 0,0 0 0,0 0 0,1 2 0,1 0 0,0 1 0,0 0 0,1 2 0,0-1 0,1 2 0,0 1 0,0 0 0,0 1 0,31-4 0,-12 4-196,0 2 1,0 2-1,0 1 0,0 2 0,0 1 0,0 3 0,38 9 0,-50-8-90,-1 1 1,0 0-1,-1 2 0,0 1 1,0 1-1,-1 1 1,-1 1-1,0 1 0,-1 0 1,0 2-1,-1 0 1,-2 1-1,1 1 0,-2 1 1,-1 0-1,0 1 1,-2 0-1,0 2 0,-1-1 1,-2 1-1,0 1 0,-1 0 1,-2 0-1,0 1 1,3 30-1,-6-13-9,-1 0 0,-2-1 0,-3 1 0,0 0 1,-3-1-1,-2 0 0,-1 0 0,-2 0 0,-2-1 0,-33 72 0,8-31 33,-52 79 0,-60 73 33,-83 149-14,215-347-65,1 0 1,2 2-1,2 0 0,-16 73 0,26-93-6,0 0 1,1 0-1,1 0 1,1 0-1,4 31 0,-2-37-9,-1-1-1,2 1 1,-1-1-1,1 0 1,1 0-1,0 0 1,0-1-1,1 1 1,0-1-1,8 8 0,3 1-72,1-1 0,1-1-1,1 0 1,0-2-1,1 0 1,0-2-1,1 0 1,39 15-1,4-4-483,127 28-1,-88-30 180,1-5-1,0-5 1,1-5-1,0-4 1,0-4-1,146-23 1,-194 15 325,0-3 1,85-29 0,-115 31 161,0-1 1,-1-1-1,0-1 1,-1-2 0,0 0-1,37-33 1,-54 40 45,0 0-1,-1 0 1,0-1 0,0 0 0,-1-1 0,-1 0-1,1 0 1,-2-1 0,0 1 0,0-1 0,-1 0-1,0 0 1,-1-1 0,3-23 0,-6 28 6,1 1 1,-1 0 0,0 0-1,-1 0 1,0 0 0,0 0-1,0 0 1,-1 0 0,0 1-1,-1-1 1,1 0-1,-1 1 1,0 0 0,-1-1-1,0 1 1,0 1 0,0-1-1,0 0 1,-1 1 0,0 0-1,0 0 1,-1 1 0,1-1-1,-1 1 1,0 0-1,0 1 1,-11-5 0,13 5-53,-1 1 0,0 0 0,0 0 0,-1 1 0,1-1 0,0 1 0,0 0 0,-1 1 0,1-1 0,0 1 0,-1 0 0,1 1 1,0-1-1,-1 1 0,1 0 0,0 0 0,0 1 0,-1-1 0,1 1 0,0 0 0,1 1 0,-1-1 0,0 1 0,1 0 0,-1 0 0,1 0 0,0 1 1,0-1-1,0 1 0,1 0 0,-1 0 0,1 1 0,-4 7 0,-3 4 114,2 0 1,0 1-1,0 0 1,2 0-1,0 1 1,1 0 0,1 0-1,-3 30 1,0 41 108,8 126 1,22 92 308,-6-121-494,2 348-145,-24-342 0,-38 253 0,-66 149 0,62-356 0,-169 808 0,-110 611 0,191-693 0,44-287 0,89-667 0,-75 432 0,61-376 0,-3 0 0,-3-1 0,-2-1 0,-49 91 0,61-134 0,-1-1 0,-1 0 0,-1-1 0,-1 0 0,0-1 0,-1-1 0,-1-1 0,-1 0 0,-25 15 0,27-21 0,-1 0 0,0-1 0,0-1 0,-1-1 0,0 0 0,0-2 0,-1 0 0,0-1 0,0-1 0,0-1 0,-28 0 0,17-4-89,1-1 1,1-1-1,-1-2 0,0-1 1,1-1-1,1-2 0,0-1 1,0-1-1,1-1 0,0-1 1,-25-19-1,24 14-300,2-2-1,0 0 1,1-1 0,1-2-1,1 0 1,1-2 0,2 0 0,0-2-1,-26-49 1,42 68-735,-1-1 1,1-1-1,1 1 0,0 0 1,0-1-1,1 0 1,-1-11-1,3 5-2835,0 1 0,2-1 1,4-25-1,-6 42 3957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6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95 17026,'-29'-3'2292,"7"-3"684,13-5-2932,-1-6-1440,20 2-696,15-8-3525,7 3-4632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F169-09D0-C060-ABA8-16A245A1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18F77-1FEE-E819-987F-2DC552B01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2A8D-ED67-A2BD-43E4-8E2FB642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30EB1-3A30-EC37-A89C-0BDDA306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9E2E-1C2D-DCA3-C4F5-4830C72D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92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26CE-D964-CCCB-A81B-75252C00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07D5-E8D5-EFA1-E36E-8EED77EB6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00FC-E189-2C4A-0995-9F2AC088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A62F2-4DA6-DC4E-B1EA-91E06DEF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C3C3-0A45-FC63-0F60-B04B1B32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80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D229-A300-03F7-0229-1FA31F3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516CC-1E18-264D-26F1-013A86E5E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A0B05-9A74-08EC-2B1C-0F182607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130FD-B508-A64A-337D-3B812266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A5E04-E260-1B3C-F42D-3A939A6C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1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69F6-6763-E5AA-20A5-3A1193F7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CB58-374F-0DB8-267B-EED486AB9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AE93-DC75-022D-E1D5-006A4965B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E335A-BB9C-CC68-BD83-CDD6D3D0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BDC19-4A23-8C94-66A4-B4E9FEB5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D9F13-FE6E-D854-2B36-33EAEA81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9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8176-E197-7B7B-3F41-77E2CE4D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EF903-813F-EFFB-1CFD-F22A4483C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8C229-4164-61EC-9BE5-2B78AC5B5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DFCCD-779D-1152-591B-05F45386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F56EF-F6A2-2849-E5CB-F4159F43D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DF527-BC22-CAD9-8384-083303A9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99AC0-1D61-1E50-D87E-20FF1B8F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B4404-508A-3302-98AE-AC6F16F3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22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916D-8B5F-4274-3F73-AF689976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79EF5-2774-CCB6-CD3D-AF6AE1C1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0D923-CA1A-4D0B-6999-FE64B249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81085-3894-312A-473E-1BD50888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6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34291-8FCC-710D-BDC9-83B61A11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4C9E3-FD2A-71F2-9724-5B3CC473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C8EC-5FBD-ADF8-701C-B801CAA9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9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3A45-913F-7696-5E44-BD83CFB4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2D54D-BE50-A6B9-0996-A05D9F4F1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E4577-5B42-42BE-8226-0C2BC4F01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93A83-9AA9-3D92-1502-102CCA9B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7FF14-B448-9221-510F-C675DEC0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D99DB-AABE-3C9C-D9DE-A585A175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4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CC41-1C5A-2DBF-D9A5-3AEF2B57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5470A-5CF1-6BF9-F634-6BE9F6026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F11FF-0BCF-0769-194B-EE6817A20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35E68-B773-B916-74A9-933523DC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D7DC9-D74E-B2A9-5C37-6960E658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A76AF-11CD-8600-C9BE-C1102EC2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A705-5C08-E0AC-7410-23240BB7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B5866-A5EE-9F21-1EC1-FB4AA6274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5E0C-137C-1B99-53C1-67606F14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9666-8D3A-FE66-99F5-977DB0BC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D4A5-0BED-D81F-DE4A-C06F2DBF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0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6D46B-8D9C-DB13-A0EC-F6CE3FCA7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A9CE9-73BD-C1C3-8933-1CDCBE069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E3E56-301F-825C-367A-9CFD48FF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9875-895D-8813-72E9-2876F8DC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6DD3C-06B4-1D34-5A7B-D923E273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0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CB49A-B78B-E594-A400-5900E898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B3F9E-E44C-F074-A868-580A31F7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CBD42-F386-F0CC-C7AE-3E193A441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F115A-B652-444A-9E5A-A68D3494CE26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A6BB7-A48F-A68E-FC7D-2C1BD18FB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C00D-B0D9-D626-35F0-16BC104C2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1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99.png"/><Relationship Id="rId42" Type="http://schemas.openxmlformats.org/officeDocument/2006/relationships/customXml" Target="../ink/ink110.xml"/><Relationship Id="rId63" Type="http://schemas.openxmlformats.org/officeDocument/2006/relationships/image" Target="../media/image120.png"/><Relationship Id="rId84" Type="http://schemas.openxmlformats.org/officeDocument/2006/relationships/customXml" Target="../ink/ink131.xml"/><Relationship Id="rId138" Type="http://schemas.openxmlformats.org/officeDocument/2006/relationships/customXml" Target="../ink/ink158.xml"/><Relationship Id="rId159" Type="http://schemas.openxmlformats.org/officeDocument/2006/relationships/image" Target="../media/image168.png"/><Relationship Id="rId170" Type="http://schemas.openxmlformats.org/officeDocument/2006/relationships/customXml" Target="../ink/ink174.xml"/><Relationship Id="rId191" Type="http://schemas.openxmlformats.org/officeDocument/2006/relationships/image" Target="../media/image184.png"/><Relationship Id="rId205" Type="http://schemas.openxmlformats.org/officeDocument/2006/relationships/image" Target="../media/image191.png"/><Relationship Id="rId226" Type="http://schemas.openxmlformats.org/officeDocument/2006/relationships/customXml" Target="../ink/ink202.xml"/><Relationship Id="rId247" Type="http://schemas.openxmlformats.org/officeDocument/2006/relationships/image" Target="../media/image212.png"/><Relationship Id="rId107" Type="http://schemas.openxmlformats.org/officeDocument/2006/relationships/image" Target="../media/image142.png"/><Relationship Id="rId11" Type="http://schemas.openxmlformats.org/officeDocument/2006/relationships/image" Target="../media/image94.png"/><Relationship Id="rId32" Type="http://schemas.openxmlformats.org/officeDocument/2006/relationships/customXml" Target="../ink/ink105.xml"/><Relationship Id="rId53" Type="http://schemas.openxmlformats.org/officeDocument/2006/relationships/image" Target="../media/image115.png"/><Relationship Id="rId74" Type="http://schemas.openxmlformats.org/officeDocument/2006/relationships/customXml" Target="../ink/ink126.xml"/><Relationship Id="rId128" Type="http://schemas.openxmlformats.org/officeDocument/2006/relationships/customXml" Target="../ink/ink153.xml"/><Relationship Id="rId149" Type="http://schemas.openxmlformats.org/officeDocument/2006/relationships/image" Target="../media/image163.png"/><Relationship Id="rId5" Type="http://schemas.openxmlformats.org/officeDocument/2006/relationships/image" Target="../media/image91.png"/><Relationship Id="rId95" Type="http://schemas.openxmlformats.org/officeDocument/2006/relationships/image" Target="../media/image136.png"/><Relationship Id="rId160" Type="http://schemas.openxmlformats.org/officeDocument/2006/relationships/customXml" Target="../ink/ink169.xml"/><Relationship Id="rId181" Type="http://schemas.openxmlformats.org/officeDocument/2006/relationships/image" Target="../media/image179.png"/><Relationship Id="rId216" Type="http://schemas.openxmlformats.org/officeDocument/2006/relationships/customXml" Target="../ink/ink197.xml"/><Relationship Id="rId237" Type="http://schemas.openxmlformats.org/officeDocument/2006/relationships/image" Target="../media/image207.png"/><Relationship Id="rId22" Type="http://schemas.openxmlformats.org/officeDocument/2006/relationships/customXml" Target="../ink/ink100.xml"/><Relationship Id="rId43" Type="http://schemas.openxmlformats.org/officeDocument/2006/relationships/image" Target="../media/image110.png"/><Relationship Id="rId64" Type="http://schemas.openxmlformats.org/officeDocument/2006/relationships/customXml" Target="../ink/ink121.xml"/><Relationship Id="rId118" Type="http://schemas.openxmlformats.org/officeDocument/2006/relationships/customXml" Target="../ink/ink148.xml"/><Relationship Id="rId139" Type="http://schemas.openxmlformats.org/officeDocument/2006/relationships/image" Target="../media/image158.png"/><Relationship Id="rId85" Type="http://schemas.openxmlformats.org/officeDocument/2006/relationships/image" Target="../media/image131.png"/><Relationship Id="rId150" Type="http://schemas.openxmlformats.org/officeDocument/2006/relationships/customXml" Target="../ink/ink164.xml"/><Relationship Id="rId171" Type="http://schemas.openxmlformats.org/officeDocument/2006/relationships/image" Target="../media/image174.png"/><Relationship Id="rId192" Type="http://schemas.openxmlformats.org/officeDocument/2006/relationships/customXml" Target="../ink/ink185.xml"/><Relationship Id="rId206" Type="http://schemas.openxmlformats.org/officeDocument/2006/relationships/customXml" Target="../ink/ink192.xml"/><Relationship Id="rId227" Type="http://schemas.openxmlformats.org/officeDocument/2006/relationships/image" Target="../media/image202.png"/><Relationship Id="rId248" Type="http://schemas.openxmlformats.org/officeDocument/2006/relationships/customXml" Target="../ink/ink213.xml"/><Relationship Id="rId12" Type="http://schemas.openxmlformats.org/officeDocument/2006/relationships/customXml" Target="../ink/ink95.xml"/><Relationship Id="rId33" Type="http://schemas.openxmlformats.org/officeDocument/2006/relationships/image" Target="../media/image105.png"/><Relationship Id="rId108" Type="http://schemas.openxmlformats.org/officeDocument/2006/relationships/customXml" Target="../ink/ink143.xml"/><Relationship Id="rId129" Type="http://schemas.openxmlformats.org/officeDocument/2006/relationships/image" Target="../media/image153.png"/><Relationship Id="rId54" Type="http://schemas.openxmlformats.org/officeDocument/2006/relationships/customXml" Target="../ink/ink116.xml"/><Relationship Id="rId75" Type="http://schemas.openxmlformats.org/officeDocument/2006/relationships/image" Target="../media/image126.png"/><Relationship Id="rId96" Type="http://schemas.openxmlformats.org/officeDocument/2006/relationships/customXml" Target="../ink/ink137.xml"/><Relationship Id="rId140" Type="http://schemas.openxmlformats.org/officeDocument/2006/relationships/customXml" Target="../ink/ink159.xml"/><Relationship Id="rId161" Type="http://schemas.openxmlformats.org/officeDocument/2006/relationships/image" Target="../media/image169.png"/><Relationship Id="rId182" Type="http://schemas.openxmlformats.org/officeDocument/2006/relationships/customXml" Target="../ink/ink180.xml"/><Relationship Id="rId217" Type="http://schemas.openxmlformats.org/officeDocument/2006/relationships/image" Target="../media/image197.png"/><Relationship Id="rId6" Type="http://schemas.openxmlformats.org/officeDocument/2006/relationships/customXml" Target="../ink/ink92.xml"/><Relationship Id="rId238" Type="http://schemas.openxmlformats.org/officeDocument/2006/relationships/customXml" Target="../ink/ink208.xml"/><Relationship Id="rId23" Type="http://schemas.openxmlformats.org/officeDocument/2006/relationships/image" Target="../media/image100.png"/><Relationship Id="rId119" Type="http://schemas.openxmlformats.org/officeDocument/2006/relationships/image" Target="../media/image148.png"/><Relationship Id="rId44" Type="http://schemas.openxmlformats.org/officeDocument/2006/relationships/customXml" Target="../ink/ink111.xml"/><Relationship Id="rId65" Type="http://schemas.openxmlformats.org/officeDocument/2006/relationships/image" Target="../media/image121.png"/><Relationship Id="rId86" Type="http://schemas.openxmlformats.org/officeDocument/2006/relationships/customXml" Target="../ink/ink132.xml"/><Relationship Id="rId130" Type="http://schemas.openxmlformats.org/officeDocument/2006/relationships/customXml" Target="../ink/ink154.xml"/><Relationship Id="rId151" Type="http://schemas.openxmlformats.org/officeDocument/2006/relationships/image" Target="../media/image164.png"/><Relationship Id="rId172" Type="http://schemas.openxmlformats.org/officeDocument/2006/relationships/customXml" Target="../ink/ink175.xml"/><Relationship Id="rId193" Type="http://schemas.openxmlformats.org/officeDocument/2006/relationships/image" Target="../media/image185.png"/><Relationship Id="rId207" Type="http://schemas.openxmlformats.org/officeDocument/2006/relationships/image" Target="../media/image192.png"/><Relationship Id="rId228" Type="http://schemas.openxmlformats.org/officeDocument/2006/relationships/customXml" Target="../ink/ink203.xml"/><Relationship Id="rId249" Type="http://schemas.openxmlformats.org/officeDocument/2006/relationships/image" Target="../media/image213.png"/><Relationship Id="rId13" Type="http://schemas.openxmlformats.org/officeDocument/2006/relationships/image" Target="../media/image95.png"/><Relationship Id="rId109" Type="http://schemas.openxmlformats.org/officeDocument/2006/relationships/image" Target="../media/image143.png"/><Relationship Id="rId34" Type="http://schemas.openxmlformats.org/officeDocument/2006/relationships/customXml" Target="../ink/ink106.xml"/><Relationship Id="rId55" Type="http://schemas.openxmlformats.org/officeDocument/2006/relationships/image" Target="../media/image116.png"/><Relationship Id="rId76" Type="http://schemas.openxmlformats.org/officeDocument/2006/relationships/customXml" Target="../ink/ink127.xml"/><Relationship Id="rId97" Type="http://schemas.openxmlformats.org/officeDocument/2006/relationships/image" Target="../media/image137.png"/><Relationship Id="rId120" Type="http://schemas.openxmlformats.org/officeDocument/2006/relationships/customXml" Target="../ink/ink149.xml"/><Relationship Id="rId141" Type="http://schemas.openxmlformats.org/officeDocument/2006/relationships/image" Target="../media/image159.png"/><Relationship Id="rId7" Type="http://schemas.openxmlformats.org/officeDocument/2006/relationships/image" Target="../media/image92.png"/><Relationship Id="rId162" Type="http://schemas.openxmlformats.org/officeDocument/2006/relationships/customXml" Target="../ink/ink170.xml"/><Relationship Id="rId183" Type="http://schemas.openxmlformats.org/officeDocument/2006/relationships/image" Target="../media/image180.png"/><Relationship Id="rId218" Type="http://schemas.openxmlformats.org/officeDocument/2006/relationships/customXml" Target="../ink/ink198.xml"/><Relationship Id="rId239" Type="http://schemas.openxmlformats.org/officeDocument/2006/relationships/image" Target="../media/image208.png"/><Relationship Id="rId24" Type="http://schemas.openxmlformats.org/officeDocument/2006/relationships/customXml" Target="../ink/ink101.xml"/><Relationship Id="rId45" Type="http://schemas.openxmlformats.org/officeDocument/2006/relationships/image" Target="../media/image111.png"/><Relationship Id="rId66" Type="http://schemas.openxmlformats.org/officeDocument/2006/relationships/customXml" Target="../ink/ink122.xml"/><Relationship Id="rId87" Type="http://schemas.openxmlformats.org/officeDocument/2006/relationships/image" Target="../media/image132.png"/><Relationship Id="rId110" Type="http://schemas.openxmlformats.org/officeDocument/2006/relationships/customXml" Target="../ink/ink144.xml"/><Relationship Id="rId131" Type="http://schemas.openxmlformats.org/officeDocument/2006/relationships/image" Target="../media/image154.png"/><Relationship Id="rId152" Type="http://schemas.openxmlformats.org/officeDocument/2006/relationships/customXml" Target="../ink/ink165.xml"/><Relationship Id="rId173" Type="http://schemas.openxmlformats.org/officeDocument/2006/relationships/image" Target="../media/image175.png"/><Relationship Id="rId194" Type="http://schemas.openxmlformats.org/officeDocument/2006/relationships/customXml" Target="../ink/ink186.xml"/><Relationship Id="rId208" Type="http://schemas.openxmlformats.org/officeDocument/2006/relationships/customXml" Target="../ink/ink193.xml"/><Relationship Id="rId229" Type="http://schemas.openxmlformats.org/officeDocument/2006/relationships/image" Target="../media/image203.png"/><Relationship Id="rId240" Type="http://schemas.openxmlformats.org/officeDocument/2006/relationships/customXml" Target="../ink/ink209.xml"/><Relationship Id="rId14" Type="http://schemas.openxmlformats.org/officeDocument/2006/relationships/customXml" Target="../ink/ink96.xml"/><Relationship Id="rId35" Type="http://schemas.openxmlformats.org/officeDocument/2006/relationships/image" Target="../media/image106.png"/><Relationship Id="rId56" Type="http://schemas.openxmlformats.org/officeDocument/2006/relationships/customXml" Target="../ink/ink117.xml"/><Relationship Id="rId77" Type="http://schemas.openxmlformats.org/officeDocument/2006/relationships/image" Target="../media/image127.png"/><Relationship Id="rId100" Type="http://schemas.openxmlformats.org/officeDocument/2006/relationships/customXml" Target="../ink/ink139.xml"/><Relationship Id="rId8" Type="http://schemas.openxmlformats.org/officeDocument/2006/relationships/customXml" Target="../ink/ink93.xml"/><Relationship Id="rId98" Type="http://schemas.openxmlformats.org/officeDocument/2006/relationships/customXml" Target="../ink/ink138.xml"/><Relationship Id="rId121" Type="http://schemas.openxmlformats.org/officeDocument/2006/relationships/image" Target="../media/image149.png"/><Relationship Id="rId142" Type="http://schemas.openxmlformats.org/officeDocument/2006/relationships/customXml" Target="../ink/ink160.xml"/><Relationship Id="rId163" Type="http://schemas.openxmlformats.org/officeDocument/2006/relationships/image" Target="../media/image170.png"/><Relationship Id="rId184" Type="http://schemas.openxmlformats.org/officeDocument/2006/relationships/customXml" Target="../ink/ink181.xml"/><Relationship Id="rId219" Type="http://schemas.openxmlformats.org/officeDocument/2006/relationships/image" Target="../media/image198.png"/><Relationship Id="rId230" Type="http://schemas.openxmlformats.org/officeDocument/2006/relationships/customXml" Target="../ink/ink204.xml"/><Relationship Id="rId25" Type="http://schemas.openxmlformats.org/officeDocument/2006/relationships/image" Target="../media/image101.png"/><Relationship Id="rId46" Type="http://schemas.openxmlformats.org/officeDocument/2006/relationships/customXml" Target="../ink/ink112.xml"/><Relationship Id="rId67" Type="http://schemas.openxmlformats.org/officeDocument/2006/relationships/image" Target="../media/image122.png"/><Relationship Id="rId88" Type="http://schemas.openxmlformats.org/officeDocument/2006/relationships/customXml" Target="../ink/ink133.xml"/><Relationship Id="rId111" Type="http://schemas.openxmlformats.org/officeDocument/2006/relationships/image" Target="../media/image144.png"/><Relationship Id="rId132" Type="http://schemas.openxmlformats.org/officeDocument/2006/relationships/customXml" Target="../ink/ink155.xml"/><Relationship Id="rId153" Type="http://schemas.openxmlformats.org/officeDocument/2006/relationships/image" Target="../media/image165.png"/><Relationship Id="rId174" Type="http://schemas.openxmlformats.org/officeDocument/2006/relationships/customXml" Target="../ink/ink176.xml"/><Relationship Id="rId195" Type="http://schemas.openxmlformats.org/officeDocument/2006/relationships/image" Target="../media/image186.png"/><Relationship Id="rId209" Type="http://schemas.openxmlformats.org/officeDocument/2006/relationships/image" Target="../media/image193.png"/><Relationship Id="rId220" Type="http://schemas.openxmlformats.org/officeDocument/2006/relationships/customXml" Target="../ink/ink199.xml"/><Relationship Id="rId241" Type="http://schemas.openxmlformats.org/officeDocument/2006/relationships/image" Target="../media/image209.png"/><Relationship Id="rId15" Type="http://schemas.openxmlformats.org/officeDocument/2006/relationships/image" Target="../media/image96.png"/><Relationship Id="rId36" Type="http://schemas.openxmlformats.org/officeDocument/2006/relationships/customXml" Target="../ink/ink107.xml"/><Relationship Id="rId57" Type="http://schemas.openxmlformats.org/officeDocument/2006/relationships/image" Target="../media/image117.png"/><Relationship Id="rId78" Type="http://schemas.openxmlformats.org/officeDocument/2006/relationships/customXml" Target="../ink/ink128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customXml" Target="../ink/ink150.xml"/><Relationship Id="rId143" Type="http://schemas.openxmlformats.org/officeDocument/2006/relationships/image" Target="../media/image160.png"/><Relationship Id="rId164" Type="http://schemas.openxmlformats.org/officeDocument/2006/relationships/customXml" Target="../ink/ink171.xml"/><Relationship Id="rId185" Type="http://schemas.openxmlformats.org/officeDocument/2006/relationships/image" Target="../media/image181.png"/><Relationship Id="rId4" Type="http://schemas.openxmlformats.org/officeDocument/2006/relationships/customXml" Target="../ink/ink91.xml"/><Relationship Id="rId9" Type="http://schemas.openxmlformats.org/officeDocument/2006/relationships/image" Target="../media/image93.png"/><Relationship Id="rId180" Type="http://schemas.openxmlformats.org/officeDocument/2006/relationships/customXml" Target="../ink/ink179.xml"/><Relationship Id="rId210" Type="http://schemas.openxmlformats.org/officeDocument/2006/relationships/customXml" Target="../ink/ink194.xml"/><Relationship Id="rId215" Type="http://schemas.openxmlformats.org/officeDocument/2006/relationships/image" Target="../media/image196.png"/><Relationship Id="rId236" Type="http://schemas.openxmlformats.org/officeDocument/2006/relationships/customXml" Target="../ink/ink207.xml"/><Relationship Id="rId26" Type="http://schemas.openxmlformats.org/officeDocument/2006/relationships/customXml" Target="../ink/ink102.xml"/><Relationship Id="rId231" Type="http://schemas.openxmlformats.org/officeDocument/2006/relationships/image" Target="../media/image204.png"/><Relationship Id="rId47" Type="http://schemas.openxmlformats.org/officeDocument/2006/relationships/image" Target="../media/image112.png"/><Relationship Id="rId68" Type="http://schemas.openxmlformats.org/officeDocument/2006/relationships/customXml" Target="../ink/ink123.xml"/><Relationship Id="rId89" Type="http://schemas.openxmlformats.org/officeDocument/2006/relationships/image" Target="../media/image133.png"/><Relationship Id="rId112" Type="http://schemas.openxmlformats.org/officeDocument/2006/relationships/customXml" Target="../ink/ink145.xml"/><Relationship Id="rId133" Type="http://schemas.openxmlformats.org/officeDocument/2006/relationships/image" Target="../media/image155.png"/><Relationship Id="rId154" Type="http://schemas.openxmlformats.org/officeDocument/2006/relationships/customXml" Target="../ink/ink166.xml"/><Relationship Id="rId175" Type="http://schemas.openxmlformats.org/officeDocument/2006/relationships/image" Target="../media/image176.png"/><Relationship Id="rId196" Type="http://schemas.openxmlformats.org/officeDocument/2006/relationships/customXml" Target="../ink/ink187.xml"/><Relationship Id="rId200" Type="http://schemas.openxmlformats.org/officeDocument/2006/relationships/customXml" Target="../ink/ink189.xml"/><Relationship Id="rId16" Type="http://schemas.openxmlformats.org/officeDocument/2006/relationships/customXml" Target="../ink/ink97.xml"/><Relationship Id="rId221" Type="http://schemas.openxmlformats.org/officeDocument/2006/relationships/image" Target="../media/image199.png"/><Relationship Id="rId242" Type="http://schemas.openxmlformats.org/officeDocument/2006/relationships/customXml" Target="../ink/ink210.xml"/><Relationship Id="rId37" Type="http://schemas.openxmlformats.org/officeDocument/2006/relationships/image" Target="../media/image107.png"/><Relationship Id="rId58" Type="http://schemas.openxmlformats.org/officeDocument/2006/relationships/customXml" Target="../ink/ink118.xml"/><Relationship Id="rId79" Type="http://schemas.openxmlformats.org/officeDocument/2006/relationships/image" Target="../media/image128.png"/><Relationship Id="rId102" Type="http://schemas.openxmlformats.org/officeDocument/2006/relationships/customXml" Target="../ink/ink140.xml"/><Relationship Id="rId123" Type="http://schemas.openxmlformats.org/officeDocument/2006/relationships/image" Target="../media/image150.png"/><Relationship Id="rId144" Type="http://schemas.openxmlformats.org/officeDocument/2006/relationships/customXml" Target="../ink/ink161.xml"/><Relationship Id="rId90" Type="http://schemas.openxmlformats.org/officeDocument/2006/relationships/customXml" Target="../ink/ink134.xml"/><Relationship Id="rId165" Type="http://schemas.openxmlformats.org/officeDocument/2006/relationships/image" Target="../media/image171.png"/><Relationship Id="rId186" Type="http://schemas.openxmlformats.org/officeDocument/2006/relationships/customXml" Target="../ink/ink182.xml"/><Relationship Id="rId211" Type="http://schemas.openxmlformats.org/officeDocument/2006/relationships/image" Target="../media/image194.png"/><Relationship Id="rId232" Type="http://schemas.openxmlformats.org/officeDocument/2006/relationships/customXml" Target="../ink/ink205.xml"/><Relationship Id="rId27" Type="http://schemas.openxmlformats.org/officeDocument/2006/relationships/image" Target="../media/image102.png"/><Relationship Id="rId48" Type="http://schemas.openxmlformats.org/officeDocument/2006/relationships/customXml" Target="../ink/ink113.xml"/><Relationship Id="rId69" Type="http://schemas.openxmlformats.org/officeDocument/2006/relationships/image" Target="../media/image123.png"/><Relationship Id="rId113" Type="http://schemas.openxmlformats.org/officeDocument/2006/relationships/image" Target="../media/image145.png"/><Relationship Id="rId134" Type="http://schemas.openxmlformats.org/officeDocument/2006/relationships/customXml" Target="../ink/ink156.xml"/><Relationship Id="rId80" Type="http://schemas.openxmlformats.org/officeDocument/2006/relationships/customXml" Target="../ink/ink129.xml"/><Relationship Id="rId155" Type="http://schemas.openxmlformats.org/officeDocument/2006/relationships/image" Target="../media/image166.png"/><Relationship Id="rId176" Type="http://schemas.openxmlformats.org/officeDocument/2006/relationships/customXml" Target="../ink/ink177.xml"/><Relationship Id="rId197" Type="http://schemas.openxmlformats.org/officeDocument/2006/relationships/image" Target="../media/image187.png"/><Relationship Id="rId201" Type="http://schemas.openxmlformats.org/officeDocument/2006/relationships/image" Target="../media/image189.png"/><Relationship Id="rId222" Type="http://schemas.openxmlformats.org/officeDocument/2006/relationships/customXml" Target="../ink/ink200.xml"/><Relationship Id="rId243" Type="http://schemas.openxmlformats.org/officeDocument/2006/relationships/image" Target="../media/image210.png"/><Relationship Id="rId17" Type="http://schemas.openxmlformats.org/officeDocument/2006/relationships/image" Target="../media/image97.png"/><Relationship Id="rId38" Type="http://schemas.openxmlformats.org/officeDocument/2006/relationships/customXml" Target="../ink/ink108.xml"/><Relationship Id="rId59" Type="http://schemas.openxmlformats.org/officeDocument/2006/relationships/image" Target="../media/image118.png"/><Relationship Id="rId103" Type="http://schemas.openxmlformats.org/officeDocument/2006/relationships/image" Target="../media/image140.png"/><Relationship Id="rId124" Type="http://schemas.openxmlformats.org/officeDocument/2006/relationships/customXml" Target="../ink/ink151.xml"/><Relationship Id="rId70" Type="http://schemas.openxmlformats.org/officeDocument/2006/relationships/customXml" Target="../ink/ink124.xml"/><Relationship Id="rId91" Type="http://schemas.openxmlformats.org/officeDocument/2006/relationships/image" Target="../media/image134.png"/><Relationship Id="rId145" Type="http://schemas.openxmlformats.org/officeDocument/2006/relationships/image" Target="../media/image161.png"/><Relationship Id="rId166" Type="http://schemas.openxmlformats.org/officeDocument/2006/relationships/customXml" Target="../ink/ink172.xml"/><Relationship Id="rId187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5.xml"/><Relationship Id="rId233" Type="http://schemas.openxmlformats.org/officeDocument/2006/relationships/image" Target="../media/image205.png"/><Relationship Id="rId28" Type="http://schemas.openxmlformats.org/officeDocument/2006/relationships/customXml" Target="../ink/ink103.xml"/><Relationship Id="rId49" Type="http://schemas.openxmlformats.org/officeDocument/2006/relationships/image" Target="../media/image113.png"/><Relationship Id="rId114" Type="http://schemas.openxmlformats.org/officeDocument/2006/relationships/customXml" Target="../ink/ink146.xml"/><Relationship Id="rId60" Type="http://schemas.openxmlformats.org/officeDocument/2006/relationships/customXml" Target="../ink/ink119.xml"/><Relationship Id="rId81" Type="http://schemas.openxmlformats.org/officeDocument/2006/relationships/image" Target="../media/image129.png"/><Relationship Id="rId135" Type="http://schemas.openxmlformats.org/officeDocument/2006/relationships/image" Target="../media/image156.png"/><Relationship Id="rId156" Type="http://schemas.openxmlformats.org/officeDocument/2006/relationships/customXml" Target="../ink/ink167.xml"/><Relationship Id="rId177" Type="http://schemas.openxmlformats.org/officeDocument/2006/relationships/image" Target="../media/image177.png"/><Relationship Id="rId198" Type="http://schemas.openxmlformats.org/officeDocument/2006/relationships/customXml" Target="../ink/ink188.xml"/><Relationship Id="rId202" Type="http://schemas.openxmlformats.org/officeDocument/2006/relationships/customXml" Target="../ink/ink190.xml"/><Relationship Id="rId223" Type="http://schemas.openxmlformats.org/officeDocument/2006/relationships/image" Target="../media/image200.png"/><Relationship Id="rId244" Type="http://schemas.openxmlformats.org/officeDocument/2006/relationships/customXml" Target="../ink/ink211.xml"/><Relationship Id="rId18" Type="http://schemas.openxmlformats.org/officeDocument/2006/relationships/customXml" Target="../ink/ink98.xml"/><Relationship Id="rId39" Type="http://schemas.openxmlformats.org/officeDocument/2006/relationships/image" Target="../media/image108.png"/><Relationship Id="rId50" Type="http://schemas.openxmlformats.org/officeDocument/2006/relationships/customXml" Target="../ink/ink114.xml"/><Relationship Id="rId104" Type="http://schemas.openxmlformats.org/officeDocument/2006/relationships/customXml" Target="../ink/ink141.xml"/><Relationship Id="rId125" Type="http://schemas.openxmlformats.org/officeDocument/2006/relationships/image" Target="../media/image151.png"/><Relationship Id="rId146" Type="http://schemas.openxmlformats.org/officeDocument/2006/relationships/customXml" Target="../ink/ink162.xml"/><Relationship Id="rId167" Type="http://schemas.openxmlformats.org/officeDocument/2006/relationships/image" Target="../media/image172.png"/><Relationship Id="rId188" Type="http://schemas.openxmlformats.org/officeDocument/2006/relationships/customXml" Target="../ink/ink183.xml"/><Relationship Id="rId71" Type="http://schemas.openxmlformats.org/officeDocument/2006/relationships/image" Target="../media/image124.png"/><Relationship Id="rId92" Type="http://schemas.openxmlformats.org/officeDocument/2006/relationships/customXml" Target="../ink/ink135.xml"/><Relationship Id="rId213" Type="http://schemas.openxmlformats.org/officeDocument/2006/relationships/image" Target="../media/image195.png"/><Relationship Id="rId234" Type="http://schemas.openxmlformats.org/officeDocument/2006/relationships/customXml" Target="../ink/ink206.xml"/><Relationship Id="rId2" Type="http://schemas.openxmlformats.org/officeDocument/2006/relationships/customXml" Target="../ink/ink90.xml"/><Relationship Id="rId29" Type="http://schemas.openxmlformats.org/officeDocument/2006/relationships/image" Target="../media/image103.png"/><Relationship Id="rId40" Type="http://schemas.openxmlformats.org/officeDocument/2006/relationships/customXml" Target="../ink/ink109.xml"/><Relationship Id="rId115" Type="http://schemas.openxmlformats.org/officeDocument/2006/relationships/image" Target="../media/image146.png"/><Relationship Id="rId136" Type="http://schemas.openxmlformats.org/officeDocument/2006/relationships/customXml" Target="../ink/ink157.xml"/><Relationship Id="rId157" Type="http://schemas.openxmlformats.org/officeDocument/2006/relationships/image" Target="../media/image167.png"/><Relationship Id="rId178" Type="http://schemas.openxmlformats.org/officeDocument/2006/relationships/customXml" Target="../ink/ink178.xml"/><Relationship Id="rId61" Type="http://schemas.openxmlformats.org/officeDocument/2006/relationships/image" Target="../media/image119.png"/><Relationship Id="rId82" Type="http://schemas.openxmlformats.org/officeDocument/2006/relationships/customXml" Target="../ink/ink130.xml"/><Relationship Id="rId199" Type="http://schemas.openxmlformats.org/officeDocument/2006/relationships/image" Target="../media/image188.png"/><Relationship Id="rId203" Type="http://schemas.openxmlformats.org/officeDocument/2006/relationships/image" Target="../media/image190.png"/><Relationship Id="rId19" Type="http://schemas.openxmlformats.org/officeDocument/2006/relationships/image" Target="../media/image98.png"/><Relationship Id="rId224" Type="http://schemas.openxmlformats.org/officeDocument/2006/relationships/customXml" Target="../ink/ink201.xml"/><Relationship Id="rId245" Type="http://schemas.openxmlformats.org/officeDocument/2006/relationships/image" Target="../media/image211.png"/><Relationship Id="rId30" Type="http://schemas.openxmlformats.org/officeDocument/2006/relationships/customXml" Target="../ink/ink104.xml"/><Relationship Id="rId105" Type="http://schemas.openxmlformats.org/officeDocument/2006/relationships/image" Target="../media/image141.png"/><Relationship Id="rId126" Type="http://schemas.openxmlformats.org/officeDocument/2006/relationships/customXml" Target="../ink/ink152.xml"/><Relationship Id="rId147" Type="http://schemas.openxmlformats.org/officeDocument/2006/relationships/image" Target="../media/image162.png"/><Relationship Id="rId168" Type="http://schemas.openxmlformats.org/officeDocument/2006/relationships/customXml" Target="../ink/ink173.xml"/><Relationship Id="rId51" Type="http://schemas.openxmlformats.org/officeDocument/2006/relationships/image" Target="../media/image114.png"/><Relationship Id="rId72" Type="http://schemas.openxmlformats.org/officeDocument/2006/relationships/customXml" Target="../ink/ink125.xml"/><Relationship Id="rId93" Type="http://schemas.openxmlformats.org/officeDocument/2006/relationships/image" Target="../media/image135.png"/><Relationship Id="rId189" Type="http://schemas.openxmlformats.org/officeDocument/2006/relationships/image" Target="../media/image183.png"/><Relationship Id="rId3" Type="http://schemas.openxmlformats.org/officeDocument/2006/relationships/image" Target="../media/image90.png"/><Relationship Id="rId214" Type="http://schemas.openxmlformats.org/officeDocument/2006/relationships/customXml" Target="../ink/ink196.xml"/><Relationship Id="rId235" Type="http://schemas.openxmlformats.org/officeDocument/2006/relationships/image" Target="../media/image206.png"/><Relationship Id="rId116" Type="http://schemas.openxmlformats.org/officeDocument/2006/relationships/customXml" Target="../ink/ink147.xml"/><Relationship Id="rId137" Type="http://schemas.openxmlformats.org/officeDocument/2006/relationships/image" Target="../media/image157.png"/><Relationship Id="rId158" Type="http://schemas.openxmlformats.org/officeDocument/2006/relationships/customXml" Target="../ink/ink168.xml"/><Relationship Id="rId20" Type="http://schemas.openxmlformats.org/officeDocument/2006/relationships/customXml" Target="../ink/ink99.xml"/><Relationship Id="rId41" Type="http://schemas.openxmlformats.org/officeDocument/2006/relationships/image" Target="../media/image109.png"/><Relationship Id="rId62" Type="http://schemas.openxmlformats.org/officeDocument/2006/relationships/customXml" Target="../ink/ink120.xml"/><Relationship Id="rId83" Type="http://schemas.openxmlformats.org/officeDocument/2006/relationships/image" Target="../media/image130.png"/><Relationship Id="rId179" Type="http://schemas.openxmlformats.org/officeDocument/2006/relationships/image" Target="../media/image178.png"/><Relationship Id="rId190" Type="http://schemas.openxmlformats.org/officeDocument/2006/relationships/customXml" Target="../ink/ink184.xml"/><Relationship Id="rId204" Type="http://schemas.openxmlformats.org/officeDocument/2006/relationships/customXml" Target="../ink/ink191.xml"/><Relationship Id="rId225" Type="http://schemas.openxmlformats.org/officeDocument/2006/relationships/image" Target="../media/image201.png"/><Relationship Id="rId246" Type="http://schemas.openxmlformats.org/officeDocument/2006/relationships/customXml" Target="../ink/ink212.xml"/><Relationship Id="rId106" Type="http://schemas.openxmlformats.org/officeDocument/2006/relationships/customXml" Target="../ink/ink142.xml"/><Relationship Id="rId127" Type="http://schemas.openxmlformats.org/officeDocument/2006/relationships/image" Target="../media/image152.png"/><Relationship Id="rId10" Type="http://schemas.openxmlformats.org/officeDocument/2006/relationships/customXml" Target="../ink/ink94.xml"/><Relationship Id="rId31" Type="http://schemas.openxmlformats.org/officeDocument/2006/relationships/image" Target="../media/image104.png"/><Relationship Id="rId52" Type="http://schemas.openxmlformats.org/officeDocument/2006/relationships/customXml" Target="../ink/ink115.xml"/><Relationship Id="rId73" Type="http://schemas.openxmlformats.org/officeDocument/2006/relationships/image" Target="../media/image125.png"/><Relationship Id="rId94" Type="http://schemas.openxmlformats.org/officeDocument/2006/relationships/customXml" Target="../ink/ink136.xml"/><Relationship Id="rId148" Type="http://schemas.openxmlformats.org/officeDocument/2006/relationships/customXml" Target="../ink/ink163.xml"/><Relationship Id="rId169" Type="http://schemas.openxmlformats.org/officeDocument/2006/relationships/image" Target="../media/image17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.png"/><Relationship Id="rId21" Type="http://schemas.openxmlformats.org/officeDocument/2006/relationships/image" Target="../media/image223.png"/><Relationship Id="rId324" Type="http://schemas.openxmlformats.org/officeDocument/2006/relationships/customXml" Target="../ink/ink375.xml"/><Relationship Id="rId531" Type="http://schemas.openxmlformats.org/officeDocument/2006/relationships/image" Target="../media/image478.png"/><Relationship Id="rId170" Type="http://schemas.openxmlformats.org/officeDocument/2006/relationships/customXml" Target="../ink/ink298.xml"/><Relationship Id="rId268" Type="http://schemas.openxmlformats.org/officeDocument/2006/relationships/customXml" Target="../ink/ink347.xml"/><Relationship Id="rId475" Type="http://schemas.openxmlformats.org/officeDocument/2006/relationships/image" Target="../media/image450.png"/><Relationship Id="rId32" Type="http://schemas.openxmlformats.org/officeDocument/2006/relationships/customXml" Target="../ink/ink229.xml"/><Relationship Id="rId128" Type="http://schemas.openxmlformats.org/officeDocument/2006/relationships/customXml" Target="../ink/ink277.xml"/><Relationship Id="rId335" Type="http://schemas.openxmlformats.org/officeDocument/2006/relationships/image" Target="../media/image380.png"/><Relationship Id="rId542" Type="http://schemas.openxmlformats.org/officeDocument/2006/relationships/customXml" Target="../ink/ink484.xml"/><Relationship Id="rId181" Type="http://schemas.openxmlformats.org/officeDocument/2006/relationships/image" Target="../media/image303.png"/><Relationship Id="rId402" Type="http://schemas.openxmlformats.org/officeDocument/2006/relationships/customXml" Target="../ink/ink414.xml"/><Relationship Id="rId279" Type="http://schemas.openxmlformats.org/officeDocument/2006/relationships/image" Target="../media/image352.png"/><Relationship Id="rId486" Type="http://schemas.openxmlformats.org/officeDocument/2006/relationships/customXml" Target="../ink/ink456.xml"/><Relationship Id="rId43" Type="http://schemas.openxmlformats.org/officeDocument/2006/relationships/image" Target="../media/image234.png"/><Relationship Id="rId139" Type="http://schemas.openxmlformats.org/officeDocument/2006/relationships/image" Target="../media/image282.png"/><Relationship Id="rId346" Type="http://schemas.openxmlformats.org/officeDocument/2006/relationships/customXml" Target="../ink/ink386.xml"/><Relationship Id="rId192" Type="http://schemas.openxmlformats.org/officeDocument/2006/relationships/customXml" Target="../ink/ink309.xml"/><Relationship Id="rId206" Type="http://schemas.openxmlformats.org/officeDocument/2006/relationships/customXml" Target="../ink/ink316.xml"/><Relationship Id="rId413" Type="http://schemas.openxmlformats.org/officeDocument/2006/relationships/image" Target="../media/image419.png"/><Relationship Id="rId497" Type="http://schemas.openxmlformats.org/officeDocument/2006/relationships/image" Target="../media/image461.png"/><Relationship Id="rId12" Type="http://schemas.openxmlformats.org/officeDocument/2006/relationships/customXml" Target="../ink/ink219.xml"/><Relationship Id="rId108" Type="http://schemas.openxmlformats.org/officeDocument/2006/relationships/customXml" Target="../ink/ink267.xml"/><Relationship Id="rId315" Type="http://schemas.openxmlformats.org/officeDocument/2006/relationships/image" Target="../media/image370.png"/><Relationship Id="rId357" Type="http://schemas.openxmlformats.org/officeDocument/2006/relationships/image" Target="../media/image391.png"/><Relationship Id="rId522" Type="http://schemas.openxmlformats.org/officeDocument/2006/relationships/customXml" Target="../ink/ink474.xml"/><Relationship Id="rId54" Type="http://schemas.openxmlformats.org/officeDocument/2006/relationships/customXml" Target="../ink/ink240.xml"/><Relationship Id="rId96" Type="http://schemas.openxmlformats.org/officeDocument/2006/relationships/customXml" Target="../ink/ink261.xml"/><Relationship Id="rId161" Type="http://schemas.openxmlformats.org/officeDocument/2006/relationships/image" Target="../media/image293.png"/><Relationship Id="rId217" Type="http://schemas.openxmlformats.org/officeDocument/2006/relationships/image" Target="../media/image321.png"/><Relationship Id="rId399" Type="http://schemas.openxmlformats.org/officeDocument/2006/relationships/image" Target="../media/image412.png"/><Relationship Id="rId259" Type="http://schemas.openxmlformats.org/officeDocument/2006/relationships/image" Target="../media/image342.png"/><Relationship Id="rId424" Type="http://schemas.openxmlformats.org/officeDocument/2006/relationships/customXml" Target="../ink/ink425.xml"/><Relationship Id="rId466" Type="http://schemas.openxmlformats.org/officeDocument/2006/relationships/customXml" Target="../ink/ink446.xml"/><Relationship Id="rId23" Type="http://schemas.openxmlformats.org/officeDocument/2006/relationships/image" Target="../media/image224.png"/><Relationship Id="rId119" Type="http://schemas.openxmlformats.org/officeDocument/2006/relationships/image" Target="../media/image272.png"/><Relationship Id="rId270" Type="http://schemas.openxmlformats.org/officeDocument/2006/relationships/customXml" Target="../ink/ink348.xml"/><Relationship Id="rId326" Type="http://schemas.openxmlformats.org/officeDocument/2006/relationships/customXml" Target="../ink/ink376.xml"/><Relationship Id="rId533" Type="http://schemas.openxmlformats.org/officeDocument/2006/relationships/image" Target="../media/image479.png"/><Relationship Id="rId65" Type="http://schemas.openxmlformats.org/officeDocument/2006/relationships/image" Target="../media/image245.png"/><Relationship Id="rId130" Type="http://schemas.openxmlformats.org/officeDocument/2006/relationships/customXml" Target="../ink/ink278.xml"/><Relationship Id="rId368" Type="http://schemas.openxmlformats.org/officeDocument/2006/relationships/customXml" Target="../ink/ink397.xml"/><Relationship Id="rId172" Type="http://schemas.openxmlformats.org/officeDocument/2006/relationships/customXml" Target="../ink/ink299.xml"/><Relationship Id="rId228" Type="http://schemas.openxmlformats.org/officeDocument/2006/relationships/customXml" Target="../ink/ink327.xml"/><Relationship Id="rId435" Type="http://schemas.openxmlformats.org/officeDocument/2006/relationships/image" Target="../media/image430.png"/><Relationship Id="rId477" Type="http://schemas.openxmlformats.org/officeDocument/2006/relationships/image" Target="../media/image451.png"/><Relationship Id="rId281" Type="http://schemas.openxmlformats.org/officeDocument/2006/relationships/image" Target="../media/image353.png"/><Relationship Id="rId337" Type="http://schemas.openxmlformats.org/officeDocument/2006/relationships/image" Target="../media/image381.png"/><Relationship Id="rId502" Type="http://schemas.openxmlformats.org/officeDocument/2006/relationships/customXml" Target="../ink/ink464.xml"/><Relationship Id="rId34" Type="http://schemas.openxmlformats.org/officeDocument/2006/relationships/customXml" Target="../ink/ink230.xml"/><Relationship Id="rId76" Type="http://schemas.openxmlformats.org/officeDocument/2006/relationships/customXml" Target="../ink/ink251.xml"/><Relationship Id="rId141" Type="http://schemas.openxmlformats.org/officeDocument/2006/relationships/image" Target="../media/image283.png"/><Relationship Id="rId379" Type="http://schemas.openxmlformats.org/officeDocument/2006/relationships/image" Target="../media/image402.png"/><Relationship Id="rId544" Type="http://schemas.openxmlformats.org/officeDocument/2006/relationships/customXml" Target="../ink/ink485.xml"/><Relationship Id="rId7" Type="http://schemas.openxmlformats.org/officeDocument/2006/relationships/image" Target="../media/image216.png"/><Relationship Id="rId183" Type="http://schemas.openxmlformats.org/officeDocument/2006/relationships/image" Target="../media/image304.png"/><Relationship Id="rId239" Type="http://schemas.openxmlformats.org/officeDocument/2006/relationships/image" Target="../media/image332.png"/><Relationship Id="rId390" Type="http://schemas.openxmlformats.org/officeDocument/2006/relationships/customXml" Target="../ink/ink408.xml"/><Relationship Id="rId404" Type="http://schemas.openxmlformats.org/officeDocument/2006/relationships/customXml" Target="../ink/ink415.xml"/><Relationship Id="rId446" Type="http://schemas.openxmlformats.org/officeDocument/2006/relationships/customXml" Target="../ink/ink436.xml"/><Relationship Id="rId250" Type="http://schemas.openxmlformats.org/officeDocument/2006/relationships/customXml" Target="../ink/ink338.xml"/><Relationship Id="rId292" Type="http://schemas.openxmlformats.org/officeDocument/2006/relationships/customXml" Target="../ink/ink359.xml"/><Relationship Id="rId306" Type="http://schemas.openxmlformats.org/officeDocument/2006/relationships/customXml" Target="../ink/ink366.xml"/><Relationship Id="rId488" Type="http://schemas.openxmlformats.org/officeDocument/2006/relationships/customXml" Target="../ink/ink457.xml"/><Relationship Id="rId45" Type="http://schemas.openxmlformats.org/officeDocument/2006/relationships/image" Target="../media/image235.png"/><Relationship Id="rId87" Type="http://schemas.openxmlformats.org/officeDocument/2006/relationships/image" Target="../media/image256.png"/><Relationship Id="rId110" Type="http://schemas.openxmlformats.org/officeDocument/2006/relationships/customXml" Target="../ink/ink268.xml"/><Relationship Id="rId348" Type="http://schemas.openxmlformats.org/officeDocument/2006/relationships/customXml" Target="../ink/ink387.xml"/><Relationship Id="rId513" Type="http://schemas.openxmlformats.org/officeDocument/2006/relationships/image" Target="../media/image469.png"/><Relationship Id="rId152" Type="http://schemas.openxmlformats.org/officeDocument/2006/relationships/customXml" Target="../ink/ink289.xml"/><Relationship Id="rId194" Type="http://schemas.openxmlformats.org/officeDocument/2006/relationships/customXml" Target="../ink/ink310.xml"/><Relationship Id="rId208" Type="http://schemas.openxmlformats.org/officeDocument/2006/relationships/customXml" Target="../ink/ink317.xml"/><Relationship Id="rId415" Type="http://schemas.openxmlformats.org/officeDocument/2006/relationships/image" Target="../media/image420.png"/><Relationship Id="rId457" Type="http://schemas.openxmlformats.org/officeDocument/2006/relationships/image" Target="../media/image441.png"/><Relationship Id="rId261" Type="http://schemas.openxmlformats.org/officeDocument/2006/relationships/image" Target="../media/image343.png"/><Relationship Id="rId499" Type="http://schemas.openxmlformats.org/officeDocument/2006/relationships/image" Target="../media/image462.png"/><Relationship Id="rId14" Type="http://schemas.openxmlformats.org/officeDocument/2006/relationships/customXml" Target="../ink/ink220.xml"/><Relationship Id="rId56" Type="http://schemas.openxmlformats.org/officeDocument/2006/relationships/customXml" Target="../ink/ink241.xml"/><Relationship Id="rId317" Type="http://schemas.openxmlformats.org/officeDocument/2006/relationships/image" Target="../media/image371.png"/><Relationship Id="rId359" Type="http://schemas.openxmlformats.org/officeDocument/2006/relationships/image" Target="../media/image392.png"/><Relationship Id="rId524" Type="http://schemas.openxmlformats.org/officeDocument/2006/relationships/customXml" Target="../ink/ink475.xml"/><Relationship Id="rId98" Type="http://schemas.openxmlformats.org/officeDocument/2006/relationships/customXml" Target="../ink/ink262.xml"/><Relationship Id="rId121" Type="http://schemas.openxmlformats.org/officeDocument/2006/relationships/image" Target="../media/image273.png"/><Relationship Id="rId163" Type="http://schemas.openxmlformats.org/officeDocument/2006/relationships/image" Target="../media/image294.png"/><Relationship Id="rId219" Type="http://schemas.openxmlformats.org/officeDocument/2006/relationships/image" Target="../media/image322.png"/><Relationship Id="rId370" Type="http://schemas.openxmlformats.org/officeDocument/2006/relationships/customXml" Target="../ink/ink398.xml"/><Relationship Id="rId426" Type="http://schemas.openxmlformats.org/officeDocument/2006/relationships/customXml" Target="../ink/ink426.xml"/><Relationship Id="rId230" Type="http://schemas.openxmlformats.org/officeDocument/2006/relationships/customXml" Target="../ink/ink328.xml"/><Relationship Id="rId468" Type="http://schemas.openxmlformats.org/officeDocument/2006/relationships/customXml" Target="../ink/ink447.xml"/><Relationship Id="rId25" Type="http://schemas.openxmlformats.org/officeDocument/2006/relationships/image" Target="../media/image225.png"/><Relationship Id="rId67" Type="http://schemas.openxmlformats.org/officeDocument/2006/relationships/image" Target="../media/image246.png"/><Relationship Id="rId272" Type="http://schemas.openxmlformats.org/officeDocument/2006/relationships/customXml" Target="../ink/ink349.xml"/><Relationship Id="rId328" Type="http://schemas.openxmlformats.org/officeDocument/2006/relationships/customXml" Target="../ink/ink377.xml"/><Relationship Id="rId535" Type="http://schemas.openxmlformats.org/officeDocument/2006/relationships/image" Target="../media/image480.png"/><Relationship Id="rId132" Type="http://schemas.openxmlformats.org/officeDocument/2006/relationships/customXml" Target="../ink/ink279.xml"/><Relationship Id="rId174" Type="http://schemas.openxmlformats.org/officeDocument/2006/relationships/customXml" Target="../ink/ink300.xml"/><Relationship Id="rId381" Type="http://schemas.openxmlformats.org/officeDocument/2006/relationships/image" Target="../media/image403.png"/><Relationship Id="rId241" Type="http://schemas.openxmlformats.org/officeDocument/2006/relationships/image" Target="../media/image333.png"/><Relationship Id="rId437" Type="http://schemas.openxmlformats.org/officeDocument/2006/relationships/image" Target="../media/image431.png"/><Relationship Id="rId479" Type="http://schemas.openxmlformats.org/officeDocument/2006/relationships/image" Target="../media/image452.png"/><Relationship Id="rId36" Type="http://schemas.openxmlformats.org/officeDocument/2006/relationships/customXml" Target="../ink/ink231.xml"/><Relationship Id="rId283" Type="http://schemas.openxmlformats.org/officeDocument/2006/relationships/image" Target="../media/image354.png"/><Relationship Id="rId339" Type="http://schemas.openxmlformats.org/officeDocument/2006/relationships/image" Target="../media/image382.png"/><Relationship Id="rId490" Type="http://schemas.openxmlformats.org/officeDocument/2006/relationships/customXml" Target="../ink/ink458.xml"/><Relationship Id="rId504" Type="http://schemas.openxmlformats.org/officeDocument/2006/relationships/customXml" Target="../ink/ink465.xml"/><Relationship Id="rId546" Type="http://schemas.openxmlformats.org/officeDocument/2006/relationships/customXml" Target="../ink/ink486.xml"/><Relationship Id="rId78" Type="http://schemas.openxmlformats.org/officeDocument/2006/relationships/customXml" Target="../ink/ink252.xml"/><Relationship Id="rId101" Type="http://schemas.openxmlformats.org/officeDocument/2006/relationships/image" Target="../media/image263.png"/><Relationship Id="rId143" Type="http://schemas.openxmlformats.org/officeDocument/2006/relationships/image" Target="../media/image284.png"/><Relationship Id="rId185" Type="http://schemas.openxmlformats.org/officeDocument/2006/relationships/image" Target="../media/image305.png"/><Relationship Id="rId350" Type="http://schemas.openxmlformats.org/officeDocument/2006/relationships/customXml" Target="../ink/ink388.xml"/><Relationship Id="rId406" Type="http://schemas.openxmlformats.org/officeDocument/2006/relationships/customXml" Target="../ink/ink416.xml"/><Relationship Id="rId9" Type="http://schemas.openxmlformats.org/officeDocument/2006/relationships/image" Target="../media/image217.png"/><Relationship Id="rId210" Type="http://schemas.openxmlformats.org/officeDocument/2006/relationships/customXml" Target="../ink/ink318.xml"/><Relationship Id="rId392" Type="http://schemas.openxmlformats.org/officeDocument/2006/relationships/customXml" Target="../ink/ink409.xml"/><Relationship Id="rId448" Type="http://schemas.openxmlformats.org/officeDocument/2006/relationships/customXml" Target="../ink/ink437.xml"/><Relationship Id="rId252" Type="http://schemas.openxmlformats.org/officeDocument/2006/relationships/customXml" Target="../ink/ink339.xml"/><Relationship Id="rId294" Type="http://schemas.openxmlformats.org/officeDocument/2006/relationships/customXml" Target="../ink/ink360.xml"/><Relationship Id="rId308" Type="http://schemas.openxmlformats.org/officeDocument/2006/relationships/customXml" Target="../ink/ink367.xml"/><Relationship Id="rId515" Type="http://schemas.openxmlformats.org/officeDocument/2006/relationships/image" Target="../media/image470.png"/><Relationship Id="rId47" Type="http://schemas.openxmlformats.org/officeDocument/2006/relationships/image" Target="../media/image236.png"/><Relationship Id="rId89" Type="http://schemas.openxmlformats.org/officeDocument/2006/relationships/image" Target="../media/image257.png"/><Relationship Id="rId112" Type="http://schemas.openxmlformats.org/officeDocument/2006/relationships/customXml" Target="../ink/ink269.xml"/><Relationship Id="rId154" Type="http://schemas.openxmlformats.org/officeDocument/2006/relationships/customXml" Target="../ink/ink290.xml"/><Relationship Id="rId361" Type="http://schemas.openxmlformats.org/officeDocument/2006/relationships/image" Target="../media/image393.png"/><Relationship Id="rId196" Type="http://schemas.openxmlformats.org/officeDocument/2006/relationships/customXml" Target="../ink/ink311.xml"/><Relationship Id="rId417" Type="http://schemas.openxmlformats.org/officeDocument/2006/relationships/image" Target="../media/image421.png"/><Relationship Id="rId459" Type="http://schemas.openxmlformats.org/officeDocument/2006/relationships/image" Target="../media/image442.png"/><Relationship Id="rId16" Type="http://schemas.openxmlformats.org/officeDocument/2006/relationships/customXml" Target="../ink/ink221.xml"/><Relationship Id="rId221" Type="http://schemas.openxmlformats.org/officeDocument/2006/relationships/image" Target="../media/image323.png"/><Relationship Id="rId263" Type="http://schemas.openxmlformats.org/officeDocument/2006/relationships/image" Target="../media/image344.png"/><Relationship Id="rId319" Type="http://schemas.openxmlformats.org/officeDocument/2006/relationships/image" Target="../media/image372.png"/><Relationship Id="rId470" Type="http://schemas.openxmlformats.org/officeDocument/2006/relationships/customXml" Target="../ink/ink448.xml"/><Relationship Id="rId526" Type="http://schemas.openxmlformats.org/officeDocument/2006/relationships/customXml" Target="../ink/ink476.xml"/><Relationship Id="rId58" Type="http://schemas.openxmlformats.org/officeDocument/2006/relationships/customXml" Target="../ink/ink242.xml"/><Relationship Id="rId123" Type="http://schemas.openxmlformats.org/officeDocument/2006/relationships/image" Target="../media/image274.png"/><Relationship Id="rId330" Type="http://schemas.openxmlformats.org/officeDocument/2006/relationships/customXml" Target="../ink/ink378.xml"/><Relationship Id="rId165" Type="http://schemas.openxmlformats.org/officeDocument/2006/relationships/image" Target="../media/image295.png"/><Relationship Id="rId372" Type="http://schemas.openxmlformats.org/officeDocument/2006/relationships/customXml" Target="../ink/ink399.xml"/><Relationship Id="rId428" Type="http://schemas.openxmlformats.org/officeDocument/2006/relationships/customXml" Target="../ink/ink427.xml"/><Relationship Id="rId232" Type="http://schemas.openxmlformats.org/officeDocument/2006/relationships/customXml" Target="../ink/ink329.xml"/><Relationship Id="rId274" Type="http://schemas.openxmlformats.org/officeDocument/2006/relationships/customXml" Target="../ink/ink350.xml"/><Relationship Id="rId481" Type="http://schemas.openxmlformats.org/officeDocument/2006/relationships/image" Target="../media/image453.png"/><Relationship Id="rId27" Type="http://schemas.openxmlformats.org/officeDocument/2006/relationships/image" Target="../media/image226.png"/><Relationship Id="rId69" Type="http://schemas.openxmlformats.org/officeDocument/2006/relationships/image" Target="../media/image247.png"/><Relationship Id="rId134" Type="http://schemas.openxmlformats.org/officeDocument/2006/relationships/customXml" Target="../ink/ink280.xml"/><Relationship Id="rId537" Type="http://schemas.openxmlformats.org/officeDocument/2006/relationships/image" Target="../media/image481.png"/><Relationship Id="rId80" Type="http://schemas.openxmlformats.org/officeDocument/2006/relationships/customXml" Target="../ink/ink253.xml"/><Relationship Id="rId176" Type="http://schemas.openxmlformats.org/officeDocument/2006/relationships/customXml" Target="../ink/ink301.xml"/><Relationship Id="rId341" Type="http://schemas.openxmlformats.org/officeDocument/2006/relationships/image" Target="../media/image383.png"/><Relationship Id="rId383" Type="http://schemas.openxmlformats.org/officeDocument/2006/relationships/image" Target="../media/image404.png"/><Relationship Id="rId439" Type="http://schemas.openxmlformats.org/officeDocument/2006/relationships/image" Target="../media/image432.png"/><Relationship Id="rId201" Type="http://schemas.openxmlformats.org/officeDocument/2006/relationships/image" Target="../media/image313.png"/><Relationship Id="rId243" Type="http://schemas.openxmlformats.org/officeDocument/2006/relationships/image" Target="../media/image334.png"/><Relationship Id="rId285" Type="http://schemas.openxmlformats.org/officeDocument/2006/relationships/image" Target="../media/image355.png"/><Relationship Id="rId450" Type="http://schemas.openxmlformats.org/officeDocument/2006/relationships/customXml" Target="../ink/ink438.xml"/><Relationship Id="rId506" Type="http://schemas.openxmlformats.org/officeDocument/2006/relationships/customXml" Target="../ink/ink466.xml"/><Relationship Id="rId38" Type="http://schemas.openxmlformats.org/officeDocument/2006/relationships/customXml" Target="../ink/ink232.xml"/><Relationship Id="rId103" Type="http://schemas.openxmlformats.org/officeDocument/2006/relationships/image" Target="../media/image264.png"/><Relationship Id="rId310" Type="http://schemas.openxmlformats.org/officeDocument/2006/relationships/customXml" Target="../ink/ink368.xml"/><Relationship Id="rId492" Type="http://schemas.openxmlformats.org/officeDocument/2006/relationships/customXml" Target="../ink/ink459.xml"/><Relationship Id="rId548" Type="http://schemas.openxmlformats.org/officeDocument/2006/relationships/customXml" Target="../ink/ink487.xml"/><Relationship Id="rId91" Type="http://schemas.openxmlformats.org/officeDocument/2006/relationships/image" Target="../media/image258.png"/><Relationship Id="rId145" Type="http://schemas.openxmlformats.org/officeDocument/2006/relationships/image" Target="../media/image285.png"/><Relationship Id="rId187" Type="http://schemas.openxmlformats.org/officeDocument/2006/relationships/image" Target="../media/image306.png"/><Relationship Id="rId352" Type="http://schemas.openxmlformats.org/officeDocument/2006/relationships/customXml" Target="../ink/ink389.xml"/><Relationship Id="rId394" Type="http://schemas.openxmlformats.org/officeDocument/2006/relationships/customXml" Target="../ink/ink410.xml"/><Relationship Id="rId408" Type="http://schemas.openxmlformats.org/officeDocument/2006/relationships/customXml" Target="../ink/ink417.xml"/><Relationship Id="rId212" Type="http://schemas.openxmlformats.org/officeDocument/2006/relationships/customXml" Target="../ink/ink319.xml"/><Relationship Id="rId254" Type="http://schemas.openxmlformats.org/officeDocument/2006/relationships/customXml" Target="../ink/ink340.xml"/><Relationship Id="rId49" Type="http://schemas.openxmlformats.org/officeDocument/2006/relationships/image" Target="../media/image237.png"/><Relationship Id="rId114" Type="http://schemas.openxmlformats.org/officeDocument/2006/relationships/customXml" Target="../ink/ink270.xml"/><Relationship Id="rId296" Type="http://schemas.openxmlformats.org/officeDocument/2006/relationships/customXml" Target="../ink/ink361.xml"/><Relationship Id="rId461" Type="http://schemas.openxmlformats.org/officeDocument/2006/relationships/image" Target="../media/image443.png"/><Relationship Id="rId517" Type="http://schemas.openxmlformats.org/officeDocument/2006/relationships/image" Target="../media/image471.png"/><Relationship Id="rId60" Type="http://schemas.openxmlformats.org/officeDocument/2006/relationships/customXml" Target="../ink/ink243.xml"/><Relationship Id="rId156" Type="http://schemas.openxmlformats.org/officeDocument/2006/relationships/customXml" Target="../ink/ink291.xml"/><Relationship Id="rId198" Type="http://schemas.openxmlformats.org/officeDocument/2006/relationships/customXml" Target="../ink/ink312.xml"/><Relationship Id="rId321" Type="http://schemas.openxmlformats.org/officeDocument/2006/relationships/image" Target="../media/image373.png"/><Relationship Id="rId363" Type="http://schemas.openxmlformats.org/officeDocument/2006/relationships/image" Target="../media/image394.png"/><Relationship Id="rId419" Type="http://schemas.openxmlformats.org/officeDocument/2006/relationships/image" Target="../media/image422.png"/><Relationship Id="rId223" Type="http://schemas.openxmlformats.org/officeDocument/2006/relationships/image" Target="../media/image324.png"/><Relationship Id="rId430" Type="http://schemas.openxmlformats.org/officeDocument/2006/relationships/customXml" Target="../ink/ink428.xml"/><Relationship Id="rId18" Type="http://schemas.openxmlformats.org/officeDocument/2006/relationships/customXml" Target="../ink/ink222.xml"/><Relationship Id="rId265" Type="http://schemas.openxmlformats.org/officeDocument/2006/relationships/image" Target="../media/image345.png"/><Relationship Id="rId472" Type="http://schemas.openxmlformats.org/officeDocument/2006/relationships/customXml" Target="../ink/ink449.xml"/><Relationship Id="rId528" Type="http://schemas.openxmlformats.org/officeDocument/2006/relationships/customXml" Target="../ink/ink477.xml"/><Relationship Id="rId125" Type="http://schemas.openxmlformats.org/officeDocument/2006/relationships/image" Target="../media/image275.png"/><Relationship Id="rId167" Type="http://schemas.openxmlformats.org/officeDocument/2006/relationships/image" Target="../media/image296.png"/><Relationship Id="rId332" Type="http://schemas.openxmlformats.org/officeDocument/2006/relationships/customXml" Target="../ink/ink379.xml"/><Relationship Id="rId374" Type="http://schemas.openxmlformats.org/officeDocument/2006/relationships/customXml" Target="../ink/ink400.xml"/><Relationship Id="rId71" Type="http://schemas.openxmlformats.org/officeDocument/2006/relationships/image" Target="../media/image248.png"/><Relationship Id="rId234" Type="http://schemas.openxmlformats.org/officeDocument/2006/relationships/customXml" Target="../ink/ink330.xml"/><Relationship Id="rId2" Type="http://schemas.openxmlformats.org/officeDocument/2006/relationships/customXml" Target="../ink/ink214.xml"/><Relationship Id="rId29" Type="http://schemas.openxmlformats.org/officeDocument/2006/relationships/image" Target="../media/image227.png"/><Relationship Id="rId276" Type="http://schemas.openxmlformats.org/officeDocument/2006/relationships/customXml" Target="../ink/ink351.xml"/><Relationship Id="rId441" Type="http://schemas.openxmlformats.org/officeDocument/2006/relationships/image" Target="../media/image433.png"/><Relationship Id="rId483" Type="http://schemas.openxmlformats.org/officeDocument/2006/relationships/image" Target="../media/image454.png"/><Relationship Id="rId539" Type="http://schemas.openxmlformats.org/officeDocument/2006/relationships/image" Target="../media/image482.png"/><Relationship Id="rId40" Type="http://schemas.openxmlformats.org/officeDocument/2006/relationships/customXml" Target="../ink/ink233.xml"/><Relationship Id="rId136" Type="http://schemas.openxmlformats.org/officeDocument/2006/relationships/customXml" Target="../ink/ink281.xml"/><Relationship Id="rId178" Type="http://schemas.openxmlformats.org/officeDocument/2006/relationships/customXml" Target="../ink/ink302.xml"/><Relationship Id="rId301" Type="http://schemas.openxmlformats.org/officeDocument/2006/relationships/image" Target="../media/image363.png"/><Relationship Id="rId343" Type="http://schemas.openxmlformats.org/officeDocument/2006/relationships/image" Target="../media/image384.png"/><Relationship Id="rId550" Type="http://schemas.openxmlformats.org/officeDocument/2006/relationships/customXml" Target="../ink/ink488.xml"/><Relationship Id="rId82" Type="http://schemas.openxmlformats.org/officeDocument/2006/relationships/customXml" Target="../ink/ink254.xml"/><Relationship Id="rId203" Type="http://schemas.openxmlformats.org/officeDocument/2006/relationships/image" Target="../media/image314.png"/><Relationship Id="rId385" Type="http://schemas.openxmlformats.org/officeDocument/2006/relationships/image" Target="../media/image405.png"/><Relationship Id="rId245" Type="http://schemas.openxmlformats.org/officeDocument/2006/relationships/image" Target="../media/image335.png"/><Relationship Id="rId287" Type="http://schemas.openxmlformats.org/officeDocument/2006/relationships/image" Target="../media/image356.png"/><Relationship Id="rId410" Type="http://schemas.openxmlformats.org/officeDocument/2006/relationships/customXml" Target="../ink/ink418.xml"/><Relationship Id="rId452" Type="http://schemas.openxmlformats.org/officeDocument/2006/relationships/customXml" Target="../ink/ink439.xml"/><Relationship Id="rId494" Type="http://schemas.openxmlformats.org/officeDocument/2006/relationships/customXml" Target="../ink/ink460.xml"/><Relationship Id="rId508" Type="http://schemas.openxmlformats.org/officeDocument/2006/relationships/customXml" Target="../ink/ink467.xml"/><Relationship Id="rId105" Type="http://schemas.openxmlformats.org/officeDocument/2006/relationships/image" Target="../media/image265.png"/><Relationship Id="rId147" Type="http://schemas.openxmlformats.org/officeDocument/2006/relationships/image" Target="../media/image286.png"/><Relationship Id="rId312" Type="http://schemas.openxmlformats.org/officeDocument/2006/relationships/customXml" Target="../ink/ink369.xml"/><Relationship Id="rId354" Type="http://schemas.openxmlformats.org/officeDocument/2006/relationships/customXml" Target="../ink/ink390.xml"/><Relationship Id="rId51" Type="http://schemas.openxmlformats.org/officeDocument/2006/relationships/image" Target="../media/image238.png"/><Relationship Id="rId93" Type="http://schemas.openxmlformats.org/officeDocument/2006/relationships/image" Target="../media/image259.png"/><Relationship Id="rId189" Type="http://schemas.openxmlformats.org/officeDocument/2006/relationships/image" Target="../media/image307.png"/><Relationship Id="rId396" Type="http://schemas.openxmlformats.org/officeDocument/2006/relationships/customXml" Target="../ink/ink411.xml"/><Relationship Id="rId214" Type="http://schemas.openxmlformats.org/officeDocument/2006/relationships/customXml" Target="../ink/ink320.xml"/><Relationship Id="rId256" Type="http://schemas.openxmlformats.org/officeDocument/2006/relationships/customXml" Target="../ink/ink341.xml"/><Relationship Id="rId298" Type="http://schemas.openxmlformats.org/officeDocument/2006/relationships/customXml" Target="../ink/ink362.xml"/><Relationship Id="rId421" Type="http://schemas.openxmlformats.org/officeDocument/2006/relationships/image" Target="../media/image423.png"/><Relationship Id="rId463" Type="http://schemas.openxmlformats.org/officeDocument/2006/relationships/image" Target="../media/image444.png"/><Relationship Id="rId519" Type="http://schemas.openxmlformats.org/officeDocument/2006/relationships/image" Target="../media/image472.png"/><Relationship Id="rId116" Type="http://schemas.openxmlformats.org/officeDocument/2006/relationships/customXml" Target="../ink/ink271.xml"/><Relationship Id="rId158" Type="http://schemas.openxmlformats.org/officeDocument/2006/relationships/customXml" Target="../ink/ink292.xml"/><Relationship Id="rId323" Type="http://schemas.openxmlformats.org/officeDocument/2006/relationships/image" Target="../media/image374.png"/><Relationship Id="rId530" Type="http://schemas.openxmlformats.org/officeDocument/2006/relationships/customXml" Target="../ink/ink478.xml"/><Relationship Id="rId20" Type="http://schemas.openxmlformats.org/officeDocument/2006/relationships/customXml" Target="../ink/ink223.xml"/><Relationship Id="rId62" Type="http://schemas.openxmlformats.org/officeDocument/2006/relationships/customXml" Target="../ink/ink244.xml"/><Relationship Id="rId365" Type="http://schemas.openxmlformats.org/officeDocument/2006/relationships/image" Target="../media/image395.png"/><Relationship Id="rId225" Type="http://schemas.openxmlformats.org/officeDocument/2006/relationships/image" Target="../media/image325.png"/><Relationship Id="rId267" Type="http://schemas.openxmlformats.org/officeDocument/2006/relationships/image" Target="../media/image346.png"/><Relationship Id="rId432" Type="http://schemas.openxmlformats.org/officeDocument/2006/relationships/customXml" Target="../ink/ink429.xml"/><Relationship Id="rId474" Type="http://schemas.openxmlformats.org/officeDocument/2006/relationships/customXml" Target="../ink/ink450.xml"/><Relationship Id="rId127" Type="http://schemas.openxmlformats.org/officeDocument/2006/relationships/image" Target="../media/image276.png"/><Relationship Id="rId31" Type="http://schemas.openxmlformats.org/officeDocument/2006/relationships/image" Target="../media/image228.png"/><Relationship Id="rId73" Type="http://schemas.openxmlformats.org/officeDocument/2006/relationships/image" Target="../media/image249.png"/><Relationship Id="rId169" Type="http://schemas.openxmlformats.org/officeDocument/2006/relationships/image" Target="../media/image297.png"/><Relationship Id="rId334" Type="http://schemas.openxmlformats.org/officeDocument/2006/relationships/customXml" Target="../ink/ink380.xml"/><Relationship Id="rId376" Type="http://schemas.openxmlformats.org/officeDocument/2006/relationships/customXml" Target="../ink/ink401.xml"/><Relationship Id="rId541" Type="http://schemas.openxmlformats.org/officeDocument/2006/relationships/image" Target="../media/image483.png"/><Relationship Id="rId4" Type="http://schemas.openxmlformats.org/officeDocument/2006/relationships/customXml" Target="../ink/ink215.xml"/><Relationship Id="rId180" Type="http://schemas.openxmlformats.org/officeDocument/2006/relationships/customXml" Target="../ink/ink303.xml"/><Relationship Id="rId236" Type="http://schemas.openxmlformats.org/officeDocument/2006/relationships/customXml" Target="../ink/ink331.xml"/><Relationship Id="rId278" Type="http://schemas.openxmlformats.org/officeDocument/2006/relationships/customXml" Target="../ink/ink352.xml"/><Relationship Id="rId401" Type="http://schemas.openxmlformats.org/officeDocument/2006/relationships/image" Target="../media/image413.png"/><Relationship Id="rId443" Type="http://schemas.openxmlformats.org/officeDocument/2006/relationships/image" Target="../media/image434.png"/><Relationship Id="rId303" Type="http://schemas.openxmlformats.org/officeDocument/2006/relationships/image" Target="../media/image364.png"/><Relationship Id="rId485" Type="http://schemas.openxmlformats.org/officeDocument/2006/relationships/image" Target="../media/image455.png"/><Relationship Id="rId42" Type="http://schemas.openxmlformats.org/officeDocument/2006/relationships/customXml" Target="../ink/ink234.xml"/><Relationship Id="rId84" Type="http://schemas.openxmlformats.org/officeDocument/2006/relationships/customXml" Target="../ink/ink255.xml"/><Relationship Id="rId138" Type="http://schemas.openxmlformats.org/officeDocument/2006/relationships/customXml" Target="../ink/ink282.xml"/><Relationship Id="rId345" Type="http://schemas.openxmlformats.org/officeDocument/2006/relationships/image" Target="../media/image385.png"/><Relationship Id="rId387" Type="http://schemas.openxmlformats.org/officeDocument/2006/relationships/image" Target="../media/image406.png"/><Relationship Id="rId510" Type="http://schemas.openxmlformats.org/officeDocument/2006/relationships/customXml" Target="../ink/ink468.xml"/><Relationship Id="rId191" Type="http://schemas.openxmlformats.org/officeDocument/2006/relationships/image" Target="../media/image308.png"/><Relationship Id="rId205" Type="http://schemas.openxmlformats.org/officeDocument/2006/relationships/image" Target="../media/image315.png"/><Relationship Id="rId247" Type="http://schemas.openxmlformats.org/officeDocument/2006/relationships/image" Target="../media/image336.png"/><Relationship Id="rId412" Type="http://schemas.openxmlformats.org/officeDocument/2006/relationships/customXml" Target="../ink/ink419.xml"/><Relationship Id="rId107" Type="http://schemas.openxmlformats.org/officeDocument/2006/relationships/image" Target="../media/image266.png"/><Relationship Id="rId289" Type="http://schemas.openxmlformats.org/officeDocument/2006/relationships/image" Target="../media/image357.png"/><Relationship Id="rId454" Type="http://schemas.openxmlformats.org/officeDocument/2006/relationships/customXml" Target="../ink/ink440.xml"/><Relationship Id="rId496" Type="http://schemas.openxmlformats.org/officeDocument/2006/relationships/customXml" Target="../ink/ink461.xml"/><Relationship Id="rId11" Type="http://schemas.openxmlformats.org/officeDocument/2006/relationships/image" Target="../media/image218.png"/><Relationship Id="rId53" Type="http://schemas.openxmlformats.org/officeDocument/2006/relationships/image" Target="../media/image239.png"/><Relationship Id="rId149" Type="http://schemas.openxmlformats.org/officeDocument/2006/relationships/image" Target="../media/image287.png"/><Relationship Id="rId314" Type="http://schemas.openxmlformats.org/officeDocument/2006/relationships/customXml" Target="../ink/ink370.xml"/><Relationship Id="rId356" Type="http://schemas.openxmlformats.org/officeDocument/2006/relationships/customXml" Target="../ink/ink391.xml"/><Relationship Id="rId398" Type="http://schemas.openxmlformats.org/officeDocument/2006/relationships/customXml" Target="../ink/ink412.xml"/><Relationship Id="rId521" Type="http://schemas.openxmlformats.org/officeDocument/2006/relationships/image" Target="../media/image473.png"/><Relationship Id="rId95" Type="http://schemas.openxmlformats.org/officeDocument/2006/relationships/image" Target="../media/image260.png"/><Relationship Id="rId160" Type="http://schemas.openxmlformats.org/officeDocument/2006/relationships/customXml" Target="../ink/ink293.xml"/><Relationship Id="rId216" Type="http://schemas.openxmlformats.org/officeDocument/2006/relationships/customXml" Target="../ink/ink321.xml"/><Relationship Id="rId423" Type="http://schemas.openxmlformats.org/officeDocument/2006/relationships/image" Target="../media/image424.png"/><Relationship Id="rId258" Type="http://schemas.openxmlformats.org/officeDocument/2006/relationships/customXml" Target="../ink/ink342.xml"/><Relationship Id="rId465" Type="http://schemas.openxmlformats.org/officeDocument/2006/relationships/image" Target="../media/image445.png"/><Relationship Id="rId22" Type="http://schemas.openxmlformats.org/officeDocument/2006/relationships/customXml" Target="../ink/ink224.xml"/><Relationship Id="rId64" Type="http://schemas.openxmlformats.org/officeDocument/2006/relationships/customXml" Target="../ink/ink245.xml"/><Relationship Id="rId118" Type="http://schemas.openxmlformats.org/officeDocument/2006/relationships/customXml" Target="../ink/ink272.xml"/><Relationship Id="rId325" Type="http://schemas.openxmlformats.org/officeDocument/2006/relationships/image" Target="../media/image375.png"/><Relationship Id="rId367" Type="http://schemas.openxmlformats.org/officeDocument/2006/relationships/image" Target="../media/image396.png"/><Relationship Id="rId532" Type="http://schemas.openxmlformats.org/officeDocument/2006/relationships/customXml" Target="../ink/ink479.xml"/><Relationship Id="rId171" Type="http://schemas.openxmlformats.org/officeDocument/2006/relationships/image" Target="../media/image298.png"/><Relationship Id="rId227" Type="http://schemas.openxmlformats.org/officeDocument/2006/relationships/image" Target="../media/image326.png"/><Relationship Id="rId269" Type="http://schemas.openxmlformats.org/officeDocument/2006/relationships/image" Target="../media/image347.png"/><Relationship Id="rId434" Type="http://schemas.openxmlformats.org/officeDocument/2006/relationships/customXml" Target="../ink/ink430.xml"/><Relationship Id="rId476" Type="http://schemas.openxmlformats.org/officeDocument/2006/relationships/customXml" Target="../ink/ink451.xml"/><Relationship Id="rId33" Type="http://schemas.openxmlformats.org/officeDocument/2006/relationships/image" Target="../media/image229.png"/><Relationship Id="rId129" Type="http://schemas.openxmlformats.org/officeDocument/2006/relationships/image" Target="../media/image277.png"/><Relationship Id="rId280" Type="http://schemas.openxmlformats.org/officeDocument/2006/relationships/customXml" Target="../ink/ink353.xml"/><Relationship Id="rId336" Type="http://schemas.openxmlformats.org/officeDocument/2006/relationships/customXml" Target="../ink/ink381.xml"/><Relationship Id="rId501" Type="http://schemas.openxmlformats.org/officeDocument/2006/relationships/image" Target="../media/image463.png"/><Relationship Id="rId543" Type="http://schemas.openxmlformats.org/officeDocument/2006/relationships/image" Target="../media/image484.png"/><Relationship Id="rId75" Type="http://schemas.openxmlformats.org/officeDocument/2006/relationships/image" Target="../media/image250.png"/><Relationship Id="rId140" Type="http://schemas.openxmlformats.org/officeDocument/2006/relationships/customXml" Target="../ink/ink283.xml"/><Relationship Id="rId182" Type="http://schemas.openxmlformats.org/officeDocument/2006/relationships/customXml" Target="../ink/ink304.xml"/><Relationship Id="rId378" Type="http://schemas.openxmlformats.org/officeDocument/2006/relationships/customXml" Target="../ink/ink402.xml"/><Relationship Id="rId403" Type="http://schemas.openxmlformats.org/officeDocument/2006/relationships/image" Target="../media/image414.png"/><Relationship Id="rId6" Type="http://schemas.openxmlformats.org/officeDocument/2006/relationships/customXml" Target="../ink/ink216.xml"/><Relationship Id="rId238" Type="http://schemas.openxmlformats.org/officeDocument/2006/relationships/customXml" Target="../ink/ink332.xml"/><Relationship Id="rId445" Type="http://schemas.openxmlformats.org/officeDocument/2006/relationships/image" Target="../media/image435.png"/><Relationship Id="rId487" Type="http://schemas.openxmlformats.org/officeDocument/2006/relationships/image" Target="../media/image456.png"/><Relationship Id="rId291" Type="http://schemas.openxmlformats.org/officeDocument/2006/relationships/image" Target="../media/image358.png"/><Relationship Id="rId305" Type="http://schemas.openxmlformats.org/officeDocument/2006/relationships/image" Target="../media/image365.png"/><Relationship Id="rId347" Type="http://schemas.openxmlformats.org/officeDocument/2006/relationships/image" Target="../media/image386.png"/><Relationship Id="rId512" Type="http://schemas.openxmlformats.org/officeDocument/2006/relationships/customXml" Target="../ink/ink469.xml"/><Relationship Id="rId44" Type="http://schemas.openxmlformats.org/officeDocument/2006/relationships/customXml" Target="../ink/ink235.xml"/><Relationship Id="rId86" Type="http://schemas.openxmlformats.org/officeDocument/2006/relationships/customXml" Target="../ink/ink256.xml"/><Relationship Id="rId151" Type="http://schemas.openxmlformats.org/officeDocument/2006/relationships/image" Target="../media/image288.png"/><Relationship Id="rId389" Type="http://schemas.openxmlformats.org/officeDocument/2006/relationships/image" Target="../media/image407.png"/><Relationship Id="rId193" Type="http://schemas.openxmlformats.org/officeDocument/2006/relationships/image" Target="../media/image309.png"/><Relationship Id="rId207" Type="http://schemas.openxmlformats.org/officeDocument/2006/relationships/image" Target="../media/image316.png"/><Relationship Id="rId249" Type="http://schemas.openxmlformats.org/officeDocument/2006/relationships/image" Target="../media/image337.png"/><Relationship Id="rId414" Type="http://schemas.openxmlformats.org/officeDocument/2006/relationships/customXml" Target="../ink/ink420.xml"/><Relationship Id="rId456" Type="http://schemas.openxmlformats.org/officeDocument/2006/relationships/customXml" Target="../ink/ink441.xml"/><Relationship Id="rId498" Type="http://schemas.openxmlformats.org/officeDocument/2006/relationships/customXml" Target="../ink/ink462.xml"/><Relationship Id="rId13" Type="http://schemas.openxmlformats.org/officeDocument/2006/relationships/image" Target="../media/image219.png"/><Relationship Id="rId109" Type="http://schemas.openxmlformats.org/officeDocument/2006/relationships/image" Target="../media/image267.png"/><Relationship Id="rId260" Type="http://schemas.openxmlformats.org/officeDocument/2006/relationships/customXml" Target="../ink/ink343.xml"/><Relationship Id="rId316" Type="http://schemas.openxmlformats.org/officeDocument/2006/relationships/customXml" Target="../ink/ink371.xml"/><Relationship Id="rId523" Type="http://schemas.openxmlformats.org/officeDocument/2006/relationships/image" Target="../media/image474.png"/><Relationship Id="rId55" Type="http://schemas.openxmlformats.org/officeDocument/2006/relationships/image" Target="../media/image240.png"/><Relationship Id="rId97" Type="http://schemas.openxmlformats.org/officeDocument/2006/relationships/image" Target="../media/image261.png"/><Relationship Id="rId120" Type="http://schemas.openxmlformats.org/officeDocument/2006/relationships/customXml" Target="../ink/ink273.xml"/><Relationship Id="rId358" Type="http://schemas.openxmlformats.org/officeDocument/2006/relationships/customXml" Target="../ink/ink392.xml"/><Relationship Id="rId162" Type="http://schemas.openxmlformats.org/officeDocument/2006/relationships/customXml" Target="../ink/ink294.xml"/><Relationship Id="rId218" Type="http://schemas.openxmlformats.org/officeDocument/2006/relationships/customXml" Target="../ink/ink322.xml"/><Relationship Id="rId425" Type="http://schemas.openxmlformats.org/officeDocument/2006/relationships/image" Target="../media/image425.png"/><Relationship Id="rId467" Type="http://schemas.openxmlformats.org/officeDocument/2006/relationships/image" Target="../media/image446.png"/><Relationship Id="rId271" Type="http://schemas.openxmlformats.org/officeDocument/2006/relationships/image" Target="../media/image348.png"/><Relationship Id="rId24" Type="http://schemas.openxmlformats.org/officeDocument/2006/relationships/customXml" Target="../ink/ink225.xml"/><Relationship Id="rId66" Type="http://schemas.openxmlformats.org/officeDocument/2006/relationships/customXml" Target="../ink/ink246.xml"/><Relationship Id="rId131" Type="http://schemas.openxmlformats.org/officeDocument/2006/relationships/image" Target="../media/image278.png"/><Relationship Id="rId327" Type="http://schemas.openxmlformats.org/officeDocument/2006/relationships/image" Target="../media/image376.png"/><Relationship Id="rId369" Type="http://schemas.openxmlformats.org/officeDocument/2006/relationships/image" Target="../media/image397.png"/><Relationship Id="rId534" Type="http://schemas.openxmlformats.org/officeDocument/2006/relationships/customXml" Target="../ink/ink480.xml"/><Relationship Id="rId173" Type="http://schemas.openxmlformats.org/officeDocument/2006/relationships/image" Target="../media/image299.png"/><Relationship Id="rId229" Type="http://schemas.openxmlformats.org/officeDocument/2006/relationships/image" Target="../media/image327.png"/><Relationship Id="rId380" Type="http://schemas.openxmlformats.org/officeDocument/2006/relationships/customXml" Target="../ink/ink403.xml"/><Relationship Id="rId436" Type="http://schemas.openxmlformats.org/officeDocument/2006/relationships/customXml" Target="../ink/ink431.xml"/><Relationship Id="rId240" Type="http://schemas.openxmlformats.org/officeDocument/2006/relationships/customXml" Target="../ink/ink333.xml"/><Relationship Id="rId478" Type="http://schemas.openxmlformats.org/officeDocument/2006/relationships/customXml" Target="../ink/ink452.xml"/><Relationship Id="rId35" Type="http://schemas.openxmlformats.org/officeDocument/2006/relationships/image" Target="../media/image230.png"/><Relationship Id="rId77" Type="http://schemas.openxmlformats.org/officeDocument/2006/relationships/image" Target="../media/image251.png"/><Relationship Id="rId100" Type="http://schemas.openxmlformats.org/officeDocument/2006/relationships/customXml" Target="../ink/ink263.xml"/><Relationship Id="rId282" Type="http://schemas.openxmlformats.org/officeDocument/2006/relationships/customXml" Target="../ink/ink354.xml"/><Relationship Id="rId338" Type="http://schemas.openxmlformats.org/officeDocument/2006/relationships/customXml" Target="../ink/ink382.xml"/><Relationship Id="rId503" Type="http://schemas.openxmlformats.org/officeDocument/2006/relationships/image" Target="../media/image464.png"/><Relationship Id="rId545" Type="http://schemas.openxmlformats.org/officeDocument/2006/relationships/image" Target="../media/image485.png"/><Relationship Id="rId8" Type="http://schemas.openxmlformats.org/officeDocument/2006/relationships/customXml" Target="../ink/ink217.xml"/><Relationship Id="rId142" Type="http://schemas.openxmlformats.org/officeDocument/2006/relationships/customXml" Target="../ink/ink284.xml"/><Relationship Id="rId184" Type="http://schemas.openxmlformats.org/officeDocument/2006/relationships/customXml" Target="../ink/ink305.xml"/><Relationship Id="rId391" Type="http://schemas.openxmlformats.org/officeDocument/2006/relationships/image" Target="../media/image408.png"/><Relationship Id="rId405" Type="http://schemas.openxmlformats.org/officeDocument/2006/relationships/image" Target="../media/image415.png"/><Relationship Id="rId447" Type="http://schemas.openxmlformats.org/officeDocument/2006/relationships/image" Target="../media/image436.png"/><Relationship Id="rId251" Type="http://schemas.openxmlformats.org/officeDocument/2006/relationships/image" Target="../media/image338.png"/><Relationship Id="rId489" Type="http://schemas.openxmlformats.org/officeDocument/2006/relationships/image" Target="../media/image457.png"/><Relationship Id="rId46" Type="http://schemas.openxmlformats.org/officeDocument/2006/relationships/customXml" Target="../ink/ink236.xml"/><Relationship Id="rId293" Type="http://schemas.openxmlformats.org/officeDocument/2006/relationships/image" Target="../media/image359.png"/><Relationship Id="rId307" Type="http://schemas.openxmlformats.org/officeDocument/2006/relationships/image" Target="../media/image366.png"/><Relationship Id="rId349" Type="http://schemas.openxmlformats.org/officeDocument/2006/relationships/image" Target="../media/image387.png"/><Relationship Id="rId514" Type="http://schemas.openxmlformats.org/officeDocument/2006/relationships/customXml" Target="../ink/ink470.xml"/><Relationship Id="rId88" Type="http://schemas.openxmlformats.org/officeDocument/2006/relationships/customXml" Target="../ink/ink257.xml"/><Relationship Id="rId111" Type="http://schemas.openxmlformats.org/officeDocument/2006/relationships/image" Target="../media/image268.png"/><Relationship Id="rId153" Type="http://schemas.openxmlformats.org/officeDocument/2006/relationships/image" Target="../media/image289.png"/><Relationship Id="rId195" Type="http://schemas.openxmlformats.org/officeDocument/2006/relationships/image" Target="../media/image310.png"/><Relationship Id="rId209" Type="http://schemas.openxmlformats.org/officeDocument/2006/relationships/image" Target="../media/image317.png"/><Relationship Id="rId360" Type="http://schemas.openxmlformats.org/officeDocument/2006/relationships/customXml" Target="../ink/ink393.xml"/><Relationship Id="rId416" Type="http://schemas.openxmlformats.org/officeDocument/2006/relationships/customXml" Target="../ink/ink421.xml"/><Relationship Id="rId220" Type="http://schemas.openxmlformats.org/officeDocument/2006/relationships/customXml" Target="../ink/ink323.xml"/><Relationship Id="rId458" Type="http://schemas.openxmlformats.org/officeDocument/2006/relationships/customXml" Target="../ink/ink442.xml"/><Relationship Id="rId15" Type="http://schemas.openxmlformats.org/officeDocument/2006/relationships/image" Target="../media/image220.png"/><Relationship Id="rId57" Type="http://schemas.openxmlformats.org/officeDocument/2006/relationships/image" Target="../media/image241.png"/><Relationship Id="rId262" Type="http://schemas.openxmlformats.org/officeDocument/2006/relationships/customXml" Target="../ink/ink344.xml"/><Relationship Id="rId318" Type="http://schemas.openxmlformats.org/officeDocument/2006/relationships/customXml" Target="../ink/ink372.xml"/><Relationship Id="rId525" Type="http://schemas.openxmlformats.org/officeDocument/2006/relationships/image" Target="../media/image475.png"/><Relationship Id="rId99" Type="http://schemas.openxmlformats.org/officeDocument/2006/relationships/image" Target="../media/image262.png"/><Relationship Id="rId122" Type="http://schemas.openxmlformats.org/officeDocument/2006/relationships/customXml" Target="../ink/ink274.xml"/><Relationship Id="rId164" Type="http://schemas.openxmlformats.org/officeDocument/2006/relationships/customXml" Target="../ink/ink295.xml"/><Relationship Id="rId371" Type="http://schemas.openxmlformats.org/officeDocument/2006/relationships/image" Target="../media/image398.png"/><Relationship Id="rId427" Type="http://schemas.openxmlformats.org/officeDocument/2006/relationships/image" Target="../media/image426.png"/><Relationship Id="rId469" Type="http://schemas.openxmlformats.org/officeDocument/2006/relationships/image" Target="../media/image447.png"/><Relationship Id="rId26" Type="http://schemas.openxmlformats.org/officeDocument/2006/relationships/customXml" Target="../ink/ink226.xml"/><Relationship Id="rId231" Type="http://schemas.openxmlformats.org/officeDocument/2006/relationships/image" Target="../media/image328.png"/><Relationship Id="rId273" Type="http://schemas.openxmlformats.org/officeDocument/2006/relationships/image" Target="../media/image349.png"/><Relationship Id="rId329" Type="http://schemas.openxmlformats.org/officeDocument/2006/relationships/image" Target="../media/image377.png"/><Relationship Id="rId480" Type="http://schemas.openxmlformats.org/officeDocument/2006/relationships/customXml" Target="../ink/ink453.xml"/><Relationship Id="rId536" Type="http://schemas.openxmlformats.org/officeDocument/2006/relationships/customXml" Target="../ink/ink481.xml"/><Relationship Id="rId68" Type="http://schemas.openxmlformats.org/officeDocument/2006/relationships/customXml" Target="../ink/ink247.xml"/><Relationship Id="rId133" Type="http://schemas.openxmlformats.org/officeDocument/2006/relationships/image" Target="../media/image279.png"/><Relationship Id="rId175" Type="http://schemas.openxmlformats.org/officeDocument/2006/relationships/image" Target="../media/image300.png"/><Relationship Id="rId340" Type="http://schemas.openxmlformats.org/officeDocument/2006/relationships/customXml" Target="../ink/ink383.xml"/><Relationship Id="rId200" Type="http://schemas.openxmlformats.org/officeDocument/2006/relationships/customXml" Target="../ink/ink313.xml"/><Relationship Id="rId382" Type="http://schemas.openxmlformats.org/officeDocument/2006/relationships/customXml" Target="../ink/ink404.xml"/><Relationship Id="rId438" Type="http://schemas.openxmlformats.org/officeDocument/2006/relationships/customXml" Target="../ink/ink432.xml"/><Relationship Id="rId242" Type="http://schemas.openxmlformats.org/officeDocument/2006/relationships/customXml" Target="../ink/ink334.xml"/><Relationship Id="rId284" Type="http://schemas.openxmlformats.org/officeDocument/2006/relationships/customXml" Target="../ink/ink355.xml"/><Relationship Id="rId491" Type="http://schemas.openxmlformats.org/officeDocument/2006/relationships/image" Target="../media/image458.png"/><Relationship Id="rId505" Type="http://schemas.openxmlformats.org/officeDocument/2006/relationships/image" Target="../media/image465.png"/><Relationship Id="rId37" Type="http://schemas.openxmlformats.org/officeDocument/2006/relationships/image" Target="../media/image231.png"/><Relationship Id="rId79" Type="http://schemas.openxmlformats.org/officeDocument/2006/relationships/image" Target="../media/image252.png"/><Relationship Id="rId102" Type="http://schemas.openxmlformats.org/officeDocument/2006/relationships/customXml" Target="../ink/ink264.xml"/><Relationship Id="rId144" Type="http://schemas.openxmlformats.org/officeDocument/2006/relationships/customXml" Target="../ink/ink285.xml"/><Relationship Id="rId547" Type="http://schemas.openxmlformats.org/officeDocument/2006/relationships/image" Target="../media/image486.png"/><Relationship Id="rId90" Type="http://schemas.openxmlformats.org/officeDocument/2006/relationships/customXml" Target="../ink/ink258.xml"/><Relationship Id="rId186" Type="http://schemas.openxmlformats.org/officeDocument/2006/relationships/customXml" Target="../ink/ink306.xml"/><Relationship Id="rId351" Type="http://schemas.openxmlformats.org/officeDocument/2006/relationships/image" Target="../media/image388.png"/><Relationship Id="rId393" Type="http://schemas.openxmlformats.org/officeDocument/2006/relationships/image" Target="../media/image409.png"/><Relationship Id="rId407" Type="http://schemas.openxmlformats.org/officeDocument/2006/relationships/image" Target="../media/image416.png"/><Relationship Id="rId449" Type="http://schemas.openxmlformats.org/officeDocument/2006/relationships/image" Target="../media/image437.png"/><Relationship Id="rId211" Type="http://schemas.openxmlformats.org/officeDocument/2006/relationships/image" Target="../media/image318.png"/><Relationship Id="rId253" Type="http://schemas.openxmlformats.org/officeDocument/2006/relationships/image" Target="../media/image339.png"/><Relationship Id="rId295" Type="http://schemas.openxmlformats.org/officeDocument/2006/relationships/image" Target="../media/image360.png"/><Relationship Id="rId309" Type="http://schemas.openxmlformats.org/officeDocument/2006/relationships/image" Target="../media/image367.png"/><Relationship Id="rId460" Type="http://schemas.openxmlformats.org/officeDocument/2006/relationships/customXml" Target="../ink/ink443.xml"/><Relationship Id="rId516" Type="http://schemas.openxmlformats.org/officeDocument/2006/relationships/customXml" Target="../ink/ink471.xml"/><Relationship Id="rId48" Type="http://schemas.openxmlformats.org/officeDocument/2006/relationships/customXml" Target="../ink/ink237.xml"/><Relationship Id="rId113" Type="http://schemas.openxmlformats.org/officeDocument/2006/relationships/image" Target="../media/image269.png"/><Relationship Id="rId320" Type="http://schemas.openxmlformats.org/officeDocument/2006/relationships/customXml" Target="../ink/ink373.xml"/><Relationship Id="rId155" Type="http://schemas.openxmlformats.org/officeDocument/2006/relationships/image" Target="../media/image290.png"/><Relationship Id="rId197" Type="http://schemas.openxmlformats.org/officeDocument/2006/relationships/image" Target="../media/image311.png"/><Relationship Id="rId362" Type="http://schemas.openxmlformats.org/officeDocument/2006/relationships/customXml" Target="../ink/ink394.xml"/><Relationship Id="rId418" Type="http://schemas.openxmlformats.org/officeDocument/2006/relationships/customXml" Target="../ink/ink422.xml"/><Relationship Id="rId222" Type="http://schemas.openxmlformats.org/officeDocument/2006/relationships/customXml" Target="../ink/ink324.xml"/><Relationship Id="rId264" Type="http://schemas.openxmlformats.org/officeDocument/2006/relationships/customXml" Target="../ink/ink345.xml"/><Relationship Id="rId471" Type="http://schemas.openxmlformats.org/officeDocument/2006/relationships/image" Target="../media/image448.png"/><Relationship Id="rId17" Type="http://schemas.openxmlformats.org/officeDocument/2006/relationships/image" Target="../media/image221.png"/><Relationship Id="rId59" Type="http://schemas.openxmlformats.org/officeDocument/2006/relationships/image" Target="../media/image242.png"/><Relationship Id="rId124" Type="http://schemas.openxmlformats.org/officeDocument/2006/relationships/customXml" Target="../ink/ink275.xml"/><Relationship Id="rId527" Type="http://schemas.openxmlformats.org/officeDocument/2006/relationships/image" Target="../media/image476.png"/><Relationship Id="rId70" Type="http://schemas.openxmlformats.org/officeDocument/2006/relationships/customXml" Target="../ink/ink248.xml"/><Relationship Id="rId166" Type="http://schemas.openxmlformats.org/officeDocument/2006/relationships/customXml" Target="../ink/ink296.xml"/><Relationship Id="rId331" Type="http://schemas.openxmlformats.org/officeDocument/2006/relationships/image" Target="../media/image378.png"/><Relationship Id="rId373" Type="http://schemas.openxmlformats.org/officeDocument/2006/relationships/image" Target="../media/image399.png"/><Relationship Id="rId429" Type="http://schemas.openxmlformats.org/officeDocument/2006/relationships/image" Target="../media/image42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29.png"/><Relationship Id="rId440" Type="http://schemas.openxmlformats.org/officeDocument/2006/relationships/customXml" Target="../ink/ink433.xml"/><Relationship Id="rId28" Type="http://schemas.openxmlformats.org/officeDocument/2006/relationships/customXml" Target="../ink/ink227.xml"/><Relationship Id="rId275" Type="http://schemas.openxmlformats.org/officeDocument/2006/relationships/image" Target="../media/image350.png"/><Relationship Id="rId300" Type="http://schemas.openxmlformats.org/officeDocument/2006/relationships/customXml" Target="../ink/ink363.xml"/><Relationship Id="rId482" Type="http://schemas.openxmlformats.org/officeDocument/2006/relationships/customXml" Target="../ink/ink454.xml"/><Relationship Id="rId538" Type="http://schemas.openxmlformats.org/officeDocument/2006/relationships/customXml" Target="../ink/ink482.xml"/><Relationship Id="rId81" Type="http://schemas.openxmlformats.org/officeDocument/2006/relationships/image" Target="../media/image253.png"/><Relationship Id="rId135" Type="http://schemas.openxmlformats.org/officeDocument/2006/relationships/image" Target="../media/image280.png"/><Relationship Id="rId177" Type="http://schemas.openxmlformats.org/officeDocument/2006/relationships/image" Target="../media/image301.png"/><Relationship Id="rId342" Type="http://schemas.openxmlformats.org/officeDocument/2006/relationships/customXml" Target="../ink/ink384.xml"/><Relationship Id="rId384" Type="http://schemas.openxmlformats.org/officeDocument/2006/relationships/customXml" Target="../ink/ink405.xml"/><Relationship Id="rId202" Type="http://schemas.openxmlformats.org/officeDocument/2006/relationships/customXml" Target="../ink/ink314.xml"/><Relationship Id="rId244" Type="http://schemas.openxmlformats.org/officeDocument/2006/relationships/customXml" Target="../ink/ink335.xml"/><Relationship Id="rId39" Type="http://schemas.openxmlformats.org/officeDocument/2006/relationships/image" Target="../media/image232.png"/><Relationship Id="rId286" Type="http://schemas.openxmlformats.org/officeDocument/2006/relationships/customXml" Target="../ink/ink356.xml"/><Relationship Id="rId451" Type="http://schemas.openxmlformats.org/officeDocument/2006/relationships/image" Target="../media/image438.png"/><Relationship Id="rId493" Type="http://schemas.openxmlformats.org/officeDocument/2006/relationships/image" Target="../media/image459.png"/><Relationship Id="rId507" Type="http://schemas.openxmlformats.org/officeDocument/2006/relationships/image" Target="../media/image466.png"/><Relationship Id="rId549" Type="http://schemas.openxmlformats.org/officeDocument/2006/relationships/image" Target="../media/image487.png"/><Relationship Id="rId50" Type="http://schemas.openxmlformats.org/officeDocument/2006/relationships/customXml" Target="../ink/ink238.xml"/><Relationship Id="rId104" Type="http://schemas.openxmlformats.org/officeDocument/2006/relationships/customXml" Target="../ink/ink265.xml"/><Relationship Id="rId146" Type="http://schemas.openxmlformats.org/officeDocument/2006/relationships/customXml" Target="../ink/ink286.xml"/><Relationship Id="rId188" Type="http://schemas.openxmlformats.org/officeDocument/2006/relationships/customXml" Target="../ink/ink307.xml"/><Relationship Id="rId311" Type="http://schemas.openxmlformats.org/officeDocument/2006/relationships/image" Target="../media/image368.png"/><Relationship Id="rId353" Type="http://schemas.openxmlformats.org/officeDocument/2006/relationships/image" Target="../media/image389.png"/><Relationship Id="rId395" Type="http://schemas.openxmlformats.org/officeDocument/2006/relationships/image" Target="../media/image410.png"/><Relationship Id="rId409" Type="http://schemas.openxmlformats.org/officeDocument/2006/relationships/image" Target="../media/image417.png"/><Relationship Id="rId92" Type="http://schemas.openxmlformats.org/officeDocument/2006/relationships/customXml" Target="../ink/ink259.xml"/><Relationship Id="rId213" Type="http://schemas.openxmlformats.org/officeDocument/2006/relationships/image" Target="../media/image319.png"/><Relationship Id="rId420" Type="http://schemas.openxmlformats.org/officeDocument/2006/relationships/customXml" Target="../ink/ink423.xml"/><Relationship Id="rId255" Type="http://schemas.openxmlformats.org/officeDocument/2006/relationships/image" Target="../media/image340.png"/><Relationship Id="rId297" Type="http://schemas.openxmlformats.org/officeDocument/2006/relationships/image" Target="../media/image361.png"/><Relationship Id="rId462" Type="http://schemas.openxmlformats.org/officeDocument/2006/relationships/customXml" Target="../ink/ink444.xml"/><Relationship Id="rId518" Type="http://schemas.openxmlformats.org/officeDocument/2006/relationships/customXml" Target="../ink/ink472.xml"/><Relationship Id="rId115" Type="http://schemas.openxmlformats.org/officeDocument/2006/relationships/image" Target="../media/image270.png"/><Relationship Id="rId157" Type="http://schemas.openxmlformats.org/officeDocument/2006/relationships/image" Target="../media/image291.png"/><Relationship Id="rId322" Type="http://schemas.openxmlformats.org/officeDocument/2006/relationships/customXml" Target="../ink/ink374.xml"/><Relationship Id="rId364" Type="http://schemas.openxmlformats.org/officeDocument/2006/relationships/customXml" Target="../ink/ink395.xml"/><Relationship Id="rId61" Type="http://schemas.openxmlformats.org/officeDocument/2006/relationships/image" Target="../media/image243.png"/><Relationship Id="rId199" Type="http://schemas.openxmlformats.org/officeDocument/2006/relationships/image" Target="../media/image312.png"/><Relationship Id="rId19" Type="http://schemas.openxmlformats.org/officeDocument/2006/relationships/image" Target="../media/image222.png"/><Relationship Id="rId224" Type="http://schemas.openxmlformats.org/officeDocument/2006/relationships/customXml" Target="../ink/ink325.xml"/><Relationship Id="rId266" Type="http://schemas.openxmlformats.org/officeDocument/2006/relationships/customXml" Target="../ink/ink346.xml"/><Relationship Id="rId431" Type="http://schemas.openxmlformats.org/officeDocument/2006/relationships/image" Target="../media/image428.png"/><Relationship Id="rId473" Type="http://schemas.openxmlformats.org/officeDocument/2006/relationships/image" Target="../media/image449.png"/><Relationship Id="rId529" Type="http://schemas.openxmlformats.org/officeDocument/2006/relationships/image" Target="../media/image477.png"/><Relationship Id="rId30" Type="http://schemas.openxmlformats.org/officeDocument/2006/relationships/customXml" Target="../ink/ink228.xml"/><Relationship Id="rId126" Type="http://schemas.openxmlformats.org/officeDocument/2006/relationships/customXml" Target="../ink/ink276.xml"/><Relationship Id="rId168" Type="http://schemas.openxmlformats.org/officeDocument/2006/relationships/customXml" Target="../ink/ink297.xml"/><Relationship Id="rId333" Type="http://schemas.openxmlformats.org/officeDocument/2006/relationships/image" Target="../media/image379.png"/><Relationship Id="rId540" Type="http://schemas.openxmlformats.org/officeDocument/2006/relationships/customXml" Target="../ink/ink483.xml"/><Relationship Id="rId72" Type="http://schemas.openxmlformats.org/officeDocument/2006/relationships/customXml" Target="../ink/ink249.xml"/><Relationship Id="rId375" Type="http://schemas.openxmlformats.org/officeDocument/2006/relationships/image" Target="../media/image400.png"/><Relationship Id="rId3" Type="http://schemas.openxmlformats.org/officeDocument/2006/relationships/image" Target="../media/image214.png"/><Relationship Id="rId235" Type="http://schemas.openxmlformats.org/officeDocument/2006/relationships/image" Target="../media/image330.png"/><Relationship Id="rId277" Type="http://schemas.openxmlformats.org/officeDocument/2006/relationships/image" Target="../media/image351.png"/><Relationship Id="rId400" Type="http://schemas.openxmlformats.org/officeDocument/2006/relationships/customXml" Target="../ink/ink413.xml"/><Relationship Id="rId442" Type="http://schemas.openxmlformats.org/officeDocument/2006/relationships/customXml" Target="../ink/ink434.xml"/><Relationship Id="rId484" Type="http://schemas.openxmlformats.org/officeDocument/2006/relationships/customXml" Target="../ink/ink455.xml"/><Relationship Id="rId137" Type="http://schemas.openxmlformats.org/officeDocument/2006/relationships/image" Target="../media/image281.png"/><Relationship Id="rId302" Type="http://schemas.openxmlformats.org/officeDocument/2006/relationships/customXml" Target="../ink/ink364.xml"/><Relationship Id="rId344" Type="http://schemas.openxmlformats.org/officeDocument/2006/relationships/customXml" Target="../ink/ink385.xml"/><Relationship Id="rId41" Type="http://schemas.openxmlformats.org/officeDocument/2006/relationships/image" Target="../media/image233.png"/><Relationship Id="rId83" Type="http://schemas.openxmlformats.org/officeDocument/2006/relationships/image" Target="../media/image254.png"/><Relationship Id="rId179" Type="http://schemas.openxmlformats.org/officeDocument/2006/relationships/image" Target="../media/image302.png"/><Relationship Id="rId386" Type="http://schemas.openxmlformats.org/officeDocument/2006/relationships/customXml" Target="../ink/ink406.xml"/><Relationship Id="rId551" Type="http://schemas.openxmlformats.org/officeDocument/2006/relationships/image" Target="../media/image488.png"/><Relationship Id="rId190" Type="http://schemas.openxmlformats.org/officeDocument/2006/relationships/customXml" Target="../ink/ink308.xml"/><Relationship Id="rId204" Type="http://schemas.openxmlformats.org/officeDocument/2006/relationships/customXml" Target="../ink/ink315.xml"/><Relationship Id="rId246" Type="http://schemas.openxmlformats.org/officeDocument/2006/relationships/customXml" Target="../ink/ink336.xml"/><Relationship Id="rId288" Type="http://schemas.openxmlformats.org/officeDocument/2006/relationships/customXml" Target="../ink/ink357.xml"/><Relationship Id="rId411" Type="http://schemas.openxmlformats.org/officeDocument/2006/relationships/image" Target="../media/image418.png"/><Relationship Id="rId453" Type="http://schemas.openxmlformats.org/officeDocument/2006/relationships/image" Target="../media/image439.png"/><Relationship Id="rId509" Type="http://schemas.openxmlformats.org/officeDocument/2006/relationships/image" Target="../media/image467.png"/><Relationship Id="rId106" Type="http://schemas.openxmlformats.org/officeDocument/2006/relationships/customXml" Target="../ink/ink266.xml"/><Relationship Id="rId313" Type="http://schemas.openxmlformats.org/officeDocument/2006/relationships/image" Target="../media/image369.png"/><Relationship Id="rId495" Type="http://schemas.openxmlformats.org/officeDocument/2006/relationships/image" Target="../media/image460.png"/><Relationship Id="rId10" Type="http://schemas.openxmlformats.org/officeDocument/2006/relationships/customXml" Target="../ink/ink218.xml"/><Relationship Id="rId52" Type="http://schemas.openxmlformats.org/officeDocument/2006/relationships/customXml" Target="../ink/ink239.xml"/><Relationship Id="rId94" Type="http://schemas.openxmlformats.org/officeDocument/2006/relationships/customXml" Target="../ink/ink260.xml"/><Relationship Id="rId148" Type="http://schemas.openxmlformats.org/officeDocument/2006/relationships/customXml" Target="../ink/ink287.xml"/><Relationship Id="rId355" Type="http://schemas.openxmlformats.org/officeDocument/2006/relationships/image" Target="../media/image390.png"/><Relationship Id="rId397" Type="http://schemas.openxmlformats.org/officeDocument/2006/relationships/image" Target="../media/image411.png"/><Relationship Id="rId520" Type="http://schemas.openxmlformats.org/officeDocument/2006/relationships/customXml" Target="../ink/ink473.xml"/><Relationship Id="rId215" Type="http://schemas.openxmlformats.org/officeDocument/2006/relationships/image" Target="../media/image320.png"/><Relationship Id="rId257" Type="http://schemas.openxmlformats.org/officeDocument/2006/relationships/image" Target="../media/image341.png"/><Relationship Id="rId422" Type="http://schemas.openxmlformats.org/officeDocument/2006/relationships/customXml" Target="../ink/ink424.xml"/><Relationship Id="rId464" Type="http://schemas.openxmlformats.org/officeDocument/2006/relationships/customXml" Target="../ink/ink445.xml"/><Relationship Id="rId299" Type="http://schemas.openxmlformats.org/officeDocument/2006/relationships/image" Target="../media/image362.png"/><Relationship Id="rId63" Type="http://schemas.openxmlformats.org/officeDocument/2006/relationships/image" Target="../media/image244.png"/><Relationship Id="rId159" Type="http://schemas.openxmlformats.org/officeDocument/2006/relationships/image" Target="../media/image292.png"/><Relationship Id="rId366" Type="http://schemas.openxmlformats.org/officeDocument/2006/relationships/customXml" Target="../ink/ink396.xml"/><Relationship Id="rId226" Type="http://schemas.openxmlformats.org/officeDocument/2006/relationships/customXml" Target="../ink/ink326.xml"/><Relationship Id="rId433" Type="http://schemas.openxmlformats.org/officeDocument/2006/relationships/image" Target="../media/image429.png"/><Relationship Id="rId74" Type="http://schemas.openxmlformats.org/officeDocument/2006/relationships/customXml" Target="../ink/ink250.xml"/><Relationship Id="rId377" Type="http://schemas.openxmlformats.org/officeDocument/2006/relationships/image" Target="../media/image401.png"/><Relationship Id="rId500" Type="http://schemas.openxmlformats.org/officeDocument/2006/relationships/customXml" Target="../ink/ink463.xml"/><Relationship Id="rId5" Type="http://schemas.openxmlformats.org/officeDocument/2006/relationships/image" Target="../media/image215.png"/><Relationship Id="rId237" Type="http://schemas.openxmlformats.org/officeDocument/2006/relationships/image" Target="../media/image331.png"/><Relationship Id="rId444" Type="http://schemas.openxmlformats.org/officeDocument/2006/relationships/customXml" Target="../ink/ink435.xml"/><Relationship Id="rId290" Type="http://schemas.openxmlformats.org/officeDocument/2006/relationships/customXml" Target="../ink/ink358.xml"/><Relationship Id="rId304" Type="http://schemas.openxmlformats.org/officeDocument/2006/relationships/customXml" Target="../ink/ink365.xml"/><Relationship Id="rId388" Type="http://schemas.openxmlformats.org/officeDocument/2006/relationships/customXml" Target="../ink/ink407.xml"/><Relationship Id="rId511" Type="http://schemas.openxmlformats.org/officeDocument/2006/relationships/image" Target="../media/image468.png"/><Relationship Id="rId85" Type="http://schemas.openxmlformats.org/officeDocument/2006/relationships/image" Target="../media/image255.png"/><Relationship Id="rId150" Type="http://schemas.openxmlformats.org/officeDocument/2006/relationships/customXml" Target="../ink/ink288.xml"/><Relationship Id="rId248" Type="http://schemas.openxmlformats.org/officeDocument/2006/relationships/customXml" Target="../ink/ink337.xml"/><Relationship Id="rId455" Type="http://schemas.openxmlformats.org/officeDocument/2006/relationships/image" Target="../media/image440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6.png"/><Relationship Id="rId21" Type="http://schemas.openxmlformats.org/officeDocument/2006/relationships/image" Target="../media/image498.png"/><Relationship Id="rId42" Type="http://schemas.openxmlformats.org/officeDocument/2006/relationships/customXml" Target="../ink/ink509.xml"/><Relationship Id="rId63" Type="http://schemas.openxmlformats.org/officeDocument/2006/relationships/image" Target="../media/image519.png"/><Relationship Id="rId84" Type="http://schemas.openxmlformats.org/officeDocument/2006/relationships/customXml" Target="../ink/ink530.xml"/><Relationship Id="rId138" Type="http://schemas.openxmlformats.org/officeDocument/2006/relationships/customXml" Target="../ink/ink557.xml"/><Relationship Id="rId159" Type="http://schemas.openxmlformats.org/officeDocument/2006/relationships/image" Target="../media/image567.png"/><Relationship Id="rId170" Type="http://schemas.openxmlformats.org/officeDocument/2006/relationships/customXml" Target="../ink/ink573.xml"/><Relationship Id="rId107" Type="http://schemas.openxmlformats.org/officeDocument/2006/relationships/image" Target="../media/image541.png"/><Relationship Id="rId11" Type="http://schemas.openxmlformats.org/officeDocument/2006/relationships/image" Target="../media/image493.png"/><Relationship Id="rId32" Type="http://schemas.openxmlformats.org/officeDocument/2006/relationships/customXml" Target="../ink/ink504.xml"/><Relationship Id="rId53" Type="http://schemas.openxmlformats.org/officeDocument/2006/relationships/image" Target="../media/image514.png"/><Relationship Id="rId74" Type="http://schemas.openxmlformats.org/officeDocument/2006/relationships/customXml" Target="../ink/ink525.xml"/><Relationship Id="rId128" Type="http://schemas.openxmlformats.org/officeDocument/2006/relationships/customXml" Target="../ink/ink552.xml"/><Relationship Id="rId149" Type="http://schemas.openxmlformats.org/officeDocument/2006/relationships/image" Target="../media/image562.png"/><Relationship Id="rId5" Type="http://schemas.openxmlformats.org/officeDocument/2006/relationships/image" Target="../media/image490.png"/><Relationship Id="rId95" Type="http://schemas.openxmlformats.org/officeDocument/2006/relationships/image" Target="../media/image535.png"/><Relationship Id="rId160" Type="http://schemas.openxmlformats.org/officeDocument/2006/relationships/customXml" Target="../ink/ink568.xml"/><Relationship Id="rId22" Type="http://schemas.openxmlformats.org/officeDocument/2006/relationships/customXml" Target="../ink/ink499.xml"/><Relationship Id="rId43" Type="http://schemas.openxmlformats.org/officeDocument/2006/relationships/image" Target="../media/image509.png"/><Relationship Id="rId64" Type="http://schemas.openxmlformats.org/officeDocument/2006/relationships/customXml" Target="../ink/ink520.xml"/><Relationship Id="rId118" Type="http://schemas.openxmlformats.org/officeDocument/2006/relationships/customXml" Target="../ink/ink547.xml"/><Relationship Id="rId139" Type="http://schemas.openxmlformats.org/officeDocument/2006/relationships/image" Target="../media/image557.png"/><Relationship Id="rId85" Type="http://schemas.openxmlformats.org/officeDocument/2006/relationships/image" Target="../media/image530.png"/><Relationship Id="rId150" Type="http://schemas.openxmlformats.org/officeDocument/2006/relationships/customXml" Target="../ink/ink563.xml"/><Relationship Id="rId171" Type="http://schemas.openxmlformats.org/officeDocument/2006/relationships/image" Target="../media/image573.png"/><Relationship Id="rId12" Type="http://schemas.openxmlformats.org/officeDocument/2006/relationships/customXml" Target="../ink/ink494.xml"/><Relationship Id="rId33" Type="http://schemas.openxmlformats.org/officeDocument/2006/relationships/image" Target="../media/image504.png"/><Relationship Id="rId108" Type="http://schemas.openxmlformats.org/officeDocument/2006/relationships/customXml" Target="../ink/ink542.xml"/><Relationship Id="rId129" Type="http://schemas.openxmlformats.org/officeDocument/2006/relationships/image" Target="../media/image552.png"/><Relationship Id="rId54" Type="http://schemas.openxmlformats.org/officeDocument/2006/relationships/customXml" Target="../ink/ink515.xml"/><Relationship Id="rId75" Type="http://schemas.openxmlformats.org/officeDocument/2006/relationships/image" Target="../media/image525.png"/><Relationship Id="rId96" Type="http://schemas.openxmlformats.org/officeDocument/2006/relationships/customXml" Target="../ink/ink536.xml"/><Relationship Id="rId140" Type="http://schemas.openxmlformats.org/officeDocument/2006/relationships/customXml" Target="../ink/ink558.xml"/><Relationship Id="rId161" Type="http://schemas.openxmlformats.org/officeDocument/2006/relationships/image" Target="../media/image5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1.xml"/><Relationship Id="rId23" Type="http://schemas.openxmlformats.org/officeDocument/2006/relationships/image" Target="../media/image499.png"/><Relationship Id="rId28" Type="http://schemas.openxmlformats.org/officeDocument/2006/relationships/customXml" Target="../ink/ink502.xml"/><Relationship Id="rId49" Type="http://schemas.openxmlformats.org/officeDocument/2006/relationships/image" Target="../media/image512.png"/><Relationship Id="rId114" Type="http://schemas.openxmlformats.org/officeDocument/2006/relationships/customXml" Target="../ink/ink545.xml"/><Relationship Id="rId119" Type="http://schemas.openxmlformats.org/officeDocument/2006/relationships/image" Target="../media/image547.png"/><Relationship Id="rId44" Type="http://schemas.openxmlformats.org/officeDocument/2006/relationships/customXml" Target="../ink/ink510.xml"/><Relationship Id="rId60" Type="http://schemas.openxmlformats.org/officeDocument/2006/relationships/customXml" Target="../ink/ink518.xml"/><Relationship Id="rId65" Type="http://schemas.openxmlformats.org/officeDocument/2006/relationships/image" Target="../media/image520.png"/><Relationship Id="rId81" Type="http://schemas.openxmlformats.org/officeDocument/2006/relationships/image" Target="../media/image528.png"/><Relationship Id="rId86" Type="http://schemas.openxmlformats.org/officeDocument/2006/relationships/customXml" Target="../ink/ink531.xml"/><Relationship Id="rId130" Type="http://schemas.openxmlformats.org/officeDocument/2006/relationships/customXml" Target="../ink/ink553.xml"/><Relationship Id="rId135" Type="http://schemas.openxmlformats.org/officeDocument/2006/relationships/image" Target="../media/image555.png"/><Relationship Id="rId151" Type="http://schemas.openxmlformats.org/officeDocument/2006/relationships/image" Target="../media/image563.png"/><Relationship Id="rId156" Type="http://schemas.openxmlformats.org/officeDocument/2006/relationships/customXml" Target="../ink/ink566.xml"/><Relationship Id="rId172" Type="http://schemas.openxmlformats.org/officeDocument/2006/relationships/customXml" Target="../ink/ink574.xml"/><Relationship Id="rId13" Type="http://schemas.openxmlformats.org/officeDocument/2006/relationships/image" Target="../media/image494.png"/><Relationship Id="rId18" Type="http://schemas.openxmlformats.org/officeDocument/2006/relationships/customXml" Target="../ink/ink497.xml"/><Relationship Id="rId39" Type="http://schemas.openxmlformats.org/officeDocument/2006/relationships/image" Target="../media/image507.png"/><Relationship Id="rId109" Type="http://schemas.openxmlformats.org/officeDocument/2006/relationships/image" Target="../media/image542.png"/><Relationship Id="rId34" Type="http://schemas.openxmlformats.org/officeDocument/2006/relationships/customXml" Target="../ink/ink505.xml"/><Relationship Id="rId50" Type="http://schemas.openxmlformats.org/officeDocument/2006/relationships/customXml" Target="../ink/ink513.xml"/><Relationship Id="rId55" Type="http://schemas.openxmlformats.org/officeDocument/2006/relationships/image" Target="../media/image515.png"/><Relationship Id="rId76" Type="http://schemas.openxmlformats.org/officeDocument/2006/relationships/customXml" Target="../ink/ink526.xml"/><Relationship Id="rId97" Type="http://schemas.openxmlformats.org/officeDocument/2006/relationships/image" Target="../media/image536.png"/><Relationship Id="rId104" Type="http://schemas.openxmlformats.org/officeDocument/2006/relationships/customXml" Target="../ink/ink540.xml"/><Relationship Id="rId120" Type="http://schemas.openxmlformats.org/officeDocument/2006/relationships/customXml" Target="../ink/ink548.xml"/><Relationship Id="rId125" Type="http://schemas.openxmlformats.org/officeDocument/2006/relationships/image" Target="../media/image550.png"/><Relationship Id="rId141" Type="http://schemas.openxmlformats.org/officeDocument/2006/relationships/image" Target="../media/image558.png"/><Relationship Id="rId146" Type="http://schemas.openxmlformats.org/officeDocument/2006/relationships/customXml" Target="../ink/ink561.xml"/><Relationship Id="rId167" Type="http://schemas.openxmlformats.org/officeDocument/2006/relationships/image" Target="../media/image571.png"/><Relationship Id="rId7" Type="http://schemas.openxmlformats.org/officeDocument/2006/relationships/image" Target="../media/image491.png"/><Relationship Id="rId71" Type="http://schemas.openxmlformats.org/officeDocument/2006/relationships/image" Target="../media/image523.png"/><Relationship Id="rId92" Type="http://schemas.openxmlformats.org/officeDocument/2006/relationships/customXml" Target="../ink/ink534.xml"/><Relationship Id="rId162" Type="http://schemas.openxmlformats.org/officeDocument/2006/relationships/customXml" Target="../ink/ink569.xml"/><Relationship Id="rId2" Type="http://schemas.openxmlformats.org/officeDocument/2006/relationships/customXml" Target="../ink/ink489.xml"/><Relationship Id="rId29" Type="http://schemas.openxmlformats.org/officeDocument/2006/relationships/image" Target="../media/image502.png"/><Relationship Id="rId24" Type="http://schemas.openxmlformats.org/officeDocument/2006/relationships/customXml" Target="../ink/ink500.xml"/><Relationship Id="rId40" Type="http://schemas.openxmlformats.org/officeDocument/2006/relationships/customXml" Target="../ink/ink508.xml"/><Relationship Id="rId45" Type="http://schemas.openxmlformats.org/officeDocument/2006/relationships/image" Target="../media/image510.png"/><Relationship Id="rId66" Type="http://schemas.openxmlformats.org/officeDocument/2006/relationships/customXml" Target="../ink/ink521.xml"/><Relationship Id="rId87" Type="http://schemas.openxmlformats.org/officeDocument/2006/relationships/image" Target="../media/image531.png"/><Relationship Id="rId110" Type="http://schemas.openxmlformats.org/officeDocument/2006/relationships/customXml" Target="../ink/ink543.xml"/><Relationship Id="rId115" Type="http://schemas.openxmlformats.org/officeDocument/2006/relationships/image" Target="../media/image545.png"/><Relationship Id="rId131" Type="http://schemas.openxmlformats.org/officeDocument/2006/relationships/image" Target="../media/image553.png"/><Relationship Id="rId136" Type="http://schemas.openxmlformats.org/officeDocument/2006/relationships/customXml" Target="../ink/ink556.xml"/><Relationship Id="rId157" Type="http://schemas.openxmlformats.org/officeDocument/2006/relationships/image" Target="../media/image566.png"/><Relationship Id="rId61" Type="http://schemas.openxmlformats.org/officeDocument/2006/relationships/image" Target="../media/image518.png"/><Relationship Id="rId82" Type="http://schemas.openxmlformats.org/officeDocument/2006/relationships/customXml" Target="../ink/ink529.xml"/><Relationship Id="rId152" Type="http://schemas.openxmlformats.org/officeDocument/2006/relationships/customXml" Target="../ink/ink564.xml"/><Relationship Id="rId173" Type="http://schemas.openxmlformats.org/officeDocument/2006/relationships/image" Target="../media/image574.png"/><Relationship Id="rId19" Type="http://schemas.openxmlformats.org/officeDocument/2006/relationships/image" Target="../media/image497.png"/><Relationship Id="rId14" Type="http://schemas.openxmlformats.org/officeDocument/2006/relationships/customXml" Target="../ink/ink495.xml"/><Relationship Id="rId30" Type="http://schemas.openxmlformats.org/officeDocument/2006/relationships/customXml" Target="../ink/ink503.xml"/><Relationship Id="rId35" Type="http://schemas.openxmlformats.org/officeDocument/2006/relationships/image" Target="../media/image505.png"/><Relationship Id="rId56" Type="http://schemas.openxmlformats.org/officeDocument/2006/relationships/customXml" Target="../ink/ink516.xml"/><Relationship Id="rId77" Type="http://schemas.openxmlformats.org/officeDocument/2006/relationships/image" Target="../media/image526.png"/><Relationship Id="rId100" Type="http://schemas.openxmlformats.org/officeDocument/2006/relationships/customXml" Target="../ink/ink538.xml"/><Relationship Id="rId105" Type="http://schemas.openxmlformats.org/officeDocument/2006/relationships/image" Target="../media/image540.png"/><Relationship Id="rId126" Type="http://schemas.openxmlformats.org/officeDocument/2006/relationships/customXml" Target="../ink/ink551.xml"/><Relationship Id="rId147" Type="http://schemas.openxmlformats.org/officeDocument/2006/relationships/image" Target="../media/image561.png"/><Relationship Id="rId168" Type="http://schemas.openxmlformats.org/officeDocument/2006/relationships/customXml" Target="../ink/ink572.xml"/><Relationship Id="rId8" Type="http://schemas.openxmlformats.org/officeDocument/2006/relationships/customXml" Target="../ink/ink492.xml"/><Relationship Id="rId51" Type="http://schemas.openxmlformats.org/officeDocument/2006/relationships/image" Target="../media/image513.png"/><Relationship Id="rId72" Type="http://schemas.openxmlformats.org/officeDocument/2006/relationships/customXml" Target="../ink/ink524.xml"/><Relationship Id="rId93" Type="http://schemas.openxmlformats.org/officeDocument/2006/relationships/image" Target="../media/image534.png"/><Relationship Id="rId98" Type="http://schemas.openxmlformats.org/officeDocument/2006/relationships/customXml" Target="../ink/ink537.xml"/><Relationship Id="rId121" Type="http://schemas.openxmlformats.org/officeDocument/2006/relationships/image" Target="../media/image548.png"/><Relationship Id="rId142" Type="http://schemas.openxmlformats.org/officeDocument/2006/relationships/customXml" Target="../ink/ink559.xml"/><Relationship Id="rId163" Type="http://schemas.openxmlformats.org/officeDocument/2006/relationships/image" Target="../media/image569.png"/><Relationship Id="rId3" Type="http://schemas.openxmlformats.org/officeDocument/2006/relationships/image" Target="../media/image489.png"/><Relationship Id="rId25" Type="http://schemas.openxmlformats.org/officeDocument/2006/relationships/image" Target="../media/image500.png"/><Relationship Id="rId46" Type="http://schemas.openxmlformats.org/officeDocument/2006/relationships/customXml" Target="../ink/ink511.xml"/><Relationship Id="rId67" Type="http://schemas.openxmlformats.org/officeDocument/2006/relationships/image" Target="../media/image521.png"/><Relationship Id="rId116" Type="http://schemas.openxmlformats.org/officeDocument/2006/relationships/customXml" Target="../ink/ink546.xml"/><Relationship Id="rId137" Type="http://schemas.openxmlformats.org/officeDocument/2006/relationships/image" Target="../media/image556.png"/><Relationship Id="rId158" Type="http://schemas.openxmlformats.org/officeDocument/2006/relationships/customXml" Target="../ink/ink567.xml"/><Relationship Id="rId20" Type="http://schemas.openxmlformats.org/officeDocument/2006/relationships/customXml" Target="../ink/ink498.xml"/><Relationship Id="rId41" Type="http://schemas.openxmlformats.org/officeDocument/2006/relationships/image" Target="../media/image508.png"/><Relationship Id="rId62" Type="http://schemas.openxmlformats.org/officeDocument/2006/relationships/customXml" Target="../ink/ink519.xml"/><Relationship Id="rId83" Type="http://schemas.openxmlformats.org/officeDocument/2006/relationships/image" Target="../media/image529.png"/><Relationship Id="rId88" Type="http://schemas.openxmlformats.org/officeDocument/2006/relationships/customXml" Target="../ink/ink532.xml"/><Relationship Id="rId111" Type="http://schemas.openxmlformats.org/officeDocument/2006/relationships/image" Target="../media/image543.png"/><Relationship Id="rId132" Type="http://schemas.openxmlformats.org/officeDocument/2006/relationships/customXml" Target="../ink/ink554.xml"/><Relationship Id="rId153" Type="http://schemas.openxmlformats.org/officeDocument/2006/relationships/image" Target="../media/image564.png"/><Relationship Id="rId174" Type="http://schemas.openxmlformats.org/officeDocument/2006/relationships/customXml" Target="../ink/ink575.xml"/><Relationship Id="rId15" Type="http://schemas.openxmlformats.org/officeDocument/2006/relationships/image" Target="../media/image495.png"/><Relationship Id="rId36" Type="http://schemas.openxmlformats.org/officeDocument/2006/relationships/customXml" Target="../ink/ink506.xml"/><Relationship Id="rId57" Type="http://schemas.openxmlformats.org/officeDocument/2006/relationships/image" Target="../media/image516.png"/><Relationship Id="rId106" Type="http://schemas.openxmlformats.org/officeDocument/2006/relationships/customXml" Target="../ink/ink541.xml"/><Relationship Id="rId127" Type="http://schemas.openxmlformats.org/officeDocument/2006/relationships/image" Target="../media/image551.png"/><Relationship Id="rId10" Type="http://schemas.openxmlformats.org/officeDocument/2006/relationships/customXml" Target="../ink/ink493.xml"/><Relationship Id="rId31" Type="http://schemas.openxmlformats.org/officeDocument/2006/relationships/image" Target="../media/image503.png"/><Relationship Id="rId52" Type="http://schemas.openxmlformats.org/officeDocument/2006/relationships/customXml" Target="../ink/ink514.xml"/><Relationship Id="rId73" Type="http://schemas.openxmlformats.org/officeDocument/2006/relationships/image" Target="../media/image524.png"/><Relationship Id="rId78" Type="http://schemas.openxmlformats.org/officeDocument/2006/relationships/customXml" Target="../ink/ink527.xml"/><Relationship Id="rId94" Type="http://schemas.openxmlformats.org/officeDocument/2006/relationships/customXml" Target="../ink/ink535.xml"/><Relationship Id="rId99" Type="http://schemas.openxmlformats.org/officeDocument/2006/relationships/image" Target="../media/image537.png"/><Relationship Id="rId101" Type="http://schemas.openxmlformats.org/officeDocument/2006/relationships/image" Target="../media/image538.png"/><Relationship Id="rId122" Type="http://schemas.openxmlformats.org/officeDocument/2006/relationships/customXml" Target="../ink/ink549.xml"/><Relationship Id="rId143" Type="http://schemas.openxmlformats.org/officeDocument/2006/relationships/image" Target="../media/image559.png"/><Relationship Id="rId148" Type="http://schemas.openxmlformats.org/officeDocument/2006/relationships/customXml" Target="../ink/ink562.xml"/><Relationship Id="rId164" Type="http://schemas.openxmlformats.org/officeDocument/2006/relationships/customXml" Target="../ink/ink570.xml"/><Relationship Id="rId169" Type="http://schemas.openxmlformats.org/officeDocument/2006/relationships/image" Target="../media/image572.png"/><Relationship Id="rId4" Type="http://schemas.openxmlformats.org/officeDocument/2006/relationships/customXml" Target="../ink/ink490.xml"/><Relationship Id="rId9" Type="http://schemas.openxmlformats.org/officeDocument/2006/relationships/image" Target="../media/image492.png"/><Relationship Id="rId26" Type="http://schemas.openxmlformats.org/officeDocument/2006/relationships/customXml" Target="../ink/ink501.xml"/><Relationship Id="rId47" Type="http://schemas.openxmlformats.org/officeDocument/2006/relationships/image" Target="../media/image511.png"/><Relationship Id="rId68" Type="http://schemas.openxmlformats.org/officeDocument/2006/relationships/customXml" Target="../ink/ink522.xml"/><Relationship Id="rId89" Type="http://schemas.openxmlformats.org/officeDocument/2006/relationships/image" Target="../media/image532.png"/><Relationship Id="rId112" Type="http://schemas.openxmlformats.org/officeDocument/2006/relationships/customXml" Target="../ink/ink544.xml"/><Relationship Id="rId133" Type="http://schemas.openxmlformats.org/officeDocument/2006/relationships/image" Target="../media/image554.png"/><Relationship Id="rId154" Type="http://schemas.openxmlformats.org/officeDocument/2006/relationships/customXml" Target="../ink/ink565.xml"/><Relationship Id="rId175" Type="http://schemas.openxmlformats.org/officeDocument/2006/relationships/image" Target="../media/image575.png"/><Relationship Id="rId16" Type="http://schemas.openxmlformats.org/officeDocument/2006/relationships/customXml" Target="../ink/ink496.xml"/><Relationship Id="rId37" Type="http://schemas.openxmlformats.org/officeDocument/2006/relationships/image" Target="../media/image506.png"/><Relationship Id="rId58" Type="http://schemas.openxmlformats.org/officeDocument/2006/relationships/customXml" Target="../ink/ink517.xml"/><Relationship Id="rId79" Type="http://schemas.openxmlformats.org/officeDocument/2006/relationships/image" Target="../media/image527.png"/><Relationship Id="rId102" Type="http://schemas.openxmlformats.org/officeDocument/2006/relationships/customXml" Target="../ink/ink539.xml"/><Relationship Id="rId123" Type="http://schemas.openxmlformats.org/officeDocument/2006/relationships/image" Target="../media/image549.png"/><Relationship Id="rId144" Type="http://schemas.openxmlformats.org/officeDocument/2006/relationships/customXml" Target="../ink/ink560.xml"/><Relationship Id="rId90" Type="http://schemas.openxmlformats.org/officeDocument/2006/relationships/customXml" Target="../ink/ink533.xml"/><Relationship Id="rId165" Type="http://schemas.openxmlformats.org/officeDocument/2006/relationships/image" Target="../media/image570.png"/><Relationship Id="rId27" Type="http://schemas.openxmlformats.org/officeDocument/2006/relationships/image" Target="../media/image501.png"/><Relationship Id="rId48" Type="http://schemas.openxmlformats.org/officeDocument/2006/relationships/customXml" Target="../ink/ink512.xml"/><Relationship Id="rId69" Type="http://schemas.openxmlformats.org/officeDocument/2006/relationships/image" Target="../media/image522.png"/><Relationship Id="rId113" Type="http://schemas.openxmlformats.org/officeDocument/2006/relationships/image" Target="../media/image544.png"/><Relationship Id="rId134" Type="http://schemas.openxmlformats.org/officeDocument/2006/relationships/customXml" Target="../ink/ink555.xml"/><Relationship Id="rId80" Type="http://schemas.openxmlformats.org/officeDocument/2006/relationships/customXml" Target="../ink/ink528.xml"/><Relationship Id="rId155" Type="http://schemas.openxmlformats.org/officeDocument/2006/relationships/image" Target="../media/image565.png"/><Relationship Id="rId17" Type="http://schemas.openxmlformats.org/officeDocument/2006/relationships/image" Target="../media/image496.png"/><Relationship Id="rId38" Type="http://schemas.openxmlformats.org/officeDocument/2006/relationships/customXml" Target="../ink/ink507.xml"/><Relationship Id="rId59" Type="http://schemas.openxmlformats.org/officeDocument/2006/relationships/image" Target="../media/image517.png"/><Relationship Id="rId103" Type="http://schemas.openxmlformats.org/officeDocument/2006/relationships/image" Target="../media/image539.png"/><Relationship Id="rId124" Type="http://schemas.openxmlformats.org/officeDocument/2006/relationships/customXml" Target="../ink/ink550.xml"/><Relationship Id="rId70" Type="http://schemas.openxmlformats.org/officeDocument/2006/relationships/customXml" Target="../ink/ink523.xml"/><Relationship Id="rId91" Type="http://schemas.openxmlformats.org/officeDocument/2006/relationships/image" Target="../media/image533.png"/><Relationship Id="rId145" Type="http://schemas.openxmlformats.org/officeDocument/2006/relationships/image" Target="../media/image560.png"/><Relationship Id="rId166" Type="http://schemas.openxmlformats.org/officeDocument/2006/relationships/customXml" Target="../ink/ink57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3.png"/><Relationship Id="rId21" Type="http://schemas.openxmlformats.org/officeDocument/2006/relationships/image" Target="../media/image585.png"/><Relationship Id="rId42" Type="http://schemas.openxmlformats.org/officeDocument/2006/relationships/customXml" Target="../ink/ink596.xml"/><Relationship Id="rId63" Type="http://schemas.openxmlformats.org/officeDocument/2006/relationships/image" Target="../media/image606.png"/><Relationship Id="rId84" Type="http://schemas.openxmlformats.org/officeDocument/2006/relationships/customXml" Target="../ink/ink617.xml"/><Relationship Id="rId138" Type="http://schemas.openxmlformats.org/officeDocument/2006/relationships/customXml" Target="../ink/ink644.xml"/><Relationship Id="rId159" Type="http://schemas.openxmlformats.org/officeDocument/2006/relationships/image" Target="../media/image654.png"/><Relationship Id="rId170" Type="http://schemas.openxmlformats.org/officeDocument/2006/relationships/customXml" Target="../ink/ink660.xml"/><Relationship Id="rId191" Type="http://schemas.openxmlformats.org/officeDocument/2006/relationships/image" Target="../media/image670.png"/><Relationship Id="rId205" Type="http://schemas.openxmlformats.org/officeDocument/2006/relationships/image" Target="../media/image677.png"/><Relationship Id="rId226" Type="http://schemas.openxmlformats.org/officeDocument/2006/relationships/customXml" Target="../ink/ink688.xml"/><Relationship Id="rId247" Type="http://schemas.openxmlformats.org/officeDocument/2006/relationships/image" Target="../media/image698.png"/><Relationship Id="rId107" Type="http://schemas.openxmlformats.org/officeDocument/2006/relationships/image" Target="../media/image628.png"/><Relationship Id="rId11" Type="http://schemas.openxmlformats.org/officeDocument/2006/relationships/image" Target="../media/image580.png"/><Relationship Id="rId32" Type="http://schemas.openxmlformats.org/officeDocument/2006/relationships/customXml" Target="../ink/ink591.xml"/><Relationship Id="rId53" Type="http://schemas.openxmlformats.org/officeDocument/2006/relationships/image" Target="../media/image601.png"/><Relationship Id="rId74" Type="http://schemas.openxmlformats.org/officeDocument/2006/relationships/customXml" Target="../ink/ink612.xml"/><Relationship Id="rId128" Type="http://schemas.openxmlformats.org/officeDocument/2006/relationships/customXml" Target="../ink/ink639.xml"/><Relationship Id="rId149" Type="http://schemas.openxmlformats.org/officeDocument/2006/relationships/image" Target="../media/image649.png"/><Relationship Id="rId5" Type="http://schemas.openxmlformats.org/officeDocument/2006/relationships/image" Target="../media/image577.png"/><Relationship Id="rId95" Type="http://schemas.openxmlformats.org/officeDocument/2006/relationships/image" Target="../media/image622.png"/><Relationship Id="rId160" Type="http://schemas.openxmlformats.org/officeDocument/2006/relationships/customXml" Target="../ink/ink655.xml"/><Relationship Id="rId181" Type="http://schemas.openxmlformats.org/officeDocument/2006/relationships/image" Target="../media/image665.png"/><Relationship Id="rId216" Type="http://schemas.openxmlformats.org/officeDocument/2006/relationships/customXml" Target="../ink/ink683.xml"/><Relationship Id="rId237" Type="http://schemas.openxmlformats.org/officeDocument/2006/relationships/image" Target="../media/image693.png"/><Relationship Id="rId22" Type="http://schemas.openxmlformats.org/officeDocument/2006/relationships/customXml" Target="../ink/ink586.xml"/><Relationship Id="rId43" Type="http://schemas.openxmlformats.org/officeDocument/2006/relationships/image" Target="../media/image596.png"/><Relationship Id="rId64" Type="http://schemas.openxmlformats.org/officeDocument/2006/relationships/customXml" Target="../ink/ink607.xml"/><Relationship Id="rId118" Type="http://schemas.openxmlformats.org/officeDocument/2006/relationships/customXml" Target="../ink/ink634.xml"/><Relationship Id="rId139" Type="http://schemas.openxmlformats.org/officeDocument/2006/relationships/image" Target="../media/image644.png"/><Relationship Id="rId85" Type="http://schemas.openxmlformats.org/officeDocument/2006/relationships/image" Target="../media/image617.png"/><Relationship Id="rId150" Type="http://schemas.openxmlformats.org/officeDocument/2006/relationships/customXml" Target="../ink/ink650.xml"/><Relationship Id="rId171" Type="http://schemas.openxmlformats.org/officeDocument/2006/relationships/image" Target="../media/image660.png"/><Relationship Id="rId192" Type="http://schemas.openxmlformats.org/officeDocument/2006/relationships/customXml" Target="../ink/ink671.xml"/><Relationship Id="rId206" Type="http://schemas.openxmlformats.org/officeDocument/2006/relationships/customXml" Target="../ink/ink678.xml"/><Relationship Id="rId227" Type="http://schemas.openxmlformats.org/officeDocument/2006/relationships/image" Target="../media/image688.png"/><Relationship Id="rId248" Type="http://schemas.openxmlformats.org/officeDocument/2006/relationships/customXml" Target="../ink/ink699.xml"/><Relationship Id="rId12" Type="http://schemas.openxmlformats.org/officeDocument/2006/relationships/customXml" Target="../ink/ink581.xml"/><Relationship Id="rId33" Type="http://schemas.openxmlformats.org/officeDocument/2006/relationships/image" Target="../media/image591.png"/><Relationship Id="rId108" Type="http://schemas.openxmlformats.org/officeDocument/2006/relationships/customXml" Target="../ink/ink629.xml"/><Relationship Id="rId129" Type="http://schemas.openxmlformats.org/officeDocument/2006/relationships/image" Target="../media/image639.png"/><Relationship Id="rId54" Type="http://schemas.openxmlformats.org/officeDocument/2006/relationships/customXml" Target="../ink/ink602.xml"/><Relationship Id="rId75" Type="http://schemas.openxmlformats.org/officeDocument/2006/relationships/image" Target="../media/image612.png"/><Relationship Id="rId96" Type="http://schemas.openxmlformats.org/officeDocument/2006/relationships/customXml" Target="../ink/ink623.xml"/><Relationship Id="rId140" Type="http://schemas.openxmlformats.org/officeDocument/2006/relationships/customXml" Target="../ink/ink645.xml"/><Relationship Id="rId161" Type="http://schemas.openxmlformats.org/officeDocument/2006/relationships/image" Target="../media/image655.png"/><Relationship Id="rId182" Type="http://schemas.openxmlformats.org/officeDocument/2006/relationships/customXml" Target="../ink/ink666.xml"/><Relationship Id="rId217" Type="http://schemas.openxmlformats.org/officeDocument/2006/relationships/image" Target="../media/image683.png"/><Relationship Id="rId6" Type="http://schemas.openxmlformats.org/officeDocument/2006/relationships/customXml" Target="../ink/ink578.xml"/><Relationship Id="rId238" Type="http://schemas.openxmlformats.org/officeDocument/2006/relationships/customXml" Target="../ink/ink694.xml"/><Relationship Id="rId23" Type="http://schemas.openxmlformats.org/officeDocument/2006/relationships/image" Target="../media/image586.png"/><Relationship Id="rId119" Type="http://schemas.openxmlformats.org/officeDocument/2006/relationships/image" Target="../media/image634.png"/><Relationship Id="rId44" Type="http://schemas.openxmlformats.org/officeDocument/2006/relationships/customXml" Target="../ink/ink597.xml"/><Relationship Id="rId65" Type="http://schemas.openxmlformats.org/officeDocument/2006/relationships/image" Target="../media/image607.png"/><Relationship Id="rId86" Type="http://schemas.openxmlformats.org/officeDocument/2006/relationships/customXml" Target="../ink/ink618.xml"/><Relationship Id="rId130" Type="http://schemas.openxmlformats.org/officeDocument/2006/relationships/customXml" Target="../ink/ink640.xml"/><Relationship Id="rId151" Type="http://schemas.openxmlformats.org/officeDocument/2006/relationships/image" Target="../media/image650.png"/><Relationship Id="rId172" Type="http://schemas.openxmlformats.org/officeDocument/2006/relationships/customXml" Target="../ink/ink661.xml"/><Relationship Id="rId193" Type="http://schemas.openxmlformats.org/officeDocument/2006/relationships/image" Target="../media/image671.png"/><Relationship Id="rId207" Type="http://schemas.openxmlformats.org/officeDocument/2006/relationships/image" Target="../media/image678.png"/><Relationship Id="rId228" Type="http://schemas.openxmlformats.org/officeDocument/2006/relationships/customXml" Target="../ink/ink689.xml"/><Relationship Id="rId249" Type="http://schemas.openxmlformats.org/officeDocument/2006/relationships/image" Target="../media/image699.png"/><Relationship Id="rId13" Type="http://schemas.openxmlformats.org/officeDocument/2006/relationships/image" Target="../media/image581.png"/><Relationship Id="rId109" Type="http://schemas.openxmlformats.org/officeDocument/2006/relationships/image" Target="../media/image629.png"/><Relationship Id="rId34" Type="http://schemas.openxmlformats.org/officeDocument/2006/relationships/customXml" Target="../ink/ink592.xml"/><Relationship Id="rId55" Type="http://schemas.openxmlformats.org/officeDocument/2006/relationships/image" Target="../media/image602.png"/><Relationship Id="rId76" Type="http://schemas.openxmlformats.org/officeDocument/2006/relationships/customXml" Target="../ink/ink613.xml"/><Relationship Id="rId97" Type="http://schemas.openxmlformats.org/officeDocument/2006/relationships/image" Target="../media/image623.png"/><Relationship Id="rId120" Type="http://schemas.openxmlformats.org/officeDocument/2006/relationships/customXml" Target="../ink/ink635.xml"/><Relationship Id="rId141" Type="http://schemas.openxmlformats.org/officeDocument/2006/relationships/image" Target="../media/image645.png"/><Relationship Id="rId7" Type="http://schemas.openxmlformats.org/officeDocument/2006/relationships/image" Target="../media/image578.png"/><Relationship Id="rId162" Type="http://schemas.openxmlformats.org/officeDocument/2006/relationships/customXml" Target="../ink/ink656.xml"/><Relationship Id="rId183" Type="http://schemas.openxmlformats.org/officeDocument/2006/relationships/image" Target="../media/image666.png"/><Relationship Id="rId218" Type="http://schemas.openxmlformats.org/officeDocument/2006/relationships/customXml" Target="../ink/ink684.xml"/><Relationship Id="rId239" Type="http://schemas.openxmlformats.org/officeDocument/2006/relationships/image" Target="../media/image694.png"/><Relationship Id="rId250" Type="http://schemas.openxmlformats.org/officeDocument/2006/relationships/customXml" Target="../ink/ink700.xml"/><Relationship Id="rId24" Type="http://schemas.openxmlformats.org/officeDocument/2006/relationships/customXml" Target="../ink/ink587.xml"/><Relationship Id="rId45" Type="http://schemas.openxmlformats.org/officeDocument/2006/relationships/image" Target="../media/image597.png"/><Relationship Id="rId66" Type="http://schemas.openxmlformats.org/officeDocument/2006/relationships/customXml" Target="../ink/ink608.xml"/><Relationship Id="rId87" Type="http://schemas.openxmlformats.org/officeDocument/2006/relationships/image" Target="../media/image618.png"/><Relationship Id="rId110" Type="http://schemas.openxmlformats.org/officeDocument/2006/relationships/customXml" Target="../ink/ink630.xml"/><Relationship Id="rId131" Type="http://schemas.openxmlformats.org/officeDocument/2006/relationships/image" Target="../media/image640.png"/><Relationship Id="rId152" Type="http://schemas.openxmlformats.org/officeDocument/2006/relationships/customXml" Target="../ink/ink651.xml"/><Relationship Id="rId173" Type="http://schemas.openxmlformats.org/officeDocument/2006/relationships/image" Target="../media/image661.png"/><Relationship Id="rId194" Type="http://schemas.openxmlformats.org/officeDocument/2006/relationships/customXml" Target="../ink/ink672.xml"/><Relationship Id="rId208" Type="http://schemas.openxmlformats.org/officeDocument/2006/relationships/customXml" Target="../ink/ink679.xml"/><Relationship Id="rId229" Type="http://schemas.openxmlformats.org/officeDocument/2006/relationships/image" Target="../media/image689.png"/><Relationship Id="rId240" Type="http://schemas.openxmlformats.org/officeDocument/2006/relationships/customXml" Target="../ink/ink695.xml"/><Relationship Id="rId14" Type="http://schemas.openxmlformats.org/officeDocument/2006/relationships/customXml" Target="../ink/ink582.xml"/><Relationship Id="rId35" Type="http://schemas.openxmlformats.org/officeDocument/2006/relationships/image" Target="../media/image592.png"/><Relationship Id="rId56" Type="http://schemas.openxmlformats.org/officeDocument/2006/relationships/customXml" Target="../ink/ink603.xml"/><Relationship Id="rId77" Type="http://schemas.openxmlformats.org/officeDocument/2006/relationships/image" Target="../media/image613.png"/><Relationship Id="rId100" Type="http://schemas.openxmlformats.org/officeDocument/2006/relationships/customXml" Target="../ink/ink625.xml"/><Relationship Id="rId8" Type="http://schemas.openxmlformats.org/officeDocument/2006/relationships/customXml" Target="../ink/ink579.xml"/><Relationship Id="rId98" Type="http://schemas.openxmlformats.org/officeDocument/2006/relationships/customXml" Target="../ink/ink624.xml"/><Relationship Id="rId121" Type="http://schemas.openxmlformats.org/officeDocument/2006/relationships/image" Target="../media/image635.png"/><Relationship Id="rId142" Type="http://schemas.openxmlformats.org/officeDocument/2006/relationships/customXml" Target="../ink/ink646.xml"/><Relationship Id="rId163" Type="http://schemas.openxmlformats.org/officeDocument/2006/relationships/image" Target="../media/image656.png"/><Relationship Id="rId184" Type="http://schemas.openxmlformats.org/officeDocument/2006/relationships/customXml" Target="../ink/ink667.xml"/><Relationship Id="rId219" Type="http://schemas.openxmlformats.org/officeDocument/2006/relationships/image" Target="../media/image684.png"/><Relationship Id="rId230" Type="http://schemas.openxmlformats.org/officeDocument/2006/relationships/customXml" Target="../ink/ink690.xml"/><Relationship Id="rId251" Type="http://schemas.openxmlformats.org/officeDocument/2006/relationships/image" Target="../media/image700.png"/><Relationship Id="rId25" Type="http://schemas.openxmlformats.org/officeDocument/2006/relationships/image" Target="../media/image587.png"/><Relationship Id="rId46" Type="http://schemas.openxmlformats.org/officeDocument/2006/relationships/customXml" Target="../ink/ink598.xml"/><Relationship Id="rId67" Type="http://schemas.openxmlformats.org/officeDocument/2006/relationships/image" Target="../media/image608.png"/><Relationship Id="rId88" Type="http://schemas.openxmlformats.org/officeDocument/2006/relationships/customXml" Target="../ink/ink619.xml"/><Relationship Id="rId111" Type="http://schemas.openxmlformats.org/officeDocument/2006/relationships/image" Target="../media/image630.png"/><Relationship Id="rId132" Type="http://schemas.openxmlformats.org/officeDocument/2006/relationships/customXml" Target="../ink/ink641.xml"/><Relationship Id="rId153" Type="http://schemas.openxmlformats.org/officeDocument/2006/relationships/image" Target="../media/image651.png"/><Relationship Id="rId174" Type="http://schemas.openxmlformats.org/officeDocument/2006/relationships/customXml" Target="../ink/ink662.xml"/><Relationship Id="rId195" Type="http://schemas.openxmlformats.org/officeDocument/2006/relationships/image" Target="../media/image672.png"/><Relationship Id="rId209" Type="http://schemas.openxmlformats.org/officeDocument/2006/relationships/image" Target="../media/image679.png"/><Relationship Id="rId220" Type="http://schemas.openxmlformats.org/officeDocument/2006/relationships/customXml" Target="../ink/ink685.xml"/><Relationship Id="rId241" Type="http://schemas.openxmlformats.org/officeDocument/2006/relationships/image" Target="../media/image695.png"/><Relationship Id="rId15" Type="http://schemas.openxmlformats.org/officeDocument/2006/relationships/image" Target="../media/image582.png"/><Relationship Id="rId36" Type="http://schemas.openxmlformats.org/officeDocument/2006/relationships/customXml" Target="../ink/ink593.xml"/><Relationship Id="rId57" Type="http://schemas.openxmlformats.org/officeDocument/2006/relationships/image" Target="../media/image603.png"/><Relationship Id="rId78" Type="http://schemas.openxmlformats.org/officeDocument/2006/relationships/customXml" Target="../ink/ink614.xml"/><Relationship Id="rId99" Type="http://schemas.openxmlformats.org/officeDocument/2006/relationships/image" Target="../media/image624.png"/><Relationship Id="rId101" Type="http://schemas.openxmlformats.org/officeDocument/2006/relationships/image" Target="../media/image625.png"/><Relationship Id="rId122" Type="http://schemas.openxmlformats.org/officeDocument/2006/relationships/customXml" Target="../ink/ink636.xml"/><Relationship Id="rId143" Type="http://schemas.openxmlformats.org/officeDocument/2006/relationships/image" Target="../media/image646.png"/><Relationship Id="rId164" Type="http://schemas.openxmlformats.org/officeDocument/2006/relationships/customXml" Target="../ink/ink657.xml"/><Relationship Id="rId185" Type="http://schemas.openxmlformats.org/officeDocument/2006/relationships/image" Target="../media/image667.png"/><Relationship Id="rId9" Type="http://schemas.openxmlformats.org/officeDocument/2006/relationships/image" Target="../media/image579.png"/><Relationship Id="rId210" Type="http://schemas.openxmlformats.org/officeDocument/2006/relationships/customXml" Target="../ink/ink680.xml"/><Relationship Id="rId26" Type="http://schemas.openxmlformats.org/officeDocument/2006/relationships/customXml" Target="../ink/ink588.xml"/><Relationship Id="rId231" Type="http://schemas.openxmlformats.org/officeDocument/2006/relationships/image" Target="../media/image690.png"/><Relationship Id="rId252" Type="http://schemas.openxmlformats.org/officeDocument/2006/relationships/customXml" Target="../ink/ink701.xml"/><Relationship Id="rId47" Type="http://schemas.openxmlformats.org/officeDocument/2006/relationships/image" Target="../media/image598.png"/><Relationship Id="rId68" Type="http://schemas.openxmlformats.org/officeDocument/2006/relationships/customXml" Target="../ink/ink609.xml"/><Relationship Id="rId89" Type="http://schemas.openxmlformats.org/officeDocument/2006/relationships/image" Target="../media/image619.png"/><Relationship Id="rId112" Type="http://schemas.openxmlformats.org/officeDocument/2006/relationships/customXml" Target="../ink/ink631.xml"/><Relationship Id="rId133" Type="http://schemas.openxmlformats.org/officeDocument/2006/relationships/image" Target="../media/image641.png"/><Relationship Id="rId154" Type="http://schemas.openxmlformats.org/officeDocument/2006/relationships/customXml" Target="../ink/ink652.xml"/><Relationship Id="rId175" Type="http://schemas.openxmlformats.org/officeDocument/2006/relationships/image" Target="../media/image662.png"/><Relationship Id="rId196" Type="http://schemas.openxmlformats.org/officeDocument/2006/relationships/customXml" Target="../ink/ink673.xml"/><Relationship Id="rId200" Type="http://schemas.openxmlformats.org/officeDocument/2006/relationships/customXml" Target="../ink/ink675.xml"/><Relationship Id="rId16" Type="http://schemas.openxmlformats.org/officeDocument/2006/relationships/customXml" Target="../ink/ink583.xml"/><Relationship Id="rId221" Type="http://schemas.openxmlformats.org/officeDocument/2006/relationships/image" Target="../media/image685.png"/><Relationship Id="rId242" Type="http://schemas.openxmlformats.org/officeDocument/2006/relationships/customXml" Target="../ink/ink696.xml"/><Relationship Id="rId37" Type="http://schemas.openxmlformats.org/officeDocument/2006/relationships/image" Target="../media/image593.png"/><Relationship Id="rId58" Type="http://schemas.openxmlformats.org/officeDocument/2006/relationships/customXml" Target="../ink/ink604.xml"/><Relationship Id="rId79" Type="http://schemas.openxmlformats.org/officeDocument/2006/relationships/image" Target="../media/image614.png"/><Relationship Id="rId102" Type="http://schemas.openxmlformats.org/officeDocument/2006/relationships/customXml" Target="../ink/ink626.xml"/><Relationship Id="rId123" Type="http://schemas.openxmlformats.org/officeDocument/2006/relationships/image" Target="../media/image636.png"/><Relationship Id="rId144" Type="http://schemas.openxmlformats.org/officeDocument/2006/relationships/customXml" Target="../ink/ink647.xml"/><Relationship Id="rId90" Type="http://schemas.openxmlformats.org/officeDocument/2006/relationships/customXml" Target="../ink/ink620.xml"/><Relationship Id="rId165" Type="http://schemas.openxmlformats.org/officeDocument/2006/relationships/image" Target="../media/image657.png"/><Relationship Id="rId186" Type="http://schemas.openxmlformats.org/officeDocument/2006/relationships/customXml" Target="../ink/ink668.xml"/><Relationship Id="rId211" Type="http://schemas.openxmlformats.org/officeDocument/2006/relationships/image" Target="../media/image680.png"/><Relationship Id="rId232" Type="http://schemas.openxmlformats.org/officeDocument/2006/relationships/customXml" Target="../ink/ink691.xml"/><Relationship Id="rId253" Type="http://schemas.openxmlformats.org/officeDocument/2006/relationships/image" Target="../media/image701.png"/><Relationship Id="rId27" Type="http://schemas.openxmlformats.org/officeDocument/2006/relationships/image" Target="../media/image588.png"/><Relationship Id="rId48" Type="http://schemas.openxmlformats.org/officeDocument/2006/relationships/customXml" Target="../ink/ink599.xml"/><Relationship Id="rId69" Type="http://schemas.openxmlformats.org/officeDocument/2006/relationships/image" Target="../media/image609.png"/><Relationship Id="rId113" Type="http://schemas.openxmlformats.org/officeDocument/2006/relationships/image" Target="../media/image631.png"/><Relationship Id="rId134" Type="http://schemas.openxmlformats.org/officeDocument/2006/relationships/customXml" Target="../ink/ink642.xml"/><Relationship Id="rId80" Type="http://schemas.openxmlformats.org/officeDocument/2006/relationships/customXml" Target="../ink/ink615.xml"/><Relationship Id="rId155" Type="http://schemas.openxmlformats.org/officeDocument/2006/relationships/image" Target="../media/image652.png"/><Relationship Id="rId176" Type="http://schemas.openxmlformats.org/officeDocument/2006/relationships/customXml" Target="../ink/ink663.xml"/><Relationship Id="rId197" Type="http://schemas.openxmlformats.org/officeDocument/2006/relationships/image" Target="../media/image673.png"/><Relationship Id="rId201" Type="http://schemas.openxmlformats.org/officeDocument/2006/relationships/image" Target="../media/image675.png"/><Relationship Id="rId222" Type="http://schemas.openxmlformats.org/officeDocument/2006/relationships/customXml" Target="../ink/ink686.xml"/><Relationship Id="rId243" Type="http://schemas.openxmlformats.org/officeDocument/2006/relationships/image" Target="../media/image696.png"/><Relationship Id="rId17" Type="http://schemas.openxmlformats.org/officeDocument/2006/relationships/image" Target="../media/image583.png"/><Relationship Id="rId38" Type="http://schemas.openxmlformats.org/officeDocument/2006/relationships/customXml" Target="../ink/ink594.xml"/><Relationship Id="rId59" Type="http://schemas.openxmlformats.org/officeDocument/2006/relationships/image" Target="../media/image604.png"/><Relationship Id="rId103" Type="http://schemas.openxmlformats.org/officeDocument/2006/relationships/image" Target="../media/image626.png"/><Relationship Id="rId124" Type="http://schemas.openxmlformats.org/officeDocument/2006/relationships/customXml" Target="../ink/ink637.xml"/><Relationship Id="rId70" Type="http://schemas.openxmlformats.org/officeDocument/2006/relationships/customXml" Target="../ink/ink610.xml"/><Relationship Id="rId91" Type="http://schemas.openxmlformats.org/officeDocument/2006/relationships/image" Target="../media/image620.png"/><Relationship Id="rId145" Type="http://schemas.openxmlformats.org/officeDocument/2006/relationships/image" Target="../media/image647.png"/><Relationship Id="rId166" Type="http://schemas.openxmlformats.org/officeDocument/2006/relationships/customXml" Target="../ink/ink658.xml"/><Relationship Id="rId187" Type="http://schemas.openxmlformats.org/officeDocument/2006/relationships/image" Target="../media/image66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81.xml"/><Relationship Id="rId233" Type="http://schemas.openxmlformats.org/officeDocument/2006/relationships/image" Target="../media/image691.png"/><Relationship Id="rId254" Type="http://schemas.openxmlformats.org/officeDocument/2006/relationships/customXml" Target="../ink/ink702.xml"/><Relationship Id="rId28" Type="http://schemas.openxmlformats.org/officeDocument/2006/relationships/customXml" Target="../ink/ink589.xml"/><Relationship Id="rId49" Type="http://schemas.openxmlformats.org/officeDocument/2006/relationships/image" Target="../media/image599.png"/><Relationship Id="rId114" Type="http://schemas.openxmlformats.org/officeDocument/2006/relationships/customXml" Target="../ink/ink632.xml"/><Relationship Id="rId60" Type="http://schemas.openxmlformats.org/officeDocument/2006/relationships/customXml" Target="../ink/ink605.xml"/><Relationship Id="rId81" Type="http://schemas.openxmlformats.org/officeDocument/2006/relationships/image" Target="../media/image615.png"/><Relationship Id="rId135" Type="http://schemas.openxmlformats.org/officeDocument/2006/relationships/image" Target="../media/image642.png"/><Relationship Id="rId156" Type="http://schemas.openxmlformats.org/officeDocument/2006/relationships/customXml" Target="../ink/ink653.xml"/><Relationship Id="rId177" Type="http://schemas.openxmlformats.org/officeDocument/2006/relationships/image" Target="../media/image663.png"/><Relationship Id="rId198" Type="http://schemas.openxmlformats.org/officeDocument/2006/relationships/customXml" Target="../ink/ink674.xml"/><Relationship Id="rId202" Type="http://schemas.openxmlformats.org/officeDocument/2006/relationships/customXml" Target="../ink/ink676.xml"/><Relationship Id="rId223" Type="http://schemas.openxmlformats.org/officeDocument/2006/relationships/image" Target="../media/image686.png"/><Relationship Id="rId244" Type="http://schemas.openxmlformats.org/officeDocument/2006/relationships/customXml" Target="../ink/ink697.xml"/><Relationship Id="rId18" Type="http://schemas.openxmlformats.org/officeDocument/2006/relationships/customXml" Target="../ink/ink584.xml"/><Relationship Id="rId39" Type="http://schemas.openxmlformats.org/officeDocument/2006/relationships/image" Target="../media/image594.png"/><Relationship Id="rId50" Type="http://schemas.openxmlformats.org/officeDocument/2006/relationships/customXml" Target="../ink/ink600.xml"/><Relationship Id="rId104" Type="http://schemas.openxmlformats.org/officeDocument/2006/relationships/customXml" Target="../ink/ink627.xml"/><Relationship Id="rId125" Type="http://schemas.openxmlformats.org/officeDocument/2006/relationships/image" Target="../media/image637.png"/><Relationship Id="rId146" Type="http://schemas.openxmlformats.org/officeDocument/2006/relationships/customXml" Target="../ink/ink648.xml"/><Relationship Id="rId167" Type="http://schemas.openxmlformats.org/officeDocument/2006/relationships/image" Target="../media/image658.png"/><Relationship Id="rId188" Type="http://schemas.openxmlformats.org/officeDocument/2006/relationships/customXml" Target="../ink/ink669.xml"/><Relationship Id="rId71" Type="http://schemas.openxmlformats.org/officeDocument/2006/relationships/image" Target="../media/image610.png"/><Relationship Id="rId92" Type="http://schemas.openxmlformats.org/officeDocument/2006/relationships/customXml" Target="../ink/ink621.xml"/><Relationship Id="rId213" Type="http://schemas.openxmlformats.org/officeDocument/2006/relationships/image" Target="../media/image681.png"/><Relationship Id="rId234" Type="http://schemas.openxmlformats.org/officeDocument/2006/relationships/customXml" Target="../ink/ink692.xml"/><Relationship Id="rId2" Type="http://schemas.openxmlformats.org/officeDocument/2006/relationships/customXml" Target="../ink/ink576.xml"/><Relationship Id="rId29" Type="http://schemas.openxmlformats.org/officeDocument/2006/relationships/image" Target="../media/image589.png"/><Relationship Id="rId255" Type="http://schemas.openxmlformats.org/officeDocument/2006/relationships/image" Target="../media/image702.png"/><Relationship Id="rId40" Type="http://schemas.openxmlformats.org/officeDocument/2006/relationships/customXml" Target="../ink/ink595.xml"/><Relationship Id="rId115" Type="http://schemas.openxmlformats.org/officeDocument/2006/relationships/image" Target="../media/image632.png"/><Relationship Id="rId136" Type="http://schemas.openxmlformats.org/officeDocument/2006/relationships/customXml" Target="../ink/ink643.xml"/><Relationship Id="rId157" Type="http://schemas.openxmlformats.org/officeDocument/2006/relationships/image" Target="../media/image653.png"/><Relationship Id="rId178" Type="http://schemas.openxmlformats.org/officeDocument/2006/relationships/customXml" Target="../ink/ink664.xml"/><Relationship Id="rId61" Type="http://schemas.openxmlformats.org/officeDocument/2006/relationships/image" Target="../media/image605.png"/><Relationship Id="rId82" Type="http://schemas.openxmlformats.org/officeDocument/2006/relationships/customXml" Target="../ink/ink616.xml"/><Relationship Id="rId199" Type="http://schemas.openxmlformats.org/officeDocument/2006/relationships/image" Target="../media/image674.png"/><Relationship Id="rId203" Type="http://schemas.openxmlformats.org/officeDocument/2006/relationships/image" Target="../media/image676.png"/><Relationship Id="rId19" Type="http://schemas.openxmlformats.org/officeDocument/2006/relationships/image" Target="../media/image584.png"/><Relationship Id="rId224" Type="http://schemas.openxmlformats.org/officeDocument/2006/relationships/customXml" Target="../ink/ink687.xml"/><Relationship Id="rId245" Type="http://schemas.openxmlformats.org/officeDocument/2006/relationships/image" Target="../media/image697.png"/><Relationship Id="rId30" Type="http://schemas.openxmlformats.org/officeDocument/2006/relationships/customXml" Target="../ink/ink590.xml"/><Relationship Id="rId105" Type="http://schemas.openxmlformats.org/officeDocument/2006/relationships/image" Target="../media/image627.png"/><Relationship Id="rId126" Type="http://schemas.openxmlformats.org/officeDocument/2006/relationships/customXml" Target="../ink/ink638.xml"/><Relationship Id="rId147" Type="http://schemas.openxmlformats.org/officeDocument/2006/relationships/image" Target="../media/image648.png"/><Relationship Id="rId168" Type="http://schemas.openxmlformats.org/officeDocument/2006/relationships/customXml" Target="../ink/ink659.xml"/><Relationship Id="rId51" Type="http://schemas.openxmlformats.org/officeDocument/2006/relationships/image" Target="../media/image600.png"/><Relationship Id="rId72" Type="http://schemas.openxmlformats.org/officeDocument/2006/relationships/customXml" Target="../ink/ink611.xml"/><Relationship Id="rId93" Type="http://schemas.openxmlformats.org/officeDocument/2006/relationships/image" Target="../media/image621.png"/><Relationship Id="rId189" Type="http://schemas.openxmlformats.org/officeDocument/2006/relationships/image" Target="../media/image669.png"/><Relationship Id="rId3" Type="http://schemas.openxmlformats.org/officeDocument/2006/relationships/image" Target="../media/image576.png"/><Relationship Id="rId214" Type="http://schemas.openxmlformats.org/officeDocument/2006/relationships/customXml" Target="../ink/ink682.xml"/><Relationship Id="rId235" Type="http://schemas.openxmlformats.org/officeDocument/2006/relationships/image" Target="../media/image692.png"/><Relationship Id="rId256" Type="http://schemas.openxmlformats.org/officeDocument/2006/relationships/customXml" Target="../ink/ink703.xml"/><Relationship Id="rId116" Type="http://schemas.openxmlformats.org/officeDocument/2006/relationships/customXml" Target="../ink/ink633.xml"/><Relationship Id="rId137" Type="http://schemas.openxmlformats.org/officeDocument/2006/relationships/image" Target="../media/image643.png"/><Relationship Id="rId158" Type="http://schemas.openxmlformats.org/officeDocument/2006/relationships/customXml" Target="../ink/ink654.xml"/><Relationship Id="rId20" Type="http://schemas.openxmlformats.org/officeDocument/2006/relationships/customXml" Target="../ink/ink585.xml"/><Relationship Id="rId41" Type="http://schemas.openxmlformats.org/officeDocument/2006/relationships/image" Target="../media/image595.png"/><Relationship Id="rId62" Type="http://schemas.openxmlformats.org/officeDocument/2006/relationships/customXml" Target="../ink/ink606.xml"/><Relationship Id="rId83" Type="http://schemas.openxmlformats.org/officeDocument/2006/relationships/image" Target="../media/image616.png"/><Relationship Id="rId179" Type="http://schemas.openxmlformats.org/officeDocument/2006/relationships/image" Target="../media/image664.png"/><Relationship Id="rId190" Type="http://schemas.openxmlformats.org/officeDocument/2006/relationships/customXml" Target="../ink/ink670.xml"/><Relationship Id="rId204" Type="http://schemas.openxmlformats.org/officeDocument/2006/relationships/customXml" Target="../ink/ink677.xml"/><Relationship Id="rId225" Type="http://schemas.openxmlformats.org/officeDocument/2006/relationships/image" Target="../media/image687.png"/><Relationship Id="rId246" Type="http://schemas.openxmlformats.org/officeDocument/2006/relationships/customXml" Target="../ink/ink698.xml"/><Relationship Id="rId106" Type="http://schemas.openxmlformats.org/officeDocument/2006/relationships/customXml" Target="../ink/ink628.xml"/><Relationship Id="rId127" Type="http://schemas.openxmlformats.org/officeDocument/2006/relationships/image" Target="../media/image638.png"/><Relationship Id="rId10" Type="http://schemas.openxmlformats.org/officeDocument/2006/relationships/customXml" Target="../ink/ink580.xml"/><Relationship Id="rId31" Type="http://schemas.openxmlformats.org/officeDocument/2006/relationships/image" Target="../media/image590.png"/><Relationship Id="rId52" Type="http://schemas.openxmlformats.org/officeDocument/2006/relationships/customXml" Target="../ink/ink601.xml"/><Relationship Id="rId73" Type="http://schemas.openxmlformats.org/officeDocument/2006/relationships/image" Target="../media/image611.png"/><Relationship Id="rId94" Type="http://schemas.openxmlformats.org/officeDocument/2006/relationships/customXml" Target="../ink/ink622.xml"/><Relationship Id="rId148" Type="http://schemas.openxmlformats.org/officeDocument/2006/relationships/customXml" Target="../ink/ink649.xml"/><Relationship Id="rId169" Type="http://schemas.openxmlformats.org/officeDocument/2006/relationships/image" Target="../media/image659.png"/><Relationship Id="rId4" Type="http://schemas.openxmlformats.org/officeDocument/2006/relationships/customXml" Target="../ink/ink577.xml"/><Relationship Id="rId180" Type="http://schemas.openxmlformats.org/officeDocument/2006/relationships/customXml" Target="../ink/ink665.xml"/><Relationship Id="rId215" Type="http://schemas.openxmlformats.org/officeDocument/2006/relationships/image" Target="../media/image682.png"/><Relationship Id="rId236" Type="http://schemas.openxmlformats.org/officeDocument/2006/relationships/customXml" Target="../ink/ink693.xml"/><Relationship Id="rId257" Type="http://schemas.openxmlformats.org/officeDocument/2006/relationships/image" Target="../media/image70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1.png"/><Relationship Id="rId299" Type="http://schemas.openxmlformats.org/officeDocument/2006/relationships/image" Target="../media/image852.png"/><Relationship Id="rId21" Type="http://schemas.openxmlformats.org/officeDocument/2006/relationships/image" Target="../media/image713.png"/><Relationship Id="rId63" Type="http://schemas.openxmlformats.org/officeDocument/2006/relationships/image" Target="../media/image734.png"/><Relationship Id="rId159" Type="http://schemas.openxmlformats.org/officeDocument/2006/relationships/image" Target="../media/image782.png"/><Relationship Id="rId324" Type="http://schemas.openxmlformats.org/officeDocument/2006/relationships/customXml" Target="../ink/ink865.xml"/><Relationship Id="rId366" Type="http://schemas.openxmlformats.org/officeDocument/2006/relationships/customXml" Target="../ink/ink886.xml"/><Relationship Id="rId170" Type="http://schemas.openxmlformats.org/officeDocument/2006/relationships/customXml" Target="../ink/ink788.xml"/><Relationship Id="rId226" Type="http://schemas.openxmlformats.org/officeDocument/2006/relationships/customXml" Target="../ink/ink816.xml"/><Relationship Id="rId433" Type="http://schemas.openxmlformats.org/officeDocument/2006/relationships/image" Target="../media/image919.png"/><Relationship Id="rId268" Type="http://schemas.openxmlformats.org/officeDocument/2006/relationships/customXml" Target="../ink/ink837.xml"/><Relationship Id="rId32" Type="http://schemas.openxmlformats.org/officeDocument/2006/relationships/customXml" Target="../ink/ink719.xml"/><Relationship Id="rId74" Type="http://schemas.openxmlformats.org/officeDocument/2006/relationships/customXml" Target="../ink/ink740.xml"/><Relationship Id="rId128" Type="http://schemas.openxmlformats.org/officeDocument/2006/relationships/customXml" Target="../ink/ink767.xml"/><Relationship Id="rId335" Type="http://schemas.openxmlformats.org/officeDocument/2006/relationships/image" Target="../media/image870.png"/><Relationship Id="rId377" Type="http://schemas.openxmlformats.org/officeDocument/2006/relationships/image" Target="../media/image891.png"/><Relationship Id="rId5" Type="http://schemas.openxmlformats.org/officeDocument/2006/relationships/image" Target="../media/image705.png"/><Relationship Id="rId181" Type="http://schemas.openxmlformats.org/officeDocument/2006/relationships/image" Target="../media/image793.png"/><Relationship Id="rId237" Type="http://schemas.openxmlformats.org/officeDocument/2006/relationships/image" Target="../media/image821.png"/><Relationship Id="rId402" Type="http://schemas.openxmlformats.org/officeDocument/2006/relationships/customXml" Target="../ink/ink904.xml"/><Relationship Id="rId279" Type="http://schemas.openxmlformats.org/officeDocument/2006/relationships/image" Target="../media/image842.png"/><Relationship Id="rId43" Type="http://schemas.openxmlformats.org/officeDocument/2006/relationships/image" Target="../media/image724.png"/><Relationship Id="rId139" Type="http://schemas.openxmlformats.org/officeDocument/2006/relationships/image" Target="../media/image772.png"/><Relationship Id="rId290" Type="http://schemas.openxmlformats.org/officeDocument/2006/relationships/customXml" Target="../ink/ink848.xml"/><Relationship Id="rId304" Type="http://schemas.openxmlformats.org/officeDocument/2006/relationships/customXml" Target="../ink/ink855.xml"/><Relationship Id="rId346" Type="http://schemas.openxmlformats.org/officeDocument/2006/relationships/customXml" Target="../ink/ink876.xml"/><Relationship Id="rId388" Type="http://schemas.openxmlformats.org/officeDocument/2006/relationships/customXml" Target="../ink/ink897.xml"/><Relationship Id="rId85" Type="http://schemas.openxmlformats.org/officeDocument/2006/relationships/image" Target="../media/image745.png"/><Relationship Id="rId150" Type="http://schemas.openxmlformats.org/officeDocument/2006/relationships/customXml" Target="../ink/ink778.xml"/><Relationship Id="rId192" Type="http://schemas.openxmlformats.org/officeDocument/2006/relationships/customXml" Target="../ink/ink799.xml"/><Relationship Id="rId206" Type="http://schemas.openxmlformats.org/officeDocument/2006/relationships/customXml" Target="../ink/ink806.xml"/><Relationship Id="rId413" Type="http://schemas.openxmlformats.org/officeDocument/2006/relationships/image" Target="../media/image909.png"/><Relationship Id="rId248" Type="http://schemas.openxmlformats.org/officeDocument/2006/relationships/customXml" Target="../ink/ink827.xml"/><Relationship Id="rId12" Type="http://schemas.openxmlformats.org/officeDocument/2006/relationships/customXml" Target="../ink/ink709.xml"/><Relationship Id="rId108" Type="http://schemas.openxmlformats.org/officeDocument/2006/relationships/customXml" Target="../ink/ink757.xml"/><Relationship Id="rId315" Type="http://schemas.openxmlformats.org/officeDocument/2006/relationships/image" Target="../media/image860.png"/><Relationship Id="rId357" Type="http://schemas.openxmlformats.org/officeDocument/2006/relationships/image" Target="../media/image881.png"/><Relationship Id="rId54" Type="http://schemas.openxmlformats.org/officeDocument/2006/relationships/customXml" Target="../ink/ink730.xml"/><Relationship Id="rId96" Type="http://schemas.openxmlformats.org/officeDocument/2006/relationships/customXml" Target="../ink/ink751.xml"/><Relationship Id="rId161" Type="http://schemas.openxmlformats.org/officeDocument/2006/relationships/image" Target="../media/image783.png"/><Relationship Id="rId217" Type="http://schemas.openxmlformats.org/officeDocument/2006/relationships/image" Target="../media/image811.png"/><Relationship Id="rId399" Type="http://schemas.openxmlformats.org/officeDocument/2006/relationships/image" Target="../media/image902.png"/><Relationship Id="rId259" Type="http://schemas.openxmlformats.org/officeDocument/2006/relationships/image" Target="../media/image832.png"/><Relationship Id="rId424" Type="http://schemas.openxmlformats.org/officeDocument/2006/relationships/customXml" Target="../ink/ink915.xml"/><Relationship Id="rId23" Type="http://schemas.openxmlformats.org/officeDocument/2006/relationships/image" Target="../media/image714.png"/><Relationship Id="rId119" Type="http://schemas.openxmlformats.org/officeDocument/2006/relationships/image" Target="../media/image762.png"/><Relationship Id="rId270" Type="http://schemas.openxmlformats.org/officeDocument/2006/relationships/customXml" Target="../ink/ink838.xml"/><Relationship Id="rId326" Type="http://schemas.openxmlformats.org/officeDocument/2006/relationships/customXml" Target="../ink/ink866.xml"/><Relationship Id="rId65" Type="http://schemas.openxmlformats.org/officeDocument/2006/relationships/image" Target="../media/image735.png"/><Relationship Id="rId130" Type="http://schemas.openxmlformats.org/officeDocument/2006/relationships/customXml" Target="../ink/ink768.xml"/><Relationship Id="rId368" Type="http://schemas.openxmlformats.org/officeDocument/2006/relationships/customXml" Target="../ink/ink887.xml"/><Relationship Id="rId172" Type="http://schemas.openxmlformats.org/officeDocument/2006/relationships/customXml" Target="../ink/ink789.xml"/><Relationship Id="rId228" Type="http://schemas.openxmlformats.org/officeDocument/2006/relationships/customXml" Target="../ink/ink817.xml"/><Relationship Id="rId281" Type="http://schemas.openxmlformats.org/officeDocument/2006/relationships/image" Target="../media/image843.png"/><Relationship Id="rId337" Type="http://schemas.openxmlformats.org/officeDocument/2006/relationships/image" Target="../media/image871.png"/><Relationship Id="rId34" Type="http://schemas.openxmlformats.org/officeDocument/2006/relationships/customXml" Target="../ink/ink720.xml"/><Relationship Id="rId76" Type="http://schemas.openxmlformats.org/officeDocument/2006/relationships/customXml" Target="../ink/ink741.xml"/><Relationship Id="rId141" Type="http://schemas.openxmlformats.org/officeDocument/2006/relationships/image" Target="../media/image773.png"/><Relationship Id="rId379" Type="http://schemas.openxmlformats.org/officeDocument/2006/relationships/image" Target="../media/image892.png"/><Relationship Id="rId7" Type="http://schemas.openxmlformats.org/officeDocument/2006/relationships/image" Target="../media/image706.png"/><Relationship Id="rId183" Type="http://schemas.openxmlformats.org/officeDocument/2006/relationships/image" Target="../media/image794.png"/><Relationship Id="rId239" Type="http://schemas.openxmlformats.org/officeDocument/2006/relationships/image" Target="../media/image822.png"/><Relationship Id="rId390" Type="http://schemas.openxmlformats.org/officeDocument/2006/relationships/customXml" Target="../ink/ink898.xml"/><Relationship Id="rId404" Type="http://schemas.openxmlformats.org/officeDocument/2006/relationships/customXml" Target="../ink/ink905.xml"/><Relationship Id="rId250" Type="http://schemas.openxmlformats.org/officeDocument/2006/relationships/customXml" Target="../ink/ink828.xml"/><Relationship Id="rId292" Type="http://schemas.openxmlformats.org/officeDocument/2006/relationships/customXml" Target="../ink/ink849.xml"/><Relationship Id="rId306" Type="http://schemas.openxmlformats.org/officeDocument/2006/relationships/customXml" Target="../ink/ink856.xml"/><Relationship Id="rId45" Type="http://schemas.openxmlformats.org/officeDocument/2006/relationships/image" Target="../media/image725.png"/><Relationship Id="rId87" Type="http://schemas.openxmlformats.org/officeDocument/2006/relationships/image" Target="../media/image746.png"/><Relationship Id="rId110" Type="http://schemas.openxmlformats.org/officeDocument/2006/relationships/customXml" Target="../ink/ink758.xml"/><Relationship Id="rId348" Type="http://schemas.openxmlformats.org/officeDocument/2006/relationships/customXml" Target="../ink/ink877.xml"/><Relationship Id="rId152" Type="http://schemas.openxmlformats.org/officeDocument/2006/relationships/customXml" Target="../ink/ink779.xml"/><Relationship Id="rId194" Type="http://schemas.openxmlformats.org/officeDocument/2006/relationships/customXml" Target="../ink/ink800.xml"/><Relationship Id="rId208" Type="http://schemas.openxmlformats.org/officeDocument/2006/relationships/customXml" Target="../ink/ink807.xml"/><Relationship Id="rId415" Type="http://schemas.openxmlformats.org/officeDocument/2006/relationships/image" Target="../media/image910.png"/><Relationship Id="rId261" Type="http://schemas.openxmlformats.org/officeDocument/2006/relationships/image" Target="../media/image833.png"/><Relationship Id="rId14" Type="http://schemas.openxmlformats.org/officeDocument/2006/relationships/customXml" Target="../ink/ink710.xml"/><Relationship Id="rId56" Type="http://schemas.openxmlformats.org/officeDocument/2006/relationships/customXml" Target="../ink/ink731.xml"/><Relationship Id="rId317" Type="http://schemas.openxmlformats.org/officeDocument/2006/relationships/image" Target="../media/image861.png"/><Relationship Id="rId359" Type="http://schemas.openxmlformats.org/officeDocument/2006/relationships/image" Target="../media/image882.png"/><Relationship Id="rId98" Type="http://schemas.openxmlformats.org/officeDocument/2006/relationships/customXml" Target="../ink/ink752.xml"/><Relationship Id="rId121" Type="http://schemas.openxmlformats.org/officeDocument/2006/relationships/image" Target="../media/image763.png"/><Relationship Id="rId163" Type="http://schemas.openxmlformats.org/officeDocument/2006/relationships/image" Target="../media/image784.png"/><Relationship Id="rId219" Type="http://schemas.openxmlformats.org/officeDocument/2006/relationships/image" Target="../media/image812.png"/><Relationship Id="rId370" Type="http://schemas.openxmlformats.org/officeDocument/2006/relationships/customXml" Target="../ink/ink888.xml"/><Relationship Id="rId426" Type="http://schemas.openxmlformats.org/officeDocument/2006/relationships/customXml" Target="../ink/ink916.xml"/><Relationship Id="rId230" Type="http://schemas.openxmlformats.org/officeDocument/2006/relationships/customXml" Target="../ink/ink818.xml"/><Relationship Id="rId25" Type="http://schemas.openxmlformats.org/officeDocument/2006/relationships/image" Target="../media/image715.png"/><Relationship Id="rId67" Type="http://schemas.openxmlformats.org/officeDocument/2006/relationships/image" Target="../media/image736.png"/><Relationship Id="rId272" Type="http://schemas.openxmlformats.org/officeDocument/2006/relationships/customXml" Target="../ink/ink839.xml"/><Relationship Id="rId328" Type="http://schemas.openxmlformats.org/officeDocument/2006/relationships/customXml" Target="../ink/ink867.xml"/><Relationship Id="rId132" Type="http://schemas.openxmlformats.org/officeDocument/2006/relationships/customXml" Target="../ink/ink769.xml"/><Relationship Id="rId174" Type="http://schemas.openxmlformats.org/officeDocument/2006/relationships/customXml" Target="../ink/ink790.xml"/><Relationship Id="rId381" Type="http://schemas.openxmlformats.org/officeDocument/2006/relationships/image" Target="../media/image893.png"/><Relationship Id="rId241" Type="http://schemas.openxmlformats.org/officeDocument/2006/relationships/image" Target="../media/image823.png"/><Relationship Id="rId36" Type="http://schemas.openxmlformats.org/officeDocument/2006/relationships/customXml" Target="../ink/ink721.xml"/><Relationship Id="rId283" Type="http://schemas.openxmlformats.org/officeDocument/2006/relationships/image" Target="../media/image844.png"/><Relationship Id="rId339" Type="http://schemas.openxmlformats.org/officeDocument/2006/relationships/image" Target="../media/image872.png"/><Relationship Id="rId78" Type="http://schemas.openxmlformats.org/officeDocument/2006/relationships/customXml" Target="../ink/ink742.xml"/><Relationship Id="rId101" Type="http://schemas.openxmlformats.org/officeDocument/2006/relationships/image" Target="../media/image753.png"/><Relationship Id="rId143" Type="http://schemas.openxmlformats.org/officeDocument/2006/relationships/image" Target="../media/image774.png"/><Relationship Id="rId185" Type="http://schemas.openxmlformats.org/officeDocument/2006/relationships/image" Target="../media/image795.png"/><Relationship Id="rId350" Type="http://schemas.openxmlformats.org/officeDocument/2006/relationships/customXml" Target="../ink/ink878.xml"/><Relationship Id="rId406" Type="http://schemas.openxmlformats.org/officeDocument/2006/relationships/customXml" Target="../ink/ink906.xml"/><Relationship Id="rId9" Type="http://schemas.openxmlformats.org/officeDocument/2006/relationships/image" Target="../media/image707.png"/><Relationship Id="rId210" Type="http://schemas.openxmlformats.org/officeDocument/2006/relationships/customXml" Target="../ink/ink808.xml"/><Relationship Id="rId392" Type="http://schemas.openxmlformats.org/officeDocument/2006/relationships/customXml" Target="../ink/ink899.xml"/><Relationship Id="rId252" Type="http://schemas.openxmlformats.org/officeDocument/2006/relationships/customXml" Target="../ink/ink829.xml"/><Relationship Id="rId294" Type="http://schemas.openxmlformats.org/officeDocument/2006/relationships/customXml" Target="../ink/ink850.xml"/><Relationship Id="rId308" Type="http://schemas.openxmlformats.org/officeDocument/2006/relationships/customXml" Target="../ink/ink857.xml"/><Relationship Id="rId47" Type="http://schemas.openxmlformats.org/officeDocument/2006/relationships/image" Target="../media/image726.png"/><Relationship Id="rId89" Type="http://schemas.openxmlformats.org/officeDocument/2006/relationships/image" Target="../media/image747.png"/><Relationship Id="rId112" Type="http://schemas.openxmlformats.org/officeDocument/2006/relationships/customXml" Target="../ink/ink759.xml"/><Relationship Id="rId154" Type="http://schemas.openxmlformats.org/officeDocument/2006/relationships/customXml" Target="../ink/ink780.xml"/><Relationship Id="rId361" Type="http://schemas.openxmlformats.org/officeDocument/2006/relationships/image" Target="../media/image883.png"/><Relationship Id="rId196" Type="http://schemas.openxmlformats.org/officeDocument/2006/relationships/customXml" Target="../ink/ink801.xml"/><Relationship Id="rId417" Type="http://schemas.openxmlformats.org/officeDocument/2006/relationships/image" Target="../media/image911.png"/><Relationship Id="rId16" Type="http://schemas.openxmlformats.org/officeDocument/2006/relationships/customXml" Target="../ink/ink711.xml"/><Relationship Id="rId221" Type="http://schemas.openxmlformats.org/officeDocument/2006/relationships/image" Target="../media/image813.png"/><Relationship Id="rId263" Type="http://schemas.openxmlformats.org/officeDocument/2006/relationships/image" Target="../media/image834.png"/><Relationship Id="rId319" Type="http://schemas.openxmlformats.org/officeDocument/2006/relationships/image" Target="../media/image862.png"/><Relationship Id="rId58" Type="http://schemas.openxmlformats.org/officeDocument/2006/relationships/customXml" Target="../ink/ink732.xml"/><Relationship Id="rId123" Type="http://schemas.openxmlformats.org/officeDocument/2006/relationships/image" Target="../media/image764.png"/><Relationship Id="rId330" Type="http://schemas.openxmlformats.org/officeDocument/2006/relationships/customXml" Target="../ink/ink868.xml"/><Relationship Id="rId165" Type="http://schemas.openxmlformats.org/officeDocument/2006/relationships/image" Target="../media/image785.png"/><Relationship Id="rId372" Type="http://schemas.openxmlformats.org/officeDocument/2006/relationships/customXml" Target="../ink/ink889.xml"/><Relationship Id="rId428" Type="http://schemas.openxmlformats.org/officeDocument/2006/relationships/customXml" Target="../ink/ink917.xml"/><Relationship Id="rId232" Type="http://schemas.openxmlformats.org/officeDocument/2006/relationships/customXml" Target="../ink/ink819.xml"/><Relationship Id="rId274" Type="http://schemas.openxmlformats.org/officeDocument/2006/relationships/customXml" Target="../ink/ink840.xml"/><Relationship Id="rId27" Type="http://schemas.openxmlformats.org/officeDocument/2006/relationships/image" Target="../media/image716.png"/><Relationship Id="rId69" Type="http://schemas.openxmlformats.org/officeDocument/2006/relationships/image" Target="../media/image737.png"/><Relationship Id="rId134" Type="http://schemas.openxmlformats.org/officeDocument/2006/relationships/customXml" Target="../ink/ink770.xml"/><Relationship Id="rId80" Type="http://schemas.openxmlformats.org/officeDocument/2006/relationships/customXml" Target="../ink/ink743.xml"/><Relationship Id="rId176" Type="http://schemas.openxmlformats.org/officeDocument/2006/relationships/customXml" Target="../ink/ink791.xml"/><Relationship Id="rId341" Type="http://schemas.openxmlformats.org/officeDocument/2006/relationships/image" Target="../media/image873.png"/><Relationship Id="rId383" Type="http://schemas.openxmlformats.org/officeDocument/2006/relationships/image" Target="../media/image894.png"/><Relationship Id="rId201" Type="http://schemas.openxmlformats.org/officeDocument/2006/relationships/image" Target="../media/image803.png"/><Relationship Id="rId243" Type="http://schemas.openxmlformats.org/officeDocument/2006/relationships/image" Target="../media/image824.png"/><Relationship Id="rId285" Type="http://schemas.openxmlformats.org/officeDocument/2006/relationships/image" Target="../media/image845.png"/><Relationship Id="rId38" Type="http://schemas.openxmlformats.org/officeDocument/2006/relationships/customXml" Target="../ink/ink722.xml"/><Relationship Id="rId103" Type="http://schemas.openxmlformats.org/officeDocument/2006/relationships/image" Target="../media/image754.png"/><Relationship Id="rId310" Type="http://schemas.openxmlformats.org/officeDocument/2006/relationships/customXml" Target="../ink/ink858.xml"/><Relationship Id="rId91" Type="http://schemas.openxmlformats.org/officeDocument/2006/relationships/image" Target="../media/image748.png"/><Relationship Id="rId145" Type="http://schemas.openxmlformats.org/officeDocument/2006/relationships/image" Target="../media/image775.png"/><Relationship Id="rId187" Type="http://schemas.openxmlformats.org/officeDocument/2006/relationships/image" Target="../media/image796.png"/><Relationship Id="rId352" Type="http://schemas.openxmlformats.org/officeDocument/2006/relationships/customXml" Target="../ink/ink879.xml"/><Relationship Id="rId394" Type="http://schemas.openxmlformats.org/officeDocument/2006/relationships/customXml" Target="../ink/ink900.xml"/><Relationship Id="rId408" Type="http://schemas.openxmlformats.org/officeDocument/2006/relationships/customXml" Target="../ink/ink907.xml"/><Relationship Id="rId212" Type="http://schemas.openxmlformats.org/officeDocument/2006/relationships/customXml" Target="../ink/ink809.xml"/><Relationship Id="rId254" Type="http://schemas.openxmlformats.org/officeDocument/2006/relationships/customXml" Target="../ink/ink830.xml"/><Relationship Id="rId28" Type="http://schemas.openxmlformats.org/officeDocument/2006/relationships/customXml" Target="../ink/ink717.xml"/><Relationship Id="rId49" Type="http://schemas.openxmlformats.org/officeDocument/2006/relationships/image" Target="../media/image727.png"/><Relationship Id="rId114" Type="http://schemas.openxmlformats.org/officeDocument/2006/relationships/customXml" Target="../ink/ink760.xml"/><Relationship Id="rId275" Type="http://schemas.openxmlformats.org/officeDocument/2006/relationships/image" Target="../media/image840.png"/><Relationship Id="rId296" Type="http://schemas.openxmlformats.org/officeDocument/2006/relationships/customXml" Target="../ink/ink851.xml"/><Relationship Id="rId300" Type="http://schemas.openxmlformats.org/officeDocument/2006/relationships/customXml" Target="../ink/ink853.xml"/><Relationship Id="rId60" Type="http://schemas.openxmlformats.org/officeDocument/2006/relationships/customXml" Target="../ink/ink733.xml"/><Relationship Id="rId81" Type="http://schemas.openxmlformats.org/officeDocument/2006/relationships/image" Target="../media/image743.png"/><Relationship Id="rId135" Type="http://schemas.openxmlformats.org/officeDocument/2006/relationships/image" Target="../media/image770.png"/><Relationship Id="rId156" Type="http://schemas.openxmlformats.org/officeDocument/2006/relationships/customXml" Target="../ink/ink781.xml"/><Relationship Id="rId177" Type="http://schemas.openxmlformats.org/officeDocument/2006/relationships/image" Target="../media/image791.png"/><Relationship Id="rId198" Type="http://schemas.openxmlformats.org/officeDocument/2006/relationships/customXml" Target="../ink/ink802.xml"/><Relationship Id="rId321" Type="http://schemas.openxmlformats.org/officeDocument/2006/relationships/image" Target="../media/image863.png"/><Relationship Id="rId342" Type="http://schemas.openxmlformats.org/officeDocument/2006/relationships/customXml" Target="../ink/ink874.xml"/><Relationship Id="rId363" Type="http://schemas.openxmlformats.org/officeDocument/2006/relationships/image" Target="../media/image884.png"/><Relationship Id="rId384" Type="http://schemas.openxmlformats.org/officeDocument/2006/relationships/customXml" Target="../ink/ink895.xml"/><Relationship Id="rId419" Type="http://schemas.openxmlformats.org/officeDocument/2006/relationships/image" Target="../media/image912.png"/><Relationship Id="rId202" Type="http://schemas.openxmlformats.org/officeDocument/2006/relationships/customXml" Target="../ink/ink804.xml"/><Relationship Id="rId223" Type="http://schemas.openxmlformats.org/officeDocument/2006/relationships/image" Target="../media/image814.png"/><Relationship Id="rId244" Type="http://schemas.openxmlformats.org/officeDocument/2006/relationships/customXml" Target="../ink/ink825.xml"/><Relationship Id="rId430" Type="http://schemas.openxmlformats.org/officeDocument/2006/relationships/customXml" Target="../ink/ink918.xml"/><Relationship Id="rId18" Type="http://schemas.openxmlformats.org/officeDocument/2006/relationships/customXml" Target="../ink/ink712.xml"/><Relationship Id="rId39" Type="http://schemas.openxmlformats.org/officeDocument/2006/relationships/image" Target="../media/image722.png"/><Relationship Id="rId265" Type="http://schemas.openxmlformats.org/officeDocument/2006/relationships/image" Target="../media/image835.png"/><Relationship Id="rId286" Type="http://schemas.openxmlformats.org/officeDocument/2006/relationships/customXml" Target="../ink/ink846.xml"/><Relationship Id="rId50" Type="http://schemas.openxmlformats.org/officeDocument/2006/relationships/customXml" Target="../ink/ink728.xml"/><Relationship Id="rId104" Type="http://schemas.openxmlformats.org/officeDocument/2006/relationships/customXml" Target="../ink/ink755.xml"/><Relationship Id="rId125" Type="http://schemas.openxmlformats.org/officeDocument/2006/relationships/image" Target="../media/image765.png"/><Relationship Id="rId146" Type="http://schemas.openxmlformats.org/officeDocument/2006/relationships/customXml" Target="../ink/ink776.xml"/><Relationship Id="rId167" Type="http://schemas.openxmlformats.org/officeDocument/2006/relationships/image" Target="../media/image786.png"/><Relationship Id="rId188" Type="http://schemas.openxmlformats.org/officeDocument/2006/relationships/customXml" Target="../ink/ink797.xml"/><Relationship Id="rId311" Type="http://schemas.openxmlformats.org/officeDocument/2006/relationships/image" Target="../media/image858.png"/><Relationship Id="rId332" Type="http://schemas.openxmlformats.org/officeDocument/2006/relationships/customXml" Target="../ink/ink869.xml"/><Relationship Id="rId353" Type="http://schemas.openxmlformats.org/officeDocument/2006/relationships/image" Target="../media/image879.png"/><Relationship Id="rId374" Type="http://schemas.openxmlformats.org/officeDocument/2006/relationships/customXml" Target="../ink/ink890.xml"/><Relationship Id="rId395" Type="http://schemas.openxmlformats.org/officeDocument/2006/relationships/image" Target="../media/image900.png"/><Relationship Id="rId409" Type="http://schemas.openxmlformats.org/officeDocument/2006/relationships/image" Target="../media/image907.png"/><Relationship Id="rId71" Type="http://schemas.openxmlformats.org/officeDocument/2006/relationships/image" Target="../media/image738.png"/><Relationship Id="rId92" Type="http://schemas.openxmlformats.org/officeDocument/2006/relationships/customXml" Target="../ink/ink749.xml"/><Relationship Id="rId213" Type="http://schemas.openxmlformats.org/officeDocument/2006/relationships/image" Target="../media/image809.png"/><Relationship Id="rId234" Type="http://schemas.openxmlformats.org/officeDocument/2006/relationships/customXml" Target="../ink/ink820.xml"/><Relationship Id="rId420" Type="http://schemas.openxmlformats.org/officeDocument/2006/relationships/customXml" Target="../ink/ink913.xml"/><Relationship Id="rId2" Type="http://schemas.openxmlformats.org/officeDocument/2006/relationships/customXml" Target="../ink/ink704.xml"/><Relationship Id="rId29" Type="http://schemas.openxmlformats.org/officeDocument/2006/relationships/image" Target="../media/image717.png"/><Relationship Id="rId255" Type="http://schemas.openxmlformats.org/officeDocument/2006/relationships/image" Target="../media/image830.png"/><Relationship Id="rId276" Type="http://schemas.openxmlformats.org/officeDocument/2006/relationships/customXml" Target="../ink/ink841.xml"/><Relationship Id="rId297" Type="http://schemas.openxmlformats.org/officeDocument/2006/relationships/image" Target="../media/image851.png"/><Relationship Id="rId40" Type="http://schemas.openxmlformats.org/officeDocument/2006/relationships/customXml" Target="../ink/ink723.xml"/><Relationship Id="rId115" Type="http://schemas.openxmlformats.org/officeDocument/2006/relationships/image" Target="../media/image760.png"/><Relationship Id="rId136" Type="http://schemas.openxmlformats.org/officeDocument/2006/relationships/customXml" Target="../ink/ink771.xml"/><Relationship Id="rId157" Type="http://schemas.openxmlformats.org/officeDocument/2006/relationships/image" Target="../media/image781.png"/><Relationship Id="rId178" Type="http://schemas.openxmlformats.org/officeDocument/2006/relationships/customXml" Target="../ink/ink792.xml"/><Relationship Id="rId301" Type="http://schemas.openxmlformats.org/officeDocument/2006/relationships/image" Target="../media/image853.png"/><Relationship Id="rId322" Type="http://schemas.openxmlformats.org/officeDocument/2006/relationships/customXml" Target="../ink/ink864.xml"/><Relationship Id="rId343" Type="http://schemas.openxmlformats.org/officeDocument/2006/relationships/image" Target="../media/image874.png"/><Relationship Id="rId364" Type="http://schemas.openxmlformats.org/officeDocument/2006/relationships/customXml" Target="../ink/ink885.xml"/><Relationship Id="rId61" Type="http://schemas.openxmlformats.org/officeDocument/2006/relationships/image" Target="../media/image733.png"/><Relationship Id="rId82" Type="http://schemas.openxmlformats.org/officeDocument/2006/relationships/customXml" Target="../ink/ink744.xml"/><Relationship Id="rId199" Type="http://schemas.openxmlformats.org/officeDocument/2006/relationships/image" Target="../media/image802.png"/><Relationship Id="rId203" Type="http://schemas.openxmlformats.org/officeDocument/2006/relationships/image" Target="../media/image804.png"/><Relationship Id="rId385" Type="http://schemas.openxmlformats.org/officeDocument/2006/relationships/image" Target="../media/image895.png"/><Relationship Id="rId19" Type="http://schemas.openxmlformats.org/officeDocument/2006/relationships/image" Target="../media/image712.png"/><Relationship Id="rId224" Type="http://schemas.openxmlformats.org/officeDocument/2006/relationships/customXml" Target="../ink/ink815.xml"/><Relationship Id="rId245" Type="http://schemas.openxmlformats.org/officeDocument/2006/relationships/image" Target="../media/image825.png"/><Relationship Id="rId266" Type="http://schemas.openxmlformats.org/officeDocument/2006/relationships/customXml" Target="../ink/ink836.xml"/><Relationship Id="rId287" Type="http://schemas.openxmlformats.org/officeDocument/2006/relationships/image" Target="../media/image846.png"/><Relationship Id="rId410" Type="http://schemas.openxmlformats.org/officeDocument/2006/relationships/customXml" Target="../ink/ink908.xml"/><Relationship Id="rId431" Type="http://schemas.openxmlformats.org/officeDocument/2006/relationships/image" Target="../media/image918.png"/><Relationship Id="rId30" Type="http://schemas.openxmlformats.org/officeDocument/2006/relationships/customXml" Target="../ink/ink718.xml"/><Relationship Id="rId105" Type="http://schemas.openxmlformats.org/officeDocument/2006/relationships/image" Target="../media/image755.png"/><Relationship Id="rId126" Type="http://schemas.openxmlformats.org/officeDocument/2006/relationships/customXml" Target="../ink/ink766.xml"/><Relationship Id="rId147" Type="http://schemas.openxmlformats.org/officeDocument/2006/relationships/image" Target="../media/image776.png"/><Relationship Id="rId168" Type="http://schemas.openxmlformats.org/officeDocument/2006/relationships/customXml" Target="../ink/ink787.xml"/><Relationship Id="rId312" Type="http://schemas.openxmlformats.org/officeDocument/2006/relationships/customXml" Target="../ink/ink859.xml"/><Relationship Id="rId333" Type="http://schemas.openxmlformats.org/officeDocument/2006/relationships/image" Target="../media/image869.png"/><Relationship Id="rId354" Type="http://schemas.openxmlformats.org/officeDocument/2006/relationships/customXml" Target="../ink/ink880.xml"/><Relationship Id="rId51" Type="http://schemas.openxmlformats.org/officeDocument/2006/relationships/image" Target="../media/image728.png"/><Relationship Id="rId72" Type="http://schemas.openxmlformats.org/officeDocument/2006/relationships/customXml" Target="../ink/ink739.xml"/><Relationship Id="rId93" Type="http://schemas.openxmlformats.org/officeDocument/2006/relationships/image" Target="../media/image749.png"/><Relationship Id="rId189" Type="http://schemas.openxmlformats.org/officeDocument/2006/relationships/image" Target="../media/image797.png"/><Relationship Id="rId375" Type="http://schemas.openxmlformats.org/officeDocument/2006/relationships/image" Target="../media/image890.png"/><Relationship Id="rId396" Type="http://schemas.openxmlformats.org/officeDocument/2006/relationships/customXml" Target="../ink/ink901.xml"/><Relationship Id="rId3" Type="http://schemas.openxmlformats.org/officeDocument/2006/relationships/image" Target="../media/image704.png"/><Relationship Id="rId214" Type="http://schemas.openxmlformats.org/officeDocument/2006/relationships/customXml" Target="../ink/ink810.xml"/><Relationship Id="rId235" Type="http://schemas.openxmlformats.org/officeDocument/2006/relationships/image" Target="../media/image820.png"/><Relationship Id="rId256" Type="http://schemas.openxmlformats.org/officeDocument/2006/relationships/customXml" Target="../ink/ink831.xml"/><Relationship Id="rId277" Type="http://schemas.openxmlformats.org/officeDocument/2006/relationships/image" Target="../media/image841.png"/><Relationship Id="rId298" Type="http://schemas.openxmlformats.org/officeDocument/2006/relationships/customXml" Target="../ink/ink852.xml"/><Relationship Id="rId400" Type="http://schemas.openxmlformats.org/officeDocument/2006/relationships/customXml" Target="../ink/ink903.xml"/><Relationship Id="rId421" Type="http://schemas.openxmlformats.org/officeDocument/2006/relationships/image" Target="../media/image913.png"/><Relationship Id="rId116" Type="http://schemas.openxmlformats.org/officeDocument/2006/relationships/customXml" Target="../ink/ink761.xml"/><Relationship Id="rId137" Type="http://schemas.openxmlformats.org/officeDocument/2006/relationships/image" Target="../media/image771.png"/><Relationship Id="rId158" Type="http://schemas.openxmlformats.org/officeDocument/2006/relationships/customXml" Target="../ink/ink782.xml"/><Relationship Id="rId302" Type="http://schemas.openxmlformats.org/officeDocument/2006/relationships/customXml" Target="../ink/ink854.xml"/><Relationship Id="rId323" Type="http://schemas.openxmlformats.org/officeDocument/2006/relationships/image" Target="../media/image864.png"/><Relationship Id="rId344" Type="http://schemas.openxmlformats.org/officeDocument/2006/relationships/customXml" Target="../ink/ink875.xml"/><Relationship Id="rId20" Type="http://schemas.openxmlformats.org/officeDocument/2006/relationships/customXml" Target="../ink/ink713.xml"/><Relationship Id="rId41" Type="http://schemas.openxmlformats.org/officeDocument/2006/relationships/image" Target="../media/image723.png"/><Relationship Id="rId62" Type="http://schemas.openxmlformats.org/officeDocument/2006/relationships/customXml" Target="../ink/ink734.xml"/><Relationship Id="rId83" Type="http://schemas.openxmlformats.org/officeDocument/2006/relationships/image" Target="../media/image744.png"/><Relationship Id="rId179" Type="http://schemas.openxmlformats.org/officeDocument/2006/relationships/image" Target="../media/image792.png"/><Relationship Id="rId365" Type="http://schemas.openxmlformats.org/officeDocument/2006/relationships/image" Target="../media/image885.png"/><Relationship Id="rId386" Type="http://schemas.openxmlformats.org/officeDocument/2006/relationships/customXml" Target="../ink/ink896.xml"/><Relationship Id="rId190" Type="http://schemas.openxmlformats.org/officeDocument/2006/relationships/customXml" Target="../ink/ink798.xml"/><Relationship Id="rId204" Type="http://schemas.openxmlformats.org/officeDocument/2006/relationships/customXml" Target="../ink/ink805.xml"/><Relationship Id="rId225" Type="http://schemas.openxmlformats.org/officeDocument/2006/relationships/image" Target="../media/image815.png"/><Relationship Id="rId246" Type="http://schemas.openxmlformats.org/officeDocument/2006/relationships/customXml" Target="../ink/ink826.xml"/><Relationship Id="rId267" Type="http://schemas.openxmlformats.org/officeDocument/2006/relationships/image" Target="../media/image836.png"/><Relationship Id="rId288" Type="http://schemas.openxmlformats.org/officeDocument/2006/relationships/customXml" Target="../ink/ink847.xml"/><Relationship Id="rId411" Type="http://schemas.openxmlformats.org/officeDocument/2006/relationships/image" Target="../media/image908.png"/><Relationship Id="rId432" Type="http://schemas.openxmlformats.org/officeDocument/2006/relationships/customXml" Target="../ink/ink919.xml"/><Relationship Id="rId106" Type="http://schemas.openxmlformats.org/officeDocument/2006/relationships/customXml" Target="../ink/ink756.xml"/><Relationship Id="rId127" Type="http://schemas.openxmlformats.org/officeDocument/2006/relationships/image" Target="../media/image766.png"/><Relationship Id="rId313" Type="http://schemas.openxmlformats.org/officeDocument/2006/relationships/image" Target="../media/image859.png"/><Relationship Id="rId10" Type="http://schemas.openxmlformats.org/officeDocument/2006/relationships/customXml" Target="../ink/ink708.xml"/><Relationship Id="rId31" Type="http://schemas.openxmlformats.org/officeDocument/2006/relationships/image" Target="../media/image718.png"/><Relationship Id="rId52" Type="http://schemas.openxmlformats.org/officeDocument/2006/relationships/customXml" Target="../ink/ink729.xml"/><Relationship Id="rId73" Type="http://schemas.openxmlformats.org/officeDocument/2006/relationships/image" Target="../media/image739.png"/><Relationship Id="rId94" Type="http://schemas.openxmlformats.org/officeDocument/2006/relationships/customXml" Target="../ink/ink750.xml"/><Relationship Id="rId148" Type="http://schemas.openxmlformats.org/officeDocument/2006/relationships/customXml" Target="../ink/ink777.xml"/><Relationship Id="rId169" Type="http://schemas.openxmlformats.org/officeDocument/2006/relationships/image" Target="../media/image787.png"/><Relationship Id="rId334" Type="http://schemas.openxmlformats.org/officeDocument/2006/relationships/customXml" Target="../ink/ink870.xml"/><Relationship Id="rId355" Type="http://schemas.openxmlformats.org/officeDocument/2006/relationships/image" Target="../media/image880.png"/><Relationship Id="rId376" Type="http://schemas.openxmlformats.org/officeDocument/2006/relationships/customXml" Target="../ink/ink891.xml"/><Relationship Id="rId397" Type="http://schemas.openxmlformats.org/officeDocument/2006/relationships/image" Target="../media/image901.png"/><Relationship Id="rId4" Type="http://schemas.openxmlformats.org/officeDocument/2006/relationships/customXml" Target="../ink/ink705.xml"/><Relationship Id="rId180" Type="http://schemas.openxmlformats.org/officeDocument/2006/relationships/customXml" Target="../ink/ink793.xml"/><Relationship Id="rId215" Type="http://schemas.openxmlformats.org/officeDocument/2006/relationships/image" Target="../media/image810.png"/><Relationship Id="rId236" Type="http://schemas.openxmlformats.org/officeDocument/2006/relationships/customXml" Target="../ink/ink821.xml"/><Relationship Id="rId257" Type="http://schemas.openxmlformats.org/officeDocument/2006/relationships/image" Target="../media/image831.png"/><Relationship Id="rId278" Type="http://schemas.openxmlformats.org/officeDocument/2006/relationships/customXml" Target="../ink/ink842.xml"/><Relationship Id="rId401" Type="http://schemas.openxmlformats.org/officeDocument/2006/relationships/image" Target="../media/image903.png"/><Relationship Id="rId422" Type="http://schemas.openxmlformats.org/officeDocument/2006/relationships/customXml" Target="../ink/ink914.xml"/><Relationship Id="rId303" Type="http://schemas.openxmlformats.org/officeDocument/2006/relationships/image" Target="../media/image854.png"/><Relationship Id="rId42" Type="http://schemas.openxmlformats.org/officeDocument/2006/relationships/customXml" Target="../ink/ink724.xml"/><Relationship Id="rId84" Type="http://schemas.openxmlformats.org/officeDocument/2006/relationships/customXml" Target="../ink/ink745.xml"/><Relationship Id="rId138" Type="http://schemas.openxmlformats.org/officeDocument/2006/relationships/customXml" Target="../ink/ink772.xml"/><Relationship Id="rId345" Type="http://schemas.openxmlformats.org/officeDocument/2006/relationships/image" Target="../media/image875.png"/><Relationship Id="rId387" Type="http://schemas.openxmlformats.org/officeDocument/2006/relationships/image" Target="../media/image896.png"/><Relationship Id="rId191" Type="http://schemas.openxmlformats.org/officeDocument/2006/relationships/image" Target="../media/image798.png"/><Relationship Id="rId205" Type="http://schemas.openxmlformats.org/officeDocument/2006/relationships/image" Target="../media/image805.png"/><Relationship Id="rId247" Type="http://schemas.openxmlformats.org/officeDocument/2006/relationships/image" Target="../media/image826.png"/><Relationship Id="rId412" Type="http://schemas.openxmlformats.org/officeDocument/2006/relationships/customXml" Target="../ink/ink909.xml"/><Relationship Id="rId107" Type="http://schemas.openxmlformats.org/officeDocument/2006/relationships/image" Target="../media/image756.png"/><Relationship Id="rId289" Type="http://schemas.openxmlformats.org/officeDocument/2006/relationships/image" Target="../media/image847.png"/><Relationship Id="rId11" Type="http://schemas.openxmlformats.org/officeDocument/2006/relationships/image" Target="../media/image708.png"/><Relationship Id="rId53" Type="http://schemas.openxmlformats.org/officeDocument/2006/relationships/image" Target="../media/image729.png"/><Relationship Id="rId149" Type="http://schemas.openxmlformats.org/officeDocument/2006/relationships/image" Target="../media/image777.png"/><Relationship Id="rId314" Type="http://schemas.openxmlformats.org/officeDocument/2006/relationships/customXml" Target="../ink/ink860.xml"/><Relationship Id="rId356" Type="http://schemas.openxmlformats.org/officeDocument/2006/relationships/customXml" Target="../ink/ink881.xml"/><Relationship Id="rId398" Type="http://schemas.openxmlformats.org/officeDocument/2006/relationships/customXml" Target="../ink/ink902.xml"/><Relationship Id="rId95" Type="http://schemas.openxmlformats.org/officeDocument/2006/relationships/image" Target="../media/image750.png"/><Relationship Id="rId160" Type="http://schemas.openxmlformats.org/officeDocument/2006/relationships/customXml" Target="../ink/ink783.xml"/><Relationship Id="rId216" Type="http://schemas.openxmlformats.org/officeDocument/2006/relationships/customXml" Target="../ink/ink811.xml"/><Relationship Id="rId423" Type="http://schemas.openxmlformats.org/officeDocument/2006/relationships/image" Target="../media/image914.png"/><Relationship Id="rId258" Type="http://schemas.openxmlformats.org/officeDocument/2006/relationships/customXml" Target="../ink/ink832.xml"/><Relationship Id="rId22" Type="http://schemas.openxmlformats.org/officeDocument/2006/relationships/customXml" Target="../ink/ink714.xml"/><Relationship Id="rId64" Type="http://schemas.openxmlformats.org/officeDocument/2006/relationships/customXml" Target="../ink/ink735.xml"/><Relationship Id="rId118" Type="http://schemas.openxmlformats.org/officeDocument/2006/relationships/customXml" Target="../ink/ink762.xml"/><Relationship Id="rId325" Type="http://schemas.openxmlformats.org/officeDocument/2006/relationships/image" Target="../media/image865.png"/><Relationship Id="rId367" Type="http://schemas.openxmlformats.org/officeDocument/2006/relationships/image" Target="../media/image886.png"/><Relationship Id="rId171" Type="http://schemas.openxmlformats.org/officeDocument/2006/relationships/image" Target="../media/image788.png"/><Relationship Id="rId227" Type="http://schemas.openxmlformats.org/officeDocument/2006/relationships/image" Target="../media/image816.png"/><Relationship Id="rId269" Type="http://schemas.openxmlformats.org/officeDocument/2006/relationships/image" Target="../media/image837.png"/><Relationship Id="rId33" Type="http://schemas.openxmlformats.org/officeDocument/2006/relationships/image" Target="../media/image719.png"/><Relationship Id="rId129" Type="http://schemas.openxmlformats.org/officeDocument/2006/relationships/image" Target="../media/image767.png"/><Relationship Id="rId280" Type="http://schemas.openxmlformats.org/officeDocument/2006/relationships/customXml" Target="../ink/ink843.xml"/><Relationship Id="rId336" Type="http://schemas.openxmlformats.org/officeDocument/2006/relationships/customXml" Target="../ink/ink871.xml"/><Relationship Id="rId75" Type="http://schemas.openxmlformats.org/officeDocument/2006/relationships/image" Target="../media/image740.png"/><Relationship Id="rId140" Type="http://schemas.openxmlformats.org/officeDocument/2006/relationships/customXml" Target="../ink/ink773.xml"/><Relationship Id="rId182" Type="http://schemas.openxmlformats.org/officeDocument/2006/relationships/customXml" Target="../ink/ink794.xml"/><Relationship Id="rId378" Type="http://schemas.openxmlformats.org/officeDocument/2006/relationships/customXml" Target="../ink/ink892.xml"/><Relationship Id="rId403" Type="http://schemas.openxmlformats.org/officeDocument/2006/relationships/image" Target="../media/image904.png"/><Relationship Id="rId6" Type="http://schemas.openxmlformats.org/officeDocument/2006/relationships/customXml" Target="../ink/ink706.xml"/><Relationship Id="rId238" Type="http://schemas.openxmlformats.org/officeDocument/2006/relationships/customXml" Target="../ink/ink822.xml"/><Relationship Id="rId291" Type="http://schemas.openxmlformats.org/officeDocument/2006/relationships/image" Target="../media/image848.png"/><Relationship Id="rId305" Type="http://schemas.openxmlformats.org/officeDocument/2006/relationships/image" Target="../media/image855.png"/><Relationship Id="rId347" Type="http://schemas.openxmlformats.org/officeDocument/2006/relationships/image" Target="../media/image876.png"/><Relationship Id="rId44" Type="http://schemas.openxmlformats.org/officeDocument/2006/relationships/customXml" Target="../ink/ink725.xml"/><Relationship Id="rId86" Type="http://schemas.openxmlformats.org/officeDocument/2006/relationships/customXml" Target="../ink/ink746.xml"/><Relationship Id="rId151" Type="http://schemas.openxmlformats.org/officeDocument/2006/relationships/image" Target="../media/image778.png"/><Relationship Id="rId389" Type="http://schemas.openxmlformats.org/officeDocument/2006/relationships/image" Target="../media/image897.png"/><Relationship Id="rId193" Type="http://schemas.openxmlformats.org/officeDocument/2006/relationships/image" Target="../media/image799.png"/><Relationship Id="rId207" Type="http://schemas.openxmlformats.org/officeDocument/2006/relationships/image" Target="../media/image806.png"/><Relationship Id="rId249" Type="http://schemas.openxmlformats.org/officeDocument/2006/relationships/image" Target="../media/image827.png"/><Relationship Id="rId414" Type="http://schemas.openxmlformats.org/officeDocument/2006/relationships/customXml" Target="../ink/ink910.xml"/><Relationship Id="rId13" Type="http://schemas.openxmlformats.org/officeDocument/2006/relationships/image" Target="../media/image709.png"/><Relationship Id="rId109" Type="http://schemas.openxmlformats.org/officeDocument/2006/relationships/image" Target="../media/image757.png"/><Relationship Id="rId260" Type="http://schemas.openxmlformats.org/officeDocument/2006/relationships/customXml" Target="../ink/ink833.xml"/><Relationship Id="rId316" Type="http://schemas.openxmlformats.org/officeDocument/2006/relationships/customXml" Target="../ink/ink861.xml"/><Relationship Id="rId55" Type="http://schemas.openxmlformats.org/officeDocument/2006/relationships/image" Target="../media/image730.png"/><Relationship Id="rId97" Type="http://schemas.openxmlformats.org/officeDocument/2006/relationships/image" Target="../media/image751.png"/><Relationship Id="rId120" Type="http://schemas.openxmlformats.org/officeDocument/2006/relationships/customXml" Target="../ink/ink763.xml"/><Relationship Id="rId358" Type="http://schemas.openxmlformats.org/officeDocument/2006/relationships/customXml" Target="../ink/ink882.xml"/><Relationship Id="rId162" Type="http://schemas.openxmlformats.org/officeDocument/2006/relationships/customXml" Target="../ink/ink784.xml"/><Relationship Id="rId218" Type="http://schemas.openxmlformats.org/officeDocument/2006/relationships/customXml" Target="../ink/ink812.xml"/><Relationship Id="rId425" Type="http://schemas.openxmlformats.org/officeDocument/2006/relationships/image" Target="../media/image915.png"/><Relationship Id="rId271" Type="http://schemas.openxmlformats.org/officeDocument/2006/relationships/image" Target="../media/image838.png"/><Relationship Id="rId24" Type="http://schemas.openxmlformats.org/officeDocument/2006/relationships/customXml" Target="../ink/ink715.xml"/><Relationship Id="rId66" Type="http://schemas.openxmlformats.org/officeDocument/2006/relationships/customXml" Target="../ink/ink736.xml"/><Relationship Id="rId131" Type="http://schemas.openxmlformats.org/officeDocument/2006/relationships/image" Target="../media/image768.png"/><Relationship Id="rId327" Type="http://schemas.openxmlformats.org/officeDocument/2006/relationships/image" Target="../media/image866.png"/><Relationship Id="rId369" Type="http://schemas.openxmlformats.org/officeDocument/2006/relationships/image" Target="../media/image887.png"/><Relationship Id="rId173" Type="http://schemas.openxmlformats.org/officeDocument/2006/relationships/image" Target="../media/image789.png"/><Relationship Id="rId229" Type="http://schemas.openxmlformats.org/officeDocument/2006/relationships/image" Target="../media/image817.png"/><Relationship Id="rId380" Type="http://schemas.openxmlformats.org/officeDocument/2006/relationships/customXml" Target="../ink/ink893.xml"/><Relationship Id="rId240" Type="http://schemas.openxmlformats.org/officeDocument/2006/relationships/customXml" Target="../ink/ink823.xml"/><Relationship Id="rId35" Type="http://schemas.openxmlformats.org/officeDocument/2006/relationships/image" Target="../media/image720.png"/><Relationship Id="rId77" Type="http://schemas.openxmlformats.org/officeDocument/2006/relationships/image" Target="../media/image741.png"/><Relationship Id="rId100" Type="http://schemas.openxmlformats.org/officeDocument/2006/relationships/customXml" Target="../ink/ink753.xml"/><Relationship Id="rId282" Type="http://schemas.openxmlformats.org/officeDocument/2006/relationships/customXml" Target="../ink/ink844.xml"/><Relationship Id="rId338" Type="http://schemas.openxmlformats.org/officeDocument/2006/relationships/customXml" Target="../ink/ink872.xml"/><Relationship Id="rId8" Type="http://schemas.openxmlformats.org/officeDocument/2006/relationships/customXml" Target="../ink/ink707.xml"/><Relationship Id="rId142" Type="http://schemas.openxmlformats.org/officeDocument/2006/relationships/customXml" Target="../ink/ink774.xml"/><Relationship Id="rId184" Type="http://schemas.openxmlformats.org/officeDocument/2006/relationships/customXml" Target="../ink/ink795.xml"/><Relationship Id="rId391" Type="http://schemas.openxmlformats.org/officeDocument/2006/relationships/image" Target="../media/image898.png"/><Relationship Id="rId405" Type="http://schemas.openxmlformats.org/officeDocument/2006/relationships/image" Target="../media/image905.png"/><Relationship Id="rId251" Type="http://schemas.openxmlformats.org/officeDocument/2006/relationships/image" Target="../media/image828.png"/><Relationship Id="rId46" Type="http://schemas.openxmlformats.org/officeDocument/2006/relationships/customXml" Target="../ink/ink726.xml"/><Relationship Id="rId293" Type="http://schemas.openxmlformats.org/officeDocument/2006/relationships/image" Target="../media/image849.png"/><Relationship Id="rId307" Type="http://schemas.openxmlformats.org/officeDocument/2006/relationships/image" Target="../media/image856.png"/><Relationship Id="rId349" Type="http://schemas.openxmlformats.org/officeDocument/2006/relationships/image" Target="../media/image877.png"/><Relationship Id="rId88" Type="http://schemas.openxmlformats.org/officeDocument/2006/relationships/customXml" Target="../ink/ink747.xml"/><Relationship Id="rId111" Type="http://schemas.openxmlformats.org/officeDocument/2006/relationships/image" Target="../media/image758.png"/><Relationship Id="rId153" Type="http://schemas.openxmlformats.org/officeDocument/2006/relationships/image" Target="../media/image779.png"/><Relationship Id="rId195" Type="http://schemas.openxmlformats.org/officeDocument/2006/relationships/image" Target="../media/image800.png"/><Relationship Id="rId209" Type="http://schemas.openxmlformats.org/officeDocument/2006/relationships/image" Target="../media/image807.png"/><Relationship Id="rId360" Type="http://schemas.openxmlformats.org/officeDocument/2006/relationships/customXml" Target="../ink/ink883.xml"/><Relationship Id="rId416" Type="http://schemas.openxmlformats.org/officeDocument/2006/relationships/customXml" Target="../ink/ink911.xml"/><Relationship Id="rId220" Type="http://schemas.openxmlformats.org/officeDocument/2006/relationships/customXml" Target="../ink/ink813.xml"/><Relationship Id="rId15" Type="http://schemas.openxmlformats.org/officeDocument/2006/relationships/image" Target="../media/image710.png"/><Relationship Id="rId57" Type="http://schemas.openxmlformats.org/officeDocument/2006/relationships/image" Target="../media/image731.png"/><Relationship Id="rId262" Type="http://schemas.openxmlformats.org/officeDocument/2006/relationships/customXml" Target="../ink/ink834.xml"/><Relationship Id="rId318" Type="http://schemas.openxmlformats.org/officeDocument/2006/relationships/customXml" Target="../ink/ink862.xml"/><Relationship Id="rId99" Type="http://schemas.openxmlformats.org/officeDocument/2006/relationships/image" Target="../media/image752.png"/><Relationship Id="rId122" Type="http://schemas.openxmlformats.org/officeDocument/2006/relationships/customXml" Target="../ink/ink764.xml"/><Relationship Id="rId164" Type="http://schemas.openxmlformats.org/officeDocument/2006/relationships/customXml" Target="../ink/ink785.xml"/><Relationship Id="rId371" Type="http://schemas.openxmlformats.org/officeDocument/2006/relationships/image" Target="../media/image888.png"/><Relationship Id="rId427" Type="http://schemas.openxmlformats.org/officeDocument/2006/relationships/image" Target="../media/image916.png"/><Relationship Id="rId26" Type="http://schemas.openxmlformats.org/officeDocument/2006/relationships/customXml" Target="../ink/ink716.xml"/><Relationship Id="rId231" Type="http://schemas.openxmlformats.org/officeDocument/2006/relationships/image" Target="../media/image818.png"/><Relationship Id="rId273" Type="http://schemas.openxmlformats.org/officeDocument/2006/relationships/image" Target="../media/image839.png"/><Relationship Id="rId329" Type="http://schemas.openxmlformats.org/officeDocument/2006/relationships/image" Target="../media/image867.png"/><Relationship Id="rId68" Type="http://schemas.openxmlformats.org/officeDocument/2006/relationships/customXml" Target="../ink/ink737.xml"/><Relationship Id="rId133" Type="http://schemas.openxmlformats.org/officeDocument/2006/relationships/image" Target="../media/image769.png"/><Relationship Id="rId175" Type="http://schemas.openxmlformats.org/officeDocument/2006/relationships/image" Target="../media/image790.png"/><Relationship Id="rId340" Type="http://schemas.openxmlformats.org/officeDocument/2006/relationships/customXml" Target="../ink/ink873.xml"/><Relationship Id="rId200" Type="http://schemas.openxmlformats.org/officeDocument/2006/relationships/customXml" Target="../ink/ink803.xml"/><Relationship Id="rId382" Type="http://schemas.openxmlformats.org/officeDocument/2006/relationships/customXml" Target="../ink/ink894.xml"/><Relationship Id="rId242" Type="http://schemas.openxmlformats.org/officeDocument/2006/relationships/customXml" Target="../ink/ink824.xml"/><Relationship Id="rId284" Type="http://schemas.openxmlformats.org/officeDocument/2006/relationships/customXml" Target="../ink/ink845.xml"/><Relationship Id="rId37" Type="http://schemas.openxmlformats.org/officeDocument/2006/relationships/image" Target="../media/image721.png"/><Relationship Id="rId79" Type="http://schemas.openxmlformats.org/officeDocument/2006/relationships/image" Target="../media/image742.png"/><Relationship Id="rId102" Type="http://schemas.openxmlformats.org/officeDocument/2006/relationships/customXml" Target="../ink/ink754.xml"/><Relationship Id="rId144" Type="http://schemas.openxmlformats.org/officeDocument/2006/relationships/customXml" Target="../ink/ink775.xml"/><Relationship Id="rId90" Type="http://schemas.openxmlformats.org/officeDocument/2006/relationships/customXml" Target="../ink/ink748.xml"/><Relationship Id="rId186" Type="http://schemas.openxmlformats.org/officeDocument/2006/relationships/customXml" Target="../ink/ink796.xml"/><Relationship Id="rId351" Type="http://schemas.openxmlformats.org/officeDocument/2006/relationships/image" Target="../media/image878.png"/><Relationship Id="rId393" Type="http://schemas.openxmlformats.org/officeDocument/2006/relationships/image" Target="../media/image899.png"/><Relationship Id="rId407" Type="http://schemas.openxmlformats.org/officeDocument/2006/relationships/image" Target="../media/image906.png"/><Relationship Id="rId211" Type="http://schemas.openxmlformats.org/officeDocument/2006/relationships/image" Target="../media/image808.png"/><Relationship Id="rId253" Type="http://schemas.openxmlformats.org/officeDocument/2006/relationships/image" Target="../media/image829.png"/><Relationship Id="rId295" Type="http://schemas.openxmlformats.org/officeDocument/2006/relationships/image" Target="../media/image850.png"/><Relationship Id="rId309" Type="http://schemas.openxmlformats.org/officeDocument/2006/relationships/image" Target="../media/image857.png"/><Relationship Id="rId48" Type="http://schemas.openxmlformats.org/officeDocument/2006/relationships/customXml" Target="../ink/ink727.xml"/><Relationship Id="rId113" Type="http://schemas.openxmlformats.org/officeDocument/2006/relationships/image" Target="../media/image759.png"/><Relationship Id="rId320" Type="http://schemas.openxmlformats.org/officeDocument/2006/relationships/customXml" Target="../ink/ink863.xml"/><Relationship Id="rId155" Type="http://schemas.openxmlformats.org/officeDocument/2006/relationships/image" Target="../media/image780.png"/><Relationship Id="rId197" Type="http://schemas.openxmlformats.org/officeDocument/2006/relationships/image" Target="../media/image801.png"/><Relationship Id="rId362" Type="http://schemas.openxmlformats.org/officeDocument/2006/relationships/customXml" Target="../ink/ink884.xml"/><Relationship Id="rId418" Type="http://schemas.openxmlformats.org/officeDocument/2006/relationships/customXml" Target="../ink/ink912.xml"/><Relationship Id="rId222" Type="http://schemas.openxmlformats.org/officeDocument/2006/relationships/customXml" Target="../ink/ink814.xml"/><Relationship Id="rId264" Type="http://schemas.openxmlformats.org/officeDocument/2006/relationships/customXml" Target="../ink/ink835.xml"/><Relationship Id="rId17" Type="http://schemas.openxmlformats.org/officeDocument/2006/relationships/image" Target="../media/image711.png"/><Relationship Id="rId59" Type="http://schemas.openxmlformats.org/officeDocument/2006/relationships/image" Target="../media/image732.png"/><Relationship Id="rId124" Type="http://schemas.openxmlformats.org/officeDocument/2006/relationships/customXml" Target="../ink/ink765.xml"/><Relationship Id="rId70" Type="http://schemas.openxmlformats.org/officeDocument/2006/relationships/customXml" Target="../ink/ink738.xml"/><Relationship Id="rId166" Type="http://schemas.openxmlformats.org/officeDocument/2006/relationships/customXml" Target="../ink/ink786.xml"/><Relationship Id="rId331" Type="http://schemas.openxmlformats.org/officeDocument/2006/relationships/image" Target="../media/image868.png"/><Relationship Id="rId373" Type="http://schemas.openxmlformats.org/officeDocument/2006/relationships/image" Target="../media/image889.png"/><Relationship Id="rId429" Type="http://schemas.openxmlformats.org/officeDocument/2006/relationships/image" Target="../media/image91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1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7.png"/><Relationship Id="rId299" Type="http://schemas.openxmlformats.org/officeDocument/2006/relationships/image" Target="../media/image1058.png"/><Relationship Id="rId21" Type="http://schemas.openxmlformats.org/officeDocument/2006/relationships/image" Target="../media/image9190.png"/><Relationship Id="rId63" Type="http://schemas.openxmlformats.org/officeDocument/2006/relationships/image" Target="../media/image940.png"/><Relationship Id="rId159" Type="http://schemas.openxmlformats.org/officeDocument/2006/relationships/image" Target="../media/image988.png"/><Relationship Id="rId324" Type="http://schemas.openxmlformats.org/officeDocument/2006/relationships/customXml" Target="../ink/ink1081.xml"/><Relationship Id="rId366" Type="http://schemas.openxmlformats.org/officeDocument/2006/relationships/customXml" Target="../ink/ink1102.xml"/><Relationship Id="rId170" Type="http://schemas.openxmlformats.org/officeDocument/2006/relationships/customXml" Target="../ink/ink1004.xml"/><Relationship Id="rId226" Type="http://schemas.openxmlformats.org/officeDocument/2006/relationships/customXml" Target="../ink/ink1032.xml"/><Relationship Id="rId268" Type="http://schemas.openxmlformats.org/officeDocument/2006/relationships/customXml" Target="../ink/ink1053.xml"/><Relationship Id="rId32" Type="http://schemas.openxmlformats.org/officeDocument/2006/relationships/customXml" Target="../ink/ink935.xml"/><Relationship Id="rId74" Type="http://schemas.openxmlformats.org/officeDocument/2006/relationships/customXml" Target="../ink/ink956.xml"/><Relationship Id="rId128" Type="http://schemas.openxmlformats.org/officeDocument/2006/relationships/customXml" Target="../ink/ink983.xml"/><Relationship Id="rId335" Type="http://schemas.openxmlformats.org/officeDocument/2006/relationships/image" Target="../media/image1076.png"/><Relationship Id="rId377" Type="http://schemas.openxmlformats.org/officeDocument/2006/relationships/image" Target="../media/image1097.png"/><Relationship Id="rId5" Type="http://schemas.openxmlformats.org/officeDocument/2006/relationships/image" Target="../media/image9110.png"/><Relationship Id="rId181" Type="http://schemas.openxmlformats.org/officeDocument/2006/relationships/image" Target="../media/image999.png"/><Relationship Id="rId237" Type="http://schemas.openxmlformats.org/officeDocument/2006/relationships/image" Target="../media/image1027.png"/><Relationship Id="rId279" Type="http://schemas.openxmlformats.org/officeDocument/2006/relationships/image" Target="../media/image1048.png"/><Relationship Id="rId43" Type="http://schemas.openxmlformats.org/officeDocument/2006/relationships/image" Target="../media/image930.png"/><Relationship Id="rId139" Type="http://schemas.openxmlformats.org/officeDocument/2006/relationships/image" Target="../media/image978.png"/><Relationship Id="rId290" Type="http://schemas.openxmlformats.org/officeDocument/2006/relationships/customXml" Target="../ink/ink1064.xml"/><Relationship Id="rId304" Type="http://schemas.openxmlformats.org/officeDocument/2006/relationships/customXml" Target="../ink/ink1071.xml"/><Relationship Id="rId346" Type="http://schemas.openxmlformats.org/officeDocument/2006/relationships/customXml" Target="../ink/ink1092.xml"/><Relationship Id="rId85" Type="http://schemas.openxmlformats.org/officeDocument/2006/relationships/image" Target="../media/image951.png"/><Relationship Id="rId150" Type="http://schemas.openxmlformats.org/officeDocument/2006/relationships/customXml" Target="../ink/ink994.xml"/><Relationship Id="rId192" Type="http://schemas.openxmlformats.org/officeDocument/2006/relationships/customXml" Target="../ink/ink1015.xml"/><Relationship Id="rId206" Type="http://schemas.openxmlformats.org/officeDocument/2006/relationships/customXml" Target="../ink/ink1022.xml"/><Relationship Id="rId248" Type="http://schemas.openxmlformats.org/officeDocument/2006/relationships/customXml" Target="../ink/ink1043.xml"/><Relationship Id="rId12" Type="http://schemas.openxmlformats.org/officeDocument/2006/relationships/customXml" Target="../ink/ink925.xml"/><Relationship Id="rId108" Type="http://schemas.openxmlformats.org/officeDocument/2006/relationships/customXml" Target="../ink/ink973.xml"/><Relationship Id="rId315" Type="http://schemas.openxmlformats.org/officeDocument/2006/relationships/image" Target="../media/image1066.png"/><Relationship Id="rId357" Type="http://schemas.openxmlformats.org/officeDocument/2006/relationships/image" Target="../media/image1087.png"/><Relationship Id="rId54" Type="http://schemas.openxmlformats.org/officeDocument/2006/relationships/customXml" Target="../ink/ink946.xml"/><Relationship Id="rId96" Type="http://schemas.openxmlformats.org/officeDocument/2006/relationships/customXml" Target="../ink/ink967.xml"/><Relationship Id="rId161" Type="http://schemas.openxmlformats.org/officeDocument/2006/relationships/image" Target="../media/image989.png"/><Relationship Id="rId217" Type="http://schemas.openxmlformats.org/officeDocument/2006/relationships/image" Target="../media/image1017.png"/><Relationship Id="rId259" Type="http://schemas.openxmlformats.org/officeDocument/2006/relationships/image" Target="../media/image1038.png"/><Relationship Id="rId23" Type="http://schemas.openxmlformats.org/officeDocument/2006/relationships/image" Target="../media/image920.png"/><Relationship Id="rId119" Type="http://schemas.openxmlformats.org/officeDocument/2006/relationships/image" Target="../media/image968.png"/><Relationship Id="rId270" Type="http://schemas.openxmlformats.org/officeDocument/2006/relationships/customXml" Target="../ink/ink1054.xml"/><Relationship Id="rId326" Type="http://schemas.openxmlformats.org/officeDocument/2006/relationships/customXml" Target="../ink/ink1082.xml"/><Relationship Id="rId65" Type="http://schemas.openxmlformats.org/officeDocument/2006/relationships/image" Target="../media/image941.png"/><Relationship Id="rId130" Type="http://schemas.openxmlformats.org/officeDocument/2006/relationships/customXml" Target="../ink/ink984.xml"/><Relationship Id="rId368" Type="http://schemas.openxmlformats.org/officeDocument/2006/relationships/customXml" Target="../ink/ink1103.xml"/><Relationship Id="rId172" Type="http://schemas.openxmlformats.org/officeDocument/2006/relationships/customXml" Target="../ink/ink1005.xml"/><Relationship Id="rId228" Type="http://schemas.openxmlformats.org/officeDocument/2006/relationships/customXml" Target="../ink/ink1033.xml"/><Relationship Id="rId281" Type="http://schemas.openxmlformats.org/officeDocument/2006/relationships/image" Target="../media/image1049.png"/><Relationship Id="rId337" Type="http://schemas.openxmlformats.org/officeDocument/2006/relationships/image" Target="../media/image1077.png"/><Relationship Id="rId34" Type="http://schemas.openxmlformats.org/officeDocument/2006/relationships/customXml" Target="../ink/ink936.xml"/><Relationship Id="rId76" Type="http://schemas.openxmlformats.org/officeDocument/2006/relationships/customXml" Target="../ink/ink957.xml"/><Relationship Id="rId141" Type="http://schemas.openxmlformats.org/officeDocument/2006/relationships/image" Target="../media/image979.png"/><Relationship Id="rId379" Type="http://schemas.openxmlformats.org/officeDocument/2006/relationships/image" Target="../media/image1098.png"/><Relationship Id="rId7" Type="http://schemas.openxmlformats.org/officeDocument/2006/relationships/image" Target="../media/image9120.png"/><Relationship Id="rId183" Type="http://schemas.openxmlformats.org/officeDocument/2006/relationships/image" Target="../media/image1000.png"/><Relationship Id="rId239" Type="http://schemas.openxmlformats.org/officeDocument/2006/relationships/image" Target="../media/image1028.png"/><Relationship Id="rId250" Type="http://schemas.openxmlformats.org/officeDocument/2006/relationships/customXml" Target="../ink/ink1044.xml"/><Relationship Id="rId292" Type="http://schemas.openxmlformats.org/officeDocument/2006/relationships/customXml" Target="../ink/ink1065.xml"/><Relationship Id="rId306" Type="http://schemas.openxmlformats.org/officeDocument/2006/relationships/customXml" Target="../ink/ink1072.xml"/><Relationship Id="rId45" Type="http://schemas.openxmlformats.org/officeDocument/2006/relationships/image" Target="../media/image931.png"/><Relationship Id="rId87" Type="http://schemas.openxmlformats.org/officeDocument/2006/relationships/image" Target="../media/image952.png"/><Relationship Id="rId110" Type="http://schemas.openxmlformats.org/officeDocument/2006/relationships/customXml" Target="../ink/ink974.xml"/><Relationship Id="rId348" Type="http://schemas.openxmlformats.org/officeDocument/2006/relationships/customXml" Target="../ink/ink1093.xml"/><Relationship Id="rId152" Type="http://schemas.openxmlformats.org/officeDocument/2006/relationships/customXml" Target="../ink/ink995.xml"/><Relationship Id="rId194" Type="http://schemas.openxmlformats.org/officeDocument/2006/relationships/customXml" Target="../ink/ink1016.xml"/><Relationship Id="rId208" Type="http://schemas.openxmlformats.org/officeDocument/2006/relationships/customXml" Target="../ink/ink1023.xml"/><Relationship Id="rId261" Type="http://schemas.openxmlformats.org/officeDocument/2006/relationships/image" Target="../media/image1039.png"/><Relationship Id="rId14" Type="http://schemas.openxmlformats.org/officeDocument/2006/relationships/customXml" Target="../ink/ink926.xml"/><Relationship Id="rId56" Type="http://schemas.openxmlformats.org/officeDocument/2006/relationships/customXml" Target="../ink/ink947.xml"/><Relationship Id="rId317" Type="http://schemas.openxmlformats.org/officeDocument/2006/relationships/image" Target="../media/image1067.png"/><Relationship Id="rId359" Type="http://schemas.openxmlformats.org/officeDocument/2006/relationships/image" Target="../media/image1088.png"/><Relationship Id="rId98" Type="http://schemas.openxmlformats.org/officeDocument/2006/relationships/customXml" Target="../ink/ink968.xml"/><Relationship Id="rId121" Type="http://schemas.openxmlformats.org/officeDocument/2006/relationships/image" Target="../media/image969.png"/><Relationship Id="rId163" Type="http://schemas.openxmlformats.org/officeDocument/2006/relationships/image" Target="../media/image990.png"/><Relationship Id="rId219" Type="http://schemas.openxmlformats.org/officeDocument/2006/relationships/image" Target="../media/image1018.png"/><Relationship Id="rId370" Type="http://schemas.openxmlformats.org/officeDocument/2006/relationships/customXml" Target="../ink/ink1104.xml"/><Relationship Id="rId230" Type="http://schemas.openxmlformats.org/officeDocument/2006/relationships/customXml" Target="../ink/ink1034.xml"/><Relationship Id="rId25" Type="http://schemas.openxmlformats.org/officeDocument/2006/relationships/image" Target="../media/image921.png"/><Relationship Id="rId67" Type="http://schemas.openxmlformats.org/officeDocument/2006/relationships/image" Target="../media/image942.png"/><Relationship Id="rId272" Type="http://schemas.openxmlformats.org/officeDocument/2006/relationships/customXml" Target="../ink/ink1055.xml"/><Relationship Id="rId328" Type="http://schemas.openxmlformats.org/officeDocument/2006/relationships/customXml" Target="../ink/ink1083.xml"/><Relationship Id="rId132" Type="http://schemas.openxmlformats.org/officeDocument/2006/relationships/customXml" Target="../ink/ink985.xml"/><Relationship Id="rId174" Type="http://schemas.openxmlformats.org/officeDocument/2006/relationships/customXml" Target="../ink/ink1006.xml"/><Relationship Id="rId381" Type="http://schemas.openxmlformats.org/officeDocument/2006/relationships/image" Target="../media/image1099.png"/><Relationship Id="rId241" Type="http://schemas.openxmlformats.org/officeDocument/2006/relationships/image" Target="../media/image1029.png"/><Relationship Id="rId36" Type="http://schemas.openxmlformats.org/officeDocument/2006/relationships/customXml" Target="../ink/ink937.xml"/><Relationship Id="rId283" Type="http://schemas.openxmlformats.org/officeDocument/2006/relationships/image" Target="../media/image1050.png"/><Relationship Id="rId339" Type="http://schemas.openxmlformats.org/officeDocument/2006/relationships/image" Target="../media/image1078.png"/><Relationship Id="rId78" Type="http://schemas.openxmlformats.org/officeDocument/2006/relationships/customXml" Target="../ink/ink958.xml"/><Relationship Id="rId101" Type="http://schemas.openxmlformats.org/officeDocument/2006/relationships/image" Target="../media/image959.png"/><Relationship Id="rId143" Type="http://schemas.openxmlformats.org/officeDocument/2006/relationships/image" Target="../media/image980.png"/><Relationship Id="rId185" Type="http://schemas.openxmlformats.org/officeDocument/2006/relationships/image" Target="../media/image1001.png"/><Relationship Id="rId350" Type="http://schemas.openxmlformats.org/officeDocument/2006/relationships/customXml" Target="../ink/ink1094.xml"/><Relationship Id="rId9" Type="http://schemas.openxmlformats.org/officeDocument/2006/relationships/image" Target="../media/image9130.png"/><Relationship Id="rId210" Type="http://schemas.openxmlformats.org/officeDocument/2006/relationships/customXml" Target="../ink/ink1024.xml"/><Relationship Id="rId26" Type="http://schemas.openxmlformats.org/officeDocument/2006/relationships/customXml" Target="../ink/ink932.xml"/><Relationship Id="rId231" Type="http://schemas.openxmlformats.org/officeDocument/2006/relationships/image" Target="../media/image1024.png"/><Relationship Id="rId252" Type="http://schemas.openxmlformats.org/officeDocument/2006/relationships/customXml" Target="../ink/ink1045.xml"/><Relationship Id="rId273" Type="http://schemas.openxmlformats.org/officeDocument/2006/relationships/image" Target="../media/image1045.png"/><Relationship Id="rId294" Type="http://schemas.openxmlformats.org/officeDocument/2006/relationships/customXml" Target="../ink/ink1066.xml"/><Relationship Id="rId308" Type="http://schemas.openxmlformats.org/officeDocument/2006/relationships/customXml" Target="../ink/ink1073.xml"/><Relationship Id="rId329" Type="http://schemas.openxmlformats.org/officeDocument/2006/relationships/image" Target="../media/image1073.png"/><Relationship Id="rId47" Type="http://schemas.openxmlformats.org/officeDocument/2006/relationships/image" Target="../media/image932.png"/><Relationship Id="rId68" Type="http://schemas.openxmlformats.org/officeDocument/2006/relationships/customXml" Target="../ink/ink953.xml"/><Relationship Id="rId89" Type="http://schemas.openxmlformats.org/officeDocument/2006/relationships/image" Target="../media/image953.png"/><Relationship Id="rId112" Type="http://schemas.openxmlformats.org/officeDocument/2006/relationships/customXml" Target="../ink/ink975.xml"/><Relationship Id="rId133" Type="http://schemas.openxmlformats.org/officeDocument/2006/relationships/image" Target="../media/image975.png"/><Relationship Id="rId154" Type="http://schemas.openxmlformats.org/officeDocument/2006/relationships/customXml" Target="../ink/ink996.xml"/><Relationship Id="rId175" Type="http://schemas.openxmlformats.org/officeDocument/2006/relationships/image" Target="../media/image996.png"/><Relationship Id="rId340" Type="http://schemas.openxmlformats.org/officeDocument/2006/relationships/customXml" Target="../ink/ink1089.xml"/><Relationship Id="rId361" Type="http://schemas.openxmlformats.org/officeDocument/2006/relationships/image" Target="../media/image1089.png"/><Relationship Id="rId196" Type="http://schemas.openxmlformats.org/officeDocument/2006/relationships/customXml" Target="../ink/ink1017.xml"/><Relationship Id="rId200" Type="http://schemas.openxmlformats.org/officeDocument/2006/relationships/customXml" Target="../ink/ink1019.xml"/><Relationship Id="rId16" Type="http://schemas.openxmlformats.org/officeDocument/2006/relationships/customXml" Target="../ink/ink927.xml"/><Relationship Id="rId221" Type="http://schemas.openxmlformats.org/officeDocument/2006/relationships/image" Target="../media/image1019.png"/><Relationship Id="rId242" Type="http://schemas.openxmlformats.org/officeDocument/2006/relationships/customXml" Target="../ink/ink1040.xml"/><Relationship Id="rId263" Type="http://schemas.openxmlformats.org/officeDocument/2006/relationships/image" Target="../media/image1040.png"/><Relationship Id="rId284" Type="http://schemas.openxmlformats.org/officeDocument/2006/relationships/customXml" Target="../ink/ink1061.xml"/><Relationship Id="rId319" Type="http://schemas.openxmlformats.org/officeDocument/2006/relationships/image" Target="../media/image1068.png"/><Relationship Id="rId37" Type="http://schemas.openxmlformats.org/officeDocument/2006/relationships/image" Target="../media/image927.png"/><Relationship Id="rId58" Type="http://schemas.openxmlformats.org/officeDocument/2006/relationships/customXml" Target="../ink/ink948.xml"/><Relationship Id="rId79" Type="http://schemas.openxmlformats.org/officeDocument/2006/relationships/image" Target="../media/image948.png"/><Relationship Id="rId102" Type="http://schemas.openxmlformats.org/officeDocument/2006/relationships/customXml" Target="../ink/ink970.xml"/><Relationship Id="rId123" Type="http://schemas.openxmlformats.org/officeDocument/2006/relationships/image" Target="../media/image970.png"/><Relationship Id="rId144" Type="http://schemas.openxmlformats.org/officeDocument/2006/relationships/customXml" Target="../ink/ink991.xml"/><Relationship Id="rId330" Type="http://schemas.openxmlformats.org/officeDocument/2006/relationships/customXml" Target="../ink/ink1084.xml"/><Relationship Id="rId90" Type="http://schemas.openxmlformats.org/officeDocument/2006/relationships/customXml" Target="../ink/ink964.xml"/><Relationship Id="rId165" Type="http://schemas.openxmlformats.org/officeDocument/2006/relationships/image" Target="../media/image991.png"/><Relationship Id="rId186" Type="http://schemas.openxmlformats.org/officeDocument/2006/relationships/customXml" Target="../ink/ink1012.xml"/><Relationship Id="rId351" Type="http://schemas.openxmlformats.org/officeDocument/2006/relationships/image" Target="../media/image1084.png"/><Relationship Id="rId372" Type="http://schemas.openxmlformats.org/officeDocument/2006/relationships/customXml" Target="../ink/ink1105.xml"/><Relationship Id="rId211" Type="http://schemas.openxmlformats.org/officeDocument/2006/relationships/image" Target="../media/image1014.png"/><Relationship Id="rId232" Type="http://schemas.openxmlformats.org/officeDocument/2006/relationships/customXml" Target="../ink/ink1035.xml"/><Relationship Id="rId253" Type="http://schemas.openxmlformats.org/officeDocument/2006/relationships/image" Target="../media/image1035.png"/><Relationship Id="rId274" Type="http://schemas.openxmlformats.org/officeDocument/2006/relationships/customXml" Target="../ink/ink1056.xml"/><Relationship Id="rId295" Type="http://schemas.openxmlformats.org/officeDocument/2006/relationships/image" Target="../media/image1056.png"/><Relationship Id="rId309" Type="http://schemas.openxmlformats.org/officeDocument/2006/relationships/image" Target="../media/image1063.png"/><Relationship Id="rId27" Type="http://schemas.openxmlformats.org/officeDocument/2006/relationships/image" Target="../media/image922.png"/><Relationship Id="rId48" Type="http://schemas.openxmlformats.org/officeDocument/2006/relationships/customXml" Target="../ink/ink943.xml"/><Relationship Id="rId69" Type="http://schemas.openxmlformats.org/officeDocument/2006/relationships/image" Target="../media/image943.png"/><Relationship Id="rId113" Type="http://schemas.openxmlformats.org/officeDocument/2006/relationships/image" Target="../media/image965.png"/><Relationship Id="rId134" Type="http://schemas.openxmlformats.org/officeDocument/2006/relationships/customXml" Target="../ink/ink986.xml"/><Relationship Id="rId320" Type="http://schemas.openxmlformats.org/officeDocument/2006/relationships/customXml" Target="../ink/ink1079.xml"/><Relationship Id="rId80" Type="http://schemas.openxmlformats.org/officeDocument/2006/relationships/customXml" Target="../ink/ink959.xml"/><Relationship Id="rId155" Type="http://schemas.openxmlformats.org/officeDocument/2006/relationships/image" Target="../media/image986.png"/><Relationship Id="rId176" Type="http://schemas.openxmlformats.org/officeDocument/2006/relationships/customXml" Target="../ink/ink1007.xml"/><Relationship Id="rId197" Type="http://schemas.openxmlformats.org/officeDocument/2006/relationships/image" Target="../media/image1007.png"/><Relationship Id="rId341" Type="http://schemas.openxmlformats.org/officeDocument/2006/relationships/image" Target="../media/image1079.png"/><Relationship Id="rId362" Type="http://schemas.openxmlformats.org/officeDocument/2006/relationships/customXml" Target="../ink/ink1100.xml"/><Relationship Id="rId201" Type="http://schemas.openxmlformats.org/officeDocument/2006/relationships/image" Target="../media/image1009.png"/><Relationship Id="rId222" Type="http://schemas.openxmlformats.org/officeDocument/2006/relationships/customXml" Target="../ink/ink1030.xml"/><Relationship Id="rId243" Type="http://schemas.openxmlformats.org/officeDocument/2006/relationships/image" Target="../media/image1030.png"/><Relationship Id="rId264" Type="http://schemas.openxmlformats.org/officeDocument/2006/relationships/customXml" Target="../ink/ink1051.xml"/><Relationship Id="rId285" Type="http://schemas.openxmlformats.org/officeDocument/2006/relationships/image" Target="../media/image1051.png"/><Relationship Id="rId17" Type="http://schemas.openxmlformats.org/officeDocument/2006/relationships/image" Target="../media/image9170.png"/><Relationship Id="rId38" Type="http://schemas.openxmlformats.org/officeDocument/2006/relationships/customXml" Target="../ink/ink938.xml"/><Relationship Id="rId59" Type="http://schemas.openxmlformats.org/officeDocument/2006/relationships/image" Target="../media/image938.png"/><Relationship Id="rId103" Type="http://schemas.openxmlformats.org/officeDocument/2006/relationships/image" Target="../media/image960.png"/><Relationship Id="rId124" Type="http://schemas.openxmlformats.org/officeDocument/2006/relationships/customXml" Target="../ink/ink981.xml"/><Relationship Id="rId310" Type="http://schemas.openxmlformats.org/officeDocument/2006/relationships/customXml" Target="../ink/ink1074.xml"/><Relationship Id="rId70" Type="http://schemas.openxmlformats.org/officeDocument/2006/relationships/customXml" Target="../ink/ink954.xml"/><Relationship Id="rId91" Type="http://schemas.openxmlformats.org/officeDocument/2006/relationships/image" Target="../media/image954.png"/><Relationship Id="rId145" Type="http://schemas.openxmlformats.org/officeDocument/2006/relationships/image" Target="../media/image981.png"/><Relationship Id="rId166" Type="http://schemas.openxmlformats.org/officeDocument/2006/relationships/customXml" Target="../ink/ink1002.xml"/><Relationship Id="rId187" Type="http://schemas.openxmlformats.org/officeDocument/2006/relationships/image" Target="../media/image1002.png"/><Relationship Id="rId331" Type="http://schemas.openxmlformats.org/officeDocument/2006/relationships/image" Target="../media/image1074.png"/><Relationship Id="rId352" Type="http://schemas.openxmlformats.org/officeDocument/2006/relationships/customXml" Target="../ink/ink1095.xml"/><Relationship Id="rId373" Type="http://schemas.openxmlformats.org/officeDocument/2006/relationships/image" Target="../media/image109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5.xml"/><Relationship Id="rId233" Type="http://schemas.openxmlformats.org/officeDocument/2006/relationships/image" Target="../media/image1025.png"/><Relationship Id="rId254" Type="http://schemas.openxmlformats.org/officeDocument/2006/relationships/customXml" Target="../ink/ink1046.xml"/><Relationship Id="rId28" Type="http://schemas.openxmlformats.org/officeDocument/2006/relationships/customXml" Target="../ink/ink933.xml"/><Relationship Id="rId49" Type="http://schemas.openxmlformats.org/officeDocument/2006/relationships/image" Target="../media/image933.png"/><Relationship Id="rId114" Type="http://schemas.openxmlformats.org/officeDocument/2006/relationships/customXml" Target="../ink/ink976.xml"/><Relationship Id="rId275" Type="http://schemas.openxmlformats.org/officeDocument/2006/relationships/image" Target="../media/image1046.png"/><Relationship Id="rId296" Type="http://schemas.openxmlformats.org/officeDocument/2006/relationships/customXml" Target="../ink/ink1067.xml"/><Relationship Id="rId300" Type="http://schemas.openxmlformats.org/officeDocument/2006/relationships/customXml" Target="../ink/ink1069.xml"/><Relationship Id="rId60" Type="http://schemas.openxmlformats.org/officeDocument/2006/relationships/customXml" Target="../ink/ink949.xml"/><Relationship Id="rId81" Type="http://schemas.openxmlformats.org/officeDocument/2006/relationships/image" Target="../media/image949.png"/><Relationship Id="rId135" Type="http://schemas.openxmlformats.org/officeDocument/2006/relationships/image" Target="../media/image976.png"/><Relationship Id="rId156" Type="http://schemas.openxmlformats.org/officeDocument/2006/relationships/customXml" Target="../ink/ink997.xml"/><Relationship Id="rId177" Type="http://schemas.openxmlformats.org/officeDocument/2006/relationships/image" Target="../media/image997.png"/><Relationship Id="rId198" Type="http://schemas.openxmlformats.org/officeDocument/2006/relationships/customXml" Target="../ink/ink1018.xml"/><Relationship Id="rId321" Type="http://schemas.openxmlformats.org/officeDocument/2006/relationships/image" Target="../media/image1069.png"/><Relationship Id="rId342" Type="http://schemas.openxmlformats.org/officeDocument/2006/relationships/customXml" Target="../ink/ink1090.xml"/><Relationship Id="rId363" Type="http://schemas.openxmlformats.org/officeDocument/2006/relationships/image" Target="../media/image1090.png"/><Relationship Id="rId202" Type="http://schemas.openxmlformats.org/officeDocument/2006/relationships/customXml" Target="../ink/ink1020.xml"/><Relationship Id="rId223" Type="http://schemas.openxmlformats.org/officeDocument/2006/relationships/image" Target="../media/image1020.png"/><Relationship Id="rId244" Type="http://schemas.openxmlformats.org/officeDocument/2006/relationships/customXml" Target="../ink/ink1041.xml"/><Relationship Id="rId18" Type="http://schemas.openxmlformats.org/officeDocument/2006/relationships/customXml" Target="../ink/ink928.xml"/><Relationship Id="rId39" Type="http://schemas.openxmlformats.org/officeDocument/2006/relationships/image" Target="../media/image928.png"/><Relationship Id="rId265" Type="http://schemas.openxmlformats.org/officeDocument/2006/relationships/image" Target="../media/image1041.png"/><Relationship Id="rId286" Type="http://schemas.openxmlformats.org/officeDocument/2006/relationships/customXml" Target="../ink/ink1062.xml"/><Relationship Id="rId50" Type="http://schemas.openxmlformats.org/officeDocument/2006/relationships/customXml" Target="../ink/ink944.xml"/><Relationship Id="rId104" Type="http://schemas.openxmlformats.org/officeDocument/2006/relationships/customXml" Target="../ink/ink971.xml"/><Relationship Id="rId125" Type="http://schemas.openxmlformats.org/officeDocument/2006/relationships/image" Target="../media/image971.png"/><Relationship Id="rId146" Type="http://schemas.openxmlformats.org/officeDocument/2006/relationships/customXml" Target="../ink/ink992.xml"/><Relationship Id="rId167" Type="http://schemas.openxmlformats.org/officeDocument/2006/relationships/image" Target="../media/image992.png"/><Relationship Id="rId188" Type="http://schemas.openxmlformats.org/officeDocument/2006/relationships/customXml" Target="../ink/ink1013.xml"/><Relationship Id="rId311" Type="http://schemas.openxmlformats.org/officeDocument/2006/relationships/image" Target="../media/image1064.png"/><Relationship Id="rId332" Type="http://schemas.openxmlformats.org/officeDocument/2006/relationships/customXml" Target="../ink/ink1085.xml"/><Relationship Id="rId353" Type="http://schemas.openxmlformats.org/officeDocument/2006/relationships/image" Target="../media/image1085.png"/><Relationship Id="rId374" Type="http://schemas.openxmlformats.org/officeDocument/2006/relationships/customXml" Target="../ink/ink1106.xml"/><Relationship Id="rId71" Type="http://schemas.openxmlformats.org/officeDocument/2006/relationships/image" Target="../media/image944.png"/><Relationship Id="rId92" Type="http://schemas.openxmlformats.org/officeDocument/2006/relationships/customXml" Target="../ink/ink965.xml"/><Relationship Id="rId213" Type="http://schemas.openxmlformats.org/officeDocument/2006/relationships/image" Target="../media/image1015.png"/><Relationship Id="rId234" Type="http://schemas.openxmlformats.org/officeDocument/2006/relationships/customXml" Target="../ink/ink1036.xml"/><Relationship Id="rId2" Type="http://schemas.openxmlformats.org/officeDocument/2006/relationships/customXml" Target="../ink/ink920.xml"/><Relationship Id="rId29" Type="http://schemas.openxmlformats.org/officeDocument/2006/relationships/image" Target="../media/image923.png"/><Relationship Id="rId255" Type="http://schemas.openxmlformats.org/officeDocument/2006/relationships/image" Target="../media/image1036.png"/><Relationship Id="rId276" Type="http://schemas.openxmlformats.org/officeDocument/2006/relationships/customXml" Target="../ink/ink1057.xml"/><Relationship Id="rId297" Type="http://schemas.openxmlformats.org/officeDocument/2006/relationships/image" Target="../media/image1057.png"/><Relationship Id="rId40" Type="http://schemas.openxmlformats.org/officeDocument/2006/relationships/customXml" Target="../ink/ink939.xml"/><Relationship Id="rId115" Type="http://schemas.openxmlformats.org/officeDocument/2006/relationships/image" Target="../media/image966.png"/><Relationship Id="rId136" Type="http://schemas.openxmlformats.org/officeDocument/2006/relationships/customXml" Target="../ink/ink987.xml"/><Relationship Id="rId157" Type="http://schemas.openxmlformats.org/officeDocument/2006/relationships/image" Target="../media/image987.png"/><Relationship Id="rId178" Type="http://schemas.openxmlformats.org/officeDocument/2006/relationships/customXml" Target="../ink/ink1008.xml"/><Relationship Id="rId301" Type="http://schemas.openxmlformats.org/officeDocument/2006/relationships/image" Target="../media/image1059.png"/><Relationship Id="rId322" Type="http://schemas.openxmlformats.org/officeDocument/2006/relationships/customXml" Target="../ink/ink1080.xml"/><Relationship Id="rId343" Type="http://schemas.openxmlformats.org/officeDocument/2006/relationships/image" Target="../media/image1080.png"/><Relationship Id="rId364" Type="http://schemas.openxmlformats.org/officeDocument/2006/relationships/customXml" Target="../ink/ink1101.xml"/><Relationship Id="rId61" Type="http://schemas.openxmlformats.org/officeDocument/2006/relationships/image" Target="../media/image939.png"/><Relationship Id="rId82" Type="http://schemas.openxmlformats.org/officeDocument/2006/relationships/customXml" Target="../ink/ink960.xml"/><Relationship Id="rId199" Type="http://schemas.openxmlformats.org/officeDocument/2006/relationships/image" Target="../media/image1008.png"/><Relationship Id="rId203" Type="http://schemas.openxmlformats.org/officeDocument/2006/relationships/image" Target="../media/image1010.png"/><Relationship Id="rId19" Type="http://schemas.openxmlformats.org/officeDocument/2006/relationships/image" Target="../media/image9180.png"/><Relationship Id="rId224" Type="http://schemas.openxmlformats.org/officeDocument/2006/relationships/customXml" Target="../ink/ink1031.xml"/><Relationship Id="rId245" Type="http://schemas.openxmlformats.org/officeDocument/2006/relationships/image" Target="../media/image1031.png"/><Relationship Id="rId266" Type="http://schemas.openxmlformats.org/officeDocument/2006/relationships/customXml" Target="../ink/ink1052.xml"/><Relationship Id="rId287" Type="http://schemas.openxmlformats.org/officeDocument/2006/relationships/image" Target="../media/image1052.png"/><Relationship Id="rId30" Type="http://schemas.openxmlformats.org/officeDocument/2006/relationships/customXml" Target="../ink/ink934.xml"/><Relationship Id="rId105" Type="http://schemas.openxmlformats.org/officeDocument/2006/relationships/image" Target="../media/image961.png"/><Relationship Id="rId126" Type="http://schemas.openxmlformats.org/officeDocument/2006/relationships/customXml" Target="../ink/ink982.xml"/><Relationship Id="rId147" Type="http://schemas.openxmlformats.org/officeDocument/2006/relationships/image" Target="../media/image982.png"/><Relationship Id="rId168" Type="http://schemas.openxmlformats.org/officeDocument/2006/relationships/customXml" Target="../ink/ink1003.xml"/><Relationship Id="rId312" Type="http://schemas.openxmlformats.org/officeDocument/2006/relationships/customXml" Target="../ink/ink1075.xml"/><Relationship Id="rId333" Type="http://schemas.openxmlformats.org/officeDocument/2006/relationships/image" Target="../media/image1075.png"/><Relationship Id="rId354" Type="http://schemas.openxmlformats.org/officeDocument/2006/relationships/customXml" Target="../ink/ink1096.xml"/><Relationship Id="rId51" Type="http://schemas.openxmlformats.org/officeDocument/2006/relationships/image" Target="../media/image934.png"/><Relationship Id="rId72" Type="http://schemas.openxmlformats.org/officeDocument/2006/relationships/customXml" Target="../ink/ink955.xml"/><Relationship Id="rId93" Type="http://schemas.openxmlformats.org/officeDocument/2006/relationships/image" Target="../media/image955.png"/><Relationship Id="rId189" Type="http://schemas.openxmlformats.org/officeDocument/2006/relationships/image" Target="../media/image1003.png"/><Relationship Id="rId375" Type="http://schemas.openxmlformats.org/officeDocument/2006/relationships/image" Target="../media/image1096.png"/><Relationship Id="rId3" Type="http://schemas.openxmlformats.org/officeDocument/2006/relationships/image" Target="../media/image9100.png"/><Relationship Id="rId214" Type="http://schemas.openxmlformats.org/officeDocument/2006/relationships/customXml" Target="../ink/ink1026.xml"/><Relationship Id="rId235" Type="http://schemas.openxmlformats.org/officeDocument/2006/relationships/image" Target="../media/image1026.png"/><Relationship Id="rId256" Type="http://schemas.openxmlformats.org/officeDocument/2006/relationships/customXml" Target="../ink/ink1047.xml"/><Relationship Id="rId277" Type="http://schemas.openxmlformats.org/officeDocument/2006/relationships/image" Target="../media/image1047.png"/><Relationship Id="rId298" Type="http://schemas.openxmlformats.org/officeDocument/2006/relationships/customXml" Target="../ink/ink1068.xml"/><Relationship Id="rId116" Type="http://schemas.openxmlformats.org/officeDocument/2006/relationships/customXml" Target="../ink/ink977.xml"/><Relationship Id="rId137" Type="http://schemas.openxmlformats.org/officeDocument/2006/relationships/image" Target="../media/image977.png"/><Relationship Id="rId158" Type="http://schemas.openxmlformats.org/officeDocument/2006/relationships/customXml" Target="../ink/ink998.xml"/><Relationship Id="rId302" Type="http://schemas.openxmlformats.org/officeDocument/2006/relationships/customXml" Target="../ink/ink1070.xml"/><Relationship Id="rId323" Type="http://schemas.openxmlformats.org/officeDocument/2006/relationships/image" Target="../media/image1070.png"/><Relationship Id="rId344" Type="http://schemas.openxmlformats.org/officeDocument/2006/relationships/customXml" Target="../ink/ink1091.xml"/><Relationship Id="rId20" Type="http://schemas.openxmlformats.org/officeDocument/2006/relationships/customXml" Target="../ink/ink929.xml"/><Relationship Id="rId41" Type="http://schemas.openxmlformats.org/officeDocument/2006/relationships/image" Target="../media/image929.png"/><Relationship Id="rId62" Type="http://schemas.openxmlformats.org/officeDocument/2006/relationships/customXml" Target="../ink/ink950.xml"/><Relationship Id="rId83" Type="http://schemas.openxmlformats.org/officeDocument/2006/relationships/image" Target="../media/image950.png"/><Relationship Id="rId179" Type="http://schemas.openxmlformats.org/officeDocument/2006/relationships/image" Target="../media/image998.png"/><Relationship Id="rId365" Type="http://schemas.openxmlformats.org/officeDocument/2006/relationships/image" Target="../media/image1091.png"/><Relationship Id="rId190" Type="http://schemas.openxmlformats.org/officeDocument/2006/relationships/customXml" Target="../ink/ink1014.xml"/><Relationship Id="rId204" Type="http://schemas.openxmlformats.org/officeDocument/2006/relationships/customXml" Target="../ink/ink1021.xml"/><Relationship Id="rId225" Type="http://schemas.openxmlformats.org/officeDocument/2006/relationships/image" Target="../media/image1021.png"/><Relationship Id="rId246" Type="http://schemas.openxmlformats.org/officeDocument/2006/relationships/customXml" Target="../ink/ink1042.xml"/><Relationship Id="rId267" Type="http://schemas.openxmlformats.org/officeDocument/2006/relationships/image" Target="../media/image1042.png"/><Relationship Id="rId288" Type="http://schemas.openxmlformats.org/officeDocument/2006/relationships/customXml" Target="../ink/ink1063.xml"/><Relationship Id="rId106" Type="http://schemas.openxmlformats.org/officeDocument/2006/relationships/customXml" Target="../ink/ink972.xml"/><Relationship Id="rId127" Type="http://schemas.openxmlformats.org/officeDocument/2006/relationships/image" Target="../media/image972.png"/><Relationship Id="rId313" Type="http://schemas.openxmlformats.org/officeDocument/2006/relationships/image" Target="../media/image1065.png"/><Relationship Id="rId10" Type="http://schemas.openxmlformats.org/officeDocument/2006/relationships/customXml" Target="../ink/ink924.xml"/><Relationship Id="rId31" Type="http://schemas.openxmlformats.org/officeDocument/2006/relationships/image" Target="../media/image924.png"/><Relationship Id="rId52" Type="http://schemas.openxmlformats.org/officeDocument/2006/relationships/customXml" Target="../ink/ink945.xml"/><Relationship Id="rId73" Type="http://schemas.openxmlformats.org/officeDocument/2006/relationships/image" Target="../media/image945.png"/><Relationship Id="rId94" Type="http://schemas.openxmlformats.org/officeDocument/2006/relationships/customXml" Target="../ink/ink966.xml"/><Relationship Id="rId148" Type="http://schemas.openxmlformats.org/officeDocument/2006/relationships/customXml" Target="../ink/ink993.xml"/><Relationship Id="rId169" Type="http://schemas.openxmlformats.org/officeDocument/2006/relationships/image" Target="../media/image993.png"/><Relationship Id="rId334" Type="http://schemas.openxmlformats.org/officeDocument/2006/relationships/customXml" Target="../ink/ink1086.xml"/><Relationship Id="rId355" Type="http://schemas.openxmlformats.org/officeDocument/2006/relationships/image" Target="../media/image1086.png"/><Relationship Id="rId376" Type="http://schemas.openxmlformats.org/officeDocument/2006/relationships/customXml" Target="../ink/ink1107.xml"/><Relationship Id="rId4" Type="http://schemas.openxmlformats.org/officeDocument/2006/relationships/customXml" Target="../ink/ink921.xml"/><Relationship Id="rId180" Type="http://schemas.openxmlformats.org/officeDocument/2006/relationships/customXml" Target="../ink/ink1009.xml"/><Relationship Id="rId215" Type="http://schemas.openxmlformats.org/officeDocument/2006/relationships/image" Target="../media/image1016.png"/><Relationship Id="rId236" Type="http://schemas.openxmlformats.org/officeDocument/2006/relationships/customXml" Target="../ink/ink1037.xml"/><Relationship Id="rId257" Type="http://schemas.openxmlformats.org/officeDocument/2006/relationships/image" Target="../media/image1037.png"/><Relationship Id="rId278" Type="http://schemas.openxmlformats.org/officeDocument/2006/relationships/customXml" Target="../ink/ink1058.xml"/><Relationship Id="rId303" Type="http://schemas.openxmlformats.org/officeDocument/2006/relationships/image" Target="../media/image1060.png"/><Relationship Id="rId42" Type="http://schemas.openxmlformats.org/officeDocument/2006/relationships/customXml" Target="../ink/ink940.xml"/><Relationship Id="rId84" Type="http://schemas.openxmlformats.org/officeDocument/2006/relationships/customXml" Target="../ink/ink961.xml"/><Relationship Id="rId138" Type="http://schemas.openxmlformats.org/officeDocument/2006/relationships/customXml" Target="../ink/ink988.xml"/><Relationship Id="rId345" Type="http://schemas.openxmlformats.org/officeDocument/2006/relationships/image" Target="../media/image1081.png"/><Relationship Id="rId191" Type="http://schemas.openxmlformats.org/officeDocument/2006/relationships/image" Target="../media/image1004.png"/><Relationship Id="rId205" Type="http://schemas.openxmlformats.org/officeDocument/2006/relationships/image" Target="../media/image1011.png"/><Relationship Id="rId247" Type="http://schemas.openxmlformats.org/officeDocument/2006/relationships/image" Target="../media/image1032.png"/><Relationship Id="rId107" Type="http://schemas.openxmlformats.org/officeDocument/2006/relationships/image" Target="../media/image962.png"/><Relationship Id="rId289" Type="http://schemas.openxmlformats.org/officeDocument/2006/relationships/image" Target="../media/image1053.png"/><Relationship Id="rId11" Type="http://schemas.openxmlformats.org/officeDocument/2006/relationships/image" Target="../media/image9140.png"/><Relationship Id="rId53" Type="http://schemas.openxmlformats.org/officeDocument/2006/relationships/image" Target="../media/image935.png"/><Relationship Id="rId149" Type="http://schemas.openxmlformats.org/officeDocument/2006/relationships/image" Target="../media/image983.png"/><Relationship Id="rId314" Type="http://schemas.openxmlformats.org/officeDocument/2006/relationships/customXml" Target="../ink/ink1076.xml"/><Relationship Id="rId356" Type="http://schemas.openxmlformats.org/officeDocument/2006/relationships/customXml" Target="../ink/ink1097.xml"/><Relationship Id="rId95" Type="http://schemas.openxmlformats.org/officeDocument/2006/relationships/image" Target="../media/image956.png"/><Relationship Id="rId160" Type="http://schemas.openxmlformats.org/officeDocument/2006/relationships/customXml" Target="../ink/ink999.xml"/><Relationship Id="rId216" Type="http://schemas.openxmlformats.org/officeDocument/2006/relationships/customXml" Target="../ink/ink1027.xml"/><Relationship Id="rId258" Type="http://schemas.openxmlformats.org/officeDocument/2006/relationships/customXml" Target="../ink/ink1048.xml"/><Relationship Id="rId22" Type="http://schemas.openxmlformats.org/officeDocument/2006/relationships/customXml" Target="../ink/ink930.xml"/><Relationship Id="rId64" Type="http://schemas.openxmlformats.org/officeDocument/2006/relationships/customXml" Target="../ink/ink951.xml"/><Relationship Id="rId118" Type="http://schemas.openxmlformats.org/officeDocument/2006/relationships/customXml" Target="../ink/ink978.xml"/><Relationship Id="rId325" Type="http://schemas.openxmlformats.org/officeDocument/2006/relationships/image" Target="../media/image1071.png"/><Relationship Id="rId367" Type="http://schemas.openxmlformats.org/officeDocument/2006/relationships/image" Target="../media/image1092.png"/><Relationship Id="rId171" Type="http://schemas.openxmlformats.org/officeDocument/2006/relationships/image" Target="../media/image994.png"/><Relationship Id="rId227" Type="http://schemas.openxmlformats.org/officeDocument/2006/relationships/image" Target="../media/image1022.png"/><Relationship Id="rId269" Type="http://schemas.openxmlformats.org/officeDocument/2006/relationships/image" Target="../media/image1043.png"/><Relationship Id="rId33" Type="http://schemas.openxmlformats.org/officeDocument/2006/relationships/image" Target="../media/image925.png"/><Relationship Id="rId129" Type="http://schemas.openxmlformats.org/officeDocument/2006/relationships/image" Target="../media/image973.png"/><Relationship Id="rId280" Type="http://schemas.openxmlformats.org/officeDocument/2006/relationships/customXml" Target="../ink/ink1059.xml"/><Relationship Id="rId336" Type="http://schemas.openxmlformats.org/officeDocument/2006/relationships/customXml" Target="../ink/ink1087.xml"/><Relationship Id="rId75" Type="http://schemas.openxmlformats.org/officeDocument/2006/relationships/image" Target="../media/image946.png"/><Relationship Id="rId140" Type="http://schemas.openxmlformats.org/officeDocument/2006/relationships/customXml" Target="../ink/ink989.xml"/><Relationship Id="rId182" Type="http://schemas.openxmlformats.org/officeDocument/2006/relationships/customXml" Target="../ink/ink1010.xml"/><Relationship Id="rId378" Type="http://schemas.openxmlformats.org/officeDocument/2006/relationships/customXml" Target="../ink/ink1108.xml"/><Relationship Id="rId6" Type="http://schemas.openxmlformats.org/officeDocument/2006/relationships/customXml" Target="../ink/ink922.xml"/><Relationship Id="rId238" Type="http://schemas.openxmlformats.org/officeDocument/2006/relationships/customXml" Target="../ink/ink1038.xml"/><Relationship Id="rId291" Type="http://schemas.openxmlformats.org/officeDocument/2006/relationships/image" Target="../media/image1054.png"/><Relationship Id="rId305" Type="http://schemas.openxmlformats.org/officeDocument/2006/relationships/image" Target="../media/image1061.png"/><Relationship Id="rId347" Type="http://schemas.openxmlformats.org/officeDocument/2006/relationships/image" Target="../media/image1082.png"/><Relationship Id="rId44" Type="http://schemas.openxmlformats.org/officeDocument/2006/relationships/customXml" Target="../ink/ink941.xml"/><Relationship Id="rId86" Type="http://schemas.openxmlformats.org/officeDocument/2006/relationships/customXml" Target="../ink/ink962.xml"/><Relationship Id="rId151" Type="http://schemas.openxmlformats.org/officeDocument/2006/relationships/image" Target="../media/image984.png"/><Relationship Id="rId193" Type="http://schemas.openxmlformats.org/officeDocument/2006/relationships/image" Target="../media/image1005.png"/><Relationship Id="rId207" Type="http://schemas.openxmlformats.org/officeDocument/2006/relationships/image" Target="../media/image1012.png"/><Relationship Id="rId249" Type="http://schemas.openxmlformats.org/officeDocument/2006/relationships/image" Target="../media/image1033.png"/><Relationship Id="rId13" Type="http://schemas.openxmlformats.org/officeDocument/2006/relationships/image" Target="../media/image9150.png"/><Relationship Id="rId109" Type="http://schemas.openxmlformats.org/officeDocument/2006/relationships/image" Target="../media/image963.png"/><Relationship Id="rId260" Type="http://schemas.openxmlformats.org/officeDocument/2006/relationships/customXml" Target="../ink/ink1049.xml"/><Relationship Id="rId316" Type="http://schemas.openxmlformats.org/officeDocument/2006/relationships/customXml" Target="../ink/ink1077.xml"/><Relationship Id="rId55" Type="http://schemas.openxmlformats.org/officeDocument/2006/relationships/image" Target="../media/image936.png"/><Relationship Id="rId97" Type="http://schemas.openxmlformats.org/officeDocument/2006/relationships/image" Target="../media/image957.png"/><Relationship Id="rId120" Type="http://schemas.openxmlformats.org/officeDocument/2006/relationships/customXml" Target="../ink/ink979.xml"/><Relationship Id="rId358" Type="http://schemas.openxmlformats.org/officeDocument/2006/relationships/customXml" Target="../ink/ink1098.xml"/><Relationship Id="rId162" Type="http://schemas.openxmlformats.org/officeDocument/2006/relationships/customXml" Target="../ink/ink1000.xml"/><Relationship Id="rId218" Type="http://schemas.openxmlformats.org/officeDocument/2006/relationships/customXml" Target="../ink/ink1028.xml"/><Relationship Id="rId271" Type="http://schemas.openxmlformats.org/officeDocument/2006/relationships/image" Target="../media/image1044.png"/><Relationship Id="rId24" Type="http://schemas.openxmlformats.org/officeDocument/2006/relationships/customXml" Target="../ink/ink931.xml"/><Relationship Id="rId66" Type="http://schemas.openxmlformats.org/officeDocument/2006/relationships/customXml" Target="../ink/ink952.xml"/><Relationship Id="rId131" Type="http://schemas.openxmlformats.org/officeDocument/2006/relationships/image" Target="../media/image974.png"/><Relationship Id="rId327" Type="http://schemas.openxmlformats.org/officeDocument/2006/relationships/image" Target="../media/image1072.png"/><Relationship Id="rId369" Type="http://schemas.openxmlformats.org/officeDocument/2006/relationships/image" Target="../media/image1093.png"/><Relationship Id="rId173" Type="http://schemas.openxmlformats.org/officeDocument/2006/relationships/image" Target="../media/image995.png"/><Relationship Id="rId229" Type="http://schemas.openxmlformats.org/officeDocument/2006/relationships/image" Target="../media/image1023.png"/><Relationship Id="rId380" Type="http://schemas.openxmlformats.org/officeDocument/2006/relationships/customXml" Target="../ink/ink1109.xml"/><Relationship Id="rId240" Type="http://schemas.openxmlformats.org/officeDocument/2006/relationships/customXml" Target="../ink/ink1039.xml"/><Relationship Id="rId35" Type="http://schemas.openxmlformats.org/officeDocument/2006/relationships/image" Target="../media/image926.png"/><Relationship Id="rId77" Type="http://schemas.openxmlformats.org/officeDocument/2006/relationships/image" Target="../media/image947.png"/><Relationship Id="rId100" Type="http://schemas.openxmlformats.org/officeDocument/2006/relationships/customXml" Target="../ink/ink969.xml"/><Relationship Id="rId282" Type="http://schemas.openxmlformats.org/officeDocument/2006/relationships/customXml" Target="../ink/ink1060.xml"/><Relationship Id="rId338" Type="http://schemas.openxmlformats.org/officeDocument/2006/relationships/customXml" Target="../ink/ink1088.xml"/><Relationship Id="rId8" Type="http://schemas.openxmlformats.org/officeDocument/2006/relationships/customXml" Target="../ink/ink923.xml"/><Relationship Id="rId142" Type="http://schemas.openxmlformats.org/officeDocument/2006/relationships/customXml" Target="../ink/ink990.xml"/><Relationship Id="rId184" Type="http://schemas.openxmlformats.org/officeDocument/2006/relationships/customXml" Target="../ink/ink1011.xml"/><Relationship Id="rId251" Type="http://schemas.openxmlformats.org/officeDocument/2006/relationships/image" Target="../media/image1034.png"/><Relationship Id="rId46" Type="http://schemas.openxmlformats.org/officeDocument/2006/relationships/customXml" Target="../ink/ink942.xml"/><Relationship Id="rId293" Type="http://schemas.openxmlformats.org/officeDocument/2006/relationships/image" Target="../media/image1055.png"/><Relationship Id="rId307" Type="http://schemas.openxmlformats.org/officeDocument/2006/relationships/image" Target="../media/image1062.png"/><Relationship Id="rId349" Type="http://schemas.openxmlformats.org/officeDocument/2006/relationships/image" Target="../media/image1083.png"/><Relationship Id="rId88" Type="http://schemas.openxmlformats.org/officeDocument/2006/relationships/customXml" Target="../ink/ink963.xml"/><Relationship Id="rId111" Type="http://schemas.openxmlformats.org/officeDocument/2006/relationships/image" Target="../media/image964.png"/><Relationship Id="rId153" Type="http://schemas.openxmlformats.org/officeDocument/2006/relationships/image" Target="../media/image985.png"/><Relationship Id="rId195" Type="http://schemas.openxmlformats.org/officeDocument/2006/relationships/image" Target="../media/image1006.png"/><Relationship Id="rId209" Type="http://schemas.openxmlformats.org/officeDocument/2006/relationships/image" Target="../media/image1013.png"/><Relationship Id="rId360" Type="http://schemas.openxmlformats.org/officeDocument/2006/relationships/customXml" Target="../ink/ink1099.xml"/><Relationship Id="rId220" Type="http://schemas.openxmlformats.org/officeDocument/2006/relationships/customXml" Target="../ink/ink1029.xml"/><Relationship Id="rId15" Type="http://schemas.openxmlformats.org/officeDocument/2006/relationships/image" Target="../media/image9160.png"/><Relationship Id="rId57" Type="http://schemas.openxmlformats.org/officeDocument/2006/relationships/image" Target="../media/image937.png"/><Relationship Id="rId262" Type="http://schemas.openxmlformats.org/officeDocument/2006/relationships/customXml" Target="../ink/ink1050.xml"/><Relationship Id="rId318" Type="http://schemas.openxmlformats.org/officeDocument/2006/relationships/customXml" Target="../ink/ink1078.xml"/><Relationship Id="rId99" Type="http://schemas.openxmlformats.org/officeDocument/2006/relationships/image" Target="../media/image958.png"/><Relationship Id="rId122" Type="http://schemas.openxmlformats.org/officeDocument/2006/relationships/customXml" Target="../ink/ink980.xml"/><Relationship Id="rId164" Type="http://schemas.openxmlformats.org/officeDocument/2006/relationships/customXml" Target="../ink/ink1001.xml"/><Relationship Id="rId371" Type="http://schemas.openxmlformats.org/officeDocument/2006/relationships/image" Target="../media/image109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2.png"/><Relationship Id="rId21" Type="http://schemas.openxmlformats.org/officeDocument/2006/relationships/image" Target="../media/image1104.png"/><Relationship Id="rId42" Type="http://schemas.openxmlformats.org/officeDocument/2006/relationships/customXml" Target="../ink/ink1130.xml"/><Relationship Id="rId63" Type="http://schemas.openxmlformats.org/officeDocument/2006/relationships/image" Target="../media/image1125.png"/><Relationship Id="rId84" Type="http://schemas.openxmlformats.org/officeDocument/2006/relationships/customXml" Target="../ink/ink1151.xml"/><Relationship Id="rId138" Type="http://schemas.openxmlformats.org/officeDocument/2006/relationships/customXml" Target="../ink/ink1178.xml"/><Relationship Id="rId159" Type="http://schemas.openxmlformats.org/officeDocument/2006/relationships/image" Target="../media/image1173.png"/><Relationship Id="rId170" Type="http://schemas.openxmlformats.org/officeDocument/2006/relationships/customXml" Target="../ink/ink1194.xml"/><Relationship Id="rId191" Type="http://schemas.openxmlformats.org/officeDocument/2006/relationships/image" Target="../media/image1189.png"/><Relationship Id="rId107" Type="http://schemas.openxmlformats.org/officeDocument/2006/relationships/image" Target="../media/image1147.png"/><Relationship Id="rId11" Type="http://schemas.openxmlformats.org/officeDocument/2006/relationships/image" Target="../media/image10990.png"/><Relationship Id="rId32" Type="http://schemas.openxmlformats.org/officeDocument/2006/relationships/customXml" Target="../ink/ink1125.xml"/><Relationship Id="rId53" Type="http://schemas.openxmlformats.org/officeDocument/2006/relationships/image" Target="../media/image1120.png"/><Relationship Id="rId74" Type="http://schemas.openxmlformats.org/officeDocument/2006/relationships/customXml" Target="../ink/ink1146.xml"/><Relationship Id="rId128" Type="http://schemas.openxmlformats.org/officeDocument/2006/relationships/customXml" Target="../ink/ink1173.xml"/><Relationship Id="rId149" Type="http://schemas.openxmlformats.org/officeDocument/2006/relationships/image" Target="../media/image1168.png"/><Relationship Id="rId5" Type="http://schemas.openxmlformats.org/officeDocument/2006/relationships/image" Target="../media/image10960.png"/><Relationship Id="rId95" Type="http://schemas.openxmlformats.org/officeDocument/2006/relationships/image" Target="../media/image1141.png"/><Relationship Id="rId160" Type="http://schemas.openxmlformats.org/officeDocument/2006/relationships/customXml" Target="../ink/ink1189.xml"/><Relationship Id="rId181" Type="http://schemas.openxmlformats.org/officeDocument/2006/relationships/image" Target="../media/image1184.png"/><Relationship Id="rId22" Type="http://schemas.openxmlformats.org/officeDocument/2006/relationships/customXml" Target="../ink/ink1120.xml"/><Relationship Id="rId43" Type="http://schemas.openxmlformats.org/officeDocument/2006/relationships/image" Target="../media/image1115.png"/><Relationship Id="rId64" Type="http://schemas.openxmlformats.org/officeDocument/2006/relationships/customXml" Target="../ink/ink1141.xml"/><Relationship Id="rId118" Type="http://schemas.openxmlformats.org/officeDocument/2006/relationships/customXml" Target="../ink/ink1168.xml"/><Relationship Id="rId139" Type="http://schemas.openxmlformats.org/officeDocument/2006/relationships/image" Target="../media/image1163.png"/><Relationship Id="rId85" Type="http://schemas.openxmlformats.org/officeDocument/2006/relationships/image" Target="../media/image1136.png"/><Relationship Id="rId150" Type="http://schemas.openxmlformats.org/officeDocument/2006/relationships/customXml" Target="../ink/ink1184.xml"/><Relationship Id="rId171" Type="http://schemas.openxmlformats.org/officeDocument/2006/relationships/image" Target="../media/image1179.png"/><Relationship Id="rId12" Type="http://schemas.openxmlformats.org/officeDocument/2006/relationships/customXml" Target="../ink/ink1115.xml"/><Relationship Id="rId33" Type="http://schemas.openxmlformats.org/officeDocument/2006/relationships/image" Target="../media/image1110.png"/><Relationship Id="rId108" Type="http://schemas.openxmlformats.org/officeDocument/2006/relationships/customXml" Target="../ink/ink1163.xml"/><Relationship Id="rId129" Type="http://schemas.openxmlformats.org/officeDocument/2006/relationships/image" Target="../media/image1158.png"/><Relationship Id="rId54" Type="http://schemas.openxmlformats.org/officeDocument/2006/relationships/customXml" Target="../ink/ink1136.xml"/><Relationship Id="rId75" Type="http://schemas.openxmlformats.org/officeDocument/2006/relationships/image" Target="../media/image1131.png"/><Relationship Id="rId96" Type="http://schemas.openxmlformats.org/officeDocument/2006/relationships/customXml" Target="../ink/ink1157.xml"/><Relationship Id="rId140" Type="http://schemas.openxmlformats.org/officeDocument/2006/relationships/customXml" Target="../ink/ink1179.xml"/><Relationship Id="rId161" Type="http://schemas.openxmlformats.org/officeDocument/2006/relationships/image" Target="../media/image1174.png"/><Relationship Id="rId182" Type="http://schemas.openxmlformats.org/officeDocument/2006/relationships/customXml" Target="../ink/ink1200.xml"/><Relationship Id="rId6" Type="http://schemas.openxmlformats.org/officeDocument/2006/relationships/customXml" Target="../ink/ink1112.xml"/><Relationship Id="rId23" Type="http://schemas.openxmlformats.org/officeDocument/2006/relationships/image" Target="../media/image1105.png"/><Relationship Id="rId119" Type="http://schemas.openxmlformats.org/officeDocument/2006/relationships/image" Target="../media/image1153.png"/><Relationship Id="rId44" Type="http://schemas.openxmlformats.org/officeDocument/2006/relationships/customXml" Target="../ink/ink1131.xml"/><Relationship Id="rId65" Type="http://schemas.openxmlformats.org/officeDocument/2006/relationships/image" Target="../media/image1126.png"/><Relationship Id="rId86" Type="http://schemas.openxmlformats.org/officeDocument/2006/relationships/customXml" Target="../ink/ink1152.xml"/><Relationship Id="rId130" Type="http://schemas.openxmlformats.org/officeDocument/2006/relationships/customXml" Target="../ink/ink1174.xml"/><Relationship Id="rId151" Type="http://schemas.openxmlformats.org/officeDocument/2006/relationships/image" Target="../media/image1169.png"/><Relationship Id="rId172" Type="http://schemas.openxmlformats.org/officeDocument/2006/relationships/customXml" Target="../ink/ink1195.xml"/><Relationship Id="rId13" Type="http://schemas.openxmlformats.org/officeDocument/2006/relationships/image" Target="../media/image1100.png"/><Relationship Id="rId18" Type="http://schemas.openxmlformats.org/officeDocument/2006/relationships/customXml" Target="../ink/ink1118.xml"/><Relationship Id="rId39" Type="http://schemas.openxmlformats.org/officeDocument/2006/relationships/image" Target="../media/image1113.png"/><Relationship Id="rId109" Type="http://schemas.openxmlformats.org/officeDocument/2006/relationships/image" Target="../media/image1148.png"/><Relationship Id="rId34" Type="http://schemas.openxmlformats.org/officeDocument/2006/relationships/customXml" Target="../ink/ink1126.xml"/><Relationship Id="rId50" Type="http://schemas.openxmlformats.org/officeDocument/2006/relationships/customXml" Target="../ink/ink1134.xml"/><Relationship Id="rId55" Type="http://schemas.openxmlformats.org/officeDocument/2006/relationships/image" Target="../media/image1121.png"/><Relationship Id="rId76" Type="http://schemas.openxmlformats.org/officeDocument/2006/relationships/customXml" Target="../ink/ink1147.xml"/><Relationship Id="rId97" Type="http://schemas.openxmlformats.org/officeDocument/2006/relationships/image" Target="../media/image1142.png"/><Relationship Id="rId104" Type="http://schemas.openxmlformats.org/officeDocument/2006/relationships/customXml" Target="../ink/ink1161.xml"/><Relationship Id="rId120" Type="http://schemas.openxmlformats.org/officeDocument/2006/relationships/customXml" Target="../ink/ink1169.xml"/><Relationship Id="rId125" Type="http://schemas.openxmlformats.org/officeDocument/2006/relationships/image" Target="../media/image1156.png"/><Relationship Id="rId141" Type="http://schemas.openxmlformats.org/officeDocument/2006/relationships/image" Target="../media/image1164.png"/><Relationship Id="rId146" Type="http://schemas.openxmlformats.org/officeDocument/2006/relationships/customXml" Target="../ink/ink1182.xml"/><Relationship Id="rId167" Type="http://schemas.openxmlformats.org/officeDocument/2006/relationships/image" Target="../media/image1177.png"/><Relationship Id="rId188" Type="http://schemas.openxmlformats.org/officeDocument/2006/relationships/customXml" Target="../ink/ink1203.xml"/><Relationship Id="rId7" Type="http://schemas.openxmlformats.org/officeDocument/2006/relationships/image" Target="../media/image10970.png"/><Relationship Id="rId71" Type="http://schemas.openxmlformats.org/officeDocument/2006/relationships/image" Target="../media/image1129.png"/><Relationship Id="rId92" Type="http://schemas.openxmlformats.org/officeDocument/2006/relationships/customXml" Target="../ink/ink1155.xml"/><Relationship Id="rId162" Type="http://schemas.openxmlformats.org/officeDocument/2006/relationships/customXml" Target="../ink/ink1190.xml"/><Relationship Id="rId183" Type="http://schemas.openxmlformats.org/officeDocument/2006/relationships/image" Target="../media/image1185.png"/><Relationship Id="rId2" Type="http://schemas.openxmlformats.org/officeDocument/2006/relationships/customXml" Target="../ink/ink1110.xml"/><Relationship Id="rId29" Type="http://schemas.openxmlformats.org/officeDocument/2006/relationships/image" Target="../media/image1108.png"/><Relationship Id="rId24" Type="http://schemas.openxmlformats.org/officeDocument/2006/relationships/customXml" Target="../ink/ink1121.xml"/><Relationship Id="rId40" Type="http://schemas.openxmlformats.org/officeDocument/2006/relationships/customXml" Target="../ink/ink1129.xml"/><Relationship Id="rId45" Type="http://schemas.openxmlformats.org/officeDocument/2006/relationships/image" Target="../media/image1116.png"/><Relationship Id="rId66" Type="http://schemas.openxmlformats.org/officeDocument/2006/relationships/customXml" Target="../ink/ink1142.xml"/><Relationship Id="rId87" Type="http://schemas.openxmlformats.org/officeDocument/2006/relationships/image" Target="../media/image1137.png"/><Relationship Id="rId110" Type="http://schemas.openxmlformats.org/officeDocument/2006/relationships/customXml" Target="../ink/ink1164.xml"/><Relationship Id="rId115" Type="http://schemas.openxmlformats.org/officeDocument/2006/relationships/image" Target="../media/image1151.png"/><Relationship Id="rId131" Type="http://schemas.openxmlformats.org/officeDocument/2006/relationships/image" Target="../media/image1159.png"/><Relationship Id="rId136" Type="http://schemas.openxmlformats.org/officeDocument/2006/relationships/customXml" Target="../ink/ink1177.xml"/><Relationship Id="rId157" Type="http://schemas.openxmlformats.org/officeDocument/2006/relationships/image" Target="../media/image1172.png"/><Relationship Id="rId178" Type="http://schemas.openxmlformats.org/officeDocument/2006/relationships/customXml" Target="../ink/ink1198.xml"/><Relationship Id="rId61" Type="http://schemas.openxmlformats.org/officeDocument/2006/relationships/image" Target="../media/image1124.png"/><Relationship Id="rId82" Type="http://schemas.openxmlformats.org/officeDocument/2006/relationships/customXml" Target="../ink/ink1150.xml"/><Relationship Id="rId152" Type="http://schemas.openxmlformats.org/officeDocument/2006/relationships/customXml" Target="../ink/ink1185.xml"/><Relationship Id="rId173" Type="http://schemas.openxmlformats.org/officeDocument/2006/relationships/image" Target="../media/image1180.png"/><Relationship Id="rId19" Type="http://schemas.openxmlformats.org/officeDocument/2006/relationships/image" Target="../media/image1103.png"/><Relationship Id="rId14" Type="http://schemas.openxmlformats.org/officeDocument/2006/relationships/customXml" Target="../ink/ink1116.xml"/><Relationship Id="rId30" Type="http://schemas.openxmlformats.org/officeDocument/2006/relationships/customXml" Target="../ink/ink1124.xml"/><Relationship Id="rId35" Type="http://schemas.openxmlformats.org/officeDocument/2006/relationships/image" Target="../media/image1111.png"/><Relationship Id="rId56" Type="http://schemas.openxmlformats.org/officeDocument/2006/relationships/customXml" Target="../ink/ink1137.xml"/><Relationship Id="rId77" Type="http://schemas.openxmlformats.org/officeDocument/2006/relationships/image" Target="../media/image1132.png"/><Relationship Id="rId100" Type="http://schemas.openxmlformats.org/officeDocument/2006/relationships/customXml" Target="../ink/ink1159.xml"/><Relationship Id="rId105" Type="http://schemas.openxmlformats.org/officeDocument/2006/relationships/image" Target="../media/image1146.png"/><Relationship Id="rId126" Type="http://schemas.openxmlformats.org/officeDocument/2006/relationships/customXml" Target="../ink/ink1172.xml"/><Relationship Id="rId147" Type="http://schemas.openxmlformats.org/officeDocument/2006/relationships/image" Target="../media/image1167.png"/><Relationship Id="rId168" Type="http://schemas.openxmlformats.org/officeDocument/2006/relationships/customXml" Target="../ink/ink1193.xml"/><Relationship Id="rId8" Type="http://schemas.openxmlformats.org/officeDocument/2006/relationships/customXml" Target="../ink/ink1113.xml"/><Relationship Id="rId51" Type="http://schemas.openxmlformats.org/officeDocument/2006/relationships/image" Target="../media/image1119.png"/><Relationship Id="rId72" Type="http://schemas.openxmlformats.org/officeDocument/2006/relationships/customXml" Target="../ink/ink1145.xml"/><Relationship Id="rId93" Type="http://schemas.openxmlformats.org/officeDocument/2006/relationships/image" Target="../media/image1140.png"/><Relationship Id="rId98" Type="http://schemas.openxmlformats.org/officeDocument/2006/relationships/customXml" Target="../ink/ink1158.xml"/><Relationship Id="rId121" Type="http://schemas.openxmlformats.org/officeDocument/2006/relationships/image" Target="../media/image1154.png"/><Relationship Id="rId142" Type="http://schemas.openxmlformats.org/officeDocument/2006/relationships/customXml" Target="../ink/ink1180.xml"/><Relationship Id="rId163" Type="http://schemas.openxmlformats.org/officeDocument/2006/relationships/image" Target="../media/image1175.png"/><Relationship Id="rId184" Type="http://schemas.openxmlformats.org/officeDocument/2006/relationships/customXml" Target="../ink/ink1201.xml"/><Relationship Id="rId189" Type="http://schemas.openxmlformats.org/officeDocument/2006/relationships/image" Target="../media/image1188.png"/><Relationship Id="rId3" Type="http://schemas.openxmlformats.org/officeDocument/2006/relationships/image" Target="../media/image10950.png"/><Relationship Id="rId25" Type="http://schemas.openxmlformats.org/officeDocument/2006/relationships/image" Target="../media/image1106.png"/><Relationship Id="rId46" Type="http://schemas.openxmlformats.org/officeDocument/2006/relationships/customXml" Target="../ink/ink1132.xml"/><Relationship Id="rId67" Type="http://schemas.openxmlformats.org/officeDocument/2006/relationships/image" Target="../media/image1127.png"/><Relationship Id="rId116" Type="http://schemas.openxmlformats.org/officeDocument/2006/relationships/customXml" Target="../ink/ink1167.xml"/><Relationship Id="rId137" Type="http://schemas.openxmlformats.org/officeDocument/2006/relationships/image" Target="../media/image1162.png"/><Relationship Id="rId158" Type="http://schemas.openxmlformats.org/officeDocument/2006/relationships/customXml" Target="../ink/ink1188.xml"/><Relationship Id="rId20" Type="http://schemas.openxmlformats.org/officeDocument/2006/relationships/customXml" Target="../ink/ink1119.xml"/><Relationship Id="rId41" Type="http://schemas.openxmlformats.org/officeDocument/2006/relationships/image" Target="../media/image1114.png"/><Relationship Id="rId62" Type="http://schemas.openxmlformats.org/officeDocument/2006/relationships/customXml" Target="../ink/ink1140.xml"/><Relationship Id="rId83" Type="http://schemas.openxmlformats.org/officeDocument/2006/relationships/image" Target="../media/image1135.png"/><Relationship Id="rId88" Type="http://schemas.openxmlformats.org/officeDocument/2006/relationships/customXml" Target="../ink/ink1153.xml"/><Relationship Id="rId111" Type="http://schemas.openxmlformats.org/officeDocument/2006/relationships/image" Target="../media/image1149.png"/><Relationship Id="rId132" Type="http://schemas.openxmlformats.org/officeDocument/2006/relationships/customXml" Target="../ink/ink1175.xml"/><Relationship Id="rId153" Type="http://schemas.openxmlformats.org/officeDocument/2006/relationships/image" Target="../media/image1170.png"/><Relationship Id="rId174" Type="http://schemas.openxmlformats.org/officeDocument/2006/relationships/customXml" Target="../ink/ink1196.xml"/><Relationship Id="rId179" Type="http://schemas.openxmlformats.org/officeDocument/2006/relationships/image" Target="../media/image1183.png"/><Relationship Id="rId190" Type="http://schemas.openxmlformats.org/officeDocument/2006/relationships/customXml" Target="../ink/ink1204.xml"/><Relationship Id="rId15" Type="http://schemas.openxmlformats.org/officeDocument/2006/relationships/image" Target="../media/image1101.png"/><Relationship Id="rId36" Type="http://schemas.openxmlformats.org/officeDocument/2006/relationships/customXml" Target="../ink/ink1127.xml"/><Relationship Id="rId57" Type="http://schemas.openxmlformats.org/officeDocument/2006/relationships/image" Target="../media/image1122.png"/><Relationship Id="rId106" Type="http://schemas.openxmlformats.org/officeDocument/2006/relationships/customXml" Target="../ink/ink1162.xml"/><Relationship Id="rId127" Type="http://schemas.openxmlformats.org/officeDocument/2006/relationships/image" Target="../media/image1157.png"/><Relationship Id="rId10" Type="http://schemas.openxmlformats.org/officeDocument/2006/relationships/customXml" Target="../ink/ink1114.xml"/><Relationship Id="rId31" Type="http://schemas.openxmlformats.org/officeDocument/2006/relationships/image" Target="../media/image1109.png"/><Relationship Id="rId52" Type="http://schemas.openxmlformats.org/officeDocument/2006/relationships/customXml" Target="../ink/ink1135.xml"/><Relationship Id="rId73" Type="http://schemas.openxmlformats.org/officeDocument/2006/relationships/image" Target="../media/image1130.png"/><Relationship Id="rId78" Type="http://schemas.openxmlformats.org/officeDocument/2006/relationships/customXml" Target="../ink/ink1148.xml"/><Relationship Id="rId94" Type="http://schemas.openxmlformats.org/officeDocument/2006/relationships/customXml" Target="../ink/ink1156.xml"/><Relationship Id="rId99" Type="http://schemas.openxmlformats.org/officeDocument/2006/relationships/image" Target="../media/image1143.png"/><Relationship Id="rId101" Type="http://schemas.openxmlformats.org/officeDocument/2006/relationships/image" Target="../media/image1144.png"/><Relationship Id="rId122" Type="http://schemas.openxmlformats.org/officeDocument/2006/relationships/customXml" Target="../ink/ink1170.xml"/><Relationship Id="rId143" Type="http://schemas.openxmlformats.org/officeDocument/2006/relationships/image" Target="../media/image1165.png"/><Relationship Id="rId148" Type="http://schemas.openxmlformats.org/officeDocument/2006/relationships/customXml" Target="../ink/ink1183.xml"/><Relationship Id="rId164" Type="http://schemas.openxmlformats.org/officeDocument/2006/relationships/customXml" Target="../ink/ink1191.xml"/><Relationship Id="rId169" Type="http://schemas.openxmlformats.org/officeDocument/2006/relationships/image" Target="../media/image1178.png"/><Relationship Id="rId185" Type="http://schemas.openxmlformats.org/officeDocument/2006/relationships/image" Target="../media/image1186.png"/><Relationship Id="rId4" Type="http://schemas.openxmlformats.org/officeDocument/2006/relationships/customXml" Target="../ink/ink1111.xml"/><Relationship Id="rId9" Type="http://schemas.openxmlformats.org/officeDocument/2006/relationships/image" Target="../media/image10980.png"/><Relationship Id="rId180" Type="http://schemas.openxmlformats.org/officeDocument/2006/relationships/customXml" Target="../ink/ink1199.xml"/><Relationship Id="rId26" Type="http://schemas.openxmlformats.org/officeDocument/2006/relationships/customXml" Target="../ink/ink1122.xml"/><Relationship Id="rId47" Type="http://schemas.openxmlformats.org/officeDocument/2006/relationships/image" Target="../media/image1117.png"/><Relationship Id="rId68" Type="http://schemas.openxmlformats.org/officeDocument/2006/relationships/customXml" Target="../ink/ink1143.xml"/><Relationship Id="rId89" Type="http://schemas.openxmlformats.org/officeDocument/2006/relationships/image" Target="../media/image1138.png"/><Relationship Id="rId112" Type="http://schemas.openxmlformats.org/officeDocument/2006/relationships/customXml" Target="../ink/ink1165.xml"/><Relationship Id="rId133" Type="http://schemas.openxmlformats.org/officeDocument/2006/relationships/image" Target="../media/image1160.png"/><Relationship Id="rId154" Type="http://schemas.openxmlformats.org/officeDocument/2006/relationships/customXml" Target="../ink/ink1186.xml"/><Relationship Id="rId175" Type="http://schemas.openxmlformats.org/officeDocument/2006/relationships/image" Target="../media/image1181.png"/><Relationship Id="rId16" Type="http://schemas.openxmlformats.org/officeDocument/2006/relationships/customXml" Target="../ink/ink1117.xml"/><Relationship Id="rId37" Type="http://schemas.openxmlformats.org/officeDocument/2006/relationships/image" Target="../media/image1112.png"/><Relationship Id="rId58" Type="http://schemas.openxmlformats.org/officeDocument/2006/relationships/customXml" Target="../ink/ink1138.xml"/><Relationship Id="rId79" Type="http://schemas.openxmlformats.org/officeDocument/2006/relationships/image" Target="../media/image1133.png"/><Relationship Id="rId102" Type="http://schemas.openxmlformats.org/officeDocument/2006/relationships/customXml" Target="../ink/ink1160.xml"/><Relationship Id="rId123" Type="http://schemas.openxmlformats.org/officeDocument/2006/relationships/image" Target="../media/image1155.png"/><Relationship Id="rId144" Type="http://schemas.openxmlformats.org/officeDocument/2006/relationships/customXml" Target="../ink/ink1181.xml"/><Relationship Id="rId90" Type="http://schemas.openxmlformats.org/officeDocument/2006/relationships/customXml" Target="../ink/ink1154.xml"/><Relationship Id="rId165" Type="http://schemas.openxmlformats.org/officeDocument/2006/relationships/image" Target="../media/image1176.png"/><Relationship Id="rId186" Type="http://schemas.openxmlformats.org/officeDocument/2006/relationships/customXml" Target="../ink/ink1202.xml"/><Relationship Id="rId27" Type="http://schemas.openxmlformats.org/officeDocument/2006/relationships/image" Target="../media/image1107.png"/><Relationship Id="rId48" Type="http://schemas.openxmlformats.org/officeDocument/2006/relationships/customXml" Target="../ink/ink1133.xml"/><Relationship Id="rId69" Type="http://schemas.openxmlformats.org/officeDocument/2006/relationships/image" Target="../media/image1128.png"/><Relationship Id="rId113" Type="http://schemas.openxmlformats.org/officeDocument/2006/relationships/image" Target="../media/image1150.png"/><Relationship Id="rId134" Type="http://schemas.openxmlformats.org/officeDocument/2006/relationships/customXml" Target="../ink/ink1176.xml"/><Relationship Id="rId80" Type="http://schemas.openxmlformats.org/officeDocument/2006/relationships/customXml" Target="../ink/ink1149.xml"/><Relationship Id="rId155" Type="http://schemas.openxmlformats.org/officeDocument/2006/relationships/image" Target="../media/image1171.png"/><Relationship Id="rId176" Type="http://schemas.openxmlformats.org/officeDocument/2006/relationships/customXml" Target="../ink/ink1197.xml"/><Relationship Id="rId17" Type="http://schemas.openxmlformats.org/officeDocument/2006/relationships/image" Target="../media/image1102.png"/><Relationship Id="rId38" Type="http://schemas.openxmlformats.org/officeDocument/2006/relationships/customXml" Target="../ink/ink1128.xml"/><Relationship Id="rId59" Type="http://schemas.openxmlformats.org/officeDocument/2006/relationships/image" Target="../media/image1123.png"/><Relationship Id="rId103" Type="http://schemas.openxmlformats.org/officeDocument/2006/relationships/image" Target="../media/image1145.png"/><Relationship Id="rId124" Type="http://schemas.openxmlformats.org/officeDocument/2006/relationships/customXml" Target="../ink/ink1171.xml"/><Relationship Id="rId70" Type="http://schemas.openxmlformats.org/officeDocument/2006/relationships/customXml" Target="../ink/ink1144.xml"/><Relationship Id="rId91" Type="http://schemas.openxmlformats.org/officeDocument/2006/relationships/image" Target="../media/image1139.png"/><Relationship Id="rId145" Type="http://schemas.openxmlformats.org/officeDocument/2006/relationships/image" Target="../media/image1166.png"/><Relationship Id="rId166" Type="http://schemas.openxmlformats.org/officeDocument/2006/relationships/customXml" Target="../ink/ink1192.xml"/><Relationship Id="rId187" Type="http://schemas.openxmlformats.org/officeDocument/2006/relationships/image" Target="../media/image118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23.xml"/><Relationship Id="rId49" Type="http://schemas.openxmlformats.org/officeDocument/2006/relationships/image" Target="../media/image1118.png"/><Relationship Id="rId114" Type="http://schemas.openxmlformats.org/officeDocument/2006/relationships/customXml" Target="../ink/ink1166.xml"/><Relationship Id="rId60" Type="http://schemas.openxmlformats.org/officeDocument/2006/relationships/customXml" Target="../ink/ink1139.xml"/><Relationship Id="rId81" Type="http://schemas.openxmlformats.org/officeDocument/2006/relationships/image" Target="../media/image1134.png"/><Relationship Id="rId135" Type="http://schemas.openxmlformats.org/officeDocument/2006/relationships/image" Target="../media/image1161.png"/><Relationship Id="rId156" Type="http://schemas.openxmlformats.org/officeDocument/2006/relationships/customXml" Target="../ink/ink1187.xml"/><Relationship Id="rId177" Type="http://schemas.openxmlformats.org/officeDocument/2006/relationships/image" Target="../media/image118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6.png"/><Relationship Id="rId21" Type="http://schemas.openxmlformats.org/officeDocument/2006/relationships/image" Target="../media/image1198.png"/><Relationship Id="rId42" Type="http://schemas.openxmlformats.org/officeDocument/2006/relationships/customXml" Target="../ink/ink1225.xml"/><Relationship Id="rId63" Type="http://schemas.openxmlformats.org/officeDocument/2006/relationships/image" Target="../media/image1219.png"/><Relationship Id="rId84" Type="http://schemas.openxmlformats.org/officeDocument/2006/relationships/customXml" Target="../ink/ink1246.xml"/><Relationship Id="rId138" Type="http://schemas.openxmlformats.org/officeDocument/2006/relationships/customXml" Target="../ink/ink1273.xml"/><Relationship Id="rId159" Type="http://schemas.openxmlformats.org/officeDocument/2006/relationships/image" Target="../media/image1267.png"/><Relationship Id="rId170" Type="http://schemas.openxmlformats.org/officeDocument/2006/relationships/customXml" Target="../ink/ink1289.xml"/><Relationship Id="rId191" Type="http://schemas.openxmlformats.org/officeDocument/2006/relationships/image" Target="../media/image1283.png"/><Relationship Id="rId205" Type="http://schemas.openxmlformats.org/officeDocument/2006/relationships/image" Target="../media/image1290.png"/><Relationship Id="rId107" Type="http://schemas.openxmlformats.org/officeDocument/2006/relationships/image" Target="../media/image1241.png"/><Relationship Id="rId11" Type="http://schemas.openxmlformats.org/officeDocument/2006/relationships/image" Target="../media/image1193.png"/><Relationship Id="rId32" Type="http://schemas.openxmlformats.org/officeDocument/2006/relationships/customXml" Target="../ink/ink1220.xml"/><Relationship Id="rId53" Type="http://schemas.openxmlformats.org/officeDocument/2006/relationships/image" Target="../media/image1214.png"/><Relationship Id="rId74" Type="http://schemas.openxmlformats.org/officeDocument/2006/relationships/customXml" Target="../ink/ink1241.xml"/><Relationship Id="rId128" Type="http://schemas.openxmlformats.org/officeDocument/2006/relationships/customXml" Target="../ink/ink1268.xml"/><Relationship Id="rId149" Type="http://schemas.openxmlformats.org/officeDocument/2006/relationships/image" Target="../media/image1262.png"/><Relationship Id="rId5" Type="http://schemas.openxmlformats.org/officeDocument/2006/relationships/image" Target="../media/image1190.png"/><Relationship Id="rId95" Type="http://schemas.openxmlformats.org/officeDocument/2006/relationships/image" Target="../media/image1235.png"/><Relationship Id="rId160" Type="http://schemas.openxmlformats.org/officeDocument/2006/relationships/customXml" Target="../ink/ink1284.xml"/><Relationship Id="rId181" Type="http://schemas.openxmlformats.org/officeDocument/2006/relationships/image" Target="../media/image1278.png"/><Relationship Id="rId216" Type="http://schemas.openxmlformats.org/officeDocument/2006/relationships/customXml" Target="../ink/ink1312.xml"/><Relationship Id="rId22" Type="http://schemas.openxmlformats.org/officeDocument/2006/relationships/customXml" Target="../ink/ink1215.xml"/><Relationship Id="rId43" Type="http://schemas.openxmlformats.org/officeDocument/2006/relationships/image" Target="../media/image1209.png"/><Relationship Id="rId64" Type="http://schemas.openxmlformats.org/officeDocument/2006/relationships/customXml" Target="../ink/ink1236.xml"/><Relationship Id="rId118" Type="http://schemas.openxmlformats.org/officeDocument/2006/relationships/customXml" Target="../ink/ink1263.xml"/><Relationship Id="rId139" Type="http://schemas.openxmlformats.org/officeDocument/2006/relationships/image" Target="../media/image1257.png"/><Relationship Id="rId85" Type="http://schemas.openxmlformats.org/officeDocument/2006/relationships/image" Target="../media/image1230.png"/><Relationship Id="rId150" Type="http://schemas.openxmlformats.org/officeDocument/2006/relationships/customXml" Target="../ink/ink1279.xml"/><Relationship Id="rId171" Type="http://schemas.openxmlformats.org/officeDocument/2006/relationships/image" Target="../media/image1273.png"/><Relationship Id="rId192" Type="http://schemas.openxmlformats.org/officeDocument/2006/relationships/customXml" Target="../ink/ink1300.xml"/><Relationship Id="rId206" Type="http://schemas.openxmlformats.org/officeDocument/2006/relationships/customXml" Target="../ink/ink1307.xml"/><Relationship Id="rId12" Type="http://schemas.openxmlformats.org/officeDocument/2006/relationships/customXml" Target="../ink/ink1210.xml"/><Relationship Id="rId33" Type="http://schemas.openxmlformats.org/officeDocument/2006/relationships/image" Target="../media/image1204.png"/><Relationship Id="rId108" Type="http://schemas.openxmlformats.org/officeDocument/2006/relationships/customXml" Target="../ink/ink1258.xml"/><Relationship Id="rId129" Type="http://schemas.openxmlformats.org/officeDocument/2006/relationships/image" Target="../media/image1252.png"/><Relationship Id="rId54" Type="http://schemas.openxmlformats.org/officeDocument/2006/relationships/customXml" Target="../ink/ink1231.xml"/><Relationship Id="rId75" Type="http://schemas.openxmlformats.org/officeDocument/2006/relationships/image" Target="../media/image1225.png"/><Relationship Id="rId96" Type="http://schemas.openxmlformats.org/officeDocument/2006/relationships/customXml" Target="../ink/ink1252.xml"/><Relationship Id="rId140" Type="http://schemas.openxmlformats.org/officeDocument/2006/relationships/customXml" Target="../ink/ink1274.xml"/><Relationship Id="rId161" Type="http://schemas.openxmlformats.org/officeDocument/2006/relationships/image" Target="../media/image1268.png"/><Relationship Id="rId182" Type="http://schemas.openxmlformats.org/officeDocument/2006/relationships/customXml" Target="../ink/ink1295.xml"/><Relationship Id="rId217" Type="http://schemas.openxmlformats.org/officeDocument/2006/relationships/image" Target="../media/image1296.png"/><Relationship Id="rId6" Type="http://schemas.openxmlformats.org/officeDocument/2006/relationships/customXml" Target="../ink/ink1207.xml"/><Relationship Id="rId23" Type="http://schemas.openxmlformats.org/officeDocument/2006/relationships/image" Target="../media/image1199.png"/><Relationship Id="rId119" Type="http://schemas.openxmlformats.org/officeDocument/2006/relationships/image" Target="../media/image1247.png"/><Relationship Id="rId44" Type="http://schemas.openxmlformats.org/officeDocument/2006/relationships/customXml" Target="../ink/ink1226.xml"/><Relationship Id="rId65" Type="http://schemas.openxmlformats.org/officeDocument/2006/relationships/image" Target="../media/image1220.png"/><Relationship Id="rId86" Type="http://schemas.openxmlformats.org/officeDocument/2006/relationships/customXml" Target="../ink/ink1247.xml"/><Relationship Id="rId130" Type="http://schemas.openxmlformats.org/officeDocument/2006/relationships/customXml" Target="../ink/ink1269.xml"/><Relationship Id="rId151" Type="http://schemas.openxmlformats.org/officeDocument/2006/relationships/image" Target="../media/image1263.png"/><Relationship Id="rId172" Type="http://schemas.openxmlformats.org/officeDocument/2006/relationships/customXml" Target="../ink/ink1290.xml"/><Relationship Id="rId193" Type="http://schemas.openxmlformats.org/officeDocument/2006/relationships/image" Target="../media/image1284.png"/><Relationship Id="rId207" Type="http://schemas.openxmlformats.org/officeDocument/2006/relationships/image" Target="../media/image1291.png"/><Relationship Id="rId13" Type="http://schemas.openxmlformats.org/officeDocument/2006/relationships/image" Target="../media/image1194.png"/><Relationship Id="rId109" Type="http://schemas.openxmlformats.org/officeDocument/2006/relationships/image" Target="../media/image1242.png"/><Relationship Id="rId34" Type="http://schemas.openxmlformats.org/officeDocument/2006/relationships/customXml" Target="../ink/ink1221.xml"/><Relationship Id="rId55" Type="http://schemas.openxmlformats.org/officeDocument/2006/relationships/image" Target="../media/image1215.png"/><Relationship Id="rId76" Type="http://schemas.openxmlformats.org/officeDocument/2006/relationships/customXml" Target="../ink/ink1242.xml"/><Relationship Id="rId97" Type="http://schemas.openxmlformats.org/officeDocument/2006/relationships/image" Target="../media/image1236.png"/><Relationship Id="rId120" Type="http://schemas.openxmlformats.org/officeDocument/2006/relationships/customXml" Target="../ink/ink1264.xml"/><Relationship Id="rId141" Type="http://schemas.openxmlformats.org/officeDocument/2006/relationships/image" Target="../media/image1258.png"/><Relationship Id="rId7" Type="http://schemas.openxmlformats.org/officeDocument/2006/relationships/image" Target="../media/image1191.png"/><Relationship Id="rId162" Type="http://schemas.openxmlformats.org/officeDocument/2006/relationships/customXml" Target="../ink/ink1285.xml"/><Relationship Id="rId183" Type="http://schemas.openxmlformats.org/officeDocument/2006/relationships/image" Target="../media/image1279.png"/><Relationship Id="rId218" Type="http://schemas.openxmlformats.org/officeDocument/2006/relationships/customXml" Target="../ink/ink1313.xml"/><Relationship Id="rId24" Type="http://schemas.openxmlformats.org/officeDocument/2006/relationships/customXml" Target="../ink/ink1216.xml"/><Relationship Id="rId45" Type="http://schemas.openxmlformats.org/officeDocument/2006/relationships/image" Target="../media/image1210.png"/><Relationship Id="rId66" Type="http://schemas.openxmlformats.org/officeDocument/2006/relationships/customXml" Target="../ink/ink1237.xml"/><Relationship Id="rId87" Type="http://schemas.openxmlformats.org/officeDocument/2006/relationships/image" Target="../media/image1231.png"/><Relationship Id="rId110" Type="http://schemas.openxmlformats.org/officeDocument/2006/relationships/customXml" Target="../ink/ink1259.xml"/><Relationship Id="rId131" Type="http://schemas.openxmlformats.org/officeDocument/2006/relationships/image" Target="../media/image1253.png"/><Relationship Id="rId152" Type="http://schemas.openxmlformats.org/officeDocument/2006/relationships/customXml" Target="../ink/ink1280.xml"/><Relationship Id="rId173" Type="http://schemas.openxmlformats.org/officeDocument/2006/relationships/image" Target="../media/image1274.png"/><Relationship Id="rId194" Type="http://schemas.openxmlformats.org/officeDocument/2006/relationships/customXml" Target="../ink/ink1301.xml"/><Relationship Id="rId208" Type="http://schemas.openxmlformats.org/officeDocument/2006/relationships/customXml" Target="../ink/ink1308.xml"/><Relationship Id="rId14" Type="http://schemas.openxmlformats.org/officeDocument/2006/relationships/customXml" Target="../ink/ink1211.xml"/><Relationship Id="rId35" Type="http://schemas.openxmlformats.org/officeDocument/2006/relationships/image" Target="../media/image1205.png"/><Relationship Id="rId56" Type="http://schemas.openxmlformats.org/officeDocument/2006/relationships/customXml" Target="../ink/ink1232.xml"/><Relationship Id="rId77" Type="http://schemas.openxmlformats.org/officeDocument/2006/relationships/image" Target="../media/image1226.png"/><Relationship Id="rId100" Type="http://schemas.openxmlformats.org/officeDocument/2006/relationships/customXml" Target="../ink/ink1254.xml"/><Relationship Id="rId8" Type="http://schemas.openxmlformats.org/officeDocument/2006/relationships/customXml" Target="../ink/ink1208.xml"/><Relationship Id="rId51" Type="http://schemas.openxmlformats.org/officeDocument/2006/relationships/image" Target="../media/image1213.png"/><Relationship Id="rId72" Type="http://schemas.openxmlformats.org/officeDocument/2006/relationships/customXml" Target="../ink/ink1240.xml"/><Relationship Id="rId93" Type="http://schemas.openxmlformats.org/officeDocument/2006/relationships/image" Target="../media/image1234.png"/><Relationship Id="rId98" Type="http://schemas.openxmlformats.org/officeDocument/2006/relationships/customXml" Target="../ink/ink1253.xml"/><Relationship Id="rId121" Type="http://schemas.openxmlformats.org/officeDocument/2006/relationships/image" Target="../media/image1248.png"/><Relationship Id="rId142" Type="http://schemas.openxmlformats.org/officeDocument/2006/relationships/customXml" Target="../ink/ink1275.xml"/><Relationship Id="rId163" Type="http://schemas.openxmlformats.org/officeDocument/2006/relationships/image" Target="../media/image1269.png"/><Relationship Id="rId184" Type="http://schemas.openxmlformats.org/officeDocument/2006/relationships/customXml" Target="../ink/ink1296.xml"/><Relationship Id="rId189" Type="http://schemas.openxmlformats.org/officeDocument/2006/relationships/image" Target="../media/image1282.png"/><Relationship Id="rId219" Type="http://schemas.openxmlformats.org/officeDocument/2006/relationships/image" Target="../media/image1297.png"/><Relationship Id="rId3" Type="http://schemas.openxmlformats.org/officeDocument/2006/relationships/image" Target="../media/image11890.png"/><Relationship Id="rId214" Type="http://schemas.openxmlformats.org/officeDocument/2006/relationships/customXml" Target="../ink/ink1311.xml"/><Relationship Id="rId25" Type="http://schemas.openxmlformats.org/officeDocument/2006/relationships/image" Target="../media/image1200.png"/><Relationship Id="rId46" Type="http://schemas.openxmlformats.org/officeDocument/2006/relationships/customXml" Target="../ink/ink1227.xml"/><Relationship Id="rId67" Type="http://schemas.openxmlformats.org/officeDocument/2006/relationships/image" Target="../media/image1221.png"/><Relationship Id="rId116" Type="http://schemas.openxmlformats.org/officeDocument/2006/relationships/customXml" Target="../ink/ink1262.xml"/><Relationship Id="rId137" Type="http://schemas.openxmlformats.org/officeDocument/2006/relationships/image" Target="../media/image1256.png"/><Relationship Id="rId158" Type="http://schemas.openxmlformats.org/officeDocument/2006/relationships/customXml" Target="../ink/ink1283.xml"/><Relationship Id="rId20" Type="http://schemas.openxmlformats.org/officeDocument/2006/relationships/customXml" Target="../ink/ink1214.xml"/><Relationship Id="rId41" Type="http://schemas.openxmlformats.org/officeDocument/2006/relationships/image" Target="../media/image1208.png"/><Relationship Id="rId62" Type="http://schemas.openxmlformats.org/officeDocument/2006/relationships/customXml" Target="../ink/ink1235.xml"/><Relationship Id="rId83" Type="http://schemas.openxmlformats.org/officeDocument/2006/relationships/image" Target="../media/image1229.png"/><Relationship Id="rId88" Type="http://schemas.openxmlformats.org/officeDocument/2006/relationships/customXml" Target="../ink/ink1248.xml"/><Relationship Id="rId111" Type="http://schemas.openxmlformats.org/officeDocument/2006/relationships/image" Target="../media/image1243.png"/><Relationship Id="rId132" Type="http://schemas.openxmlformats.org/officeDocument/2006/relationships/customXml" Target="../ink/ink1270.xml"/><Relationship Id="rId153" Type="http://schemas.openxmlformats.org/officeDocument/2006/relationships/image" Target="../media/image1264.png"/><Relationship Id="rId174" Type="http://schemas.openxmlformats.org/officeDocument/2006/relationships/customXml" Target="../ink/ink1291.xml"/><Relationship Id="rId179" Type="http://schemas.openxmlformats.org/officeDocument/2006/relationships/image" Target="../media/image1277.png"/><Relationship Id="rId195" Type="http://schemas.openxmlformats.org/officeDocument/2006/relationships/image" Target="../media/image1285.png"/><Relationship Id="rId209" Type="http://schemas.openxmlformats.org/officeDocument/2006/relationships/image" Target="../media/image1292.png"/><Relationship Id="rId190" Type="http://schemas.openxmlformats.org/officeDocument/2006/relationships/customXml" Target="../ink/ink1299.xml"/><Relationship Id="rId204" Type="http://schemas.openxmlformats.org/officeDocument/2006/relationships/customXml" Target="../ink/ink1306.xml"/><Relationship Id="rId220" Type="http://schemas.openxmlformats.org/officeDocument/2006/relationships/customXml" Target="../ink/ink1314.xml"/><Relationship Id="rId15" Type="http://schemas.openxmlformats.org/officeDocument/2006/relationships/image" Target="../media/image1195.png"/><Relationship Id="rId36" Type="http://schemas.openxmlformats.org/officeDocument/2006/relationships/customXml" Target="../ink/ink1222.xml"/><Relationship Id="rId57" Type="http://schemas.openxmlformats.org/officeDocument/2006/relationships/image" Target="../media/image1216.png"/><Relationship Id="rId106" Type="http://schemas.openxmlformats.org/officeDocument/2006/relationships/customXml" Target="../ink/ink1257.xml"/><Relationship Id="rId127" Type="http://schemas.openxmlformats.org/officeDocument/2006/relationships/image" Target="../media/image1251.png"/><Relationship Id="rId10" Type="http://schemas.openxmlformats.org/officeDocument/2006/relationships/customXml" Target="../ink/ink1209.xml"/><Relationship Id="rId31" Type="http://schemas.openxmlformats.org/officeDocument/2006/relationships/image" Target="../media/image1203.png"/><Relationship Id="rId52" Type="http://schemas.openxmlformats.org/officeDocument/2006/relationships/customXml" Target="../ink/ink1230.xml"/><Relationship Id="rId73" Type="http://schemas.openxmlformats.org/officeDocument/2006/relationships/image" Target="../media/image1224.png"/><Relationship Id="rId78" Type="http://schemas.openxmlformats.org/officeDocument/2006/relationships/customXml" Target="../ink/ink1243.xml"/><Relationship Id="rId94" Type="http://schemas.openxmlformats.org/officeDocument/2006/relationships/customXml" Target="../ink/ink1251.xml"/><Relationship Id="rId99" Type="http://schemas.openxmlformats.org/officeDocument/2006/relationships/image" Target="../media/image1237.png"/><Relationship Id="rId101" Type="http://schemas.openxmlformats.org/officeDocument/2006/relationships/image" Target="../media/image1238.png"/><Relationship Id="rId122" Type="http://schemas.openxmlformats.org/officeDocument/2006/relationships/customXml" Target="../ink/ink1265.xml"/><Relationship Id="rId143" Type="http://schemas.openxmlformats.org/officeDocument/2006/relationships/image" Target="../media/image1259.png"/><Relationship Id="rId148" Type="http://schemas.openxmlformats.org/officeDocument/2006/relationships/customXml" Target="../ink/ink1278.xml"/><Relationship Id="rId164" Type="http://schemas.openxmlformats.org/officeDocument/2006/relationships/customXml" Target="../ink/ink1286.xml"/><Relationship Id="rId169" Type="http://schemas.openxmlformats.org/officeDocument/2006/relationships/image" Target="../media/image1272.png"/><Relationship Id="rId185" Type="http://schemas.openxmlformats.org/officeDocument/2006/relationships/image" Target="../media/image1280.png"/><Relationship Id="rId4" Type="http://schemas.openxmlformats.org/officeDocument/2006/relationships/customXml" Target="../ink/ink1206.xml"/><Relationship Id="rId9" Type="http://schemas.openxmlformats.org/officeDocument/2006/relationships/image" Target="../media/image1192.png"/><Relationship Id="rId180" Type="http://schemas.openxmlformats.org/officeDocument/2006/relationships/customXml" Target="../ink/ink1294.xml"/><Relationship Id="rId210" Type="http://schemas.openxmlformats.org/officeDocument/2006/relationships/customXml" Target="../ink/ink1309.xml"/><Relationship Id="rId215" Type="http://schemas.openxmlformats.org/officeDocument/2006/relationships/image" Target="../media/image1295.png"/><Relationship Id="rId26" Type="http://schemas.openxmlformats.org/officeDocument/2006/relationships/customXml" Target="../ink/ink1217.xml"/><Relationship Id="rId47" Type="http://schemas.openxmlformats.org/officeDocument/2006/relationships/image" Target="../media/image1211.png"/><Relationship Id="rId68" Type="http://schemas.openxmlformats.org/officeDocument/2006/relationships/customXml" Target="../ink/ink1238.xml"/><Relationship Id="rId89" Type="http://schemas.openxmlformats.org/officeDocument/2006/relationships/image" Target="../media/image1232.png"/><Relationship Id="rId112" Type="http://schemas.openxmlformats.org/officeDocument/2006/relationships/customXml" Target="../ink/ink1260.xml"/><Relationship Id="rId133" Type="http://schemas.openxmlformats.org/officeDocument/2006/relationships/image" Target="../media/image1254.png"/><Relationship Id="rId154" Type="http://schemas.openxmlformats.org/officeDocument/2006/relationships/customXml" Target="../ink/ink1281.xml"/><Relationship Id="rId175" Type="http://schemas.openxmlformats.org/officeDocument/2006/relationships/image" Target="../media/image1275.png"/><Relationship Id="rId196" Type="http://schemas.openxmlformats.org/officeDocument/2006/relationships/customXml" Target="../ink/ink1302.xml"/><Relationship Id="rId200" Type="http://schemas.openxmlformats.org/officeDocument/2006/relationships/customXml" Target="../ink/ink1304.xml"/><Relationship Id="rId16" Type="http://schemas.openxmlformats.org/officeDocument/2006/relationships/customXml" Target="../ink/ink1212.xml"/><Relationship Id="rId221" Type="http://schemas.openxmlformats.org/officeDocument/2006/relationships/image" Target="../media/image1298.png"/><Relationship Id="rId37" Type="http://schemas.openxmlformats.org/officeDocument/2006/relationships/image" Target="../media/image1206.png"/><Relationship Id="rId58" Type="http://schemas.openxmlformats.org/officeDocument/2006/relationships/customXml" Target="../ink/ink1233.xml"/><Relationship Id="rId79" Type="http://schemas.openxmlformats.org/officeDocument/2006/relationships/image" Target="../media/image1227.png"/><Relationship Id="rId102" Type="http://schemas.openxmlformats.org/officeDocument/2006/relationships/customXml" Target="../ink/ink1255.xml"/><Relationship Id="rId123" Type="http://schemas.openxmlformats.org/officeDocument/2006/relationships/image" Target="../media/image1249.png"/><Relationship Id="rId144" Type="http://schemas.openxmlformats.org/officeDocument/2006/relationships/customXml" Target="../ink/ink1276.xml"/><Relationship Id="rId90" Type="http://schemas.openxmlformats.org/officeDocument/2006/relationships/customXml" Target="../ink/ink1249.xml"/><Relationship Id="rId165" Type="http://schemas.openxmlformats.org/officeDocument/2006/relationships/image" Target="../media/image1270.png"/><Relationship Id="rId186" Type="http://schemas.openxmlformats.org/officeDocument/2006/relationships/customXml" Target="../ink/ink1297.xml"/><Relationship Id="rId211" Type="http://schemas.openxmlformats.org/officeDocument/2006/relationships/image" Target="../media/image1293.png"/><Relationship Id="rId27" Type="http://schemas.openxmlformats.org/officeDocument/2006/relationships/image" Target="../media/image1201.png"/><Relationship Id="rId48" Type="http://schemas.openxmlformats.org/officeDocument/2006/relationships/customXml" Target="../ink/ink1228.xml"/><Relationship Id="rId69" Type="http://schemas.openxmlformats.org/officeDocument/2006/relationships/image" Target="../media/image1222.png"/><Relationship Id="rId113" Type="http://schemas.openxmlformats.org/officeDocument/2006/relationships/image" Target="../media/image1244.png"/><Relationship Id="rId134" Type="http://schemas.openxmlformats.org/officeDocument/2006/relationships/customXml" Target="../ink/ink1271.xml"/><Relationship Id="rId80" Type="http://schemas.openxmlformats.org/officeDocument/2006/relationships/customXml" Target="../ink/ink1244.xml"/><Relationship Id="rId155" Type="http://schemas.openxmlformats.org/officeDocument/2006/relationships/image" Target="../media/image1265.png"/><Relationship Id="rId176" Type="http://schemas.openxmlformats.org/officeDocument/2006/relationships/customXml" Target="../ink/ink1292.xml"/><Relationship Id="rId197" Type="http://schemas.openxmlformats.org/officeDocument/2006/relationships/image" Target="../media/image1286.png"/><Relationship Id="rId201" Type="http://schemas.openxmlformats.org/officeDocument/2006/relationships/image" Target="../media/image1288.png"/><Relationship Id="rId222" Type="http://schemas.openxmlformats.org/officeDocument/2006/relationships/customXml" Target="../ink/ink1315.xml"/><Relationship Id="rId17" Type="http://schemas.openxmlformats.org/officeDocument/2006/relationships/image" Target="../media/image1196.png"/><Relationship Id="rId38" Type="http://schemas.openxmlformats.org/officeDocument/2006/relationships/customXml" Target="../ink/ink1223.xml"/><Relationship Id="rId59" Type="http://schemas.openxmlformats.org/officeDocument/2006/relationships/image" Target="../media/image1217.png"/><Relationship Id="rId103" Type="http://schemas.openxmlformats.org/officeDocument/2006/relationships/image" Target="../media/image1239.png"/><Relationship Id="rId124" Type="http://schemas.openxmlformats.org/officeDocument/2006/relationships/customXml" Target="../ink/ink1266.xml"/><Relationship Id="rId70" Type="http://schemas.openxmlformats.org/officeDocument/2006/relationships/customXml" Target="../ink/ink1239.xml"/><Relationship Id="rId91" Type="http://schemas.openxmlformats.org/officeDocument/2006/relationships/image" Target="../media/image1233.png"/><Relationship Id="rId145" Type="http://schemas.openxmlformats.org/officeDocument/2006/relationships/image" Target="../media/image1260.png"/><Relationship Id="rId166" Type="http://schemas.openxmlformats.org/officeDocument/2006/relationships/customXml" Target="../ink/ink1287.xml"/><Relationship Id="rId187" Type="http://schemas.openxmlformats.org/officeDocument/2006/relationships/image" Target="../media/image128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10.xml"/><Relationship Id="rId28" Type="http://schemas.openxmlformats.org/officeDocument/2006/relationships/customXml" Target="../ink/ink1218.xml"/><Relationship Id="rId49" Type="http://schemas.openxmlformats.org/officeDocument/2006/relationships/image" Target="../media/image1212.png"/><Relationship Id="rId114" Type="http://schemas.openxmlformats.org/officeDocument/2006/relationships/customXml" Target="../ink/ink1261.xml"/><Relationship Id="rId60" Type="http://schemas.openxmlformats.org/officeDocument/2006/relationships/customXml" Target="../ink/ink1234.xml"/><Relationship Id="rId81" Type="http://schemas.openxmlformats.org/officeDocument/2006/relationships/image" Target="../media/image1228.png"/><Relationship Id="rId135" Type="http://schemas.openxmlformats.org/officeDocument/2006/relationships/image" Target="../media/image1255.png"/><Relationship Id="rId156" Type="http://schemas.openxmlformats.org/officeDocument/2006/relationships/customXml" Target="../ink/ink1282.xml"/><Relationship Id="rId177" Type="http://schemas.openxmlformats.org/officeDocument/2006/relationships/image" Target="../media/image1276.png"/><Relationship Id="rId198" Type="http://schemas.openxmlformats.org/officeDocument/2006/relationships/customXml" Target="../ink/ink1303.xml"/><Relationship Id="rId202" Type="http://schemas.openxmlformats.org/officeDocument/2006/relationships/customXml" Target="../ink/ink1305.xml"/><Relationship Id="rId223" Type="http://schemas.openxmlformats.org/officeDocument/2006/relationships/image" Target="../media/image1299.png"/><Relationship Id="rId18" Type="http://schemas.openxmlformats.org/officeDocument/2006/relationships/customXml" Target="../ink/ink1213.xml"/><Relationship Id="rId39" Type="http://schemas.openxmlformats.org/officeDocument/2006/relationships/image" Target="../media/image1207.png"/><Relationship Id="rId50" Type="http://schemas.openxmlformats.org/officeDocument/2006/relationships/customXml" Target="../ink/ink1229.xml"/><Relationship Id="rId104" Type="http://schemas.openxmlformats.org/officeDocument/2006/relationships/customXml" Target="../ink/ink1256.xml"/><Relationship Id="rId125" Type="http://schemas.openxmlformats.org/officeDocument/2006/relationships/image" Target="../media/image1250.png"/><Relationship Id="rId146" Type="http://schemas.openxmlformats.org/officeDocument/2006/relationships/customXml" Target="../ink/ink1277.xml"/><Relationship Id="rId167" Type="http://schemas.openxmlformats.org/officeDocument/2006/relationships/image" Target="../media/image1271.png"/><Relationship Id="rId188" Type="http://schemas.openxmlformats.org/officeDocument/2006/relationships/customXml" Target="../ink/ink1298.xml"/><Relationship Id="rId71" Type="http://schemas.openxmlformats.org/officeDocument/2006/relationships/image" Target="../media/image1223.png"/><Relationship Id="rId92" Type="http://schemas.openxmlformats.org/officeDocument/2006/relationships/customXml" Target="../ink/ink1250.xml"/><Relationship Id="rId213" Type="http://schemas.openxmlformats.org/officeDocument/2006/relationships/image" Target="../media/image1294.png"/><Relationship Id="rId2" Type="http://schemas.openxmlformats.org/officeDocument/2006/relationships/customXml" Target="../ink/ink1205.xml"/><Relationship Id="rId29" Type="http://schemas.openxmlformats.org/officeDocument/2006/relationships/image" Target="../media/image1202.png"/><Relationship Id="rId40" Type="http://schemas.openxmlformats.org/officeDocument/2006/relationships/customXml" Target="../ink/ink1224.xml"/><Relationship Id="rId115" Type="http://schemas.openxmlformats.org/officeDocument/2006/relationships/image" Target="../media/image1245.png"/><Relationship Id="rId136" Type="http://schemas.openxmlformats.org/officeDocument/2006/relationships/customXml" Target="../ink/ink1272.xml"/><Relationship Id="rId157" Type="http://schemas.openxmlformats.org/officeDocument/2006/relationships/image" Target="../media/image1266.png"/><Relationship Id="rId178" Type="http://schemas.openxmlformats.org/officeDocument/2006/relationships/customXml" Target="../ink/ink1293.xml"/><Relationship Id="rId61" Type="http://schemas.openxmlformats.org/officeDocument/2006/relationships/image" Target="../media/image1218.png"/><Relationship Id="rId82" Type="http://schemas.openxmlformats.org/officeDocument/2006/relationships/customXml" Target="../ink/ink1245.xml"/><Relationship Id="rId199" Type="http://schemas.openxmlformats.org/officeDocument/2006/relationships/image" Target="../media/image1287.png"/><Relationship Id="rId203" Type="http://schemas.openxmlformats.org/officeDocument/2006/relationships/image" Target="../media/image1289.png"/><Relationship Id="rId19" Type="http://schemas.openxmlformats.org/officeDocument/2006/relationships/image" Target="../media/image1197.png"/><Relationship Id="rId30" Type="http://schemas.openxmlformats.org/officeDocument/2006/relationships/customXml" Target="../ink/ink1219.xml"/><Relationship Id="rId105" Type="http://schemas.openxmlformats.org/officeDocument/2006/relationships/image" Target="../media/image1240.png"/><Relationship Id="rId126" Type="http://schemas.openxmlformats.org/officeDocument/2006/relationships/customXml" Target="../ink/ink1267.xml"/><Relationship Id="rId147" Type="http://schemas.openxmlformats.org/officeDocument/2006/relationships/image" Target="../media/image1261.png"/><Relationship Id="rId168" Type="http://schemas.openxmlformats.org/officeDocument/2006/relationships/customXml" Target="../ink/ink128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48.png"/><Relationship Id="rId21" Type="http://schemas.openxmlformats.org/officeDocument/2006/relationships/image" Target="../media/image1300.png"/><Relationship Id="rId42" Type="http://schemas.openxmlformats.org/officeDocument/2006/relationships/customXml" Target="../ink/ink1336.xml"/><Relationship Id="rId63" Type="http://schemas.openxmlformats.org/officeDocument/2006/relationships/image" Target="../media/image1321.png"/><Relationship Id="rId84" Type="http://schemas.openxmlformats.org/officeDocument/2006/relationships/customXml" Target="../ink/ink1356.xml"/><Relationship Id="rId138" Type="http://schemas.openxmlformats.org/officeDocument/2006/relationships/customXml" Target="../ink/ink1383.xml"/><Relationship Id="rId159" Type="http://schemas.openxmlformats.org/officeDocument/2006/relationships/image" Target="../media/image1368.png"/><Relationship Id="rId170" Type="http://schemas.openxmlformats.org/officeDocument/2006/relationships/customXml" Target="../ink/ink1399.xml"/><Relationship Id="rId191" Type="http://schemas.openxmlformats.org/officeDocument/2006/relationships/image" Target="../media/image1329.png"/><Relationship Id="rId107" Type="http://schemas.openxmlformats.org/officeDocument/2006/relationships/image" Target="../media/image1343.png"/><Relationship Id="rId11" Type="http://schemas.openxmlformats.org/officeDocument/2006/relationships/image" Target="../media/image12950.png"/><Relationship Id="rId32" Type="http://schemas.openxmlformats.org/officeDocument/2006/relationships/customXml" Target="../ink/ink1331.xml"/><Relationship Id="rId53" Type="http://schemas.openxmlformats.org/officeDocument/2006/relationships/image" Target="../media/image1316.png"/><Relationship Id="rId74" Type="http://schemas.openxmlformats.org/officeDocument/2006/relationships/customXml" Target="../ink/ink1352.xml"/><Relationship Id="rId128" Type="http://schemas.openxmlformats.org/officeDocument/2006/relationships/customXml" Target="../ink/ink1378.xml"/><Relationship Id="rId149" Type="http://schemas.openxmlformats.org/officeDocument/2006/relationships/image" Target="../media/image1364.png"/><Relationship Id="rId5" Type="http://schemas.openxmlformats.org/officeDocument/2006/relationships/image" Target="../media/image12920.png"/><Relationship Id="rId95" Type="http://schemas.openxmlformats.org/officeDocument/2006/relationships/image" Target="../media/image1337.png"/><Relationship Id="rId160" Type="http://schemas.openxmlformats.org/officeDocument/2006/relationships/customXml" Target="../ink/ink1394.xml"/><Relationship Id="rId181" Type="http://schemas.openxmlformats.org/officeDocument/2006/relationships/image" Target="../media/image1379.png"/><Relationship Id="rId22" Type="http://schemas.openxmlformats.org/officeDocument/2006/relationships/customXml" Target="../ink/ink1326.xml"/><Relationship Id="rId43" Type="http://schemas.openxmlformats.org/officeDocument/2006/relationships/image" Target="../media/image1311.png"/><Relationship Id="rId64" Type="http://schemas.openxmlformats.org/officeDocument/2006/relationships/customXml" Target="../ink/ink1347.xml"/><Relationship Id="rId118" Type="http://schemas.openxmlformats.org/officeDocument/2006/relationships/customXml" Target="../ink/ink1373.xml"/><Relationship Id="rId139" Type="http://schemas.openxmlformats.org/officeDocument/2006/relationships/image" Target="../media/image1359.png"/><Relationship Id="rId85" Type="http://schemas.openxmlformats.org/officeDocument/2006/relationships/image" Target="../media/image1332.png"/><Relationship Id="rId150" Type="http://schemas.openxmlformats.org/officeDocument/2006/relationships/customXml" Target="../ink/ink1389.xml"/><Relationship Id="rId171" Type="http://schemas.openxmlformats.org/officeDocument/2006/relationships/image" Target="../media/image1374.png"/><Relationship Id="rId192" Type="http://schemas.openxmlformats.org/officeDocument/2006/relationships/customXml" Target="../ink/ink1410.xml"/><Relationship Id="rId12" Type="http://schemas.openxmlformats.org/officeDocument/2006/relationships/customXml" Target="../ink/ink1321.xml"/><Relationship Id="rId33" Type="http://schemas.openxmlformats.org/officeDocument/2006/relationships/image" Target="../media/image1306.png"/><Relationship Id="rId108" Type="http://schemas.openxmlformats.org/officeDocument/2006/relationships/customXml" Target="../ink/ink1368.xml"/><Relationship Id="rId129" Type="http://schemas.openxmlformats.org/officeDocument/2006/relationships/image" Target="../media/image1354.png"/><Relationship Id="rId54" Type="http://schemas.openxmlformats.org/officeDocument/2006/relationships/customXml" Target="../ink/ink1342.xml"/><Relationship Id="rId75" Type="http://schemas.openxmlformats.org/officeDocument/2006/relationships/image" Target="../media/image1327.png"/><Relationship Id="rId96" Type="http://schemas.openxmlformats.org/officeDocument/2006/relationships/customXml" Target="../ink/ink1362.xml"/><Relationship Id="rId140" Type="http://schemas.openxmlformats.org/officeDocument/2006/relationships/customXml" Target="../ink/ink1384.xml"/><Relationship Id="rId161" Type="http://schemas.openxmlformats.org/officeDocument/2006/relationships/image" Target="../media/image1369.png"/><Relationship Id="rId182" Type="http://schemas.openxmlformats.org/officeDocument/2006/relationships/customXml" Target="../ink/ink1405.xml"/><Relationship Id="rId6" Type="http://schemas.openxmlformats.org/officeDocument/2006/relationships/customXml" Target="../ink/ink1318.xml"/><Relationship Id="rId23" Type="http://schemas.openxmlformats.org/officeDocument/2006/relationships/image" Target="../media/image1301.png"/><Relationship Id="rId119" Type="http://schemas.openxmlformats.org/officeDocument/2006/relationships/image" Target="../media/image1349.png"/><Relationship Id="rId44" Type="http://schemas.openxmlformats.org/officeDocument/2006/relationships/customXml" Target="../ink/ink1337.xml"/><Relationship Id="rId65" Type="http://schemas.openxmlformats.org/officeDocument/2006/relationships/image" Target="../media/image1322.png"/><Relationship Id="rId86" Type="http://schemas.openxmlformats.org/officeDocument/2006/relationships/customXml" Target="../ink/ink1357.xml"/><Relationship Id="rId130" Type="http://schemas.openxmlformats.org/officeDocument/2006/relationships/customXml" Target="../ink/ink1379.xml"/><Relationship Id="rId151" Type="http://schemas.openxmlformats.org/officeDocument/2006/relationships/image" Target="../media/image1290.png"/><Relationship Id="rId172" Type="http://schemas.openxmlformats.org/officeDocument/2006/relationships/customXml" Target="../ink/ink1400.xml"/><Relationship Id="rId193" Type="http://schemas.openxmlformats.org/officeDocument/2006/relationships/image" Target="../media/image1384.png"/><Relationship Id="rId13" Type="http://schemas.openxmlformats.org/officeDocument/2006/relationships/image" Target="../media/image12960.png"/><Relationship Id="rId18" Type="http://schemas.openxmlformats.org/officeDocument/2006/relationships/customXml" Target="../ink/ink1324.xml"/><Relationship Id="rId39" Type="http://schemas.openxmlformats.org/officeDocument/2006/relationships/image" Target="../media/image1309.png"/><Relationship Id="rId109" Type="http://schemas.openxmlformats.org/officeDocument/2006/relationships/image" Target="../media/image1344.png"/><Relationship Id="rId34" Type="http://schemas.openxmlformats.org/officeDocument/2006/relationships/customXml" Target="../ink/ink1332.xml"/><Relationship Id="rId50" Type="http://schemas.openxmlformats.org/officeDocument/2006/relationships/customXml" Target="../ink/ink1340.xml"/><Relationship Id="rId55" Type="http://schemas.openxmlformats.org/officeDocument/2006/relationships/image" Target="../media/image1317.png"/><Relationship Id="rId76" Type="http://schemas.openxmlformats.org/officeDocument/2006/relationships/customXml" Target="../ink/ink1353.xml"/><Relationship Id="rId97" Type="http://schemas.openxmlformats.org/officeDocument/2006/relationships/image" Target="../media/image1338.png"/><Relationship Id="rId104" Type="http://schemas.openxmlformats.org/officeDocument/2006/relationships/customXml" Target="../ink/ink1366.xml"/><Relationship Id="rId120" Type="http://schemas.openxmlformats.org/officeDocument/2006/relationships/customXml" Target="../ink/ink1374.xml"/><Relationship Id="rId125" Type="http://schemas.openxmlformats.org/officeDocument/2006/relationships/image" Target="../media/image1352.png"/><Relationship Id="rId141" Type="http://schemas.openxmlformats.org/officeDocument/2006/relationships/image" Target="../media/image1360.png"/><Relationship Id="rId146" Type="http://schemas.openxmlformats.org/officeDocument/2006/relationships/customXml" Target="../ink/ink1387.xml"/><Relationship Id="rId167" Type="http://schemas.openxmlformats.org/officeDocument/2006/relationships/image" Target="../media/image1372.png"/><Relationship Id="rId188" Type="http://schemas.openxmlformats.org/officeDocument/2006/relationships/customXml" Target="../ink/ink1408.xml"/><Relationship Id="rId7" Type="http://schemas.openxmlformats.org/officeDocument/2006/relationships/image" Target="../media/image12930.png"/><Relationship Id="rId71" Type="http://schemas.openxmlformats.org/officeDocument/2006/relationships/image" Target="../media/image1325.png"/><Relationship Id="rId92" Type="http://schemas.openxmlformats.org/officeDocument/2006/relationships/customXml" Target="../ink/ink1360.xml"/><Relationship Id="rId162" Type="http://schemas.openxmlformats.org/officeDocument/2006/relationships/customXml" Target="../ink/ink1395.xml"/><Relationship Id="rId183" Type="http://schemas.openxmlformats.org/officeDocument/2006/relationships/image" Target="../media/image1380.png"/><Relationship Id="rId2" Type="http://schemas.openxmlformats.org/officeDocument/2006/relationships/customXml" Target="../ink/ink1316.xml"/><Relationship Id="rId29" Type="http://schemas.openxmlformats.org/officeDocument/2006/relationships/image" Target="../media/image1304.png"/><Relationship Id="rId24" Type="http://schemas.openxmlformats.org/officeDocument/2006/relationships/customXml" Target="../ink/ink1327.xml"/><Relationship Id="rId40" Type="http://schemas.openxmlformats.org/officeDocument/2006/relationships/customXml" Target="../ink/ink1335.xml"/><Relationship Id="rId45" Type="http://schemas.openxmlformats.org/officeDocument/2006/relationships/image" Target="../media/image1312.png"/><Relationship Id="rId66" Type="http://schemas.openxmlformats.org/officeDocument/2006/relationships/customXml" Target="../ink/ink1348.xml"/><Relationship Id="rId87" Type="http://schemas.openxmlformats.org/officeDocument/2006/relationships/image" Target="../media/image1333.png"/><Relationship Id="rId110" Type="http://schemas.openxmlformats.org/officeDocument/2006/relationships/customXml" Target="../ink/ink1369.xml"/><Relationship Id="rId115" Type="http://schemas.openxmlformats.org/officeDocument/2006/relationships/image" Target="../media/image1347.png"/><Relationship Id="rId131" Type="http://schemas.openxmlformats.org/officeDocument/2006/relationships/image" Target="../media/image1355.png"/><Relationship Id="rId136" Type="http://schemas.openxmlformats.org/officeDocument/2006/relationships/customXml" Target="../ink/ink1382.xml"/><Relationship Id="rId157" Type="http://schemas.openxmlformats.org/officeDocument/2006/relationships/image" Target="../media/image1367.png"/><Relationship Id="rId178" Type="http://schemas.openxmlformats.org/officeDocument/2006/relationships/customXml" Target="../ink/ink1403.xml"/><Relationship Id="rId61" Type="http://schemas.openxmlformats.org/officeDocument/2006/relationships/image" Target="../media/image1320.png"/><Relationship Id="rId82" Type="http://schemas.openxmlformats.org/officeDocument/2006/relationships/customXml" Target="../ink/ink1355.xml"/><Relationship Id="rId152" Type="http://schemas.openxmlformats.org/officeDocument/2006/relationships/customXml" Target="../ink/ink1390.xml"/><Relationship Id="rId173" Type="http://schemas.openxmlformats.org/officeDocument/2006/relationships/image" Target="../media/image1375.png"/><Relationship Id="rId19" Type="http://schemas.openxmlformats.org/officeDocument/2006/relationships/image" Target="../media/image12990.png"/><Relationship Id="rId14" Type="http://schemas.openxmlformats.org/officeDocument/2006/relationships/customXml" Target="../ink/ink1322.xml"/><Relationship Id="rId30" Type="http://schemas.openxmlformats.org/officeDocument/2006/relationships/customXml" Target="../ink/ink1330.xml"/><Relationship Id="rId35" Type="http://schemas.openxmlformats.org/officeDocument/2006/relationships/image" Target="../media/image1307.png"/><Relationship Id="rId56" Type="http://schemas.openxmlformats.org/officeDocument/2006/relationships/customXml" Target="../ink/ink1343.xml"/><Relationship Id="rId77" Type="http://schemas.openxmlformats.org/officeDocument/2006/relationships/image" Target="../media/image1328.png"/><Relationship Id="rId100" Type="http://schemas.openxmlformats.org/officeDocument/2006/relationships/customXml" Target="../ink/ink1364.xml"/><Relationship Id="rId105" Type="http://schemas.openxmlformats.org/officeDocument/2006/relationships/image" Target="../media/image1342.png"/><Relationship Id="rId126" Type="http://schemas.openxmlformats.org/officeDocument/2006/relationships/customXml" Target="../ink/ink1377.xml"/><Relationship Id="rId147" Type="http://schemas.openxmlformats.org/officeDocument/2006/relationships/image" Target="../media/image1363.png"/><Relationship Id="rId168" Type="http://schemas.openxmlformats.org/officeDocument/2006/relationships/customXml" Target="../ink/ink1398.xml"/><Relationship Id="rId8" Type="http://schemas.openxmlformats.org/officeDocument/2006/relationships/customXml" Target="../ink/ink1319.xml"/><Relationship Id="rId51" Type="http://schemas.openxmlformats.org/officeDocument/2006/relationships/image" Target="../media/image1315.png"/><Relationship Id="rId72" Type="http://schemas.openxmlformats.org/officeDocument/2006/relationships/customXml" Target="../ink/ink1351.xml"/><Relationship Id="rId93" Type="http://schemas.openxmlformats.org/officeDocument/2006/relationships/image" Target="../media/image1336.png"/><Relationship Id="rId98" Type="http://schemas.openxmlformats.org/officeDocument/2006/relationships/customXml" Target="../ink/ink1363.xml"/><Relationship Id="rId121" Type="http://schemas.openxmlformats.org/officeDocument/2006/relationships/image" Target="../media/image1350.png"/><Relationship Id="rId142" Type="http://schemas.openxmlformats.org/officeDocument/2006/relationships/customXml" Target="../ink/ink1385.xml"/><Relationship Id="rId163" Type="http://schemas.openxmlformats.org/officeDocument/2006/relationships/image" Target="../media/image1370.png"/><Relationship Id="rId184" Type="http://schemas.openxmlformats.org/officeDocument/2006/relationships/customXml" Target="../ink/ink1406.xml"/><Relationship Id="rId189" Type="http://schemas.openxmlformats.org/officeDocument/2006/relationships/image" Target="../media/image1383.png"/><Relationship Id="rId3" Type="http://schemas.openxmlformats.org/officeDocument/2006/relationships/image" Target="../media/image12910.png"/><Relationship Id="rId25" Type="http://schemas.openxmlformats.org/officeDocument/2006/relationships/image" Target="../media/image1302.png"/><Relationship Id="rId46" Type="http://schemas.openxmlformats.org/officeDocument/2006/relationships/customXml" Target="../ink/ink1338.xml"/><Relationship Id="rId67" Type="http://schemas.openxmlformats.org/officeDocument/2006/relationships/image" Target="../media/image1323.png"/><Relationship Id="rId116" Type="http://schemas.openxmlformats.org/officeDocument/2006/relationships/customXml" Target="../ink/ink1372.xml"/><Relationship Id="rId137" Type="http://schemas.openxmlformats.org/officeDocument/2006/relationships/image" Target="../media/image1358.png"/><Relationship Id="rId158" Type="http://schemas.openxmlformats.org/officeDocument/2006/relationships/customXml" Target="../ink/ink1393.xml"/><Relationship Id="rId20" Type="http://schemas.openxmlformats.org/officeDocument/2006/relationships/customXml" Target="../ink/ink1325.xml"/><Relationship Id="rId41" Type="http://schemas.openxmlformats.org/officeDocument/2006/relationships/image" Target="../media/image1310.png"/><Relationship Id="rId62" Type="http://schemas.openxmlformats.org/officeDocument/2006/relationships/customXml" Target="../ink/ink1346.xml"/><Relationship Id="rId83" Type="http://schemas.openxmlformats.org/officeDocument/2006/relationships/image" Target="../media/image1331.png"/><Relationship Id="rId88" Type="http://schemas.openxmlformats.org/officeDocument/2006/relationships/customXml" Target="../ink/ink1358.xml"/><Relationship Id="rId111" Type="http://schemas.openxmlformats.org/officeDocument/2006/relationships/image" Target="../media/image1345.png"/><Relationship Id="rId132" Type="http://schemas.openxmlformats.org/officeDocument/2006/relationships/customXml" Target="../ink/ink1380.xml"/><Relationship Id="rId153" Type="http://schemas.openxmlformats.org/officeDocument/2006/relationships/image" Target="../media/image1365.png"/><Relationship Id="rId174" Type="http://schemas.openxmlformats.org/officeDocument/2006/relationships/customXml" Target="../ink/ink1401.xml"/><Relationship Id="rId179" Type="http://schemas.openxmlformats.org/officeDocument/2006/relationships/image" Target="../media/image1378.png"/><Relationship Id="rId190" Type="http://schemas.openxmlformats.org/officeDocument/2006/relationships/customXml" Target="../ink/ink1409.xml"/><Relationship Id="rId15" Type="http://schemas.openxmlformats.org/officeDocument/2006/relationships/image" Target="../media/image12970.png"/><Relationship Id="rId36" Type="http://schemas.openxmlformats.org/officeDocument/2006/relationships/customXml" Target="../ink/ink1333.xml"/><Relationship Id="rId57" Type="http://schemas.openxmlformats.org/officeDocument/2006/relationships/image" Target="../media/image1318.png"/><Relationship Id="rId106" Type="http://schemas.openxmlformats.org/officeDocument/2006/relationships/customXml" Target="../ink/ink1367.xml"/><Relationship Id="rId127" Type="http://schemas.openxmlformats.org/officeDocument/2006/relationships/image" Target="../media/image1353.png"/><Relationship Id="rId10" Type="http://schemas.openxmlformats.org/officeDocument/2006/relationships/customXml" Target="../ink/ink1320.xml"/><Relationship Id="rId31" Type="http://schemas.openxmlformats.org/officeDocument/2006/relationships/image" Target="../media/image1305.png"/><Relationship Id="rId52" Type="http://schemas.openxmlformats.org/officeDocument/2006/relationships/customXml" Target="../ink/ink1341.xml"/><Relationship Id="rId73" Type="http://schemas.openxmlformats.org/officeDocument/2006/relationships/image" Target="../media/image1326.png"/><Relationship Id="rId78" Type="http://schemas.openxmlformats.org/officeDocument/2006/relationships/customXml" Target="../ink/ink1354.xml"/><Relationship Id="rId94" Type="http://schemas.openxmlformats.org/officeDocument/2006/relationships/customXml" Target="../ink/ink1361.xml"/><Relationship Id="rId99" Type="http://schemas.openxmlformats.org/officeDocument/2006/relationships/image" Target="../media/image1339.png"/><Relationship Id="rId101" Type="http://schemas.openxmlformats.org/officeDocument/2006/relationships/image" Target="../media/image1340.png"/><Relationship Id="rId122" Type="http://schemas.openxmlformats.org/officeDocument/2006/relationships/customXml" Target="../ink/ink1375.xml"/><Relationship Id="rId143" Type="http://schemas.openxmlformats.org/officeDocument/2006/relationships/image" Target="../media/image1361.png"/><Relationship Id="rId148" Type="http://schemas.openxmlformats.org/officeDocument/2006/relationships/customXml" Target="../ink/ink1388.xml"/><Relationship Id="rId164" Type="http://schemas.openxmlformats.org/officeDocument/2006/relationships/customXml" Target="../ink/ink1396.xml"/><Relationship Id="rId169" Type="http://schemas.openxmlformats.org/officeDocument/2006/relationships/image" Target="../media/image1373.png"/><Relationship Id="rId185" Type="http://schemas.openxmlformats.org/officeDocument/2006/relationships/image" Target="../media/image1381.png"/><Relationship Id="rId4" Type="http://schemas.openxmlformats.org/officeDocument/2006/relationships/customXml" Target="../ink/ink1317.xml"/><Relationship Id="rId9" Type="http://schemas.openxmlformats.org/officeDocument/2006/relationships/image" Target="../media/image12940.png"/><Relationship Id="rId180" Type="http://schemas.openxmlformats.org/officeDocument/2006/relationships/customXml" Target="../ink/ink1404.xml"/><Relationship Id="rId26" Type="http://schemas.openxmlformats.org/officeDocument/2006/relationships/customXml" Target="../ink/ink1328.xml"/><Relationship Id="rId47" Type="http://schemas.openxmlformats.org/officeDocument/2006/relationships/image" Target="../media/image1313.png"/><Relationship Id="rId68" Type="http://schemas.openxmlformats.org/officeDocument/2006/relationships/customXml" Target="../ink/ink1349.xml"/><Relationship Id="rId89" Type="http://schemas.openxmlformats.org/officeDocument/2006/relationships/image" Target="../media/image1334.png"/><Relationship Id="rId112" Type="http://schemas.openxmlformats.org/officeDocument/2006/relationships/customXml" Target="../ink/ink1370.xml"/><Relationship Id="rId133" Type="http://schemas.openxmlformats.org/officeDocument/2006/relationships/image" Target="../media/image1356.png"/><Relationship Id="rId154" Type="http://schemas.openxmlformats.org/officeDocument/2006/relationships/customXml" Target="../ink/ink1391.xml"/><Relationship Id="rId175" Type="http://schemas.openxmlformats.org/officeDocument/2006/relationships/image" Target="../media/image1376.png"/><Relationship Id="rId16" Type="http://schemas.openxmlformats.org/officeDocument/2006/relationships/customXml" Target="../ink/ink1323.xml"/><Relationship Id="rId37" Type="http://schemas.openxmlformats.org/officeDocument/2006/relationships/image" Target="../media/image1308.png"/><Relationship Id="rId58" Type="http://schemas.openxmlformats.org/officeDocument/2006/relationships/customXml" Target="../ink/ink1344.xml"/><Relationship Id="rId102" Type="http://schemas.openxmlformats.org/officeDocument/2006/relationships/customXml" Target="../ink/ink1365.xml"/><Relationship Id="rId123" Type="http://schemas.openxmlformats.org/officeDocument/2006/relationships/image" Target="../media/image1351.png"/><Relationship Id="rId144" Type="http://schemas.openxmlformats.org/officeDocument/2006/relationships/customXml" Target="../ink/ink1386.xml"/><Relationship Id="rId90" Type="http://schemas.openxmlformats.org/officeDocument/2006/relationships/customXml" Target="../ink/ink1359.xml"/><Relationship Id="rId165" Type="http://schemas.openxmlformats.org/officeDocument/2006/relationships/image" Target="../media/image1371.png"/><Relationship Id="rId186" Type="http://schemas.openxmlformats.org/officeDocument/2006/relationships/customXml" Target="../ink/ink1407.xml"/><Relationship Id="rId27" Type="http://schemas.openxmlformats.org/officeDocument/2006/relationships/image" Target="../media/image1303.png"/><Relationship Id="rId48" Type="http://schemas.openxmlformats.org/officeDocument/2006/relationships/customXml" Target="../ink/ink1339.xml"/><Relationship Id="rId69" Type="http://schemas.openxmlformats.org/officeDocument/2006/relationships/image" Target="../media/image1324.png"/><Relationship Id="rId113" Type="http://schemas.openxmlformats.org/officeDocument/2006/relationships/image" Target="../media/image1346.png"/><Relationship Id="rId134" Type="http://schemas.openxmlformats.org/officeDocument/2006/relationships/customXml" Target="../ink/ink1381.xml"/><Relationship Id="rId155" Type="http://schemas.openxmlformats.org/officeDocument/2006/relationships/image" Target="../media/image1366.png"/><Relationship Id="rId176" Type="http://schemas.openxmlformats.org/officeDocument/2006/relationships/customXml" Target="../ink/ink1402.xml"/><Relationship Id="rId17" Type="http://schemas.openxmlformats.org/officeDocument/2006/relationships/image" Target="../media/image12980.png"/><Relationship Id="rId38" Type="http://schemas.openxmlformats.org/officeDocument/2006/relationships/customXml" Target="../ink/ink1334.xml"/><Relationship Id="rId59" Type="http://schemas.openxmlformats.org/officeDocument/2006/relationships/image" Target="../media/image1319.png"/><Relationship Id="rId103" Type="http://schemas.openxmlformats.org/officeDocument/2006/relationships/image" Target="../media/image1341.png"/><Relationship Id="rId124" Type="http://schemas.openxmlformats.org/officeDocument/2006/relationships/customXml" Target="../ink/ink1376.xml"/><Relationship Id="rId70" Type="http://schemas.openxmlformats.org/officeDocument/2006/relationships/customXml" Target="../ink/ink1350.xml"/><Relationship Id="rId91" Type="http://schemas.openxmlformats.org/officeDocument/2006/relationships/image" Target="../media/image1335.png"/><Relationship Id="rId145" Type="http://schemas.openxmlformats.org/officeDocument/2006/relationships/image" Target="../media/image1362.png"/><Relationship Id="rId166" Type="http://schemas.openxmlformats.org/officeDocument/2006/relationships/customXml" Target="../ink/ink1397.xml"/><Relationship Id="rId187" Type="http://schemas.openxmlformats.org/officeDocument/2006/relationships/image" Target="../media/image138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329.xml"/><Relationship Id="rId49" Type="http://schemas.openxmlformats.org/officeDocument/2006/relationships/image" Target="../media/image1314.png"/><Relationship Id="rId114" Type="http://schemas.openxmlformats.org/officeDocument/2006/relationships/customXml" Target="../ink/ink1371.xml"/><Relationship Id="rId60" Type="http://schemas.openxmlformats.org/officeDocument/2006/relationships/customXml" Target="../ink/ink1345.xml"/><Relationship Id="rId81" Type="http://schemas.openxmlformats.org/officeDocument/2006/relationships/image" Target="../media/image1330.png"/><Relationship Id="rId135" Type="http://schemas.openxmlformats.org/officeDocument/2006/relationships/image" Target="../media/image1357.png"/><Relationship Id="rId156" Type="http://schemas.openxmlformats.org/officeDocument/2006/relationships/customXml" Target="../ink/ink1392.xml"/><Relationship Id="rId177" Type="http://schemas.openxmlformats.org/officeDocument/2006/relationships/image" Target="../media/image137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2.png"/><Relationship Id="rId299" Type="http://schemas.openxmlformats.org/officeDocument/2006/relationships/image" Target="../media/image1533.png"/><Relationship Id="rId21" Type="http://schemas.openxmlformats.org/officeDocument/2006/relationships/image" Target="../media/image1394.png"/><Relationship Id="rId63" Type="http://schemas.openxmlformats.org/officeDocument/2006/relationships/image" Target="../media/image1415.png"/><Relationship Id="rId159" Type="http://schemas.openxmlformats.org/officeDocument/2006/relationships/image" Target="../media/image1463.png"/><Relationship Id="rId324" Type="http://schemas.openxmlformats.org/officeDocument/2006/relationships/customXml" Target="../ink/ink1572.xml"/><Relationship Id="rId366" Type="http://schemas.openxmlformats.org/officeDocument/2006/relationships/customXml" Target="../ink/ink1593.xml"/><Relationship Id="rId170" Type="http://schemas.openxmlformats.org/officeDocument/2006/relationships/customXml" Target="../ink/ink1495.xml"/><Relationship Id="rId226" Type="http://schemas.openxmlformats.org/officeDocument/2006/relationships/customXml" Target="../ink/ink1523.xml"/><Relationship Id="rId268" Type="http://schemas.openxmlformats.org/officeDocument/2006/relationships/customXml" Target="../ink/ink1544.xml"/><Relationship Id="rId32" Type="http://schemas.openxmlformats.org/officeDocument/2006/relationships/customXml" Target="../ink/ink1426.xml"/><Relationship Id="rId74" Type="http://schemas.openxmlformats.org/officeDocument/2006/relationships/customXml" Target="../ink/ink1447.xml"/><Relationship Id="rId128" Type="http://schemas.openxmlformats.org/officeDocument/2006/relationships/customXml" Target="../ink/ink1474.xml"/><Relationship Id="rId335" Type="http://schemas.openxmlformats.org/officeDocument/2006/relationships/image" Target="../media/image1551.png"/><Relationship Id="rId5" Type="http://schemas.openxmlformats.org/officeDocument/2006/relationships/image" Target="../media/image1386.png"/><Relationship Id="rId181" Type="http://schemas.openxmlformats.org/officeDocument/2006/relationships/image" Target="../media/image1474.png"/><Relationship Id="rId237" Type="http://schemas.openxmlformats.org/officeDocument/2006/relationships/image" Target="../media/image1502.png"/><Relationship Id="rId279" Type="http://schemas.openxmlformats.org/officeDocument/2006/relationships/image" Target="../media/image1523.png"/><Relationship Id="rId43" Type="http://schemas.openxmlformats.org/officeDocument/2006/relationships/image" Target="../media/image1405.png"/><Relationship Id="rId139" Type="http://schemas.openxmlformats.org/officeDocument/2006/relationships/image" Target="../media/image1453.png"/><Relationship Id="rId290" Type="http://schemas.openxmlformats.org/officeDocument/2006/relationships/customXml" Target="../ink/ink1555.xml"/><Relationship Id="rId304" Type="http://schemas.openxmlformats.org/officeDocument/2006/relationships/customXml" Target="../ink/ink1562.xml"/><Relationship Id="rId346" Type="http://schemas.openxmlformats.org/officeDocument/2006/relationships/customXml" Target="../ink/ink1583.xml"/><Relationship Id="rId85" Type="http://schemas.openxmlformats.org/officeDocument/2006/relationships/image" Target="../media/image1426.png"/><Relationship Id="rId150" Type="http://schemas.openxmlformats.org/officeDocument/2006/relationships/customXml" Target="../ink/ink1485.xml"/><Relationship Id="rId192" Type="http://schemas.openxmlformats.org/officeDocument/2006/relationships/customXml" Target="../ink/ink1506.xml"/><Relationship Id="rId206" Type="http://schemas.openxmlformats.org/officeDocument/2006/relationships/customXml" Target="../ink/ink1513.xml"/><Relationship Id="rId248" Type="http://schemas.openxmlformats.org/officeDocument/2006/relationships/customXml" Target="../ink/ink1534.xml"/><Relationship Id="rId12" Type="http://schemas.openxmlformats.org/officeDocument/2006/relationships/customXml" Target="../ink/ink1416.xml"/><Relationship Id="rId108" Type="http://schemas.openxmlformats.org/officeDocument/2006/relationships/customXml" Target="../ink/ink1464.xml"/><Relationship Id="rId315" Type="http://schemas.openxmlformats.org/officeDocument/2006/relationships/image" Target="../media/image1541.png"/><Relationship Id="rId357" Type="http://schemas.openxmlformats.org/officeDocument/2006/relationships/image" Target="../media/image1562.png"/><Relationship Id="rId54" Type="http://schemas.openxmlformats.org/officeDocument/2006/relationships/customXml" Target="../ink/ink1437.xml"/><Relationship Id="rId96" Type="http://schemas.openxmlformats.org/officeDocument/2006/relationships/customXml" Target="../ink/ink1458.xml"/><Relationship Id="rId161" Type="http://schemas.openxmlformats.org/officeDocument/2006/relationships/image" Target="../media/image1464.png"/><Relationship Id="rId217" Type="http://schemas.openxmlformats.org/officeDocument/2006/relationships/image" Target="../media/image1492.png"/><Relationship Id="rId259" Type="http://schemas.openxmlformats.org/officeDocument/2006/relationships/image" Target="../media/image1513.png"/><Relationship Id="rId23" Type="http://schemas.openxmlformats.org/officeDocument/2006/relationships/image" Target="../media/image1395.png"/><Relationship Id="rId119" Type="http://schemas.openxmlformats.org/officeDocument/2006/relationships/image" Target="../media/image1443.png"/><Relationship Id="rId270" Type="http://schemas.openxmlformats.org/officeDocument/2006/relationships/customXml" Target="../ink/ink1545.xml"/><Relationship Id="rId326" Type="http://schemas.openxmlformats.org/officeDocument/2006/relationships/customXml" Target="../ink/ink1573.xml"/><Relationship Id="rId65" Type="http://schemas.openxmlformats.org/officeDocument/2006/relationships/image" Target="../media/image1416.png"/><Relationship Id="rId130" Type="http://schemas.openxmlformats.org/officeDocument/2006/relationships/customXml" Target="../ink/ink1475.xml"/><Relationship Id="rId368" Type="http://schemas.openxmlformats.org/officeDocument/2006/relationships/customXml" Target="../ink/ink1594.xml"/><Relationship Id="rId172" Type="http://schemas.openxmlformats.org/officeDocument/2006/relationships/customXml" Target="../ink/ink1496.xml"/><Relationship Id="rId228" Type="http://schemas.openxmlformats.org/officeDocument/2006/relationships/customXml" Target="../ink/ink1524.xml"/><Relationship Id="rId281" Type="http://schemas.openxmlformats.org/officeDocument/2006/relationships/image" Target="../media/image1524.png"/><Relationship Id="rId337" Type="http://schemas.openxmlformats.org/officeDocument/2006/relationships/image" Target="../media/image1552.png"/><Relationship Id="rId34" Type="http://schemas.openxmlformats.org/officeDocument/2006/relationships/customXml" Target="../ink/ink1427.xml"/><Relationship Id="rId76" Type="http://schemas.openxmlformats.org/officeDocument/2006/relationships/customXml" Target="../ink/ink1448.xml"/><Relationship Id="rId141" Type="http://schemas.openxmlformats.org/officeDocument/2006/relationships/image" Target="../media/image1454.png"/><Relationship Id="rId7" Type="http://schemas.openxmlformats.org/officeDocument/2006/relationships/image" Target="../media/image1387.png"/><Relationship Id="rId183" Type="http://schemas.openxmlformats.org/officeDocument/2006/relationships/image" Target="../media/image1475.png"/><Relationship Id="rId239" Type="http://schemas.openxmlformats.org/officeDocument/2006/relationships/image" Target="../media/image1503.png"/><Relationship Id="rId250" Type="http://schemas.openxmlformats.org/officeDocument/2006/relationships/customXml" Target="../ink/ink1535.xml"/><Relationship Id="rId292" Type="http://schemas.openxmlformats.org/officeDocument/2006/relationships/customXml" Target="../ink/ink1556.xml"/><Relationship Id="rId306" Type="http://schemas.openxmlformats.org/officeDocument/2006/relationships/customXml" Target="../ink/ink1563.xml"/><Relationship Id="rId45" Type="http://schemas.openxmlformats.org/officeDocument/2006/relationships/image" Target="../media/image1406.png"/><Relationship Id="rId87" Type="http://schemas.openxmlformats.org/officeDocument/2006/relationships/image" Target="../media/image1427.png"/><Relationship Id="rId110" Type="http://schemas.openxmlformats.org/officeDocument/2006/relationships/customXml" Target="../ink/ink1465.xml"/><Relationship Id="rId348" Type="http://schemas.openxmlformats.org/officeDocument/2006/relationships/customXml" Target="../ink/ink1584.xml"/><Relationship Id="rId152" Type="http://schemas.openxmlformats.org/officeDocument/2006/relationships/customXml" Target="../ink/ink1486.xml"/><Relationship Id="rId194" Type="http://schemas.openxmlformats.org/officeDocument/2006/relationships/customXml" Target="../ink/ink1507.xml"/><Relationship Id="rId208" Type="http://schemas.openxmlformats.org/officeDocument/2006/relationships/customXml" Target="../ink/ink1514.xml"/><Relationship Id="rId261" Type="http://schemas.openxmlformats.org/officeDocument/2006/relationships/image" Target="../media/image1514.png"/><Relationship Id="rId14" Type="http://schemas.openxmlformats.org/officeDocument/2006/relationships/customXml" Target="../ink/ink1417.xml"/><Relationship Id="rId56" Type="http://schemas.openxmlformats.org/officeDocument/2006/relationships/customXml" Target="../ink/ink1438.xml"/><Relationship Id="rId317" Type="http://schemas.openxmlformats.org/officeDocument/2006/relationships/image" Target="../media/image1542.png"/><Relationship Id="rId359" Type="http://schemas.openxmlformats.org/officeDocument/2006/relationships/image" Target="../media/image1563.png"/><Relationship Id="rId98" Type="http://schemas.openxmlformats.org/officeDocument/2006/relationships/customXml" Target="../ink/ink1459.xml"/><Relationship Id="rId121" Type="http://schemas.openxmlformats.org/officeDocument/2006/relationships/image" Target="../media/image1444.png"/><Relationship Id="rId163" Type="http://schemas.openxmlformats.org/officeDocument/2006/relationships/image" Target="../media/image1465.png"/><Relationship Id="rId219" Type="http://schemas.openxmlformats.org/officeDocument/2006/relationships/image" Target="../media/image1493.png"/><Relationship Id="rId370" Type="http://schemas.openxmlformats.org/officeDocument/2006/relationships/customXml" Target="../ink/ink1595.xml"/><Relationship Id="rId230" Type="http://schemas.openxmlformats.org/officeDocument/2006/relationships/customXml" Target="../ink/ink1525.xml"/><Relationship Id="rId25" Type="http://schemas.openxmlformats.org/officeDocument/2006/relationships/image" Target="../media/image1396.png"/><Relationship Id="rId67" Type="http://schemas.openxmlformats.org/officeDocument/2006/relationships/image" Target="../media/image1417.png"/><Relationship Id="rId272" Type="http://schemas.openxmlformats.org/officeDocument/2006/relationships/customXml" Target="../ink/ink1546.xml"/><Relationship Id="rId328" Type="http://schemas.openxmlformats.org/officeDocument/2006/relationships/customXml" Target="../ink/ink1574.xml"/><Relationship Id="rId132" Type="http://schemas.openxmlformats.org/officeDocument/2006/relationships/customXml" Target="../ink/ink1476.xml"/><Relationship Id="rId174" Type="http://schemas.openxmlformats.org/officeDocument/2006/relationships/customXml" Target="../ink/ink1497.xml"/><Relationship Id="rId241" Type="http://schemas.openxmlformats.org/officeDocument/2006/relationships/image" Target="../media/image1504.png"/><Relationship Id="rId36" Type="http://schemas.openxmlformats.org/officeDocument/2006/relationships/customXml" Target="../ink/ink1428.xml"/><Relationship Id="rId283" Type="http://schemas.openxmlformats.org/officeDocument/2006/relationships/image" Target="../media/image1525.png"/><Relationship Id="rId339" Type="http://schemas.openxmlformats.org/officeDocument/2006/relationships/image" Target="../media/image1553.png"/><Relationship Id="rId78" Type="http://schemas.openxmlformats.org/officeDocument/2006/relationships/customXml" Target="../ink/ink1449.xml"/><Relationship Id="rId99" Type="http://schemas.openxmlformats.org/officeDocument/2006/relationships/image" Target="../media/image1433.png"/><Relationship Id="rId101" Type="http://schemas.openxmlformats.org/officeDocument/2006/relationships/image" Target="../media/image1434.png"/><Relationship Id="rId122" Type="http://schemas.openxmlformats.org/officeDocument/2006/relationships/customXml" Target="../ink/ink1471.xml"/><Relationship Id="rId143" Type="http://schemas.openxmlformats.org/officeDocument/2006/relationships/image" Target="../media/image1455.png"/><Relationship Id="rId164" Type="http://schemas.openxmlformats.org/officeDocument/2006/relationships/customXml" Target="../ink/ink1492.xml"/><Relationship Id="rId185" Type="http://schemas.openxmlformats.org/officeDocument/2006/relationships/image" Target="../media/image1476.png"/><Relationship Id="rId350" Type="http://schemas.openxmlformats.org/officeDocument/2006/relationships/customXml" Target="../ink/ink1585.xml"/><Relationship Id="rId371" Type="http://schemas.openxmlformats.org/officeDocument/2006/relationships/image" Target="../media/image1569.png"/><Relationship Id="rId9" Type="http://schemas.openxmlformats.org/officeDocument/2006/relationships/image" Target="../media/image1388.png"/><Relationship Id="rId210" Type="http://schemas.openxmlformats.org/officeDocument/2006/relationships/customXml" Target="../ink/ink1515.xml"/><Relationship Id="rId26" Type="http://schemas.openxmlformats.org/officeDocument/2006/relationships/customXml" Target="../ink/ink1423.xml"/><Relationship Id="rId231" Type="http://schemas.openxmlformats.org/officeDocument/2006/relationships/image" Target="../media/image1499.png"/><Relationship Id="rId252" Type="http://schemas.openxmlformats.org/officeDocument/2006/relationships/customXml" Target="../ink/ink1536.xml"/><Relationship Id="rId273" Type="http://schemas.openxmlformats.org/officeDocument/2006/relationships/image" Target="../media/image1520.png"/><Relationship Id="rId294" Type="http://schemas.openxmlformats.org/officeDocument/2006/relationships/customXml" Target="../ink/ink1557.xml"/><Relationship Id="rId308" Type="http://schemas.openxmlformats.org/officeDocument/2006/relationships/customXml" Target="../ink/ink1564.xml"/><Relationship Id="rId329" Type="http://schemas.openxmlformats.org/officeDocument/2006/relationships/image" Target="../media/image1548.png"/><Relationship Id="rId47" Type="http://schemas.openxmlformats.org/officeDocument/2006/relationships/image" Target="../media/image1407.png"/><Relationship Id="rId68" Type="http://schemas.openxmlformats.org/officeDocument/2006/relationships/customXml" Target="../ink/ink1444.xml"/><Relationship Id="rId89" Type="http://schemas.openxmlformats.org/officeDocument/2006/relationships/image" Target="../media/image1428.png"/><Relationship Id="rId112" Type="http://schemas.openxmlformats.org/officeDocument/2006/relationships/customXml" Target="../ink/ink1466.xml"/><Relationship Id="rId133" Type="http://schemas.openxmlformats.org/officeDocument/2006/relationships/image" Target="../media/image1450.png"/><Relationship Id="rId154" Type="http://schemas.openxmlformats.org/officeDocument/2006/relationships/customXml" Target="../ink/ink1487.xml"/><Relationship Id="rId175" Type="http://schemas.openxmlformats.org/officeDocument/2006/relationships/image" Target="../media/image1471.png"/><Relationship Id="rId340" Type="http://schemas.openxmlformats.org/officeDocument/2006/relationships/customXml" Target="../ink/ink1580.xml"/><Relationship Id="rId361" Type="http://schemas.openxmlformats.org/officeDocument/2006/relationships/image" Target="../media/image1564.png"/><Relationship Id="rId196" Type="http://schemas.openxmlformats.org/officeDocument/2006/relationships/customXml" Target="../ink/ink1508.xml"/><Relationship Id="rId200" Type="http://schemas.openxmlformats.org/officeDocument/2006/relationships/customXml" Target="../ink/ink1510.xml"/><Relationship Id="rId16" Type="http://schemas.openxmlformats.org/officeDocument/2006/relationships/customXml" Target="../ink/ink1418.xml"/><Relationship Id="rId221" Type="http://schemas.openxmlformats.org/officeDocument/2006/relationships/image" Target="../media/image1494.png"/><Relationship Id="rId242" Type="http://schemas.openxmlformats.org/officeDocument/2006/relationships/customXml" Target="../ink/ink1531.xml"/><Relationship Id="rId263" Type="http://schemas.openxmlformats.org/officeDocument/2006/relationships/image" Target="../media/image1515.png"/><Relationship Id="rId284" Type="http://schemas.openxmlformats.org/officeDocument/2006/relationships/customXml" Target="../ink/ink1552.xml"/><Relationship Id="rId319" Type="http://schemas.openxmlformats.org/officeDocument/2006/relationships/image" Target="../media/image1543.png"/><Relationship Id="rId37" Type="http://schemas.openxmlformats.org/officeDocument/2006/relationships/image" Target="../media/image1402.png"/><Relationship Id="rId58" Type="http://schemas.openxmlformats.org/officeDocument/2006/relationships/customXml" Target="../ink/ink1439.xml"/><Relationship Id="rId79" Type="http://schemas.openxmlformats.org/officeDocument/2006/relationships/image" Target="../media/image1423.png"/><Relationship Id="rId102" Type="http://schemas.openxmlformats.org/officeDocument/2006/relationships/customXml" Target="../ink/ink1461.xml"/><Relationship Id="rId123" Type="http://schemas.openxmlformats.org/officeDocument/2006/relationships/image" Target="../media/image1445.png"/><Relationship Id="rId144" Type="http://schemas.openxmlformats.org/officeDocument/2006/relationships/customXml" Target="../ink/ink1482.xml"/><Relationship Id="rId330" Type="http://schemas.openxmlformats.org/officeDocument/2006/relationships/customXml" Target="../ink/ink1575.xml"/><Relationship Id="rId90" Type="http://schemas.openxmlformats.org/officeDocument/2006/relationships/customXml" Target="../ink/ink1455.xml"/><Relationship Id="rId165" Type="http://schemas.openxmlformats.org/officeDocument/2006/relationships/image" Target="../media/image1466.png"/><Relationship Id="rId186" Type="http://schemas.openxmlformats.org/officeDocument/2006/relationships/customXml" Target="../ink/ink1503.xml"/><Relationship Id="rId351" Type="http://schemas.openxmlformats.org/officeDocument/2006/relationships/image" Target="../media/image1559.png"/><Relationship Id="rId372" Type="http://schemas.openxmlformats.org/officeDocument/2006/relationships/customXml" Target="../ink/ink1596.xml"/><Relationship Id="rId211" Type="http://schemas.openxmlformats.org/officeDocument/2006/relationships/image" Target="../media/image1489.png"/><Relationship Id="rId232" Type="http://schemas.openxmlformats.org/officeDocument/2006/relationships/customXml" Target="../ink/ink1526.xml"/><Relationship Id="rId253" Type="http://schemas.openxmlformats.org/officeDocument/2006/relationships/image" Target="../media/image1510.png"/><Relationship Id="rId274" Type="http://schemas.openxmlformats.org/officeDocument/2006/relationships/customXml" Target="../ink/ink1547.xml"/><Relationship Id="rId295" Type="http://schemas.openxmlformats.org/officeDocument/2006/relationships/image" Target="../media/image1531.png"/><Relationship Id="rId309" Type="http://schemas.openxmlformats.org/officeDocument/2006/relationships/image" Target="../media/image1538.png"/><Relationship Id="rId27" Type="http://schemas.openxmlformats.org/officeDocument/2006/relationships/image" Target="../media/image1397.png"/><Relationship Id="rId48" Type="http://schemas.openxmlformats.org/officeDocument/2006/relationships/customXml" Target="../ink/ink1434.xml"/><Relationship Id="rId69" Type="http://schemas.openxmlformats.org/officeDocument/2006/relationships/image" Target="../media/image1418.png"/><Relationship Id="rId113" Type="http://schemas.openxmlformats.org/officeDocument/2006/relationships/image" Target="../media/image1440.png"/><Relationship Id="rId134" Type="http://schemas.openxmlformats.org/officeDocument/2006/relationships/customXml" Target="../ink/ink1477.xml"/><Relationship Id="rId320" Type="http://schemas.openxmlformats.org/officeDocument/2006/relationships/customXml" Target="../ink/ink1570.xml"/><Relationship Id="rId80" Type="http://schemas.openxmlformats.org/officeDocument/2006/relationships/customXml" Target="../ink/ink1450.xml"/><Relationship Id="rId155" Type="http://schemas.openxmlformats.org/officeDocument/2006/relationships/image" Target="../media/image1461.png"/><Relationship Id="rId176" Type="http://schemas.openxmlformats.org/officeDocument/2006/relationships/customXml" Target="../ink/ink1498.xml"/><Relationship Id="rId197" Type="http://schemas.openxmlformats.org/officeDocument/2006/relationships/image" Target="../media/image1482.png"/><Relationship Id="rId341" Type="http://schemas.openxmlformats.org/officeDocument/2006/relationships/image" Target="../media/image1554.png"/><Relationship Id="rId362" Type="http://schemas.openxmlformats.org/officeDocument/2006/relationships/customXml" Target="../ink/ink1591.xml"/><Relationship Id="rId201" Type="http://schemas.openxmlformats.org/officeDocument/2006/relationships/image" Target="../media/image1484.png"/><Relationship Id="rId222" Type="http://schemas.openxmlformats.org/officeDocument/2006/relationships/customXml" Target="../ink/ink1521.xml"/><Relationship Id="rId243" Type="http://schemas.openxmlformats.org/officeDocument/2006/relationships/image" Target="../media/image1505.png"/><Relationship Id="rId264" Type="http://schemas.openxmlformats.org/officeDocument/2006/relationships/customXml" Target="../ink/ink1542.xml"/><Relationship Id="rId285" Type="http://schemas.openxmlformats.org/officeDocument/2006/relationships/image" Target="../media/image1526.png"/><Relationship Id="rId17" Type="http://schemas.openxmlformats.org/officeDocument/2006/relationships/image" Target="../media/image1392.png"/><Relationship Id="rId38" Type="http://schemas.openxmlformats.org/officeDocument/2006/relationships/customXml" Target="../ink/ink1429.xml"/><Relationship Id="rId59" Type="http://schemas.openxmlformats.org/officeDocument/2006/relationships/image" Target="../media/image1413.png"/><Relationship Id="rId103" Type="http://schemas.openxmlformats.org/officeDocument/2006/relationships/image" Target="../media/image1435.png"/><Relationship Id="rId124" Type="http://schemas.openxmlformats.org/officeDocument/2006/relationships/customXml" Target="../ink/ink1472.xml"/><Relationship Id="rId310" Type="http://schemas.openxmlformats.org/officeDocument/2006/relationships/customXml" Target="../ink/ink1565.xml"/><Relationship Id="rId70" Type="http://schemas.openxmlformats.org/officeDocument/2006/relationships/customXml" Target="../ink/ink1445.xml"/><Relationship Id="rId91" Type="http://schemas.openxmlformats.org/officeDocument/2006/relationships/image" Target="../media/image1429.png"/><Relationship Id="rId145" Type="http://schemas.openxmlformats.org/officeDocument/2006/relationships/image" Target="../media/image1456.png"/><Relationship Id="rId166" Type="http://schemas.openxmlformats.org/officeDocument/2006/relationships/customXml" Target="../ink/ink1493.xml"/><Relationship Id="rId187" Type="http://schemas.openxmlformats.org/officeDocument/2006/relationships/image" Target="../media/image1477.png"/><Relationship Id="rId331" Type="http://schemas.openxmlformats.org/officeDocument/2006/relationships/image" Target="../media/image1549.png"/><Relationship Id="rId352" Type="http://schemas.openxmlformats.org/officeDocument/2006/relationships/customXml" Target="../ink/ink1586.xml"/><Relationship Id="rId373" Type="http://schemas.openxmlformats.org/officeDocument/2006/relationships/image" Target="../media/image157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16.xml"/><Relationship Id="rId233" Type="http://schemas.openxmlformats.org/officeDocument/2006/relationships/image" Target="../media/image1500.png"/><Relationship Id="rId254" Type="http://schemas.openxmlformats.org/officeDocument/2006/relationships/customXml" Target="../ink/ink1537.xml"/><Relationship Id="rId28" Type="http://schemas.openxmlformats.org/officeDocument/2006/relationships/customXml" Target="../ink/ink1424.xml"/><Relationship Id="rId49" Type="http://schemas.openxmlformats.org/officeDocument/2006/relationships/image" Target="../media/image1408.png"/><Relationship Id="rId114" Type="http://schemas.openxmlformats.org/officeDocument/2006/relationships/customXml" Target="../ink/ink1467.xml"/><Relationship Id="rId275" Type="http://schemas.openxmlformats.org/officeDocument/2006/relationships/image" Target="../media/image1521.png"/><Relationship Id="rId296" Type="http://schemas.openxmlformats.org/officeDocument/2006/relationships/customXml" Target="../ink/ink1558.xml"/><Relationship Id="rId300" Type="http://schemas.openxmlformats.org/officeDocument/2006/relationships/customXml" Target="../ink/ink1560.xml"/><Relationship Id="rId60" Type="http://schemas.openxmlformats.org/officeDocument/2006/relationships/customXml" Target="../ink/ink1440.xml"/><Relationship Id="rId81" Type="http://schemas.openxmlformats.org/officeDocument/2006/relationships/image" Target="../media/image1424.png"/><Relationship Id="rId135" Type="http://schemas.openxmlformats.org/officeDocument/2006/relationships/image" Target="../media/image1451.png"/><Relationship Id="rId156" Type="http://schemas.openxmlformats.org/officeDocument/2006/relationships/customXml" Target="../ink/ink1488.xml"/><Relationship Id="rId177" Type="http://schemas.openxmlformats.org/officeDocument/2006/relationships/image" Target="../media/image1472.png"/><Relationship Id="rId198" Type="http://schemas.openxmlformats.org/officeDocument/2006/relationships/customXml" Target="../ink/ink1509.xml"/><Relationship Id="rId321" Type="http://schemas.openxmlformats.org/officeDocument/2006/relationships/image" Target="../media/image1544.png"/><Relationship Id="rId342" Type="http://schemas.openxmlformats.org/officeDocument/2006/relationships/customXml" Target="../ink/ink1581.xml"/><Relationship Id="rId363" Type="http://schemas.openxmlformats.org/officeDocument/2006/relationships/image" Target="../media/image1565.png"/><Relationship Id="rId202" Type="http://schemas.openxmlformats.org/officeDocument/2006/relationships/customXml" Target="../ink/ink1511.xml"/><Relationship Id="rId223" Type="http://schemas.openxmlformats.org/officeDocument/2006/relationships/image" Target="../media/image1495.png"/><Relationship Id="rId244" Type="http://schemas.openxmlformats.org/officeDocument/2006/relationships/customXml" Target="../ink/ink1532.xml"/><Relationship Id="rId18" Type="http://schemas.openxmlformats.org/officeDocument/2006/relationships/customXml" Target="../ink/ink1419.xml"/><Relationship Id="rId39" Type="http://schemas.openxmlformats.org/officeDocument/2006/relationships/image" Target="../media/image1403.png"/><Relationship Id="rId265" Type="http://schemas.openxmlformats.org/officeDocument/2006/relationships/image" Target="../media/image1516.png"/><Relationship Id="rId286" Type="http://schemas.openxmlformats.org/officeDocument/2006/relationships/customXml" Target="../ink/ink1553.xml"/><Relationship Id="rId50" Type="http://schemas.openxmlformats.org/officeDocument/2006/relationships/customXml" Target="../ink/ink1435.xml"/><Relationship Id="rId104" Type="http://schemas.openxmlformats.org/officeDocument/2006/relationships/customXml" Target="../ink/ink1462.xml"/><Relationship Id="rId125" Type="http://schemas.openxmlformats.org/officeDocument/2006/relationships/image" Target="../media/image1446.png"/><Relationship Id="rId146" Type="http://schemas.openxmlformats.org/officeDocument/2006/relationships/customXml" Target="../ink/ink1483.xml"/><Relationship Id="rId167" Type="http://schemas.openxmlformats.org/officeDocument/2006/relationships/image" Target="../media/image1467.png"/><Relationship Id="rId188" Type="http://schemas.openxmlformats.org/officeDocument/2006/relationships/customXml" Target="../ink/ink1504.xml"/><Relationship Id="rId311" Type="http://schemas.openxmlformats.org/officeDocument/2006/relationships/image" Target="../media/image1539.png"/><Relationship Id="rId332" Type="http://schemas.openxmlformats.org/officeDocument/2006/relationships/customXml" Target="../ink/ink1576.xml"/><Relationship Id="rId353" Type="http://schemas.openxmlformats.org/officeDocument/2006/relationships/image" Target="../media/image1560.png"/><Relationship Id="rId71" Type="http://schemas.openxmlformats.org/officeDocument/2006/relationships/image" Target="../media/image1419.png"/><Relationship Id="rId92" Type="http://schemas.openxmlformats.org/officeDocument/2006/relationships/customXml" Target="../ink/ink1456.xml"/><Relationship Id="rId213" Type="http://schemas.openxmlformats.org/officeDocument/2006/relationships/image" Target="../media/image1490.png"/><Relationship Id="rId234" Type="http://schemas.openxmlformats.org/officeDocument/2006/relationships/customXml" Target="../ink/ink1527.xml"/><Relationship Id="rId2" Type="http://schemas.openxmlformats.org/officeDocument/2006/relationships/customXml" Target="../ink/ink1411.xml"/><Relationship Id="rId29" Type="http://schemas.openxmlformats.org/officeDocument/2006/relationships/image" Target="../media/image1398.png"/><Relationship Id="rId255" Type="http://schemas.openxmlformats.org/officeDocument/2006/relationships/image" Target="../media/image1511.png"/><Relationship Id="rId276" Type="http://schemas.openxmlformats.org/officeDocument/2006/relationships/customXml" Target="../ink/ink1548.xml"/><Relationship Id="rId297" Type="http://schemas.openxmlformats.org/officeDocument/2006/relationships/image" Target="../media/image1532.png"/><Relationship Id="rId40" Type="http://schemas.openxmlformats.org/officeDocument/2006/relationships/customXml" Target="../ink/ink1430.xml"/><Relationship Id="rId115" Type="http://schemas.openxmlformats.org/officeDocument/2006/relationships/image" Target="../media/image1441.png"/><Relationship Id="rId136" Type="http://schemas.openxmlformats.org/officeDocument/2006/relationships/customXml" Target="../ink/ink1478.xml"/><Relationship Id="rId157" Type="http://schemas.openxmlformats.org/officeDocument/2006/relationships/image" Target="../media/image1462.png"/><Relationship Id="rId178" Type="http://schemas.openxmlformats.org/officeDocument/2006/relationships/customXml" Target="../ink/ink1499.xml"/><Relationship Id="rId301" Type="http://schemas.openxmlformats.org/officeDocument/2006/relationships/image" Target="../media/image1534.png"/><Relationship Id="rId322" Type="http://schemas.openxmlformats.org/officeDocument/2006/relationships/customXml" Target="../ink/ink1571.xml"/><Relationship Id="rId343" Type="http://schemas.openxmlformats.org/officeDocument/2006/relationships/image" Target="../media/image1555.png"/><Relationship Id="rId364" Type="http://schemas.openxmlformats.org/officeDocument/2006/relationships/customXml" Target="../ink/ink1592.xml"/><Relationship Id="rId61" Type="http://schemas.openxmlformats.org/officeDocument/2006/relationships/image" Target="../media/image1414.png"/><Relationship Id="rId82" Type="http://schemas.openxmlformats.org/officeDocument/2006/relationships/customXml" Target="../ink/ink1451.xml"/><Relationship Id="rId199" Type="http://schemas.openxmlformats.org/officeDocument/2006/relationships/image" Target="../media/image1483.png"/><Relationship Id="rId203" Type="http://schemas.openxmlformats.org/officeDocument/2006/relationships/image" Target="../media/image1485.png"/><Relationship Id="rId19" Type="http://schemas.openxmlformats.org/officeDocument/2006/relationships/image" Target="../media/image1393.png"/><Relationship Id="rId224" Type="http://schemas.openxmlformats.org/officeDocument/2006/relationships/customXml" Target="../ink/ink1522.xml"/><Relationship Id="rId245" Type="http://schemas.openxmlformats.org/officeDocument/2006/relationships/image" Target="../media/image1506.png"/><Relationship Id="rId266" Type="http://schemas.openxmlformats.org/officeDocument/2006/relationships/customXml" Target="../ink/ink1543.xml"/><Relationship Id="rId287" Type="http://schemas.openxmlformats.org/officeDocument/2006/relationships/image" Target="../media/image1527.png"/><Relationship Id="rId30" Type="http://schemas.openxmlformats.org/officeDocument/2006/relationships/customXml" Target="../ink/ink1425.xml"/><Relationship Id="rId105" Type="http://schemas.openxmlformats.org/officeDocument/2006/relationships/image" Target="../media/image1436.png"/><Relationship Id="rId126" Type="http://schemas.openxmlformats.org/officeDocument/2006/relationships/customXml" Target="../ink/ink1473.xml"/><Relationship Id="rId147" Type="http://schemas.openxmlformats.org/officeDocument/2006/relationships/image" Target="../media/image1457.png"/><Relationship Id="rId168" Type="http://schemas.openxmlformats.org/officeDocument/2006/relationships/customXml" Target="../ink/ink1494.xml"/><Relationship Id="rId312" Type="http://schemas.openxmlformats.org/officeDocument/2006/relationships/customXml" Target="../ink/ink1566.xml"/><Relationship Id="rId333" Type="http://schemas.openxmlformats.org/officeDocument/2006/relationships/image" Target="../media/image1550.png"/><Relationship Id="rId354" Type="http://schemas.openxmlformats.org/officeDocument/2006/relationships/customXml" Target="../ink/ink1587.xml"/><Relationship Id="rId51" Type="http://schemas.openxmlformats.org/officeDocument/2006/relationships/image" Target="../media/image1409.png"/><Relationship Id="rId72" Type="http://schemas.openxmlformats.org/officeDocument/2006/relationships/customXml" Target="../ink/ink1446.xml"/><Relationship Id="rId93" Type="http://schemas.openxmlformats.org/officeDocument/2006/relationships/image" Target="../media/image1430.png"/><Relationship Id="rId189" Type="http://schemas.openxmlformats.org/officeDocument/2006/relationships/image" Target="../media/image1478.png"/><Relationship Id="rId3" Type="http://schemas.openxmlformats.org/officeDocument/2006/relationships/image" Target="../media/image1385.png"/><Relationship Id="rId214" Type="http://schemas.openxmlformats.org/officeDocument/2006/relationships/customXml" Target="../ink/ink1517.xml"/><Relationship Id="rId235" Type="http://schemas.openxmlformats.org/officeDocument/2006/relationships/image" Target="../media/image1501.png"/><Relationship Id="rId256" Type="http://schemas.openxmlformats.org/officeDocument/2006/relationships/customXml" Target="../ink/ink1538.xml"/><Relationship Id="rId277" Type="http://schemas.openxmlformats.org/officeDocument/2006/relationships/image" Target="../media/image1522.png"/><Relationship Id="rId298" Type="http://schemas.openxmlformats.org/officeDocument/2006/relationships/customXml" Target="../ink/ink1559.xml"/><Relationship Id="rId116" Type="http://schemas.openxmlformats.org/officeDocument/2006/relationships/customXml" Target="../ink/ink1468.xml"/><Relationship Id="rId137" Type="http://schemas.openxmlformats.org/officeDocument/2006/relationships/image" Target="../media/image1452.png"/><Relationship Id="rId158" Type="http://schemas.openxmlformats.org/officeDocument/2006/relationships/customXml" Target="../ink/ink1489.xml"/><Relationship Id="rId302" Type="http://schemas.openxmlformats.org/officeDocument/2006/relationships/customXml" Target="../ink/ink1561.xml"/><Relationship Id="rId323" Type="http://schemas.openxmlformats.org/officeDocument/2006/relationships/image" Target="../media/image1545.png"/><Relationship Id="rId344" Type="http://schemas.openxmlformats.org/officeDocument/2006/relationships/customXml" Target="../ink/ink1582.xml"/><Relationship Id="rId20" Type="http://schemas.openxmlformats.org/officeDocument/2006/relationships/customXml" Target="../ink/ink1420.xml"/><Relationship Id="rId41" Type="http://schemas.openxmlformats.org/officeDocument/2006/relationships/image" Target="../media/image1404.png"/><Relationship Id="rId62" Type="http://schemas.openxmlformats.org/officeDocument/2006/relationships/customXml" Target="../ink/ink1441.xml"/><Relationship Id="rId83" Type="http://schemas.openxmlformats.org/officeDocument/2006/relationships/image" Target="../media/image1425.png"/><Relationship Id="rId179" Type="http://schemas.openxmlformats.org/officeDocument/2006/relationships/image" Target="../media/image1473.png"/><Relationship Id="rId365" Type="http://schemas.openxmlformats.org/officeDocument/2006/relationships/image" Target="../media/image1566.png"/><Relationship Id="rId190" Type="http://schemas.openxmlformats.org/officeDocument/2006/relationships/customXml" Target="../ink/ink1505.xml"/><Relationship Id="rId204" Type="http://schemas.openxmlformats.org/officeDocument/2006/relationships/customXml" Target="../ink/ink1512.xml"/><Relationship Id="rId225" Type="http://schemas.openxmlformats.org/officeDocument/2006/relationships/image" Target="../media/image1496.png"/><Relationship Id="rId246" Type="http://schemas.openxmlformats.org/officeDocument/2006/relationships/customXml" Target="../ink/ink1533.xml"/><Relationship Id="rId267" Type="http://schemas.openxmlformats.org/officeDocument/2006/relationships/image" Target="../media/image1517.png"/><Relationship Id="rId288" Type="http://schemas.openxmlformats.org/officeDocument/2006/relationships/customXml" Target="../ink/ink1554.xml"/><Relationship Id="rId106" Type="http://schemas.openxmlformats.org/officeDocument/2006/relationships/customXml" Target="../ink/ink1463.xml"/><Relationship Id="rId127" Type="http://schemas.openxmlformats.org/officeDocument/2006/relationships/image" Target="../media/image1447.png"/><Relationship Id="rId313" Type="http://schemas.openxmlformats.org/officeDocument/2006/relationships/image" Target="../media/image1540.png"/><Relationship Id="rId10" Type="http://schemas.openxmlformats.org/officeDocument/2006/relationships/customXml" Target="../ink/ink1415.xml"/><Relationship Id="rId31" Type="http://schemas.openxmlformats.org/officeDocument/2006/relationships/image" Target="../media/image1399.png"/><Relationship Id="rId52" Type="http://schemas.openxmlformats.org/officeDocument/2006/relationships/customXml" Target="../ink/ink1436.xml"/><Relationship Id="rId73" Type="http://schemas.openxmlformats.org/officeDocument/2006/relationships/image" Target="../media/image1420.png"/><Relationship Id="rId94" Type="http://schemas.openxmlformats.org/officeDocument/2006/relationships/customXml" Target="../ink/ink1457.xml"/><Relationship Id="rId148" Type="http://schemas.openxmlformats.org/officeDocument/2006/relationships/customXml" Target="../ink/ink1484.xml"/><Relationship Id="rId169" Type="http://schemas.openxmlformats.org/officeDocument/2006/relationships/image" Target="../media/image1468.png"/><Relationship Id="rId334" Type="http://schemas.openxmlformats.org/officeDocument/2006/relationships/customXml" Target="../ink/ink1577.xml"/><Relationship Id="rId355" Type="http://schemas.openxmlformats.org/officeDocument/2006/relationships/image" Target="../media/image1561.png"/><Relationship Id="rId4" Type="http://schemas.openxmlformats.org/officeDocument/2006/relationships/customXml" Target="../ink/ink1412.xml"/><Relationship Id="rId180" Type="http://schemas.openxmlformats.org/officeDocument/2006/relationships/customXml" Target="../ink/ink1500.xml"/><Relationship Id="rId215" Type="http://schemas.openxmlformats.org/officeDocument/2006/relationships/image" Target="../media/image1491.png"/><Relationship Id="rId236" Type="http://schemas.openxmlformats.org/officeDocument/2006/relationships/customXml" Target="../ink/ink1528.xml"/><Relationship Id="rId257" Type="http://schemas.openxmlformats.org/officeDocument/2006/relationships/image" Target="../media/image1512.png"/><Relationship Id="rId278" Type="http://schemas.openxmlformats.org/officeDocument/2006/relationships/customXml" Target="../ink/ink1549.xml"/><Relationship Id="rId303" Type="http://schemas.openxmlformats.org/officeDocument/2006/relationships/image" Target="../media/image1535.png"/><Relationship Id="rId42" Type="http://schemas.openxmlformats.org/officeDocument/2006/relationships/customXml" Target="../ink/ink1431.xml"/><Relationship Id="rId84" Type="http://schemas.openxmlformats.org/officeDocument/2006/relationships/customXml" Target="../ink/ink1452.xml"/><Relationship Id="rId138" Type="http://schemas.openxmlformats.org/officeDocument/2006/relationships/customXml" Target="../ink/ink1479.xml"/><Relationship Id="rId345" Type="http://schemas.openxmlformats.org/officeDocument/2006/relationships/image" Target="../media/image1556.png"/><Relationship Id="rId191" Type="http://schemas.openxmlformats.org/officeDocument/2006/relationships/image" Target="../media/image1479.png"/><Relationship Id="rId205" Type="http://schemas.openxmlformats.org/officeDocument/2006/relationships/image" Target="../media/image1486.png"/><Relationship Id="rId247" Type="http://schemas.openxmlformats.org/officeDocument/2006/relationships/image" Target="../media/image1507.png"/><Relationship Id="rId107" Type="http://schemas.openxmlformats.org/officeDocument/2006/relationships/image" Target="../media/image1437.png"/><Relationship Id="rId289" Type="http://schemas.openxmlformats.org/officeDocument/2006/relationships/image" Target="../media/image1528.png"/><Relationship Id="rId11" Type="http://schemas.openxmlformats.org/officeDocument/2006/relationships/image" Target="../media/image1389.png"/><Relationship Id="rId53" Type="http://schemas.openxmlformats.org/officeDocument/2006/relationships/image" Target="../media/image1410.png"/><Relationship Id="rId149" Type="http://schemas.openxmlformats.org/officeDocument/2006/relationships/image" Target="../media/image1458.png"/><Relationship Id="rId314" Type="http://schemas.openxmlformats.org/officeDocument/2006/relationships/customXml" Target="../ink/ink1567.xml"/><Relationship Id="rId356" Type="http://schemas.openxmlformats.org/officeDocument/2006/relationships/customXml" Target="../ink/ink1588.xml"/><Relationship Id="rId95" Type="http://schemas.openxmlformats.org/officeDocument/2006/relationships/image" Target="../media/image1431.png"/><Relationship Id="rId160" Type="http://schemas.openxmlformats.org/officeDocument/2006/relationships/customXml" Target="../ink/ink1490.xml"/><Relationship Id="rId216" Type="http://schemas.openxmlformats.org/officeDocument/2006/relationships/customXml" Target="../ink/ink1518.xml"/><Relationship Id="rId258" Type="http://schemas.openxmlformats.org/officeDocument/2006/relationships/customXml" Target="../ink/ink1539.xml"/><Relationship Id="rId22" Type="http://schemas.openxmlformats.org/officeDocument/2006/relationships/customXml" Target="../ink/ink1421.xml"/><Relationship Id="rId64" Type="http://schemas.openxmlformats.org/officeDocument/2006/relationships/customXml" Target="../ink/ink1442.xml"/><Relationship Id="rId118" Type="http://schemas.openxmlformats.org/officeDocument/2006/relationships/customXml" Target="../ink/ink1469.xml"/><Relationship Id="rId325" Type="http://schemas.openxmlformats.org/officeDocument/2006/relationships/image" Target="../media/image1546.png"/><Relationship Id="rId367" Type="http://schemas.openxmlformats.org/officeDocument/2006/relationships/image" Target="../media/image1567.png"/><Relationship Id="rId171" Type="http://schemas.openxmlformats.org/officeDocument/2006/relationships/image" Target="../media/image1469.png"/><Relationship Id="rId227" Type="http://schemas.openxmlformats.org/officeDocument/2006/relationships/image" Target="../media/image1497.png"/><Relationship Id="rId269" Type="http://schemas.openxmlformats.org/officeDocument/2006/relationships/image" Target="../media/image1518.png"/><Relationship Id="rId33" Type="http://schemas.openxmlformats.org/officeDocument/2006/relationships/image" Target="../media/image1400.png"/><Relationship Id="rId129" Type="http://schemas.openxmlformats.org/officeDocument/2006/relationships/image" Target="../media/image1448.png"/><Relationship Id="rId280" Type="http://schemas.openxmlformats.org/officeDocument/2006/relationships/customXml" Target="../ink/ink1550.xml"/><Relationship Id="rId336" Type="http://schemas.openxmlformats.org/officeDocument/2006/relationships/customXml" Target="../ink/ink1578.xml"/><Relationship Id="rId75" Type="http://schemas.openxmlformats.org/officeDocument/2006/relationships/image" Target="../media/image1421.png"/><Relationship Id="rId140" Type="http://schemas.openxmlformats.org/officeDocument/2006/relationships/customXml" Target="../ink/ink1480.xml"/><Relationship Id="rId182" Type="http://schemas.openxmlformats.org/officeDocument/2006/relationships/customXml" Target="../ink/ink1501.xml"/><Relationship Id="rId6" Type="http://schemas.openxmlformats.org/officeDocument/2006/relationships/customXml" Target="../ink/ink1413.xml"/><Relationship Id="rId238" Type="http://schemas.openxmlformats.org/officeDocument/2006/relationships/customXml" Target="../ink/ink1529.xml"/><Relationship Id="rId291" Type="http://schemas.openxmlformats.org/officeDocument/2006/relationships/image" Target="../media/image1529.png"/><Relationship Id="rId305" Type="http://schemas.openxmlformats.org/officeDocument/2006/relationships/image" Target="../media/image1536.png"/><Relationship Id="rId347" Type="http://schemas.openxmlformats.org/officeDocument/2006/relationships/image" Target="../media/image1557.png"/><Relationship Id="rId44" Type="http://schemas.openxmlformats.org/officeDocument/2006/relationships/customXml" Target="../ink/ink1432.xml"/><Relationship Id="rId86" Type="http://schemas.openxmlformats.org/officeDocument/2006/relationships/customXml" Target="../ink/ink1453.xml"/><Relationship Id="rId151" Type="http://schemas.openxmlformats.org/officeDocument/2006/relationships/image" Target="../media/image1459.png"/><Relationship Id="rId193" Type="http://schemas.openxmlformats.org/officeDocument/2006/relationships/image" Target="../media/image1480.png"/><Relationship Id="rId207" Type="http://schemas.openxmlformats.org/officeDocument/2006/relationships/image" Target="../media/image1487.png"/><Relationship Id="rId249" Type="http://schemas.openxmlformats.org/officeDocument/2006/relationships/image" Target="../media/image1508.png"/><Relationship Id="rId13" Type="http://schemas.openxmlformats.org/officeDocument/2006/relationships/image" Target="../media/image1390.png"/><Relationship Id="rId109" Type="http://schemas.openxmlformats.org/officeDocument/2006/relationships/image" Target="../media/image1438.png"/><Relationship Id="rId260" Type="http://schemas.openxmlformats.org/officeDocument/2006/relationships/customXml" Target="../ink/ink1540.xml"/><Relationship Id="rId316" Type="http://schemas.openxmlformats.org/officeDocument/2006/relationships/customXml" Target="../ink/ink1568.xml"/><Relationship Id="rId55" Type="http://schemas.openxmlformats.org/officeDocument/2006/relationships/image" Target="../media/image1411.png"/><Relationship Id="rId97" Type="http://schemas.openxmlformats.org/officeDocument/2006/relationships/image" Target="../media/image1432.png"/><Relationship Id="rId120" Type="http://schemas.openxmlformats.org/officeDocument/2006/relationships/customXml" Target="../ink/ink1470.xml"/><Relationship Id="rId358" Type="http://schemas.openxmlformats.org/officeDocument/2006/relationships/customXml" Target="../ink/ink1589.xml"/><Relationship Id="rId162" Type="http://schemas.openxmlformats.org/officeDocument/2006/relationships/customXml" Target="../ink/ink1491.xml"/><Relationship Id="rId218" Type="http://schemas.openxmlformats.org/officeDocument/2006/relationships/customXml" Target="../ink/ink1519.xml"/><Relationship Id="rId271" Type="http://schemas.openxmlformats.org/officeDocument/2006/relationships/image" Target="../media/image1519.png"/><Relationship Id="rId24" Type="http://schemas.openxmlformats.org/officeDocument/2006/relationships/customXml" Target="../ink/ink1422.xml"/><Relationship Id="rId66" Type="http://schemas.openxmlformats.org/officeDocument/2006/relationships/customXml" Target="../ink/ink1443.xml"/><Relationship Id="rId131" Type="http://schemas.openxmlformats.org/officeDocument/2006/relationships/image" Target="../media/image1449.png"/><Relationship Id="rId327" Type="http://schemas.openxmlformats.org/officeDocument/2006/relationships/image" Target="../media/image1547.png"/><Relationship Id="rId369" Type="http://schemas.openxmlformats.org/officeDocument/2006/relationships/image" Target="../media/image1568.png"/><Relationship Id="rId173" Type="http://schemas.openxmlformats.org/officeDocument/2006/relationships/image" Target="../media/image1470.png"/><Relationship Id="rId229" Type="http://schemas.openxmlformats.org/officeDocument/2006/relationships/image" Target="../media/image1498.png"/><Relationship Id="rId240" Type="http://schemas.openxmlformats.org/officeDocument/2006/relationships/customXml" Target="../ink/ink1530.xml"/><Relationship Id="rId35" Type="http://schemas.openxmlformats.org/officeDocument/2006/relationships/image" Target="../media/image1401.png"/><Relationship Id="rId77" Type="http://schemas.openxmlformats.org/officeDocument/2006/relationships/image" Target="../media/image1422.png"/><Relationship Id="rId100" Type="http://schemas.openxmlformats.org/officeDocument/2006/relationships/customXml" Target="../ink/ink1460.xml"/><Relationship Id="rId282" Type="http://schemas.openxmlformats.org/officeDocument/2006/relationships/customXml" Target="../ink/ink1551.xml"/><Relationship Id="rId338" Type="http://schemas.openxmlformats.org/officeDocument/2006/relationships/customXml" Target="../ink/ink1579.xml"/><Relationship Id="rId8" Type="http://schemas.openxmlformats.org/officeDocument/2006/relationships/customXml" Target="../ink/ink1414.xml"/><Relationship Id="rId142" Type="http://schemas.openxmlformats.org/officeDocument/2006/relationships/customXml" Target="../ink/ink1481.xml"/><Relationship Id="rId184" Type="http://schemas.openxmlformats.org/officeDocument/2006/relationships/customXml" Target="../ink/ink1502.xml"/><Relationship Id="rId251" Type="http://schemas.openxmlformats.org/officeDocument/2006/relationships/image" Target="../media/image1509.png"/><Relationship Id="rId46" Type="http://schemas.openxmlformats.org/officeDocument/2006/relationships/customXml" Target="../ink/ink1433.xml"/><Relationship Id="rId293" Type="http://schemas.openxmlformats.org/officeDocument/2006/relationships/image" Target="../media/image1530.png"/><Relationship Id="rId307" Type="http://schemas.openxmlformats.org/officeDocument/2006/relationships/image" Target="../media/image1537.png"/><Relationship Id="rId349" Type="http://schemas.openxmlformats.org/officeDocument/2006/relationships/image" Target="../media/image1558.png"/><Relationship Id="rId88" Type="http://schemas.openxmlformats.org/officeDocument/2006/relationships/customXml" Target="../ink/ink1454.xml"/><Relationship Id="rId111" Type="http://schemas.openxmlformats.org/officeDocument/2006/relationships/image" Target="../media/image1439.png"/><Relationship Id="rId153" Type="http://schemas.openxmlformats.org/officeDocument/2006/relationships/image" Target="../media/image1460.png"/><Relationship Id="rId195" Type="http://schemas.openxmlformats.org/officeDocument/2006/relationships/image" Target="../media/image1481.png"/><Relationship Id="rId209" Type="http://schemas.openxmlformats.org/officeDocument/2006/relationships/image" Target="../media/image1488.png"/><Relationship Id="rId360" Type="http://schemas.openxmlformats.org/officeDocument/2006/relationships/customXml" Target="../ink/ink1590.xml"/><Relationship Id="rId220" Type="http://schemas.openxmlformats.org/officeDocument/2006/relationships/customXml" Target="../ink/ink1520.xml"/><Relationship Id="rId15" Type="http://schemas.openxmlformats.org/officeDocument/2006/relationships/image" Target="../media/image1391.png"/><Relationship Id="rId57" Type="http://schemas.openxmlformats.org/officeDocument/2006/relationships/image" Target="../media/image1412.png"/><Relationship Id="rId262" Type="http://schemas.openxmlformats.org/officeDocument/2006/relationships/customXml" Target="../ink/ink1541.xml"/><Relationship Id="rId318" Type="http://schemas.openxmlformats.org/officeDocument/2006/relationships/customXml" Target="../ink/ink1569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28.png"/><Relationship Id="rId299" Type="http://schemas.openxmlformats.org/officeDocument/2006/relationships/image" Target="../media/image1719.png"/><Relationship Id="rId21" Type="http://schemas.openxmlformats.org/officeDocument/2006/relationships/image" Target="../media/image1580.png"/><Relationship Id="rId63" Type="http://schemas.openxmlformats.org/officeDocument/2006/relationships/image" Target="../media/image1601.png"/><Relationship Id="rId159" Type="http://schemas.openxmlformats.org/officeDocument/2006/relationships/image" Target="../media/image1649.png"/><Relationship Id="rId324" Type="http://schemas.openxmlformats.org/officeDocument/2006/relationships/customXml" Target="../ink/ink1758.xml"/><Relationship Id="rId366" Type="http://schemas.openxmlformats.org/officeDocument/2006/relationships/customXml" Target="../ink/ink1779.xml"/><Relationship Id="rId170" Type="http://schemas.openxmlformats.org/officeDocument/2006/relationships/customXml" Target="../ink/ink1681.xml"/><Relationship Id="rId226" Type="http://schemas.openxmlformats.org/officeDocument/2006/relationships/customXml" Target="../ink/ink1709.xml"/><Relationship Id="rId433" Type="http://schemas.openxmlformats.org/officeDocument/2006/relationships/image" Target="../media/image1786.png"/><Relationship Id="rId268" Type="http://schemas.openxmlformats.org/officeDocument/2006/relationships/customXml" Target="../ink/ink1730.xml"/><Relationship Id="rId32" Type="http://schemas.openxmlformats.org/officeDocument/2006/relationships/customXml" Target="../ink/ink1612.xml"/><Relationship Id="rId74" Type="http://schemas.openxmlformats.org/officeDocument/2006/relationships/customXml" Target="../ink/ink1633.xml"/><Relationship Id="rId128" Type="http://schemas.openxmlformats.org/officeDocument/2006/relationships/customXml" Target="../ink/ink1660.xml"/><Relationship Id="rId335" Type="http://schemas.openxmlformats.org/officeDocument/2006/relationships/image" Target="../media/image1737.png"/><Relationship Id="rId377" Type="http://schemas.openxmlformats.org/officeDocument/2006/relationships/image" Target="../media/image1758.png"/><Relationship Id="rId5" Type="http://schemas.openxmlformats.org/officeDocument/2006/relationships/image" Target="../media/image1572.png"/><Relationship Id="rId181" Type="http://schemas.openxmlformats.org/officeDocument/2006/relationships/image" Target="../media/image1660.png"/><Relationship Id="rId237" Type="http://schemas.openxmlformats.org/officeDocument/2006/relationships/image" Target="../media/image1688.png"/><Relationship Id="rId402" Type="http://schemas.openxmlformats.org/officeDocument/2006/relationships/customXml" Target="../ink/ink1797.xml"/><Relationship Id="rId279" Type="http://schemas.openxmlformats.org/officeDocument/2006/relationships/image" Target="../media/image1709.png"/><Relationship Id="rId444" Type="http://schemas.openxmlformats.org/officeDocument/2006/relationships/customXml" Target="../ink/ink1818.xml"/><Relationship Id="rId43" Type="http://schemas.openxmlformats.org/officeDocument/2006/relationships/image" Target="../media/image1591.png"/><Relationship Id="rId139" Type="http://schemas.openxmlformats.org/officeDocument/2006/relationships/image" Target="../media/image1639.png"/><Relationship Id="rId290" Type="http://schemas.openxmlformats.org/officeDocument/2006/relationships/customXml" Target="../ink/ink1741.xml"/><Relationship Id="rId304" Type="http://schemas.openxmlformats.org/officeDocument/2006/relationships/customXml" Target="../ink/ink1748.xml"/><Relationship Id="rId346" Type="http://schemas.openxmlformats.org/officeDocument/2006/relationships/customXml" Target="../ink/ink1769.xml"/><Relationship Id="rId388" Type="http://schemas.openxmlformats.org/officeDocument/2006/relationships/customXml" Target="../ink/ink1790.xml"/><Relationship Id="rId85" Type="http://schemas.openxmlformats.org/officeDocument/2006/relationships/image" Target="../media/image1612.png"/><Relationship Id="rId150" Type="http://schemas.openxmlformats.org/officeDocument/2006/relationships/customXml" Target="../ink/ink1671.xml"/><Relationship Id="rId192" Type="http://schemas.openxmlformats.org/officeDocument/2006/relationships/customXml" Target="../ink/ink1692.xml"/><Relationship Id="rId206" Type="http://schemas.openxmlformats.org/officeDocument/2006/relationships/customXml" Target="../ink/ink1699.xml"/><Relationship Id="rId413" Type="http://schemas.openxmlformats.org/officeDocument/2006/relationships/image" Target="../media/image1776.png"/><Relationship Id="rId248" Type="http://schemas.openxmlformats.org/officeDocument/2006/relationships/customXml" Target="../ink/ink1720.xml"/><Relationship Id="rId12" Type="http://schemas.openxmlformats.org/officeDocument/2006/relationships/customXml" Target="../ink/ink1602.xml"/><Relationship Id="rId108" Type="http://schemas.openxmlformats.org/officeDocument/2006/relationships/customXml" Target="../ink/ink1650.xml"/><Relationship Id="rId315" Type="http://schemas.openxmlformats.org/officeDocument/2006/relationships/image" Target="../media/image1727.png"/><Relationship Id="rId357" Type="http://schemas.openxmlformats.org/officeDocument/2006/relationships/image" Target="../media/image1748.png"/><Relationship Id="rId54" Type="http://schemas.openxmlformats.org/officeDocument/2006/relationships/customXml" Target="../ink/ink1623.xml"/><Relationship Id="rId96" Type="http://schemas.openxmlformats.org/officeDocument/2006/relationships/customXml" Target="../ink/ink1644.xml"/><Relationship Id="rId161" Type="http://schemas.openxmlformats.org/officeDocument/2006/relationships/image" Target="../media/image1650.png"/><Relationship Id="rId217" Type="http://schemas.openxmlformats.org/officeDocument/2006/relationships/image" Target="../media/image1678.png"/><Relationship Id="rId399" Type="http://schemas.openxmlformats.org/officeDocument/2006/relationships/image" Target="../media/image1769.png"/><Relationship Id="rId259" Type="http://schemas.openxmlformats.org/officeDocument/2006/relationships/image" Target="../media/image1699.png"/><Relationship Id="rId424" Type="http://schemas.openxmlformats.org/officeDocument/2006/relationships/customXml" Target="../ink/ink1808.xml"/><Relationship Id="rId23" Type="http://schemas.openxmlformats.org/officeDocument/2006/relationships/image" Target="../media/image1581.png"/><Relationship Id="rId119" Type="http://schemas.openxmlformats.org/officeDocument/2006/relationships/image" Target="../media/image1629.png"/><Relationship Id="rId270" Type="http://schemas.openxmlformats.org/officeDocument/2006/relationships/customXml" Target="../ink/ink1731.xml"/><Relationship Id="rId326" Type="http://schemas.openxmlformats.org/officeDocument/2006/relationships/customXml" Target="../ink/ink1759.xml"/><Relationship Id="rId65" Type="http://schemas.openxmlformats.org/officeDocument/2006/relationships/image" Target="../media/image1602.png"/><Relationship Id="rId130" Type="http://schemas.openxmlformats.org/officeDocument/2006/relationships/customXml" Target="../ink/ink1661.xml"/><Relationship Id="rId368" Type="http://schemas.openxmlformats.org/officeDocument/2006/relationships/customXml" Target="../ink/ink1780.xml"/><Relationship Id="rId172" Type="http://schemas.openxmlformats.org/officeDocument/2006/relationships/customXml" Target="../ink/ink1682.xml"/><Relationship Id="rId228" Type="http://schemas.openxmlformats.org/officeDocument/2006/relationships/customXml" Target="../ink/ink1710.xml"/><Relationship Id="rId435" Type="http://schemas.openxmlformats.org/officeDocument/2006/relationships/image" Target="../media/image1787.png"/><Relationship Id="rId281" Type="http://schemas.openxmlformats.org/officeDocument/2006/relationships/image" Target="../media/image1710.png"/><Relationship Id="rId337" Type="http://schemas.openxmlformats.org/officeDocument/2006/relationships/image" Target="../media/image1738.png"/><Relationship Id="rId34" Type="http://schemas.openxmlformats.org/officeDocument/2006/relationships/customXml" Target="../ink/ink1613.xml"/><Relationship Id="rId76" Type="http://schemas.openxmlformats.org/officeDocument/2006/relationships/customXml" Target="../ink/ink1634.xml"/><Relationship Id="rId141" Type="http://schemas.openxmlformats.org/officeDocument/2006/relationships/image" Target="../media/image1640.png"/><Relationship Id="rId379" Type="http://schemas.openxmlformats.org/officeDocument/2006/relationships/image" Target="../media/image1759.png"/><Relationship Id="rId7" Type="http://schemas.openxmlformats.org/officeDocument/2006/relationships/image" Target="../media/image1573.png"/><Relationship Id="rId183" Type="http://schemas.openxmlformats.org/officeDocument/2006/relationships/image" Target="../media/image1661.png"/><Relationship Id="rId239" Type="http://schemas.openxmlformats.org/officeDocument/2006/relationships/image" Target="../media/image1689.png"/><Relationship Id="rId390" Type="http://schemas.openxmlformats.org/officeDocument/2006/relationships/customXml" Target="../ink/ink1791.xml"/><Relationship Id="rId404" Type="http://schemas.openxmlformats.org/officeDocument/2006/relationships/customXml" Target="../ink/ink1798.xml"/><Relationship Id="rId446" Type="http://schemas.openxmlformats.org/officeDocument/2006/relationships/customXml" Target="../ink/ink1819.xml"/><Relationship Id="rId250" Type="http://schemas.openxmlformats.org/officeDocument/2006/relationships/customXml" Target="../ink/ink1721.xml"/><Relationship Id="rId292" Type="http://schemas.openxmlformats.org/officeDocument/2006/relationships/customXml" Target="../ink/ink1742.xml"/><Relationship Id="rId306" Type="http://schemas.openxmlformats.org/officeDocument/2006/relationships/customXml" Target="../ink/ink1749.xml"/><Relationship Id="rId45" Type="http://schemas.openxmlformats.org/officeDocument/2006/relationships/image" Target="../media/image1592.png"/><Relationship Id="rId87" Type="http://schemas.openxmlformats.org/officeDocument/2006/relationships/image" Target="../media/image1613.png"/><Relationship Id="rId110" Type="http://schemas.openxmlformats.org/officeDocument/2006/relationships/customXml" Target="../ink/ink1651.xml"/><Relationship Id="rId348" Type="http://schemas.openxmlformats.org/officeDocument/2006/relationships/customXml" Target="../ink/ink1770.xml"/><Relationship Id="rId152" Type="http://schemas.openxmlformats.org/officeDocument/2006/relationships/customXml" Target="../ink/ink1672.xml"/><Relationship Id="rId194" Type="http://schemas.openxmlformats.org/officeDocument/2006/relationships/customXml" Target="../ink/ink1693.xml"/><Relationship Id="rId208" Type="http://schemas.openxmlformats.org/officeDocument/2006/relationships/customXml" Target="../ink/ink1700.xml"/><Relationship Id="rId415" Type="http://schemas.openxmlformats.org/officeDocument/2006/relationships/image" Target="../media/image1777.png"/><Relationship Id="rId261" Type="http://schemas.openxmlformats.org/officeDocument/2006/relationships/image" Target="../media/image1700.png"/><Relationship Id="rId14" Type="http://schemas.openxmlformats.org/officeDocument/2006/relationships/customXml" Target="../ink/ink1603.xml"/><Relationship Id="rId56" Type="http://schemas.openxmlformats.org/officeDocument/2006/relationships/customXml" Target="../ink/ink1624.xml"/><Relationship Id="rId317" Type="http://schemas.openxmlformats.org/officeDocument/2006/relationships/image" Target="../media/image1728.png"/><Relationship Id="rId359" Type="http://schemas.openxmlformats.org/officeDocument/2006/relationships/image" Target="../media/image1749.png"/><Relationship Id="rId98" Type="http://schemas.openxmlformats.org/officeDocument/2006/relationships/customXml" Target="../ink/ink1645.xml"/><Relationship Id="rId121" Type="http://schemas.openxmlformats.org/officeDocument/2006/relationships/image" Target="../media/image1630.png"/><Relationship Id="rId163" Type="http://schemas.openxmlformats.org/officeDocument/2006/relationships/image" Target="../media/image1651.png"/><Relationship Id="rId219" Type="http://schemas.openxmlformats.org/officeDocument/2006/relationships/image" Target="../media/image1679.png"/><Relationship Id="rId370" Type="http://schemas.openxmlformats.org/officeDocument/2006/relationships/customXml" Target="../ink/ink1781.xml"/><Relationship Id="rId426" Type="http://schemas.openxmlformats.org/officeDocument/2006/relationships/customXml" Target="../ink/ink1809.xml"/><Relationship Id="rId230" Type="http://schemas.openxmlformats.org/officeDocument/2006/relationships/customXml" Target="../ink/ink1711.xml"/><Relationship Id="rId25" Type="http://schemas.openxmlformats.org/officeDocument/2006/relationships/image" Target="../media/image1582.png"/><Relationship Id="rId67" Type="http://schemas.openxmlformats.org/officeDocument/2006/relationships/image" Target="../media/image1603.png"/><Relationship Id="rId272" Type="http://schemas.openxmlformats.org/officeDocument/2006/relationships/customXml" Target="../ink/ink1732.xml"/><Relationship Id="rId328" Type="http://schemas.openxmlformats.org/officeDocument/2006/relationships/customXml" Target="../ink/ink1760.xml"/><Relationship Id="rId132" Type="http://schemas.openxmlformats.org/officeDocument/2006/relationships/customXml" Target="../ink/ink1662.xml"/><Relationship Id="rId174" Type="http://schemas.openxmlformats.org/officeDocument/2006/relationships/customXml" Target="../ink/ink1683.xml"/><Relationship Id="rId381" Type="http://schemas.openxmlformats.org/officeDocument/2006/relationships/image" Target="../media/image1760.png"/><Relationship Id="rId241" Type="http://schemas.openxmlformats.org/officeDocument/2006/relationships/image" Target="../media/image1690.png"/><Relationship Id="rId437" Type="http://schemas.openxmlformats.org/officeDocument/2006/relationships/image" Target="../media/image1788.png"/><Relationship Id="rId36" Type="http://schemas.openxmlformats.org/officeDocument/2006/relationships/customXml" Target="../ink/ink1614.xml"/><Relationship Id="rId283" Type="http://schemas.openxmlformats.org/officeDocument/2006/relationships/image" Target="../media/image1711.png"/><Relationship Id="rId339" Type="http://schemas.openxmlformats.org/officeDocument/2006/relationships/image" Target="../media/image1739.png"/><Relationship Id="rId78" Type="http://schemas.openxmlformats.org/officeDocument/2006/relationships/customXml" Target="../ink/ink1635.xml"/><Relationship Id="rId101" Type="http://schemas.openxmlformats.org/officeDocument/2006/relationships/image" Target="../media/image1620.png"/><Relationship Id="rId143" Type="http://schemas.openxmlformats.org/officeDocument/2006/relationships/image" Target="../media/image1641.png"/><Relationship Id="rId185" Type="http://schemas.openxmlformats.org/officeDocument/2006/relationships/image" Target="../media/image1662.png"/><Relationship Id="rId350" Type="http://schemas.openxmlformats.org/officeDocument/2006/relationships/customXml" Target="../ink/ink1771.xml"/><Relationship Id="rId406" Type="http://schemas.openxmlformats.org/officeDocument/2006/relationships/customXml" Target="../ink/ink1799.xml"/><Relationship Id="rId9" Type="http://schemas.openxmlformats.org/officeDocument/2006/relationships/image" Target="../media/image1574.png"/><Relationship Id="rId210" Type="http://schemas.openxmlformats.org/officeDocument/2006/relationships/customXml" Target="../ink/ink1701.xml"/><Relationship Id="rId392" Type="http://schemas.openxmlformats.org/officeDocument/2006/relationships/customXml" Target="../ink/ink1792.xml"/><Relationship Id="rId448" Type="http://schemas.openxmlformats.org/officeDocument/2006/relationships/customXml" Target="../ink/ink1820.xml"/><Relationship Id="rId252" Type="http://schemas.openxmlformats.org/officeDocument/2006/relationships/customXml" Target="../ink/ink1722.xml"/><Relationship Id="rId294" Type="http://schemas.openxmlformats.org/officeDocument/2006/relationships/customXml" Target="../ink/ink1743.xml"/><Relationship Id="rId308" Type="http://schemas.openxmlformats.org/officeDocument/2006/relationships/customXml" Target="../ink/ink1750.xml"/><Relationship Id="rId47" Type="http://schemas.openxmlformats.org/officeDocument/2006/relationships/image" Target="../media/image1593.png"/><Relationship Id="rId89" Type="http://schemas.openxmlformats.org/officeDocument/2006/relationships/image" Target="../media/image1614.png"/><Relationship Id="rId112" Type="http://schemas.openxmlformats.org/officeDocument/2006/relationships/customXml" Target="../ink/ink1652.xml"/><Relationship Id="rId154" Type="http://schemas.openxmlformats.org/officeDocument/2006/relationships/customXml" Target="../ink/ink1673.xml"/><Relationship Id="rId361" Type="http://schemas.openxmlformats.org/officeDocument/2006/relationships/image" Target="../media/image1750.png"/><Relationship Id="rId196" Type="http://schemas.openxmlformats.org/officeDocument/2006/relationships/customXml" Target="../ink/ink1694.xml"/><Relationship Id="rId417" Type="http://schemas.openxmlformats.org/officeDocument/2006/relationships/image" Target="../media/image1778.png"/><Relationship Id="rId16" Type="http://schemas.openxmlformats.org/officeDocument/2006/relationships/customXml" Target="../ink/ink1604.xml"/><Relationship Id="rId221" Type="http://schemas.openxmlformats.org/officeDocument/2006/relationships/image" Target="../media/image1680.png"/><Relationship Id="rId263" Type="http://schemas.openxmlformats.org/officeDocument/2006/relationships/image" Target="../media/image1701.png"/><Relationship Id="rId319" Type="http://schemas.openxmlformats.org/officeDocument/2006/relationships/image" Target="../media/image1729.png"/><Relationship Id="rId58" Type="http://schemas.openxmlformats.org/officeDocument/2006/relationships/customXml" Target="../ink/ink1625.xml"/><Relationship Id="rId123" Type="http://schemas.openxmlformats.org/officeDocument/2006/relationships/image" Target="../media/image1631.png"/><Relationship Id="rId330" Type="http://schemas.openxmlformats.org/officeDocument/2006/relationships/customXml" Target="../ink/ink1761.xml"/><Relationship Id="rId165" Type="http://schemas.openxmlformats.org/officeDocument/2006/relationships/image" Target="../media/image1652.png"/><Relationship Id="rId372" Type="http://schemas.openxmlformats.org/officeDocument/2006/relationships/customXml" Target="../ink/ink1782.xml"/><Relationship Id="rId428" Type="http://schemas.openxmlformats.org/officeDocument/2006/relationships/customXml" Target="../ink/ink1810.xml"/><Relationship Id="rId232" Type="http://schemas.openxmlformats.org/officeDocument/2006/relationships/customXml" Target="../ink/ink1712.xml"/><Relationship Id="rId274" Type="http://schemas.openxmlformats.org/officeDocument/2006/relationships/customXml" Target="../ink/ink1733.xml"/><Relationship Id="rId27" Type="http://schemas.openxmlformats.org/officeDocument/2006/relationships/image" Target="../media/image1583.png"/><Relationship Id="rId69" Type="http://schemas.openxmlformats.org/officeDocument/2006/relationships/image" Target="../media/image1604.png"/><Relationship Id="rId134" Type="http://schemas.openxmlformats.org/officeDocument/2006/relationships/customXml" Target="../ink/ink1663.xml"/><Relationship Id="rId80" Type="http://schemas.openxmlformats.org/officeDocument/2006/relationships/customXml" Target="../ink/ink1636.xml"/><Relationship Id="rId176" Type="http://schemas.openxmlformats.org/officeDocument/2006/relationships/customXml" Target="../ink/ink1684.xml"/><Relationship Id="rId341" Type="http://schemas.openxmlformats.org/officeDocument/2006/relationships/image" Target="../media/image1740.png"/><Relationship Id="rId383" Type="http://schemas.openxmlformats.org/officeDocument/2006/relationships/image" Target="../media/image1761.png"/><Relationship Id="rId439" Type="http://schemas.openxmlformats.org/officeDocument/2006/relationships/image" Target="../media/image1789.png"/><Relationship Id="rId201" Type="http://schemas.openxmlformats.org/officeDocument/2006/relationships/image" Target="../media/image1670.png"/><Relationship Id="rId243" Type="http://schemas.openxmlformats.org/officeDocument/2006/relationships/image" Target="../media/image1691.png"/><Relationship Id="rId285" Type="http://schemas.openxmlformats.org/officeDocument/2006/relationships/image" Target="../media/image1712.png"/><Relationship Id="rId450" Type="http://schemas.openxmlformats.org/officeDocument/2006/relationships/customXml" Target="../ink/ink1821.xml"/><Relationship Id="rId38" Type="http://schemas.openxmlformats.org/officeDocument/2006/relationships/customXml" Target="../ink/ink1615.xml"/><Relationship Id="rId103" Type="http://schemas.openxmlformats.org/officeDocument/2006/relationships/image" Target="../media/image1621.png"/><Relationship Id="rId310" Type="http://schemas.openxmlformats.org/officeDocument/2006/relationships/customXml" Target="../ink/ink1751.xml"/><Relationship Id="rId91" Type="http://schemas.openxmlformats.org/officeDocument/2006/relationships/image" Target="../media/image1615.png"/><Relationship Id="rId145" Type="http://schemas.openxmlformats.org/officeDocument/2006/relationships/image" Target="../media/image1642.png"/><Relationship Id="rId187" Type="http://schemas.openxmlformats.org/officeDocument/2006/relationships/image" Target="../media/image1663.png"/><Relationship Id="rId352" Type="http://schemas.openxmlformats.org/officeDocument/2006/relationships/customXml" Target="../ink/ink1772.xml"/><Relationship Id="rId394" Type="http://schemas.openxmlformats.org/officeDocument/2006/relationships/customXml" Target="../ink/ink1793.xml"/><Relationship Id="rId408" Type="http://schemas.openxmlformats.org/officeDocument/2006/relationships/customXml" Target="../ink/ink1800.xml"/><Relationship Id="rId212" Type="http://schemas.openxmlformats.org/officeDocument/2006/relationships/customXml" Target="../ink/ink1702.xml"/><Relationship Id="rId254" Type="http://schemas.openxmlformats.org/officeDocument/2006/relationships/customXml" Target="../ink/ink1723.xml"/><Relationship Id="rId49" Type="http://schemas.openxmlformats.org/officeDocument/2006/relationships/image" Target="../media/image1594.png"/><Relationship Id="rId114" Type="http://schemas.openxmlformats.org/officeDocument/2006/relationships/customXml" Target="../ink/ink1653.xml"/><Relationship Id="rId296" Type="http://schemas.openxmlformats.org/officeDocument/2006/relationships/customXml" Target="../ink/ink1744.xml"/><Relationship Id="rId60" Type="http://schemas.openxmlformats.org/officeDocument/2006/relationships/customXml" Target="../ink/ink1626.xml"/><Relationship Id="rId156" Type="http://schemas.openxmlformats.org/officeDocument/2006/relationships/customXml" Target="../ink/ink1674.xml"/><Relationship Id="rId198" Type="http://schemas.openxmlformats.org/officeDocument/2006/relationships/customXml" Target="../ink/ink1695.xml"/><Relationship Id="rId321" Type="http://schemas.openxmlformats.org/officeDocument/2006/relationships/image" Target="../media/image1730.png"/><Relationship Id="rId363" Type="http://schemas.openxmlformats.org/officeDocument/2006/relationships/image" Target="../media/image1751.png"/><Relationship Id="rId419" Type="http://schemas.openxmlformats.org/officeDocument/2006/relationships/image" Target="../media/image1779.png"/><Relationship Id="rId223" Type="http://schemas.openxmlformats.org/officeDocument/2006/relationships/image" Target="../media/image1681.png"/><Relationship Id="rId430" Type="http://schemas.openxmlformats.org/officeDocument/2006/relationships/customXml" Target="../ink/ink1811.xml"/><Relationship Id="rId18" Type="http://schemas.openxmlformats.org/officeDocument/2006/relationships/customXml" Target="../ink/ink1605.xml"/><Relationship Id="rId265" Type="http://schemas.openxmlformats.org/officeDocument/2006/relationships/image" Target="../media/image1702.png"/><Relationship Id="rId125" Type="http://schemas.openxmlformats.org/officeDocument/2006/relationships/image" Target="../media/image1632.png"/><Relationship Id="rId167" Type="http://schemas.openxmlformats.org/officeDocument/2006/relationships/image" Target="../media/image1653.png"/><Relationship Id="rId332" Type="http://schemas.openxmlformats.org/officeDocument/2006/relationships/customXml" Target="../ink/ink1762.xml"/><Relationship Id="rId374" Type="http://schemas.openxmlformats.org/officeDocument/2006/relationships/customXml" Target="../ink/ink1783.xml"/><Relationship Id="rId71" Type="http://schemas.openxmlformats.org/officeDocument/2006/relationships/image" Target="../media/image1605.png"/><Relationship Id="rId92" Type="http://schemas.openxmlformats.org/officeDocument/2006/relationships/customXml" Target="../ink/ink1642.xml"/><Relationship Id="rId213" Type="http://schemas.openxmlformats.org/officeDocument/2006/relationships/image" Target="../media/image1676.png"/><Relationship Id="rId234" Type="http://schemas.openxmlformats.org/officeDocument/2006/relationships/customXml" Target="../ink/ink1713.xml"/><Relationship Id="rId420" Type="http://schemas.openxmlformats.org/officeDocument/2006/relationships/customXml" Target="../ink/ink1806.xml"/><Relationship Id="rId2" Type="http://schemas.openxmlformats.org/officeDocument/2006/relationships/customXml" Target="../ink/ink1597.xml"/><Relationship Id="rId29" Type="http://schemas.openxmlformats.org/officeDocument/2006/relationships/image" Target="../media/image1584.png"/><Relationship Id="rId255" Type="http://schemas.openxmlformats.org/officeDocument/2006/relationships/image" Target="../media/image1697.png"/><Relationship Id="rId276" Type="http://schemas.openxmlformats.org/officeDocument/2006/relationships/customXml" Target="../ink/ink1734.xml"/><Relationship Id="rId297" Type="http://schemas.openxmlformats.org/officeDocument/2006/relationships/image" Target="../media/image1718.png"/><Relationship Id="rId441" Type="http://schemas.openxmlformats.org/officeDocument/2006/relationships/image" Target="../media/image1790.png"/><Relationship Id="rId40" Type="http://schemas.openxmlformats.org/officeDocument/2006/relationships/customXml" Target="../ink/ink1616.xml"/><Relationship Id="rId115" Type="http://schemas.openxmlformats.org/officeDocument/2006/relationships/image" Target="../media/image1627.png"/><Relationship Id="rId136" Type="http://schemas.openxmlformats.org/officeDocument/2006/relationships/customXml" Target="../ink/ink1664.xml"/><Relationship Id="rId157" Type="http://schemas.openxmlformats.org/officeDocument/2006/relationships/image" Target="../media/image1648.png"/><Relationship Id="rId178" Type="http://schemas.openxmlformats.org/officeDocument/2006/relationships/customXml" Target="../ink/ink1685.xml"/><Relationship Id="rId301" Type="http://schemas.openxmlformats.org/officeDocument/2006/relationships/image" Target="../media/image1720.png"/><Relationship Id="rId322" Type="http://schemas.openxmlformats.org/officeDocument/2006/relationships/customXml" Target="../ink/ink1757.xml"/><Relationship Id="rId343" Type="http://schemas.openxmlformats.org/officeDocument/2006/relationships/image" Target="../media/image1741.png"/><Relationship Id="rId364" Type="http://schemas.openxmlformats.org/officeDocument/2006/relationships/customXml" Target="../ink/ink1778.xml"/><Relationship Id="rId61" Type="http://schemas.openxmlformats.org/officeDocument/2006/relationships/image" Target="../media/image1600.png"/><Relationship Id="rId82" Type="http://schemas.openxmlformats.org/officeDocument/2006/relationships/customXml" Target="../ink/ink1637.xml"/><Relationship Id="rId199" Type="http://schemas.openxmlformats.org/officeDocument/2006/relationships/image" Target="../media/image1669.png"/><Relationship Id="rId203" Type="http://schemas.openxmlformats.org/officeDocument/2006/relationships/image" Target="../media/image1671.png"/><Relationship Id="rId385" Type="http://schemas.openxmlformats.org/officeDocument/2006/relationships/image" Target="../media/image1762.png"/><Relationship Id="rId19" Type="http://schemas.openxmlformats.org/officeDocument/2006/relationships/image" Target="../media/image1579.png"/><Relationship Id="rId224" Type="http://schemas.openxmlformats.org/officeDocument/2006/relationships/customXml" Target="../ink/ink1708.xml"/><Relationship Id="rId245" Type="http://schemas.openxmlformats.org/officeDocument/2006/relationships/image" Target="../media/image1692.png"/><Relationship Id="rId266" Type="http://schemas.openxmlformats.org/officeDocument/2006/relationships/customXml" Target="../ink/ink1729.xml"/><Relationship Id="rId287" Type="http://schemas.openxmlformats.org/officeDocument/2006/relationships/image" Target="../media/image1713.png"/><Relationship Id="rId410" Type="http://schemas.openxmlformats.org/officeDocument/2006/relationships/customXml" Target="../ink/ink1801.xml"/><Relationship Id="rId431" Type="http://schemas.openxmlformats.org/officeDocument/2006/relationships/image" Target="../media/image1785.png"/><Relationship Id="rId452" Type="http://schemas.openxmlformats.org/officeDocument/2006/relationships/customXml" Target="../ink/ink1822.xml"/><Relationship Id="rId30" Type="http://schemas.openxmlformats.org/officeDocument/2006/relationships/customXml" Target="../ink/ink1611.xml"/><Relationship Id="rId105" Type="http://schemas.openxmlformats.org/officeDocument/2006/relationships/image" Target="../media/image1622.png"/><Relationship Id="rId126" Type="http://schemas.openxmlformats.org/officeDocument/2006/relationships/customXml" Target="../ink/ink1659.xml"/><Relationship Id="rId147" Type="http://schemas.openxmlformats.org/officeDocument/2006/relationships/image" Target="../media/image1643.png"/><Relationship Id="rId168" Type="http://schemas.openxmlformats.org/officeDocument/2006/relationships/customXml" Target="../ink/ink1680.xml"/><Relationship Id="rId312" Type="http://schemas.openxmlformats.org/officeDocument/2006/relationships/customXml" Target="../ink/ink1752.xml"/><Relationship Id="rId333" Type="http://schemas.openxmlformats.org/officeDocument/2006/relationships/image" Target="../media/image1736.png"/><Relationship Id="rId354" Type="http://schemas.openxmlformats.org/officeDocument/2006/relationships/customXml" Target="../ink/ink1773.xml"/><Relationship Id="rId51" Type="http://schemas.openxmlformats.org/officeDocument/2006/relationships/image" Target="../media/image1595.png"/><Relationship Id="rId72" Type="http://schemas.openxmlformats.org/officeDocument/2006/relationships/customXml" Target="../ink/ink1632.xml"/><Relationship Id="rId93" Type="http://schemas.openxmlformats.org/officeDocument/2006/relationships/image" Target="../media/image1616.png"/><Relationship Id="rId189" Type="http://schemas.openxmlformats.org/officeDocument/2006/relationships/image" Target="../media/image1664.png"/><Relationship Id="rId375" Type="http://schemas.openxmlformats.org/officeDocument/2006/relationships/image" Target="../media/image1757.png"/><Relationship Id="rId396" Type="http://schemas.openxmlformats.org/officeDocument/2006/relationships/customXml" Target="../ink/ink1794.xml"/><Relationship Id="rId3" Type="http://schemas.openxmlformats.org/officeDocument/2006/relationships/image" Target="../media/image1571.png"/><Relationship Id="rId214" Type="http://schemas.openxmlformats.org/officeDocument/2006/relationships/customXml" Target="../ink/ink1703.xml"/><Relationship Id="rId235" Type="http://schemas.openxmlformats.org/officeDocument/2006/relationships/image" Target="../media/image1687.png"/><Relationship Id="rId256" Type="http://schemas.openxmlformats.org/officeDocument/2006/relationships/customXml" Target="../ink/ink1724.xml"/><Relationship Id="rId277" Type="http://schemas.openxmlformats.org/officeDocument/2006/relationships/image" Target="../media/image1708.png"/><Relationship Id="rId298" Type="http://schemas.openxmlformats.org/officeDocument/2006/relationships/customXml" Target="../ink/ink1745.xml"/><Relationship Id="rId400" Type="http://schemas.openxmlformats.org/officeDocument/2006/relationships/customXml" Target="../ink/ink1796.xml"/><Relationship Id="rId421" Type="http://schemas.openxmlformats.org/officeDocument/2006/relationships/image" Target="../media/image1780.png"/><Relationship Id="rId442" Type="http://schemas.openxmlformats.org/officeDocument/2006/relationships/customXml" Target="../ink/ink1817.xml"/><Relationship Id="rId116" Type="http://schemas.openxmlformats.org/officeDocument/2006/relationships/customXml" Target="../ink/ink1654.xml"/><Relationship Id="rId137" Type="http://schemas.openxmlformats.org/officeDocument/2006/relationships/image" Target="../media/image1638.png"/><Relationship Id="rId158" Type="http://schemas.openxmlformats.org/officeDocument/2006/relationships/customXml" Target="../ink/ink1675.xml"/><Relationship Id="rId302" Type="http://schemas.openxmlformats.org/officeDocument/2006/relationships/customXml" Target="../ink/ink1747.xml"/><Relationship Id="rId323" Type="http://schemas.openxmlformats.org/officeDocument/2006/relationships/image" Target="../media/image1731.png"/><Relationship Id="rId344" Type="http://schemas.openxmlformats.org/officeDocument/2006/relationships/customXml" Target="../ink/ink1768.xml"/><Relationship Id="rId20" Type="http://schemas.openxmlformats.org/officeDocument/2006/relationships/customXml" Target="../ink/ink1606.xml"/><Relationship Id="rId41" Type="http://schemas.openxmlformats.org/officeDocument/2006/relationships/image" Target="../media/image1590.png"/><Relationship Id="rId62" Type="http://schemas.openxmlformats.org/officeDocument/2006/relationships/customXml" Target="../ink/ink1627.xml"/><Relationship Id="rId83" Type="http://schemas.openxmlformats.org/officeDocument/2006/relationships/image" Target="../media/image1611.png"/><Relationship Id="rId179" Type="http://schemas.openxmlformats.org/officeDocument/2006/relationships/image" Target="../media/image1659.png"/><Relationship Id="rId365" Type="http://schemas.openxmlformats.org/officeDocument/2006/relationships/image" Target="../media/image1752.png"/><Relationship Id="rId386" Type="http://schemas.openxmlformats.org/officeDocument/2006/relationships/customXml" Target="../ink/ink1789.xml"/><Relationship Id="rId190" Type="http://schemas.openxmlformats.org/officeDocument/2006/relationships/customXml" Target="../ink/ink1691.xml"/><Relationship Id="rId204" Type="http://schemas.openxmlformats.org/officeDocument/2006/relationships/customXml" Target="../ink/ink1698.xml"/><Relationship Id="rId225" Type="http://schemas.openxmlformats.org/officeDocument/2006/relationships/image" Target="../media/image1682.png"/><Relationship Id="rId246" Type="http://schemas.openxmlformats.org/officeDocument/2006/relationships/customXml" Target="../ink/ink1719.xml"/><Relationship Id="rId267" Type="http://schemas.openxmlformats.org/officeDocument/2006/relationships/image" Target="../media/image1703.png"/><Relationship Id="rId288" Type="http://schemas.openxmlformats.org/officeDocument/2006/relationships/customXml" Target="../ink/ink1740.xml"/><Relationship Id="rId411" Type="http://schemas.openxmlformats.org/officeDocument/2006/relationships/image" Target="../media/image1775.png"/><Relationship Id="rId432" Type="http://schemas.openxmlformats.org/officeDocument/2006/relationships/customXml" Target="../ink/ink1812.xml"/><Relationship Id="rId453" Type="http://schemas.openxmlformats.org/officeDocument/2006/relationships/image" Target="../media/image1796.png"/><Relationship Id="rId106" Type="http://schemas.openxmlformats.org/officeDocument/2006/relationships/customXml" Target="../ink/ink1649.xml"/><Relationship Id="rId127" Type="http://schemas.openxmlformats.org/officeDocument/2006/relationships/image" Target="../media/image1633.png"/><Relationship Id="rId313" Type="http://schemas.openxmlformats.org/officeDocument/2006/relationships/image" Target="../media/image1726.png"/><Relationship Id="rId10" Type="http://schemas.openxmlformats.org/officeDocument/2006/relationships/customXml" Target="../ink/ink1601.xml"/><Relationship Id="rId31" Type="http://schemas.openxmlformats.org/officeDocument/2006/relationships/image" Target="../media/image1585.png"/><Relationship Id="rId52" Type="http://schemas.openxmlformats.org/officeDocument/2006/relationships/customXml" Target="../ink/ink1622.xml"/><Relationship Id="rId73" Type="http://schemas.openxmlformats.org/officeDocument/2006/relationships/image" Target="../media/image1606.png"/><Relationship Id="rId94" Type="http://schemas.openxmlformats.org/officeDocument/2006/relationships/customXml" Target="../ink/ink1643.xml"/><Relationship Id="rId148" Type="http://schemas.openxmlformats.org/officeDocument/2006/relationships/customXml" Target="../ink/ink1670.xml"/><Relationship Id="rId169" Type="http://schemas.openxmlformats.org/officeDocument/2006/relationships/image" Target="../media/image1654.png"/><Relationship Id="rId334" Type="http://schemas.openxmlformats.org/officeDocument/2006/relationships/customXml" Target="../ink/ink1763.xml"/><Relationship Id="rId355" Type="http://schemas.openxmlformats.org/officeDocument/2006/relationships/image" Target="../media/image1747.png"/><Relationship Id="rId376" Type="http://schemas.openxmlformats.org/officeDocument/2006/relationships/customXml" Target="../ink/ink1784.xml"/><Relationship Id="rId397" Type="http://schemas.openxmlformats.org/officeDocument/2006/relationships/image" Target="../media/image1768.png"/><Relationship Id="rId4" Type="http://schemas.openxmlformats.org/officeDocument/2006/relationships/customXml" Target="../ink/ink1598.xml"/><Relationship Id="rId180" Type="http://schemas.openxmlformats.org/officeDocument/2006/relationships/customXml" Target="../ink/ink1686.xml"/><Relationship Id="rId215" Type="http://schemas.openxmlformats.org/officeDocument/2006/relationships/image" Target="../media/image1677.png"/><Relationship Id="rId236" Type="http://schemas.openxmlformats.org/officeDocument/2006/relationships/customXml" Target="../ink/ink1714.xml"/><Relationship Id="rId257" Type="http://schemas.openxmlformats.org/officeDocument/2006/relationships/image" Target="../media/image1698.png"/><Relationship Id="rId278" Type="http://schemas.openxmlformats.org/officeDocument/2006/relationships/customXml" Target="../ink/ink1735.xml"/><Relationship Id="rId401" Type="http://schemas.openxmlformats.org/officeDocument/2006/relationships/image" Target="../media/image1770.png"/><Relationship Id="rId422" Type="http://schemas.openxmlformats.org/officeDocument/2006/relationships/customXml" Target="../ink/ink1807.xml"/><Relationship Id="rId443" Type="http://schemas.openxmlformats.org/officeDocument/2006/relationships/image" Target="../media/image1791.png"/><Relationship Id="rId303" Type="http://schemas.openxmlformats.org/officeDocument/2006/relationships/image" Target="../media/image1721.png"/><Relationship Id="rId42" Type="http://schemas.openxmlformats.org/officeDocument/2006/relationships/customXml" Target="../ink/ink1617.xml"/><Relationship Id="rId84" Type="http://schemas.openxmlformats.org/officeDocument/2006/relationships/customXml" Target="../ink/ink1638.xml"/><Relationship Id="rId138" Type="http://schemas.openxmlformats.org/officeDocument/2006/relationships/customXml" Target="../ink/ink1665.xml"/><Relationship Id="rId345" Type="http://schemas.openxmlformats.org/officeDocument/2006/relationships/image" Target="../media/image1742.png"/><Relationship Id="rId387" Type="http://schemas.openxmlformats.org/officeDocument/2006/relationships/image" Target="../media/image1763.png"/><Relationship Id="rId191" Type="http://schemas.openxmlformats.org/officeDocument/2006/relationships/image" Target="../media/image1665.png"/><Relationship Id="rId205" Type="http://schemas.openxmlformats.org/officeDocument/2006/relationships/image" Target="../media/image1672.png"/><Relationship Id="rId247" Type="http://schemas.openxmlformats.org/officeDocument/2006/relationships/image" Target="../media/image1693.png"/><Relationship Id="rId412" Type="http://schemas.openxmlformats.org/officeDocument/2006/relationships/customXml" Target="../ink/ink1802.xml"/><Relationship Id="rId107" Type="http://schemas.openxmlformats.org/officeDocument/2006/relationships/image" Target="../media/image1623.png"/><Relationship Id="rId289" Type="http://schemas.openxmlformats.org/officeDocument/2006/relationships/image" Target="../media/image1714.png"/><Relationship Id="rId11" Type="http://schemas.openxmlformats.org/officeDocument/2006/relationships/image" Target="../media/image1575.png"/><Relationship Id="rId53" Type="http://schemas.openxmlformats.org/officeDocument/2006/relationships/image" Target="../media/image1596.png"/><Relationship Id="rId149" Type="http://schemas.openxmlformats.org/officeDocument/2006/relationships/image" Target="../media/image1644.png"/><Relationship Id="rId314" Type="http://schemas.openxmlformats.org/officeDocument/2006/relationships/customXml" Target="../ink/ink1753.xml"/><Relationship Id="rId356" Type="http://schemas.openxmlformats.org/officeDocument/2006/relationships/customXml" Target="../ink/ink1774.xml"/><Relationship Id="rId398" Type="http://schemas.openxmlformats.org/officeDocument/2006/relationships/customXml" Target="../ink/ink1795.xml"/><Relationship Id="rId95" Type="http://schemas.openxmlformats.org/officeDocument/2006/relationships/image" Target="../media/image1617.png"/><Relationship Id="rId160" Type="http://schemas.openxmlformats.org/officeDocument/2006/relationships/customXml" Target="../ink/ink1676.xml"/><Relationship Id="rId216" Type="http://schemas.openxmlformats.org/officeDocument/2006/relationships/customXml" Target="../ink/ink1704.xml"/><Relationship Id="rId423" Type="http://schemas.openxmlformats.org/officeDocument/2006/relationships/image" Target="../media/image1781.png"/><Relationship Id="rId258" Type="http://schemas.openxmlformats.org/officeDocument/2006/relationships/customXml" Target="../ink/ink1725.xml"/><Relationship Id="rId22" Type="http://schemas.openxmlformats.org/officeDocument/2006/relationships/customXml" Target="../ink/ink1607.xml"/><Relationship Id="rId64" Type="http://schemas.openxmlformats.org/officeDocument/2006/relationships/customXml" Target="../ink/ink1628.xml"/><Relationship Id="rId118" Type="http://schemas.openxmlformats.org/officeDocument/2006/relationships/customXml" Target="../ink/ink1655.xml"/><Relationship Id="rId325" Type="http://schemas.openxmlformats.org/officeDocument/2006/relationships/image" Target="../media/image1732.png"/><Relationship Id="rId367" Type="http://schemas.openxmlformats.org/officeDocument/2006/relationships/image" Target="../media/image1753.png"/><Relationship Id="rId171" Type="http://schemas.openxmlformats.org/officeDocument/2006/relationships/image" Target="../media/image1655.png"/><Relationship Id="rId227" Type="http://schemas.openxmlformats.org/officeDocument/2006/relationships/image" Target="../media/image1683.png"/><Relationship Id="rId269" Type="http://schemas.openxmlformats.org/officeDocument/2006/relationships/image" Target="../media/image1704.png"/><Relationship Id="rId434" Type="http://schemas.openxmlformats.org/officeDocument/2006/relationships/customXml" Target="../ink/ink1813.xml"/><Relationship Id="rId33" Type="http://schemas.openxmlformats.org/officeDocument/2006/relationships/image" Target="../media/image1586.png"/><Relationship Id="rId129" Type="http://schemas.openxmlformats.org/officeDocument/2006/relationships/image" Target="../media/image1634.png"/><Relationship Id="rId280" Type="http://schemas.openxmlformats.org/officeDocument/2006/relationships/customXml" Target="../ink/ink1736.xml"/><Relationship Id="rId336" Type="http://schemas.openxmlformats.org/officeDocument/2006/relationships/customXml" Target="../ink/ink1764.xml"/><Relationship Id="rId75" Type="http://schemas.openxmlformats.org/officeDocument/2006/relationships/image" Target="../media/image1607.png"/><Relationship Id="rId140" Type="http://schemas.openxmlformats.org/officeDocument/2006/relationships/customXml" Target="../ink/ink1666.xml"/><Relationship Id="rId182" Type="http://schemas.openxmlformats.org/officeDocument/2006/relationships/customXml" Target="../ink/ink1687.xml"/><Relationship Id="rId378" Type="http://schemas.openxmlformats.org/officeDocument/2006/relationships/customXml" Target="../ink/ink1785.xml"/><Relationship Id="rId403" Type="http://schemas.openxmlformats.org/officeDocument/2006/relationships/image" Target="../media/image1771.png"/><Relationship Id="rId6" Type="http://schemas.openxmlformats.org/officeDocument/2006/relationships/customXml" Target="../ink/ink1599.xml"/><Relationship Id="rId238" Type="http://schemas.openxmlformats.org/officeDocument/2006/relationships/customXml" Target="../ink/ink1715.xml"/><Relationship Id="rId445" Type="http://schemas.openxmlformats.org/officeDocument/2006/relationships/image" Target="../media/image1792.png"/><Relationship Id="rId291" Type="http://schemas.openxmlformats.org/officeDocument/2006/relationships/image" Target="../media/image1715.png"/><Relationship Id="rId305" Type="http://schemas.openxmlformats.org/officeDocument/2006/relationships/image" Target="../media/image1722.png"/><Relationship Id="rId347" Type="http://schemas.openxmlformats.org/officeDocument/2006/relationships/image" Target="../media/image1743.png"/><Relationship Id="rId44" Type="http://schemas.openxmlformats.org/officeDocument/2006/relationships/customXml" Target="../ink/ink1618.xml"/><Relationship Id="rId86" Type="http://schemas.openxmlformats.org/officeDocument/2006/relationships/customXml" Target="../ink/ink1639.xml"/><Relationship Id="rId151" Type="http://schemas.openxmlformats.org/officeDocument/2006/relationships/image" Target="../media/image1645.png"/><Relationship Id="rId389" Type="http://schemas.openxmlformats.org/officeDocument/2006/relationships/image" Target="../media/image1764.png"/><Relationship Id="rId193" Type="http://schemas.openxmlformats.org/officeDocument/2006/relationships/image" Target="../media/image1666.png"/><Relationship Id="rId207" Type="http://schemas.openxmlformats.org/officeDocument/2006/relationships/image" Target="../media/image1673.png"/><Relationship Id="rId249" Type="http://schemas.openxmlformats.org/officeDocument/2006/relationships/image" Target="../media/image1694.png"/><Relationship Id="rId414" Type="http://schemas.openxmlformats.org/officeDocument/2006/relationships/customXml" Target="../ink/ink1803.xml"/><Relationship Id="rId13" Type="http://schemas.openxmlformats.org/officeDocument/2006/relationships/image" Target="../media/image1576.png"/><Relationship Id="rId109" Type="http://schemas.openxmlformats.org/officeDocument/2006/relationships/image" Target="../media/image1624.png"/><Relationship Id="rId260" Type="http://schemas.openxmlformats.org/officeDocument/2006/relationships/customXml" Target="../ink/ink1726.xml"/><Relationship Id="rId316" Type="http://schemas.openxmlformats.org/officeDocument/2006/relationships/customXml" Target="../ink/ink1754.xml"/><Relationship Id="rId55" Type="http://schemas.openxmlformats.org/officeDocument/2006/relationships/image" Target="../media/image1597.png"/><Relationship Id="rId97" Type="http://schemas.openxmlformats.org/officeDocument/2006/relationships/image" Target="../media/image1618.png"/><Relationship Id="rId120" Type="http://schemas.openxmlformats.org/officeDocument/2006/relationships/customXml" Target="../ink/ink1656.xml"/><Relationship Id="rId358" Type="http://schemas.openxmlformats.org/officeDocument/2006/relationships/customXml" Target="../ink/ink1775.xml"/><Relationship Id="rId162" Type="http://schemas.openxmlformats.org/officeDocument/2006/relationships/customXml" Target="../ink/ink1677.xml"/><Relationship Id="rId218" Type="http://schemas.openxmlformats.org/officeDocument/2006/relationships/customXml" Target="../ink/ink1705.xml"/><Relationship Id="rId425" Type="http://schemas.openxmlformats.org/officeDocument/2006/relationships/image" Target="../media/image1782.png"/><Relationship Id="rId271" Type="http://schemas.openxmlformats.org/officeDocument/2006/relationships/image" Target="../media/image1705.png"/><Relationship Id="rId24" Type="http://schemas.openxmlformats.org/officeDocument/2006/relationships/customXml" Target="../ink/ink1608.xml"/><Relationship Id="rId66" Type="http://schemas.openxmlformats.org/officeDocument/2006/relationships/customXml" Target="../ink/ink1629.xml"/><Relationship Id="rId131" Type="http://schemas.openxmlformats.org/officeDocument/2006/relationships/image" Target="../media/image1635.png"/><Relationship Id="rId327" Type="http://schemas.openxmlformats.org/officeDocument/2006/relationships/image" Target="../media/image1733.png"/><Relationship Id="rId369" Type="http://schemas.openxmlformats.org/officeDocument/2006/relationships/image" Target="../media/image1754.png"/><Relationship Id="rId173" Type="http://schemas.openxmlformats.org/officeDocument/2006/relationships/image" Target="../media/image1656.png"/><Relationship Id="rId229" Type="http://schemas.openxmlformats.org/officeDocument/2006/relationships/image" Target="../media/image1684.png"/><Relationship Id="rId380" Type="http://schemas.openxmlformats.org/officeDocument/2006/relationships/customXml" Target="../ink/ink1786.xml"/><Relationship Id="rId436" Type="http://schemas.openxmlformats.org/officeDocument/2006/relationships/customXml" Target="../ink/ink1814.xml"/><Relationship Id="rId240" Type="http://schemas.openxmlformats.org/officeDocument/2006/relationships/customXml" Target="../ink/ink1716.xml"/><Relationship Id="rId35" Type="http://schemas.openxmlformats.org/officeDocument/2006/relationships/image" Target="../media/image1587.png"/><Relationship Id="rId77" Type="http://schemas.openxmlformats.org/officeDocument/2006/relationships/image" Target="../media/image1608.png"/><Relationship Id="rId100" Type="http://schemas.openxmlformats.org/officeDocument/2006/relationships/customXml" Target="../ink/ink1646.xml"/><Relationship Id="rId282" Type="http://schemas.openxmlformats.org/officeDocument/2006/relationships/customXml" Target="../ink/ink1737.xml"/><Relationship Id="rId338" Type="http://schemas.openxmlformats.org/officeDocument/2006/relationships/customXml" Target="../ink/ink1765.xml"/><Relationship Id="rId8" Type="http://schemas.openxmlformats.org/officeDocument/2006/relationships/customXml" Target="../ink/ink1600.xml"/><Relationship Id="rId142" Type="http://schemas.openxmlformats.org/officeDocument/2006/relationships/customXml" Target="../ink/ink1667.xml"/><Relationship Id="rId184" Type="http://schemas.openxmlformats.org/officeDocument/2006/relationships/customXml" Target="../ink/ink1688.xml"/><Relationship Id="rId391" Type="http://schemas.openxmlformats.org/officeDocument/2006/relationships/image" Target="../media/image1765.png"/><Relationship Id="rId405" Type="http://schemas.openxmlformats.org/officeDocument/2006/relationships/image" Target="../media/image1772.png"/><Relationship Id="rId447" Type="http://schemas.openxmlformats.org/officeDocument/2006/relationships/image" Target="../media/image1793.png"/><Relationship Id="rId251" Type="http://schemas.openxmlformats.org/officeDocument/2006/relationships/image" Target="../media/image1695.png"/><Relationship Id="rId46" Type="http://schemas.openxmlformats.org/officeDocument/2006/relationships/customXml" Target="../ink/ink1619.xml"/><Relationship Id="rId293" Type="http://schemas.openxmlformats.org/officeDocument/2006/relationships/image" Target="../media/image1716.png"/><Relationship Id="rId307" Type="http://schemas.openxmlformats.org/officeDocument/2006/relationships/image" Target="../media/image1723.png"/><Relationship Id="rId349" Type="http://schemas.openxmlformats.org/officeDocument/2006/relationships/image" Target="../media/image1744.png"/><Relationship Id="rId88" Type="http://schemas.openxmlformats.org/officeDocument/2006/relationships/customXml" Target="../ink/ink1640.xml"/><Relationship Id="rId111" Type="http://schemas.openxmlformats.org/officeDocument/2006/relationships/image" Target="../media/image1625.png"/><Relationship Id="rId153" Type="http://schemas.openxmlformats.org/officeDocument/2006/relationships/image" Target="../media/image1646.png"/><Relationship Id="rId195" Type="http://schemas.openxmlformats.org/officeDocument/2006/relationships/image" Target="../media/image1667.png"/><Relationship Id="rId209" Type="http://schemas.openxmlformats.org/officeDocument/2006/relationships/image" Target="../media/image1674.png"/><Relationship Id="rId360" Type="http://schemas.openxmlformats.org/officeDocument/2006/relationships/customXml" Target="../ink/ink1776.xml"/><Relationship Id="rId416" Type="http://schemas.openxmlformats.org/officeDocument/2006/relationships/customXml" Target="../ink/ink1804.xml"/><Relationship Id="rId220" Type="http://schemas.openxmlformats.org/officeDocument/2006/relationships/customXml" Target="../ink/ink1706.xml"/><Relationship Id="rId15" Type="http://schemas.openxmlformats.org/officeDocument/2006/relationships/image" Target="../media/image1577.png"/><Relationship Id="rId57" Type="http://schemas.openxmlformats.org/officeDocument/2006/relationships/image" Target="../media/image1598.png"/><Relationship Id="rId262" Type="http://schemas.openxmlformats.org/officeDocument/2006/relationships/customXml" Target="../ink/ink1727.xml"/><Relationship Id="rId318" Type="http://schemas.openxmlformats.org/officeDocument/2006/relationships/customXml" Target="../ink/ink1755.xml"/><Relationship Id="rId99" Type="http://schemas.openxmlformats.org/officeDocument/2006/relationships/image" Target="../media/image1619.png"/><Relationship Id="rId122" Type="http://schemas.openxmlformats.org/officeDocument/2006/relationships/customXml" Target="../ink/ink1657.xml"/><Relationship Id="rId164" Type="http://schemas.openxmlformats.org/officeDocument/2006/relationships/customXml" Target="../ink/ink1678.xml"/><Relationship Id="rId371" Type="http://schemas.openxmlformats.org/officeDocument/2006/relationships/image" Target="../media/image1755.png"/><Relationship Id="rId427" Type="http://schemas.openxmlformats.org/officeDocument/2006/relationships/image" Target="../media/image1783.png"/><Relationship Id="rId26" Type="http://schemas.openxmlformats.org/officeDocument/2006/relationships/customXml" Target="../ink/ink1609.xml"/><Relationship Id="rId231" Type="http://schemas.openxmlformats.org/officeDocument/2006/relationships/image" Target="../media/image1685.png"/><Relationship Id="rId273" Type="http://schemas.openxmlformats.org/officeDocument/2006/relationships/image" Target="../media/image1706.png"/><Relationship Id="rId329" Type="http://schemas.openxmlformats.org/officeDocument/2006/relationships/image" Target="../media/image1734.png"/><Relationship Id="rId68" Type="http://schemas.openxmlformats.org/officeDocument/2006/relationships/customXml" Target="../ink/ink1630.xml"/><Relationship Id="rId133" Type="http://schemas.openxmlformats.org/officeDocument/2006/relationships/image" Target="../media/image1636.png"/><Relationship Id="rId175" Type="http://schemas.openxmlformats.org/officeDocument/2006/relationships/image" Target="../media/image1657.png"/><Relationship Id="rId340" Type="http://schemas.openxmlformats.org/officeDocument/2006/relationships/customXml" Target="../ink/ink1766.xml"/><Relationship Id="rId200" Type="http://schemas.openxmlformats.org/officeDocument/2006/relationships/customXml" Target="../ink/ink1696.xml"/><Relationship Id="rId382" Type="http://schemas.openxmlformats.org/officeDocument/2006/relationships/customXml" Target="../ink/ink1787.xml"/><Relationship Id="rId438" Type="http://schemas.openxmlformats.org/officeDocument/2006/relationships/customXml" Target="../ink/ink1815.xml"/><Relationship Id="rId242" Type="http://schemas.openxmlformats.org/officeDocument/2006/relationships/customXml" Target="../ink/ink1717.xml"/><Relationship Id="rId284" Type="http://schemas.openxmlformats.org/officeDocument/2006/relationships/customXml" Target="../ink/ink1738.xml"/><Relationship Id="rId37" Type="http://schemas.openxmlformats.org/officeDocument/2006/relationships/image" Target="../media/image1588.png"/><Relationship Id="rId79" Type="http://schemas.openxmlformats.org/officeDocument/2006/relationships/image" Target="../media/image1609.png"/><Relationship Id="rId102" Type="http://schemas.openxmlformats.org/officeDocument/2006/relationships/customXml" Target="../ink/ink1647.xml"/><Relationship Id="rId144" Type="http://schemas.openxmlformats.org/officeDocument/2006/relationships/customXml" Target="../ink/ink1668.xml"/><Relationship Id="rId90" Type="http://schemas.openxmlformats.org/officeDocument/2006/relationships/customXml" Target="../ink/ink1641.xml"/><Relationship Id="rId186" Type="http://schemas.openxmlformats.org/officeDocument/2006/relationships/customXml" Target="../ink/ink1689.xml"/><Relationship Id="rId351" Type="http://schemas.openxmlformats.org/officeDocument/2006/relationships/image" Target="../media/image1745.png"/><Relationship Id="rId393" Type="http://schemas.openxmlformats.org/officeDocument/2006/relationships/image" Target="../media/image1766.png"/><Relationship Id="rId407" Type="http://schemas.openxmlformats.org/officeDocument/2006/relationships/image" Target="../media/image1773.png"/><Relationship Id="rId449" Type="http://schemas.openxmlformats.org/officeDocument/2006/relationships/image" Target="../media/image1794.png"/><Relationship Id="rId211" Type="http://schemas.openxmlformats.org/officeDocument/2006/relationships/image" Target="../media/image1675.png"/><Relationship Id="rId253" Type="http://schemas.openxmlformats.org/officeDocument/2006/relationships/image" Target="../media/image1696.png"/><Relationship Id="rId295" Type="http://schemas.openxmlformats.org/officeDocument/2006/relationships/image" Target="../media/image1717.png"/><Relationship Id="rId309" Type="http://schemas.openxmlformats.org/officeDocument/2006/relationships/image" Target="../media/image1724.png"/><Relationship Id="rId48" Type="http://schemas.openxmlformats.org/officeDocument/2006/relationships/customXml" Target="../ink/ink1620.xml"/><Relationship Id="rId113" Type="http://schemas.openxmlformats.org/officeDocument/2006/relationships/image" Target="../media/image1626.png"/><Relationship Id="rId320" Type="http://schemas.openxmlformats.org/officeDocument/2006/relationships/customXml" Target="../ink/ink1756.xml"/><Relationship Id="rId155" Type="http://schemas.openxmlformats.org/officeDocument/2006/relationships/image" Target="../media/image1647.png"/><Relationship Id="rId197" Type="http://schemas.openxmlformats.org/officeDocument/2006/relationships/image" Target="../media/image1668.png"/><Relationship Id="rId362" Type="http://schemas.openxmlformats.org/officeDocument/2006/relationships/customXml" Target="../ink/ink1777.xml"/><Relationship Id="rId418" Type="http://schemas.openxmlformats.org/officeDocument/2006/relationships/customXml" Target="../ink/ink1805.xml"/><Relationship Id="rId222" Type="http://schemas.openxmlformats.org/officeDocument/2006/relationships/customXml" Target="../ink/ink1707.xml"/><Relationship Id="rId264" Type="http://schemas.openxmlformats.org/officeDocument/2006/relationships/customXml" Target="../ink/ink1728.xml"/><Relationship Id="rId17" Type="http://schemas.openxmlformats.org/officeDocument/2006/relationships/image" Target="../media/image1578.png"/><Relationship Id="rId59" Type="http://schemas.openxmlformats.org/officeDocument/2006/relationships/image" Target="../media/image1599.png"/><Relationship Id="rId124" Type="http://schemas.openxmlformats.org/officeDocument/2006/relationships/customXml" Target="../ink/ink1658.xml"/><Relationship Id="rId70" Type="http://schemas.openxmlformats.org/officeDocument/2006/relationships/customXml" Target="../ink/ink1631.xml"/><Relationship Id="rId166" Type="http://schemas.openxmlformats.org/officeDocument/2006/relationships/customXml" Target="../ink/ink1679.xml"/><Relationship Id="rId331" Type="http://schemas.openxmlformats.org/officeDocument/2006/relationships/image" Target="../media/image1735.png"/><Relationship Id="rId373" Type="http://schemas.openxmlformats.org/officeDocument/2006/relationships/image" Target="../media/image1756.png"/><Relationship Id="rId429" Type="http://schemas.openxmlformats.org/officeDocument/2006/relationships/image" Target="../media/image178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86.png"/><Relationship Id="rId440" Type="http://schemas.openxmlformats.org/officeDocument/2006/relationships/customXml" Target="../ink/ink1816.xml"/><Relationship Id="rId28" Type="http://schemas.openxmlformats.org/officeDocument/2006/relationships/customXml" Target="../ink/ink1610.xml"/><Relationship Id="rId275" Type="http://schemas.openxmlformats.org/officeDocument/2006/relationships/image" Target="../media/image1707.png"/><Relationship Id="rId300" Type="http://schemas.openxmlformats.org/officeDocument/2006/relationships/customXml" Target="../ink/ink1746.xml"/><Relationship Id="rId81" Type="http://schemas.openxmlformats.org/officeDocument/2006/relationships/image" Target="../media/image1610.png"/><Relationship Id="rId135" Type="http://schemas.openxmlformats.org/officeDocument/2006/relationships/image" Target="../media/image1637.png"/><Relationship Id="rId177" Type="http://schemas.openxmlformats.org/officeDocument/2006/relationships/image" Target="../media/image1658.png"/><Relationship Id="rId342" Type="http://schemas.openxmlformats.org/officeDocument/2006/relationships/customXml" Target="../ink/ink1767.xml"/><Relationship Id="rId384" Type="http://schemas.openxmlformats.org/officeDocument/2006/relationships/customXml" Target="../ink/ink1788.xml"/><Relationship Id="rId202" Type="http://schemas.openxmlformats.org/officeDocument/2006/relationships/customXml" Target="../ink/ink1697.xml"/><Relationship Id="rId244" Type="http://schemas.openxmlformats.org/officeDocument/2006/relationships/customXml" Target="../ink/ink1718.xml"/><Relationship Id="rId39" Type="http://schemas.openxmlformats.org/officeDocument/2006/relationships/image" Target="../media/image1589.png"/><Relationship Id="rId286" Type="http://schemas.openxmlformats.org/officeDocument/2006/relationships/customXml" Target="../ink/ink1739.xml"/><Relationship Id="rId451" Type="http://schemas.openxmlformats.org/officeDocument/2006/relationships/image" Target="../media/image1795.png"/><Relationship Id="rId50" Type="http://schemas.openxmlformats.org/officeDocument/2006/relationships/customXml" Target="../ink/ink1621.xml"/><Relationship Id="rId104" Type="http://schemas.openxmlformats.org/officeDocument/2006/relationships/customXml" Target="../ink/ink1648.xml"/><Relationship Id="rId146" Type="http://schemas.openxmlformats.org/officeDocument/2006/relationships/customXml" Target="../ink/ink1669.xml"/><Relationship Id="rId188" Type="http://schemas.openxmlformats.org/officeDocument/2006/relationships/customXml" Target="../ink/ink1690.xml"/><Relationship Id="rId311" Type="http://schemas.openxmlformats.org/officeDocument/2006/relationships/image" Target="../media/image1725.png"/><Relationship Id="rId353" Type="http://schemas.openxmlformats.org/officeDocument/2006/relationships/image" Target="../media/image1746.png"/><Relationship Id="rId395" Type="http://schemas.openxmlformats.org/officeDocument/2006/relationships/image" Target="../media/image1767.png"/><Relationship Id="rId409" Type="http://schemas.openxmlformats.org/officeDocument/2006/relationships/image" Target="../media/image177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2.png"/><Relationship Id="rId18" Type="http://schemas.openxmlformats.org/officeDocument/2006/relationships/customXml" Target="../ink/ink1831.xml"/><Relationship Id="rId26" Type="http://schemas.openxmlformats.org/officeDocument/2006/relationships/customXml" Target="../ink/ink1835.xml"/><Relationship Id="rId39" Type="http://schemas.openxmlformats.org/officeDocument/2006/relationships/image" Target="../media/image1815.png"/><Relationship Id="rId21" Type="http://schemas.openxmlformats.org/officeDocument/2006/relationships/image" Target="../media/image1806.png"/><Relationship Id="rId34" Type="http://schemas.openxmlformats.org/officeDocument/2006/relationships/customXml" Target="../ink/ink1839.xml"/><Relationship Id="rId42" Type="http://schemas.openxmlformats.org/officeDocument/2006/relationships/customXml" Target="../ink/ink1843.xml"/><Relationship Id="rId47" Type="http://schemas.openxmlformats.org/officeDocument/2006/relationships/image" Target="../media/image1819.png"/><Relationship Id="rId50" Type="http://schemas.openxmlformats.org/officeDocument/2006/relationships/customXml" Target="../ink/ink1847.xml"/><Relationship Id="rId55" Type="http://schemas.openxmlformats.org/officeDocument/2006/relationships/image" Target="../media/image1823.png"/><Relationship Id="rId7" Type="http://schemas.openxmlformats.org/officeDocument/2006/relationships/image" Target="../media/image1799.png"/><Relationship Id="rId2" Type="http://schemas.openxmlformats.org/officeDocument/2006/relationships/customXml" Target="../ink/ink1823.xml"/><Relationship Id="rId16" Type="http://schemas.openxmlformats.org/officeDocument/2006/relationships/customXml" Target="../ink/ink1830.xml"/><Relationship Id="rId29" Type="http://schemas.openxmlformats.org/officeDocument/2006/relationships/image" Target="../media/image1810.png"/><Relationship Id="rId11" Type="http://schemas.openxmlformats.org/officeDocument/2006/relationships/image" Target="../media/image1801.png"/><Relationship Id="rId24" Type="http://schemas.openxmlformats.org/officeDocument/2006/relationships/customXml" Target="../ink/ink1834.xml"/><Relationship Id="rId32" Type="http://schemas.openxmlformats.org/officeDocument/2006/relationships/customXml" Target="../ink/ink1838.xml"/><Relationship Id="rId37" Type="http://schemas.openxmlformats.org/officeDocument/2006/relationships/image" Target="../media/image1814.png"/><Relationship Id="rId40" Type="http://schemas.openxmlformats.org/officeDocument/2006/relationships/customXml" Target="../ink/ink1842.xml"/><Relationship Id="rId45" Type="http://schemas.openxmlformats.org/officeDocument/2006/relationships/image" Target="../media/image1818.png"/><Relationship Id="rId53" Type="http://schemas.openxmlformats.org/officeDocument/2006/relationships/image" Target="../media/image1822.png"/><Relationship Id="rId58" Type="http://schemas.openxmlformats.org/officeDocument/2006/relationships/customXml" Target="../ink/ink1851.xml"/><Relationship Id="rId5" Type="http://schemas.openxmlformats.org/officeDocument/2006/relationships/image" Target="../media/image1798.png"/><Relationship Id="rId61" Type="http://schemas.openxmlformats.org/officeDocument/2006/relationships/image" Target="../media/image1826.png"/><Relationship Id="rId19" Type="http://schemas.openxmlformats.org/officeDocument/2006/relationships/image" Target="../media/image1805.png"/><Relationship Id="rId14" Type="http://schemas.openxmlformats.org/officeDocument/2006/relationships/customXml" Target="../ink/ink1829.xml"/><Relationship Id="rId22" Type="http://schemas.openxmlformats.org/officeDocument/2006/relationships/customXml" Target="../ink/ink1833.xml"/><Relationship Id="rId27" Type="http://schemas.openxmlformats.org/officeDocument/2006/relationships/image" Target="../media/image1809.png"/><Relationship Id="rId30" Type="http://schemas.openxmlformats.org/officeDocument/2006/relationships/customXml" Target="../ink/ink1837.xml"/><Relationship Id="rId35" Type="http://schemas.openxmlformats.org/officeDocument/2006/relationships/image" Target="../media/image1813.png"/><Relationship Id="rId43" Type="http://schemas.openxmlformats.org/officeDocument/2006/relationships/image" Target="../media/image1817.png"/><Relationship Id="rId48" Type="http://schemas.openxmlformats.org/officeDocument/2006/relationships/customXml" Target="../ink/ink1846.xml"/><Relationship Id="rId56" Type="http://schemas.openxmlformats.org/officeDocument/2006/relationships/customXml" Target="../ink/ink1850.xml"/><Relationship Id="rId8" Type="http://schemas.openxmlformats.org/officeDocument/2006/relationships/customXml" Target="../ink/ink1826.xml"/><Relationship Id="rId51" Type="http://schemas.openxmlformats.org/officeDocument/2006/relationships/image" Target="../media/image1821.png"/><Relationship Id="rId3" Type="http://schemas.openxmlformats.org/officeDocument/2006/relationships/image" Target="../media/image1797.png"/><Relationship Id="rId12" Type="http://schemas.openxmlformats.org/officeDocument/2006/relationships/customXml" Target="../ink/ink1828.xml"/><Relationship Id="rId17" Type="http://schemas.openxmlformats.org/officeDocument/2006/relationships/image" Target="../media/image1804.png"/><Relationship Id="rId25" Type="http://schemas.openxmlformats.org/officeDocument/2006/relationships/image" Target="../media/image1808.png"/><Relationship Id="rId33" Type="http://schemas.openxmlformats.org/officeDocument/2006/relationships/image" Target="../media/image1812.png"/><Relationship Id="rId38" Type="http://schemas.openxmlformats.org/officeDocument/2006/relationships/customXml" Target="../ink/ink1841.xml"/><Relationship Id="rId46" Type="http://schemas.openxmlformats.org/officeDocument/2006/relationships/customXml" Target="../ink/ink1845.xml"/><Relationship Id="rId59" Type="http://schemas.openxmlformats.org/officeDocument/2006/relationships/image" Target="../media/image1825.png"/><Relationship Id="rId20" Type="http://schemas.openxmlformats.org/officeDocument/2006/relationships/customXml" Target="../ink/ink1832.xml"/><Relationship Id="rId41" Type="http://schemas.openxmlformats.org/officeDocument/2006/relationships/image" Target="../media/image1816.png"/><Relationship Id="rId54" Type="http://schemas.openxmlformats.org/officeDocument/2006/relationships/customXml" Target="../ink/ink18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25.xml"/><Relationship Id="rId15" Type="http://schemas.openxmlformats.org/officeDocument/2006/relationships/image" Target="../media/image1803.png"/><Relationship Id="rId23" Type="http://schemas.openxmlformats.org/officeDocument/2006/relationships/image" Target="../media/image1807.png"/><Relationship Id="rId28" Type="http://schemas.openxmlformats.org/officeDocument/2006/relationships/customXml" Target="../ink/ink1836.xml"/><Relationship Id="rId36" Type="http://schemas.openxmlformats.org/officeDocument/2006/relationships/customXml" Target="../ink/ink1840.xml"/><Relationship Id="rId49" Type="http://schemas.openxmlformats.org/officeDocument/2006/relationships/image" Target="../media/image1820.png"/><Relationship Id="rId57" Type="http://schemas.openxmlformats.org/officeDocument/2006/relationships/image" Target="../media/image1824.png"/><Relationship Id="rId10" Type="http://schemas.openxmlformats.org/officeDocument/2006/relationships/customXml" Target="../ink/ink1827.xml"/><Relationship Id="rId31" Type="http://schemas.openxmlformats.org/officeDocument/2006/relationships/image" Target="../media/image1811.png"/><Relationship Id="rId44" Type="http://schemas.openxmlformats.org/officeDocument/2006/relationships/customXml" Target="../ink/ink1844.xml"/><Relationship Id="rId52" Type="http://schemas.openxmlformats.org/officeDocument/2006/relationships/customXml" Target="../ink/ink1848.xml"/><Relationship Id="rId60" Type="http://schemas.openxmlformats.org/officeDocument/2006/relationships/customXml" Target="../ink/ink1852.xml"/><Relationship Id="rId4" Type="http://schemas.openxmlformats.org/officeDocument/2006/relationships/customXml" Target="../ink/ink1824.xml"/><Relationship Id="rId9" Type="http://schemas.openxmlformats.org/officeDocument/2006/relationships/image" Target="../media/image1800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84.png"/><Relationship Id="rId21" Type="http://schemas.openxmlformats.org/officeDocument/2006/relationships/image" Target="../media/image1836.png"/><Relationship Id="rId63" Type="http://schemas.openxmlformats.org/officeDocument/2006/relationships/image" Target="../media/image1857.png"/><Relationship Id="rId159" Type="http://schemas.openxmlformats.org/officeDocument/2006/relationships/image" Target="../media/image1905.png"/><Relationship Id="rId170" Type="http://schemas.openxmlformats.org/officeDocument/2006/relationships/customXml" Target="../ink/ink1937.xml"/><Relationship Id="rId226" Type="http://schemas.openxmlformats.org/officeDocument/2006/relationships/customXml" Target="../ink/ink1965.xml"/><Relationship Id="rId268" Type="http://schemas.openxmlformats.org/officeDocument/2006/relationships/customXml" Target="../ink/ink1986.xml"/><Relationship Id="rId32" Type="http://schemas.openxmlformats.org/officeDocument/2006/relationships/customXml" Target="../ink/ink1868.xml"/><Relationship Id="rId74" Type="http://schemas.openxmlformats.org/officeDocument/2006/relationships/customXml" Target="../ink/ink1889.xml"/><Relationship Id="rId128" Type="http://schemas.openxmlformats.org/officeDocument/2006/relationships/customXml" Target="../ink/ink1916.xml"/><Relationship Id="rId5" Type="http://schemas.openxmlformats.org/officeDocument/2006/relationships/image" Target="../media/image1828.png"/><Relationship Id="rId181" Type="http://schemas.openxmlformats.org/officeDocument/2006/relationships/image" Target="../media/image1916.png"/><Relationship Id="rId237" Type="http://schemas.openxmlformats.org/officeDocument/2006/relationships/image" Target="../media/image1944.png"/><Relationship Id="rId279" Type="http://schemas.openxmlformats.org/officeDocument/2006/relationships/image" Target="../media/image1965.png"/><Relationship Id="rId43" Type="http://schemas.openxmlformats.org/officeDocument/2006/relationships/image" Target="../media/image1847.png"/><Relationship Id="rId139" Type="http://schemas.openxmlformats.org/officeDocument/2006/relationships/image" Target="../media/image1895.png"/><Relationship Id="rId290" Type="http://schemas.openxmlformats.org/officeDocument/2006/relationships/customXml" Target="../ink/ink1997.xml"/><Relationship Id="rId85" Type="http://schemas.openxmlformats.org/officeDocument/2006/relationships/image" Target="../media/image1868.png"/><Relationship Id="rId150" Type="http://schemas.openxmlformats.org/officeDocument/2006/relationships/customXml" Target="../ink/ink1927.xml"/><Relationship Id="rId192" Type="http://schemas.openxmlformats.org/officeDocument/2006/relationships/customXml" Target="../ink/ink1948.xml"/><Relationship Id="rId206" Type="http://schemas.openxmlformats.org/officeDocument/2006/relationships/customXml" Target="../ink/ink1955.xml"/><Relationship Id="rId248" Type="http://schemas.openxmlformats.org/officeDocument/2006/relationships/customXml" Target="../ink/ink1976.xml"/><Relationship Id="rId12" Type="http://schemas.openxmlformats.org/officeDocument/2006/relationships/customXml" Target="../ink/ink1858.xml"/><Relationship Id="rId33" Type="http://schemas.openxmlformats.org/officeDocument/2006/relationships/image" Target="../media/image1842.png"/><Relationship Id="rId108" Type="http://schemas.openxmlformats.org/officeDocument/2006/relationships/customXml" Target="../ink/ink1906.xml"/><Relationship Id="rId129" Type="http://schemas.openxmlformats.org/officeDocument/2006/relationships/image" Target="../media/image1890.png"/><Relationship Id="rId280" Type="http://schemas.openxmlformats.org/officeDocument/2006/relationships/customXml" Target="../ink/ink1992.xml"/><Relationship Id="rId54" Type="http://schemas.openxmlformats.org/officeDocument/2006/relationships/customXml" Target="../ink/ink1879.xml"/><Relationship Id="rId75" Type="http://schemas.openxmlformats.org/officeDocument/2006/relationships/image" Target="../media/image1863.png"/><Relationship Id="rId96" Type="http://schemas.openxmlformats.org/officeDocument/2006/relationships/customXml" Target="../ink/ink1900.xml"/><Relationship Id="rId140" Type="http://schemas.openxmlformats.org/officeDocument/2006/relationships/customXml" Target="../ink/ink1922.xml"/><Relationship Id="rId161" Type="http://schemas.openxmlformats.org/officeDocument/2006/relationships/image" Target="../media/image1906.png"/><Relationship Id="rId182" Type="http://schemas.openxmlformats.org/officeDocument/2006/relationships/customXml" Target="../ink/ink1943.xml"/><Relationship Id="rId217" Type="http://schemas.openxmlformats.org/officeDocument/2006/relationships/image" Target="../media/image1934.png"/><Relationship Id="rId6" Type="http://schemas.openxmlformats.org/officeDocument/2006/relationships/customXml" Target="../ink/ink1855.xml"/><Relationship Id="rId238" Type="http://schemas.openxmlformats.org/officeDocument/2006/relationships/customXml" Target="../ink/ink1971.xml"/><Relationship Id="rId259" Type="http://schemas.openxmlformats.org/officeDocument/2006/relationships/image" Target="../media/image1955.png"/><Relationship Id="rId23" Type="http://schemas.openxmlformats.org/officeDocument/2006/relationships/image" Target="../media/image1837.png"/><Relationship Id="rId119" Type="http://schemas.openxmlformats.org/officeDocument/2006/relationships/image" Target="../media/image1885.png"/><Relationship Id="rId270" Type="http://schemas.openxmlformats.org/officeDocument/2006/relationships/customXml" Target="../ink/ink1987.xml"/><Relationship Id="rId291" Type="http://schemas.openxmlformats.org/officeDocument/2006/relationships/image" Target="../media/image1971.png"/><Relationship Id="rId44" Type="http://schemas.openxmlformats.org/officeDocument/2006/relationships/customXml" Target="../ink/ink1874.xml"/><Relationship Id="rId65" Type="http://schemas.openxmlformats.org/officeDocument/2006/relationships/image" Target="../media/image1858.png"/><Relationship Id="rId86" Type="http://schemas.openxmlformats.org/officeDocument/2006/relationships/customXml" Target="../ink/ink1895.xml"/><Relationship Id="rId130" Type="http://schemas.openxmlformats.org/officeDocument/2006/relationships/customXml" Target="../ink/ink1917.xml"/><Relationship Id="rId151" Type="http://schemas.openxmlformats.org/officeDocument/2006/relationships/image" Target="../media/image1901.png"/><Relationship Id="rId172" Type="http://schemas.openxmlformats.org/officeDocument/2006/relationships/customXml" Target="../ink/ink1938.xml"/><Relationship Id="rId193" Type="http://schemas.openxmlformats.org/officeDocument/2006/relationships/image" Target="../media/image1922.png"/><Relationship Id="rId207" Type="http://schemas.openxmlformats.org/officeDocument/2006/relationships/image" Target="../media/image1929.png"/><Relationship Id="rId228" Type="http://schemas.openxmlformats.org/officeDocument/2006/relationships/customXml" Target="../ink/ink1966.xml"/><Relationship Id="rId249" Type="http://schemas.openxmlformats.org/officeDocument/2006/relationships/image" Target="../media/image1950.png"/><Relationship Id="rId13" Type="http://schemas.openxmlformats.org/officeDocument/2006/relationships/image" Target="../media/image1832.png"/><Relationship Id="rId109" Type="http://schemas.openxmlformats.org/officeDocument/2006/relationships/image" Target="../media/image1880.png"/><Relationship Id="rId260" Type="http://schemas.openxmlformats.org/officeDocument/2006/relationships/customXml" Target="../ink/ink1982.xml"/><Relationship Id="rId281" Type="http://schemas.openxmlformats.org/officeDocument/2006/relationships/image" Target="../media/image1966.png"/><Relationship Id="rId34" Type="http://schemas.openxmlformats.org/officeDocument/2006/relationships/customXml" Target="../ink/ink1869.xml"/><Relationship Id="rId55" Type="http://schemas.openxmlformats.org/officeDocument/2006/relationships/image" Target="../media/image1853.png"/><Relationship Id="rId76" Type="http://schemas.openxmlformats.org/officeDocument/2006/relationships/customXml" Target="../ink/ink1890.xml"/><Relationship Id="rId97" Type="http://schemas.openxmlformats.org/officeDocument/2006/relationships/image" Target="../media/image1874.png"/><Relationship Id="rId120" Type="http://schemas.openxmlformats.org/officeDocument/2006/relationships/customXml" Target="../ink/ink1912.xml"/><Relationship Id="rId141" Type="http://schemas.openxmlformats.org/officeDocument/2006/relationships/image" Target="../media/image1896.png"/><Relationship Id="rId7" Type="http://schemas.openxmlformats.org/officeDocument/2006/relationships/image" Target="../media/image1829.png"/><Relationship Id="rId162" Type="http://schemas.openxmlformats.org/officeDocument/2006/relationships/customXml" Target="../ink/ink1933.xml"/><Relationship Id="rId183" Type="http://schemas.openxmlformats.org/officeDocument/2006/relationships/image" Target="../media/image1917.png"/><Relationship Id="rId218" Type="http://schemas.openxmlformats.org/officeDocument/2006/relationships/customXml" Target="../ink/ink1961.xml"/><Relationship Id="rId239" Type="http://schemas.openxmlformats.org/officeDocument/2006/relationships/image" Target="../media/image1945.png"/><Relationship Id="rId250" Type="http://schemas.openxmlformats.org/officeDocument/2006/relationships/customXml" Target="../ink/ink1977.xml"/><Relationship Id="rId271" Type="http://schemas.openxmlformats.org/officeDocument/2006/relationships/image" Target="../media/image1961.png"/><Relationship Id="rId292" Type="http://schemas.openxmlformats.org/officeDocument/2006/relationships/customXml" Target="../ink/ink1998.xml"/><Relationship Id="rId24" Type="http://schemas.openxmlformats.org/officeDocument/2006/relationships/customXml" Target="../ink/ink1864.xml"/><Relationship Id="rId45" Type="http://schemas.openxmlformats.org/officeDocument/2006/relationships/image" Target="../media/image1848.png"/><Relationship Id="rId66" Type="http://schemas.openxmlformats.org/officeDocument/2006/relationships/customXml" Target="../ink/ink1885.xml"/><Relationship Id="rId87" Type="http://schemas.openxmlformats.org/officeDocument/2006/relationships/image" Target="../media/image1869.png"/><Relationship Id="rId110" Type="http://schemas.openxmlformats.org/officeDocument/2006/relationships/customXml" Target="../ink/ink1907.xml"/><Relationship Id="rId131" Type="http://schemas.openxmlformats.org/officeDocument/2006/relationships/image" Target="../media/image1891.png"/><Relationship Id="rId152" Type="http://schemas.openxmlformats.org/officeDocument/2006/relationships/customXml" Target="../ink/ink1928.xml"/><Relationship Id="rId173" Type="http://schemas.openxmlformats.org/officeDocument/2006/relationships/image" Target="../media/image1912.png"/><Relationship Id="rId194" Type="http://schemas.openxmlformats.org/officeDocument/2006/relationships/customXml" Target="../ink/ink1949.xml"/><Relationship Id="rId208" Type="http://schemas.openxmlformats.org/officeDocument/2006/relationships/customXml" Target="../ink/ink1956.xml"/><Relationship Id="rId229" Type="http://schemas.openxmlformats.org/officeDocument/2006/relationships/image" Target="../media/image1940.png"/><Relationship Id="rId240" Type="http://schemas.openxmlformats.org/officeDocument/2006/relationships/customXml" Target="../ink/ink1972.xml"/><Relationship Id="rId261" Type="http://schemas.openxmlformats.org/officeDocument/2006/relationships/image" Target="../media/image1956.png"/><Relationship Id="rId14" Type="http://schemas.openxmlformats.org/officeDocument/2006/relationships/customXml" Target="../ink/ink1859.xml"/><Relationship Id="rId35" Type="http://schemas.openxmlformats.org/officeDocument/2006/relationships/image" Target="../media/image1843.png"/><Relationship Id="rId56" Type="http://schemas.openxmlformats.org/officeDocument/2006/relationships/customXml" Target="../ink/ink1880.xml"/><Relationship Id="rId77" Type="http://schemas.openxmlformats.org/officeDocument/2006/relationships/image" Target="../media/image1864.png"/><Relationship Id="rId100" Type="http://schemas.openxmlformats.org/officeDocument/2006/relationships/customXml" Target="../ink/ink1902.xml"/><Relationship Id="rId282" Type="http://schemas.openxmlformats.org/officeDocument/2006/relationships/customXml" Target="../ink/ink1993.xml"/><Relationship Id="rId8" Type="http://schemas.openxmlformats.org/officeDocument/2006/relationships/customXml" Target="../ink/ink1856.xml"/><Relationship Id="rId98" Type="http://schemas.openxmlformats.org/officeDocument/2006/relationships/customXml" Target="../ink/ink1901.xml"/><Relationship Id="rId121" Type="http://schemas.openxmlformats.org/officeDocument/2006/relationships/image" Target="../media/image1886.png"/><Relationship Id="rId142" Type="http://schemas.openxmlformats.org/officeDocument/2006/relationships/customXml" Target="../ink/ink1923.xml"/><Relationship Id="rId163" Type="http://schemas.openxmlformats.org/officeDocument/2006/relationships/image" Target="../media/image1907.png"/><Relationship Id="rId184" Type="http://schemas.openxmlformats.org/officeDocument/2006/relationships/customXml" Target="../ink/ink1944.xml"/><Relationship Id="rId219" Type="http://schemas.openxmlformats.org/officeDocument/2006/relationships/image" Target="../media/image1935.png"/><Relationship Id="rId230" Type="http://schemas.openxmlformats.org/officeDocument/2006/relationships/customXml" Target="../ink/ink1967.xml"/><Relationship Id="rId251" Type="http://schemas.openxmlformats.org/officeDocument/2006/relationships/image" Target="../media/image1951.png"/><Relationship Id="rId25" Type="http://schemas.openxmlformats.org/officeDocument/2006/relationships/image" Target="../media/image1838.png"/><Relationship Id="rId46" Type="http://schemas.openxmlformats.org/officeDocument/2006/relationships/customXml" Target="../ink/ink1875.xml"/><Relationship Id="rId67" Type="http://schemas.openxmlformats.org/officeDocument/2006/relationships/image" Target="../media/image1859.png"/><Relationship Id="rId272" Type="http://schemas.openxmlformats.org/officeDocument/2006/relationships/customXml" Target="../ink/ink1988.xml"/><Relationship Id="rId293" Type="http://schemas.openxmlformats.org/officeDocument/2006/relationships/image" Target="../media/image1972.png"/><Relationship Id="rId88" Type="http://schemas.openxmlformats.org/officeDocument/2006/relationships/customXml" Target="../ink/ink1896.xml"/><Relationship Id="rId111" Type="http://schemas.openxmlformats.org/officeDocument/2006/relationships/image" Target="../media/image1881.png"/><Relationship Id="rId132" Type="http://schemas.openxmlformats.org/officeDocument/2006/relationships/customXml" Target="../ink/ink1918.xml"/><Relationship Id="rId153" Type="http://schemas.openxmlformats.org/officeDocument/2006/relationships/image" Target="../media/image1902.png"/><Relationship Id="rId174" Type="http://schemas.openxmlformats.org/officeDocument/2006/relationships/customXml" Target="../ink/ink1939.xml"/><Relationship Id="rId195" Type="http://schemas.openxmlformats.org/officeDocument/2006/relationships/image" Target="../media/image1923.png"/><Relationship Id="rId209" Type="http://schemas.openxmlformats.org/officeDocument/2006/relationships/image" Target="../media/image1930.png"/><Relationship Id="rId220" Type="http://schemas.openxmlformats.org/officeDocument/2006/relationships/customXml" Target="../ink/ink1962.xml"/><Relationship Id="rId241" Type="http://schemas.openxmlformats.org/officeDocument/2006/relationships/image" Target="../media/image1946.png"/><Relationship Id="rId15" Type="http://schemas.openxmlformats.org/officeDocument/2006/relationships/image" Target="../media/image1833.png"/><Relationship Id="rId36" Type="http://schemas.openxmlformats.org/officeDocument/2006/relationships/customXml" Target="../ink/ink1870.xml"/><Relationship Id="rId57" Type="http://schemas.openxmlformats.org/officeDocument/2006/relationships/image" Target="../media/image1854.png"/><Relationship Id="rId262" Type="http://schemas.openxmlformats.org/officeDocument/2006/relationships/customXml" Target="../ink/ink1983.xml"/><Relationship Id="rId283" Type="http://schemas.openxmlformats.org/officeDocument/2006/relationships/image" Target="../media/image1967.png"/><Relationship Id="rId78" Type="http://schemas.openxmlformats.org/officeDocument/2006/relationships/customXml" Target="../ink/ink1891.xml"/><Relationship Id="rId99" Type="http://schemas.openxmlformats.org/officeDocument/2006/relationships/image" Target="../media/image1875.png"/><Relationship Id="rId101" Type="http://schemas.openxmlformats.org/officeDocument/2006/relationships/image" Target="../media/image1876.png"/><Relationship Id="rId122" Type="http://schemas.openxmlformats.org/officeDocument/2006/relationships/customXml" Target="../ink/ink1913.xml"/><Relationship Id="rId143" Type="http://schemas.openxmlformats.org/officeDocument/2006/relationships/image" Target="../media/image1897.png"/><Relationship Id="rId164" Type="http://schemas.openxmlformats.org/officeDocument/2006/relationships/customXml" Target="../ink/ink1934.xml"/><Relationship Id="rId185" Type="http://schemas.openxmlformats.org/officeDocument/2006/relationships/image" Target="../media/image1918.png"/><Relationship Id="rId9" Type="http://schemas.openxmlformats.org/officeDocument/2006/relationships/image" Target="../media/image1830.png"/><Relationship Id="rId210" Type="http://schemas.openxmlformats.org/officeDocument/2006/relationships/customXml" Target="../ink/ink1957.xml"/><Relationship Id="rId26" Type="http://schemas.openxmlformats.org/officeDocument/2006/relationships/customXml" Target="../ink/ink1865.xml"/><Relationship Id="rId231" Type="http://schemas.openxmlformats.org/officeDocument/2006/relationships/image" Target="../media/image1941.png"/><Relationship Id="rId252" Type="http://schemas.openxmlformats.org/officeDocument/2006/relationships/customXml" Target="../ink/ink1978.xml"/><Relationship Id="rId273" Type="http://schemas.openxmlformats.org/officeDocument/2006/relationships/image" Target="../media/image1962.png"/><Relationship Id="rId47" Type="http://schemas.openxmlformats.org/officeDocument/2006/relationships/image" Target="../media/image1849.png"/><Relationship Id="rId68" Type="http://schemas.openxmlformats.org/officeDocument/2006/relationships/customXml" Target="../ink/ink1886.xml"/><Relationship Id="rId89" Type="http://schemas.openxmlformats.org/officeDocument/2006/relationships/image" Target="../media/image1870.png"/><Relationship Id="rId112" Type="http://schemas.openxmlformats.org/officeDocument/2006/relationships/customXml" Target="../ink/ink1908.xml"/><Relationship Id="rId133" Type="http://schemas.openxmlformats.org/officeDocument/2006/relationships/image" Target="../media/image1892.png"/><Relationship Id="rId154" Type="http://schemas.openxmlformats.org/officeDocument/2006/relationships/customXml" Target="../ink/ink1929.xml"/><Relationship Id="rId175" Type="http://schemas.openxmlformats.org/officeDocument/2006/relationships/image" Target="../media/image1913.png"/><Relationship Id="rId196" Type="http://schemas.openxmlformats.org/officeDocument/2006/relationships/customXml" Target="../ink/ink1950.xml"/><Relationship Id="rId200" Type="http://schemas.openxmlformats.org/officeDocument/2006/relationships/customXml" Target="../ink/ink1952.xml"/><Relationship Id="rId16" Type="http://schemas.openxmlformats.org/officeDocument/2006/relationships/customXml" Target="../ink/ink1860.xml"/><Relationship Id="rId221" Type="http://schemas.openxmlformats.org/officeDocument/2006/relationships/image" Target="../media/image1936.png"/><Relationship Id="rId242" Type="http://schemas.openxmlformats.org/officeDocument/2006/relationships/customXml" Target="../ink/ink1973.xml"/><Relationship Id="rId263" Type="http://schemas.openxmlformats.org/officeDocument/2006/relationships/image" Target="../media/image1957.png"/><Relationship Id="rId284" Type="http://schemas.openxmlformats.org/officeDocument/2006/relationships/customXml" Target="../ink/ink1994.xml"/><Relationship Id="rId37" Type="http://schemas.openxmlformats.org/officeDocument/2006/relationships/image" Target="../media/image1844.png"/><Relationship Id="rId58" Type="http://schemas.openxmlformats.org/officeDocument/2006/relationships/customXml" Target="../ink/ink1881.xml"/><Relationship Id="rId79" Type="http://schemas.openxmlformats.org/officeDocument/2006/relationships/image" Target="../media/image1865.png"/><Relationship Id="rId102" Type="http://schemas.openxmlformats.org/officeDocument/2006/relationships/customXml" Target="../ink/ink1903.xml"/><Relationship Id="rId123" Type="http://schemas.openxmlformats.org/officeDocument/2006/relationships/image" Target="../media/image1887.png"/><Relationship Id="rId144" Type="http://schemas.openxmlformats.org/officeDocument/2006/relationships/customXml" Target="../ink/ink1924.xml"/><Relationship Id="rId90" Type="http://schemas.openxmlformats.org/officeDocument/2006/relationships/customXml" Target="../ink/ink1897.xml"/><Relationship Id="rId165" Type="http://schemas.openxmlformats.org/officeDocument/2006/relationships/image" Target="../media/image1908.png"/><Relationship Id="rId186" Type="http://schemas.openxmlformats.org/officeDocument/2006/relationships/customXml" Target="../ink/ink1945.xml"/><Relationship Id="rId211" Type="http://schemas.openxmlformats.org/officeDocument/2006/relationships/image" Target="../media/image1931.png"/><Relationship Id="rId232" Type="http://schemas.openxmlformats.org/officeDocument/2006/relationships/customXml" Target="../ink/ink1968.xml"/><Relationship Id="rId253" Type="http://schemas.openxmlformats.org/officeDocument/2006/relationships/image" Target="../media/image1952.png"/><Relationship Id="rId274" Type="http://schemas.openxmlformats.org/officeDocument/2006/relationships/customXml" Target="../ink/ink1989.xml"/><Relationship Id="rId27" Type="http://schemas.openxmlformats.org/officeDocument/2006/relationships/image" Target="../media/image1839.png"/><Relationship Id="rId48" Type="http://schemas.openxmlformats.org/officeDocument/2006/relationships/customXml" Target="../ink/ink1876.xml"/><Relationship Id="rId69" Type="http://schemas.openxmlformats.org/officeDocument/2006/relationships/image" Target="../media/image1860.png"/><Relationship Id="rId113" Type="http://schemas.openxmlformats.org/officeDocument/2006/relationships/image" Target="../media/image1882.png"/><Relationship Id="rId134" Type="http://schemas.openxmlformats.org/officeDocument/2006/relationships/customXml" Target="../ink/ink1919.xml"/><Relationship Id="rId80" Type="http://schemas.openxmlformats.org/officeDocument/2006/relationships/customXml" Target="../ink/ink1892.xml"/><Relationship Id="rId155" Type="http://schemas.openxmlformats.org/officeDocument/2006/relationships/image" Target="../media/image1903.png"/><Relationship Id="rId176" Type="http://schemas.openxmlformats.org/officeDocument/2006/relationships/customXml" Target="../ink/ink1940.xml"/><Relationship Id="rId197" Type="http://schemas.openxmlformats.org/officeDocument/2006/relationships/image" Target="../media/image1924.png"/><Relationship Id="rId201" Type="http://schemas.openxmlformats.org/officeDocument/2006/relationships/image" Target="../media/image1926.png"/><Relationship Id="rId222" Type="http://schemas.openxmlformats.org/officeDocument/2006/relationships/customXml" Target="../ink/ink1963.xml"/><Relationship Id="rId243" Type="http://schemas.openxmlformats.org/officeDocument/2006/relationships/image" Target="../media/image1947.png"/><Relationship Id="rId264" Type="http://schemas.openxmlformats.org/officeDocument/2006/relationships/customXml" Target="../ink/ink1984.xml"/><Relationship Id="rId285" Type="http://schemas.openxmlformats.org/officeDocument/2006/relationships/image" Target="../media/image1968.png"/><Relationship Id="rId17" Type="http://schemas.openxmlformats.org/officeDocument/2006/relationships/image" Target="../media/image1834.png"/><Relationship Id="rId38" Type="http://schemas.openxmlformats.org/officeDocument/2006/relationships/customXml" Target="../ink/ink1871.xml"/><Relationship Id="rId59" Type="http://schemas.openxmlformats.org/officeDocument/2006/relationships/image" Target="../media/image1855.png"/><Relationship Id="rId103" Type="http://schemas.openxmlformats.org/officeDocument/2006/relationships/image" Target="../media/image1877.png"/><Relationship Id="rId124" Type="http://schemas.openxmlformats.org/officeDocument/2006/relationships/customXml" Target="../ink/ink1914.xml"/><Relationship Id="rId70" Type="http://schemas.openxmlformats.org/officeDocument/2006/relationships/customXml" Target="../ink/ink1887.xml"/><Relationship Id="rId91" Type="http://schemas.openxmlformats.org/officeDocument/2006/relationships/image" Target="../media/image1871.png"/><Relationship Id="rId145" Type="http://schemas.openxmlformats.org/officeDocument/2006/relationships/image" Target="../media/image1898.png"/><Relationship Id="rId166" Type="http://schemas.openxmlformats.org/officeDocument/2006/relationships/customXml" Target="../ink/ink1935.xml"/><Relationship Id="rId187" Type="http://schemas.openxmlformats.org/officeDocument/2006/relationships/image" Target="../media/image19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58.xml"/><Relationship Id="rId233" Type="http://schemas.openxmlformats.org/officeDocument/2006/relationships/image" Target="../media/image1942.png"/><Relationship Id="rId254" Type="http://schemas.openxmlformats.org/officeDocument/2006/relationships/customXml" Target="../ink/ink1979.xml"/><Relationship Id="rId28" Type="http://schemas.openxmlformats.org/officeDocument/2006/relationships/customXml" Target="../ink/ink1866.xml"/><Relationship Id="rId49" Type="http://schemas.openxmlformats.org/officeDocument/2006/relationships/image" Target="../media/image1850.png"/><Relationship Id="rId114" Type="http://schemas.openxmlformats.org/officeDocument/2006/relationships/customXml" Target="../ink/ink1909.xml"/><Relationship Id="rId275" Type="http://schemas.openxmlformats.org/officeDocument/2006/relationships/image" Target="../media/image1963.png"/><Relationship Id="rId60" Type="http://schemas.openxmlformats.org/officeDocument/2006/relationships/customXml" Target="../ink/ink1882.xml"/><Relationship Id="rId81" Type="http://schemas.openxmlformats.org/officeDocument/2006/relationships/image" Target="../media/image1866.png"/><Relationship Id="rId135" Type="http://schemas.openxmlformats.org/officeDocument/2006/relationships/image" Target="../media/image1893.png"/><Relationship Id="rId156" Type="http://schemas.openxmlformats.org/officeDocument/2006/relationships/customXml" Target="../ink/ink1930.xml"/><Relationship Id="rId177" Type="http://schemas.openxmlformats.org/officeDocument/2006/relationships/image" Target="../media/image1914.png"/><Relationship Id="rId198" Type="http://schemas.openxmlformats.org/officeDocument/2006/relationships/customXml" Target="../ink/ink1951.xml"/><Relationship Id="rId202" Type="http://schemas.openxmlformats.org/officeDocument/2006/relationships/customXml" Target="../ink/ink1953.xml"/><Relationship Id="rId223" Type="http://schemas.openxmlformats.org/officeDocument/2006/relationships/image" Target="../media/image1937.png"/><Relationship Id="rId244" Type="http://schemas.openxmlformats.org/officeDocument/2006/relationships/customXml" Target="../ink/ink1974.xml"/><Relationship Id="rId18" Type="http://schemas.openxmlformats.org/officeDocument/2006/relationships/customXml" Target="../ink/ink1861.xml"/><Relationship Id="rId39" Type="http://schemas.openxmlformats.org/officeDocument/2006/relationships/image" Target="../media/image1845.png"/><Relationship Id="rId265" Type="http://schemas.openxmlformats.org/officeDocument/2006/relationships/image" Target="../media/image1958.png"/><Relationship Id="rId286" Type="http://schemas.openxmlformats.org/officeDocument/2006/relationships/customXml" Target="../ink/ink1995.xml"/><Relationship Id="rId50" Type="http://schemas.openxmlformats.org/officeDocument/2006/relationships/customXml" Target="../ink/ink1877.xml"/><Relationship Id="rId104" Type="http://schemas.openxmlformats.org/officeDocument/2006/relationships/customXml" Target="../ink/ink1904.xml"/><Relationship Id="rId125" Type="http://schemas.openxmlformats.org/officeDocument/2006/relationships/image" Target="../media/image1888.png"/><Relationship Id="rId146" Type="http://schemas.openxmlformats.org/officeDocument/2006/relationships/customXml" Target="../ink/ink1925.xml"/><Relationship Id="rId167" Type="http://schemas.openxmlformats.org/officeDocument/2006/relationships/image" Target="../media/image1909.png"/><Relationship Id="rId188" Type="http://schemas.openxmlformats.org/officeDocument/2006/relationships/customXml" Target="../ink/ink1946.xml"/><Relationship Id="rId71" Type="http://schemas.openxmlformats.org/officeDocument/2006/relationships/image" Target="../media/image1861.png"/><Relationship Id="rId92" Type="http://schemas.openxmlformats.org/officeDocument/2006/relationships/customXml" Target="../ink/ink1898.xml"/><Relationship Id="rId213" Type="http://schemas.openxmlformats.org/officeDocument/2006/relationships/image" Target="../media/image1932.png"/><Relationship Id="rId234" Type="http://schemas.openxmlformats.org/officeDocument/2006/relationships/customXml" Target="../ink/ink1969.xml"/><Relationship Id="rId2" Type="http://schemas.openxmlformats.org/officeDocument/2006/relationships/customXml" Target="../ink/ink1853.xml"/><Relationship Id="rId29" Type="http://schemas.openxmlformats.org/officeDocument/2006/relationships/image" Target="../media/image1840.png"/><Relationship Id="rId255" Type="http://schemas.openxmlformats.org/officeDocument/2006/relationships/image" Target="../media/image1953.png"/><Relationship Id="rId276" Type="http://schemas.openxmlformats.org/officeDocument/2006/relationships/customXml" Target="../ink/ink1990.xml"/><Relationship Id="rId40" Type="http://schemas.openxmlformats.org/officeDocument/2006/relationships/customXml" Target="../ink/ink1872.xml"/><Relationship Id="rId115" Type="http://schemas.openxmlformats.org/officeDocument/2006/relationships/image" Target="../media/image1883.png"/><Relationship Id="rId136" Type="http://schemas.openxmlformats.org/officeDocument/2006/relationships/customXml" Target="../ink/ink1920.xml"/><Relationship Id="rId157" Type="http://schemas.openxmlformats.org/officeDocument/2006/relationships/image" Target="../media/image1904.png"/><Relationship Id="rId178" Type="http://schemas.openxmlformats.org/officeDocument/2006/relationships/customXml" Target="../ink/ink1941.xml"/><Relationship Id="rId61" Type="http://schemas.openxmlformats.org/officeDocument/2006/relationships/image" Target="../media/image1856.png"/><Relationship Id="rId82" Type="http://schemas.openxmlformats.org/officeDocument/2006/relationships/customXml" Target="../ink/ink1893.xml"/><Relationship Id="rId199" Type="http://schemas.openxmlformats.org/officeDocument/2006/relationships/image" Target="../media/image1925.png"/><Relationship Id="rId203" Type="http://schemas.openxmlformats.org/officeDocument/2006/relationships/image" Target="../media/image1927.png"/><Relationship Id="rId19" Type="http://schemas.openxmlformats.org/officeDocument/2006/relationships/image" Target="../media/image1835.png"/><Relationship Id="rId224" Type="http://schemas.openxmlformats.org/officeDocument/2006/relationships/customXml" Target="../ink/ink1964.xml"/><Relationship Id="rId245" Type="http://schemas.openxmlformats.org/officeDocument/2006/relationships/image" Target="../media/image1948.png"/><Relationship Id="rId266" Type="http://schemas.openxmlformats.org/officeDocument/2006/relationships/customXml" Target="../ink/ink1985.xml"/><Relationship Id="rId287" Type="http://schemas.openxmlformats.org/officeDocument/2006/relationships/image" Target="../media/image1969.png"/><Relationship Id="rId30" Type="http://schemas.openxmlformats.org/officeDocument/2006/relationships/customXml" Target="../ink/ink1867.xml"/><Relationship Id="rId105" Type="http://schemas.openxmlformats.org/officeDocument/2006/relationships/image" Target="../media/image1878.png"/><Relationship Id="rId126" Type="http://schemas.openxmlformats.org/officeDocument/2006/relationships/customXml" Target="../ink/ink1915.xml"/><Relationship Id="rId147" Type="http://schemas.openxmlformats.org/officeDocument/2006/relationships/image" Target="../media/image1899.png"/><Relationship Id="rId168" Type="http://schemas.openxmlformats.org/officeDocument/2006/relationships/customXml" Target="../ink/ink1936.xml"/><Relationship Id="rId51" Type="http://schemas.openxmlformats.org/officeDocument/2006/relationships/image" Target="../media/image1851.png"/><Relationship Id="rId72" Type="http://schemas.openxmlformats.org/officeDocument/2006/relationships/customXml" Target="../ink/ink1888.xml"/><Relationship Id="rId93" Type="http://schemas.openxmlformats.org/officeDocument/2006/relationships/image" Target="../media/image1872.png"/><Relationship Id="rId189" Type="http://schemas.openxmlformats.org/officeDocument/2006/relationships/image" Target="../media/image1920.png"/><Relationship Id="rId3" Type="http://schemas.openxmlformats.org/officeDocument/2006/relationships/image" Target="../media/image1827.png"/><Relationship Id="rId214" Type="http://schemas.openxmlformats.org/officeDocument/2006/relationships/customXml" Target="../ink/ink1959.xml"/><Relationship Id="rId235" Type="http://schemas.openxmlformats.org/officeDocument/2006/relationships/image" Target="../media/image1943.png"/><Relationship Id="rId256" Type="http://schemas.openxmlformats.org/officeDocument/2006/relationships/customXml" Target="../ink/ink1980.xml"/><Relationship Id="rId277" Type="http://schemas.openxmlformats.org/officeDocument/2006/relationships/image" Target="../media/image1964.png"/><Relationship Id="rId116" Type="http://schemas.openxmlformats.org/officeDocument/2006/relationships/customXml" Target="../ink/ink1910.xml"/><Relationship Id="rId137" Type="http://schemas.openxmlformats.org/officeDocument/2006/relationships/image" Target="../media/image1894.png"/><Relationship Id="rId158" Type="http://schemas.openxmlformats.org/officeDocument/2006/relationships/customXml" Target="../ink/ink1931.xml"/><Relationship Id="rId20" Type="http://schemas.openxmlformats.org/officeDocument/2006/relationships/customXml" Target="../ink/ink1862.xml"/><Relationship Id="rId41" Type="http://schemas.openxmlformats.org/officeDocument/2006/relationships/image" Target="../media/image1846.png"/><Relationship Id="rId62" Type="http://schemas.openxmlformats.org/officeDocument/2006/relationships/customXml" Target="../ink/ink1883.xml"/><Relationship Id="rId83" Type="http://schemas.openxmlformats.org/officeDocument/2006/relationships/image" Target="../media/image1867.png"/><Relationship Id="rId179" Type="http://schemas.openxmlformats.org/officeDocument/2006/relationships/image" Target="../media/image1915.png"/><Relationship Id="rId190" Type="http://schemas.openxmlformats.org/officeDocument/2006/relationships/customXml" Target="../ink/ink1947.xml"/><Relationship Id="rId204" Type="http://schemas.openxmlformats.org/officeDocument/2006/relationships/customXml" Target="../ink/ink1954.xml"/><Relationship Id="rId225" Type="http://schemas.openxmlformats.org/officeDocument/2006/relationships/image" Target="../media/image1938.png"/><Relationship Id="rId246" Type="http://schemas.openxmlformats.org/officeDocument/2006/relationships/customXml" Target="../ink/ink1975.xml"/><Relationship Id="rId267" Type="http://schemas.openxmlformats.org/officeDocument/2006/relationships/image" Target="../media/image1959.png"/><Relationship Id="rId288" Type="http://schemas.openxmlformats.org/officeDocument/2006/relationships/customXml" Target="../ink/ink1996.xml"/><Relationship Id="rId106" Type="http://schemas.openxmlformats.org/officeDocument/2006/relationships/customXml" Target="../ink/ink1905.xml"/><Relationship Id="rId127" Type="http://schemas.openxmlformats.org/officeDocument/2006/relationships/image" Target="../media/image1889.png"/><Relationship Id="rId10" Type="http://schemas.openxmlformats.org/officeDocument/2006/relationships/customXml" Target="../ink/ink1857.xml"/><Relationship Id="rId31" Type="http://schemas.openxmlformats.org/officeDocument/2006/relationships/image" Target="../media/image1841.png"/><Relationship Id="rId52" Type="http://schemas.openxmlformats.org/officeDocument/2006/relationships/customXml" Target="../ink/ink1878.xml"/><Relationship Id="rId73" Type="http://schemas.openxmlformats.org/officeDocument/2006/relationships/image" Target="../media/image1862.png"/><Relationship Id="rId94" Type="http://schemas.openxmlformats.org/officeDocument/2006/relationships/customXml" Target="../ink/ink1899.xml"/><Relationship Id="rId148" Type="http://schemas.openxmlformats.org/officeDocument/2006/relationships/customXml" Target="../ink/ink1926.xml"/><Relationship Id="rId169" Type="http://schemas.openxmlformats.org/officeDocument/2006/relationships/image" Target="../media/image1910.png"/><Relationship Id="rId4" Type="http://schemas.openxmlformats.org/officeDocument/2006/relationships/customXml" Target="../ink/ink1854.xml"/><Relationship Id="rId180" Type="http://schemas.openxmlformats.org/officeDocument/2006/relationships/customXml" Target="../ink/ink1942.xml"/><Relationship Id="rId215" Type="http://schemas.openxmlformats.org/officeDocument/2006/relationships/image" Target="../media/image1933.png"/><Relationship Id="rId236" Type="http://schemas.openxmlformats.org/officeDocument/2006/relationships/customXml" Target="../ink/ink1970.xml"/><Relationship Id="rId257" Type="http://schemas.openxmlformats.org/officeDocument/2006/relationships/image" Target="../media/image1954.png"/><Relationship Id="rId278" Type="http://schemas.openxmlformats.org/officeDocument/2006/relationships/customXml" Target="../ink/ink1991.xml"/><Relationship Id="rId42" Type="http://schemas.openxmlformats.org/officeDocument/2006/relationships/customXml" Target="../ink/ink1873.xml"/><Relationship Id="rId84" Type="http://schemas.openxmlformats.org/officeDocument/2006/relationships/customXml" Target="../ink/ink1894.xml"/><Relationship Id="rId138" Type="http://schemas.openxmlformats.org/officeDocument/2006/relationships/customXml" Target="../ink/ink1921.xml"/><Relationship Id="rId191" Type="http://schemas.openxmlformats.org/officeDocument/2006/relationships/image" Target="../media/image1921.png"/><Relationship Id="rId205" Type="http://schemas.openxmlformats.org/officeDocument/2006/relationships/image" Target="../media/image1928.png"/><Relationship Id="rId247" Type="http://schemas.openxmlformats.org/officeDocument/2006/relationships/image" Target="../media/image1949.png"/><Relationship Id="rId107" Type="http://schemas.openxmlformats.org/officeDocument/2006/relationships/image" Target="../media/image1879.png"/><Relationship Id="rId289" Type="http://schemas.openxmlformats.org/officeDocument/2006/relationships/image" Target="../media/image1970.png"/><Relationship Id="rId11" Type="http://schemas.openxmlformats.org/officeDocument/2006/relationships/image" Target="../media/image1831.png"/><Relationship Id="rId53" Type="http://schemas.openxmlformats.org/officeDocument/2006/relationships/image" Target="../media/image1852.png"/><Relationship Id="rId149" Type="http://schemas.openxmlformats.org/officeDocument/2006/relationships/image" Target="../media/image1900.png"/><Relationship Id="rId95" Type="http://schemas.openxmlformats.org/officeDocument/2006/relationships/image" Target="../media/image1873.png"/><Relationship Id="rId160" Type="http://schemas.openxmlformats.org/officeDocument/2006/relationships/customXml" Target="../ink/ink1932.xml"/><Relationship Id="rId216" Type="http://schemas.openxmlformats.org/officeDocument/2006/relationships/customXml" Target="../ink/ink1960.xml"/><Relationship Id="rId258" Type="http://schemas.openxmlformats.org/officeDocument/2006/relationships/customXml" Target="../ink/ink1981.xml"/><Relationship Id="rId22" Type="http://schemas.openxmlformats.org/officeDocument/2006/relationships/customXml" Target="../ink/ink1863.xml"/><Relationship Id="rId64" Type="http://schemas.openxmlformats.org/officeDocument/2006/relationships/customXml" Target="../ink/ink1884.xml"/><Relationship Id="rId118" Type="http://schemas.openxmlformats.org/officeDocument/2006/relationships/customXml" Target="../ink/ink1911.xml"/><Relationship Id="rId171" Type="http://schemas.openxmlformats.org/officeDocument/2006/relationships/image" Target="../media/image1911.png"/><Relationship Id="rId227" Type="http://schemas.openxmlformats.org/officeDocument/2006/relationships/image" Target="../media/image1939.png"/><Relationship Id="rId269" Type="http://schemas.openxmlformats.org/officeDocument/2006/relationships/image" Target="../media/image1960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1" Type="http://schemas.openxmlformats.org/officeDocument/2006/relationships/image" Target="../media/image1982.png"/><Relationship Id="rId42" Type="http://schemas.openxmlformats.org/officeDocument/2006/relationships/customXml" Target="../ink/ink2019.xml"/><Relationship Id="rId63" Type="http://schemas.openxmlformats.org/officeDocument/2006/relationships/image" Target="../media/image2003.png"/><Relationship Id="rId84" Type="http://schemas.openxmlformats.org/officeDocument/2006/relationships/customXml" Target="../ink/ink2040.xml"/><Relationship Id="rId138" Type="http://schemas.openxmlformats.org/officeDocument/2006/relationships/customXml" Target="../ink/ink2067.xml"/><Relationship Id="rId159" Type="http://schemas.openxmlformats.org/officeDocument/2006/relationships/image" Target="../media/image2051.png"/><Relationship Id="rId170" Type="http://schemas.openxmlformats.org/officeDocument/2006/relationships/customXml" Target="../ink/ink2083.xml"/><Relationship Id="rId191" Type="http://schemas.openxmlformats.org/officeDocument/2006/relationships/image" Target="../media/image2067.png"/><Relationship Id="rId205" Type="http://schemas.openxmlformats.org/officeDocument/2006/relationships/image" Target="../media/image2074.png"/><Relationship Id="rId107" Type="http://schemas.openxmlformats.org/officeDocument/2006/relationships/image" Target="../media/image2025.png"/><Relationship Id="rId11" Type="http://schemas.openxmlformats.org/officeDocument/2006/relationships/image" Target="../media/image1977.png"/><Relationship Id="rId32" Type="http://schemas.openxmlformats.org/officeDocument/2006/relationships/customXml" Target="../ink/ink2014.xml"/><Relationship Id="rId53" Type="http://schemas.openxmlformats.org/officeDocument/2006/relationships/image" Target="../media/image1998.png"/><Relationship Id="rId74" Type="http://schemas.openxmlformats.org/officeDocument/2006/relationships/customXml" Target="../ink/ink2035.xml"/><Relationship Id="rId128" Type="http://schemas.openxmlformats.org/officeDocument/2006/relationships/customXml" Target="../ink/ink2062.xml"/><Relationship Id="rId149" Type="http://schemas.openxmlformats.org/officeDocument/2006/relationships/image" Target="../media/image2046.png"/><Relationship Id="rId5" Type="http://schemas.openxmlformats.org/officeDocument/2006/relationships/image" Target="../media/image1974.png"/><Relationship Id="rId95" Type="http://schemas.openxmlformats.org/officeDocument/2006/relationships/image" Target="../media/image2019.png"/><Relationship Id="rId160" Type="http://schemas.openxmlformats.org/officeDocument/2006/relationships/customXml" Target="../ink/ink2078.xml"/><Relationship Id="rId181" Type="http://schemas.openxmlformats.org/officeDocument/2006/relationships/image" Target="../media/image2062.png"/><Relationship Id="rId216" Type="http://schemas.openxmlformats.org/officeDocument/2006/relationships/customXml" Target="../ink/ink2106.xml"/><Relationship Id="rId22" Type="http://schemas.openxmlformats.org/officeDocument/2006/relationships/customXml" Target="../ink/ink2009.xml"/><Relationship Id="rId43" Type="http://schemas.openxmlformats.org/officeDocument/2006/relationships/image" Target="../media/image1993.png"/><Relationship Id="rId64" Type="http://schemas.openxmlformats.org/officeDocument/2006/relationships/customXml" Target="../ink/ink2030.xml"/><Relationship Id="rId118" Type="http://schemas.openxmlformats.org/officeDocument/2006/relationships/customXml" Target="../ink/ink2057.xml"/><Relationship Id="rId139" Type="http://schemas.openxmlformats.org/officeDocument/2006/relationships/image" Target="../media/image2041.png"/><Relationship Id="rId85" Type="http://schemas.openxmlformats.org/officeDocument/2006/relationships/image" Target="../media/image2014.png"/><Relationship Id="rId150" Type="http://schemas.openxmlformats.org/officeDocument/2006/relationships/customXml" Target="../ink/ink2073.xml"/><Relationship Id="rId171" Type="http://schemas.openxmlformats.org/officeDocument/2006/relationships/image" Target="../media/image2057.png"/><Relationship Id="rId192" Type="http://schemas.openxmlformats.org/officeDocument/2006/relationships/customXml" Target="../ink/ink2094.xml"/><Relationship Id="rId206" Type="http://schemas.openxmlformats.org/officeDocument/2006/relationships/customXml" Target="../ink/ink2101.xml"/><Relationship Id="rId12" Type="http://schemas.openxmlformats.org/officeDocument/2006/relationships/customXml" Target="../ink/ink2004.xml"/><Relationship Id="rId33" Type="http://schemas.openxmlformats.org/officeDocument/2006/relationships/image" Target="../media/image1988.png"/><Relationship Id="rId108" Type="http://schemas.openxmlformats.org/officeDocument/2006/relationships/customXml" Target="../ink/ink2052.xml"/><Relationship Id="rId129" Type="http://schemas.openxmlformats.org/officeDocument/2006/relationships/image" Target="../media/image2036.png"/><Relationship Id="rId54" Type="http://schemas.openxmlformats.org/officeDocument/2006/relationships/customXml" Target="../ink/ink2025.xml"/><Relationship Id="rId75" Type="http://schemas.openxmlformats.org/officeDocument/2006/relationships/image" Target="../media/image2009.png"/><Relationship Id="rId96" Type="http://schemas.openxmlformats.org/officeDocument/2006/relationships/customXml" Target="../ink/ink2046.xml"/><Relationship Id="rId140" Type="http://schemas.openxmlformats.org/officeDocument/2006/relationships/customXml" Target="../ink/ink2068.xml"/><Relationship Id="rId161" Type="http://schemas.openxmlformats.org/officeDocument/2006/relationships/image" Target="../media/image2052.png"/><Relationship Id="rId182" Type="http://schemas.openxmlformats.org/officeDocument/2006/relationships/customXml" Target="../ink/ink2089.xml"/><Relationship Id="rId217" Type="http://schemas.openxmlformats.org/officeDocument/2006/relationships/image" Target="../media/image2080.png"/><Relationship Id="rId6" Type="http://schemas.openxmlformats.org/officeDocument/2006/relationships/customXml" Target="../ink/ink2001.xml"/><Relationship Id="rId23" Type="http://schemas.openxmlformats.org/officeDocument/2006/relationships/image" Target="../media/image1983.png"/><Relationship Id="rId119" Type="http://schemas.openxmlformats.org/officeDocument/2006/relationships/image" Target="../media/image2031.png"/><Relationship Id="rId44" Type="http://schemas.openxmlformats.org/officeDocument/2006/relationships/customXml" Target="../ink/ink2020.xml"/><Relationship Id="rId65" Type="http://schemas.openxmlformats.org/officeDocument/2006/relationships/image" Target="../media/image2004.png"/><Relationship Id="rId86" Type="http://schemas.openxmlformats.org/officeDocument/2006/relationships/customXml" Target="../ink/ink2041.xml"/><Relationship Id="rId130" Type="http://schemas.openxmlformats.org/officeDocument/2006/relationships/customXml" Target="../ink/ink2063.xml"/><Relationship Id="rId151" Type="http://schemas.openxmlformats.org/officeDocument/2006/relationships/image" Target="../media/image2047.png"/><Relationship Id="rId172" Type="http://schemas.openxmlformats.org/officeDocument/2006/relationships/customXml" Target="../ink/ink2084.xml"/><Relationship Id="rId193" Type="http://schemas.openxmlformats.org/officeDocument/2006/relationships/image" Target="../media/image2068.png"/><Relationship Id="rId207" Type="http://schemas.openxmlformats.org/officeDocument/2006/relationships/image" Target="../media/image2075.png"/><Relationship Id="rId13" Type="http://schemas.openxmlformats.org/officeDocument/2006/relationships/image" Target="../media/image1978.png"/><Relationship Id="rId109" Type="http://schemas.openxmlformats.org/officeDocument/2006/relationships/image" Target="../media/image2026.png"/><Relationship Id="rId34" Type="http://schemas.openxmlformats.org/officeDocument/2006/relationships/customXml" Target="../ink/ink2015.xml"/><Relationship Id="rId55" Type="http://schemas.openxmlformats.org/officeDocument/2006/relationships/image" Target="../media/image1999.png"/><Relationship Id="rId76" Type="http://schemas.openxmlformats.org/officeDocument/2006/relationships/customXml" Target="../ink/ink2036.xml"/><Relationship Id="rId97" Type="http://schemas.openxmlformats.org/officeDocument/2006/relationships/image" Target="../media/image2020.png"/><Relationship Id="rId120" Type="http://schemas.openxmlformats.org/officeDocument/2006/relationships/customXml" Target="../ink/ink2058.xml"/><Relationship Id="rId141" Type="http://schemas.openxmlformats.org/officeDocument/2006/relationships/image" Target="../media/image2042.png"/><Relationship Id="rId7" Type="http://schemas.openxmlformats.org/officeDocument/2006/relationships/image" Target="../media/image1975.png"/><Relationship Id="rId162" Type="http://schemas.openxmlformats.org/officeDocument/2006/relationships/customXml" Target="../ink/ink2079.xml"/><Relationship Id="rId183" Type="http://schemas.openxmlformats.org/officeDocument/2006/relationships/image" Target="../media/image2063.png"/><Relationship Id="rId218" Type="http://schemas.openxmlformats.org/officeDocument/2006/relationships/customXml" Target="../ink/ink2107.xml"/><Relationship Id="rId24" Type="http://schemas.openxmlformats.org/officeDocument/2006/relationships/customXml" Target="../ink/ink2010.xml"/><Relationship Id="rId45" Type="http://schemas.openxmlformats.org/officeDocument/2006/relationships/image" Target="../media/image1994.png"/><Relationship Id="rId66" Type="http://schemas.openxmlformats.org/officeDocument/2006/relationships/customXml" Target="../ink/ink2031.xml"/><Relationship Id="rId87" Type="http://schemas.openxmlformats.org/officeDocument/2006/relationships/image" Target="../media/image2015.png"/><Relationship Id="rId110" Type="http://schemas.openxmlformats.org/officeDocument/2006/relationships/customXml" Target="../ink/ink2053.xml"/><Relationship Id="rId131" Type="http://schemas.openxmlformats.org/officeDocument/2006/relationships/image" Target="../media/image2037.png"/><Relationship Id="rId152" Type="http://schemas.openxmlformats.org/officeDocument/2006/relationships/customXml" Target="../ink/ink2074.xml"/><Relationship Id="rId173" Type="http://schemas.openxmlformats.org/officeDocument/2006/relationships/image" Target="../media/image2058.png"/><Relationship Id="rId194" Type="http://schemas.openxmlformats.org/officeDocument/2006/relationships/customXml" Target="../ink/ink2095.xml"/><Relationship Id="rId208" Type="http://schemas.openxmlformats.org/officeDocument/2006/relationships/customXml" Target="../ink/ink2102.xml"/><Relationship Id="rId14" Type="http://schemas.openxmlformats.org/officeDocument/2006/relationships/customXml" Target="../ink/ink2005.xml"/><Relationship Id="rId30" Type="http://schemas.openxmlformats.org/officeDocument/2006/relationships/customXml" Target="../ink/ink2013.xml"/><Relationship Id="rId35" Type="http://schemas.openxmlformats.org/officeDocument/2006/relationships/image" Target="../media/image1989.png"/><Relationship Id="rId56" Type="http://schemas.openxmlformats.org/officeDocument/2006/relationships/customXml" Target="../ink/ink2026.xml"/><Relationship Id="rId77" Type="http://schemas.openxmlformats.org/officeDocument/2006/relationships/image" Target="../media/image2010.png"/><Relationship Id="rId100" Type="http://schemas.openxmlformats.org/officeDocument/2006/relationships/customXml" Target="../ink/ink2048.xml"/><Relationship Id="rId105" Type="http://schemas.openxmlformats.org/officeDocument/2006/relationships/image" Target="../media/image2024.png"/><Relationship Id="rId126" Type="http://schemas.openxmlformats.org/officeDocument/2006/relationships/customXml" Target="../ink/ink2061.xml"/><Relationship Id="rId147" Type="http://schemas.openxmlformats.org/officeDocument/2006/relationships/image" Target="../media/image2045.png"/><Relationship Id="rId168" Type="http://schemas.openxmlformats.org/officeDocument/2006/relationships/customXml" Target="../ink/ink2082.xml"/><Relationship Id="rId8" Type="http://schemas.openxmlformats.org/officeDocument/2006/relationships/customXml" Target="../ink/ink2002.xml"/><Relationship Id="rId51" Type="http://schemas.openxmlformats.org/officeDocument/2006/relationships/image" Target="../media/image1997.png"/><Relationship Id="rId72" Type="http://schemas.openxmlformats.org/officeDocument/2006/relationships/customXml" Target="../ink/ink2034.xml"/><Relationship Id="rId93" Type="http://schemas.openxmlformats.org/officeDocument/2006/relationships/image" Target="../media/image2018.png"/><Relationship Id="rId98" Type="http://schemas.openxmlformats.org/officeDocument/2006/relationships/customXml" Target="../ink/ink2047.xml"/><Relationship Id="rId121" Type="http://schemas.openxmlformats.org/officeDocument/2006/relationships/image" Target="../media/image2032.png"/><Relationship Id="rId142" Type="http://schemas.openxmlformats.org/officeDocument/2006/relationships/customXml" Target="../ink/ink2069.xml"/><Relationship Id="rId163" Type="http://schemas.openxmlformats.org/officeDocument/2006/relationships/image" Target="../media/image2053.png"/><Relationship Id="rId184" Type="http://schemas.openxmlformats.org/officeDocument/2006/relationships/customXml" Target="../ink/ink2090.xml"/><Relationship Id="rId189" Type="http://schemas.openxmlformats.org/officeDocument/2006/relationships/image" Target="../media/image2066.png"/><Relationship Id="rId219" Type="http://schemas.openxmlformats.org/officeDocument/2006/relationships/image" Target="../media/image2081.png"/><Relationship Id="rId3" Type="http://schemas.openxmlformats.org/officeDocument/2006/relationships/image" Target="../media/image1973.png"/><Relationship Id="rId214" Type="http://schemas.openxmlformats.org/officeDocument/2006/relationships/customXml" Target="../ink/ink2105.xml"/><Relationship Id="rId25" Type="http://schemas.openxmlformats.org/officeDocument/2006/relationships/image" Target="../media/image1984.png"/><Relationship Id="rId46" Type="http://schemas.openxmlformats.org/officeDocument/2006/relationships/customXml" Target="../ink/ink2021.xml"/><Relationship Id="rId67" Type="http://schemas.openxmlformats.org/officeDocument/2006/relationships/image" Target="../media/image2005.png"/><Relationship Id="rId116" Type="http://schemas.openxmlformats.org/officeDocument/2006/relationships/customXml" Target="../ink/ink2056.xml"/><Relationship Id="rId137" Type="http://schemas.openxmlformats.org/officeDocument/2006/relationships/image" Target="../media/image2040.png"/><Relationship Id="rId158" Type="http://schemas.openxmlformats.org/officeDocument/2006/relationships/customXml" Target="../ink/ink2077.xml"/><Relationship Id="rId20" Type="http://schemas.openxmlformats.org/officeDocument/2006/relationships/customXml" Target="../ink/ink2008.xml"/><Relationship Id="rId41" Type="http://schemas.openxmlformats.org/officeDocument/2006/relationships/image" Target="../media/image1992.png"/><Relationship Id="rId62" Type="http://schemas.openxmlformats.org/officeDocument/2006/relationships/customXml" Target="../ink/ink2029.xml"/><Relationship Id="rId83" Type="http://schemas.openxmlformats.org/officeDocument/2006/relationships/image" Target="../media/image2013.png"/><Relationship Id="rId88" Type="http://schemas.openxmlformats.org/officeDocument/2006/relationships/customXml" Target="../ink/ink2042.xml"/><Relationship Id="rId111" Type="http://schemas.openxmlformats.org/officeDocument/2006/relationships/image" Target="../media/image2027.png"/><Relationship Id="rId132" Type="http://schemas.openxmlformats.org/officeDocument/2006/relationships/customXml" Target="../ink/ink2064.xml"/><Relationship Id="rId153" Type="http://schemas.openxmlformats.org/officeDocument/2006/relationships/image" Target="../media/image2048.png"/><Relationship Id="rId174" Type="http://schemas.openxmlformats.org/officeDocument/2006/relationships/customXml" Target="../ink/ink2085.xml"/><Relationship Id="rId179" Type="http://schemas.openxmlformats.org/officeDocument/2006/relationships/image" Target="../media/image2061.png"/><Relationship Id="rId195" Type="http://schemas.openxmlformats.org/officeDocument/2006/relationships/image" Target="../media/image2069.png"/><Relationship Id="rId209" Type="http://schemas.openxmlformats.org/officeDocument/2006/relationships/image" Target="../media/image2076.png"/><Relationship Id="rId190" Type="http://schemas.openxmlformats.org/officeDocument/2006/relationships/customXml" Target="../ink/ink2093.xml"/><Relationship Id="rId204" Type="http://schemas.openxmlformats.org/officeDocument/2006/relationships/customXml" Target="../ink/ink2100.xml"/><Relationship Id="rId15" Type="http://schemas.openxmlformats.org/officeDocument/2006/relationships/image" Target="../media/image1979.png"/><Relationship Id="rId36" Type="http://schemas.openxmlformats.org/officeDocument/2006/relationships/customXml" Target="../ink/ink2016.xml"/><Relationship Id="rId57" Type="http://schemas.openxmlformats.org/officeDocument/2006/relationships/image" Target="../media/image2000.png"/><Relationship Id="rId106" Type="http://schemas.openxmlformats.org/officeDocument/2006/relationships/customXml" Target="../ink/ink2051.xml"/><Relationship Id="rId127" Type="http://schemas.openxmlformats.org/officeDocument/2006/relationships/image" Target="../media/image2035.png"/><Relationship Id="rId10" Type="http://schemas.openxmlformats.org/officeDocument/2006/relationships/customXml" Target="../ink/ink2003.xml"/><Relationship Id="rId31" Type="http://schemas.openxmlformats.org/officeDocument/2006/relationships/image" Target="../media/image1987.png"/><Relationship Id="rId52" Type="http://schemas.openxmlformats.org/officeDocument/2006/relationships/customXml" Target="../ink/ink2024.xml"/><Relationship Id="rId73" Type="http://schemas.openxmlformats.org/officeDocument/2006/relationships/image" Target="../media/image2008.png"/><Relationship Id="rId78" Type="http://schemas.openxmlformats.org/officeDocument/2006/relationships/customXml" Target="../ink/ink2037.xml"/><Relationship Id="rId94" Type="http://schemas.openxmlformats.org/officeDocument/2006/relationships/customXml" Target="../ink/ink2045.xml"/><Relationship Id="rId99" Type="http://schemas.openxmlformats.org/officeDocument/2006/relationships/image" Target="../media/image2021.png"/><Relationship Id="rId101" Type="http://schemas.openxmlformats.org/officeDocument/2006/relationships/image" Target="../media/image2022.png"/><Relationship Id="rId122" Type="http://schemas.openxmlformats.org/officeDocument/2006/relationships/customXml" Target="../ink/ink2059.xml"/><Relationship Id="rId143" Type="http://schemas.openxmlformats.org/officeDocument/2006/relationships/image" Target="../media/image2043.png"/><Relationship Id="rId148" Type="http://schemas.openxmlformats.org/officeDocument/2006/relationships/customXml" Target="../ink/ink2072.xml"/><Relationship Id="rId164" Type="http://schemas.openxmlformats.org/officeDocument/2006/relationships/customXml" Target="../ink/ink2080.xml"/><Relationship Id="rId169" Type="http://schemas.openxmlformats.org/officeDocument/2006/relationships/image" Target="../media/image2056.png"/><Relationship Id="rId185" Type="http://schemas.openxmlformats.org/officeDocument/2006/relationships/image" Target="../media/image2064.png"/><Relationship Id="rId4" Type="http://schemas.openxmlformats.org/officeDocument/2006/relationships/customXml" Target="../ink/ink2000.xml"/><Relationship Id="rId9" Type="http://schemas.openxmlformats.org/officeDocument/2006/relationships/image" Target="../media/image1976.png"/><Relationship Id="rId180" Type="http://schemas.openxmlformats.org/officeDocument/2006/relationships/customXml" Target="../ink/ink2088.xml"/><Relationship Id="rId210" Type="http://schemas.openxmlformats.org/officeDocument/2006/relationships/customXml" Target="../ink/ink2103.xml"/><Relationship Id="rId215" Type="http://schemas.openxmlformats.org/officeDocument/2006/relationships/image" Target="../media/image2079.png"/><Relationship Id="rId26" Type="http://schemas.openxmlformats.org/officeDocument/2006/relationships/customXml" Target="../ink/ink2011.xml"/><Relationship Id="rId47" Type="http://schemas.openxmlformats.org/officeDocument/2006/relationships/image" Target="../media/image1995.png"/><Relationship Id="rId68" Type="http://schemas.openxmlformats.org/officeDocument/2006/relationships/customXml" Target="../ink/ink2032.xml"/><Relationship Id="rId89" Type="http://schemas.openxmlformats.org/officeDocument/2006/relationships/image" Target="../media/image2016.png"/><Relationship Id="rId112" Type="http://schemas.openxmlformats.org/officeDocument/2006/relationships/customXml" Target="../ink/ink2054.xml"/><Relationship Id="rId133" Type="http://schemas.openxmlformats.org/officeDocument/2006/relationships/image" Target="../media/image2038.png"/><Relationship Id="rId154" Type="http://schemas.openxmlformats.org/officeDocument/2006/relationships/customXml" Target="../ink/ink2075.xml"/><Relationship Id="rId175" Type="http://schemas.openxmlformats.org/officeDocument/2006/relationships/image" Target="../media/image2059.png"/><Relationship Id="rId196" Type="http://schemas.openxmlformats.org/officeDocument/2006/relationships/customXml" Target="../ink/ink2096.xml"/><Relationship Id="rId200" Type="http://schemas.openxmlformats.org/officeDocument/2006/relationships/customXml" Target="../ink/ink2098.xml"/><Relationship Id="rId16" Type="http://schemas.openxmlformats.org/officeDocument/2006/relationships/customXml" Target="../ink/ink2006.xml"/><Relationship Id="rId37" Type="http://schemas.openxmlformats.org/officeDocument/2006/relationships/image" Target="../media/image1990.png"/><Relationship Id="rId58" Type="http://schemas.openxmlformats.org/officeDocument/2006/relationships/customXml" Target="../ink/ink2027.xml"/><Relationship Id="rId79" Type="http://schemas.openxmlformats.org/officeDocument/2006/relationships/image" Target="../media/image2011.png"/><Relationship Id="rId102" Type="http://schemas.openxmlformats.org/officeDocument/2006/relationships/customXml" Target="../ink/ink2049.xml"/><Relationship Id="rId123" Type="http://schemas.openxmlformats.org/officeDocument/2006/relationships/image" Target="../media/image2033.png"/><Relationship Id="rId144" Type="http://schemas.openxmlformats.org/officeDocument/2006/relationships/customXml" Target="../ink/ink2070.xml"/><Relationship Id="rId90" Type="http://schemas.openxmlformats.org/officeDocument/2006/relationships/customXml" Target="../ink/ink2043.xml"/><Relationship Id="rId165" Type="http://schemas.openxmlformats.org/officeDocument/2006/relationships/image" Target="../media/image2054.png"/><Relationship Id="rId186" Type="http://schemas.openxmlformats.org/officeDocument/2006/relationships/customXml" Target="../ink/ink2091.xml"/><Relationship Id="rId211" Type="http://schemas.openxmlformats.org/officeDocument/2006/relationships/image" Target="../media/image2077.png"/><Relationship Id="rId27" Type="http://schemas.openxmlformats.org/officeDocument/2006/relationships/image" Target="../media/image1985.png"/><Relationship Id="rId48" Type="http://schemas.openxmlformats.org/officeDocument/2006/relationships/customXml" Target="../ink/ink2022.xml"/><Relationship Id="rId69" Type="http://schemas.openxmlformats.org/officeDocument/2006/relationships/image" Target="../media/image2006.png"/><Relationship Id="rId113" Type="http://schemas.openxmlformats.org/officeDocument/2006/relationships/image" Target="../media/image2028.png"/><Relationship Id="rId134" Type="http://schemas.openxmlformats.org/officeDocument/2006/relationships/customXml" Target="../ink/ink2065.xml"/><Relationship Id="rId80" Type="http://schemas.openxmlformats.org/officeDocument/2006/relationships/customXml" Target="../ink/ink2038.xml"/><Relationship Id="rId155" Type="http://schemas.openxmlformats.org/officeDocument/2006/relationships/image" Target="../media/image2049.png"/><Relationship Id="rId176" Type="http://schemas.openxmlformats.org/officeDocument/2006/relationships/customXml" Target="../ink/ink2086.xml"/><Relationship Id="rId197" Type="http://schemas.openxmlformats.org/officeDocument/2006/relationships/image" Target="../media/image2070.png"/><Relationship Id="rId201" Type="http://schemas.openxmlformats.org/officeDocument/2006/relationships/image" Target="../media/image2072.png"/><Relationship Id="rId17" Type="http://schemas.openxmlformats.org/officeDocument/2006/relationships/image" Target="../media/image1980.png"/><Relationship Id="rId38" Type="http://schemas.openxmlformats.org/officeDocument/2006/relationships/customXml" Target="../ink/ink2017.xml"/><Relationship Id="rId59" Type="http://schemas.openxmlformats.org/officeDocument/2006/relationships/image" Target="../media/image2001.png"/><Relationship Id="rId103" Type="http://schemas.openxmlformats.org/officeDocument/2006/relationships/image" Target="../media/image2023.png"/><Relationship Id="rId124" Type="http://schemas.openxmlformats.org/officeDocument/2006/relationships/customXml" Target="../ink/ink2060.xml"/><Relationship Id="rId70" Type="http://schemas.openxmlformats.org/officeDocument/2006/relationships/customXml" Target="../ink/ink2033.xml"/><Relationship Id="rId91" Type="http://schemas.openxmlformats.org/officeDocument/2006/relationships/image" Target="../media/image2017.png"/><Relationship Id="rId145" Type="http://schemas.openxmlformats.org/officeDocument/2006/relationships/image" Target="../media/image2044.png"/><Relationship Id="rId166" Type="http://schemas.openxmlformats.org/officeDocument/2006/relationships/customXml" Target="../ink/ink2081.xml"/><Relationship Id="rId187" Type="http://schemas.openxmlformats.org/officeDocument/2006/relationships/image" Target="../media/image20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04.xml"/><Relationship Id="rId28" Type="http://schemas.openxmlformats.org/officeDocument/2006/relationships/customXml" Target="../ink/ink2012.xml"/><Relationship Id="rId49" Type="http://schemas.openxmlformats.org/officeDocument/2006/relationships/image" Target="../media/image1996.png"/><Relationship Id="rId114" Type="http://schemas.openxmlformats.org/officeDocument/2006/relationships/customXml" Target="../ink/ink2055.xml"/><Relationship Id="rId60" Type="http://schemas.openxmlformats.org/officeDocument/2006/relationships/customXml" Target="../ink/ink2028.xml"/><Relationship Id="rId81" Type="http://schemas.openxmlformats.org/officeDocument/2006/relationships/image" Target="../media/image2012.png"/><Relationship Id="rId135" Type="http://schemas.openxmlformats.org/officeDocument/2006/relationships/image" Target="../media/image2039.png"/><Relationship Id="rId156" Type="http://schemas.openxmlformats.org/officeDocument/2006/relationships/customXml" Target="../ink/ink2076.xml"/><Relationship Id="rId177" Type="http://schemas.openxmlformats.org/officeDocument/2006/relationships/image" Target="../media/image2060.png"/><Relationship Id="rId198" Type="http://schemas.openxmlformats.org/officeDocument/2006/relationships/customXml" Target="../ink/ink2097.xml"/><Relationship Id="rId202" Type="http://schemas.openxmlformats.org/officeDocument/2006/relationships/customXml" Target="../ink/ink2099.xml"/><Relationship Id="rId18" Type="http://schemas.openxmlformats.org/officeDocument/2006/relationships/customXml" Target="../ink/ink2007.xml"/><Relationship Id="rId39" Type="http://schemas.openxmlformats.org/officeDocument/2006/relationships/image" Target="../media/image1991.png"/><Relationship Id="rId50" Type="http://schemas.openxmlformats.org/officeDocument/2006/relationships/customXml" Target="../ink/ink2023.xml"/><Relationship Id="rId104" Type="http://schemas.openxmlformats.org/officeDocument/2006/relationships/customXml" Target="../ink/ink2050.xml"/><Relationship Id="rId125" Type="http://schemas.openxmlformats.org/officeDocument/2006/relationships/image" Target="../media/image2034.png"/><Relationship Id="rId146" Type="http://schemas.openxmlformats.org/officeDocument/2006/relationships/customXml" Target="../ink/ink2071.xml"/><Relationship Id="rId167" Type="http://schemas.openxmlformats.org/officeDocument/2006/relationships/image" Target="../media/image2055.png"/><Relationship Id="rId188" Type="http://schemas.openxmlformats.org/officeDocument/2006/relationships/customXml" Target="../ink/ink2092.xml"/><Relationship Id="rId71" Type="http://schemas.openxmlformats.org/officeDocument/2006/relationships/image" Target="../media/image2007.png"/><Relationship Id="rId92" Type="http://schemas.openxmlformats.org/officeDocument/2006/relationships/customXml" Target="../ink/ink2044.xml"/><Relationship Id="rId213" Type="http://schemas.openxmlformats.org/officeDocument/2006/relationships/image" Target="../media/image2078.png"/><Relationship Id="rId2" Type="http://schemas.openxmlformats.org/officeDocument/2006/relationships/customXml" Target="../ink/ink1999.xml"/><Relationship Id="rId29" Type="http://schemas.openxmlformats.org/officeDocument/2006/relationships/image" Target="../media/image1986.png"/><Relationship Id="rId40" Type="http://schemas.openxmlformats.org/officeDocument/2006/relationships/customXml" Target="../ink/ink2018.xml"/><Relationship Id="rId115" Type="http://schemas.openxmlformats.org/officeDocument/2006/relationships/image" Target="../media/image2029.png"/><Relationship Id="rId136" Type="http://schemas.openxmlformats.org/officeDocument/2006/relationships/customXml" Target="../ink/ink2066.xml"/><Relationship Id="rId157" Type="http://schemas.openxmlformats.org/officeDocument/2006/relationships/image" Target="../media/image2050.png"/><Relationship Id="rId178" Type="http://schemas.openxmlformats.org/officeDocument/2006/relationships/customXml" Target="../ink/ink2087.xml"/><Relationship Id="rId61" Type="http://schemas.openxmlformats.org/officeDocument/2006/relationships/image" Target="../media/image2002.png"/><Relationship Id="rId82" Type="http://schemas.openxmlformats.org/officeDocument/2006/relationships/customXml" Target="../ink/ink2039.xml"/><Relationship Id="rId199" Type="http://schemas.openxmlformats.org/officeDocument/2006/relationships/image" Target="../media/image2071.png"/><Relationship Id="rId203" Type="http://schemas.openxmlformats.org/officeDocument/2006/relationships/image" Target="../media/image2073.png"/><Relationship Id="rId19" Type="http://schemas.openxmlformats.org/officeDocument/2006/relationships/image" Target="../media/image198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39.png"/><Relationship Id="rId21" Type="http://schemas.openxmlformats.org/officeDocument/2006/relationships/image" Target="../media/image2091.png"/><Relationship Id="rId63" Type="http://schemas.openxmlformats.org/officeDocument/2006/relationships/image" Target="../media/image2112.png"/><Relationship Id="rId159" Type="http://schemas.openxmlformats.org/officeDocument/2006/relationships/image" Target="../media/image2160.png"/><Relationship Id="rId170" Type="http://schemas.openxmlformats.org/officeDocument/2006/relationships/customXml" Target="../ink/ink2192.xml"/><Relationship Id="rId226" Type="http://schemas.openxmlformats.org/officeDocument/2006/relationships/customXml" Target="../ink/ink2220.xml"/><Relationship Id="rId107" Type="http://schemas.openxmlformats.org/officeDocument/2006/relationships/image" Target="../media/image2134.png"/><Relationship Id="rId11" Type="http://schemas.openxmlformats.org/officeDocument/2006/relationships/image" Target="../media/image2086.png"/><Relationship Id="rId32" Type="http://schemas.openxmlformats.org/officeDocument/2006/relationships/customXml" Target="../ink/ink2123.xml"/><Relationship Id="rId53" Type="http://schemas.openxmlformats.org/officeDocument/2006/relationships/image" Target="../media/image2107.png"/><Relationship Id="rId74" Type="http://schemas.openxmlformats.org/officeDocument/2006/relationships/customXml" Target="../ink/ink2144.xml"/><Relationship Id="rId128" Type="http://schemas.openxmlformats.org/officeDocument/2006/relationships/customXml" Target="../ink/ink2171.xml"/><Relationship Id="rId149" Type="http://schemas.openxmlformats.org/officeDocument/2006/relationships/image" Target="../media/image2155.png"/><Relationship Id="rId5" Type="http://schemas.openxmlformats.org/officeDocument/2006/relationships/image" Target="../media/image2083.png"/><Relationship Id="rId95" Type="http://schemas.openxmlformats.org/officeDocument/2006/relationships/image" Target="../media/image2128.png"/><Relationship Id="rId160" Type="http://schemas.openxmlformats.org/officeDocument/2006/relationships/customXml" Target="../ink/ink2187.xml"/><Relationship Id="rId181" Type="http://schemas.openxmlformats.org/officeDocument/2006/relationships/image" Target="../media/image2171.png"/><Relationship Id="rId216" Type="http://schemas.openxmlformats.org/officeDocument/2006/relationships/customXml" Target="../ink/ink2215.xml"/><Relationship Id="rId237" Type="http://schemas.openxmlformats.org/officeDocument/2006/relationships/image" Target="../media/image2199.png"/><Relationship Id="rId258" Type="http://schemas.openxmlformats.org/officeDocument/2006/relationships/customXml" Target="../ink/ink2236.xml"/><Relationship Id="rId22" Type="http://schemas.openxmlformats.org/officeDocument/2006/relationships/customXml" Target="../ink/ink2118.xml"/><Relationship Id="rId43" Type="http://schemas.openxmlformats.org/officeDocument/2006/relationships/image" Target="../media/image2102.png"/><Relationship Id="rId64" Type="http://schemas.openxmlformats.org/officeDocument/2006/relationships/customXml" Target="../ink/ink2139.xml"/><Relationship Id="rId118" Type="http://schemas.openxmlformats.org/officeDocument/2006/relationships/customXml" Target="../ink/ink2166.xml"/><Relationship Id="rId139" Type="http://schemas.openxmlformats.org/officeDocument/2006/relationships/image" Target="../media/image2150.png"/><Relationship Id="rId85" Type="http://schemas.openxmlformats.org/officeDocument/2006/relationships/image" Target="../media/image2123.png"/><Relationship Id="rId150" Type="http://schemas.openxmlformats.org/officeDocument/2006/relationships/customXml" Target="../ink/ink2182.xml"/><Relationship Id="rId171" Type="http://schemas.openxmlformats.org/officeDocument/2006/relationships/image" Target="../media/image2166.png"/><Relationship Id="rId192" Type="http://schemas.openxmlformats.org/officeDocument/2006/relationships/customXml" Target="../ink/ink2203.xml"/><Relationship Id="rId206" Type="http://schemas.openxmlformats.org/officeDocument/2006/relationships/customXml" Target="../ink/ink2210.xml"/><Relationship Id="rId227" Type="http://schemas.openxmlformats.org/officeDocument/2006/relationships/image" Target="../media/image2194.png"/><Relationship Id="rId248" Type="http://schemas.openxmlformats.org/officeDocument/2006/relationships/customXml" Target="../ink/ink2231.xml"/><Relationship Id="rId12" Type="http://schemas.openxmlformats.org/officeDocument/2006/relationships/customXml" Target="../ink/ink2113.xml"/><Relationship Id="rId33" Type="http://schemas.openxmlformats.org/officeDocument/2006/relationships/image" Target="../media/image2097.png"/><Relationship Id="rId108" Type="http://schemas.openxmlformats.org/officeDocument/2006/relationships/customXml" Target="../ink/ink2161.xml"/><Relationship Id="rId129" Type="http://schemas.openxmlformats.org/officeDocument/2006/relationships/image" Target="../media/image2145.png"/><Relationship Id="rId54" Type="http://schemas.openxmlformats.org/officeDocument/2006/relationships/customXml" Target="../ink/ink2134.xml"/><Relationship Id="rId75" Type="http://schemas.openxmlformats.org/officeDocument/2006/relationships/image" Target="../media/image2118.png"/><Relationship Id="rId96" Type="http://schemas.openxmlformats.org/officeDocument/2006/relationships/customXml" Target="../ink/ink2155.xml"/><Relationship Id="rId140" Type="http://schemas.openxmlformats.org/officeDocument/2006/relationships/customXml" Target="../ink/ink2177.xml"/><Relationship Id="rId161" Type="http://schemas.openxmlformats.org/officeDocument/2006/relationships/image" Target="../media/image2161.png"/><Relationship Id="rId182" Type="http://schemas.openxmlformats.org/officeDocument/2006/relationships/customXml" Target="../ink/ink2198.xml"/><Relationship Id="rId217" Type="http://schemas.openxmlformats.org/officeDocument/2006/relationships/image" Target="../media/image2189.png"/><Relationship Id="rId6" Type="http://schemas.openxmlformats.org/officeDocument/2006/relationships/customXml" Target="../ink/ink2110.xml"/><Relationship Id="rId238" Type="http://schemas.openxmlformats.org/officeDocument/2006/relationships/customXml" Target="../ink/ink2226.xml"/><Relationship Id="rId259" Type="http://schemas.openxmlformats.org/officeDocument/2006/relationships/image" Target="../media/image2210.png"/><Relationship Id="rId23" Type="http://schemas.openxmlformats.org/officeDocument/2006/relationships/image" Target="../media/image2092.png"/><Relationship Id="rId119" Type="http://schemas.openxmlformats.org/officeDocument/2006/relationships/image" Target="../media/image2140.png"/><Relationship Id="rId44" Type="http://schemas.openxmlformats.org/officeDocument/2006/relationships/customXml" Target="../ink/ink2129.xml"/><Relationship Id="rId65" Type="http://schemas.openxmlformats.org/officeDocument/2006/relationships/image" Target="../media/image2113.png"/><Relationship Id="rId86" Type="http://schemas.openxmlformats.org/officeDocument/2006/relationships/customXml" Target="../ink/ink2150.xml"/><Relationship Id="rId130" Type="http://schemas.openxmlformats.org/officeDocument/2006/relationships/customXml" Target="../ink/ink2172.xml"/><Relationship Id="rId151" Type="http://schemas.openxmlformats.org/officeDocument/2006/relationships/image" Target="../media/image2156.png"/><Relationship Id="rId172" Type="http://schemas.openxmlformats.org/officeDocument/2006/relationships/customXml" Target="../ink/ink2193.xml"/><Relationship Id="rId193" Type="http://schemas.openxmlformats.org/officeDocument/2006/relationships/image" Target="../media/image2177.png"/><Relationship Id="rId207" Type="http://schemas.openxmlformats.org/officeDocument/2006/relationships/image" Target="../media/image2184.png"/><Relationship Id="rId228" Type="http://schemas.openxmlformats.org/officeDocument/2006/relationships/customXml" Target="../ink/ink2221.xml"/><Relationship Id="rId249" Type="http://schemas.openxmlformats.org/officeDocument/2006/relationships/image" Target="../media/image2205.png"/><Relationship Id="rId13" Type="http://schemas.openxmlformats.org/officeDocument/2006/relationships/image" Target="../media/image2087.png"/><Relationship Id="rId109" Type="http://schemas.openxmlformats.org/officeDocument/2006/relationships/image" Target="../media/image2135.png"/><Relationship Id="rId260" Type="http://schemas.openxmlformats.org/officeDocument/2006/relationships/customXml" Target="../ink/ink2237.xml"/><Relationship Id="rId34" Type="http://schemas.openxmlformats.org/officeDocument/2006/relationships/customXml" Target="../ink/ink2124.xml"/><Relationship Id="rId55" Type="http://schemas.openxmlformats.org/officeDocument/2006/relationships/image" Target="../media/image2108.png"/><Relationship Id="rId76" Type="http://schemas.openxmlformats.org/officeDocument/2006/relationships/customXml" Target="../ink/ink2145.xml"/><Relationship Id="rId97" Type="http://schemas.openxmlformats.org/officeDocument/2006/relationships/image" Target="../media/image2129.png"/><Relationship Id="rId120" Type="http://schemas.openxmlformats.org/officeDocument/2006/relationships/customXml" Target="../ink/ink2167.xml"/><Relationship Id="rId141" Type="http://schemas.openxmlformats.org/officeDocument/2006/relationships/image" Target="../media/image2151.png"/><Relationship Id="rId7" Type="http://schemas.openxmlformats.org/officeDocument/2006/relationships/image" Target="../media/image2084.png"/><Relationship Id="rId162" Type="http://schemas.openxmlformats.org/officeDocument/2006/relationships/customXml" Target="../ink/ink2188.xml"/><Relationship Id="rId183" Type="http://schemas.openxmlformats.org/officeDocument/2006/relationships/image" Target="../media/image2172.png"/><Relationship Id="rId218" Type="http://schemas.openxmlformats.org/officeDocument/2006/relationships/customXml" Target="../ink/ink2216.xml"/><Relationship Id="rId239" Type="http://schemas.openxmlformats.org/officeDocument/2006/relationships/image" Target="../media/image2200.png"/><Relationship Id="rId250" Type="http://schemas.openxmlformats.org/officeDocument/2006/relationships/customXml" Target="../ink/ink2232.xml"/><Relationship Id="rId24" Type="http://schemas.openxmlformats.org/officeDocument/2006/relationships/customXml" Target="../ink/ink2119.xml"/><Relationship Id="rId45" Type="http://schemas.openxmlformats.org/officeDocument/2006/relationships/image" Target="../media/image2103.png"/><Relationship Id="rId66" Type="http://schemas.openxmlformats.org/officeDocument/2006/relationships/customXml" Target="../ink/ink2140.xml"/><Relationship Id="rId87" Type="http://schemas.openxmlformats.org/officeDocument/2006/relationships/image" Target="../media/image2124.png"/><Relationship Id="rId110" Type="http://schemas.openxmlformats.org/officeDocument/2006/relationships/customXml" Target="../ink/ink2162.xml"/><Relationship Id="rId131" Type="http://schemas.openxmlformats.org/officeDocument/2006/relationships/image" Target="../media/image2146.png"/><Relationship Id="rId152" Type="http://schemas.openxmlformats.org/officeDocument/2006/relationships/customXml" Target="../ink/ink2183.xml"/><Relationship Id="rId173" Type="http://schemas.openxmlformats.org/officeDocument/2006/relationships/image" Target="../media/image2167.png"/><Relationship Id="rId194" Type="http://schemas.openxmlformats.org/officeDocument/2006/relationships/customXml" Target="../ink/ink2204.xml"/><Relationship Id="rId208" Type="http://schemas.openxmlformats.org/officeDocument/2006/relationships/customXml" Target="../ink/ink2211.xml"/><Relationship Id="rId229" Type="http://schemas.openxmlformats.org/officeDocument/2006/relationships/image" Target="../media/image2195.png"/><Relationship Id="rId240" Type="http://schemas.openxmlformats.org/officeDocument/2006/relationships/customXml" Target="../ink/ink2227.xml"/><Relationship Id="rId261" Type="http://schemas.openxmlformats.org/officeDocument/2006/relationships/image" Target="../media/image2211.png"/><Relationship Id="rId14" Type="http://schemas.openxmlformats.org/officeDocument/2006/relationships/customXml" Target="../ink/ink2114.xml"/><Relationship Id="rId35" Type="http://schemas.openxmlformats.org/officeDocument/2006/relationships/image" Target="../media/image2098.png"/><Relationship Id="rId56" Type="http://schemas.openxmlformats.org/officeDocument/2006/relationships/customXml" Target="../ink/ink2135.xml"/><Relationship Id="rId77" Type="http://schemas.openxmlformats.org/officeDocument/2006/relationships/image" Target="../media/image2119.png"/><Relationship Id="rId100" Type="http://schemas.openxmlformats.org/officeDocument/2006/relationships/customXml" Target="../ink/ink2157.xml"/><Relationship Id="rId8" Type="http://schemas.openxmlformats.org/officeDocument/2006/relationships/customXml" Target="../ink/ink2111.xml"/><Relationship Id="rId98" Type="http://schemas.openxmlformats.org/officeDocument/2006/relationships/customXml" Target="../ink/ink2156.xml"/><Relationship Id="rId121" Type="http://schemas.openxmlformats.org/officeDocument/2006/relationships/image" Target="../media/image2141.png"/><Relationship Id="rId142" Type="http://schemas.openxmlformats.org/officeDocument/2006/relationships/customXml" Target="../ink/ink2178.xml"/><Relationship Id="rId163" Type="http://schemas.openxmlformats.org/officeDocument/2006/relationships/image" Target="../media/image2162.png"/><Relationship Id="rId184" Type="http://schemas.openxmlformats.org/officeDocument/2006/relationships/customXml" Target="../ink/ink2199.xml"/><Relationship Id="rId219" Type="http://schemas.openxmlformats.org/officeDocument/2006/relationships/image" Target="../media/image2190.png"/><Relationship Id="rId230" Type="http://schemas.openxmlformats.org/officeDocument/2006/relationships/customXml" Target="../ink/ink2222.xml"/><Relationship Id="rId251" Type="http://schemas.openxmlformats.org/officeDocument/2006/relationships/image" Target="../media/image2206.png"/><Relationship Id="rId25" Type="http://schemas.openxmlformats.org/officeDocument/2006/relationships/image" Target="../media/image2093.png"/><Relationship Id="rId46" Type="http://schemas.openxmlformats.org/officeDocument/2006/relationships/customXml" Target="../ink/ink2130.xml"/><Relationship Id="rId67" Type="http://schemas.openxmlformats.org/officeDocument/2006/relationships/image" Target="../media/image2114.png"/><Relationship Id="rId88" Type="http://schemas.openxmlformats.org/officeDocument/2006/relationships/customXml" Target="../ink/ink2151.xml"/><Relationship Id="rId111" Type="http://schemas.openxmlformats.org/officeDocument/2006/relationships/image" Target="../media/image2136.png"/><Relationship Id="rId132" Type="http://schemas.openxmlformats.org/officeDocument/2006/relationships/customXml" Target="../ink/ink2173.xml"/><Relationship Id="rId153" Type="http://schemas.openxmlformats.org/officeDocument/2006/relationships/image" Target="../media/image2157.png"/><Relationship Id="rId174" Type="http://schemas.openxmlformats.org/officeDocument/2006/relationships/customXml" Target="../ink/ink2194.xml"/><Relationship Id="rId195" Type="http://schemas.openxmlformats.org/officeDocument/2006/relationships/image" Target="../media/image2178.png"/><Relationship Id="rId209" Type="http://schemas.openxmlformats.org/officeDocument/2006/relationships/image" Target="../media/image2185.png"/><Relationship Id="rId220" Type="http://schemas.openxmlformats.org/officeDocument/2006/relationships/customXml" Target="../ink/ink2217.xml"/><Relationship Id="rId241" Type="http://schemas.openxmlformats.org/officeDocument/2006/relationships/image" Target="../media/image2201.png"/><Relationship Id="rId15" Type="http://schemas.openxmlformats.org/officeDocument/2006/relationships/image" Target="../media/image2088.png"/><Relationship Id="rId36" Type="http://schemas.openxmlformats.org/officeDocument/2006/relationships/customXml" Target="../ink/ink2125.xml"/><Relationship Id="rId57" Type="http://schemas.openxmlformats.org/officeDocument/2006/relationships/image" Target="../media/image2109.png"/><Relationship Id="rId262" Type="http://schemas.openxmlformats.org/officeDocument/2006/relationships/customXml" Target="../ink/ink2238.xml"/><Relationship Id="rId78" Type="http://schemas.openxmlformats.org/officeDocument/2006/relationships/customXml" Target="../ink/ink2146.xml"/><Relationship Id="rId99" Type="http://schemas.openxmlformats.org/officeDocument/2006/relationships/image" Target="../media/image2130.png"/><Relationship Id="rId101" Type="http://schemas.openxmlformats.org/officeDocument/2006/relationships/image" Target="../media/image2131.png"/><Relationship Id="rId122" Type="http://schemas.openxmlformats.org/officeDocument/2006/relationships/customXml" Target="../ink/ink2168.xml"/><Relationship Id="rId143" Type="http://schemas.openxmlformats.org/officeDocument/2006/relationships/image" Target="../media/image2152.png"/><Relationship Id="rId164" Type="http://schemas.openxmlformats.org/officeDocument/2006/relationships/customXml" Target="../ink/ink2189.xml"/><Relationship Id="rId185" Type="http://schemas.openxmlformats.org/officeDocument/2006/relationships/image" Target="../media/image2173.png"/><Relationship Id="rId9" Type="http://schemas.openxmlformats.org/officeDocument/2006/relationships/image" Target="../media/image2085.png"/><Relationship Id="rId210" Type="http://schemas.openxmlformats.org/officeDocument/2006/relationships/customXml" Target="../ink/ink2212.xml"/><Relationship Id="rId26" Type="http://schemas.openxmlformats.org/officeDocument/2006/relationships/customXml" Target="../ink/ink2120.xml"/><Relationship Id="rId231" Type="http://schemas.openxmlformats.org/officeDocument/2006/relationships/image" Target="../media/image2196.png"/><Relationship Id="rId252" Type="http://schemas.openxmlformats.org/officeDocument/2006/relationships/customXml" Target="../ink/ink2233.xml"/><Relationship Id="rId47" Type="http://schemas.openxmlformats.org/officeDocument/2006/relationships/image" Target="../media/image2104.png"/><Relationship Id="rId68" Type="http://schemas.openxmlformats.org/officeDocument/2006/relationships/customXml" Target="../ink/ink2141.xml"/><Relationship Id="rId89" Type="http://schemas.openxmlformats.org/officeDocument/2006/relationships/image" Target="../media/image2125.png"/><Relationship Id="rId112" Type="http://schemas.openxmlformats.org/officeDocument/2006/relationships/customXml" Target="../ink/ink2163.xml"/><Relationship Id="rId133" Type="http://schemas.openxmlformats.org/officeDocument/2006/relationships/image" Target="../media/image2147.png"/><Relationship Id="rId154" Type="http://schemas.openxmlformats.org/officeDocument/2006/relationships/customXml" Target="../ink/ink2184.xml"/><Relationship Id="rId175" Type="http://schemas.openxmlformats.org/officeDocument/2006/relationships/image" Target="../media/image2168.png"/><Relationship Id="rId196" Type="http://schemas.openxmlformats.org/officeDocument/2006/relationships/customXml" Target="../ink/ink2205.xml"/><Relationship Id="rId200" Type="http://schemas.openxmlformats.org/officeDocument/2006/relationships/customXml" Target="../ink/ink2207.xml"/><Relationship Id="rId16" Type="http://schemas.openxmlformats.org/officeDocument/2006/relationships/customXml" Target="../ink/ink2115.xml"/><Relationship Id="rId221" Type="http://schemas.openxmlformats.org/officeDocument/2006/relationships/image" Target="../media/image2191.png"/><Relationship Id="rId242" Type="http://schemas.openxmlformats.org/officeDocument/2006/relationships/customXml" Target="../ink/ink2228.xml"/><Relationship Id="rId263" Type="http://schemas.openxmlformats.org/officeDocument/2006/relationships/image" Target="../media/image2212.png"/><Relationship Id="rId37" Type="http://schemas.openxmlformats.org/officeDocument/2006/relationships/image" Target="../media/image2099.png"/><Relationship Id="rId58" Type="http://schemas.openxmlformats.org/officeDocument/2006/relationships/customXml" Target="../ink/ink2136.xml"/><Relationship Id="rId79" Type="http://schemas.openxmlformats.org/officeDocument/2006/relationships/image" Target="../media/image2120.png"/><Relationship Id="rId102" Type="http://schemas.openxmlformats.org/officeDocument/2006/relationships/customXml" Target="../ink/ink2158.xml"/><Relationship Id="rId123" Type="http://schemas.openxmlformats.org/officeDocument/2006/relationships/image" Target="../media/image2142.png"/><Relationship Id="rId144" Type="http://schemas.openxmlformats.org/officeDocument/2006/relationships/customXml" Target="../ink/ink2179.xml"/><Relationship Id="rId90" Type="http://schemas.openxmlformats.org/officeDocument/2006/relationships/customXml" Target="../ink/ink2152.xml"/><Relationship Id="rId165" Type="http://schemas.openxmlformats.org/officeDocument/2006/relationships/image" Target="../media/image2163.png"/><Relationship Id="rId186" Type="http://schemas.openxmlformats.org/officeDocument/2006/relationships/customXml" Target="../ink/ink2200.xml"/><Relationship Id="rId211" Type="http://schemas.openxmlformats.org/officeDocument/2006/relationships/image" Target="../media/image2186.png"/><Relationship Id="rId232" Type="http://schemas.openxmlformats.org/officeDocument/2006/relationships/customXml" Target="../ink/ink2223.xml"/><Relationship Id="rId253" Type="http://schemas.openxmlformats.org/officeDocument/2006/relationships/image" Target="../media/image2207.png"/><Relationship Id="rId27" Type="http://schemas.openxmlformats.org/officeDocument/2006/relationships/image" Target="../media/image2094.png"/><Relationship Id="rId48" Type="http://schemas.openxmlformats.org/officeDocument/2006/relationships/customXml" Target="../ink/ink2131.xml"/><Relationship Id="rId69" Type="http://schemas.openxmlformats.org/officeDocument/2006/relationships/image" Target="../media/image2115.png"/><Relationship Id="rId113" Type="http://schemas.openxmlformats.org/officeDocument/2006/relationships/image" Target="../media/image2137.png"/><Relationship Id="rId134" Type="http://schemas.openxmlformats.org/officeDocument/2006/relationships/customXml" Target="../ink/ink2174.xml"/><Relationship Id="rId80" Type="http://schemas.openxmlformats.org/officeDocument/2006/relationships/customXml" Target="../ink/ink2147.xml"/><Relationship Id="rId155" Type="http://schemas.openxmlformats.org/officeDocument/2006/relationships/image" Target="../media/image2158.png"/><Relationship Id="rId176" Type="http://schemas.openxmlformats.org/officeDocument/2006/relationships/customXml" Target="../ink/ink2195.xml"/><Relationship Id="rId197" Type="http://schemas.openxmlformats.org/officeDocument/2006/relationships/image" Target="../media/image2179.png"/><Relationship Id="rId201" Type="http://schemas.openxmlformats.org/officeDocument/2006/relationships/image" Target="../media/image2181.png"/><Relationship Id="rId222" Type="http://schemas.openxmlformats.org/officeDocument/2006/relationships/customXml" Target="../ink/ink2218.xml"/><Relationship Id="rId243" Type="http://schemas.openxmlformats.org/officeDocument/2006/relationships/image" Target="../media/image2202.png"/><Relationship Id="rId264" Type="http://schemas.openxmlformats.org/officeDocument/2006/relationships/customXml" Target="../ink/ink2239.xml"/><Relationship Id="rId17" Type="http://schemas.openxmlformats.org/officeDocument/2006/relationships/image" Target="../media/image2089.png"/><Relationship Id="rId38" Type="http://schemas.openxmlformats.org/officeDocument/2006/relationships/customXml" Target="../ink/ink2126.xml"/><Relationship Id="rId59" Type="http://schemas.openxmlformats.org/officeDocument/2006/relationships/image" Target="../media/image2110.png"/><Relationship Id="rId103" Type="http://schemas.openxmlformats.org/officeDocument/2006/relationships/image" Target="../media/image2132.png"/><Relationship Id="rId124" Type="http://schemas.openxmlformats.org/officeDocument/2006/relationships/customXml" Target="../ink/ink2169.xml"/><Relationship Id="rId70" Type="http://schemas.openxmlformats.org/officeDocument/2006/relationships/customXml" Target="../ink/ink2142.xml"/><Relationship Id="rId91" Type="http://schemas.openxmlformats.org/officeDocument/2006/relationships/image" Target="../media/image2126.png"/><Relationship Id="rId145" Type="http://schemas.openxmlformats.org/officeDocument/2006/relationships/image" Target="../media/image2153.png"/><Relationship Id="rId166" Type="http://schemas.openxmlformats.org/officeDocument/2006/relationships/customXml" Target="../ink/ink2190.xml"/><Relationship Id="rId187" Type="http://schemas.openxmlformats.org/officeDocument/2006/relationships/image" Target="../media/image217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13.xml"/><Relationship Id="rId233" Type="http://schemas.openxmlformats.org/officeDocument/2006/relationships/image" Target="../media/image2197.png"/><Relationship Id="rId254" Type="http://schemas.openxmlformats.org/officeDocument/2006/relationships/customXml" Target="../ink/ink2234.xml"/><Relationship Id="rId28" Type="http://schemas.openxmlformats.org/officeDocument/2006/relationships/customXml" Target="../ink/ink2121.xml"/><Relationship Id="rId49" Type="http://schemas.openxmlformats.org/officeDocument/2006/relationships/image" Target="../media/image2105.png"/><Relationship Id="rId114" Type="http://schemas.openxmlformats.org/officeDocument/2006/relationships/customXml" Target="../ink/ink2164.xml"/><Relationship Id="rId60" Type="http://schemas.openxmlformats.org/officeDocument/2006/relationships/customXml" Target="../ink/ink2137.xml"/><Relationship Id="rId81" Type="http://schemas.openxmlformats.org/officeDocument/2006/relationships/image" Target="../media/image2121.png"/><Relationship Id="rId135" Type="http://schemas.openxmlformats.org/officeDocument/2006/relationships/image" Target="../media/image2148.png"/><Relationship Id="rId156" Type="http://schemas.openxmlformats.org/officeDocument/2006/relationships/customXml" Target="../ink/ink2185.xml"/><Relationship Id="rId177" Type="http://schemas.openxmlformats.org/officeDocument/2006/relationships/image" Target="../media/image2169.png"/><Relationship Id="rId198" Type="http://schemas.openxmlformats.org/officeDocument/2006/relationships/customXml" Target="../ink/ink2206.xml"/><Relationship Id="rId202" Type="http://schemas.openxmlformats.org/officeDocument/2006/relationships/customXml" Target="../ink/ink2208.xml"/><Relationship Id="rId223" Type="http://schemas.openxmlformats.org/officeDocument/2006/relationships/image" Target="../media/image2192.png"/><Relationship Id="rId244" Type="http://schemas.openxmlformats.org/officeDocument/2006/relationships/customXml" Target="../ink/ink2229.xml"/><Relationship Id="rId18" Type="http://schemas.openxmlformats.org/officeDocument/2006/relationships/customXml" Target="../ink/ink2116.xml"/><Relationship Id="rId39" Type="http://schemas.openxmlformats.org/officeDocument/2006/relationships/image" Target="../media/image2100.png"/><Relationship Id="rId265" Type="http://schemas.openxmlformats.org/officeDocument/2006/relationships/image" Target="../media/image2213.png"/><Relationship Id="rId50" Type="http://schemas.openxmlformats.org/officeDocument/2006/relationships/customXml" Target="../ink/ink2132.xml"/><Relationship Id="rId104" Type="http://schemas.openxmlformats.org/officeDocument/2006/relationships/customXml" Target="../ink/ink2159.xml"/><Relationship Id="rId125" Type="http://schemas.openxmlformats.org/officeDocument/2006/relationships/image" Target="../media/image2143.png"/><Relationship Id="rId146" Type="http://schemas.openxmlformats.org/officeDocument/2006/relationships/customXml" Target="../ink/ink2180.xml"/><Relationship Id="rId167" Type="http://schemas.openxmlformats.org/officeDocument/2006/relationships/image" Target="../media/image2164.png"/><Relationship Id="rId188" Type="http://schemas.openxmlformats.org/officeDocument/2006/relationships/customXml" Target="../ink/ink2201.xml"/><Relationship Id="rId71" Type="http://schemas.openxmlformats.org/officeDocument/2006/relationships/image" Target="../media/image2116.png"/><Relationship Id="rId92" Type="http://schemas.openxmlformats.org/officeDocument/2006/relationships/customXml" Target="../ink/ink2153.xml"/><Relationship Id="rId213" Type="http://schemas.openxmlformats.org/officeDocument/2006/relationships/image" Target="../media/image2187.png"/><Relationship Id="rId234" Type="http://schemas.openxmlformats.org/officeDocument/2006/relationships/customXml" Target="../ink/ink2224.xml"/><Relationship Id="rId2" Type="http://schemas.openxmlformats.org/officeDocument/2006/relationships/customXml" Target="../ink/ink2108.xml"/><Relationship Id="rId29" Type="http://schemas.openxmlformats.org/officeDocument/2006/relationships/image" Target="../media/image2095.png"/><Relationship Id="rId255" Type="http://schemas.openxmlformats.org/officeDocument/2006/relationships/image" Target="../media/image2208.png"/><Relationship Id="rId40" Type="http://schemas.openxmlformats.org/officeDocument/2006/relationships/customXml" Target="../ink/ink2127.xml"/><Relationship Id="rId115" Type="http://schemas.openxmlformats.org/officeDocument/2006/relationships/image" Target="../media/image2138.png"/><Relationship Id="rId136" Type="http://schemas.openxmlformats.org/officeDocument/2006/relationships/customXml" Target="../ink/ink2175.xml"/><Relationship Id="rId157" Type="http://schemas.openxmlformats.org/officeDocument/2006/relationships/image" Target="../media/image2159.png"/><Relationship Id="rId178" Type="http://schemas.openxmlformats.org/officeDocument/2006/relationships/customXml" Target="../ink/ink2196.xml"/><Relationship Id="rId61" Type="http://schemas.openxmlformats.org/officeDocument/2006/relationships/image" Target="../media/image2111.png"/><Relationship Id="rId82" Type="http://schemas.openxmlformats.org/officeDocument/2006/relationships/customXml" Target="../ink/ink2148.xml"/><Relationship Id="rId199" Type="http://schemas.openxmlformats.org/officeDocument/2006/relationships/image" Target="../media/image2180.png"/><Relationship Id="rId203" Type="http://schemas.openxmlformats.org/officeDocument/2006/relationships/image" Target="../media/image2182.png"/><Relationship Id="rId19" Type="http://schemas.openxmlformats.org/officeDocument/2006/relationships/image" Target="../media/image2090.png"/><Relationship Id="rId224" Type="http://schemas.openxmlformats.org/officeDocument/2006/relationships/customXml" Target="../ink/ink2219.xml"/><Relationship Id="rId245" Type="http://schemas.openxmlformats.org/officeDocument/2006/relationships/image" Target="../media/image2203.png"/><Relationship Id="rId266" Type="http://schemas.openxmlformats.org/officeDocument/2006/relationships/customXml" Target="../ink/ink2240.xml"/><Relationship Id="rId30" Type="http://schemas.openxmlformats.org/officeDocument/2006/relationships/customXml" Target="../ink/ink2122.xml"/><Relationship Id="rId105" Type="http://schemas.openxmlformats.org/officeDocument/2006/relationships/image" Target="../media/image2133.png"/><Relationship Id="rId126" Type="http://schemas.openxmlformats.org/officeDocument/2006/relationships/customXml" Target="../ink/ink2170.xml"/><Relationship Id="rId147" Type="http://schemas.openxmlformats.org/officeDocument/2006/relationships/image" Target="../media/image2154.png"/><Relationship Id="rId168" Type="http://schemas.openxmlformats.org/officeDocument/2006/relationships/customXml" Target="../ink/ink2191.xml"/><Relationship Id="rId51" Type="http://schemas.openxmlformats.org/officeDocument/2006/relationships/image" Target="../media/image2106.png"/><Relationship Id="rId72" Type="http://schemas.openxmlformats.org/officeDocument/2006/relationships/customXml" Target="../ink/ink2143.xml"/><Relationship Id="rId93" Type="http://schemas.openxmlformats.org/officeDocument/2006/relationships/image" Target="../media/image2127.png"/><Relationship Id="rId189" Type="http://schemas.openxmlformats.org/officeDocument/2006/relationships/image" Target="../media/image2175.png"/><Relationship Id="rId3" Type="http://schemas.openxmlformats.org/officeDocument/2006/relationships/image" Target="../media/image2082.png"/><Relationship Id="rId214" Type="http://schemas.openxmlformats.org/officeDocument/2006/relationships/customXml" Target="../ink/ink2214.xml"/><Relationship Id="rId235" Type="http://schemas.openxmlformats.org/officeDocument/2006/relationships/image" Target="../media/image2198.png"/><Relationship Id="rId256" Type="http://schemas.openxmlformats.org/officeDocument/2006/relationships/customXml" Target="../ink/ink2235.xml"/><Relationship Id="rId116" Type="http://schemas.openxmlformats.org/officeDocument/2006/relationships/customXml" Target="../ink/ink2165.xml"/><Relationship Id="rId137" Type="http://schemas.openxmlformats.org/officeDocument/2006/relationships/image" Target="../media/image2149.png"/><Relationship Id="rId158" Type="http://schemas.openxmlformats.org/officeDocument/2006/relationships/customXml" Target="../ink/ink2186.xml"/><Relationship Id="rId20" Type="http://schemas.openxmlformats.org/officeDocument/2006/relationships/customXml" Target="../ink/ink2117.xml"/><Relationship Id="rId41" Type="http://schemas.openxmlformats.org/officeDocument/2006/relationships/image" Target="../media/image2101.png"/><Relationship Id="rId62" Type="http://schemas.openxmlformats.org/officeDocument/2006/relationships/customXml" Target="../ink/ink2138.xml"/><Relationship Id="rId83" Type="http://schemas.openxmlformats.org/officeDocument/2006/relationships/image" Target="../media/image2122.png"/><Relationship Id="rId179" Type="http://schemas.openxmlformats.org/officeDocument/2006/relationships/image" Target="../media/image2170.png"/><Relationship Id="rId190" Type="http://schemas.openxmlformats.org/officeDocument/2006/relationships/customXml" Target="../ink/ink2202.xml"/><Relationship Id="rId204" Type="http://schemas.openxmlformats.org/officeDocument/2006/relationships/customXml" Target="../ink/ink2209.xml"/><Relationship Id="rId225" Type="http://schemas.openxmlformats.org/officeDocument/2006/relationships/image" Target="../media/image2193.png"/><Relationship Id="rId246" Type="http://schemas.openxmlformats.org/officeDocument/2006/relationships/customXml" Target="../ink/ink2230.xml"/><Relationship Id="rId267" Type="http://schemas.openxmlformats.org/officeDocument/2006/relationships/image" Target="../media/image2214.png"/><Relationship Id="rId106" Type="http://schemas.openxmlformats.org/officeDocument/2006/relationships/customXml" Target="../ink/ink2160.xml"/><Relationship Id="rId127" Type="http://schemas.openxmlformats.org/officeDocument/2006/relationships/image" Target="../media/image2144.png"/><Relationship Id="rId10" Type="http://schemas.openxmlformats.org/officeDocument/2006/relationships/customXml" Target="../ink/ink2112.xml"/><Relationship Id="rId31" Type="http://schemas.openxmlformats.org/officeDocument/2006/relationships/image" Target="../media/image2096.png"/><Relationship Id="rId52" Type="http://schemas.openxmlformats.org/officeDocument/2006/relationships/customXml" Target="../ink/ink2133.xml"/><Relationship Id="rId73" Type="http://schemas.openxmlformats.org/officeDocument/2006/relationships/image" Target="../media/image2117.png"/><Relationship Id="rId94" Type="http://schemas.openxmlformats.org/officeDocument/2006/relationships/customXml" Target="../ink/ink2154.xml"/><Relationship Id="rId148" Type="http://schemas.openxmlformats.org/officeDocument/2006/relationships/customXml" Target="../ink/ink2181.xml"/><Relationship Id="rId169" Type="http://schemas.openxmlformats.org/officeDocument/2006/relationships/image" Target="../media/image2165.png"/><Relationship Id="rId4" Type="http://schemas.openxmlformats.org/officeDocument/2006/relationships/customXml" Target="../ink/ink2109.xml"/><Relationship Id="rId180" Type="http://schemas.openxmlformats.org/officeDocument/2006/relationships/customXml" Target="../ink/ink2197.xml"/><Relationship Id="rId215" Type="http://schemas.openxmlformats.org/officeDocument/2006/relationships/image" Target="../media/image2188.png"/><Relationship Id="rId236" Type="http://schemas.openxmlformats.org/officeDocument/2006/relationships/customXml" Target="../ink/ink2225.xml"/><Relationship Id="rId257" Type="http://schemas.openxmlformats.org/officeDocument/2006/relationships/image" Target="../media/image2209.png"/><Relationship Id="rId42" Type="http://schemas.openxmlformats.org/officeDocument/2006/relationships/customXml" Target="../ink/ink2128.xml"/><Relationship Id="rId84" Type="http://schemas.openxmlformats.org/officeDocument/2006/relationships/customXml" Target="../ink/ink2149.xml"/><Relationship Id="rId138" Type="http://schemas.openxmlformats.org/officeDocument/2006/relationships/customXml" Target="../ink/ink2176.xml"/><Relationship Id="rId191" Type="http://schemas.openxmlformats.org/officeDocument/2006/relationships/image" Target="../media/image2176.png"/><Relationship Id="rId205" Type="http://schemas.openxmlformats.org/officeDocument/2006/relationships/image" Target="../media/image2183.png"/><Relationship Id="rId247" Type="http://schemas.openxmlformats.org/officeDocument/2006/relationships/image" Target="../media/image2204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53.xml"/><Relationship Id="rId21" Type="http://schemas.openxmlformats.org/officeDocument/2006/relationships/image" Target="../media/image2224.png"/><Relationship Id="rId42" Type="http://schemas.openxmlformats.org/officeDocument/2006/relationships/customXml" Target="../ink/ink2261.xml"/><Relationship Id="rId47" Type="http://schemas.openxmlformats.org/officeDocument/2006/relationships/image" Target="../media/image2237.png"/><Relationship Id="rId63" Type="http://schemas.openxmlformats.org/officeDocument/2006/relationships/image" Target="../media/image2245.png"/><Relationship Id="rId68" Type="http://schemas.openxmlformats.org/officeDocument/2006/relationships/customXml" Target="../ink/ink2274.xml"/><Relationship Id="rId84" Type="http://schemas.openxmlformats.org/officeDocument/2006/relationships/customXml" Target="../ink/ink2282.xml"/><Relationship Id="rId89" Type="http://schemas.openxmlformats.org/officeDocument/2006/relationships/image" Target="../media/image2258.png"/><Relationship Id="rId16" Type="http://schemas.openxmlformats.org/officeDocument/2006/relationships/customXml" Target="../ink/ink2248.xml"/><Relationship Id="rId11" Type="http://schemas.openxmlformats.org/officeDocument/2006/relationships/image" Target="../media/image2219.png"/><Relationship Id="rId32" Type="http://schemas.openxmlformats.org/officeDocument/2006/relationships/customXml" Target="../ink/ink2256.xml"/><Relationship Id="rId37" Type="http://schemas.openxmlformats.org/officeDocument/2006/relationships/image" Target="../media/image2232.png"/><Relationship Id="rId53" Type="http://schemas.openxmlformats.org/officeDocument/2006/relationships/image" Target="../media/image2240.png"/><Relationship Id="rId58" Type="http://schemas.openxmlformats.org/officeDocument/2006/relationships/customXml" Target="../ink/ink2269.xml"/><Relationship Id="rId74" Type="http://schemas.openxmlformats.org/officeDocument/2006/relationships/customXml" Target="../ink/ink2277.xml"/><Relationship Id="rId79" Type="http://schemas.openxmlformats.org/officeDocument/2006/relationships/image" Target="../media/image2253.png"/><Relationship Id="rId5" Type="http://schemas.openxmlformats.org/officeDocument/2006/relationships/image" Target="../media/image2216.png"/><Relationship Id="rId90" Type="http://schemas.openxmlformats.org/officeDocument/2006/relationships/customXml" Target="../ink/ink2285.xml"/><Relationship Id="rId95" Type="http://schemas.openxmlformats.org/officeDocument/2006/relationships/image" Target="../media/image2261.png"/><Relationship Id="rId22" Type="http://schemas.openxmlformats.org/officeDocument/2006/relationships/customXml" Target="../ink/ink2251.xml"/><Relationship Id="rId27" Type="http://schemas.openxmlformats.org/officeDocument/2006/relationships/image" Target="../media/image2227.png"/><Relationship Id="rId43" Type="http://schemas.openxmlformats.org/officeDocument/2006/relationships/image" Target="../media/image2235.png"/><Relationship Id="rId48" Type="http://schemas.openxmlformats.org/officeDocument/2006/relationships/customXml" Target="../ink/ink2264.xml"/><Relationship Id="rId64" Type="http://schemas.openxmlformats.org/officeDocument/2006/relationships/customXml" Target="../ink/ink2272.xml"/><Relationship Id="rId69" Type="http://schemas.openxmlformats.org/officeDocument/2006/relationships/image" Target="../media/image2248.png"/><Relationship Id="rId80" Type="http://schemas.openxmlformats.org/officeDocument/2006/relationships/customXml" Target="../ink/ink2280.xml"/><Relationship Id="rId85" Type="http://schemas.openxmlformats.org/officeDocument/2006/relationships/image" Target="../media/image2256.png"/><Relationship Id="rId3" Type="http://schemas.openxmlformats.org/officeDocument/2006/relationships/image" Target="../media/image2215.png"/><Relationship Id="rId12" Type="http://schemas.openxmlformats.org/officeDocument/2006/relationships/customXml" Target="../ink/ink2246.xml"/><Relationship Id="rId17" Type="http://schemas.openxmlformats.org/officeDocument/2006/relationships/image" Target="../media/image2222.png"/><Relationship Id="rId25" Type="http://schemas.openxmlformats.org/officeDocument/2006/relationships/image" Target="../media/image2226.png"/><Relationship Id="rId33" Type="http://schemas.openxmlformats.org/officeDocument/2006/relationships/image" Target="../media/image2230.png"/><Relationship Id="rId38" Type="http://schemas.openxmlformats.org/officeDocument/2006/relationships/customXml" Target="../ink/ink2259.xml"/><Relationship Id="rId46" Type="http://schemas.openxmlformats.org/officeDocument/2006/relationships/customXml" Target="../ink/ink2263.xml"/><Relationship Id="rId59" Type="http://schemas.openxmlformats.org/officeDocument/2006/relationships/image" Target="../media/image2243.png"/><Relationship Id="rId67" Type="http://schemas.openxmlformats.org/officeDocument/2006/relationships/image" Target="../media/image2247.png"/><Relationship Id="rId20" Type="http://schemas.openxmlformats.org/officeDocument/2006/relationships/customXml" Target="../ink/ink2250.xml"/><Relationship Id="rId41" Type="http://schemas.openxmlformats.org/officeDocument/2006/relationships/image" Target="../media/image2234.png"/><Relationship Id="rId54" Type="http://schemas.openxmlformats.org/officeDocument/2006/relationships/customXml" Target="../ink/ink2267.xml"/><Relationship Id="rId62" Type="http://schemas.openxmlformats.org/officeDocument/2006/relationships/customXml" Target="../ink/ink2271.xml"/><Relationship Id="rId70" Type="http://schemas.openxmlformats.org/officeDocument/2006/relationships/customXml" Target="../ink/ink2275.xml"/><Relationship Id="rId75" Type="http://schemas.openxmlformats.org/officeDocument/2006/relationships/image" Target="../media/image2251.png"/><Relationship Id="rId83" Type="http://schemas.openxmlformats.org/officeDocument/2006/relationships/image" Target="../media/image2255.png"/><Relationship Id="rId88" Type="http://schemas.openxmlformats.org/officeDocument/2006/relationships/customXml" Target="../ink/ink2284.xml"/><Relationship Id="rId91" Type="http://schemas.openxmlformats.org/officeDocument/2006/relationships/image" Target="../media/image2259.png"/><Relationship Id="rId96" Type="http://schemas.openxmlformats.org/officeDocument/2006/relationships/customXml" Target="../ink/ink228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43.xml"/><Relationship Id="rId15" Type="http://schemas.openxmlformats.org/officeDocument/2006/relationships/image" Target="../media/image2221.png"/><Relationship Id="rId23" Type="http://schemas.openxmlformats.org/officeDocument/2006/relationships/image" Target="../media/image2225.png"/><Relationship Id="rId28" Type="http://schemas.openxmlformats.org/officeDocument/2006/relationships/customXml" Target="../ink/ink2254.xml"/><Relationship Id="rId36" Type="http://schemas.openxmlformats.org/officeDocument/2006/relationships/customXml" Target="../ink/ink2258.xml"/><Relationship Id="rId49" Type="http://schemas.openxmlformats.org/officeDocument/2006/relationships/image" Target="../media/image2238.png"/><Relationship Id="rId57" Type="http://schemas.openxmlformats.org/officeDocument/2006/relationships/image" Target="../media/image2242.png"/><Relationship Id="rId10" Type="http://schemas.openxmlformats.org/officeDocument/2006/relationships/customXml" Target="../ink/ink2245.xml"/><Relationship Id="rId31" Type="http://schemas.openxmlformats.org/officeDocument/2006/relationships/image" Target="../media/image2229.png"/><Relationship Id="rId44" Type="http://schemas.openxmlformats.org/officeDocument/2006/relationships/customXml" Target="../ink/ink2262.xml"/><Relationship Id="rId52" Type="http://schemas.openxmlformats.org/officeDocument/2006/relationships/customXml" Target="../ink/ink2266.xml"/><Relationship Id="rId60" Type="http://schemas.openxmlformats.org/officeDocument/2006/relationships/customXml" Target="../ink/ink2270.xml"/><Relationship Id="rId65" Type="http://schemas.openxmlformats.org/officeDocument/2006/relationships/image" Target="../media/image2246.png"/><Relationship Id="rId73" Type="http://schemas.openxmlformats.org/officeDocument/2006/relationships/image" Target="../media/image2250.png"/><Relationship Id="rId78" Type="http://schemas.openxmlformats.org/officeDocument/2006/relationships/customXml" Target="../ink/ink2279.xml"/><Relationship Id="rId81" Type="http://schemas.openxmlformats.org/officeDocument/2006/relationships/image" Target="../media/image2254.png"/><Relationship Id="rId86" Type="http://schemas.openxmlformats.org/officeDocument/2006/relationships/customXml" Target="../ink/ink2283.xml"/><Relationship Id="rId94" Type="http://schemas.openxmlformats.org/officeDocument/2006/relationships/customXml" Target="../ink/ink2287.xml"/><Relationship Id="rId4" Type="http://schemas.openxmlformats.org/officeDocument/2006/relationships/customXml" Target="../ink/ink2242.xml"/><Relationship Id="rId9" Type="http://schemas.openxmlformats.org/officeDocument/2006/relationships/image" Target="../media/image2218.png"/><Relationship Id="rId13" Type="http://schemas.openxmlformats.org/officeDocument/2006/relationships/image" Target="../media/image2220.png"/><Relationship Id="rId18" Type="http://schemas.openxmlformats.org/officeDocument/2006/relationships/customXml" Target="../ink/ink2249.xml"/><Relationship Id="rId39" Type="http://schemas.openxmlformats.org/officeDocument/2006/relationships/image" Target="../media/image2233.png"/><Relationship Id="rId34" Type="http://schemas.openxmlformats.org/officeDocument/2006/relationships/customXml" Target="../ink/ink2257.xml"/><Relationship Id="rId50" Type="http://schemas.openxmlformats.org/officeDocument/2006/relationships/customXml" Target="../ink/ink2265.xml"/><Relationship Id="rId55" Type="http://schemas.openxmlformats.org/officeDocument/2006/relationships/image" Target="../media/image2241.png"/><Relationship Id="rId76" Type="http://schemas.openxmlformats.org/officeDocument/2006/relationships/customXml" Target="../ink/ink2278.xml"/><Relationship Id="rId97" Type="http://schemas.openxmlformats.org/officeDocument/2006/relationships/image" Target="../media/image2262.png"/><Relationship Id="rId7" Type="http://schemas.openxmlformats.org/officeDocument/2006/relationships/image" Target="../media/image2217.png"/><Relationship Id="rId71" Type="http://schemas.openxmlformats.org/officeDocument/2006/relationships/image" Target="../media/image2249.png"/><Relationship Id="rId92" Type="http://schemas.openxmlformats.org/officeDocument/2006/relationships/customXml" Target="../ink/ink2286.xml"/><Relationship Id="rId2" Type="http://schemas.openxmlformats.org/officeDocument/2006/relationships/customXml" Target="../ink/ink2241.xml"/><Relationship Id="rId29" Type="http://schemas.openxmlformats.org/officeDocument/2006/relationships/image" Target="../media/image2228.png"/><Relationship Id="rId24" Type="http://schemas.openxmlformats.org/officeDocument/2006/relationships/customXml" Target="../ink/ink2252.xml"/><Relationship Id="rId40" Type="http://schemas.openxmlformats.org/officeDocument/2006/relationships/customXml" Target="../ink/ink2260.xml"/><Relationship Id="rId45" Type="http://schemas.openxmlformats.org/officeDocument/2006/relationships/image" Target="../media/image2236.png"/><Relationship Id="rId66" Type="http://schemas.openxmlformats.org/officeDocument/2006/relationships/customXml" Target="../ink/ink2273.xml"/><Relationship Id="rId87" Type="http://schemas.openxmlformats.org/officeDocument/2006/relationships/image" Target="../media/image2257.png"/><Relationship Id="rId61" Type="http://schemas.openxmlformats.org/officeDocument/2006/relationships/image" Target="../media/image2244.png"/><Relationship Id="rId82" Type="http://schemas.openxmlformats.org/officeDocument/2006/relationships/customXml" Target="../ink/ink2281.xml"/><Relationship Id="rId19" Type="http://schemas.openxmlformats.org/officeDocument/2006/relationships/image" Target="../media/image2223.png"/><Relationship Id="rId14" Type="http://schemas.openxmlformats.org/officeDocument/2006/relationships/customXml" Target="../ink/ink2247.xml"/><Relationship Id="rId30" Type="http://schemas.openxmlformats.org/officeDocument/2006/relationships/customXml" Target="../ink/ink2255.xml"/><Relationship Id="rId35" Type="http://schemas.openxmlformats.org/officeDocument/2006/relationships/image" Target="../media/image2231.png"/><Relationship Id="rId56" Type="http://schemas.openxmlformats.org/officeDocument/2006/relationships/customXml" Target="../ink/ink2268.xml"/><Relationship Id="rId77" Type="http://schemas.openxmlformats.org/officeDocument/2006/relationships/image" Target="../media/image2252.png"/><Relationship Id="rId8" Type="http://schemas.openxmlformats.org/officeDocument/2006/relationships/customXml" Target="../ink/ink2244.xml"/><Relationship Id="rId51" Type="http://schemas.openxmlformats.org/officeDocument/2006/relationships/image" Target="../media/image2239.png"/><Relationship Id="rId72" Type="http://schemas.openxmlformats.org/officeDocument/2006/relationships/customXml" Target="../ink/ink2276.xml"/><Relationship Id="rId93" Type="http://schemas.openxmlformats.org/officeDocument/2006/relationships/image" Target="../media/image22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4267C56-832C-B02D-14E3-377A971CAAEF}"/>
              </a:ext>
            </a:extLst>
          </p:cNvPr>
          <p:cNvGrpSpPr/>
          <p:nvPr/>
        </p:nvGrpSpPr>
        <p:grpSpPr>
          <a:xfrm>
            <a:off x="6623745" y="266055"/>
            <a:ext cx="3565080" cy="714960"/>
            <a:chOff x="6623745" y="266055"/>
            <a:chExt cx="3565080" cy="7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0CAC1E-C14D-1811-F078-F94D24245760}"/>
                    </a:ext>
                  </a:extLst>
                </p14:cNvPr>
                <p14:cNvContentPartPr/>
                <p14:nvPr/>
              </p14:nvContentPartPr>
              <p14:xfrm>
                <a:off x="6623745" y="330495"/>
                <a:ext cx="96120" cy="35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0CAC1E-C14D-1811-F078-F94D2424576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17625" y="324375"/>
                  <a:ext cx="1083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2D97D1-6491-205B-6EEA-0CAC1FC0BCCA}"/>
                    </a:ext>
                  </a:extLst>
                </p14:cNvPr>
                <p14:cNvContentPartPr/>
                <p14:nvPr/>
              </p14:nvContentPartPr>
              <p14:xfrm>
                <a:off x="6720945" y="266055"/>
                <a:ext cx="735120" cy="500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2D97D1-6491-205B-6EEA-0CAC1FC0BC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14825" y="259935"/>
                  <a:ext cx="7473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F53F0A-9D0F-6934-E0F0-38AA30867ECC}"/>
                    </a:ext>
                  </a:extLst>
                </p14:cNvPr>
                <p14:cNvContentPartPr/>
                <p14:nvPr/>
              </p14:nvContentPartPr>
              <p14:xfrm>
                <a:off x="7529145" y="460455"/>
                <a:ext cx="312480" cy="24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F53F0A-9D0F-6934-E0F0-38AA30867E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23025" y="454335"/>
                  <a:ext cx="324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360E50-7C72-A70A-960F-5E86FD76F614}"/>
                    </a:ext>
                  </a:extLst>
                </p14:cNvPr>
                <p14:cNvContentPartPr/>
                <p14:nvPr/>
              </p14:nvContentPartPr>
              <p14:xfrm>
                <a:off x="7964385" y="388815"/>
                <a:ext cx="757080" cy="33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360E50-7C72-A70A-960F-5E86FD76F6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58265" y="382695"/>
                  <a:ext cx="769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756B1F-BE7B-5D0A-F8A1-995E8109D060}"/>
                    </a:ext>
                  </a:extLst>
                </p14:cNvPr>
                <p14:cNvContentPartPr/>
                <p14:nvPr/>
              </p14:nvContentPartPr>
              <p14:xfrm>
                <a:off x="8812185" y="335535"/>
                <a:ext cx="27720" cy="70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756B1F-BE7B-5D0A-F8A1-995E8109D0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06065" y="329415"/>
                  <a:ext cx="3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D29A91-DA46-7497-AF92-BA0D8A4510C6}"/>
                    </a:ext>
                  </a:extLst>
                </p14:cNvPr>
                <p14:cNvContentPartPr/>
                <p14:nvPr/>
              </p14:nvContentPartPr>
              <p14:xfrm>
                <a:off x="8886705" y="585375"/>
                <a:ext cx="232560" cy="32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D29A91-DA46-7497-AF92-BA0D8A4510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80585" y="579255"/>
                  <a:ext cx="244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822FCF-D907-B939-9E11-B1731DB4B0EE}"/>
                    </a:ext>
                  </a:extLst>
                </p14:cNvPr>
                <p14:cNvContentPartPr/>
                <p14:nvPr/>
              </p14:nvContentPartPr>
              <p14:xfrm>
                <a:off x="9332025" y="563055"/>
                <a:ext cx="524520" cy="41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822FCF-D907-B939-9E11-B1731DB4B0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25905" y="556935"/>
                  <a:ext cx="5367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F5D9D5-10FE-89A7-A3F3-09456B7ADFBA}"/>
                    </a:ext>
                  </a:extLst>
                </p14:cNvPr>
                <p14:cNvContentPartPr/>
                <p14:nvPr/>
              </p14:nvContentPartPr>
              <p14:xfrm>
                <a:off x="10173705" y="865455"/>
                <a:ext cx="15120" cy="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F5D9D5-10FE-89A7-A3F3-09456B7ADF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67585" y="859335"/>
                  <a:ext cx="273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A04AE1-3452-CD64-6FF4-2DDCFFB9651A}"/>
              </a:ext>
            </a:extLst>
          </p:cNvPr>
          <p:cNvGrpSpPr/>
          <p:nvPr/>
        </p:nvGrpSpPr>
        <p:grpSpPr>
          <a:xfrm>
            <a:off x="502305" y="167415"/>
            <a:ext cx="5613120" cy="1945800"/>
            <a:chOff x="502305" y="167415"/>
            <a:chExt cx="5613120" cy="19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F040D0-1E70-AC60-6B37-697A619436D1}"/>
                    </a:ext>
                  </a:extLst>
                </p14:cNvPr>
                <p14:cNvContentPartPr/>
                <p14:nvPr/>
              </p14:nvContentPartPr>
              <p14:xfrm>
                <a:off x="502305" y="167415"/>
                <a:ext cx="433800" cy="844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F040D0-1E70-AC60-6B37-697A619436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6185" y="161295"/>
                  <a:ext cx="446040" cy="85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1EE902-A248-599F-15B7-1A9157072979}"/>
                    </a:ext>
                  </a:extLst>
                </p14:cNvPr>
                <p14:cNvContentPartPr/>
                <p14:nvPr/>
              </p14:nvContentPartPr>
              <p14:xfrm>
                <a:off x="1173705" y="541815"/>
                <a:ext cx="397080" cy="295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1EE902-A248-599F-15B7-1A91570729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7585" y="535695"/>
                  <a:ext cx="409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D889F7-7AAC-CFAF-C23B-A83AAF111B68}"/>
                    </a:ext>
                  </a:extLst>
                </p14:cNvPr>
                <p14:cNvContentPartPr/>
                <p14:nvPr/>
              </p14:nvContentPartPr>
              <p14:xfrm>
                <a:off x="1743945" y="484215"/>
                <a:ext cx="117000" cy="507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D889F7-7AAC-CFAF-C23B-A83AAF111B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37825" y="478095"/>
                  <a:ext cx="1292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DBF43B-64EA-FB4A-B30A-70073D3380B6}"/>
                    </a:ext>
                  </a:extLst>
                </p14:cNvPr>
                <p14:cNvContentPartPr/>
                <p14:nvPr/>
              </p14:nvContentPartPr>
              <p14:xfrm>
                <a:off x="1841145" y="648375"/>
                <a:ext cx="204840" cy="158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DBF43B-64EA-FB4A-B30A-70073D3380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35025" y="642255"/>
                  <a:ext cx="217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A90A753-744B-50FF-EB6C-9821BB5BF460}"/>
                    </a:ext>
                  </a:extLst>
                </p14:cNvPr>
                <p14:cNvContentPartPr/>
                <p14:nvPr/>
              </p14:nvContentPartPr>
              <p14:xfrm>
                <a:off x="2123745" y="545415"/>
                <a:ext cx="42480" cy="41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A90A753-744B-50FF-EB6C-9821BB5BF4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17625" y="539295"/>
                  <a:ext cx="54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F5CEBD-D2FD-6486-8292-7BF768CA2CA7}"/>
                    </a:ext>
                  </a:extLst>
                </p14:cNvPr>
                <p14:cNvContentPartPr/>
                <p14:nvPr/>
              </p14:nvContentPartPr>
              <p14:xfrm>
                <a:off x="2196825" y="648015"/>
                <a:ext cx="185760" cy="16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F5CEBD-D2FD-6486-8292-7BF768CA2C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90705" y="641895"/>
                  <a:ext cx="198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B99593-A1B0-CC3A-A15E-626BBE91420F}"/>
                    </a:ext>
                  </a:extLst>
                </p14:cNvPr>
                <p14:cNvContentPartPr/>
                <p14:nvPr/>
              </p14:nvContentPartPr>
              <p14:xfrm>
                <a:off x="2445945" y="619215"/>
                <a:ext cx="14544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B99593-A1B0-CC3A-A15E-626BBE9142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39825" y="613095"/>
                  <a:ext cx="157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37CA7F-5DDA-036D-39DB-4218BF9AD790}"/>
                    </a:ext>
                  </a:extLst>
                </p14:cNvPr>
                <p14:cNvContentPartPr/>
                <p14:nvPr/>
              </p14:nvContentPartPr>
              <p14:xfrm>
                <a:off x="2713425" y="554775"/>
                <a:ext cx="192240" cy="244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37CA7F-5DDA-036D-39DB-4218BF9AD7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07305" y="548655"/>
                  <a:ext cx="204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3C7043-5A4A-6AB2-9954-B6A98EED60B6}"/>
                    </a:ext>
                  </a:extLst>
                </p14:cNvPr>
                <p14:cNvContentPartPr/>
                <p14:nvPr/>
              </p14:nvContentPartPr>
              <p14:xfrm>
                <a:off x="3055065" y="484935"/>
                <a:ext cx="112320" cy="331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3C7043-5A4A-6AB2-9954-B6A98EED60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48945" y="478815"/>
                  <a:ext cx="124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90B93A-203F-6407-5809-3896F1718C06}"/>
                    </a:ext>
                  </a:extLst>
                </p14:cNvPr>
                <p14:cNvContentPartPr/>
                <p14:nvPr/>
              </p14:nvContentPartPr>
              <p14:xfrm>
                <a:off x="2883705" y="631815"/>
                <a:ext cx="287280" cy="73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90B93A-203F-6407-5809-3896F1718C0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77585" y="625695"/>
                  <a:ext cx="299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966455-6649-0F92-60A2-B3E9999B2FBA}"/>
                    </a:ext>
                  </a:extLst>
                </p14:cNvPr>
                <p14:cNvContentPartPr/>
                <p14:nvPr/>
              </p14:nvContentPartPr>
              <p14:xfrm>
                <a:off x="3987825" y="329415"/>
                <a:ext cx="651960" cy="430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966455-6649-0F92-60A2-B3E9999B2F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81705" y="323295"/>
                  <a:ext cx="6642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B8F2FA-DB7D-0390-E3BD-5F67E10DC42A}"/>
                    </a:ext>
                  </a:extLst>
                </p14:cNvPr>
                <p14:cNvContentPartPr/>
                <p14:nvPr/>
              </p14:nvContentPartPr>
              <p14:xfrm>
                <a:off x="4663905" y="487095"/>
                <a:ext cx="411120" cy="25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B8F2FA-DB7D-0390-E3BD-5F67E10DC4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7785" y="480975"/>
                  <a:ext cx="423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DEB47D-3D2E-A759-F8B4-E332E067AFFE}"/>
                    </a:ext>
                  </a:extLst>
                </p14:cNvPr>
                <p14:cNvContentPartPr/>
                <p14:nvPr/>
              </p14:nvContentPartPr>
              <p14:xfrm>
                <a:off x="5104905" y="425535"/>
                <a:ext cx="407520" cy="31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DEB47D-3D2E-A759-F8B4-E332E067AF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8785" y="419415"/>
                  <a:ext cx="4197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BE170B-D90D-EACE-1DF5-26BCA43044B7}"/>
                    </a:ext>
                  </a:extLst>
                </p14:cNvPr>
                <p14:cNvContentPartPr/>
                <p14:nvPr/>
              </p14:nvContentPartPr>
              <p14:xfrm>
                <a:off x="5458785" y="535335"/>
                <a:ext cx="303480" cy="216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BE170B-D90D-EACE-1DF5-26BCA43044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52665" y="529215"/>
                  <a:ext cx="315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3824B7-E3CB-6D79-3E6E-3000AD08D7D4}"/>
                    </a:ext>
                  </a:extLst>
                </p14:cNvPr>
                <p14:cNvContentPartPr/>
                <p14:nvPr/>
              </p14:nvContentPartPr>
              <p14:xfrm>
                <a:off x="5948025" y="515535"/>
                <a:ext cx="167400" cy="28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3824B7-E3CB-6D79-3E6E-3000AD08D7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41905" y="509415"/>
                  <a:ext cx="1796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0B3F736-E8FB-50A9-A11A-5BDC8C2A735C}"/>
                    </a:ext>
                  </a:extLst>
                </p14:cNvPr>
                <p14:cNvContentPartPr/>
                <p14:nvPr/>
              </p14:nvContentPartPr>
              <p14:xfrm>
                <a:off x="1792545" y="1048335"/>
                <a:ext cx="533520" cy="68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0B3F736-E8FB-50A9-A11A-5BDC8C2A73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86425" y="1042215"/>
                  <a:ext cx="54576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44E448-EB0D-DE70-75F3-7FCCCD1F492B}"/>
                    </a:ext>
                  </a:extLst>
                </p14:cNvPr>
                <p14:cNvContentPartPr/>
                <p14:nvPr/>
              </p14:nvContentPartPr>
              <p14:xfrm>
                <a:off x="2543145" y="1172895"/>
                <a:ext cx="210600" cy="51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44E448-EB0D-DE70-75F3-7FCCCD1F49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7025" y="1166775"/>
                  <a:ext cx="22284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30014F-0D77-3768-4EA7-F06D4F68392F}"/>
                    </a:ext>
                  </a:extLst>
                </p14:cNvPr>
                <p14:cNvContentPartPr/>
                <p14:nvPr/>
              </p14:nvContentPartPr>
              <p14:xfrm>
                <a:off x="3062265" y="1248855"/>
                <a:ext cx="433080" cy="410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30014F-0D77-3768-4EA7-F06D4F6839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56145" y="1242735"/>
                  <a:ext cx="445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C5AFFA-9B51-F54E-D89C-07C0FA3BDF23}"/>
                    </a:ext>
                  </a:extLst>
                </p14:cNvPr>
                <p14:cNvContentPartPr/>
                <p14:nvPr/>
              </p14:nvContentPartPr>
              <p14:xfrm>
                <a:off x="3635745" y="1279095"/>
                <a:ext cx="607320" cy="501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C5AFFA-9B51-F54E-D89C-07C0FA3BDF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29625" y="1272975"/>
                  <a:ext cx="619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DC5650-06D6-7744-8515-FDCA03182F72}"/>
                    </a:ext>
                  </a:extLst>
                </p14:cNvPr>
                <p14:cNvContentPartPr/>
                <p14:nvPr/>
              </p14:nvContentPartPr>
              <p14:xfrm>
                <a:off x="4046145" y="1212855"/>
                <a:ext cx="667800" cy="900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DC5650-06D6-7744-8515-FDCA03182F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40025" y="1206735"/>
                  <a:ext cx="680040" cy="9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E27907-B37D-ECA4-3BD0-FD1ED9520122}"/>
                  </a:ext>
                </a:extLst>
              </p14:cNvPr>
              <p14:cNvContentPartPr/>
              <p14:nvPr/>
            </p14:nvContentPartPr>
            <p14:xfrm>
              <a:off x="1097025" y="2829255"/>
              <a:ext cx="24480" cy="311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E27907-B37D-ECA4-3BD0-FD1ED952012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0905" y="2823135"/>
                <a:ext cx="367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6B7CB1-CB34-BA79-444E-F44DA3EC2D91}"/>
                  </a:ext>
                </a:extLst>
              </p14:cNvPr>
              <p14:cNvContentPartPr/>
              <p14:nvPr/>
            </p14:nvContentPartPr>
            <p14:xfrm>
              <a:off x="738825" y="2608935"/>
              <a:ext cx="665280" cy="779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6B7CB1-CB34-BA79-444E-F44DA3EC2D9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705" y="2602815"/>
                <a:ext cx="67752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0A6052B-15F8-69BD-7FAC-C528CC5B16E2}"/>
                  </a:ext>
                </a:extLst>
              </p14:cNvPr>
              <p14:cNvContentPartPr/>
              <p14:nvPr/>
            </p14:nvContentPartPr>
            <p14:xfrm>
              <a:off x="1409145" y="2399775"/>
              <a:ext cx="747360" cy="839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0A6052B-15F8-69BD-7FAC-C528CC5B16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03025" y="2393655"/>
                <a:ext cx="75960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C9809B-6803-8566-C4D1-25FE77CDE36C}"/>
                  </a:ext>
                </a:extLst>
              </p14:cNvPr>
              <p14:cNvContentPartPr/>
              <p14:nvPr/>
            </p14:nvContentPartPr>
            <p14:xfrm>
              <a:off x="2305905" y="2764455"/>
              <a:ext cx="632880" cy="583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C9809B-6803-8566-C4D1-25FE77CDE3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99785" y="2758335"/>
                <a:ext cx="64512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69C86AB-749A-9BC8-C0CE-D823AD93EEE8}"/>
                  </a:ext>
                </a:extLst>
              </p14:cNvPr>
              <p14:cNvContentPartPr/>
              <p14:nvPr/>
            </p14:nvContentPartPr>
            <p14:xfrm>
              <a:off x="2893785" y="2921775"/>
              <a:ext cx="191160" cy="216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69C86AB-749A-9BC8-C0CE-D823AD93EEE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87665" y="2915655"/>
                <a:ext cx="203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CB67207-5226-1C1E-BA02-10CA6D97F0C0}"/>
                  </a:ext>
                </a:extLst>
              </p14:cNvPr>
              <p14:cNvContentPartPr/>
              <p14:nvPr/>
            </p14:nvContentPartPr>
            <p14:xfrm>
              <a:off x="3323625" y="2755095"/>
              <a:ext cx="24120" cy="451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CB67207-5226-1C1E-BA02-10CA6D97F0C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17505" y="2748975"/>
                <a:ext cx="363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822A631-2DBF-F9FB-F48E-D25FCC1152D5}"/>
                  </a:ext>
                </a:extLst>
              </p14:cNvPr>
              <p14:cNvContentPartPr/>
              <p14:nvPr/>
            </p14:nvContentPartPr>
            <p14:xfrm>
              <a:off x="3377265" y="2872095"/>
              <a:ext cx="152280" cy="160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822A631-2DBF-F9FB-F48E-D25FCC1152D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71145" y="2865975"/>
                <a:ext cx="1645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E46A762-6A26-3B2A-AD01-55CF11660A56}"/>
                  </a:ext>
                </a:extLst>
              </p14:cNvPr>
              <p14:cNvContentPartPr/>
              <p14:nvPr/>
            </p14:nvContentPartPr>
            <p14:xfrm>
              <a:off x="3624225" y="2876415"/>
              <a:ext cx="114480" cy="149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E46A762-6A26-3B2A-AD01-55CF11660A5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18105" y="2870295"/>
                <a:ext cx="1267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5ABA346-D444-3FBA-3941-95DD19CE1FBF}"/>
                  </a:ext>
                </a:extLst>
              </p14:cNvPr>
              <p14:cNvContentPartPr/>
              <p14:nvPr/>
            </p14:nvContentPartPr>
            <p14:xfrm>
              <a:off x="3721425" y="2864895"/>
              <a:ext cx="291960" cy="223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5ABA346-D444-3FBA-3941-95DD19CE1FB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15305" y="2858775"/>
                <a:ext cx="3042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E878D66-C9C1-CB86-EAFA-AB1C5B7A589F}"/>
                  </a:ext>
                </a:extLst>
              </p14:cNvPr>
              <p14:cNvContentPartPr/>
              <p14:nvPr/>
            </p14:nvContentPartPr>
            <p14:xfrm>
              <a:off x="4149825" y="2702895"/>
              <a:ext cx="33840" cy="358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E878D66-C9C1-CB86-EAFA-AB1C5B7A58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143705" y="2696775"/>
                <a:ext cx="460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4B1C83D-7CF9-CEA1-E027-C8C361DD40FC}"/>
                  </a:ext>
                </a:extLst>
              </p14:cNvPr>
              <p14:cNvContentPartPr/>
              <p14:nvPr/>
            </p14:nvContentPartPr>
            <p14:xfrm>
              <a:off x="4091865" y="2892975"/>
              <a:ext cx="248400" cy="40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4B1C83D-7CF9-CEA1-E027-C8C361DD40F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85745" y="2886855"/>
                <a:ext cx="2606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7774FF-9227-B6D9-DA0B-8FDC56487669}"/>
                  </a:ext>
                </a:extLst>
              </p14:cNvPr>
              <p14:cNvContentPartPr/>
              <p14:nvPr/>
            </p14:nvContentPartPr>
            <p14:xfrm>
              <a:off x="4882785" y="2382495"/>
              <a:ext cx="665640" cy="723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7774FF-9227-B6D9-DA0B-8FDC5648766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76665" y="2376375"/>
                <a:ext cx="67788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83E7DD6-254C-27DB-1E1C-67762480844E}"/>
                  </a:ext>
                </a:extLst>
              </p14:cNvPr>
              <p14:cNvContentPartPr/>
              <p14:nvPr/>
            </p14:nvContentPartPr>
            <p14:xfrm>
              <a:off x="5400465" y="2725935"/>
              <a:ext cx="287280" cy="352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83E7DD6-254C-27DB-1E1C-67762480844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94345" y="2719815"/>
                <a:ext cx="2995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3AD609B-C38E-9F07-DCD7-2BF476CC740E}"/>
                  </a:ext>
                </a:extLst>
              </p14:cNvPr>
              <p14:cNvContentPartPr/>
              <p14:nvPr/>
            </p14:nvContentPartPr>
            <p14:xfrm>
              <a:off x="5830305" y="2711175"/>
              <a:ext cx="537480" cy="420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3AD609B-C38E-9F07-DCD7-2BF476CC74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24185" y="2705055"/>
                <a:ext cx="54972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8FE4BDD-0358-AD5F-396A-2C479FBB9599}"/>
                  </a:ext>
                </a:extLst>
              </p14:cNvPr>
              <p14:cNvContentPartPr/>
              <p14:nvPr/>
            </p14:nvContentPartPr>
            <p14:xfrm>
              <a:off x="6113625" y="2896215"/>
              <a:ext cx="527760" cy="244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8FE4BDD-0358-AD5F-396A-2C479FBB95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107505" y="2890095"/>
                <a:ext cx="540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23CA99A-5253-961A-AE44-66BEF2B0A4AD}"/>
                  </a:ext>
                </a:extLst>
              </p14:cNvPr>
              <p14:cNvContentPartPr/>
              <p14:nvPr/>
            </p14:nvContentPartPr>
            <p14:xfrm>
              <a:off x="6767385" y="2796135"/>
              <a:ext cx="357120" cy="410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23CA99A-5253-961A-AE44-66BEF2B0A4A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761265" y="2790015"/>
                <a:ext cx="36936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D6D4153-805F-CDA8-647E-5EF2840690EF}"/>
                  </a:ext>
                </a:extLst>
              </p14:cNvPr>
              <p14:cNvContentPartPr/>
              <p14:nvPr/>
            </p14:nvContentPartPr>
            <p14:xfrm>
              <a:off x="7270665" y="2565015"/>
              <a:ext cx="329400" cy="816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D6D4153-805F-CDA8-647E-5EF2840690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64545" y="2558895"/>
                <a:ext cx="34164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7047D1-BFDD-7F9E-1A2E-56F3574FFA87}"/>
                  </a:ext>
                </a:extLst>
              </p14:cNvPr>
              <p14:cNvContentPartPr/>
              <p14:nvPr/>
            </p14:nvContentPartPr>
            <p14:xfrm>
              <a:off x="7765665" y="2624055"/>
              <a:ext cx="931320" cy="658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7047D1-BFDD-7F9E-1A2E-56F3574FFA8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759545" y="2617935"/>
                <a:ext cx="94356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E2FA8BD-22DE-648E-D17D-5B99ED272629}"/>
                  </a:ext>
                </a:extLst>
              </p14:cNvPr>
              <p14:cNvContentPartPr/>
              <p14:nvPr/>
            </p14:nvContentPartPr>
            <p14:xfrm>
              <a:off x="8806785" y="3042015"/>
              <a:ext cx="57600" cy="162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E2FA8BD-22DE-648E-D17D-5B99ED27262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800665" y="3035895"/>
                <a:ext cx="698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E6505A9-4036-396F-D4B9-8D75C4B37CE7}"/>
                  </a:ext>
                </a:extLst>
              </p14:cNvPr>
              <p14:cNvContentPartPr/>
              <p14:nvPr/>
            </p14:nvContentPartPr>
            <p14:xfrm>
              <a:off x="8886705" y="2738535"/>
              <a:ext cx="9360" cy="21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E6505A9-4036-396F-D4B9-8D75C4B37CE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80585" y="2732415"/>
                <a:ext cx="216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96766B-E0D1-FD11-AAF8-C59B13C4DE4D}"/>
                  </a:ext>
                </a:extLst>
              </p14:cNvPr>
              <p14:cNvContentPartPr/>
              <p14:nvPr/>
            </p14:nvContentPartPr>
            <p14:xfrm>
              <a:off x="8996865" y="2593815"/>
              <a:ext cx="327960" cy="1021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96766B-E0D1-FD11-AAF8-C59B13C4DE4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990745" y="2587695"/>
                <a:ext cx="340200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623620C-1C3D-EFC3-F826-D5698B4DA1AE}"/>
                  </a:ext>
                </a:extLst>
              </p14:cNvPr>
              <p14:cNvContentPartPr/>
              <p14:nvPr/>
            </p14:nvContentPartPr>
            <p14:xfrm>
              <a:off x="9359745" y="2919615"/>
              <a:ext cx="38160" cy="12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623620C-1C3D-EFC3-F826-D5698B4DA1A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353625" y="2913495"/>
                <a:ext cx="504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478F07F-105E-1147-B34A-916EB3425925}"/>
                  </a:ext>
                </a:extLst>
              </p14:cNvPr>
              <p14:cNvContentPartPr/>
              <p14:nvPr/>
            </p14:nvContentPartPr>
            <p14:xfrm>
              <a:off x="9509505" y="2988735"/>
              <a:ext cx="235800" cy="259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478F07F-105E-1147-B34A-916EB342592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503385" y="2982615"/>
                <a:ext cx="248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66813E0-C2C7-6259-2E07-5CE5CA156FAD}"/>
                  </a:ext>
                </a:extLst>
              </p14:cNvPr>
              <p14:cNvContentPartPr/>
              <p14:nvPr/>
            </p14:nvContentPartPr>
            <p14:xfrm>
              <a:off x="9881745" y="2829975"/>
              <a:ext cx="289080" cy="4158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66813E0-C2C7-6259-2E07-5CE5CA156FA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875625" y="2823855"/>
                <a:ext cx="3013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1954DAC-4B8C-B371-7DBC-934E0071300A}"/>
                  </a:ext>
                </a:extLst>
              </p14:cNvPr>
              <p14:cNvContentPartPr/>
              <p14:nvPr/>
            </p14:nvContentPartPr>
            <p14:xfrm>
              <a:off x="2618025" y="3531975"/>
              <a:ext cx="320760" cy="584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1954DAC-4B8C-B371-7DBC-934E0071300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611905" y="3525855"/>
                <a:ext cx="33300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7C48A40-6871-D3BA-75E7-B7D7D1078C0C}"/>
                  </a:ext>
                </a:extLst>
              </p14:cNvPr>
              <p14:cNvContentPartPr/>
              <p14:nvPr/>
            </p14:nvContentPartPr>
            <p14:xfrm>
              <a:off x="3287985" y="3490575"/>
              <a:ext cx="244800" cy="655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7C48A40-6871-D3BA-75E7-B7D7D1078C0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81865" y="3484455"/>
                <a:ext cx="257040" cy="6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519CD97-57CF-44BD-0D21-DEBE379EB842}"/>
                  </a:ext>
                </a:extLst>
              </p14:cNvPr>
              <p14:cNvContentPartPr/>
              <p14:nvPr/>
            </p14:nvContentPartPr>
            <p14:xfrm>
              <a:off x="3705945" y="3499935"/>
              <a:ext cx="402120" cy="4881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519CD97-57CF-44BD-0D21-DEBE379EB84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699825" y="3493815"/>
                <a:ext cx="41436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7321DC5-D6AA-E3F5-1299-31259CBAD0CB}"/>
                  </a:ext>
                </a:extLst>
              </p14:cNvPr>
              <p14:cNvContentPartPr/>
              <p14:nvPr/>
            </p14:nvContentPartPr>
            <p14:xfrm>
              <a:off x="4268625" y="3540975"/>
              <a:ext cx="281880" cy="4770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7321DC5-D6AA-E3F5-1299-31259CBAD0C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262505" y="3534855"/>
                <a:ext cx="29412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3E475CD-98A0-631A-C0C2-EC4AD1D5E392}"/>
                  </a:ext>
                </a:extLst>
              </p14:cNvPr>
              <p14:cNvContentPartPr/>
              <p14:nvPr/>
            </p14:nvContentPartPr>
            <p14:xfrm>
              <a:off x="4446105" y="3414255"/>
              <a:ext cx="408960" cy="772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3E475CD-98A0-631A-C0C2-EC4AD1D5E39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39985" y="3408135"/>
                <a:ext cx="42120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A8FB672-CE4E-D57C-ADEF-040923B29C6B}"/>
                  </a:ext>
                </a:extLst>
              </p14:cNvPr>
              <p14:cNvContentPartPr/>
              <p14:nvPr/>
            </p14:nvContentPartPr>
            <p14:xfrm>
              <a:off x="1025385" y="4793055"/>
              <a:ext cx="249120" cy="3128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A8FB672-CE4E-D57C-ADEF-040923B29C6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9265" y="4786935"/>
                <a:ext cx="2613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4CEF542-16C3-7EA3-2D77-DA79B381F942}"/>
                  </a:ext>
                </a:extLst>
              </p14:cNvPr>
              <p14:cNvContentPartPr/>
              <p14:nvPr/>
            </p14:nvContentPartPr>
            <p14:xfrm>
              <a:off x="729465" y="4551495"/>
              <a:ext cx="774360" cy="748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4CEF542-16C3-7EA3-2D77-DA79B381F94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23345" y="4545375"/>
                <a:ext cx="786600" cy="76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359BB63D-56FF-8BCB-86A5-404ABF1EA799}"/>
              </a:ext>
            </a:extLst>
          </p:cNvPr>
          <p:cNvGrpSpPr/>
          <p:nvPr/>
        </p:nvGrpSpPr>
        <p:grpSpPr>
          <a:xfrm>
            <a:off x="8477025" y="4267455"/>
            <a:ext cx="2856240" cy="980640"/>
            <a:chOff x="8477025" y="4267455"/>
            <a:chExt cx="2856240" cy="9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B52A61-6444-EF27-EFD5-D6A52B1965C8}"/>
                    </a:ext>
                  </a:extLst>
                </p14:cNvPr>
                <p14:cNvContentPartPr/>
                <p14:nvPr/>
              </p14:nvContentPartPr>
              <p14:xfrm>
                <a:off x="8477025" y="4475175"/>
                <a:ext cx="31680" cy="316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B52A61-6444-EF27-EFD5-D6A52B1965C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70905" y="4469055"/>
                  <a:ext cx="43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7F53C63-C1BA-4006-07C1-5FA7FA7C2573}"/>
                    </a:ext>
                  </a:extLst>
                </p14:cNvPr>
                <p14:cNvContentPartPr/>
                <p14:nvPr/>
              </p14:nvContentPartPr>
              <p14:xfrm>
                <a:off x="8511585" y="4267455"/>
                <a:ext cx="401760" cy="55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7F53C63-C1BA-4006-07C1-5FA7FA7C25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05465" y="4261335"/>
                  <a:ext cx="41400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B9C6869-7EDD-CD3E-A036-2A0E315BA7DE}"/>
                    </a:ext>
                  </a:extLst>
                </p14:cNvPr>
                <p14:cNvContentPartPr/>
                <p14:nvPr/>
              </p14:nvContentPartPr>
              <p14:xfrm>
                <a:off x="9030705" y="4563015"/>
                <a:ext cx="697680" cy="68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B9C6869-7EDD-CD3E-A036-2A0E315BA7D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24585" y="4556895"/>
                  <a:ext cx="70992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40634F-14D1-3C84-5D50-3F2D07A9856C}"/>
                    </a:ext>
                  </a:extLst>
                </p14:cNvPr>
                <p14:cNvContentPartPr/>
                <p14:nvPr/>
              </p14:nvContentPartPr>
              <p14:xfrm>
                <a:off x="9794265" y="4538175"/>
                <a:ext cx="236880" cy="189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40634F-14D1-3C84-5D50-3F2D07A985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8145" y="4532055"/>
                  <a:ext cx="249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2F3680-1052-BCBF-0EF8-ED6EF4BEE4B8}"/>
                    </a:ext>
                  </a:extLst>
                </p14:cNvPr>
                <p14:cNvContentPartPr/>
                <p14:nvPr/>
              </p14:nvContentPartPr>
              <p14:xfrm>
                <a:off x="10115025" y="4471215"/>
                <a:ext cx="520200" cy="261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2F3680-1052-BCBF-0EF8-ED6EF4BEE4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08905" y="4465095"/>
                  <a:ext cx="532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0FC21E-5BAA-B1F6-F35D-E9D4E6324DA3}"/>
                    </a:ext>
                  </a:extLst>
                </p14:cNvPr>
                <p14:cNvContentPartPr/>
                <p14:nvPr/>
              </p14:nvContentPartPr>
              <p14:xfrm>
                <a:off x="10695345" y="4474815"/>
                <a:ext cx="178920" cy="204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0FC21E-5BAA-B1F6-F35D-E9D4E6324D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89225" y="4468695"/>
                  <a:ext cx="191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1DE0EB-2A77-11A1-21D7-8AD8852F27AF}"/>
                    </a:ext>
                  </a:extLst>
                </p14:cNvPr>
                <p14:cNvContentPartPr/>
                <p14:nvPr/>
              </p14:nvContentPartPr>
              <p14:xfrm>
                <a:off x="10944105" y="4493535"/>
                <a:ext cx="214200" cy="217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1DE0EB-2A77-11A1-21D7-8AD8852F27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37985" y="4487415"/>
                  <a:ext cx="226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1374953-C8A0-13CD-44D6-B271C0C9E890}"/>
                    </a:ext>
                  </a:extLst>
                </p14:cNvPr>
                <p14:cNvContentPartPr/>
                <p14:nvPr/>
              </p14:nvContentPartPr>
              <p14:xfrm>
                <a:off x="11289345" y="4565535"/>
                <a:ext cx="43920" cy="34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374953-C8A0-13CD-44D6-B271C0C9E8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83225" y="4559415"/>
                  <a:ext cx="561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BFA2414-759C-6DB7-6BBB-4F60F501CFAA}"/>
              </a:ext>
            </a:extLst>
          </p:cNvPr>
          <p:cNvGrpSpPr/>
          <p:nvPr/>
        </p:nvGrpSpPr>
        <p:grpSpPr>
          <a:xfrm>
            <a:off x="1835385" y="4407855"/>
            <a:ext cx="6065280" cy="1718280"/>
            <a:chOff x="1835385" y="4407855"/>
            <a:chExt cx="6065280" cy="171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7EBC87-B8B3-9B5D-716E-92820E7D8352}"/>
                    </a:ext>
                  </a:extLst>
                </p14:cNvPr>
                <p14:cNvContentPartPr/>
                <p14:nvPr/>
              </p14:nvContentPartPr>
              <p14:xfrm>
                <a:off x="1835385" y="4407855"/>
                <a:ext cx="383400" cy="852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7EBC87-B8B3-9B5D-716E-92820E7D83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29265" y="4401735"/>
                  <a:ext cx="39564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99C5BA-68A3-267F-7B26-17820024D457}"/>
                    </a:ext>
                  </a:extLst>
                </p14:cNvPr>
                <p14:cNvContentPartPr/>
                <p14:nvPr/>
              </p14:nvContentPartPr>
              <p14:xfrm>
                <a:off x="2337225" y="4668495"/>
                <a:ext cx="452880" cy="27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99C5BA-68A3-267F-7B26-17820024D4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31105" y="4662375"/>
                  <a:ext cx="465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C0A190-D458-9E55-218D-57C5210DCA8A}"/>
                    </a:ext>
                  </a:extLst>
                </p14:cNvPr>
                <p14:cNvContentPartPr/>
                <p14:nvPr/>
              </p14:nvContentPartPr>
              <p14:xfrm>
                <a:off x="2430105" y="4641135"/>
                <a:ext cx="661680" cy="974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C0A190-D458-9E55-218D-57C5210DCA8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23985" y="4635015"/>
                  <a:ext cx="67392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6DE498-5AC1-971B-29C5-CAAC9281EF43}"/>
                    </a:ext>
                  </a:extLst>
                </p14:cNvPr>
                <p14:cNvContentPartPr/>
                <p14:nvPr/>
              </p14:nvContentPartPr>
              <p14:xfrm>
                <a:off x="3029865" y="4940295"/>
                <a:ext cx="218160" cy="187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6DE498-5AC1-971B-29C5-CAAC9281EF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23745" y="4934175"/>
                  <a:ext cx="230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92D601-E1E9-69D7-C1BC-561C5376D1FD}"/>
                    </a:ext>
                  </a:extLst>
                </p14:cNvPr>
                <p14:cNvContentPartPr/>
                <p14:nvPr/>
              </p14:nvContentPartPr>
              <p14:xfrm>
                <a:off x="3360345" y="4618815"/>
                <a:ext cx="83880" cy="64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192D601-E1E9-69D7-C1BC-561C5376D1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54225" y="4612695"/>
                  <a:ext cx="9612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A7FAC6-D74A-2718-EB9D-101A41B3FFE3}"/>
                    </a:ext>
                  </a:extLst>
                </p14:cNvPr>
                <p14:cNvContentPartPr/>
                <p14:nvPr/>
              </p14:nvContentPartPr>
              <p14:xfrm>
                <a:off x="3456105" y="4808175"/>
                <a:ext cx="19080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CA7FAC6-D74A-2718-EB9D-101A41B3FFE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49985" y="4802055"/>
                  <a:ext cx="203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8236D5-02FF-7284-1F05-FDA671FFC469}"/>
                    </a:ext>
                  </a:extLst>
                </p14:cNvPr>
                <p14:cNvContentPartPr/>
                <p14:nvPr/>
              </p14:nvContentPartPr>
              <p14:xfrm>
                <a:off x="3737265" y="4779375"/>
                <a:ext cx="174960" cy="21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48236D5-02FF-7284-1F05-FDA671FFC4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31145" y="4773255"/>
                  <a:ext cx="187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6A8387-58BB-E4C3-5A96-8335B0BFF880}"/>
                    </a:ext>
                  </a:extLst>
                </p14:cNvPr>
                <p14:cNvContentPartPr/>
                <p14:nvPr/>
              </p14:nvContentPartPr>
              <p14:xfrm>
                <a:off x="3968385" y="4707375"/>
                <a:ext cx="266760" cy="321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6A8387-58BB-E4C3-5A96-8335B0BFF8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2265" y="4701255"/>
                  <a:ext cx="279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81AAD6-BF36-3C6B-4419-2BE9BACBC575}"/>
                    </a:ext>
                  </a:extLst>
                </p14:cNvPr>
                <p14:cNvContentPartPr/>
                <p14:nvPr/>
              </p14:nvContentPartPr>
              <p14:xfrm>
                <a:off x="4347825" y="4540695"/>
                <a:ext cx="115920" cy="518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81AAD6-BF36-3C6B-4419-2BE9BACBC5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41705" y="4534575"/>
                  <a:ext cx="128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AEFFF4-9BD9-0318-C444-FDDC8879E97F}"/>
                    </a:ext>
                  </a:extLst>
                </p14:cNvPr>
                <p14:cNvContentPartPr/>
                <p14:nvPr/>
              </p14:nvContentPartPr>
              <p14:xfrm>
                <a:off x="4296345" y="4793775"/>
                <a:ext cx="2894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AEFFF4-9BD9-0318-C444-FDDC8879E9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90225" y="4787655"/>
                  <a:ext cx="301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D3E41F-351F-66BA-BA41-13F1E4FFF276}"/>
                    </a:ext>
                  </a:extLst>
                </p14:cNvPr>
                <p14:cNvContentPartPr/>
                <p14:nvPr/>
              </p14:nvContentPartPr>
              <p14:xfrm>
                <a:off x="5506665" y="4488495"/>
                <a:ext cx="603720" cy="511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D3E41F-351F-66BA-BA41-13F1E4FFF27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00545" y="4482375"/>
                  <a:ext cx="6159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6F4342-8BC4-CE66-0694-8CBB38B9DF76}"/>
                    </a:ext>
                  </a:extLst>
                </p14:cNvPr>
                <p14:cNvContentPartPr/>
                <p14:nvPr/>
              </p14:nvContentPartPr>
              <p14:xfrm>
                <a:off x="6285345" y="4570575"/>
                <a:ext cx="323640" cy="269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6F4342-8BC4-CE66-0694-8CBB38B9DF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79225" y="4564455"/>
                  <a:ext cx="335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665A0F-3F7E-4A8F-2F93-93DB275227F7}"/>
                    </a:ext>
                  </a:extLst>
                </p14:cNvPr>
                <p14:cNvContentPartPr/>
                <p14:nvPr/>
              </p14:nvContentPartPr>
              <p14:xfrm>
                <a:off x="6736065" y="4437375"/>
                <a:ext cx="407880" cy="345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665A0F-3F7E-4A8F-2F93-93DB275227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29945" y="4431255"/>
                  <a:ext cx="420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350E0A-3D6F-90EB-4AC7-B0114F34733B}"/>
                    </a:ext>
                  </a:extLst>
                </p14:cNvPr>
                <p14:cNvContentPartPr/>
                <p14:nvPr/>
              </p14:nvContentPartPr>
              <p14:xfrm>
                <a:off x="6990585" y="4566255"/>
                <a:ext cx="500400" cy="159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350E0A-3D6F-90EB-4AC7-B0114F3473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84465" y="4560135"/>
                  <a:ext cx="512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0C39A0D-330C-8F05-E7AA-0F24B6F1380E}"/>
                    </a:ext>
                  </a:extLst>
                </p14:cNvPr>
                <p14:cNvContentPartPr/>
                <p14:nvPr/>
              </p14:nvContentPartPr>
              <p14:xfrm>
                <a:off x="7678545" y="4483095"/>
                <a:ext cx="222120" cy="302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0C39A0D-330C-8F05-E7AA-0F24B6F1380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2425" y="4476975"/>
                  <a:ext cx="234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E8853FD-170D-6FE5-6004-DAE3391D20C0}"/>
                    </a:ext>
                  </a:extLst>
                </p14:cNvPr>
                <p14:cNvContentPartPr/>
                <p14:nvPr/>
              </p14:nvContentPartPr>
              <p14:xfrm>
                <a:off x="3412185" y="5407575"/>
                <a:ext cx="388440" cy="718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E8853FD-170D-6FE5-6004-DAE3391D20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06065" y="5401455"/>
                  <a:ext cx="40068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0B3B8C-E300-28B8-94C3-0E2A743B5B9E}"/>
                    </a:ext>
                  </a:extLst>
                </p14:cNvPr>
                <p14:cNvContentPartPr/>
                <p14:nvPr/>
              </p14:nvContentPartPr>
              <p14:xfrm>
                <a:off x="4101225" y="5467335"/>
                <a:ext cx="266040" cy="621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0B3B8C-E300-28B8-94C3-0E2A743B5B9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95105" y="5461215"/>
                  <a:ext cx="2782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D7A9DE-838D-19BF-B4C1-D4661D9FA577}"/>
                    </a:ext>
                  </a:extLst>
                </p14:cNvPr>
                <p14:cNvContentPartPr/>
                <p14:nvPr/>
              </p14:nvContentPartPr>
              <p14:xfrm>
                <a:off x="4547985" y="5573535"/>
                <a:ext cx="389160" cy="405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D7A9DE-838D-19BF-B4C1-D4661D9FA5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41865" y="5567415"/>
                  <a:ext cx="401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11C1349-B877-3C5E-084A-3615C28ED944}"/>
                    </a:ext>
                  </a:extLst>
                </p14:cNvPr>
                <p14:cNvContentPartPr/>
                <p14:nvPr/>
              </p14:nvContentPartPr>
              <p14:xfrm>
                <a:off x="5069985" y="5625015"/>
                <a:ext cx="57600" cy="323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11C1349-B877-3C5E-084A-3615C28ED94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3865" y="5618895"/>
                  <a:ext cx="69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7376A8C-2FD3-10F9-9CFF-E4C55E11A9ED}"/>
                    </a:ext>
                  </a:extLst>
                </p14:cNvPr>
                <p14:cNvContentPartPr/>
                <p14:nvPr/>
              </p14:nvContentPartPr>
              <p14:xfrm>
                <a:off x="5089425" y="5310375"/>
                <a:ext cx="540000" cy="676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7376A8C-2FD3-10F9-9CFF-E4C55E11A9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83305" y="5304255"/>
                  <a:ext cx="5522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09D79D-C246-A49F-2349-9F3C330F99C3}"/>
                    </a:ext>
                  </a:extLst>
                </p14:cNvPr>
                <p14:cNvContentPartPr/>
                <p14:nvPr/>
              </p14:nvContentPartPr>
              <p14:xfrm>
                <a:off x="5584425" y="5208495"/>
                <a:ext cx="294120" cy="893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09D79D-C246-A49F-2349-9F3C330F99C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78305" y="5202375"/>
                  <a:ext cx="30636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816A950-F45C-5545-B281-E61D51F7C4FB}"/>
                    </a:ext>
                  </a:extLst>
                </p14:cNvPr>
                <p14:cNvContentPartPr/>
                <p14:nvPr/>
              </p14:nvContentPartPr>
              <p14:xfrm>
                <a:off x="6062145" y="5897535"/>
                <a:ext cx="15120" cy="41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816A950-F45C-5545-B281-E61D51F7C4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56025" y="5891415"/>
                  <a:ext cx="27360" cy="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22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2C6978-A3CE-4CB7-560C-8415DFEE297B}"/>
                  </a:ext>
                </a:extLst>
              </p14:cNvPr>
              <p14:cNvContentPartPr/>
              <p14:nvPr/>
            </p14:nvContentPartPr>
            <p14:xfrm>
              <a:off x="1026105" y="258135"/>
              <a:ext cx="720" cy="2549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2C6978-A3CE-4CB7-560C-8415DFEE2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865" y="252015"/>
                <a:ext cx="25200" cy="25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B2039F-E202-E66C-2E41-381BCE4CE3A1}"/>
                  </a:ext>
                </a:extLst>
              </p14:cNvPr>
              <p14:cNvContentPartPr/>
              <p14:nvPr/>
            </p14:nvContentPartPr>
            <p14:xfrm>
              <a:off x="1032945" y="2828895"/>
              <a:ext cx="352620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B2039F-E202-E66C-2E41-381BCE4CE3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825" y="2816655"/>
                <a:ext cx="35384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1905052-AD9C-F1A4-5A4A-70E08E8FE443}"/>
              </a:ext>
            </a:extLst>
          </p:cNvPr>
          <p:cNvGrpSpPr/>
          <p:nvPr/>
        </p:nvGrpSpPr>
        <p:grpSpPr>
          <a:xfrm>
            <a:off x="1205385" y="544335"/>
            <a:ext cx="2250000" cy="1525680"/>
            <a:chOff x="1205385" y="544335"/>
            <a:chExt cx="2250000" cy="15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1720F0-EA8C-131E-A3E6-34CC3E1C9731}"/>
                    </a:ext>
                  </a:extLst>
                </p14:cNvPr>
                <p14:cNvContentPartPr/>
                <p14:nvPr/>
              </p14:nvContentPartPr>
              <p14:xfrm>
                <a:off x="1205385" y="1869495"/>
                <a:ext cx="234000" cy="37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1720F0-EA8C-131E-A3E6-34CC3E1C97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6385" y="1860495"/>
                  <a:ext cx="251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E68B60-A034-6DDD-616B-F70F6AB165D4}"/>
                    </a:ext>
                  </a:extLst>
                </p14:cNvPr>
                <p14:cNvContentPartPr/>
                <p14:nvPr/>
              </p14:nvContentPartPr>
              <p14:xfrm>
                <a:off x="1283505" y="1827735"/>
                <a:ext cx="112320" cy="12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E68B60-A034-6DDD-616B-F70F6AB165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4505" y="1819095"/>
                  <a:ext cx="129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014961-BBFD-639A-285E-7B8241C21A9F}"/>
                    </a:ext>
                  </a:extLst>
                </p14:cNvPr>
                <p14:cNvContentPartPr/>
                <p14:nvPr/>
              </p14:nvContentPartPr>
              <p14:xfrm>
                <a:off x="1430745" y="1634775"/>
                <a:ext cx="153360" cy="155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014961-BBFD-639A-285E-7B8241C21A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2105" y="1625775"/>
                  <a:ext cx="17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BDF54F-F96B-4B37-5767-3419A748D754}"/>
                    </a:ext>
                  </a:extLst>
                </p14:cNvPr>
                <p14:cNvContentPartPr/>
                <p14:nvPr/>
              </p14:nvContentPartPr>
              <p14:xfrm>
                <a:off x="1486905" y="1627215"/>
                <a:ext cx="25920" cy="149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BDF54F-F96B-4B37-5767-3419A748D7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8265" y="1618215"/>
                  <a:ext cx="43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DAFE8B-4AF9-072A-2348-CBF60F451DF0}"/>
                    </a:ext>
                  </a:extLst>
                </p14:cNvPr>
                <p14:cNvContentPartPr/>
                <p14:nvPr/>
              </p14:nvContentPartPr>
              <p14:xfrm>
                <a:off x="1622985" y="1432095"/>
                <a:ext cx="265680" cy="4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DAFE8B-4AF9-072A-2348-CBF60F451D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3985" y="1423455"/>
                  <a:ext cx="283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30B50-569A-D800-83F8-FEA69E59B888}"/>
                    </a:ext>
                  </a:extLst>
                </p14:cNvPr>
                <p14:cNvContentPartPr/>
                <p14:nvPr/>
              </p14:nvContentPartPr>
              <p14:xfrm>
                <a:off x="1786785" y="1360815"/>
                <a:ext cx="94680" cy="16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30B50-569A-D800-83F8-FEA69E59B8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7785" y="1351815"/>
                  <a:ext cx="112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A24A54-01AD-07B6-D017-D6AF6EC5DF21}"/>
                    </a:ext>
                  </a:extLst>
                </p14:cNvPr>
                <p14:cNvContentPartPr/>
                <p14:nvPr/>
              </p14:nvContentPartPr>
              <p14:xfrm>
                <a:off x="1892625" y="1256055"/>
                <a:ext cx="290520" cy="31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A24A54-01AD-07B6-D017-D6AF6EC5DF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985" y="1247415"/>
                  <a:ext cx="30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6E3EFA-8B57-F726-500E-F739866330E4}"/>
                    </a:ext>
                  </a:extLst>
                </p14:cNvPr>
                <p14:cNvContentPartPr/>
                <p14:nvPr/>
              </p14:nvContentPartPr>
              <p14:xfrm>
                <a:off x="1987665" y="1195215"/>
                <a:ext cx="192240" cy="186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6E3EFA-8B57-F726-500E-F739866330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8665" y="1186575"/>
                  <a:ext cx="209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145183-F137-8D3D-EF55-2CB8AACBBDA9}"/>
                    </a:ext>
                  </a:extLst>
                </p14:cNvPr>
                <p14:cNvContentPartPr/>
                <p14:nvPr/>
              </p14:nvContentPartPr>
              <p14:xfrm>
                <a:off x="2207985" y="963375"/>
                <a:ext cx="374760" cy="18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145183-F137-8D3D-EF55-2CB8AACBBD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9345" y="954375"/>
                  <a:ext cx="392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88B6426-CD04-C9A9-BA12-2CAE9FC9A766}"/>
                    </a:ext>
                  </a:extLst>
                </p14:cNvPr>
                <p14:cNvContentPartPr/>
                <p14:nvPr/>
              </p14:nvContentPartPr>
              <p14:xfrm>
                <a:off x="2633145" y="818295"/>
                <a:ext cx="251280" cy="173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88B6426-CD04-C9A9-BA12-2CAE9FC9A7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4505" y="809295"/>
                  <a:ext cx="268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A773EE-9CA1-89CB-8E5A-D33D5FB1E745}"/>
                    </a:ext>
                  </a:extLst>
                </p14:cNvPr>
                <p14:cNvContentPartPr/>
                <p14:nvPr/>
              </p14:nvContentPartPr>
              <p14:xfrm>
                <a:off x="1737105" y="1957695"/>
                <a:ext cx="278280" cy="11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A773EE-9CA1-89CB-8E5A-D33D5FB1E7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28465" y="1949055"/>
                  <a:ext cx="295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DC7DB4-CAA1-9833-0C66-ECA3034920EC}"/>
                    </a:ext>
                  </a:extLst>
                </p14:cNvPr>
                <p14:cNvContentPartPr/>
                <p14:nvPr/>
              </p14:nvContentPartPr>
              <p14:xfrm>
                <a:off x="1837905" y="1855815"/>
                <a:ext cx="133920" cy="13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DC7DB4-CAA1-9833-0C66-ECA3034920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28905" y="1847175"/>
                  <a:ext cx="151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AD7258-F091-AE9B-120A-770889EBB8FC}"/>
                    </a:ext>
                  </a:extLst>
                </p14:cNvPr>
                <p14:cNvContentPartPr/>
                <p14:nvPr/>
              </p14:nvContentPartPr>
              <p14:xfrm>
                <a:off x="1914225" y="1669695"/>
                <a:ext cx="36504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AD7258-F091-AE9B-120A-770889EBB8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05585" y="1661055"/>
                  <a:ext cx="38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A1212C-1C39-2B39-5493-11C4DCDD073C}"/>
                    </a:ext>
                  </a:extLst>
                </p14:cNvPr>
                <p14:cNvContentPartPr/>
                <p14:nvPr/>
              </p14:nvContentPartPr>
              <p14:xfrm>
                <a:off x="2220585" y="1540095"/>
                <a:ext cx="124920" cy="159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A1212C-1C39-2B39-5493-11C4DCDD07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1945" y="1531455"/>
                  <a:ext cx="142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4EC9A-A1A7-BF19-FF68-FDE6DAF3528D}"/>
                    </a:ext>
                  </a:extLst>
                </p14:cNvPr>
                <p14:cNvContentPartPr/>
                <p14:nvPr/>
              </p14:nvContentPartPr>
              <p14:xfrm>
                <a:off x="2464305" y="1353975"/>
                <a:ext cx="257400" cy="59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4EC9A-A1A7-BF19-FF68-FDE6DAF352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55305" y="1344975"/>
                  <a:ext cx="275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0865B3-C303-120C-F9F1-9BE89F48DAF1}"/>
                    </a:ext>
                  </a:extLst>
                </p14:cNvPr>
                <p14:cNvContentPartPr/>
                <p14:nvPr/>
              </p14:nvContentPartPr>
              <p14:xfrm>
                <a:off x="2543145" y="1278735"/>
                <a:ext cx="142200" cy="140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0865B3-C303-120C-F9F1-9BE89F48DA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34145" y="1270095"/>
                  <a:ext cx="159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E063DC-BD3C-230A-7B70-3F161A068699}"/>
                    </a:ext>
                  </a:extLst>
                </p14:cNvPr>
                <p14:cNvContentPartPr/>
                <p14:nvPr/>
              </p14:nvContentPartPr>
              <p14:xfrm>
                <a:off x="2816025" y="1118535"/>
                <a:ext cx="268920" cy="1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E063DC-BD3C-230A-7B70-3F161A0686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07385" y="1109535"/>
                  <a:ext cx="286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65FDB0-A0C9-A907-7F5D-E6369A0159BB}"/>
                    </a:ext>
                  </a:extLst>
                </p14:cNvPr>
                <p14:cNvContentPartPr/>
                <p14:nvPr/>
              </p14:nvContentPartPr>
              <p14:xfrm>
                <a:off x="2920065" y="1013415"/>
                <a:ext cx="22212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65FDB0-A0C9-A907-7F5D-E6369A0159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11425" y="1004775"/>
                  <a:ext cx="239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CEABD8-9B52-6E6C-68C9-04F341BB72F6}"/>
                    </a:ext>
                  </a:extLst>
                </p14:cNvPr>
                <p14:cNvContentPartPr/>
                <p14:nvPr/>
              </p14:nvContentPartPr>
              <p14:xfrm>
                <a:off x="3250185" y="680415"/>
                <a:ext cx="205200" cy="65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CEABD8-9B52-6E6C-68C9-04F341BB72F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41185" y="671415"/>
                  <a:ext cx="222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EBBAFD-06C0-895F-AF55-3A54D281DE73}"/>
                    </a:ext>
                  </a:extLst>
                </p14:cNvPr>
                <p14:cNvContentPartPr/>
                <p14:nvPr/>
              </p14:nvContentPartPr>
              <p14:xfrm>
                <a:off x="3206985" y="617415"/>
                <a:ext cx="227880" cy="19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EBBAFD-06C0-895F-AF55-3A54D281DE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98345" y="608415"/>
                  <a:ext cx="245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5BD30D-8B5B-A31C-A8C1-0A5019D38564}"/>
                    </a:ext>
                  </a:extLst>
                </p14:cNvPr>
                <p14:cNvContentPartPr/>
                <p14:nvPr/>
              </p14:nvContentPartPr>
              <p14:xfrm>
                <a:off x="2317785" y="635775"/>
                <a:ext cx="354600" cy="11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5BD30D-8B5B-A31C-A8C1-0A5019D385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09145" y="627135"/>
                  <a:ext cx="372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0DF6C0-A660-A80A-591D-7A7DA1AFD22F}"/>
                    </a:ext>
                  </a:extLst>
                </p14:cNvPr>
                <p14:cNvContentPartPr/>
                <p14:nvPr/>
              </p14:nvContentPartPr>
              <p14:xfrm>
                <a:off x="2300505" y="544335"/>
                <a:ext cx="158040" cy="18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0DF6C0-A660-A80A-591D-7A7DA1AFD2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91865" y="535695"/>
                  <a:ext cx="175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673A94-A2FF-9CC5-51A3-8F3C83908607}"/>
                    </a:ext>
                  </a:extLst>
                </p14:cNvPr>
                <p14:cNvContentPartPr/>
                <p14:nvPr/>
              </p14:nvContentPartPr>
              <p14:xfrm>
                <a:off x="1694985" y="867255"/>
                <a:ext cx="303120" cy="44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673A94-A2FF-9CC5-51A3-8F3C839086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5985" y="858615"/>
                  <a:ext cx="320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B5D4A4-6335-30FA-8A05-38A4703D4A32}"/>
                    </a:ext>
                  </a:extLst>
                </p14:cNvPr>
                <p14:cNvContentPartPr/>
                <p14:nvPr/>
              </p14:nvContentPartPr>
              <p14:xfrm>
                <a:off x="1520025" y="815055"/>
                <a:ext cx="203760" cy="230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B5D4A4-6335-30FA-8A05-38A4703D4A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11025" y="806055"/>
                  <a:ext cx="221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14417C-CD4E-B3DC-A860-E2CF12086400}"/>
                    </a:ext>
                  </a:extLst>
                </p14:cNvPr>
                <p14:cNvContentPartPr/>
                <p14:nvPr/>
              </p14:nvContentPartPr>
              <p14:xfrm>
                <a:off x="1424985" y="1133655"/>
                <a:ext cx="276840" cy="13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14417C-CD4E-B3DC-A860-E2CF120864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16345" y="1125015"/>
                  <a:ext cx="294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CE22FC-C48D-5F5E-B0FC-8B3B920F0B15}"/>
                    </a:ext>
                  </a:extLst>
                </p14:cNvPr>
                <p14:cNvContentPartPr/>
                <p14:nvPr/>
              </p14:nvContentPartPr>
              <p14:xfrm>
                <a:off x="1365585" y="1134735"/>
                <a:ext cx="75960" cy="13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CE22FC-C48D-5F5E-B0FC-8B3B920F0B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56945" y="1126095"/>
                  <a:ext cx="9360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68F686-4A2C-7710-9988-263FCE0D40A9}"/>
                  </a:ext>
                </a:extLst>
              </p14:cNvPr>
              <p14:cNvContentPartPr/>
              <p14:nvPr/>
            </p14:nvContentPartPr>
            <p14:xfrm>
              <a:off x="6762345" y="1799655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68F686-4A2C-7710-9988-263FCE0D40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53705" y="1791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4C5B722-EEA3-53A7-2DA1-EB2C6207C2CC}"/>
                  </a:ext>
                </a:extLst>
              </p14:cNvPr>
              <p14:cNvContentPartPr/>
              <p14:nvPr/>
            </p14:nvContentPartPr>
            <p14:xfrm>
              <a:off x="8857905" y="83773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4C5B722-EEA3-53A7-2DA1-EB2C6207C2C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49265" y="8287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93024C4-F072-9730-3CF9-53DF4A755CC1}"/>
                  </a:ext>
                </a:extLst>
              </p14:cNvPr>
              <p14:cNvContentPartPr/>
              <p14:nvPr/>
            </p14:nvContentPartPr>
            <p14:xfrm>
              <a:off x="3545385" y="3363135"/>
              <a:ext cx="270000" cy="223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93024C4-F072-9730-3CF9-53DF4A755CC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36745" y="3354135"/>
                <a:ext cx="2876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581F9C6-0D90-E213-6E0A-71395BCB6D9A}"/>
              </a:ext>
            </a:extLst>
          </p:cNvPr>
          <p:cNvGrpSpPr/>
          <p:nvPr/>
        </p:nvGrpSpPr>
        <p:grpSpPr>
          <a:xfrm>
            <a:off x="2084505" y="1296375"/>
            <a:ext cx="2741400" cy="1352880"/>
            <a:chOff x="2084505" y="1296375"/>
            <a:chExt cx="2741400" cy="13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590D51-9D9E-4083-408C-942DA60F44F4}"/>
                    </a:ext>
                  </a:extLst>
                </p14:cNvPr>
                <p14:cNvContentPartPr/>
                <p14:nvPr/>
              </p14:nvContentPartPr>
              <p14:xfrm>
                <a:off x="2084505" y="2374215"/>
                <a:ext cx="429120" cy="81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590D51-9D9E-4083-408C-942DA60F44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75865" y="2365215"/>
                  <a:ext cx="446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E9D45D-11A2-78C8-17AC-B55F3B28D61C}"/>
                    </a:ext>
                  </a:extLst>
                </p14:cNvPr>
                <p14:cNvContentPartPr/>
                <p14:nvPr/>
              </p14:nvContentPartPr>
              <p14:xfrm>
                <a:off x="2213025" y="2243535"/>
                <a:ext cx="66240" cy="24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E9D45D-11A2-78C8-17AC-B55F3B28D6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04385" y="2234535"/>
                  <a:ext cx="83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472B16-19CA-B605-D267-8A5D7CE9A2F8}"/>
                    </a:ext>
                  </a:extLst>
                </p14:cNvPr>
                <p14:cNvContentPartPr/>
                <p14:nvPr/>
              </p14:nvContentPartPr>
              <p14:xfrm>
                <a:off x="2225625" y="2252895"/>
                <a:ext cx="64080" cy="20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472B16-19CA-B605-D267-8A5D7CE9A2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16625" y="2243895"/>
                  <a:ext cx="81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6AFB58-E8AD-3432-28BC-089F4138444E}"/>
                    </a:ext>
                  </a:extLst>
                </p14:cNvPr>
                <p14:cNvContentPartPr/>
                <p14:nvPr/>
              </p14:nvContentPartPr>
              <p14:xfrm>
                <a:off x="2606865" y="2047695"/>
                <a:ext cx="401400" cy="129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6AFB58-E8AD-3432-28BC-089F4138444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98225" y="2038695"/>
                  <a:ext cx="419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8D7C62-BBAB-A255-E055-E5B5F0DF0DB3}"/>
                    </a:ext>
                  </a:extLst>
                </p14:cNvPr>
                <p14:cNvContentPartPr/>
                <p14:nvPr/>
              </p14:nvContentPartPr>
              <p14:xfrm>
                <a:off x="3001425" y="1955895"/>
                <a:ext cx="318240" cy="41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8D7C62-BBAB-A255-E055-E5B5F0DF0D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92425" y="1946895"/>
                  <a:ext cx="335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D42357-884B-7F91-28E6-BE38D14173AD}"/>
                    </a:ext>
                  </a:extLst>
                </p14:cNvPr>
                <p14:cNvContentPartPr/>
                <p14:nvPr/>
              </p14:nvContentPartPr>
              <p14:xfrm>
                <a:off x="3150105" y="1880655"/>
                <a:ext cx="186840" cy="186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D42357-884B-7F91-28E6-BE38D14173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41105" y="1872015"/>
                  <a:ext cx="204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D312CCF-07A5-19BE-3D9C-AAF4F3E9B7A6}"/>
                    </a:ext>
                  </a:extLst>
                </p14:cNvPr>
                <p14:cNvContentPartPr/>
                <p14:nvPr/>
              </p14:nvContentPartPr>
              <p14:xfrm>
                <a:off x="3390945" y="1706775"/>
                <a:ext cx="387000" cy="5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D312CCF-07A5-19BE-3D9C-AAF4F3E9B7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82305" y="1698135"/>
                  <a:ext cx="404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27F1A2-06D7-7D3D-1100-36064DB9A2DA}"/>
                    </a:ext>
                  </a:extLst>
                </p14:cNvPr>
                <p14:cNvContentPartPr/>
                <p14:nvPr/>
              </p14:nvContentPartPr>
              <p14:xfrm>
                <a:off x="3599025" y="1571055"/>
                <a:ext cx="92880" cy="16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27F1A2-06D7-7D3D-1100-36064DB9A2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90385" y="1562055"/>
                  <a:ext cx="110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E2DF50-273B-BE1D-49D9-D6A430987C93}"/>
                    </a:ext>
                  </a:extLst>
                </p14:cNvPr>
                <p14:cNvContentPartPr/>
                <p14:nvPr/>
              </p14:nvContentPartPr>
              <p14:xfrm>
                <a:off x="3679305" y="1476375"/>
                <a:ext cx="422280" cy="1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E2DF50-273B-BE1D-49D9-D6A430987C9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70305" y="1467375"/>
                  <a:ext cx="43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C4F60C-77B9-ABC9-6EED-A4D820516C13}"/>
                    </a:ext>
                  </a:extLst>
                </p14:cNvPr>
                <p14:cNvContentPartPr/>
                <p14:nvPr/>
              </p14:nvContentPartPr>
              <p14:xfrm>
                <a:off x="4016265" y="1296375"/>
                <a:ext cx="193680" cy="24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C4F60C-77B9-ABC9-6EED-A4D820516C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07625" y="1287735"/>
                  <a:ext cx="211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94BEAA-8284-C6D3-A530-3F863038AC32}"/>
                    </a:ext>
                  </a:extLst>
                </p14:cNvPr>
                <p14:cNvContentPartPr/>
                <p14:nvPr/>
              </p14:nvContentPartPr>
              <p14:xfrm>
                <a:off x="3453945" y="2285295"/>
                <a:ext cx="443880" cy="2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94BEAA-8284-C6D3-A530-3F863038AC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45305" y="2276655"/>
                  <a:ext cx="461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B14751-09E4-31CC-65AB-5F6A37905917}"/>
                    </a:ext>
                  </a:extLst>
                </p14:cNvPr>
                <p14:cNvContentPartPr/>
                <p14:nvPr/>
              </p14:nvContentPartPr>
              <p14:xfrm>
                <a:off x="3641505" y="2092695"/>
                <a:ext cx="160560" cy="24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B14751-09E4-31CC-65AB-5F6A379059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32505" y="2083695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31A95F-4491-CADD-F109-CF70C5CFCB9E}"/>
                    </a:ext>
                  </a:extLst>
                </p14:cNvPr>
                <p14:cNvContentPartPr/>
                <p14:nvPr/>
              </p14:nvContentPartPr>
              <p14:xfrm>
                <a:off x="3184665" y="2396175"/>
                <a:ext cx="455760" cy="17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31A95F-4491-CADD-F109-CF70C5CFCB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76025" y="2387175"/>
                  <a:ext cx="473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7971F6-6844-7553-93F3-E476C3976BDC}"/>
                    </a:ext>
                  </a:extLst>
                </p14:cNvPr>
                <p14:cNvContentPartPr/>
                <p14:nvPr/>
              </p14:nvContentPartPr>
              <p14:xfrm>
                <a:off x="3163785" y="2312655"/>
                <a:ext cx="227880" cy="24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7971F6-6844-7553-93F3-E476C3976B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54785" y="2304015"/>
                  <a:ext cx="245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FE97619-BBDF-CCDF-D40F-24AFC4F69257}"/>
                    </a:ext>
                  </a:extLst>
                </p14:cNvPr>
                <p14:cNvContentPartPr/>
                <p14:nvPr/>
              </p14:nvContentPartPr>
              <p14:xfrm>
                <a:off x="2874345" y="2564655"/>
                <a:ext cx="255240" cy="55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FE97619-BBDF-CCDF-D40F-24AFC4F692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65705" y="2556015"/>
                  <a:ext cx="272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78BC2C-D1CD-B8C9-FE13-FD8255298D74}"/>
                    </a:ext>
                  </a:extLst>
                </p14:cNvPr>
                <p14:cNvContentPartPr/>
                <p14:nvPr/>
              </p14:nvContentPartPr>
              <p14:xfrm>
                <a:off x="2738625" y="2536935"/>
                <a:ext cx="27576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78BC2C-D1CD-B8C9-FE13-FD8255298D7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29625" y="2528295"/>
                  <a:ext cx="29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E10F86-4A65-56DE-1EBF-A2B5D2E9EFD5}"/>
                    </a:ext>
                  </a:extLst>
                </p14:cNvPr>
                <p14:cNvContentPartPr/>
                <p14:nvPr/>
              </p14:nvContentPartPr>
              <p14:xfrm>
                <a:off x="2801265" y="2570775"/>
                <a:ext cx="110160" cy="78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E10F86-4A65-56DE-1EBF-A2B5D2E9EF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92625" y="2562135"/>
                  <a:ext cx="127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680816-2CED-B739-5396-611C35A12CA9}"/>
                    </a:ext>
                  </a:extLst>
                </p14:cNvPr>
                <p14:cNvContentPartPr/>
                <p14:nvPr/>
              </p14:nvContentPartPr>
              <p14:xfrm>
                <a:off x="3542145" y="1974975"/>
                <a:ext cx="403920" cy="21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680816-2CED-B739-5396-611C35A12C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33145" y="1966335"/>
                  <a:ext cx="421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A10E19-AC2B-9F84-CDD5-A7914DC0F850}"/>
                    </a:ext>
                  </a:extLst>
                </p14:cNvPr>
                <p14:cNvContentPartPr/>
                <p14:nvPr/>
              </p14:nvContentPartPr>
              <p14:xfrm>
                <a:off x="3798105" y="1856175"/>
                <a:ext cx="132840" cy="196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A10E19-AC2B-9F84-CDD5-A7914DC0F8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9105" y="1847175"/>
                  <a:ext cx="150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6FB2B0-8D3A-D554-4664-F2CEB2533ED9}"/>
                    </a:ext>
                  </a:extLst>
                </p14:cNvPr>
                <p14:cNvContentPartPr/>
                <p14:nvPr/>
              </p14:nvContentPartPr>
              <p14:xfrm>
                <a:off x="3893865" y="1806135"/>
                <a:ext cx="312480" cy="30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6FB2B0-8D3A-D554-4664-F2CEB2533ED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5225" y="1797495"/>
                  <a:ext cx="330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9C2CFB-C555-89D5-08A9-C29B2457F5D3}"/>
                    </a:ext>
                  </a:extLst>
                </p14:cNvPr>
                <p14:cNvContentPartPr/>
                <p14:nvPr/>
              </p14:nvContentPartPr>
              <p14:xfrm>
                <a:off x="4127145" y="1676535"/>
                <a:ext cx="131760" cy="20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9C2CFB-C555-89D5-08A9-C29B2457F5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18505" y="1667895"/>
                  <a:ext cx="149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709391-BC0A-CD7E-C24C-83526BFC0FE1}"/>
                    </a:ext>
                  </a:extLst>
                </p14:cNvPr>
                <p14:cNvContentPartPr/>
                <p14:nvPr/>
              </p14:nvContentPartPr>
              <p14:xfrm>
                <a:off x="4451865" y="1741695"/>
                <a:ext cx="371880" cy="10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709391-BC0A-CD7E-C24C-83526BFC0F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2865" y="1733055"/>
                  <a:ext cx="389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5FA9112-CD0C-C1AC-4D77-CA2CB4E11EA8}"/>
                    </a:ext>
                  </a:extLst>
                </p14:cNvPr>
                <p14:cNvContentPartPr/>
                <p14:nvPr/>
              </p14:nvContentPartPr>
              <p14:xfrm>
                <a:off x="4668945" y="1630815"/>
                <a:ext cx="156960" cy="277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5FA9112-CD0C-C1AC-4D77-CA2CB4E11E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60305" y="1621815"/>
                  <a:ext cx="174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DE8B6A5-5613-5DF7-F9FB-FB616A6D1320}"/>
                    </a:ext>
                  </a:extLst>
                </p14:cNvPr>
                <p14:cNvContentPartPr/>
                <p14:nvPr/>
              </p14:nvContentPartPr>
              <p14:xfrm>
                <a:off x="4173945" y="2209695"/>
                <a:ext cx="302040" cy="67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DE8B6A5-5613-5DF7-F9FB-FB616A6D13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65305" y="2201055"/>
                  <a:ext cx="319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F5D387C-0EB1-F2BF-1B02-645AEC79C3D5}"/>
                    </a:ext>
                  </a:extLst>
                </p14:cNvPr>
                <p14:cNvContentPartPr/>
                <p14:nvPr/>
              </p14:nvContentPartPr>
              <p14:xfrm>
                <a:off x="3153345" y="2228415"/>
                <a:ext cx="137520" cy="75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F5D387C-0EB1-F2BF-1B02-645AEC79C3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44705" y="2219415"/>
                  <a:ext cx="155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DC4B3D-05F3-A96D-14D8-9FFDEC8B22F5}"/>
                    </a:ext>
                  </a:extLst>
                </p14:cNvPr>
                <p14:cNvContentPartPr/>
                <p14:nvPr/>
              </p14:nvContentPartPr>
              <p14:xfrm>
                <a:off x="3201225" y="2140935"/>
                <a:ext cx="110160" cy="82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DC4B3D-05F3-A96D-14D8-9FFDEC8B22F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92585" y="2131935"/>
                  <a:ext cx="12780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F232179-9E31-881E-69FB-712AD09FF681}"/>
                  </a:ext>
                </a:extLst>
              </p14:cNvPr>
              <p14:cNvContentPartPr/>
              <p14:nvPr/>
            </p14:nvContentPartPr>
            <p14:xfrm>
              <a:off x="1217985" y="450735"/>
              <a:ext cx="3337920" cy="2205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F232179-9E31-881E-69FB-712AD09FF68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11865" y="444615"/>
                <a:ext cx="3350160" cy="221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ABB4829-64DE-0087-8E67-D2A3192670C7}"/>
              </a:ext>
            </a:extLst>
          </p:cNvPr>
          <p:cNvGrpSpPr/>
          <p:nvPr/>
        </p:nvGrpSpPr>
        <p:grpSpPr>
          <a:xfrm>
            <a:off x="4424865" y="379815"/>
            <a:ext cx="1634400" cy="549360"/>
            <a:chOff x="4424865" y="379815"/>
            <a:chExt cx="163440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7D752C-C073-1AE9-A5FB-7B011F158F34}"/>
                    </a:ext>
                  </a:extLst>
                </p14:cNvPr>
                <p14:cNvContentPartPr/>
                <p14:nvPr/>
              </p14:nvContentPartPr>
              <p14:xfrm>
                <a:off x="4424865" y="588255"/>
                <a:ext cx="443160" cy="155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7D752C-C073-1AE9-A5FB-7B011F158F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18745" y="582135"/>
                  <a:ext cx="455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69937D-A2C7-1F94-1662-F7685A3D5EB8}"/>
                    </a:ext>
                  </a:extLst>
                </p14:cNvPr>
                <p14:cNvContentPartPr/>
                <p14:nvPr/>
              </p14:nvContentPartPr>
              <p14:xfrm>
                <a:off x="5047665" y="528855"/>
                <a:ext cx="220680" cy="40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69937D-A2C7-1F94-1662-F7685A3D5E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41545" y="522735"/>
                  <a:ext cx="232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8C694B-FDA1-1E71-44B9-64EB48147BCD}"/>
                    </a:ext>
                  </a:extLst>
                </p14:cNvPr>
                <p14:cNvContentPartPr/>
                <p14:nvPr/>
              </p14:nvContentPartPr>
              <p14:xfrm>
                <a:off x="5378865" y="501135"/>
                <a:ext cx="70200" cy="234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8C694B-FDA1-1E71-44B9-64EB48147B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72745" y="495015"/>
                  <a:ext cx="82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CC7FCCB-F49B-00DB-BA22-53776874C837}"/>
                    </a:ext>
                  </a:extLst>
                </p14:cNvPr>
                <p14:cNvContentPartPr/>
                <p14:nvPr/>
              </p14:nvContentPartPr>
              <p14:xfrm>
                <a:off x="5329545" y="572055"/>
                <a:ext cx="1854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CC7FCCB-F49B-00DB-BA22-53776874C8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23425" y="565935"/>
                  <a:ext cx="19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F5BB68-E316-99F4-447C-70602B80ADED}"/>
                    </a:ext>
                  </a:extLst>
                </p14:cNvPr>
                <p14:cNvContentPartPr/>
                <p14:nvPr/>
              </p14:nvContentPartPr>
              <p14:xfrm>
                <a:off x="5595945" y="379815"/>
                <a:ext cx="320400" cy="28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F5BB68-E316-99F4-447C-70602B80AD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89825" y="373695"/>
                  <a:ext cx="332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B9260F-5E41-BA3A-73DC-9E408E7F94D2}"/>
                    </a:ext>
                  </a:extLst>
                </p14:cNvPr>
                <p14:cNvContentPartPr/>
                <p14:nvPr/>
              </p14:nvContentPartPr>
              <p14:xfrm>
                <a:off x="5888625" y="455775"/>
                <a:ext cx="45000" cy="55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B9260F-5E41-BA3A-73DC-9E408E7F94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82505" y="449655"/>
                  <a:ext cx="57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9531A83-1D64-6170-A4DC-3D495CCEFC5D}"/>
                    </a:ext>
                  </a:extLst>
                </p14:cNvPr>
                <p14:cNvContentPartPr/>
                <p14:nvPr/>
              </p14:nvContentPartPr>
              <p14:xfrm>
                <a:off x="6026865" y="419775"/>
                <a:ext cx="32400" cy="21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9531A83-1D64-6170-A4DC-3D495CCEFC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20745" y="413655"/>
                  <a:ext cx="4464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F8EE9BB-9E6E-7D61-392B-EAFD86608780}"/>
                  </a:ext>
                </a:extLst>
              </p14:cNvPr>
              <p14:cNvContentPartPr/>
              <p14:nvPr/>
            </p14:nvContentPartPr>
            <p14:xfrm>
              <a:off x="9155265" y="105135"/>
              <a:ext cx="720" cy="2350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F8EE9BB-9E6E-7D61-392B-EAFD8660878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137265" y="96135"/>
                <a:ext cx="36000" cy="23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C5A7952-F8F3-8F70-B174-FCE89A8FF6EC}"/>
                  </a:ext>
                </a:extLst>
              </p14:cNvPr>
              <p14:cNvContentPartPr/>
              <p14:nvPr/>
            </p14:nvContentPartPr>
            <p14:xfrm>
              <a:off x="6134145" y="2458815"/>
              <a:ext cx="3024720" cy="1526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C5A7952-F8F3-8F70-B174-FCE89A8FF6E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125505" y="2449815"/>
                <a:ext cx="3042360" cy="15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0BF4846-1C4A-1F63-C5AD-DC2C0EBC9FD9}"/>
                  </a:ext>
                </a:extLst>
              </p14:cNvPr>
              <p14:cNvContentPartPr/>
              <p14:nvPr/>
            </p14:nvContentPartPr>
            <p14:xfrm>
              <a:off x="9183705" y="2465655"/>
              <a:ext cx="2299680" cy="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0BF4846-1C4A-1F63-C5AD-DC2C0EBC9FD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74705" y="2447655"/>
                <a:ext cx="2317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4327F0C-2B84-E6C6-0CF1-2F9169FBE4DE}"/>
                  </a:ext>
                </a:extLst>
              </p14:cNvPr>
              <p14:cNvContentPartPr/>
              <p14:nvPr/>
            </p14:nvContentPartPr>
            <p14:xfrm>
              <a:off x="11315625" y="2262615"/>
              <a:ext cx="528840" cy="456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4327F0C-2B84-E6C6-0CF1-2F9169FBE4D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306625" y="2253975"/>
                <a:ext cx="5464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7C9098F-31F1-08BB-D19B-37F0FC7DC804}"/>
                  </a:ext>
                </a:extLst>
              </p14:cNvPr>
              <p14:cNvContentPartPr/>
              <p14:nvPr/>
            </p14:nvContentPartPr>
            <p14:xfrm>
              <a:off x="6021105" y="3910695"/>
              <a:ext cx="383400" cy="3416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7C9098F-31F1-08BB-D19B-37F0FC7DC80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012465" y="3902055"/>
                <a:ext cx="40104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7C94CF8-1325-C880-D8E6-6CCECCEA0B1E}"/>
              </a:ext>
            </a:extLst>
          </p:cNvPr>
          <p:cNvGrpSpPr/>
          <p:nvPr/>
        </p:nvGrpSpPr>
        <p:grpSpPr>
          <a:xfrm>
            <a:off x="11265225" y="2870295"/>
            <a:ext cx="379800" cy="239040"/>
            <a:chOff x="11265225" y="2870295"/>
            <a:chExt cx="3798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32149A-7015-E2B0-EFBA-60A0937B44CC}"/>
                    </a:ext>
                  </a:extLst>
                </p14:cNvPr>
                <p14:cNvContentPartPr/>
                <p14:nvPr/>
              </p14:nvContentPartPr>
              <p14:xfrm>
                <a:off x="11360265" y="2912055"/>
                <a:ext cx="16272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32149A-7015-E2B0-EFBA-60A0937B44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51265" y="2903415"/>
                  <a:ext cx="180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B3614B-E81A-23B9-7BE3-C60BE6F6BDD1}"/>
                    </a:ext>
                  </a:extLst>
                </p14:cNvPr>
                <p14:cNvContentPartPr/>
                <p14:nvPr/>
              </p14:nvContentPartPr>
              <p14:xfrm>
                <a:off x="11265225" y="2870295"/>
                <a:ext cx="267840" cy="211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B3614B-E81A-23B9-7BE3-C60BE6F6BD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56585" y="2861295"/>
                  <a:ext cx="285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B050561-D9AF-9C9A-C26D-905F297DF358}"/>
                    </a:ext>
                  </a:extLst>
                </p14:cNvPr>
                <p14:cNvContentPartPr/>
                <p14:nvPr/>
              </p14:nvContentPartPr>
              <p14:xfrm>
                <a:off x="11592105" y="2968935"/>
                <a:ext cx="52920" cy="140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B050561-D9AF-9C9A-C26D-905F297DF3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83465" y="2960295"/>
                  <a:ext cx="705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3E69049-AC66-7772-4761-D810298D443D}"/>
              </a:ext>
            </a:extLst>
          </p:cNvPr>
          <p:cNvGrpSpPr/>
          <p:nvPr/>
        </p:nvGrpSpPr>
        <p:grpSpPr>
          <a:xfrm>
            <a:off x="8455785" y="54015"/>
            <a:ext cx="915840" cy="504000"/>
            <a:chOff x="8455785" y="54015"/>
            <a:chExt cx="91584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72B117-8328-09B3-A622-15E84BDDA4DB}"/>
                    </a:ext>
                  </a:extLst>
                </p14:cNvPr>
                <p14:cNvContentPartPr/>
                <p14:nvPr/>
              </p14:nvContentPartPr>
              <p14:xfrm>
                <a:off x="9029625" y="243015"/>
                <a:ext cx="24480" cy="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72B117-8328-09B3-A622-15E84BDDA4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20625" y="234015"/>
                  <a:ext cx="42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5ED72A-CFB3-C7B9-12D7-576BA9E06899}"/>
                    </a:ext>
                  </a:extLst>
                </p14:cNvPr>
                <p14:cNvContentPartPr/>
                <p14:nvPr/>
              </p14:nvContentPartPr>
              <p14:xfrm>
                <a:off x="8950785" y="89655"/>
                <a:ext cx="298800" cy="221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5ED72A-CFB3-C7B9-12D7-576BA9E0689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41785" y="81015"/>
                  <a:ext cx="316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A9975A-3162-AE4B-247A-AC545A8B631D}"/>
                    </a:ext>
                  </a:extLst>
                </p14:cNvPr>
                <p14:cNvContentPartPr/>
                <p14:nvPr/>
              </p14:nvContentPartPr>
              <p14:xfrm>
                <a:off x="9212505" y="54015"/>
                <a:ext cx="159120" cy="214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A9975A-3162-AE4B-247A-AC545A8B63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03505" y="45375"/>
                  <a:ext cx="176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7EBC1E-1852-5359-4063-F6188E0EBD3C}"/>
                    </a:ext>
                  </a:extLst>
                </p14:cNvPr>
                <p14:cNvContentPartPr/>
                <p14:nvPr/>
              </p14:nvContentPartPr>
              <p14:xfrm>
                <a:off x="8455785" y="252015"/>
                <a:ext cx="154800" cy="209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7EBC1E-1852-5359-4063-F6188E0EBD3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46785" y="243375"/>
                  <a:ext cx="172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8E510F-D8C0-0BEC-D2EA-923FB74F4758}"/>
                    </a:ext>
                  </a:extLst>
                </p14:cNvPr>
                <p14:cNvContentPartPr/>
                <p14:nvPr/>
              </p14:nvContentPartPr>
              <p14:xfrm>
                <a:off x="8484225" y="313935"/>
                <a:ext cx="81360" cy="159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8E510F-D8C0-0BEC-D2EA-923FB74F475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75585" y="304935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4BEADA6-8919-8F8A-1FC7-7483E4D09580}"/>
                    </a:ext>
                  </a:extLst>
                </p14:cNvPr>
                <p14:cNvContentPartPr/>
                <p14:nvPr/>
              </p14:nvContentPartPr>
              <p14:xfrm>
                <a:off x="8766465" y="364695"/>
                <a:ext cx="181080" cy="193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4BEADA6-8919-8F8A-1FC7-7483E4D095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57825" y="355695"/>
                  <a:ext cx="1987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2A0679D-B333-3D35-077B-4405CB859E10}"/>
              </a:ext>
            </a:extLst>
          </p:cNvPr>
          <p:cNvGrpSpPr/>
          <p:nvPr/>
        </p:nvGrpSpPr>
        <p:grpSpPr>
          <a:xfrm>
            <a:off x="6357345" y="4465815"/>
            <a:ext cx="655200" cy="402480"/>
            <a:chOff x="6357345" y="4465815"/>
            <a:chExt cx="6552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0EC7C9E-2B10-2AD9-E63E-F1A7231142E0}"/>
                    </a:ext>
                  </a:extLst>
                </p14:cNvPr>
                <p14:cNvContentPartPr/>
                <p14:nvPr/>
              </p14:nvContentPartPr>
              <p14:xfrm>
                <a:off x="6357345" y="4600815"/>
                <a:ext cx="293040" cy="7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0EC7C9E-2B10-2AD9-E63E-F1A7231142E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48345" y="4591815"/>
                  <a:ext cx="310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4A0D01-1F5A-0DC0-A717-11B671B13E1A}"/>
                    </a:ext>
                  </a:extLst>
                </p14:cNvPr>
                <p14:cNvContentPartPr/>
                <p14:nvPr/>
              </p14:nvContentPartPr>
              <p14:xfrm>
                <a:off x="6508185" y="4465815"/>
                <a:ext cx="119160" cy="253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4A0D01-1F5A-0DC0-A717-11B671B13E1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9185" y="4456815"/>
                  <a:ext cx="136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5987DB5-FD7A-33ED-D034-9459085D6BAD}"/>
                    </a:ext>
                  </a:extLst>
                </p14:cNvPr>
                <p14:cNvContentPartPr/>
                <p14:nvPr/>
              </p14:nvContentPartPr>
              <p14:xfrm>
                <a:off x="6816705" y="4573815"/>
                <a:ext cx="195840" cy="294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5987DB5-FD7A-33ED-D034-9459085D6BA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07705" y="4564815"/>
                  <a:ext cx="2134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7AA79CF-90DF-C19C-2F5A-3D4EE29F27ED}"/>
              </a:ext>
            </a:extLst>
          </p:cNvPr>
          <p:cNvGrpSpPr/>
          <p:nvPr/>
        </p:nvGrpSpPr>
        <p:grpSpPr>
          <a:xfrm>
            <a:off x="9630465" y="445695"/>
            <a:ext cx="2076120" cy="203760"/>
            <a:chOff x="9630465" y="445695"/>
            <a:chExt cx="20761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BC3805-B075-0478-DA39-440F26A7E042}"/>
                    </a:ext>
                  </a:extLst>
                </p14:cNvPr>
                <p14:cNvContentPartPr/>
                <p14:nvPr/>
              </p14:nvContentPartPr>
              <p14:xfrm>
                <a:off x="9678705" y="553695"/>
                <a:ext cx="82800" cy="25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BC3805-B075-0478-DA39-440F26A7E0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72585" y="547575"/>
                  <a:ext cx="95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B805C7-980F-65FF-05B2-7B128C235628}"/>
                    </a:ext>
                  </a:extLst>
                </p14:cNvPr>
                <p14:cNvContentPartPr/>
                <p14:nvPr/>
              </p14:nvContentPartPr>
              <p14:xfrm>
                <a:off x="9779505" y="498975"/>
                <a:ext cx="27720" cy="2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B805C7-980F-65FF-05B2-7B128C23562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73385" y="492855"/>
                  <a:ext cx="399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09FA5D6-8177-8F4B-2E13-ACDA826D8EE7}"/>
                    </a:ext>
                  </a:extLst>
                </p14:cNvPr>
                <p14:cNvContentPartPr/>
                <p14:nvPr/>
              </p14:nvContentPartPr>
              <p14:xfrm>
                <a:off x="9630465" y="485655"/>
                <a:ext cx="195120" cy="16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09FA5D6-8177-8F4B-2E13-ACDA826D8EE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24345" y="479535"/>
                  <a:ext cx="207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D977ED-4FCC-D150-3CBA-0A966B424937}"/>
                    </a:ext>
                  </a:extLst>
                </p14:cNvPr>
                <p14:cNvContentPartPr/>
                <p14:nvPr/>
              </p14:nvContentPartPr>
              <p14:xfrm>
                <a:off x="9678705" y="526695"/>
                <a:ext cx="123840" cy="110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D977ED-4FCC-D150-3CBA-0A966B4249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72585" y="520575"/>
                  <a:ext cx="136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9D67F99-CD72-DBAA-42FF-8C2A5BC0F55B}"/>
                    </a:ext>
                  </a:extLst>
                </p14:cNvPr>
                <p14:cNvContentPartPr/>
                <p14:nvPr/>
              </p14:nvContentPartPr>
              <p14:xfrm>
                <a:off x="10049145" y="503655"/>
                <a:ext cx="247320" cy="85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9D67F99-CD72-DBAA-42FF-8C2A5BC0F55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43025" y="497535"/>
                  <a:ext cx="259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AACDDCF-F68E-64F4-8705-29781565408E}"/>
                    </a:ext>
                  </a:extLst>
                </p14:cNvPr>
                <p14:cNvContentPartPr/>
                <p14:nvPr/>
              </p14:nvContentPartPr>
              <p14:xfrm>
                <a:off x="10511025" y="488895"/>
                <a:ext cx="281520" cy="87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AACDDCF-F68E-64F4-8705-29781565408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04905" y="482775"/>
                  <a:ext cx="293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76AE05-CA31-54CF-3167-5E97DF89DA9D}"/>
                    </a:ext>
                  </a:extLst>
                </p14:cNvPr>
                <p14:cNvContentPartPr/>
                <p14:nvPr/>
              </p14:nvContentPartPr>
              <p14:xfrm>
                <a:off x="10631985" y="455775"/>
                <a:ext cx="218520" cy="103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76AE05-CA31-54CF-3167-5E97DF89DA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25865" y="449655"/>
                  <a:ext cx="230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24D2BE1-0CD7-0EE0-F8CC-03D5FAB1D0ED}"/>
                    </a:ext>
                  </a:extLst>
                </p14:cNvPr>
                <p14:cNvContentPartPr/>
                <p14:nvPr/>
              </p14:nvContentPartPr>
              <p14:xfrm>
                <a:off x="10957785" y="447495"/>
                <a:ext cx="328320" cy="12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24D2BE1-0CD7-0EE0-F8CC-03D5FAB1D0E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51665" y="441375"/>
                  <a:ext cx="340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4C123C-C587-2094-7CC1-B604D7BB843E}"/>
                    </a:ext>
                  </a:extLst>
                </p14:cNvPr>
                <p14:cNvContentPartPr/>
                <p14:nvPr/>
              </p14:nvContentPartPr>
              <p14:xfrm>
                <a:off x="11044545" y="456855"/>
                <a:ext cx="258840" cy="93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4C123C-C587-2094-7CC1-B604D7BB84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8425" y="450735"/>
                  <a:ext cx="271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4928B85-A941-40E2-2D84-BD83507969D4}"/>
                    </a:ext>
                  </a:extLst>
                </p14:cNvPr>
                <p14:cNvContentPartPr/>
                <p14:nvPr/>
              </p14:nvContentPartPr>
              <p14:xfrm>
                <a:off x="11450265" y="445695"/>
                <a:ext cx="202680" cy="10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4928B85-A941-40E2-2D84-BD83507969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444145" y="439575"/>
                  <a:ext cx="214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CD64E4-F1BF-C8EE-84A6-1DDAA83639A8}"/>
                    </a:ext>
                  </a:extLst>
                </p14:cNvPr>
                <p14:cNvContentPartPr/>
                <p14:nvPr/>
              </p14:nvContentPartPr>
              <p14:xfrm>
                <a:off x="11427585" y="466575"/>
                <a:ext cx="279000" cy="109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CD64E4-F1BF-C8EE-84A6-1DDAA83639A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21465" y="460455"/>
                  <a:ext cx="291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E80546C-64F5-069A-83E4-272210D3354B}"/>
              </a:ext>
            </a:extLst>
          </p:cNvPr>
          <p:cNvGrpSpPr/>
          <p:nvPr/>
        </p:nvGrpSpPr>
        <p:grpSpPr>
          <a:xfrm>
            <a:off x="9704985" y="747015"/>
            <a:ext cx="926280" cy="192600"/>
            <a:chOff x="9704985" y="747015"/>
            <a:chExt cx="9262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61757EA-AEA1-0888-B44A-CC64BE8F89B4}"/>
                    </a:ext>
                  </a:extLst>
                </p14:cNvPr>
                <p14:cNvContentPartPr/>
                <p14:nvPr/>
              </p14:nvContentPartPr>
              <p14:xfrm>
                <a:off x="9704985" y="817935"/>
                <a:ext cx="336240" cy="114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61757EA-AEA1-0888-B44A-CC64BE8F89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98865" y="811815"/>
                  <a:ext cx="34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0B63D0-67A4-BA67-CE36-F714E6901942}"/>
                    </a:ext>
                  </a:extLst>
                </p14:cNvPr>
                <p14:cNvContentPartPr/>
                <p14:nvPr/>
              </p14:nvContentPartPr>
              <p14:xfrm>
                <a:off x="9802185" y="804615"/>
                <a:ext cx="271080" cy="129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0B63D0-67A4-BA67-CE36-F714E69019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96065" y="798495"/>
                  <a:ext cx="283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1413A19-FF30-A673-530C-7FA0F40E791A}"/>
                    </a:ext>
                  </a:extLst>
                </p14:cNvPr>
                <p14:cNvContentPartPr/>
                <p14:nvPr/>
              </p14:nvContentPartPr>
              <p14:xfrm>
                <a:off x="10289265" y="856095"/>
                <a:ext cx="291960" cy="5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1413A19-FF30-A673-530C-7FA0F40E791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83145" y="849975"/>
                  <a:ext cx="304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6EA0E59-8D74-5D5B-A556-F203F3F52D97}"/>
                    </a:ext>
                  </a:extLst>
                </p14:cNvPr>
                <p14:cNvContentPartPr/>
                <p14:nvPr/>
              </p14:nvContentPartPr>
              <p14:xfrm>
                <a:off x="10297185" y="747015"/>
                <a:ext cx="334080" cy="19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6EA0E59-8D74-5D5B-A556-F203F3F52D9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91065" y="740895"/>
                  <a:ext cx="3463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0124C6C-A15D-C495-83F3-D9A000A2B59C}"/>
              </a:ext>
            </a:extLst>
          </p:cNvPr>
          <p:cNvGrpSpPr/>
          <p:nvPr/>
        </p:nvGrpSpPr>
        <p:grpSpPr>
          <a:xfrm>
            <a:off x="10907385" y="752055"/>
            <a:ext cx="606240" cy="162000"/>
            <a:chOff x="10907385" y="752055"/>
            <a:chExt cx="60624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8C7174-9C19-7EB4-5645-871BD236CB4F}"/>
                    </a:ext>
                  </a:extLst>
                </p14:cNvPr>
                <p14:cNvContentPartPr/>
                <p14:nvPr/>
              </p14:nvContentPartPr>
              <p14:xfrm>
                <a:off x="10922505" y="788055"/>
                <a:ext cx="224280" cy="82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8C7174-9C19-7EB4-5645-871BD236CB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16385" y="781935"/>
                  <a:ext cx="236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0B23E1-53AE-E9DC-DE6D-2C8D644A2423}"/>
                    </a:ext>
                  </a:extLst>
                </p14:cNvPr>
                <p14:cNvContentPartPr/>
                <p14:nvPr/>
              </p14:nvContentPartPr>
              <p14:xfrm>
                <a:off x="10907385" y="752055"/>
                <a:ext cx="210600" cy="155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0B23E1-53AE-E9DC-DE6D-2C8D644A24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01265" y="745935"/>
                  <a:ext cx="222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5F93652-0079-7C68-0B30-971CDE958337}"/>
                    </a:ext>
                  </a:extLst>
                </p14:cNvPr>
                <p14:cNvContentPartPr/>
                <p14:nvPr/>
              </p14:nvContentPartPr>
              <p14:xfrm>
                <a:off x="11295105" y="803535"/>
                <a:ext cx="143280" cy="66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5F93652-0079-7C68-0B30-971CDE9583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88985" y="797415"/>
                  <a:ext cx="155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3475567-9A7F-11FC-5406-A3C77ACB7158}"/>
                    </a:ext>
                  </a:extLst>
                </p14:cNvPr>
                <p14:cNvContentPartPr/>
                <p14:nvPr/>
              </p14:nvContentPartPr>
              <p14:xfrm>
                <a:off x="11286825" y="764655"/>
                <a:ext cx="226800" cy="149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3475567-9A7F-11FC-5406-A3C77ACB715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280705" y="758535"/>
                  <a:ext cx="2390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6DE5A69-30E0-61C5-AC7F-81F20BCB3E8D}"/>
              </a:ext>
            </a:extLst>
          </p:cNvPr>
          <p:cNvGrpSpPr/>
          <p:nvPr/>
        </p:nvGrpSpPr>
        <p:grpSpPr>
          <a:xfrm>
            <a:off x="9820545" y="1700655"/>
            <a:ext cx="2031120" cy="518760"/>
            <a:chOff x="9820545" y="1700655"/>
            <a:chExt cx="20311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ADAAAA-D4E4-8016-565C-583CF32E3E57}"/>
                    </a:ext>
                  </a:extLst>
                </p14:cNvPr>
                <p14:cNvContentPartPr/>
                <p14:nvPr/>
              </p14:nvContentPartPr>
              <p14:xfrm>
                <a:off x="9820545" y="1756095"/>
                <a:ext cx="256320" cy="124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ADAAAA-D4E4-8016-565C-583CF32E3E5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11545" y="1747455"/>
                  <a:ext cx="273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4978A3-BACF-F10C-FC3B-6536C2BC4FB8}"/>
                    </a:ext>
                  </a:extLst>
                </p14:cNvPr>
                <p14:cNvContentPartPr/>
                <p14:nvPr/>
              </p14:nvContentPartPr>
              <p14:xfrm>
                <a:off x="9859425" y="1778775"/>
                <a:ext cx="249480" cy="131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4978A3-BACF-F10C-FC3B-6536C2BC4F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50425" y="1770135"/>
                  <a:ext cx="267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65AF70A-6E97-6B60-6190-DD2187C2B550}"/>
                    </a:ext>
                  </a:extLst>
                </p14:cNvPr>
                <p14:cNvContentPartPr/>
                <p14:nvPr/>
              </p14:nvContentPartPr>
              <p14:xfrm>
                <a:off x="10355505" y="1735575"/>
                <a:ext cx="319320" cy="10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65AF70A-6E97-6B60-6190-DD2187C2B5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05" y="1726935"/>
                  <a:ext cx="336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60A49FD-F5B2-27DC-613C-5D7A97B3D2A7}"/>
                    </a:ext>
                  </a:extLst>
                </p14:cNvPr>
                <p14:cNvContentPartPr/>
                <p14:nvPr/>
              </p14:nvContentPartPr>
              <p14:xfrm>
                <a:off x="10441185" y="1782015"/>
                <a:ext cx="262080" cy="103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60A49FD-F5B2-27DC-613C-5D7A97B3D2A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32185" y="1773015"/>
                  <a:ext cx="279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F61F22-5B25-EF77-7E96-EDE7F3B6FD48}"/>
                    </a:ext>
                  </a:extLst>
                </p14:cNvPr>
                <p14:cNvContentPartPr/>
                <p14:nvPr/>
              </p14:nvContentPartPr>
              <p14:xfrm>
                <a:off x="10818465" y="1741695"/>
                <a:ext cx="282600" cy="5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F61F22-5B25-EF77-7E96-EDE7F3B6FD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09465" y="1733055"/>
                  <a:ext cx="300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49E4611-125F-D441-2F50-D6EAF34AB257}"/>
                    </a:ext>
                  </a:extLst>
                </p14:cNvPr>
                <p14:cNvContentPartPr/>
                <p14:nvPr/>
              </p14:nvContentPartPr>
              <p14:xfrm>
                <a:off x="10895865" y="1723335"/>
                <a:ext cx="233640" cy="11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49E4611-125F-D441-2F50-D6EAF34AB2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87225" y="1714335"/>
                  <a:ext cx="25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2FC2D0-F604-741D-9C0F-2D75AB6AECEA}"/>
                    </a:ext>
                  </a:extLst>
                </p14:cNvPr>
                <p14:cNvContentPartPr/>
                <p14:nvPr/>
              </p14:nvContentPartPr>
              <p14:xfrm>
                <a:off x="11269905" y="1730535"/>
                <a:ext cx="285120" cy="9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2FC2D0-F604-741D-9C0F-2D75AB6AECE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60905" y="1721535"/>
                  <a:ext cx="302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295356C-6F1C-084F-A369-164DF968A83D}"/>
                    </a:ext>
                  </a:extLst>
                </p14:cNvPr>
                <p14:cNvContentPartPr/>
                <p14:nvPr/>
              </p14:nvContentPartPr>
              <p14:xfrm>
                <a:off x="11338305" y="1700655"/>
                <a:ext cx="297720" cy="126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295356C-6F1C-084F-A369-164DF968A83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29665" y="1691655"/>
                  <a:ext cx="315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3E398AB-1BF7-ABFE-1DD4-EE5943B10A24}"/>
                    </a:ext>
                  </a:extLst>
                </p14:cNvPr>
                <p14:cNvContentPartPr/>
                <p14:nvPr/>
              </p14:nvContentPartPr>
              <p14:xfrm>
                <a:off x="11693985" y="1777695"/>
                <a:ext cx="144720" cy="63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3E398AB-1BF7-ABFE-1DD4-EE5943B10A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84985" y="1769055"/>
                  <a:ext cx="162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DF0E56-E281-2CD6-9FE6-C715F8633BA9}"/>
                    </a:ext>
                  </a:extLst>
                </p14:cNvPr>
                <p14:cNvContentPartPr/>
                <p14:nvPr/>
              </p14:nvContentPartPr>
              <p14:xfrm>
                <a:off x="11649345" y="1767975"/>
                <a:ext cx="201600" cy="11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DF0E56-E281-2CD6-9FE6-C715F8633BA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640345" y="1759335"/>
                  <a:ext cx="219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F573173-2A03-4797-478C-669ED847C88C}"/>
                    </a:ext>
                  </a:extLst>
                </p14:cNvPr>
                <p14:cNvContentPartPr/>
                <p14:nvPr/>
              </p14:nvContentPartPr>
              <p14:xfrm>
                <a:off x="10012425" y="2090535"/>
                <a:ext cx="304560" cy="4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F573173-2A03-4797-478C-669ED847C8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03785" y="2081535"/>
                  <a:ext cx="322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25ECFE-5F11-9FBE-B76E-9EEB0E0DCF00}"/>
                    </a:ext>
                  </a:extLst>
                </p14:cNvPr>
                <p14:cNvContentPartPr/>
                <p14:nvPr/>
              </p14:nvContentPartPr>
              <p14:xfrm>
                <a:off x="10062825" y="2070015"/>
                <a:ext cx="168480" cy="14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25ECFE-5F11-9FBE-B76E-9EEB0E0DCF0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53825" y="2061015"/>
                  <a:ext cx="186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011598F-E560-5405-4C3F-579E5990B202}"/>
                    </a:ext>
                  </a:extLst>
                </p14:cNvPr>
                <p14:cNvContentPartPr/>
                <p14:nvPr/>
              </p14:nvContentPartPr>
              <p14:xfrm>
                <a:off x="10541625" y="2031855"/>
                <a:ext cx="218520" cy="45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011598F-E560-5405-4C3F-579E5990B20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32985" y="2022855"/>
                  <a:ext cx="236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56D56D-5546-C795-AA6A-D983CE51C9C5}"/>
                    </a:ext>
                  </a:extLst>
                </p14:cNvPr>
                <p14:cNvContentPartPr/>
                <p14:nvPr/>
              </p14:nvContentPartPr>
              <p14:xfrm>
                <a:off x="10570425" y="1999095"/>
                <a:ext cx="193680" cy="152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56D56D-5546-C795-AA6A-D983CE51C9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61425" y="1990095"/>
                  <a:ext cx="211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640FE8C-93E3-BD55-20D7-49EEB989BFC3}"/>
                    </a:ext>
                  </a:extLst>
                </p14:cNvPr>
                <p14:cNvContentPartPr/>
                <p14:nvPr/>
              </p14:nvContentPartPr>
              <p14:xfrm>
                <a:off x="10907025" y="2001975"/>
                <a:ext cx="269280" cy="67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640FE8C-93E3-BD55-20D7-49EEB989BF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98385" y="1993335"/>
                  <a:ext cx="286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9B9C25-BFA7-3FB4-B20A-AAF46E146089}"/>
                    </a:ext>
                  </a:extLst>
                </p14:cNvPr>
                <p14:cNvContentPartPr/>
                <p14:nvPr/>
              </p14:nvContentPartPr>
              <p14:xfrm>
                <a:off x="11011425" y="1985415"/>
                <a:ext cx="214200" cy="111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9B9C25-BFA7-3FB4-B20A-AAF46E1460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02785" y="1976775"/>
                  <a:ext cx="231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FDD4918-BE1F-C0DE-6EF3-F8869BC826A3}"/>
                    </a:ext>
                  </a:extLst>
                </p14:cNvPr>
                <p14:cNvContentPartPr/>
                <p14:nvPr/>
              </p14:nvContentPartPr>
              <p14:xfrm>
                <a:off x="11257305" y="1987215"/>
                <a:ext cx="254160" cy="61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FDD4918-BE1F-C0DE-6EF3-F8869BC826A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48305" y="1978575"/>
                  <a:ext cx="271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B532CAC-09CE-06FC-6BE5-A8C83B49EEB5}"/>
                    </a:ext>
                  </a:extLst>
                </p14:cNvPr>
                <p14:cNvContentPartPr/>
                <p14:nvPr/>
              </p14:nvContentPartPr>
              <p14:xfrm>
                <a:off x="11322465" y="1945455"/>
                <a:ext cx="278280" cy="149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B532CAC-09CE-06FC-6BE5-A8C83B49EE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13465" y="1936815"/>
                  <a:ext cx="295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8C51E4-F4D4-D570-AAA7-705E93823532}"/>
                    </a:ext>
                  </a:extLst>
                </p14:cNvPr>
                <p14:cNvContentPartPr/>
                <p14:nvPr/>
              </p14:nvContentPartPr>
              <p14:xfrm>
                <a:off x="11656905" y="1955895"/>
                <a:ext cx="29520" cy="64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8C51E4-F4D4-D570-AAA7-705E9382353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47905" y="1946895"/>
                  <a:ext cx="47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A2146ED-5FB6-8944-9999-32B6F7E32751}"/>
                    </a:ext>
                  </a:extLst>
                </p14:cNvPr>
                <p14:cNvContentPartPr/>
                <p14:nvPr/>
              </p14:nvContentPartPr>
              <p14:xfrm>
                <a:off x="11708745" y="1980015"/>
                <a:ext cx="142920" cy="61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A2146ED-5FB6-8944-9999-32B6F7E327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699745" y="1971015"/>
                  <a:ext cx="1605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705D009-F5DD-9FC1-3A7A-86DDCA0167CB}"/>
              </a:ext>
            </a:extLst>
          </p:cNvPr>
          <p:cNvGrpSpPr/>
          <p:nvPr/>
        </p:nvGrpSpPr>
        <p:grpSpPr>
          <a:xfrm>
            <a:off x="9555225" y="950775"/>
            <a:ext cx="2419200" cy="625680"/>
            <a:chOff x="9555225" y="950775"/>
            <a:chExt cx="241920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A4B4CDC-F569-3EB6-32D0-9B134FC43F61}"/>
                    </a:ext>
                  </a:extLst>
                </p14:cNvPr>
                <p14:cNvContentPartPr/>
                <p14:nvPr/>
              </p14:nvContentPartPr>
              <p14:xfrm>
                <a:off x="9555225" y="1132935"/>
                <a:ext cx="118800" cy="438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A4B4CDC-F569-3EB6-32D0-9B134FC43F6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49105" y="1126815"/>
                  <a:ext cx="1310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D2B739A-7A98-2B1C-888D-7842F22FBCBA}"/>
                    </a:ext>
                  </a:extLst>
                </p14:cNvPr>
                <p14:cNvContentPartPr/>
                <p14:nvPr/>
              </p14:nvContentPartPr>
              <p14:xfrm>
                <a:off x="9649185" y="950775"/>
                <a:ext cx="2325240" cy="416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D2B739A-7A98-2B1C-888D-7842F22FBC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3065" y="944655"/>
                  <a:ext cx="2337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EFDEEB-65B8-19F9-E62E-8493A0A209C2}"/>
                    </a:ext>
                  </a:extLst>
                </p14:cNvPr>
                <p14:cNvContentPartPr/>
                <p14:nvPr/>
              </p14:nvContentPartPr>
              <p14:xfrm>
                <a:off x="9565665" y="1386735"/>
                <a:ext cx="2328480" cy="189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EFDEEB-65B8-19F9-E62E-8493A0A209C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59545" y="1380615"/>
                  <a:ext cx="2340720" cy="20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01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583CCDF-6022-029E-BE74-704B8E5B2EAA}"/>
              </a:ext>
            </a:extLst>
          </p:cNvPr>
          <p:cNvGrpSpPr/>
          <p:nvPr/>
        </p:nvGrpSpPr>
        <p:grpSpPr>
          <a:xfrm>
            <a:off x="398985" y="177855"/>
            <a:ext cx="2713680" cy="828000"/>
            <a:chOff x="398985" y="177855"/>
            <a:chExt cx="2713680" cy="8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48A0EA-073A-4CF1-79F0-92B62B2F18E8}"/>
                    </a:ext>
                  </a:extLst>
                </p14:cNvPr>
                <p14:cNvContentPartPr/>
                <p14:nvPr/>
              </p14:nvContentPartPr>
              <p14:xfrm>
                <a:off x="751425" y="493215"/>
                <a:ext cx="12240" cy="21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48A0EA-073A-4CF1-79F0-92B62B2F18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5305" y="487095"/>
                  <a:ext cx="2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A6B52C-C31C-677C-50AF-3E74F18EF7A0}"/>
                    </a:ext>
                  </a:extLst>
                </p14:cNvPr>
                <p14:cNvContentPartPr/>
                <p14:nvPr/>
              </p14:nvContentPartPr>
              <p14:xfrm>
                <a:off x="398985" y="363255"/>
                <a:ext cx="546840" cy="642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A6B52C-C31C-677C-50AF-3E74F18EF7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2865" y="357135"/>
                  <a:ext cx="55908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12F5F5-DD12-56E2-6421-84CD2BB2A6A5}"/>
                    </a:ext>
                  </a:extLst>
                </p14:cNvPr>
                <p14:cNvContentPartPr/>
                <p14:nvPr/>
              </p14:nvContentPartPr>
              <p14:xfrm>
                <a:off x="1091985" y="177855"/>
                <a:ext cx="476640" cy="631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12F5F5-DD12-56E2-6421-84CD2BB2A6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5865" y="171735"/>
                  <a:ext cx="48888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E6DC22-FE14-A6A5-E3CF-4478C8BD090D}"/>
                    </a:ext>
                  </a:extLst>
                </p14:cNvPr>
                <p14:cNvContentPartPr/>
                <p14:nvPr/>
              </p14:nvContentPartPr>
              <p14:xfrm>
                <a:off x="1720545" y="370095"/>
                <a:ext cx="469800" cy="54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E6DC22-FE14-A6A5-E3CF-4478C8BD09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4425" y="363975"/>
                  <a:ext cx="4820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7717CF-EAEF-8859-C00B-E97095974E8C}"/>
                    </a:ext>
                  </a:extLst>
                </p14:cNvPr>
                <p14:cNvContentPartPr/>
                <p14:nvPr/>
              </p14:nvContentPartPr>
              <p14:xfrm>
                <a:off x="2214825" y="408975"/>
                <a:ext cx="217440" cy="51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7717CF-EAEF-8859-C00B-E97095974E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8705" y="402855"/>
                  <a:ext cx="2296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085F32-932F-77D1-7C54-16FD9F38F94C}"/>
                    </a:ext>
                  </a:extLst>
                </p14:cNvPr>
                <p14:cNvContentPartPr/>
                <p14:nvPr/>
              </p14:nvContentPartPr>
              <p14:xfrm>
                <a:off x="2391585" y="549375"/>
                <a:ext cx="30492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085F32-932F-77D1-7C54-16FD9F38F9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85465" y="543255"/>
                  <a:ext cx="317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E98376-CD92-E817-B38F-8659A18BB767}"/>
                    </a:ext>
                  </a:extLst>
                </p14:cNvPr>
                <p14:cNvContentPartPr/>
                <p14:nvPr/>
              </p14:nvContentPartPr>
              <p14:xfrm>
                <a:off x="2802705" y="441735"/>
                <a:ext cx="261720" cy="24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E98376-CD92-E817-B38F-8659A18BB7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6585" y="435615"/>
                  <a:ext cx="273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A8E17F-1D0F-0C5D-C5A3-65B40EDA146E}"/>
                    </a:ext>
                  </a:extLst>
                </p14:cNvPr>
                <p14:cNvContentPartPr/>
                <p14:nvPr/>
              </p14:nvContentPartPr>
              <p14:xfrm>
                <a:off x="2944185" y="575295"/>
                <a:ext cx="168480" cy="3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A8E17F-1D0F-0C5D-C5A3-65B40EDA14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8065" y="569175"/>
                  <a:ext cx="1807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031850-BC97-8650-855E-4F701CB9C8BE}"/>
              </a:ext>
            </a:extLst>
          </p:cNvPr>
          <p:cNvGrpSpPr/>
          <p:nvPr/>
        </p:nvGrpSpPr>
        <p:grpSpPr>
          <a:xfrm>
            <a:off x="3620265" y="253095"/>
            <a:ext cx="1982880" cy="463320"/>
            <a:chOff x="3620265" y="253095"/>
            <a:chExt cx="198288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6CDC67-490F-275B-C5AF-024E88388170}"/>
                    </a:ext>
                  </a:extLst>
                </p14:cNvPr>
                <p14:cNvContentPartPr/>
                <p14:nvPr/>
              </p14:nvContentPartPr>
              <p14:xfrm>
                <a:off x="3620265" y="253095"/>
                <a:ext cx="478800" cy="46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6CDC67-490F-275B-C5AF-024E883881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14145" y="246975"/>
                  <a:ext cx="4910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0D9BB1-8AC4-13E9-B0EE-8E5B66D0D9DF}"/>
                    </a:ext>
                  </a:extLst>
                </p14:cNvPr>
                <p14:cNvContentPartPr/>
                <p14:nvPr/>
              </p14:nvContentPartPr>
              <p14:xfrm>
                <a:off x="4080705" y="336255"/>
                <a:ext cx="884880" cy="294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0D9BB1-8AC4-13E9-B0EE-8E5B66D0D9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4585" y="330135"/>
                  <a:ext cx="897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24DDF2-028E-0A2D-FF4A-E93A0F301159}"/>
                    </a:ext>
                  </a:extLst>
                </p14:cNvPr>
                <p14:cNvContentPartPr/>
                <p14:nvPr/>
              </p14:nvContentPartPr>
              <p14:xfrm>
                <a:off x="4858665" y="403935"/>
                <a:ext cx="406800" cy="134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24DDF2-028E-0A2D-FF4A-E93A0F3011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52545" y="397815"/>
                  <a:ext cx="419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1BABDE-4CE7-B1F1-125E-EF1D68F66B16}"/>
                    </a:ext>
                  </a:extLst>
                </p14:cNvPr>
                <p14:cNvContentPartPr/>
                <p14:nvPr/>
              </p14:nvContentPartPr>
              <p14:xfrm>
                <a:off x="5297505" y="400335"/>
                <a:ext cx="305640" cy="212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1BABDE-4CE7-B1F1-125E-EF1D68F66B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91385" y="394215"/>
                  <a:ext cx="3178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5FD8F0-068E-E8B2-5B8F-515758783241}"/>
              </a:ext>
            </a:extLst>
          </p:cNvPr>
          <p:cNvGrpSpPr/>
          <p:nvPr/>
        </p:nvGrpSpPr>
        <p:grpSpPr>
          <a:xfrm>
            <a:off x="6416745" y="129255"/>
            <a:ext cx="2911320" cy="666720"/>
            <a:chOff x="6416745" y="129255"/>
            <a:chExt cx="291132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EC9768-514C-7D2D-7AD6-35599C41C2DC}"/>
                    </a:ext>
                  </a:extLst>
                </p14:cNvPr>
                <p14:cNvContentPartPr/>
                <p14:nvPr/>
              </p14:nvContentPartPr>
              <p14:xfrm>
                <a:off x="6416745" y="129255"/>
                <a:ext cx="1640520" cy="443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EC9768-514C-7D2D-7AD6-35599C41C2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10625" y="123135"/>
                  <a:ext cx="16527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433336-F2E8-2EDD-001C-9C3AEB051DD8}"/>
                    </a:ext>
                  </a:extLst>
                </p14:cNvPr>
                <p14:cNvContentPartPr/>
                <p14:nvPr/>
              </p14:nvContentPartPr>
              <p14:xfrm>
                <a:off x="8055825" y="160575"/>
                <a:ext cx="51840" cy="39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433336-F2E8-2EDD-001C-9C3AEB051D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49705" y="154455"/>
                  <a:ext cx="64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4723A2-EE0C-4939-B16C-4DB787A7400E}"/>
                    </a:ext>
                  </a:extLst>
                </p14:cNvPr>
                <p14:cNvContentPartPr/>
                <p14:nvPr/>
              </p14:nvContentPartPr>
              <p14:xfrm>
                <a:off x="8181105" y="214215"/>
                <a:ext cx="416880" cy="581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4723A2-EE0C-4939-B16C-4DB787A740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4985" y="208095"/>
                  <a:ext cx="4291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B4D989-DFF3-CFDC-CB6A-6BEAB182BBE8}"/>
                    </a:ext>
                  </a:extLst>
                </p14:cNvPr>
                <p14:cNvContentPartPr/>
                <p14:nvPr/>
              </p14:nvContentPartPr>
              <p14:xfrm>
                <a:off x="8633985" y="300615"/>
                <a:ext cx="45000" cy="21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B4D989-DFF3-CFDC-CB6A-6BEAB182BB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27865" y="294495"/>
                  <a:ext cx="57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378A80-0B27-B297-48F4-E9C04A9D6B4B}"/>
                    </a:ext>
                  </a:extLst>
                </p14:cNvPr>
                <p14:cNvContentPartPr/>
                <p14:nvPr/>
              </p14:nvContentPartPr>
              <p14:xfrm>
                <a:off x="8692305" y="462615"/>
                <a:ext cx="253080" cy="181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378A80-0B27-B297-48F4-E9C04A9D6B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6185" y="456495"/>
                  <a:ext cx="265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C9479B-FA1E-71C7-23B6-B8FDCEFFF515}"/>
                    </a:ext>
                  </a:extLst>
                </p14:cNvPr>
                <p14:cNvContentPartPr/>
                <p14:nvPr/>
              </p14:nvContentPartPr>
              <p14:xfrm>
                <a:off x="9022785" y="366495"/>
                <a:ext cx="162720" cy="229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C9479B-FA1E-71C7-23B6-B8FDCEFFF5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16665" y="360375"/>
                  <a:ext cx="174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37056B-EED2-B847-E609-E09C78D5412C}"/>
                    </a:ext>
                  </a:extLst>
                </p14:cNvPr>
                <p14:cNvContentPartPr/>
                <p14:nvPr/>
              </p14:nvContentPartPr>
              <p14:xfrm>
                <a:off x="9301425" y="478455"/>
                <a:ext cx="26640" cy="37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37056B-EED2-B847-E609-E09C78D541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95305" y="472335"/>
                  <a:ext cx="3888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34A763F-517F-A334-689C-C330FB04A1EB}"/>
                  </a:ext>
                </a:extLst>
              </p14:cNvPr>
              <p14:cNvContentPartPr/>
              <p14:nvPr/>
            </p14:nvContentPartPr>
            <p14:xfrm>
              <a:off x="1875345" y="6094095"/>
              <a:ext cx="46080" cy="29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34A763F-517F-A334-689C-C330FB04A1E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66705" y="6085455"/>
                <a:ext cx="63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5439F56-8B35-D05F-E4A3-C8F2983144F0}"/>
                  </a:ext>
                </a:extLst>
              </p14:cNvPr>
              <p14:cNvContentPartPr/>
              <p14:nvPr/>
            </p14:nvContentPartPr>
            <p14:xfrm>
              <a:off x="1577985" y="1499775"/>
              <a:ext cx="720" cy="2202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5439F56-8B35-D05F-E4A3-C8F2983144F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59985" y="1490775"/>
                <a:ext cx="36000" cy="22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3148A18-6E8B-2043-BC57-4D00D27D2A76}"/>
                  </a:ext>
                </a:extLst>
              </p14:cNvPr>
              <p14:cNvContentPartPr/>
              <p14:nvPr/>
            </p14:nvContentPartPr>
            <p14:xfrm>
              <a:off x="1597785" y="3700455"/>
              <a:ext cx="291708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3148A18-6E8B-2043-BC57-4D00D27D2A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8785" y="3682455"/>
                <a:ext cx="2934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BFB3952-544E-171C-898F-B02CC7CE83AD}"/>
                  </a:ext>
                </a:extLst>
              </p14:cNvPr>
              <p14:cNvContentPartPr/>
              <p14:nvPr/>
            </p14:nvContentPartPr>
            <p14:xfrm>
              <a:off x="1730265" y="3523695"/>
              <a:ext cx="8280" cy="61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BFB3952-544E-171C-898F-B02CC7CE83A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24400" y="3517915"/>
                <a:ext cx="20010" cy="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84FE365-CEC5-7F73-5347-FC36781B28F7}"/>
                  </a:ext>
                </a:extLst>
              </p14:cNvPr>
              <p14:cNvContentPartPr/>
              <p14:nvPr/>
            </p14:nvContentPartPr>
            <p14:xfrm>
              <a:off x="1774905" y="1000095"/>
              <a:ext cx="2953800" cy="2475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84FE365-CEC5-7F73-5347-FC36781B28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68785" y="993975"/>
                <a:ext cx="2966040" cy="248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45182AF-DA35-0C8C-9E1C-F50049BFD03D}"/>
              </a:ext>
            </a:extLst>
          </p:cNvPr>
          <p:cNvGrpSpPr/>
          <p:nvPr/>
        </p:nvGrpSpPr>
        <p:grpSpPr>
          <a:xfrm>
            <a:off x="2212665" y="1626495"/>
            <a:ext cx="2671560" cy="1851120"/>
            <a:chOff x="2212665" y="1626495"/>
            <a:chExt cx="2671560" cy="18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1DE9B3-0CBA-068B-CEA3-912F3CA22116}"/>
                    </a:ext>
                  </a:extLst>
                </p14:cNvPr>
                <p14:cNvContentPartPr/>
                <p14:nvPr/>
              </p14:nvContentPartPr>
              <p14:xfrm>
                <a:off x="2212665" y="3338295"/>
                <a:ext cx="291960" cy="117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1DE9B3-0CBA-068B-CEA3-912F3CA221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4025" y="3329295"/>
                  <a:ext cx="309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37C5B1-2DD9-3B8F-A27D-F7508F499AC9}"/>
                    </a:ext>
                  </a:extLst>
                </p14:cNvPr>
                <p14:cNvContentPartPr/>
                <p14:nvPr/>
              </p14:nvContentPartPr>
              <p14:xfrm>
                <a:off x="2330385" y="3263055"/>
                <a:ext cx="45000" cy="169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37C5B1-2DD9-3B8F-A27D-F7508F499AC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21745" y="3254415"/>
                  <a:ext cx="62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051A9C5-4454-6B90-754C-E71234085F09}"/>
                    </a:ext>
                  </a:extLst>
                </p14:cNvPr>
                <p14:cNvContentPartPr/>
                <p14:nvPr/>
              </p14:nvContentPartPr>
              <p14:xfrm>
                <a:off x="2619465" y="2916375"/>
                <a:ext cx="386640" cy="145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051A9C5-4454-6B90-754C-E71234085F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10825" y="2907735"/>
                  <a:ext cx="404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E1C3C6-6EBE-03FA-FEE7-27563549B842}"/>
                    </a:ext>
                  </a:extLst>
                </p14:cNvPr>
                <p14:cNvContentPartPr/>
                <p14:nvPr/>
              </p14:nvContentPartPr>
              <p14:xfrm>
                <a:off x="2708745" y="2852655"/>
                <a:ext cx="172800" cy="258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E1C3C6-6EBE-03FA-FEE7-27563549B8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99745" y="2844015"/>
                  <a:ext cx="190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9DF429-86D4-D94F-385F-874705FE72E6}"/>
                    </a:ext>
                  </a:extLst>
                </p14:cNvPr>
                <p14:cNvContentPartPr/>
                <p14:nvPr/>
              </p14:nvContentPartPr>
              <p14:xfrm>
                <a:off x="3173865" y="2584095"/>
                <a:ext cx="286200" cy="85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9DF429-86D4-D94F-385F-874705FE72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65225" y="2575455"/>
                  <a:ext cx="303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1D95C0-FF12-622D-9DDA-52EF2EB5F3CB}"/>
                    </a:ext>
                  </a:extLst>
                </p14:cNvPr>
                <p14:cNvContentPartPr/>
                <p14:nvPr/>
              </p14:nvContentPartPr>
              <p14:xfrm>
                <a:off x="3604785" y="2318415"/>
                <a:ext cx="200160" cy="244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1D95C0-FF12-622D-9DDA-52EF2EB5F3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6145" y="2309775"/>
                  <a:ext cx="217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54C90D-9357-F4A4-8ACE-E086A0BE88AE}"/>
                    </a:ext>
                  </a:extLst>
                </p14:cNvPr>
                <p14:cNvContentPartPr/>
                <p14:nvPr/>
              </p14:nvContentPartPr>
              <p14:xfrm>
                <a:off x="3999345" y="2087295"/>
                <a:ext cx="427680" cy="11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54C90D-9357-F4A4-8ACE-E086A0BE88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90345" y="2078655"/>
                  <a:ext cx="445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CD07B2-2023-B016-D821-1ED98F4B4DB9}"/>
                    </a:ext>
                  </a:extLst>
                </p14:cNvPr>
                <p14:cNvContentPartPr/>
                <p14:nvPr/>
              </p14:nvContentPartPr>
              <p14:xfrm>
                <a:off x="4203825" y="1876335"/>
                <a:ext cx="146520" cy="293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CD07B2-2023-B016-D821-1ED98F4B4DB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94825" y="1867695"/>
                  <a:ext cx="164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653FFB-9EAD-0FE4-078F-C56984529EE0}"/>
                    </a:ext>
                  </a:extLst>
                </p14:cNvPr>
                <p14:cNvContentPartPr/>
                <p14:nvPr/>
              </p14:nvContentPartPr>
              <p14:xfrm>
                <a:off x="4448265" y="1706775"/>
                <a:ext cx="265680" cy="176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653FFB-9EAD-0FE4-078F-C56984529E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39625" y="1698135"/>
                  <a:ext cx="283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9DE85A-7D4E-E317-3EAE-482AF0DC352F}"/>
                    </a:ext>
                  </a:extLst>
                </p14:cNvPr>
                <p14:cNvContentPartPr/>
                <p14:nvPr/>
              </p14:nvContentPartPr>
              <p14:xfrm>
                <a:off x="4505505" y="1626495"/>
                <a:ext cx="183240" cy="26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9DE85A-7D4E-E317-3EAE-482AF0DC35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96865" y="1617855"/>
                  <a:ext cx="200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782213-4008-6CF8-9374-A458875CC918}"/>
                    </a:ext>
                  </a:extLst>
                </p14:cNvPr>
                <p14:cNvContentPartPr/>
                <p14:nvPr/>
              </p14:nvContentPartPr>
              <p14:xfrm>
                <a:off x="3064065" y="3104655"/>
                <a:ext cx="495360" cy="192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782213-4008-6CF8-9374-A458875CC9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55425" y="3096015"/>
                  <a:ext cx="513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7121A3-DF3D-EFD5-A7DB-125896216A09}"/>
                    </a:ext>
                  </a:extLst>
                </p14:cNvPr>
                <p14:cNvContentPartPr/>
                <p14:nvPr/>
              </p14:nvContentPartPr>
              <p14:xfrm>
                <a:off x="3294465" y="3016455"/>
                <a:ext cx="189720" cy="30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7121A3-DF3D-EFD5-A7DB-125896216A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85465" y="3007455"/>
                  <a:ext cx="207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5F6CCC3-B04B-5D44-A7F0-02E6890EA3F6}"/>
                    </a:ext>
                  </a:extLst>
                </p14:cNvPr>
                <p14:cNvContentPartPr/>
                <p14:nvPr/>
              </p14:nvContentPartPr>
              <p14:xfrm>
                <a:off x="3359625" y="2901255"/>
                <a:ext cx="437760" cy="143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5F6CCC3-B04B-5D44-A7F0-02E6890EA3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50625" y="2892255"/>
                  <a:ext cx="455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B3D6C45-F5BA-6AA1-3FD0-788D8DAD0C41}"/>
                    </a:ext>
                  </a:extLst>
                </p14:cNvPr>
                <p14:cNvContentPartPr/>
                <p14:nvPr/>
              </p14:nvContentPartPr>
              <p14:xfrm>
                <a:off x="3786585" y="2592735"/>
                <a:ext cx="232560" cy="310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3D6C45-F5BA-6AA1-3FD0-788D8DAD0C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77585" y="2584095"/>
                  <a:ext cx="2502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F57FC2-778B-FB6C-CF21-ED750AB711C4}"/>
                    </a:ext>
                  </a:extLst>
                </p14:cNvPr>
                <p14:cNvContentPartPr/>
                <p14:nvPr/>
              </p14:nvContentPartPr>
              <p14:xfrm>
                <a:off x="3934185" y="2579055"/>
                <a:ext cx="275760" cy="113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F57FC2-778B-FB6C-CF21-ED750AB711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25185" y="2570415"/>
                  <a:ext cx="293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F4B32D-A837-B744-CAFF-5A0B06BC532C}"/>
                    </a:ext>
                  </a:extLst>
                </p14:cNvPr>
                <p14:cNvContentPartPr/>
                <p14:nvPr/>
              </p14:nvContentPartPr>
              <p14:xfrm>
                <a:off x="4261065" y="2350455"/>
                <a:ext cx="228600" cy="280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F4B32D-A837-B744-CAFF-5A0B06BC53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52065" y="2341815"/>
                  <a:ext cx="246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71855A-09D9-6521-F1A7-0E99EEFEC1C5}"/>
                    </a:ext>
                  </a:extLst>
                </p14:cNvPr>
                <p14:cNvContentPartPr/>
                <p14:nvPr/>
              </p14:nvContentPartPr>
              <p14:xfrm>
                <a:off x="4387785" y="2126535"/>
                <a:ext cx="377640" cy="158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71855A-09D9-6521-F1A7-0E99EEFEC1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79145" y="2117535"/>
                  <a:ext cx="395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D6DE2E-A8D3-6D4A-6926-16E579C502F5}"/>
                    </a:ext>
                  </a:extLst>
                </p14:cNvPr>
                <p14:cNvContentPartPr/>
                <p14:nvPr/>
              </p14:nvContentPartPr>
              <p14:xfrm>
                <a:off x="4718265" y="1936095"/>
                <a:ext cx="165960" cy="31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D6DE2E-A8D3-6D4A-6926-16E579C502F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09265" y="1927455"/>
                  <a:ext cx="1836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D40FBF-7EA0-E3E8-2EA1-213DD2CDB34A}"/>
                    </a:ext>
                  </a:extLst>
                </p14:cNvPr>
                <p14:cNvContentPartPr/>
                <p14:nvPr/>
              </p14:nvContentPartPr>
              <p14:xfrm>
                <a:off x="3647265" y="2496975"/>
                <a:ext cx="305640" cy="21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D40FBF-7EA0-E3E8-2EA1-213DD2CDB3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38265" y="2487975"/>
                  <a:ext cx="323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34F3BB-DC0A-43AC-4C23-CBDEF4A40ADE}"/>
                    </a:ext>
                  </a:extLst>
                </p14:cNvPr>
                <p14:cNvContentPartPr/>
                <p14:nvPr/>
              </p14:nvContentPartPr>
              <p14:xfrm>
                <a:off x="3815385" y="2437935"/>
                <a:ext cx="128160" cy="235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34F3BB-DC0A-43AC-4C23-CBDEF4A40AD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06385" y="2429295"/>
                  <a:ext cx="145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E831401-3A88-6426-6039-08FB74928DF4}"/>
                    </a:ext>
                  </a:extLst>
                </p14:cNvPr>
                <p14:cNvContentPartPr/>
                <p14:nvPr/>
              </p14:nvContentPartPr>
              <p14:xfrm>
                <a:off x="3980625" y="2288895"/>
                <a:ext cx="27036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E831401-3A88-6426-6039-08FB74928D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71625" y="2279895"/>
                  <a:ext cx="288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50AAFA-C754-032B-B709-47EAE9D5A85C}"/>
                    </a:ext>
                  </a:extLst>
                </p14:cNvPr>
                <p14:cNvContentPartPr/>
                <p14:nvPr/>
              </p14:nvContentPartPr>
              <p14:xfrm>
                <a:off x="4050825" y="2242455"/>
                <a:ext cx="81360" cy="182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50AAFA-C754-032B-B709-47EAE9D5A8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41825" y="2233815"/>
                  <a:ext cx="99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193636-339A-FD92-3A40-29E6CD85E263}"/>
                    </a:ext>
                  </a:extLst>
                </p14:cNvPr>
                <p14:cNvContentPartPr/>
                <p14:nvPr/>
              </p14:nvContentPartPr>
              <p14:xfrm>
                <a:off x="3319305" y="2742855"/>
                <a:ext cx="274320" cy="84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193636-339A-FD92-3A40-29E6CD85E2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0665" y="2733855"/>
                  <a:ext cx="291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54B9087-E1AA-7928-0919-307ACE290C67}"/>
                    </a:ext>
                  </a:extLst>
                </p14:cNvPr>
                <p14:cNvContentPartPr/>
                <p14:nvPr/>
              </p14:nvContentPartPr>
              <p14:xfrm>
                <a:off x="3439185" y="2678775"/>
                <a:ext cx="56520" cy="14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54B9087-E1AA-7928-0919-307ACE290C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30185" y="2670135"/>
                  <a:ext cx="74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9BB481-7CF1-06A8-9C36-EF4000F0DD0E}"/>
                    </a:ext>
                  </a:extLst>
                </p14:cNvPr>
                <p14:cNvContentPartPr/>
                <p14:nvPr/>
              </p14:nvContentPartPr>
              <p14:xfrm>
                <a:off x="3086745" y="3069375"/>
                <a:ext cx="230040" cy="4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9BB481-7CF1-06A8-9C36-EF4000F0DD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78105" y="3060375"/>
                  <a:ext cx="247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96ECBF9-603A-CDAA-4834-ED09FD3B1D1D}"/>
                    </a:ext>
                  </a:extLst>
                </p14:cNvPr>
                <p14:cNvContentPartPr/>
                <p14:nvPr/>
              </p14:nvContentPartPr>
              <p14:xfrm>
                <a:off x="3132825" y="3035895"/>
                <a:ext cx="65520" cy="14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96ECBF9-603A-CDAA-4834-ED09FD3B1D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23825" y="3026895"/>
                  <a:ext cx="83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DBD9A25-8D01-BB3A-6E2F-0E64E1C3EC11}"/>
                    </a:ext>
                  </a:extLst>
                </p14:cNvPr>
                <p14:cNvContentPartPr/>
                <p14:nvPr/>
              </p14:nvContentPartPr>
              <p14:xfrm>
                <a:off x="2652225" y="3337215"/>
                <a:ext cx="336960" cy="4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DBD9A25-8D01-BB3A-6E2F-0E64E1C3EC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43225" y="3328575"/>
                  <a:ext cx="354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39FD0B4-60AC-C14C-1F6B-BF3FA4E9B284}"/>
                    </a:ext>
                  </a:extLst>
                </p14:cNvPr>
                <p14:cNvContentPartPr/>
                <p14:nvPr/>
              </p14:nvContentPartPr>
              <p14:xfrm>
                <a:off x="2789745" y="3250815"/>
                <a:ext cx="92880" cy="22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39FD0B4-60AC-C14C-1F6B-BF3FA4E9B28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81105" y="3241815"/>
                  <a:ext cx="110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866120-873F-9D50-1DE8-45A6B163A150}"/>
                    </a:ext>
                  </a:extLst>
                </p14:cNvPr>
                <p14:cNvContentPartPr/>
                <p14:nvPr/>
              </p14:nvContentPartPr>
              <p14:xfrm>
                <a:off x="3534945" y="2922495"/>
                <a:ext cx="385920" cy="294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866120-873F-9D50-1DE8-45A6B163A1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26305" y="2913855"/>
                  <a:ext cx="403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F96249-0A8C-6D25-8616-961C30514387}"/>
                    </a:ext>
                  </a:extLst>
                </p14:cNvPr>
                <p14:cNvContentPartPr/>
                <p14:nvPr/>
              </p14:nvContentPartPr>
              <p14:xfrm>
                <a:off x="3641505" y="3147855"/>
                <a:ext cx="61920" cy="71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F96249-0A8C-6D25-8616-961C305143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32505" y="3139215"/>
                  <a:ext cx="79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79B0BA1-ACE9-C566-FBE7-9D459E6DA9B6}"/>
                    </a:ext>
                  </a:extLst>
                </p14:cNvPr>
                <p14:cNvContentPartPr/>
                <p14:nvPr/>
              </p14:nvContentPartPr>
              <p14:xfrm>
                <a:off x="4079265" y="2615055"/>
                <a:ext cx="397080" cy="260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79B0BA1-ACE9-C566-FBE7-9D459E6DA9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70265" y="2606415"/>
                  <a:ext cx="414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19F34C-B281-F3DE-E09C-24618AD7A95A}"/>
                    </a:ext>
                  </a:extLst>
                </p14:cNvPr>
                <p14:cNvContentPartPr/>
                <p14:nvPr/>
              </p14:nvContentPartPr>
              <p14:xfrm>
                <a:off x="4301025" y="2657175"/>
                <a:ext cx="143280" cy="14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19F34C-B281-F3DE-E09C-24618AD7A9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92025" y="2648535"/>
                  <a:ext cx="160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E0572F-5A3B-53DC-C4FF-B653F33522D9}"/>
                    </a:ext>
                  </a:extLst>
                </p14:cNvPr>
                <p14:cNvContentPartPr/>
                <p14:nvPr/>
              </p14:nvContentPartPr>
              <p14:xfrm>
                <a:off x="4721505" y="2370255"/>
                <a:ext cx="69120" cy="71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E0572F-5A3B-53DC-C4FF-B653F33522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12865" y="2361615"/>
                  <a:ext cx="86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032414-4B62-044F-EBEF-A568E5175435}"/>
                    </a:ext>
                  </a:extLst>
                </p14:cNvPr>
                <p14:cNvContentPartPr/>
                <p14:nvPr/>
              </p14:nvContentPartPr>
              <p14:xfrm>
                <a:off x="4719345" y="2368095"/>
                <a:ext cx="100800" cy="132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032414-4B62-044F-EBEF-A568E51754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10345" y="2359455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FA8E9BF-3CE7-92F6-6B7B-6BA525F628D6}"/>
                    </a:ext>
                  </a:extLst>
                </p14:cNvPr>
                <p14:cNvContentPartPr/>
                <p14:nvPr/>
              </p14:nvContentPartPr>
              <p14:xfrm>
                <a:off x="3786585" y="2073975"/>
                <a:ext cx="149040" cy="88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FA8E9BF-3CE7-92F6-6B7B-6BA525F628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77585" y="2065335"/>
                  <a:ext cx="166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2814BF1-CBE6-70CF-0768-BAF84EA2FDE1}"/>
                    </a:ext>
                  </a:extLst>
                </p14:cNvPr>
                <p14:cNvContentPartPr/>
                <p14:nvPr/>
              </p14:nvContentPartPr>
              <p14:xfrm>
                <a:off x="3869025" y="2035815"/>
                <a:ext cx="18360" cy="175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2814BF1-CBE6-70CF-0768-BAF84EA2FD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60385" y="2027175"/>
                  <a:ext cx="36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1A974D6-49A6-0CB2-5B6F-05F6FC9E9487}"/>
                    </a:ext>
                  </a:extLst>
                </p14:cNvPr>
                <p14:cNvContentPartPr/>
                <p14:nvPr/>
              </p14:nvContentPartPr>
              <p14:xfrm>
                <a:off x="3928425" y="1905495"/>
                <a:ext cx="209520" cy="38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1A974D6-49A6-0CB2-5B6F-05F6FC9E94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19425" y="1896495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6B45AB3-0968-7F57-1EF6-3FD2AA46D592}"/>
                    </a:ext>
                  </a:extLst>
                </p14:cNvPr>
                <p14:cNvContentPartPr/>
                <p14:nvPr/>
              </p14:nvContentPartPr>
              <p14:xfrm>
                <a:off x="4019865" y="1842495"/>
                <a:ext cx="39240" cy="157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6B45AB3-0968-7F57-1EF6-3FD2AA46D5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0865" y="1833855"/>
                  <a:ext cx="56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AAFE822-87DE-98AF-8596-207D6A5FAE49}"/>
                    </a:ext>
                  </a:extLst>
                </p14:cNvPr>
                <p14:cNvContentPartPr/>
                <p14:nvPr/>
              </p14:nvContentPartPr>
              <p14:xfrm>
                <a:off x="3448185" y="2330295"/>
                <a:ext cx="171720" cy="133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AAFE822-87DE-98AF-8596-207D6A5FAE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39545" y="2321295"/>
                  <a:ext cx="189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2B52FE-2D1E-706B-0258-01102AABE9DE}"/>
                    </a:ext>
                  </a:extLst>
                </p14:cNvPr>
                <p14:cNvContentPartPr/>
                <p14:nvPr/>
              </p14:nvContentPartPr>
              <p14:xfrm>
                <a:off x="3498945" y="2315895"/>
                <a:ext cx="34200" cy="19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2B52FE-2D1E-706B-0258-01102AABE9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90305" y="2307255"/>
                  <a:ext cx="51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1E8C7B-23A9-7A62-0DE7-E205297AF921}"/>
                    </a:ext>
                  </a:extLst>
                </p14:cNvPr>
                <p14:cNvContentPartPr/>
                <p14:nvPr/>
              </p14:nvContentPartPr>
              <p14:xfrm>
                <a:off x="4259625" y="1768695"/>
                <a:ext cx="158040" cy="127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1E8C7B-23A9-7A62-0DE7-E205297AF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50985" y="1760055"/>
                  <a:ext cx="1756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A475E32-F0D6-9544-0C3D-DE21B67D57B7}"/>
                  </a:ext>
                </a:extLst>
              </p14:cNvPr>
              <p14:cNvContentPartPr/>
              <p14:nvPr/>
            </p14:nvContentPartPr>
            <p14:xfrm>
              <a:off x="3431985" y="1682295"/>
              <a:ext cx="3442320" cy="8877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A475E32-F0D6-9544-0C3D-DE21B67D57B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23345" y="1673295"/>
                <a:ext cx="345996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07B4A2D9-F0D8-CF2B-3F99-5B008E5786BB}"/>
                  </a:ext>
                </a:extLst>
              </p14:cNvPr>
              <p14:cNvContentPartPr/>
              <p14:nvPr/>
            </p14:nvContentPartPr>
            <p14:xfrm>
              <a:off x="3915825" y="1825215"/>
              <a:ext cx="2234880" cy="3934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07B4A2D9-F0D8-CF2B-3F99-5B008E5786B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906825" y="1816215"/>
                <a:ext cx="2252520" cy="41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FE30F25-A48E-BFC5-3529-9E36F1EFE4D7}"/>
              </a:ext>
            </a:extLst>
          </p:cNvPr>
          <p:cNvGrpSpPr/>
          <p:nvPr/>
        </p:nvGrpSpPr>
        <p:grpSpPr>
          <a:xfrm>
            <a:off x="6540225" y="640095"/>
            <a:ext cx="4420080" cy="1801440"/>
            <a:chOff x="6540225" y="640095"/>
            <a:chExt cx="4420080" cy="180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5433224-40EA-93A2-75D2-5FD6F3F2BB85}"/>
                    </a:ext>
                  </a:extLst>
                </p14:cNvPr>
                <p14:cNvContentPartPr/>
                <p14:nvPr/>
              </p14:nvContentPartPr>
              <p14:xfrm>
                <a:off x="6540225" y="1825575"/>
                <a:ext cx="411840" cy="615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5433224-40EA-93A2-75D2-5FD6F3F2BB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31585" y="1816575"/>
                  <a:ext cx="4294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4E21DCB-8AA8-372E-B422-2D3120F4C674}"/>
                    </a:ext>
                  </a:extLst>
                </p14:cNvPr>
                <p14:cNvContentPartPr/>
                <p14:nvPr/>
              </p14:nvContentPartPr>
              <p14:xfrm>
                <a:off x="6921105" y="1699575"/>
                <a:ext cx="552240" cy="382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4E21DCB-8AA8-372E-B422-2D3120F4C6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12105" y="1690575"/>
                  <a:ext cx="5698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102BD5E-448E-C5BA-F1C8-0214F742DC56}"/>
                    </a:ext>
                  </a:extLst>
                </p14:cNvPr>
                <p14:cNvContentPartPr/>
                <p14:nvPr/>
              </p14:nvContentPartPr>
              <p14:xfrm>
                <a:off x="7346265" y="1625055"/>
                <a:ext cx="423000" cy="401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102BD5E-448E-C5BA-F1C8-0214F742DC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37265" y="1616055"/>
                  <a:ext cx="4406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3ECA425-2439-4D31-181F-D0379BFB1A91}"/>
                    </a:ext>
                  </a:extLst>
                </p14:cNvPr>
                <p14:cNvContentPartPr/>
                <p14:nvPr/>
              </p14:nvContentPartPr>
              <p14:xfrm>
                <a:off x="7632105" y="1730895"/>
                <a:ext cx="70920" cy="147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3ECA425-2439-4D31-181F-D0379BFB1A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23465" y="1721895"/>
                  <a:ext cx="88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9F59A43-6F4E-AD8D-72E6-6E30CEDF4098}"/>
                    </a:ext>
                  </a:extLst>
                </p14:cNvPr>
                <p14:cNvContentPartPr/>
                <p14:nvPr/>
              </p14:nvContentPartPr>
              <p14:xfrm>
                <a:off x="7730385" y="1617135"/>
                <a:ext cx="128160" cy="90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9F59A43-6F4E-AD8D-72E6-6E30CEDF40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21385" y="1608495"/>
                  <a:ext cx="145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2DC7E8D-1781-73E0-4EE5-37836BC2874D}"/>
                    </a:ext>
                  </a:extLst>
                </p14:cNvPr>
                <p14:cNvContentPartPr/>
                <p14:nvPr/>
              </p14:nvContentPartPr>
              <p14:xfrm>
                <a:off x="7852065" y="1427055"/>
                <a:ext cx="184320" cy="280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2DC7E8D-1781-73E0-4EE5-37836BC2874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43425" y="1418055"/>
                  <a:ext cx="201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B122CDA-AC8E-3E30-6715-4ECCB6E1DEAC}"/>
                    </a:ext>
                  </a:extLst>
                </p14:cNvPr>
                <p14:cNvContentPartPr/>
                <p14:nvPr/>
              </p14:nvContentPartPr>
              <p14:xfrm>
                <a:off x="8152305" y="1293135"/>
                <a:ext cx="126720" cy="230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B122CDA-AC8E-3E30-6715-4ECCB6E1DE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43305" y="1284495"/>
                  <a:ext cx="144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29204BE-3D10-48D8-3184-E9093A39C005}"/>
                    </a:ext>
                  </a:extLst>
                </p14:cNvPr>
                <p14:cNvContentPartPr/>
                <p14:nvPr/>
              </p14:nvContentPartPr>
              <p14:xfrm>
                <a:off x="8174625" y="1348935"/>
                <a:ext cx="186840" cy="199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29204BE-3D10-48D8-3184-E9093A39C0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65625" y="1339935"/>
                  <a:ext cx="204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A4029EE-2AE4-63E7-C668-FE8B00093DA8}"/>
                    </a:ext>
                  </a:extLst>
                </p14:cNvPr>
                <p14:cNvContentPartPr/>
                <p14:nvPr/>
              </p14:nvContentPartPr>
              <p14:xfrm>
                <a:off x="8639745" y="1326255"/>
                <a:ext cx="538920" cy="477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A4029EE-2AE4-63E7-C668-FE8B00093D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31105" y="1317255"/>
                  <a:ext cx="5565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0307A5A-BE9A-9D71-FAE5-2661D1F722C4}"/>
                    </a:ext>
                  </a:extLst>
                </p14:cNvPr>
                <p14:cNvContentPartPr/>
                <p14:nvPr/>
              </p14:nvContentPartPr>
              <p14:xfrm>
                <a:off x="9328425" y="942135"/>
                <a:ext cx="805680" cy="603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0307A5A-BE9A-9D71-FAE5-2661D1F722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19785" y="933495"/>
                  <a:ext cx="8233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F450381-B7BB-DC43-6812-EB637F407F8F}"/>
                    </a:ext>
                  </a:extLst>
                </p14:cNvPr>
                <p14:cNvContentPartPr/>
                <p14:nvPr/>
              </p14:nvContentPartPr>
              <p14:xfrm>
                <a:off x="9984705" y="804615"/>
                <a:ext cx="355680" cy="243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F450381-B7BB-DC43-6812-EB637F407F8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76065" y="795975"/>
                  <a:ext cx="373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F57C393-E5B9-35B0-161B-42E7C04D9C86}"/>
                    </a:ext>
                  </a:extLst>
                </p14:cNvPr>
                <p14:cNvContentPartPr/>
                <p14:nvPr/>
              </p14:nvContentPartPr>
              <p14:xfrm>
                <a:off x="10316625" y="640095"/>
                <a:ext cx="249120" cy="266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F57C393-E5B9-35B0-161B-42E7C04D9C8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307985" y="631095"/>
                  <a:ext cx="266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6629485-1448-0DC0-7ED4-79F04E349DFF}"/>
                    </a:ext>
                  </a:extLst>
                </p14:cNvPr>
                <p14:cNvContentPartPr/>
                <p14:nvPr/>
              </p14:nvContentPartPr>
              <p14:xfrm>
                <a:off x="10620825" y="708495"/>
                <a:ext cx="176400" cy="274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6629485-1448-0DC0-7ED4-79F04E349DF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612185" y="699855"/>
                  <a:ext cx="1940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3D4986-683F-1111-9728-BFDD2BC7716C}"/>
                    </a:ext>
                  </a:extLst>
                </p14:cNvPr>
                <p14:cNvContentPartPr/>
                <p14:nvPr/>
              </p14:nvContentPartPr>
              <p14:xfrm>
                <a:off x="10915305" y="766455"/>
                <a:ext cx="45000" cy="29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3D4986-683F-1111-9728-BFDD2BC771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06665" y="757815"/>
                  <a:ext cx="6264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A54461B-9DC6-56D2-C565-4CDEC45C5264}"/>
                  </a:ext>
                </a:extLst>
              </p14:cNvPr>
              <p14:cNvContentPartPr/>
              <p14:nvPr/>
            </p14:nvContentPartPr>
            <p14:xfrm>
              <a:off x="3259545" y="1657455"/>
              <a:ext cx="11880" cy="18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A54461B-9DC6-56D2-C565-4CDEC45C52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250905" y="1648455"/>
                <a:ext cx="2952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372ED89-D1F6-81FE-C842-11A91FFC5D4B}"/>
              </a:ext>
            </a:extLst>
          </p:cNvPr>
          <p:cNvGrpSpPr/>
          <p:nvPr/>
        </p:nvGrpSpPr>
        <p:grpSpPr>
          <a:xfrm>
            <a:off x="1693905" y="794895"/>
            <a:ext cx="4430520" cy="3667680"/>
            <a:chOff x="1693905" y="794895"/>
            <a:chExt cx="4430520" cy="36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4C281A-9247-ACDC-D15C-07CBCF4322DB}"/>
                    </a:ext>
                  </a:extLst>
                </p14:cNvPr>
                <p14:cNvContentPartPr/>
                <p14:nvPr/>
              </p14:nvContentPartPr>
              <p14:xfrm>
                <a:off x="1693905" y="2858055"/>
                <a:ext cx="128520" cy="4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4C281A-9247-ACDC-D15C-07CBCF4322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84905" y="2849055"/>
                  <a:ext cx="146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11C48A-7503-AE4C-B59F-1FD4C9ED7E93}"/>
                    </a:ext>
                  </a:extLst>
                </p14:cNvPr>
                <p14:cNvContentPartPr/>
                <p14:nvPr/>
              </p14:nvContentPartPr>
              <p14:xfrm>
                <a:off x="1757625" y="2759775"/>
                <a:ext cx="24480" cy="19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11C48A-7503-AE4C-B59F-1FD4C9ED7E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48625" y="2750775"/>
                  <a:ext cx="42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AD50FC-7272-28EE-F809-C1BC33B0279B}"/>
                    </a:ext>
                  </a:extLst>
                </p14:cNvPr>
                <p14:cNvContentPartPr/>
                <p14:nvPr/>
              </p14:nvContentPartPr>
              <p14:xfrm>
                <a:off x="1842225" y="2642775"/>
                <a:ext cx="191160" cy="50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AD50FC-7272-28EE-F809-C1BC33B0279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33585" y="2634135"/>
                  <a:ext cx="208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4332EE-2635-3AB4-F0BE-598B00D3CF62}"/>
                    </a:ext>
                  </a:extLst>
                </p14:cNvPr>
                <p14:cNvContentPartPr/>
                <p14:nvPr/>
              </p14:nvContentPartPr>
              <p14:xfrm>
                <a:off x="1930425" y="2596695"/>
                <a:ext cx="75960" cy="10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4332EE-2635-3AB4-F0BE-598B00D3CF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21425" y="2587695"/>
                  <a:ext cx="93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6B5ABD-3F64-CD7B-8660-27BC44C473FD}"/>
                    </a:ext>
                  </a:extLst>
                </p14:cNvPr>
                <p14:cNvContentPartPr/>
                <p14:nvPr/>
              </p14:nvContentPartPr>
              <p14:xfrm>
                <a:off x="2095665" y="2508135"/>
                <a:ext cx="191520" cy="11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6B5ABD-3F64-CD7B-8660-27BC44C473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87025" y="2499135"/>
                  <a:ext cx="20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852E02-5647-195F-C52D-6BDE8D36C2CB}"/>
                    </a:ext>
                  </a:extLst>
                </p14:cNvPr>
                <p14:cNvContentPartPr/>
                <p14:nvPr/>
              </p14:nvContentPartPr>
              <p14:xfrm>
                <a:off x="2144265" y="2451615"/>
                <a:ext cx="103320" cy="11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852E02-5647-195F-C52D-6BDE8D36C2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35265" y="2442615"/>
                  <a:ext cx="120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2B7E0D-EB24-C6E9-DF3D-D06D91F70467}"/>
                    </a:ext>
                  </a:extLst>
                </p14:cNvPr>
                <p14:cNvContentPartPr/>
                <p14:nvPr/>
              </p14:nvContentPartPr>
              <p14:xfrm>
                <a:off x="2372865" y="2300415"/>
                <a:ext cx="210600" cy="68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2B7E0D-EB24-C6E9-DF3D-D06D91F704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63865" y="2291415"/>
                  <a:ext cx="228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0E4C7A-5C9F-3CF5-5CBE-51DDCA1D993D}"/>
                    </a:ext>
                  </a:extLst>
                </p14:cNvPr>
                <p14:cNvContentPartPr/>
                <p14:nvPr/>
              </p14:nvContentPartPr>
              <p14:xfrm>
                <a:off x="2472225" y="2225175"/>
                <a:ext cx="89640" cy="16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0E4C7A-5C9F-3CF5-5CBE-51DDCA1D99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63225" y="2216535"/>
                  <a:ext cx="107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82BC98-CE64-96EB-DAEB-500B9AEC1C5D}"/>
                    </a:ext>
                  </a:extLst>
                </p14:cNvPr>
                <p14:cNvContentPartPr/>
                <p14:nvPr/>
              </p14:nvContentPartPr>
              <p14:xfrm>
                <a:off x="2675625" y="2094495"/>
                <a:ext cx="184320" cy="2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82BC98-CE64-96EB-DAEB-500B9AEC1C5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66625" y="2085855"/>
                  <a:ext cx="201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BA5857-2402-BFF5-85F2-BD7387C030D1}"/>
                    </a:ext>
                  </a:extLst>
                </p14:cNvPr>
                <p14:cNvContentPartPr/>
                <p14:nvPr/>
              </p14:nvContentPartPr>
              <p14:xfrm>
                <a:off x="2932665" y="1936815"/>
                <a:ext cx="213120" cy="194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BA5857-2402-BFF5-85F2-BD7387C030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24025" y="1928175"/>
                  <a:ext cx="230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860EF3-D412-9945-43E5-96A65837E0AB}"/>
                    </a:ext>
                  </a:extLst>
                </p14:cNvPr>
                <p14:cNvContentPartPr/>
                <p14:nvPr/>
              </p14:nvContentPartPr>
              <p14:xfrm>
                <a:off x="3320025" y="1812255"/>
                <a:ext cx="197280" cy="19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860EF3-D412-9945-43E5-96A65837E0A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11385" y="1803255"/>
                  <a:ext cx="21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9A70B3-067B-0DE2-62EB-1E66CAB015E5}"/>
                    </a:ext>
                  </a:extLst>
                </p14:cNvPr>
                <p14:cNvContentPartPr/>
                <p14:nvPr/>
              </p14:nvContentPartPr>
              <p14:xfrm>
                <a:off x="3341985" y="1750695"/>
                <a:ext cx="117000" cy="18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9A70B3-067B-0DE2-62EB-1E66CAB015E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32985" y="1742055"/>
                  <a:ext cx="13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F473045-99E3-5831-7FF7-8CBD7658AE8E}"/>
                    </a:ext>
                  </a:extLst>
                </p14:cNvPr>
                <p14:cNvContentPartPr/>
                <p14:nvPr/>
              </p14:nvContentPartPr>
              <p14:xfrm>
                <a:off x="1883625" y="2522535"/>
                <a:ext cx="1764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473045-99E3-5831-7FF7-8CBD7658AE8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874625" y="2513895"/>
                  <a:ext cx="35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4ABF7F0-6844-8477-E376-E3A558B74F23}"/>
                    </a:ext>
                  </a:extLst>
                </p14:cNvPr>
                <p14:cNvContentPartPr/>
                <p14:nvPr/>
              </p14:nvContentPartPr>
              <p14:xfrm>
                <a:off x="1872465" y="2324895"/>
                <a:ext cx="345240" cy="50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4ABF7F0-6844-8477-E376-E3A558B74F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63465" y="2316255"/>
                  <a:ext cx="362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F0222B-EA81-43CB-82AA-8885A58C7649}"/>
                    </a:ext>
                  </a:extLst>
                </p14:cNvPr>
                <p14:cNvContentPartPr/>
                <p14:nvPr/>
              </p14:nvContentPartPr>
              <p14:xfrm>
                <a:off x="1982985" y="2280615"/>
                <a:ext cx="98640" cy="177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F0222B-EA81-43CB-82AA-8885A58C76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73985" y="2271975"/>
                  <a:ext cx="116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CEDE81-9EC3-E94F-D217-B2ED80DC5EF2}"/>
                    </a:ext>
                  </a:extLst>
                </p14:cNvPr>
                <p14:cNvContentPartPr/>
                <p14:nvPr/>
              </p14:nvContentPartPr>
              <p14:xfrm>
                <a:off x="2152185" y="1990815"/>
                <a:ext cx="219960" cy="67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CEDE81-9EC3-E94F-D217-B2ED80DC5E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43185" y="1981815"/>
                  <a:ext cx="237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B1768A-74F9-46DA-F4F4-32D5E4BE094D}"/>
                    </a:ext>
                  </a:extLst>
                </p14:cNvPr>
                <p14:cNvContentPartPr/>
                <p14:nvPr/>
              </p14:nvContentPartPr>
              <p14:xfrm>
                <a:off x="2173785" y="1931055"/>
                <a:ext cx="136440" cy="28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B1768A-74F9-46DA-F4F4-32D5E4BE09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65145" y="1922055"/>
                  <a:ext cx="154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E03B74-99BC-DD24-6D8A-C6983AFDF228}"/>
                    </a:ext>
                  </a:extLst>
                </p14:cNvPr>
                <p14:cNvContentPartPr/>
                <p14:nvPr/>
              </p14:nvContentPartPr>
              <p14:xfrm>
                <a:off x="2434425" y="1819815"/>
                <a:ext cx="321480" cy="45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E03B74-99BC-DD24-6D8A-C6983AFDF2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25425" y="1811175"/>
                  <a:ext cx="339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B6E9D7-A09A-6B5A-F8F5-DB9597188CFE}"/>
                    </a:ext>
                  </a:extLst>
                </p14:cNvPr>
                <p14:cNvContentPartPr/>
                <p14:nvPr/>
              </p14:nvContentPartPr>
              <p14:xfrm>
                <a:off x="2534865" y="1686255"/>
                <a:ext cx="163800" cy="248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B6E9D7-A09A-6B5A-F8F5-DB9597188C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26225" y="1677255"/>
                  <a:ext cx="1814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D08370-DE5F-2444-C462-17203B03D50C}"/>
                    </a:ext>
                  </a:extLst>
                </p14:cNvPr>
                <p14:cNvContentPartPr/>
                <p14:nvPr/>
              </p14:nvContentPartPr>
              <p14:xfrm>
                <a:off x="2609385" y="1716135"/>
                <a:ext cx="261000" cy="67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D08370-DE5F-2444-C462-17203B03D50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00385" y="1707135"/>
                  <a:ext cx="278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D44EF3-AF5D-0F0B-5CF0-D8F282F56195}"/>
                    </a:ext>
                  </a:extLst>
                </p14:cNvPr>
                <p14:cNvContentPartPr/>
                <p14:nvPr/>
              </p14:nvContentPartPr>
              <p14:xfrm>
                <a:off x="2951025" y="1405455"/>
                <a:ext cx="185400" cy="349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D44EF3-AF5D-0F0B-5CF0-D8F282F561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42385" y="1396455"/>
                  <a:ext cx="203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43105F0-1817-47A3-A8D0-5EF607049398}"/>
                    </a:ext>
                  </a:extLst>
                </p14:cNvPr>
                <p14:cNvContentPartPr/>
                <p14:nvPr/>
              </p14:nvContentPartPr>
              <p14:xfrm>
                <a:off x="2830065" y="1587615"/>
                <a:ext cx="358200" cy="6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43105F0-1817-47A3-A8D0-5EF60704939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21065" y="1578615"/>
                  <a:ext cx="375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06A3E4-EBDE-750A-5A48-1D9B4DDA0287}"/>
                    </a:ext>
                  </a:extLst>
                </p14:cNvPr>
                <p14:cNvContentPartPr/>
                <p14:nvPr/>
              </p14:nvContentPartPr>
              <p14:xfrm>
                <a:off x="3194385" y="1388175"/>
                <a:ext cx="251640" cy="3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06A3E4-EBDE-750A-5A48-1D9B4DDA02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85745" y="1379535"/>
                  <a:ext cx="269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4944AE-4F3D-ECBF-83A0-B1B7CCD50907}"/>
                    </a:ext>
                  </a:extLst>
                </p14:cNvPr>
                <p14:cNvContentPartPr/>
                <p14:nvPr/>
              </p14:nvContentPartPr>
              <p14:xfrm>
                <a:off x="3289425" y="1296375"/>
                <a:ext cx="133920" cy="221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4944AE-4F3D-ECBF-83A0-B1B7CCD5090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80425" y="1287375"/>
                  <a:ext cx="151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D50E4C-D6A0-CF2F-14F1-822BAAC9FBBA}"/>
                    </a:ext>
                  </a:extLst>
                </p14:cNvPr>
                <p14:cNvContentPartPr/>
                <p14:nvPr/>
              </p14:nvContentPartPr>
              <p14:xfrm>
                <a:off x="3367185" y="1420935"/>
                <a:ext cx="54000" cy="121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D50E4C-D6A0-CF2F-14F1-822BAAC9FB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58185" y="1411935"/>
                  <a:ext cx="71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3600394-B367-3244-320F-2CED53571C59}"/>
                    </a:ext>
                  </a:extLst>
                </p14:cNvPr>
                <p14:cNvContentPartPr/>
                <p14:nvPr/>
              </p14:nvContentPartPr>
              <p14:xfrm>
                <a:off x="3596865" y="1382775"/>
                <a:ext cx="236880" cy="67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3600394-B367-3244-320F-2CED53571C5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87865" y="1373775"/>
                  <a:ext cx="254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F8E8F76-84A1-9488-FDE0-EC60EAE102D7}"/>
                    </a:ext>
                  </a:extLst>
                </p14:cNvPr>
                <p14:cNvContentPartPr/>
                <p14:nvPr/>
              </p14:nvContentPartPr>
              <p14:xfrm>
                <a:off x="3680745" y="1333455"/>
                <a:ext cx="46800" cy="180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F8E8F76-84A1-9488-FDE0-EC60EAE102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71745" y="1324455"/>
                  <a:ext cx="64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935155-508B-17AE-B03C-CCC76E04F0E9}"/>
                    </a:ext>
                  </a:extLst>
                </p14:cNvPr>
                <p14:cNvContentPartPr/>
                <p14:nvPr/>
              </p14:nvContentPartPr>
              <p14:xfrm>
                <a:off x="3780825" y="1088295"/>
                <a:ext cx="210600" cy="189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935155-508B-17AE-B03C-CCC76E04F0E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72185" y="1079295"/>
                  <a:ext cx="228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8CA319B-24DD-5443-706C-40D327F58361}"/>
                    </a:ext>
                  </a:extLst>
                </p14:cNvPr>
                <p14:cNvContentPartPr/>
                <p14:nvPr/>
              </p14:nvContentPartPr>
              <p14:xfrm>
                <a:off x="3991065" y="879855"/>
                <a:ext cx="84960" cy="223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8CA319B-24DD-5443-706C-40D327F5836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82425" y="870855"/>
                  <a:ext cx="102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D6FBE20-4BDF-77B7-14A9-B44BB5C89615}"/>
                    </a:ext>
                  </a:extLst>
                </p14:cNvPr>
                <p14:cNvContentPartPr/>
                <p14:nvPr/>
              </p14:nvContentPartPr>
              <p14:xfrm>
                <a:off x="3582825" y="1208895"/>
                <a:ext cx="173160" cy="50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D6FBE20-4BDF-77B7-14A9-B44BB5C8961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74185" y="1199895"/>
                  <a:ext cx="190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21BF351-A760-F1D0-244A-92D7FA355262}"/>
                    </a:ext>
                  </a:extLst>
                </p14:cNvPr>
                <p14:cNvContentPartPr/>
                <p14:nvPr/>
              </p14:nvContentPartPr>
              <p14:xfrm>
                <a:off x="3601545" y="1204935"/>
                <a:ext cx="38160" cy="180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21BF351-A760-F1D0-244A-92D7FA3552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92545" y="1195935"/>
                  <a:ext cx="55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9169688-926C-6674-6F3C-39A501F1D11A}"/>
                    </a:ext>
                  </a:extLst>
                </p14:cNvPr>
                <p14:cNvContentPartPr/>
                <p14:nvPr/>
              </p14:nvContentPartPr>
              <p14:xfrm>
                <a:off x="3431265" y="1100895"/>
                <a:ext cx="199080" cy="74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9169688-926C-6674-6F3C-39A501F1D11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422265" y="1091895"/>
                  <a:ext cx="216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D7BF1FA-2255-BD0E-5FD0-37800555B9FA}"/>
                    </a:ext>
                  </a:extLst>
                </p14:cNvPr>
                <p14:cNvContentPartPr/>
                <p14:nvPr/>
              </p14:nvContentPartPr>
              <p14:xfrm>
                <a:off x="3560145" y="985695"/>
                <a:ext cx="82800" cy="195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D7BF1FA-2255-BD0E-5FD0-37800555B9F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51505" y="976695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272DD2-AFE8-E4EB-BE90-230A3BC9A704}"/>
                    </a:ext>
                  </a:extLst>
                </p14:cNvPr>
                <p14:cNvContentPartPr/>
                <p14:nvPr/>
              </p14:nvContentPartPr>
              <p14:xfrm>
                <a:off x="3644745" y="898215"/>
                <a:ext cx="160200" cy="61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272DD2-AFE8-E4EB-BE90-230A3BC9A70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36105" y="889575"/>
                  <a:ext cx="177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5434A77-5F95-A9F6-6839-01BBB19B3B09}"/>
                    </a:ext>
                  </a:extLst>
                </p14:cNvPr>
                <p14:cNvContentPartPr/>
                <p14:nvPr/>
              </p14:nvContentPartPr>
              <p14:xfrm>
                <a:off x="3680745" y="794895"/>
                <a:ext cx="98280" cy="226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5434A77-5F95-A9F6-6839-01BBB19B3B0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1745" y="786255"/>
                  <a:ext cx="115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DEBF3C-ADA5-A41E-C3AE-CE99964F9A16}"/>
                    </a:ext>
                  </a:extLst>
                </p14:cNvPr>
                <p14:cNvContentPartPr/>
                <p14:nvPr/>
              </p14:nvContentPartPr>
              <p14:xfrm>
                <a:off x="2813865" y="1699215"/>
                <a:ext cx="12600" cy="83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DEBF3C-ADA5-A41E-C3AE-CE99964F9A1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05225" y="1690575"/>
                  <a:ext cx="30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593C1C6-5BCC-9BBC-08C7-91F3FBD5DC56}"/>
                    </a:ext>
                  </a:extLst>
                </p14:cNvPr>
                <p14:cNvContentPartPr/>
                <p14:nvPr/>
              </p14:nvContentPartPr>
              <p14:xfrm>
                <a:off x="2681385" y="1448655"/>
                <a:ext cx="227880" cy="10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593C1C6-5BCC-9BBC-08C7-91F3FBD5DC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72385" y="1439655"/>
                  <a:ext cx="24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29579A9-2BE9-28B5-7E38-B06E80CF3EE0}"/>
                    </a:ext>
                  </a:extLst>
                </p14:cNvPr>
                <p14:cNvContentPartPr/>
                <p14:nvPr/>
              </p14:nvContentPartPr>
              <p14:xfrm>
                <a:off x="2771745" y="1452615"/>
                <a:ext cx="32400" cy="205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29579A9-2BE9-28B5-7E38-B06E80CF3E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762745" y="1443975"/>
                  <a:ext cx="50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8D46BF-5966-2A18-4573-60264DF93EC7}"/>
                    </a:ext>
                  </a:extLst>
                </p14:cNvPr>
                <p14:cNvContentPartPr/>
                <p14:nvPr/>
              </p14:nvContentPartPr>
              <p14:xfrm>
                <a:off x="2851665" y="1177935"/>
                <a:ext cx="209520" cy="38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8D46BF-5966-2A18-4573-60264DF93E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42665" y="1169295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A27E5A3-E6CC-0D27-DC57-EAAA8FB325E8}"/>
                    </a:ext>
                  </a:extLst>
                </p14:cNvPr>
                <p14:cNvContentPartPr/>
                <p14:nvPr/>
              </p14:nvContentPartPr>
              <p14:xfrm>
                <a:off x="2885865" y="1104135"/>
                <a:ext cx="114480" cy="247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A27E5A3-E6CC-0D27-DC57-EAAA8FB325E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77225" y="1095135"/>
                  <a:ext cx="132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76E5D6B-233A-38AA-FF8F-87FAD5EF85BB}"/>
                    </a:ext>
                  </a:extLst>
                </p14:cNvPr>
                <p14:cNvContentPartPr/>
                <p14:nvPr/>
              </p14:nvContentPartPr>
              <p14:xfrm>
                <a:off x="2247945" y="1828095"/>
                <a:ext cx="226800" cy="68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76E5D6B-233A-38AA-FF8F-87FAD5EF85B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239305" y="1819455"/>
                  <a:ext cx="244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D43437B-3BE4-86FD-A0F1-DCD55DCFEB8D}"/>
                    </a:ext>
                  </a:extLst>
                </p14:cNvPr>
                <p14:cNvContentPartPr/>
                <p14:nvPr/>
              </p14:nvContentPartPr>
              <p14:xfrm>
                <a:off x="2295105" y="1755015"/>
                <a:ext cx="15120" cy="213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D43437B-3BE4-86FD-A0F1-DCD55DCFEB8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86105" y="1746375"/>
                  <a:ext cx="32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300481E-D498-B190-A422-1FA3EFB25D8C}"/>
                    </a:ext>
                  </a:extLst>
                </p14:cNvPr>
                <p14:cNvContentPartPr/>
                <p14:nvPr/>
              </p14:nvContentPartPr>
              <p14:xfrm>
                <a:off x="2310945" y="1920615"/>
                <a:ext cx="12960" cy="97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300481E-D498-B190-A422-1FA3EFB25D8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02305" y="1911975"/>
                  <a:ext cx="30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D85A907-660E-ACAC-1948-0D0FE1377525}"/>
                    </a:ext>
                  </a:extLst>
                </p14:cNvPr>
                <p14:cNvContentPartPr/>
                <p14:nvPr/>
              </p14:nvContentPartPr>
              <p14:xfrm>
                <a:off x="2454945" y="1981455"/>
                <a:ext cx="153360" cy="149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D85A907-660E-ACAC-1948-0D0FE13775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46305" y="1972455"/>
                  <a:ext cx="17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C5C6E0F-C752-B695-EE0B-B3E43BDFB0BD}"/>
                    </a:ext>
                  </a:extLst>
                </p14:cNvPr>
                <p14:cNvContentPartPr/>
                <p14:nvPr/>
              </p14:nvContentPartPr>
              <p14:xfrm>
                <a:off x="2543145" y="1955895"/>
                <a:ext cx="26640" cy="237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C5C6E0F-C752-B695-EE0B-B3E43BDFB0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534145" y="1946895"/>
                  <a:ext cx="4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1A91919-EBF0-626E-8F25-125CD606286C}"/>
                    </a:ext>
                  </a:extLst>
                </p14:cNvPr>
                <p14:cNvContentPartPr/>
                <p14:nvPr/>
              </p14:nvContentPartPr>
              <p14:xfrm>
                <a:off x="2660865" y="1824135"/>
                <a:ext cx="231120" cy="35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1A91919-EBF0-626E-8F25-125CD606286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52225" y="1815135"/>
                  <a:ext cx="248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00B9EB5-7C95-F0E7-939B-9A9F73A7E50F}"/>
                    </a:ext>
                  </a:extLst>
                </p14:cNvPr>
                <p14:cNvContentPartPr/>
                <p14:nvPr/>
              </p14:nvContentPartPr>
              <p14:xfrm>
                <a:off x="2803425" y="1729455"/>
                <a:ext cx="51840" cy="235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00B9EB5-7C95-F0E7-939B-9A9F73A7E50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94425" y="1720455"/>
                  <a:ext cx="69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39335F8-2CA5-44B7-4B57-D0F68E245467}"/>
                    </a:ext>
                  </a:extLst>
                </p14:cNvPr>
                <p14:cNvContentPartPr/>
                <p14:nvPr/>
              </p14:nvContentPartPr>
              <p14:xfrm>
                <a:off x="2985945" y="1601295"/>
                <a:ext cx="184680" cy="73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39335F8-2CA5-44B7-4B57-D0F68E24546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77305" y="1592295"/>
                  <a:ext cx="202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8174B77-1EE5-A076-04B3-44F958031976}"/>
                    </a:ext>
                  </a:extLst>
                </p14:cNvPr>
                <p14:cNvContentPartPr/>
                <p14:nvPr/>
              </p14:nvContentPartPr>
              <p14:xfrm>
                <a:off x="3077385" y="1554855"/>
                <a:ext cx="100440" cy="227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8174B77-1EE5-A076-04B3-44F9580319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068385" y="1545855"/>
                  <a:ext cx="118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9848301-9B6E-C5C0-D42D-9B42182DCA8F}"/>
                    </a:ext>
                  </a:extLst>
                </p14:cNvPr>
                <p14:cNvContentPartPr/>
                <p14:nvPr/>
              </p14:nvContentPartPr>
              <p14:xfrm>
                <a:off x="2223825" y="2186295"/>
                <a:ext cx="171000" cy="1206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9848301-9B6E-C5C0-D42D-9B42182DCA8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15185" y="2177295"/>
                  <a:ext cx="188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F83B9FC-FA43-40E3-2FC5-16C42F609AF7}"/>
                    </a:ext>
                  </a:extLst>
                </p14:cNvPr>
                <p14:cNvContentPartPr/>
                <p14:nvPr/>
              </p14:nvContentPartPr>
              <p14:xfrm>
                <a:off x="2295105" y="2142015"/>
                <a:ext cx="31320" cy="203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F83B9FC-FA43-40E3-2FC5-16C42F609AF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286105" y="2133015"/>
                  <a:ext cx="48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F4E7EAA-1C1B-FD77-A9E8-4A7DA83431AD}"/>
                    </a:ext>
                  </a:extLst>
                </p14:cNvPr>
                <p14:cNvContentPartPr/>
                <p14:nvPr/>
              </p14:nvContentPartPr>
              <p14:xfrm>
                <a:off x="2308065" y="2563575"/>
                <a:ext cx="179280" cy="79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F4E7EAA-1C1B-FD77-A9E8-4A7DA83431A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299425" y="2554935"/>
                  <a:ext cx="19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839F9B0-4DF5-188A-1C7B-ACB4E39A9527}"/>
                    </a:ext>
                  </a:extLst>
                </p14:cNvPr>
                <p14:cNvContentPartPr/>
                <p14:nvPr/>
              </p14:nvContentPartPr>
              <p14:xfrm>
                <a:off x="2353425" y="2531895"/>
                <a:ext cx="37080" cy="105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839F9B0-4DF5-188A-1C7B-ACB4E39A952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44425" y="2522895"/>
                  <a:ext cx="5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B20900F-C89A-CE72-E9EA-5EDD26C779EF}"/>
                    </a:ext>
                  </a:extLst>
                </p14:cNvPr>
                <p14:cNvContentPartPr/>
                <p14:nvPr/>
              </p14:nvContentPartPr>
              <p14:xfrm>
                <a:off x="2327865" y="2621535"/>
                <a:ext cx="41760" cy="84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B20900F-C89A-CE72-E9EA-5EDD26C779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18865" y="2612535"/>
                  <a:ext cx="59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5F91C46-4119-B0C4-56F1-2B944274716A}"/>
                    </a:ext>
                  </a:extLst>
                </p14:cNvPr>
                <p14:cNvContentPartPr/>
                <p14:nvPr/>
              </p14:nvContentPartPr>
              <p14:xfrm>
                <a:off x="3244785" y="1652775"/>
                <a:ext cx="226080" cy="22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5F91C46-4119-B0C4-56F1-2B94427471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36145" y="1644135"/>
                  <a:ext cx="243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52295D-13E7-6631-D676-E398084C8323}"/>
                    </a:ext>
                  </a:extLst>
                </p14:cNvPr>
                <p14:cNvContentPartPr/>
                <p14:nvPr/>
              </p14:nvContentPartPr>
              <p14:xfrm>
                <a:off x="3756705" y="2005575"/>
                <a:ext cx="289800" cy="252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52295D-13E7-6631-D676-E398084C83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48065" y="1996575"/>
                  <a:ext cx="307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B0F8A90-1903-F79A-7934-D7D2A5C9A491}"/>
                    </a:ext>
                  </a:extLst>
                </p14:cNvPr>
                <p14:cNvContentPartPr/>
                <p14:nvPr/>
              </p14:nvContentPartPr>
              <p14:xfrm>
                <a:off x="2043465" y="3218055"/>
                <a:ext cx="2079360" cy="1130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B0F8A90-1903-F79A-7934-D7D2A5C9A49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34825" y="3209055"/>
                  <a:ext cx="2097000" cy="11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62F6A44-386E-2EB4-2691-0993F42D163C}"/>
                    </a:ext>
                  </a:extLst>
                </p14:cNvPr>
                <p14:cNvContentPartPr/>
                <p14:nvPr/>
              </p14:nvContentPartPr>
              <p14:xfrm>
                <a:off x="4231545" y="4276455"/>
                <a:ext cx="265320" cy="186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62F6A44-386E-2EB4-2691-0993F42D163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22545" y="4267815"/>
                  <a:ext cx="282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4E65094-AB56-9792-6692-DCB4F172C0A6}"/>
                    </a:ext>
                  </a:extLst>
                </p14:cNvPr>
                <p14:cNvContentPartPr/>
                <p14:nvPr/>
              </p14:nvContentPartPr>
              <p14:xfrm>
                <a:off x="4381665" y="4138575"/>
                <a:ext cx="285480" cy="205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4E65094-AB56-9792-6692-DCB4F172C0A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372665" y="4129935"/>
                  <a:ext cx="303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8B6C56C-CE3A-8B38-97A4-4ABA173E87D2}"/>
                    </a:ext>
                  </a:extLst>
                </p14:cNvPr>
                <p14:cNvContentPartPr/>
                <p14:nvPr/>
              </p14:nvContentPartPr>
              <p14:xfrm>
                <a:off x="4598745" y="4075935"/>
                <a:ext cx="124200" cy="133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8B6C56C-CE3A-8B38-97A4-4ABA173E87D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90105" y="4066935"/>
                  <a:ext cx="141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3ED1E65-2655-52DD-5D81-EB14CF167253}"/>
                    </a:ext>
                  </a:extLst>
                </p14:cNvPr>
                <p14:cNvContentPartPr/>
                <p14:nvPr/>
              </p14:nvContentPartPr>
              <p14:xfrm>
                <a:off x="4677945" y="3841215"/>
                <a:ext cx="151200" cy="239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3ED1E65-2655-52DD-5D81-EB14CF16725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69305" y="3832575"/>
                  <a:ext cx="168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BD4EB89-8CB1-2B6E-FA82-56F1AD638C27}"/>
                    </a:ext>
                  </a:extLst>
                </p14:cNvPr>
                <p14:cNvContentPartPr/>
                <p14:nvPr/>
              </p14:nvContentPartPr>
              <p14:xfrm>
                <a:off x="4803585" y="3651495"/>
                <a:ext cx="174600" cy="309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BD4EB89-8CB1-2B6E-FA82-56F1AD638C2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94585" y="3642855"/>
                  <a:ext cx="192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494DC4C-B9D4-3FFC-3064-FD1933951965}"/>
                    </a:ext>
                  </a:extLst>
                </p14:cNvPr>
                <p14:cNvContentPartPr/>
                <p14:nvPr/>
              </p14:nvContentPartPr>
              <p14:xfrm>
                <a:off x="4954785" y="3556095"/>
                <a:ext cx="273600" cy="177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494DC4C-B9D4-3FFC-3064-FD193395196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45785" y="3547095"/>
                  <a:ext cx="291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0C54073-447B-0F78-1680-D35ED36BC040}"/>
                    </a:ext>
                  </a:extLst>
                </p14:cNvPr>
                <p14:cNvContentPartPr/>
                <p14:nvPr/>
              </p14:nvContentPartPr>
              <p14:xfrm>
                <a:off x="5032545" y="3315615"/>
                <a:ext cx="448560" cy="227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0C54073-447B-0F78-1680-D35ED36BC04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023545" y="3306975"/>
                  <a:ext cx="466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636A812-CEE1-01E1-8A86-46D7BA55780D}"/>
                    </a:ext>
                  </a:extLst>
                </p14:cNvPr>
                <p14:cNvContentPartPr/>
                <p14:nvPr/>
              </p14:nvContentPartPr>
              <p14:xfrm>
                <a:off x="5361585" y="3114015"/>
                <a:ext cx="172800" cy="183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636A812-CEE1-01E1-8A86-46D7BA55780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52945" y="3105375"/>
                  <a:ext cx="190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9DCC702-62B1-1EF2-8F56-69E5FED556F8}"/>
                    </a:ext>
                  </a:extLst>
                </p14:cNvPr>
                <p14:cNvContentPartPr/>
                <p14:nvPr/>
              </p14:nvContentPartPr>
              <p14:xfrm>
                <a:off x="5490825" y="2874255"/>
                <a:ext cx="145440" cy="257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9DCC702-62B1-1EF2-8F56-69E5FED556F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481825" y="2865615"/>
                  <a:ext cx="163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74A1A9A-9048-27BC-3DA2-E968459E3FC5}"/>
                    </a:ext>
                  </a:extLst>
                </p14:cNvPr>
                <p14:cNvContentPartPr/>
                <p14:nvPr/>
              </p14:nvContentPartPr>
              <p14:xfrm>
                <a:off x="5618985" y="2759775"/>
                <a:ext cx="424080" cy="419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74A1A9A-9048-27BC-3DA2-E968459E3FC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09985" y="2751135"/>
                  <a:ext cx="441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BD775F1-1A42-88C5-5B43-FDF1164D2F3D}"/>
                    </a:ext>
                  </a:extLst>
                </p14:cNvPr>
                <p14:cNvContentPartPr/>
                <p14:nvPr/>
              </p14:nvContentPartPr>
              <p14:xfrm>
                <a:off x="5593785" y="2624415"/>
                <a:ext cx="38160" cy="5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BD775F1-1A42-88C5-5B43-FDF1164D2F3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84785" y="2615415"/>
                  <a:ext cx="55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371EE5D-A52C-EF55-C827-C06ACAD13679}"/>
                    </a:ext>
                  </a:extLst>
                </p14:cNvPr>
                <p14:cNvContentPartPr/>
                <p14:nvPr/>
              </p14:nvContentPartPr>
              <p14:xfrm>
                <a:off x="5798265" y="2546295"/>
                <a:ext cx="326160" cy="223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371EE5D-A52C-EF55-C827-C06ACAD1367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89265" y="2537295"/>
                  <a:ext cx="3438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8493944-F02D-EE95-76A6-6B8ECD3C4BE9}"/>
                  </a:ext>
                </a:extLst>
              </p14:cNvPr>
              <p14:cNvContentPartPr/>
              <p14:nvPr/>
            </p14:nvContentPartPr>
            <p14:xfrm>
              <a:off x="8106945" y="3054255"/>
              <a:ext cx="720" cy="23022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8493944-F02D-EE95-76A6-6B8ECD3C4BE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094705" y="3048135"/>
                <a:ext cx="25200" cy="23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32DF6D4-0811-6D6E-A1BA-8DE619C9B353}"/>
                  </a:ext>
                </a:extLst>
              </p14:cNvPr>
              <p14:cNvContentPartPr/>
              <p14:nvPr/>
            </p14:nvContentPartPr>
            <p14:xfrm>
              <a:off x="8127465" y="5367975"/>
              <a:ext cx="3414600" cy="7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32DF6D4-0811-6D6E-A1BA-8DE619C9B35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121345" y="5355735"/>
                <a:ext cx="34268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3EC4C88-863B-95E4-57CB-EC1B029BB40D}"/>
              </a:ext>
            </a:extLst>
          </p:cNvPr>
          <p:cNvGrpSpPr/>
          <p:nvPr/>
        </p:nvGrpSpPr>
        <p:grpSpPr>
          <a:xfrm>
            <a:off x="4043625" y="1237695"/>
            <a:ext cx="336600" cy="493560"/>
            <a:chOff x="4043625" y="1237695"/>
            <a:chExt cx="33660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F363E09-7520-908B-D5B8-838B09211E42}"/>
                    </a:ext>
                  </a:extLst>
                </p14:cNvPr>
                <p14:cNvContentPartPr/>
                <p14:nvPr/>
              </p14:nvContentPartPr>
              <p14:xfrm>
                <a:off x="4095825" y="1237695"/>
                <a:ext cx="261000" cy="493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F363E09-7520-908B-D5B8-838B09211E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89705" y="1231575"/>
                  <a:ext cx="2732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64040B0-B878-3906-5DFA-4500A0582951}"/>
                    </a:ext>
                  </a:extLst>
                </p14:cNvPr>
                <p14:cNvContentPartPr/>
                <p14:nvPr/>
              </p14:nvContentPartPr>
              <p14:xfrm>
                <a:off x="4043625" y="1280895"/>
                <a:ext cx="48240" cy="464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64040B0-B878-3906-5DFA-4500A058295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037505" y="1274775"/>
                  <a:ext cx="60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913C458-9E1E-B288-318D-C31FCFDD1350}"/>
                    </a:ext>
                  </a:extLst>
                </p14:cNvPr>
                <p14:cNvContentPartPr/>
                <p14:nvPr/>
              </p14:nvContentPartPr>
              <p14:xfrm>
                <a:off x="4124985" y="1240575"/>
                <a:ext cx="155880" cy="119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913C458-9E1E-B288-318D-C31FCFDD135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18865" y="1234455"/>
                  <a:ext cx="168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9D68594-89ED-E825-C81D-65B70B89C533}"/>
                    </a:ext>
                  </a:extLst>
                </p14:cNvPr>
                <p14:cNvContentPartPr/>
                <p14:nvPr/>
              </p14:nvContentPartPr>
              <p14:xfrm>
                <a:off x="4212825" y="1615335"/>
                <a:ext cx="16200" cy="13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9D68594-89ED-E825-C81D-65B70B89C53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206705" y="1609215"/>
                  <a:ext cx="28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C062FC1-3B3B-9966-9328-DEF2FDD39103}"/>
                    </a:ext>
                  </a:extLst>
                </p14:cNvPr>
                <p14:cNvContentPartPr/>
                <p14:nvPr/>
              </p14:nvContentPartPr>
              <p14:xfrm>
                <a:off x="4333065" y="1504095"/>
                <a:ext cx="47160" cy="145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C062FC1-3B3B-9966-9328-DEF2FDD3910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326945" y="1497975"/>
                  <a:ext cx="5940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02E3A4F-1902-BF68-C132-415774DB794E}"/>
                  </a:ext>
                </a:extLst>
              </p14:cNvPr>
              <p14:cNvContentPartPr/>
              <p14:nvPr/>
            </p14:nvContentPartPr>
            <p14:xfrm>
              <a:off x="8172105" y="2504175"/>
              <a:ext cx="3247920" cy="28382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02E3A4F-1902-BF68-C132-415774DB794E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165985" y="2498055"/>
                <a:ext cx="3260160" cy="28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A12FE42D-8A1E-ED63-AD50-8E00EA750EAC}"/>
              </a:ext>
            </a:extLst>
          </p:cNvPr>
          <p:cNvGrpSpPr/>
          <p:nvPr/>
        </p:nvGrpSpPr>
        <p:grpSpPr>
          <a:xfrm>
            <a:off x="8447865" y="3334335"/>
            <a:ext cx="1485000" cy="1027800"/>
            <a:chOff x="8447865" y="3334335"/>
            <a:chExt cx="1485000" cy="10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1E8D669-B0C9-D3D3-B9BC-5624C673BCF8}"/>
                    </a:ext>
                  </a:extLst>
                </p14:cNvPr>
                <p14:cNvContentPartPr/>
                <p14:nvPr/>
              </p14:nvContentPartPr>
              <p14:xfrm>
                <a:off x="8447865" y="4205535"/>
                <a:ext cx="231120" cy="37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1E8D669-B0C9-D3D3-B9BC-5624C673BCF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38865" y="4196895"/>
                  <a:ext cx="248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3EDB7F1-8D22-C817-D5B3-104806A9A93A}"/>
                    </a:ext>
                  </a:extLst>
                </p14:cNvPr>
                <p14:cNvContentPartPr/>
                <p14:nvPr/>
              </p14:nvContentPartPr>
              <p14:xfrm>
                <a:off x="8517345" y="4154775"/>
                <a:ext cx="131760" cy="207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3EDB7F1-8D22-C817-D5B3-104806A9A93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08705" y="4146135"/>
                  <a:ext cx="149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E3EE101-7968-B923-C127-73E8506CC87F}"/>
                    </a:ext>
                  </a:extLst>
                </p14:cNvPr>
                <p14:cNvContentPartPr/>
                <p14:nvPr/>
              </p14:nvContentPartPr>
              <p14:xfrm>
                <a:off x="8710665" y="4027695"/>
                <a:ext cx="209520" cy="75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E3EE101-7968-B923-C127-73E8506CC87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01665" y="4018695"/>
                  <a:ext cx="227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A18027D-1604-19FE-B3E5-0627E90689C2}"/>
                    </a:ext>
                  </a:extLst>
                </p14:cNvPr>
                <p14:cNvContentPartPr/>
                <p14:nvPr/>
              </p14:nvContentPartPr>
              <p14:xfrm>
                <a:off x="8876265" y="3949215"/>
                <a:ext cx="63360" cy="135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A18027D-1604-19FE-B3E5-0627E90689C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67625" y="3940575"/>
                  <a:ext cx="81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BF9AE90-19D6-758C-CE26-50A369824A2C}"/>
                    </a:ext>
                  </a:extLst>
                </p14:cNvPr>
                <p14:cNvContentPartPr/>
                <p14:nvPr/>
              </p14:nvContentPartPr>
              <p14:xfrm>
                <a:off x="9011265" y="3783615"/>
                <a:ext cx="268920" cy="1144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BF9AE90-19D6-758C-CE26-50A369824A2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002265" y="3774975"/>
                  <a:ext cx="286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9F490AC-674D-CA16-DFD3-8EDBF82C4C41}"/>
                    </a:ext>
                  </a:extLst>
                </p14:cNvPr>
                <p14:cNvContentPartPr/>
                <p14:nvPr/>
              </p14:nvContentPartPr>
              <p14:xfrm>
                <a:off x="9208905" y="3696135"/>
                <a:ext cx="70200" cy="117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9F490AC-674D-CA16-DFD3-8EDBF82C4C4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200265" y="3687495"/>
                  <a:ext cx="87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FB2F2D2-51D8-159F-3737-AA2E8C2427F7}"/>
                    </a:ext>
                  </a:extLst>
                </p14:cNvPr>
                <p14:cNvContentPartPr/>
                <p14:nvPr/>
              </p14:nvContentPartPr>
              <p14:xfrm>
                <a:off x="9291345" y="3615135"/>
                <a:ext cx="228960" cy="31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FB2F2D2-51D8-159F-3737-AA2E8C2427F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2345" y="3606135"/>
                  <a:ext cx="246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4A8F327-4405-B707-575C-F074B69A5668}"/>
                    </a:ext>
                  </a:extLst>
                </p14:cNvPr>
                <p14:cNvContentPartPr/>
                <p14:nvPr/>
              </p14:nvContentPartPr>
              <p14:xfrm>
                <a:off x="9584025" y="3354855"/>
                <a:ext cx="123840" cy="139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4A8F327-4405-B707-575C-F074B69A566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575025" y="3345855"/>
                  <a:ext cx="141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E4599C5-30E7-530A-8EFD-65A7156C516A}"/>
                    </a:ext>
                  </a:extLst>
                </p14:cNvPr>
                <p14:cNvContentPartPr/>
                <p14:nvPr/>
              </p14:nvContentPartPr>
              <p14:xfrm>
                <a:off x="9726585" y="3334335"/>
                <a:ext cx="206280" cy="878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E4599C5-30E7-530A-8EFD-65A7156C516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717945" y="3325335"/>
                  <a:ext cx="22392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F24E1E3-FAAC-973D-91A3-914EBC44F289}"/>
                  </a:ext>
                </a:extLst>
              </p14:cNvPr>
              <p14:cNvContentPartPr/>
              <p14:nvPr/>
            </p14:nvContentPartPr>
            <p14:xfrm>
              <a:off x="10101705" y="3110415"/>
              <a:ext cx="190800" cy="792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F24E1E3-FAAC-973D-91A3-914EBC44F289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0092705" y="3101775"/>
                <a:ext cx="20844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423F465F-2E6A-589B-8FBB-494A3A9A5E42}"/>
              </a:ext>
            </a:extLst>
          </p:cNvPr>
          <p:cNvGrpSpPr/>
          <p:nvPr/>
        </p:nvGrpSpPr>
        <p:grpSpPr>
          <a:xfrm>
            <a:off x="10325625" y="2748975"/>
            <a:ext cx="463320" cy="180360"/>
            <a:chOff x="10325625" y="2748975"/>
            <a:chExt cx="46332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0D841F4-8CE1-78BB-EC41-59F026F1343B}"/>
                    </a:ext>
                  </a:extLst>
                </p14:cNvPr>
                <p14:cNvContentPartPr/>
                <p14:nvPr/>
              </p14:nvContentPartPr>
              <p14:xfrm>
                <a:off x="10325625" y="2748975"/>
                <a:ext cx="463320" cy="1803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0D841F4-8CE1-78BB-EC41-59F026F1343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316985" y="2739975"/>
                  <a:ext cx="480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200CCAA-E53E-8ED8-850F-6F4C17D52518}"/>
                    </a:ext>
                  </a:extLst>
                </p14:cNvPr>
                <p14:cNvContentPartPr/>
                <p14:nvPr/>
              </p14:nvContentPartPr>
              <p14:xfrm>
                <a:off x="10531545" y="2757255"/>
                <a:ext cx="135360" cy="115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200CCAA-E53E-8ED8-850F-6F4C17D5251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522545" y="2748255"/>
                  <a:ext cx="1530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EB8A46A-1127-FF36-1FB0-FCCE720526D2}"/>
              </a:ext>
            </a:extLst>
          </p:cNvPr>
          <p:cNvGrpSpPr/>
          <p:nvPr/>
        </p:nvGrpSpPr>
        <p:grpSpPr>
          <a:xfrm>
            <a:off x="9076065" y="4357815"/>
            <a:ext cx="654480" cy="546480"/>
            <a:chOff x="9076065" y="4357815"/>
            <a:chExt cx="654480" cy="5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1D37FD3-EF64-B7FE-2D70-8443D9F6D42E}"/>
                    </a:ext>
                  </a:extLst>
                </p14:cNvPr>
                <p14:cNvContentPartPr/>
                <p14:nvPr/>
              </p14:nvContentPartPr>
              <p14:xfrm>
                <a:off x="9076065" y="4767135"/>
                <a:ext cx="205200" cy="93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1D37FD3-EF64-B7FE-2D70-8443D9F6D42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67065" y="4758495"/>
                  <a:ext cx="222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D089A00-A231-D197-D3CF-D4AC8490A0C6}"/>
                    </a:ext>
                  </a:extLst>
                </p14:cNvPr>
                <p14:cNvContentPartPr/>
                <p14:nvPr/>
              </p14:nvContentPartPr>
              <p14:xfrm>
                <a:off x="9140865" y="4774335"/>
                <a:ext cx="82440" cy="129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D089A00-A231-D197-D3CF-D4AC8490A0C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31865" y="4765695"/>
                  <a:ext cx="100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6040F06-F29D-CDE3-234F-7B1C7DD61FD4}"/>
                    </a:ext>
                  </a:extLst>
                </p14:cNvPr>
                <p14:cNvContentPartPr/>
                <p14:nvPr/>
              </p14:nvContentPartPr>
              <p14:xfrm>
                <a:off x="9293505" y="4653015"/>
                <a:ext cx="142200" cy="61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6040F06-F29D-CDE3-234F-7B1C7DD61F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84865" y="4644015"/>
                  <a:ext cx="159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4B4AF28-1D46-FD61-B7D7-5C60BD5E41FC}"/>
                    </a:ext>
                  </a:extLst>
                </p14:cNvPr>
                <p14:cNvContentPartPr/>
                <p14:nvPr/>
              </p14:nvContentPartPr>
              <p14:xfrm>
                <a:off x="9323025" y="4584975"/>
                <a:ext cx="69480" cy="126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4B4AF28-1D46-FD61-B7D7-5C60BD5E41F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14025" y="4576335"/>
                  <a:ext cx="87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C6433D2-072A-8C1C-3677-7137F4C9A647}"/>
                    </a:ext>
                  </a:extLst>
                </p14:cNvPr>
                <p14:cNvContentPartPr/>
                <p14:nvPr/>
              </p14:nvContentPartPr>
              <p14:xfrm>
                <a:off x="9456945" y="4428735"/>
                <a:ext cx="172800" cy="109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C6433D2-072A-8C1C-3677-7137F4C9A64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48305" y="4419735"/>
                  <a:ext cx="190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4C23B5F-B7E9-561D-1694-DC2FE63E8B10}"/>
                    </a:ext>
                  </a:extLst>
                </p14:cNvPr>
                <p14:cNvContentPartPr/>
                <p14:nvPr/>
              </p14:nvContentPartPr>
              <p14:xfrm>
                <a:off x="9553065" y="4357815"/>
                <a:ext cx="98640" cy="147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4C23B5F-B7E9-561D-1694-DC2FE63E8B1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44065" y="4348815"/>
                  <a:ext cx="116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12E796F-A5BD-D098-C932-9DEF950C8E97}"/>
                    </a:ext>
                  </a:extLst>
                </p14:cNvPr>
                <p14:cNvContentPartPr/>
                <p14:nvPr/>
              </p14:nvContentPartPr>
              <p14:xfrm>
                <a:off x="9658185" y="4378335"/>
                <a:ext cx="72360" cy="82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12E796F-A5BD-D098-C932-9DEF950C8E9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49185" y="4369335"/>
                  <a:ext cx="900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404C6C2F-095F-C244-8EEF-14151CBF877A}"/>
              </a:ext>
            </a:extLst>
          </p:cNvPr>
          <p:cNvGrpSpPr/>
          <p:nvPr/>
        </p:nvGrpSpPr>
        <p:grpSpPr>
          <a:xfrm>
            <a:off x="9872025" y="3807375"/>
            <a:ext cx="401760" cy="425160"/>
            <a:chOff x="9872025" y="3807375"/>
            <a:chExt cx="40176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C67FB0-9D24-4C74-1CB5-BD50E7FDBE57}"/>
                    </a:ext>
                  </a:extLst>
                </p14:cNvPr>
                <p14:cNvContentPartPr/>
                <p14:nvPr/>
              </p14:nvContentPartPr>
              <p14:xfrm>
                <a:off x="9882105" y="4077015"/>
                <a:ext cx="132840" cy="80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C67FB0-9D24-4C74-1CB5-BD50E7FDBE5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73465" y="4068015"/>
                  <a:ext cx="150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681FD0A-AED0-A6EF-F837-942EB8D5AFC8}"/>
                    </a:ext>
                  </a:extLst>
                </p14:cNvPr>
                <p14:cNvContentPartPr/>
                <p14:nvPr/>
              </p14:nvContentPartPr>
              <p14:xfrm>
                <a:off x="9872025" y="4068735"/>
                <a:ext cx="103320" cy="163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681FD0A-AED0-A6EF-F837-942EB8D5AFC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863025" y="4059735"/>
                  <a:ext cx="120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F00A21F-2A76-4879-1959-41D5B7AB7C9B}"/>
                    </a:ext>
                  </a:extLst>
                </p14:cNvPr>
                <p14:cNvContentPartPr/>
                <p14:nvPr/>
              </p14:nvContentPartPr>
              <p14:xfrm>
                <a:off x="9951945" y="4090335"/>
                <a:ext cx="52920" cy="169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F00A21F-2A76-4879-1959-41D5B7AB7C9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42945" y="4081335"/>
                  <a:ext cx="70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7EA55B6-BBC9-A41B-2AF4-34EA8FE4D65C}"/>
                    </a:ext>
                  </a:extLst>
                </p14:cNvPr>
                <p14:cNvContentPartPr/>
                <p14:nvPr/>
              </p14:nvContentPartPr>
              <p14:xfrm>
                <a:off x="10108545" y="3850215"/>
                <a:ext cx="165240" cy="40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7EA55B6-BBC9-A41B-2AF4-34EA8FE4D6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099545" y="3841575"/>
                  <a:ext cx="182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CCA5595-ADB2-6CDB-E125-B5D461601CA7}"/>
                    </a:ext>
                  </a:extLst>
                </p14:cNvPr>
                <p14:cNvContentPartPr/>
                <p14:nvPr/>
              </p14:nvContentPartPr>
              <p14:xfrm>
                <a:off x="10095945" y="3807375"/>
                <a:ext cx="88200" cy="177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CCA5595-ADB2-6CDB-E125-B5D461601CA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086945" y="3798735"/>
                  <a:ext cx="10584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4D161B7-030C-07B8-21DC-91107008DA34}"/>
                  </a:ext>
                </a:extLst>
              </p14:cNvPr>
              <p14:cNvContentPartPr/>
              <p14:nvPr/>
            </p14:nvContentPartPr>
            <p14:xfrm>
              <a:off x="3976305" y="1168935"/>
              <a:ext cx="135360" cy="145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4D161B7-030C-07B8-21DC-91107008DA34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970185" y="1162815"/>
                <a:ext cx="1476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E918D9F-1FA2-CB15-667C-F93696BF10DF}"/>
                  </a:ext>
                </a:extLst>
              </p14:cNvPr>
              <p14:cNvContentPartPr/>
              <p14:nvPr/>
            </p14:nvContentPartPr>
            <p14:xfrm>
              <a:off x="4177545" y="1002255"/>
              <a:ext cx="83880" cy="93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E918D9F-1FA2-CB15-667C-F93696BF10D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171425" y="996135"/>
                <a:ext cx="96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DD65520-E87D-8092-C07D-BFDA1A4EBA8F}"/>
                  </a:ext>
                </a:extLst>
              </p14:cNvPr>
              <p14:cNvContentPartPr/>
              <p14:nvPr/>
            </p14:nvContentPartPr>
            <p14:xfrm>
              <a:off x="4443945" y="790215"/>
              <a:ext cx="87120" cy="712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DD65520-E87D-8092-C07D-BFDA1A4EBA8F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4437825" y="784095"/>
                <a:ext cx="993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905C382-5465-B9C1-91A8-66FE1D618110}"/>
                  </a:ext>
                </a:extLst>
              </p14:cNvPr>
              <p14:cNvContentPartPr/>
              <p14:nvPr/>
            </p14:nvContentPartPr>
            <p14:xfrm>
              <a:off x="1715505" y="3280695"/>
              <a:ext cx="407880" cy="2214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905C382-5465-B9C1-91A8-66FE1D618110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709385" y="3274575"/>
                <a:ext cx="4201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284A915-4495-0C3C-7846-4312ECD9BC18}"/>
                  </a:ext>
                </a:extLst>
              </p14:cNvPr>
              <p14:cNvContentPartPr/>
              <p14:nvPr/>
            </p14:nvContentPartPr>
            <p14:xfrm>
              <a:off x="4537545" y="1329135"/>
              <a:ext cx="41400" cy="52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284A915-4495-0C3C-7846-4312ECD9BC18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531425" y="1323015"/>
                <a:ext cx="536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71176D8-D8E4-2B65-13A5-DD8CBE734E74}"/>
                  </a:ext>
                </a:extLst>
              </p14:cNvPr>
              <p14:cNvContentPartPr/>
              <p14:nvPr/>
            </p14:nvContentPartPr>
            <p14:xfrm>
              <a:off x="4729425" y="1218255"/>
              <a:ext cx="1764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71176D8-D8E4-2B65-13A5-DD8CBE734E74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723305" y="1212135"/>
                <a:ext cx="298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92F9BF3-AD28-812B-E82A-885F44AA3AD6}"/>
                  </a:ext>
                </a:extLst>
              </p14:cNvPr>
              <p14:cNvContentPartPr/>
              <p14:nvPr/>
            </p14:nvContentPartPr>
            <p14:xfrm>
              <a:off x="4835985" y="1029255"/>
              <a:ext cx="61560" cy="928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92F9BF3-AD28-812B-E82A-885F44AA3AD6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4829865" y="1023135"/>
                <a:ext cx="73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60D9181-CABA-5D91-52F7-103ED9C2D77F}"/>
                  </a:ext>
                </a:extLst>
              </p14:cNvPr>
              <p14:cNvContentPartPr/>
              <p14:nvPr/>
            </p14:nvContentPartPr>
            <p14:xfrm>
              <a:off x="4545465" y="765375"/>
              <a:ext cx="458280" cy="2894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60D9181-CABA-5D91-52F7-103ED9C2D77F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4539345" y="759255"/>
                <a:ext cx="4705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793DD93-505C-6FBE-76A7-8EFB8A27CF7C}"/>
                  </a:ext>
                </a:extLst>
              </p14:cNvPr>
              <p14:cNvContentPartPr/>
              <p14:nvPr/>
            </p14:nvContentPartPr>
            <p14:xfrm>
              <a:off x="4874865" y="1121415"/>
              <a:ext cx="1350360" cy="200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793DD93-505C-6FBE-76A7-8EFB8A27CF7C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868745" y="1115295"/>
                <a:ext cx="1362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C1CD3CD-D73F-3BB4-D4FC-D13A179AB2C1}"/>
                  </a:ext>
                </a:extLst>
              </p14:cNvPr>
              <p14:cNvContentPartPr/>
              <p14:nvPr/>
            </p14:nvContentPartPr>
            <p14:xfrm>
              <a:off x="6372105" y="1292415"/>
              <a:ext cx="675720" cy="214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C1CD3CD-D73F-3BB4-D4FC-D13A179AB2C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365985" y="1286295"/>
                <a:ext cx="687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596DC64-8E25-446D-C59A-24772607053E}"/>
                  </a:ext>
                </a:extLst>
              </p14:cNvPr>
              <p14:cNvContentPartPr/>
              <p14:nvPr/>
            </p14:nvContentPartPr>
            <p14:xfrm>
              <a:off x="7076265" y="1174695"/>
              <a:ext cx="279000" cy="1749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596DC64-8E25-446D-C59A-24772607053E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070145" y="1168575"/>
                <a:ext cx="291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D5B3AE3-F410-9F2E-2B3A-4CA81B2C497E}"/>
                  </a:ext>
                </a:extLst>
              </p14:cNvPr>
              <p14:cNvContentPartPr/>
              <p14:nvPr/>
            </p14:nvContentPartPr>
            <p14:xfrm>
              <a:off x="7273905" y="978495"/>
              <a:ext cx="254160" cy="3222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D5B3AE3-F410-9F2E-2B3A-4CA81B2C497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267785" y="972375"/>
                <a:ext cx="2664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8352F1A-74F4-53A5-830F-CB85CFD6CCD1}"/>
                  </a:ext>
                </a:extLst>
              </p14:cNvPr>
              <p14:cNvContentPartPr/>
              <p14:nvPr/>
            </p14:nvContentPartPr>
            <p14:xfrm>
              <a:off x="7735065" y="1118535"/>
              <a:ext cx="343800" cy="457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8352F1A-74F4-53A5-830F-CB85CFD6CCD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728945" y="1112415"/>
                <a:ext cx="3560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177D453-251A-6595-0D3A-621978FC7F14}"/>
                  </a:ext>
                </a:extLst>
              </p14:cNvPr>
              <p14:cNvContentPartPr/>
              <p14:nvPr/>
            </p14:nvContentPartPr>
            <p14:xfrm>
              <a:off x="7902465" y="980655"/>
              <a:ext cx="65520" cy="25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177D453-251A-6595-0D3A-621978FC7F1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896345" y="974535"/>
                <a:ext cx="777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DCBA6F1-1331-3059-3B46-54E167BC8F96}"/>
                  </a:ext>
                </a:extLst>
              </p14:cNvPr>
              <p14:cNvContentPartPr/>
              <p14:nvPr/>
            </p14:nvContentPartPr>
            <p14:xfrm>
              <a:off x="8046465" y="1035015"/>
              <a:ext cx="501120" cy="183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DCBA6F1-1331-3059-3B46-54E167BC8F9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040345" y="1028895"/>
                <a:ext cx="513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9151B2F-441E-E16C-06E0-99471F3F36D1}"/>
                  </a:ext>
                </a:extLst>
              </p14:cNvPr>
              <p14:cNvContentPartPr/>
              <p14:nvPr/>
            </p14:nvContentPartPr>
            <p14:xfrm>
              <a:off x="8579265" y="776895"/>
              <a:ext cx="107640" cy="2710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9151B2F-441E-E16C-06E0-99471F3F36D1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8573145" y="770775"/>
                <a:ext cx="1198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6A5DA6B-1DBF-A9BE-AA4C-0BC91007928C}"/>
                  </a:ext>
                </a:extLst>
              </p14:cNvPr>
              <p14:cNvContentPartPr/>
              <p14:nvPr/>
            </p14:nvContentPartPr>
            <p14:xfrm>
              <a:off x="8935665" y="714255"/>
              <a:ext cx="411840" cy="508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6A5DA6B-1DBF-A9BE-AA4C-0BC91007928C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929545" y="708135"/>
                <a:ext cx="42408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812DF93-08EE-9A86-E77D-90CB4D686B12}"/>
                  </a:ext>
                </a:extLst>
              </p14:cNvPr>
              <p14:cNvContentPartPr/>
              <p14:nvPr/>
            </p14:nvContentPartPr>
            <p14:xfrm>
              <a:off x="9165705" y="801375"/>
              <a:ext cx="224640" cy="287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812DF93-08EE-9A86-E77D-90CB4D686B12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159585" y="795255"/>
                <a:ext cx="2368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33551F8-938D-A169-5691-58A4CD5AA5FF}"/>
                  </a:ext>
                </a:extLst>
              </p14:cNvPr>
              <p14:cNvContentPartPr/>
              <p14:nvPr/>
            </p14:nvContentPartPr>
            <p14:xfrm>
              <a:off x="9381705" y="656295"/>
              <a:ext cx="217440" cy="2350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33551F8-938D-A169-5691-58A4CD5AA5FF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9375585" y="650175"/>
                <a:ext cx="2296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D794BFD-70F0-86BD-A672-FF8E0E21D09C}"/>
                  </a:ext>
                </a:extLst>
              </p14:cNvPr>
              <p14:cNvContentPartPr/>
              <p14:nvPr/>
            </p14:nvContentPartPr>
            <p14:xfrm>
              <a:off x="9719745" y="514455"/>
              <a:ext cx="241920" cy="2361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D794BFD-70F0-86BD-A672-FF8E0E21D09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713625" y="508335"/>
                <a:ext cx="2541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205E6E8-86E8-F1C1-D2C6-E2842D289844}"/>
                  </a:ext>
                </a:extLst>
              </p14:cNvPr>
              <p14:cNvContentPartPr/>
              <p14:nvPr/>
            </p14:nvContentPartPr>
            <p14:xfrm>
              <a:off x="9939345" y="528495"/>
              <a:ext cx="429120" cy="144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205E6E8-86E8-F1C1-D2C6-E2842D289844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9933225" y="522375"/>
                <a:ext cx="4413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3BD4F7A-D1FA-4783-2A28-1CF2AD1BA3CC}"/>
                  </a:ext>
                </a:extLst>
              </p14:cNvPr>
              <p14:cNvContentPartPr/>
              <p14:nvPr/>
            </p14:nvContentPartPr>
            <p14:xfrm>
              <a:off x="10402305" y="308175"/>
              <a:ext cx="433080" cy="2970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3BD4F7A-D1FA-4783-2A28-1CF2AD1BA3CC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0396185" y="302055"/>
                <a:ext cx="4453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64CE80B-E79A-047E-39AF-BD549B5C8903}"/>
                  </a:ext>
                </a:extLst>
              </p14:cNvPr>
              <p14:cNvContentPartPr/>
              <p14:nvPr/>
            </p14:nvContentPartPr>
            <p14:xfrm>
              <a:off x="10990905" y="377655"/>
              <a:ext cx="56520" cy="158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64CE80B-E79A-047E-39AF-BD549B5C8903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10984785" y="371535"/>
                <a:ext cx="687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8F67629-74B4-DFA2-EBA4-2FBB63517A58}"/>
                  </a:ext>
                </a:extLst>
              </p14:cNvPr>
              <p14:cNvContentPartPr/>
              <p14:nvPr/>
            </p14:nvContentPartPr>
            <p14:xfrm>
              <a:off x="4529625" y="1193415"/>
              <a:ext cx="1141200" cy="621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8F67629-74B4-DFA2-EBA4-2FBB63517A58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4523505" y="1187295"/>
                <a:ext cx="115344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57F0A2A-34FD-A3A3-932C-B354471AF9DA}"/>
                  </a:ext>
                </a:extLst>
              </p14:cNvPr>
              <p14:cNvContentPartPr/>
              <p14:nvPr/>
            </p14:nvContentPartPr>
            <p14:xfrm>
              <a:off x="5746425" y="1626135"/>
              <a:ext cx="348120" cy="4071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57F0A2A-34FD-A3A3-932C-B354471AF9DA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740305" y="1620015"/>
                <a:ext cx="3603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4E46F69-0C05-4EC9-D972-4DA75B0AF728}"/>
                  </a:ext>
                </a:extLst>
              </p14:cNvPr>
              <p14:cNvContentPartPr/>
              <p14:nvPr/>
            </p14:nvContentPartPr>
            <p14:xfrm>
              <a:off x="6217665" y="1803615"/>
              <a:ext cx="33480" cy="50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4E46F69-0C05-4EC9-D972-4DA75B0AF728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211545" y="1797495"/>
                <a:ext cx="457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464009A-5D89-0E47-3441-30147C3F70BF}"/>
                  </a:ext>
                </a:extLst>
              </p14:cNvPr>
              <p14:cNvContentPartPr/>
              <p14:nvPr/>
            </p14:nvContentPartPr>
            <p14:xfrm>
              <a:off x="8205585" y="5081775"/>
              <a:ext cx="10800" cy="136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464009A-5D89-0E47-3441-30147C3F70BF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8199465" y="5075655"/>
                <a:ext cx="230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A43DDF0-6355-9855-A0EE-DBD5909E3117}"/>
                  </a:ext>
                </a:extLst>
              </p14:cNvPr>
              <p14:cNvContentPartPr/>
              <p14:nvPr/>
            </p14:nvContentPartPr>
            <p14:xfrm>
              <a:off x="8196945" y="4937055"/>
              <a:ext cx="123120" cy="1486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A43DDF0-6355-9855-A0EE-DBD5909E311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8190825" y="4930935"/>
                <a:ext cx="1353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58643FA6-A165-99C7-D824-D131330DA6AB}"/>
                  </a:ext>
                </a:extLst>
              </p14:cNvPr>
              <p14:cNvContentPartPr/>
              <p14:nvPr/>
            </p14:nvContentPartPr>
            <p14:xfrm>
              <a:off x="8457945" y="4681815"/>
              <a:ext cx="131760" cy="1627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58643FA6-A165-99C7-D824-D131330DA6A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451825" y="4675695"/>
                <a:ext cx="1440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DE568D94-1401-BFA5-6725-8297CF1CFB89}"/>
                  </a:ext>
                </a:extLst>
              </p14:cNvPr>
              <p14:cNvContentPartPr/>
              <p14:nvPr/>
            </p14:nvContentPartPr>
            <p14:xfrm>
              <a:off x="8752425" y="4518375"/>
              <a:ext cx="57960" cy="8568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DE568D94-1401-BFA5-6725-8297CF1CFB89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746305" y="4512255"/>
                <a:ext cx="702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E63C202-56C6-69F7-4B09-B118C5962C7E}"/>
                  </a:ext>
                </a:extLst>
              </p14:cNvPr>
              <p14:cNvContentPartPr/>
              <p14:nvPr/>
            </p14:nvContentPartPr>
            <p14:xfrm>
              <a:off x="9011265" y="4224975"/>
              <a:ext cx="110160" cy="14832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E63C202-56C6-69F7-4B09-B118C5962C7E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005145" y="4218855"/>
                <a:ext cx="1224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0F8CE54-7223-871F-F627-C0374429F14C}"/>
                  </a:ext>
                </a:extLst>
              </p14:cNvPr>
              <p14:cNvContentPartPr/>
              <p14:nvPr/>
            </p14:nvContentPartPr>
            <p14:xfrm>
              <a:off x="9211425" y="3946335"/>
              <a:ext cx="159120" cy="18432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0F8CE54-7223-871F-F627-C0374429F14C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9205305" y="3940215"/>
                <a:ext cx="1713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47A62CB-3396-C85B-0A51-B7F873EFB2E3}"/>
                  </a:ext>
                </a:extLst>
              </p14:cNvPr>
              <p14:cNvContentPartPr/>
              <p14:nvPr/>
            </p14:nvContentPartPr>
            <p14:xfrm>
              <a:off x="9538305" y="3674535"/>
              <a:ext cx="141120" cy="1638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47A62CB-3396-C85B-0A51-B7F873EFB2E3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532185" y="3668415"/>
                <a:ext cx="1533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FCEE0AAF-BF8E-23BA-48F6-A297A465B3A0}"/>
                  </a:ext>
                </a:extLst>
              </p14:cNvPr>
              <p14:cNvContentPartPr/>
              <p14:nvPr/>
            </p14:nvContentPartPr>
            <p14:xfrm>
              <a:off x="9724425" y="3549255"/>
              <a:ext cx="124920" cy="1267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FCEE0AAF-BF8E-23BA-48F6-A297A465B3A0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9718305" y="3543135"/>
                <a:ext cx="1371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30D563A-4B19-AEA1-9886-847626CE7C27}"/>
                  </a:ext>
                </a:extLst>
              </p14:cNvPr>
              <p14:cNvContentPartPr/>
              <p14:nvPr/>
            </p14:nvContentPartPr>
            <p14:xfrm>
              <a:off x="10036545" y="2215095"/>
              <a:ext cx="1464480" cy="12182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30D563A-4B19-AEA1-9886-847626CE7C27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030425" y="2208975"/>
                <a:ext cx="1476720" cy="12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A3454F0-ECD5-322E-A0AC-E66F841A88CE}"/>
                  </a:ext>
                </a:extLst>
              </p14:cNvPr>
              <p14:cNvContentPartPr/>
              <p14:nvPr/>
            </p14:nvContentPartPr>
            <p14:xfrm>
              <a:off x="11543505" y="2303295"/>
              <a:ext cx="65160" cy="1504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A3454F0-ECD5-322E-A0AC-E66F841A88CE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537385" y="2297175"/>
                <a:ext cx="774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383248DB-3BAA-4AAF-9038-F26E45AD4A12}"/>
                  </a:ext>
                </a:extLst>
              </p14:cNvPr>
              <p14:cNvContentPartPr/>
              <p14:nvPr/>
            </p14:nvContentPartPr>
            <p14:xfrm>
              <a:off x="8573865" y="5046855"/>
              <a:ext cx="189720" cy="2102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383248DB-3BAA-4AAF-9038-F26E45AD4A12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567745" y="5040735"/>
                <a:ext cx="2019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C974238-B77C-AA1F-1D22-A179016C2B0B}"/>
                  </a:ext>
                </a:extLst>
              </p14:cNvPr>
              <p14:cNvContentPartPr/>
              <p14:nvPr/>
            </p14:nvContentPartPr>
            <p14:xfrm>
              <a:off x="8957625" y="4756695"/>
              <a:ext cx="170640" cy="1137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C974238-B77C-AA1F-1D22-A179016C2B0B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951505" y="4750575"/>
                <a:ext cx="182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1321D0E-A5B7-373D-7C93-30EA8008A0D2}"/>
                  </a:ext>
                </a:extLst>
              </p14:cNvPr>
              <p14:cNvContentPartPr/>
              <p14:nvPr/>
            </p14:nvContentPartPr>
            <p14:xfrm>
              <a:off x="9222585" y="4498575"/>
              <a:ext cx="223200" cy="2246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1321D0E-A5B7-373D-7C93-30EA8008A0D2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9216465" y="4492455"/>
                <a:ext cx="2354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E366E1AF-0F97-4EAE-E274-A2CEB1D4A0D4}"/>
                  </a:ext>
                </a:extLst>
              </p14:cNvPr>
              <p14:cNvContentPartPr/>
              <p14:nvPr/>
            </p14:nvContentPartPr>
            <p14:xfrm>
              <a:off x="9537585" y="4180695"/>
              <a:ext cx="188280" cy="2329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E366E1AF-0F97-4EAE-E274-A2CEB1D4A0D4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531465" y="4174575"/>
                <a:ext cx="2005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879C349B-A502-C177-511E-9CFDBD784165}"/>
                  </a:ext>
                </a:extLst>
              </p14:cNvPr>
              <p14:cNvContentPartPr/>
              <p14:nvPr/>
            </p14:nvContentPartPr>
            <p14:xfrm>
              <a:off x="9866265" y="2939055"/>
              <a:ext cx="1239480" cy="112572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879C349B-A502-C177-511E-9CFDBD784165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9860145" y="2932935"/>
                <a:ext cx="1251720" cy="11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28130029-6A0B-FE29-95E7-831CE49D43A9}"/>
                  </a:ext>
                </a:extLst>
              </p14:cNvPr>
              <p14:cNvContentPartPr/>
              <p14:nvPr/>
            </p14:nvContentPartPr>
            <p14:xfrm>
              <a:off x="11219505" y="2770575"/>
              <a:ext cx="78120" cy="9504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28130029-6A0B-FE29-95E7-831CE49D43A9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1213385" y="2764455"/>
                <a:ext cx="903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5B8EC268-6D8A-16EF-2747-03E0FA217DB4}"/>
                  </a:ext>
                </a:extLst>
              </p14:cNvPr>
              <p14:cNvContentPartPr/>
              <p14:nvPr/>
            </p14:nvContentPartPr>
            <p14:xfrm>
              <a:off x="11485905" y="2598495"/>
              <a:ext cx="52920" cy="5076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5B8EC268-6D8A-16EF-2747-03E0FA217DB4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1479785" y="2592375"/>
                <a:ext cx="651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13DE73F9-2B76-A8FA-143F-3CFD2791A0E1}"/>
                  </a:ext>
                </a:extLst>
              </p14:cNvPr>
              <p14:cNvContentPartPr/>
              <p14:nvPr/>
            </p14:nvContentPartPr>
            <p14:xfrm>
              <a:off x="11611545" y="2518575"/>
              <a:ext cx="26640" cy="3132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13DE73F9-2B76-A8FA-143F-3CFD2791A0E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1605425" y="2512455"/>
                <a:ext cx="388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A597DEE-C1DF-F5A9-71E5-0ACA043E47BE}"/>
                  </a:ext>
                </a:extLst>
              </p14:cNvPr>
              <p14:cNvContentPartPr/>
              <p14:nvPr/>
            </p14:nvContentPartPr>
            <p14:xfrm>
              <a:off x="11265945" y="1689135"/>
              <a:ext cx="309240" cy="954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A597DEE-C1DF-F5A9-71E5-0ACA043E47BE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11259825" y="1683015"/>
                <a:ext cx="32148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6247A3E6-A3B4-DAF5-C857-97E973E735D7}"/>
                  </a:ext>
                </a:extLst>
              </p14:cNvPr>
              <p14:cNvContentPartPr/>
              <p14:nvPr/>
            </p14:nvContentPartPr>
            <p14:xfrm>
              <a:off x="11189625" y="1312935"/>
              <a:ext cx="208440" cy="2930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6247A3E6-A3B4-DAF5-C857-97E973E735D7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11183505" y="1306815"/>
                <a:ext cx="2206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3302CCED-3A02-6D5F-5C7B-BA4BA52004CB}"/>
                  </a:ext>
                </a:extLst>
              </p14:cNvPr>
              <p14:cNvContentPartPr/>
              <p14:nvPr/>
            </p14:nvContentPartPr>
            <p14:xfrm>
              <a:off x="11169105" y="1153095"/>
              <a:ext cx="201600" cy="49320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3302CCED-3A02-6D5F-5C7B-BA4BA52004CB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11162985" y="1146975"/>
                <a:ext cx="21384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2CA8A43F-F81E-646D-7247-5B2274BE0F34}"/>
                  </a:ext>
                </a:extLst>
              </p14:cNvPr>
              <p14:cNvContentPartPr/>
              <p14:nvPr/>
            </p14:nvContentPartPr>
            <p14:xfrm>
              <a:off x="11282505" y="891015"/>
              <a:ext cx="88200" cy="2430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2CA8A43F-F81E-646D-7247-5B2274BE0F34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11276385" y="884895"/>
                <a:ext cx="10044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1FE1C15F-2EB5-7431-607A-EC74A30FF69A}"/>
              </a:ext>
            </a:extLst>
          </p:cNvPr>
          <p:cNvGrpSpPr/>
          <p:nvPr/>
        </p:nvGrpSpPr>
        <p:grpSpPr>
          <a:xfrm>
            <a:off x="5228025" y="2552415"/>
            <a:ext cx="2459880" cy="2582640"/>
            <a:chOff x="5228025" y="2552415"/>
            <a:chExt cx="2459880" cy="25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6FBAA65-ACA1-9FAA-E4F9-77AE5406EFCB}"/>
                    </a:ext>
                  </a:extLst>
                </p14:cNvPr>
                <p14:cNvContentPartPr/>
                <p14:nvPr/>
              </p14:nvContentPartPr>
              <p14:xfrm>
                <a:off x="5792145" y="3882975"/>
                <a:ext cx="389520" cy="6548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6FBAA65-ACA1-9FAA-E4F9-77AE5406EFC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786025" y="3876855"/>
                  <a:ext cx="4017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8D69662-9C8F-897F-38BE-B234C5E946F1}"/>
                    </a:ext>
                  </a:extLst>
                </p14:cNvPr>
                <p14:cNvContentPartPr/>
                <p14:nvPr/>
              </p14:nvContentPartPr>
              <p14:xfrm>
                <a:off x="5982225" y="3600735"/>
                <a:ext cx="734400" cy="10951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8D69662-9C8F-897F-38BE-B234C5E946F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76105" y="3594615"/>
                  <a:ext cx="74664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E24A86F-9C99-1173-00BA-C40427EA5376}"/>
                    </a:ext>
                  </a:extLst>
                </p14:cNvPr>
                <p14:cNvContentPartPr/>
                <p14:nvPr/>
              </p14:nvContentPartPr>
              <p14:xfrm>
                <a:off x="6753345" y="3293295"/>
                <a:ext cx="260280" cy="6832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E24A86F-9C99-1173-00BA-C40427EA537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747225" y="3287175"/>
                  <a:ext cx="2725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68DF402-99CF-33AA-9AB5-30AC17F5CA05}"/>
                    </a:ext>
                  </a:extLst>
                </p14:cNvPr>
                <p14:cNvContentPartPr/>
                <p14:nvPr/>
              </p14:nvContentPartPr>
              <p14:xfrm>
                <a:off x="6767385" y="2873175"/>
                <a:ext cx="131760" cy="3553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68DF402-99CF-33AA-9AB5-30AC17F5CA0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761265" y="2867055"/>
                  <a:ext cx="1440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A286D13-FF6B-C1A5-CEAC-DD6AC3417D56}"/>
                    </a:ext>
                  </a:extLst>
                </p14:cNvPr>
                <p14:cNvContentPartPr/>
                <p14:nvPr/>
              </p14:nvContentPartPr>
              <p14:xfrm>
                <a:off x="5228025" y="4042095"/>
                <a:ext cx="442800" cy="1060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A286D13-FF6B-C1A5-CEAC-DD6AC3417D5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221905" y="4035975"/>
                  <a:ext cx="455040" cy="10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E6D3E9A-098B-BC99-7D93-837E3C7CC181}"/>
                    </a:ext>
                  </a:extLst>
                </p14:cNvPr>
                <p14:cNvContentPartPr/>
                <p14:nvPr/>
              </p14:nvContentPartPr>
              <p14:xfrm>
                <a:off x="5243865" y="2552415"/>
                <a:ext cx="2444040" cy="1477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E6D3E9A-098B-BC99-7D93-837E3C7CC18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237745" y="2546295"/>
                  <a:ext cx="2456280" cy="14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2D54424-570D-4480-EBDB-95B9305E3BE7}"/>
                    </a:ext>
                  </a:extLst>
                </p14:cNvPr>
                <p14:cNvContentPartPr/>
                <p14:nvPr/>
              </p14:nvContentPartPr>
              <p14:xfrm>
                <a:off x="5707185" y="3924375"/>
                <a:ext cx="1959840" cy="12106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2D54424-570D-4480-EBDB-95B9305E3BE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01065" y="3918255"/>
                  <a:ext cx="197208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F6A8529-A7E8-F1F7-42F1-22D9458A9E77}"/>
                    </a:ext>
                  </a:extLst>
                </p14:cNvPr>
                <p14:cNvContentPartPr/>
                <p14:nvPr/>
              </p14:nvContentPartPr>
              <p14:xfrm>
                <a:off x="7595025" y="3983415"/>
                <a:ext cx="8280" cy="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F6A8529-A7E8-F1F7-42F1-22D9458A9E7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588905" y="3977295"/>
                  <a:ext cx="205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AEAE6B0C-B7E6-AD76-825B-0D9FC5FEED05}"/>
              </a:ext>
            </a:extLst>
          </p:cNvPr>
          <p:cNvGrpSpPr/>
          <p:nvPr/>
        </p:nvGrpSpPr>
        <p:grpSpPr>
          <a:xfrm>
            <a:off x="1084785" y="1486455"/>
            <a:ext cx="3296520" cy="2858400"/>
            <a:chOff x="1084785" y="1486455"/>
            <a:chExt cx="3296520" cy="28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05DE092-2558-974C-20F3-437007A6818A}"/>
                    </a:ext>
                  </a:extLst>
                </p14:cNvPr>
                <p14:cNvContentPartPr/>
                <p14:nvPr/>
              </p14:nvContentPartPr>
              <p14:xfrm>
                <a:off x="1698225" y="3128415"/>
                <a:ext cx="96480" cy="13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05DE092-2558-974C-20F3-437007A6818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692105" y="3122295"/>
                  <a:ext cx="108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6AF3AE-8EA0-B832-F71B-0B833A4969E3}"/>
                    </a:ext>
                  </a:extLst>
                </p14:cNvPr>
                <p14:cNvContentPartPr/>
                <p14:nvPr/>
              </p14:nvContentPartPr>
              <p14:xfrm>
                <a:off x="1890465" y="2990535"/>
                <a:ext cx="119160" cy="136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6AF3AE-8EA0-B832-F71B-0B833A4969E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884345" y="2984415"/>
                  <a:ext cx="131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6E20DA-1134-D5DC-C35E-044233CF0150}"/>
                    </a:ext>
                  </a:extLst>
                </p14:cNvPr>
                <p14:cNvContentPartPr/>
                <p14:nvPr/>
              </p14:nvContentPartPr>
              <p14:xfrm>
                <a:off x="2171625" y="2696415"/>
                <a:ext cx="171720" cy="153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6E20DA-1134-D5DC-C35E-044233CF015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165505" y="2690295"/>
                  <a:ext cx="183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FFC654-8636-3E93-18F8-083FE4D50244}"/>
                    </a:ext>
                  </a:extLst>
                </p14:cNvPr>
                <p14:cNvContentPartPr/>
                <p14:nvPr/>
              </p14:nvContentPartPr>
              <p14:xfrm>
                <a:off x="2486985" y="2416695"/>
                <a:ext cx="137520" cy="143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FFC654-8636-3E93-18F8-083FE4D5024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480865" y="2410575"/>
                  <a:ext cx="149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EBFF485-5A22-7153-039B-297B57A44B8B}"/>
                    </a:ext>
                  </a:extLst>
                </p14:cNvPr>
                <p14:cNvContentPartPr/>
                <p14:nvPr/>
              </p14:nvContentPartPr>
              <p14:xfrm>
                <a:off x="2809185" y="2108895"/>
                <a:ext cx="204120" cy="190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EBFF485-5A22-7153-039B-297B57A44B8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803065" y="2102775"/>
                  <a:ext cx="216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6B06152-CAA0-A350-1D1E-2F3537AA8208}"/>
                    </a:ext>
                  </a:extLst>
                </p14:cNvPr>
                <p14:cNvContentPartPr/>
                <p14:nvPr/>
              </p14:nvContentPartPr>
              <p14:xfrm>
                <a:off x="3097185" y="1994775"/>
                <a:ext cx="109080" cy="11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6B06152-CAA0-A350-1D1E-2F3537AA820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91065" y="1988655"/>
                  <a:ext cx="121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5B68679-71BA-9677-55CD-18B72BDFA094}"/>
                    </a:ext>
                  </a:extLst>
                </p14:cNvPr>
                <p14:cNvContentPartPr/>
                <p14:nvPr/>
              </p14:nvContentPartPr>
              <p14:xfrm>
                <a:off x="3372225" y="1784895"/>
                <a:ext cx="130320" cy="117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5B68679-71BA-9677-55CD-18B72BDFA09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66105" y="1778775"/>
                  <a:ext cx="142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44E076-CE17-E856-AB2D-41A8F487E025}"/>
                    </a:ext>
                  </a:extLst>
                </p14:cNvPr>
                <p14:cNvContentPartPr/>
                <p14:nvPr/>
              </p14:nvContentPartPr>
              <p14:xfrm>
                <a:off x="3559065" y="1647015"/>
                <a:ext cx="98640" cy="96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44E076-CE17-E856-AB2D-41A8F487E02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552945" y="1640895"/>
                  <a:ext cx="110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BCF63A2-94C0-FB08-EC89-59390B11C1F7}"/>
                    </a:ext>
                  </a:extLst>
                </p14:cNvPr>
                <p14:cNvContentPartPr/>
                <p14:nvPr/>
              </p14:nvContentPartPr>
              <p14:xfrm>
                <a:off x="3773985" y="1486455"/>
                <a:ext cx="67680" cy="10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BCF63A2-94C0-FB08-EC89-59390B11C1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67865" y="1480335"/>
                  <a:ext cx="79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A0F6102-1A9D-5A72-EFD9-B6CBF35EEC41}"/>
                    </a:ext>
                  </a:extLst>
                </p14:cNvPr>
                <p14:cNvContentPartPr/>
                <p14:nvPr/>
              </p14:nvContentPartPr>
              <p14:xfrm>
                <a:off x="1998105" y="3436935"/>
                <a:ext cx="88200" cy="144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A0F6102-1A9D-5A72-EFD9-B6CBF35EEC4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991985" y="3430815"/>
                  <a:ext cx="100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CB3D8E9-9D57-DEA8-FD01-A32328D65B41}"/>
                    </a:ext>
                  </a:extLst>
                </p14:cNvPr>
                <p14:cNvContentPartPr/>
                <p14:nvPr/>
              </p14:nvContentPartPr>
              <p14:xfrm>
                <a:off x="2270985" y="3160455"/>
                <a:ext cx="142200" cy="128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CB3D8E9-9D57-DEA8-FD01-A32328D65B4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264865" y="3154335"/>
                  <a:ext cx="154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AE7D73-888C-6B14-0D54-9BC385EB964B}"/>
                    </a:ext>
                  </a:extLst>
                </p14:cNvPr>
                <p14:cNvContentPartPr/>
                <p14:nvPr/>
              </p14:nvContentPartPr>
              <p14:xfrm>
                <a:off x="2523705" y="2912415"/>
                <a:ext cx="135360" cy="141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AE7D73-888C-6B14-0D54-9BC385EB964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517585" y="2906295"/>
                  <a:ext cx="147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1A99330-EC0F-E346-FD0F-6E47538B19FF}"/>
                    </a:ext>
                  </a:extLst>
                </p14:cNvPr>
                <p14:cNvContentPartPr/>
                <p14:nvPr/>
              </p14:nvContentPartPr>
              <p14:xfrm>
                <a:off x="2856345" y="2626575"/>
                <a:ext cx="99720" cy="110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1A99330-EC0F-E346-FD0F-6E47538B19F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850225" y="2620455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1E89CC-7F7A-6183-E297-AAC77E6E981F}"/>
                    </a:ext>
                  </a:extLst>
                </p14:cNvPr>
                <p14:cNvContentPartPr/>
                <p14:nvPr/>
              </p14:nvContentPartPr>
              <p14:xfrm>
                <a:off x="3147585" y="2401215"/>
                <a:ext cx="92880" cy="104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1E89CC-7F7A-6183-E297-AAC77E6E981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141465" y="2395095"/>
                  <a:ext cx="105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36BC39-D5F3-6261-D8C5-7CD732838550}"/>
                    </a:ext>
                  </a:extLst>
                </p14:cNvPr>
                <p14:cNvContentPartPr/>
                <p14:nvPr/>
              </p14:nvContentPartPr>
              <p14:xfrm>
                <a:off x="3372945" y="2262255"/>
                <a:ext cx="65520" cy="75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36BC39-D5F3-6261-D8C5-7CD73283855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366825" y="2256135"/>
                  <a:ext cx="77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7966DAE-1556-5EB9-1450-319D3C2EB81B}"/>
                    </a:ext>
                  </a:extLst>
                </p14:cNvPr>
                <p14:cNvContentPartPr/>
                <p14:nvPr/>
              </p14:nvContentPartPr>
              <p14:xfrm>
                <a:off x="3647265" y="2026815"/>
                <a:ext cx="89640" cy="116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7966DAE-1556-5EB9-1450-319D3C2EB81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641145" y="2020695"/>
                  <a:ext cx="101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C955B0-AD88-015C-79F7-CB18CA2ED111}"/>
                    </a:ext>
                  </a:extLst>
                </p14:cNvPr>
                <p14:cNvContentPartPr/>
                <p14:nvPr/>
              </p14:nvContentPartPr>
              <p14:xfrm>
                <a:off x="3971985" y="1704615"/>
                <a:ext cx="220680" cy="221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C955B0-AD88-015C-79F7-CB18CA2ED11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965865" y="1698495"/>
                  <a:ext cx="232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7DE1C2-2553-74D4-ACA4-627941DD8DBA}"/>
                    </a:ext>
                  </a:extLst>
                </p14:cNvPr>
                <p14:cNvContentPartPr/>
                <p14:nvPr/>
              </p14:nvContentPartPr>
              <p14:xfrm>
                <a:off x="4303185" y="1548375"/>
                <a:ext cx="78120" cy="81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7DE1C2-2553-74D4-ACA4-627941DD8DBA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297065" y="1542255"/>
                  <a:ext cx="90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1BE04F8-8F61-FC75-2D22-45A15EAEDA16}"/>
                    </a:ext>
                  </a:extLst>
                </p14:cNvPr>
                <p14:cNvContentPartPr/>
                <p14:nvPr/>
              </p14:nvContentPartPr>
              <p14:xfrm>
                <a:off x="3330465" y="1788855"/>
                <a:ext cx="59040" cy="65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1BE04F8-8F61-FC75-2D22-45A15EAEDA1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324345" y="1782735"/>
                  <a:ext cx="71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93ABE6F-4853-4460-9E38-97BB4129DBC0}"/>
                    </a:ext>
                  </a:extLst>
                </p14:cNvPr>
                <p14:cNvContentPartPr/>
                <p14:nvPr/>
              </p14:nvContentPartPr>
              <p14:xfrm>
                <a:off x="3257385" y="1817655"/>
                <a:ext cx="114840" cy="48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93ABE6F-4853-4460-9E38-97BB4129DBC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251265" y="1811535"/>
                  <a:ext cx="127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ADBAC9-FD10-168B-B164-498C59E0A26E}"/>
                    </a:ext>
                  </a:extLst>
                </p14:cNvPr>
                <p14:cNvContentPartPr/>
                <p14:nvPr/>
              </p14:nvContentPartPr>
              <p14:xfrm>
                <a:off x="3349905" y="1753935"/>
                <a:ext cx="40680" cy="174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ADBAC9-FD10-168B-B164-498C59E0A26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343785" y="1747815"/>
                  <a:ext cx="52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C05719C-382C-94E2-E352-BF5EAEB646AB}"/>
                    </a:ext>
                  </a:extLst>
                </p14:cNvPr>
                <p14:cNvContentPartPr/>
                <p14:nvPr/>
              </p14:nvContentPartPr>
              <p14:xfrm>
                <a:off x="3211665" y="1609215"/>
                <a:ext cx="497880" cy="425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C05719C-382C-94E2-E352-BF5EAEB646A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205545" y="1603095"/>
                  <a:ext cx="5101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7706725-5BF3-816D-DB50-6F9E03F0600A}"/>
                    </a:ext>
                  </a:extLst>
                </p14:cNvPr>
                <p14:cNvContentPartPr/>
                <p14:nvPr/>
              </p14:nvContentPartPr>
              <p14:xfrm>
                <a:off x="1651425" y="3256575"/>
                <a:ext cx="19800" cy="19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7706725-5BF3-816D-DB50-6F9E03F0600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45305" y="3250455"/>
                  <a:ext cx="32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38596B0-F6F0-0460-116D-95B8D93965EF}"/>
                    </a:ext>
                  </a:extLst>
                </p14:cNvPr>
                <p14:cNvContentPartPr/>
                <p14:nvPr/>
              </p14:nvContentPartPr>
              <p14:xfrm>
                <a:off x="2079105" y="3730335"/>
                <a:ext cx="7200" cy="20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38596B0-F6F0-0460-116D-95B8D93965E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72985" y="3724215"/>
                  <a:ext cx="19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69611F5-5F2F-6FC0-F04C-822154808537}"/>
                    </a:ext>
                  </a:extLst>
                </p14:cNvPr>
                <p14:cNvContentPartPr/>
                <p14:nvPr/>
              </p14:nvContentPartPr>
              <p14:xfrm>
                <a:off x="1084785" y="3325335"/>
                <a:ext cx="1043280" cy="10195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69611F5-5F2F-6FC0-F04C-82215480853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78665" y="3319215"/>
                  <a:ext cx="105552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02908D6-9B9C-6EBC-C3FF-98410EAAEE70}"/>
                    </a:ext>
                  </a:extLst>
                </p14:cNvPr>
                <p14:cNvContentPartPr/>
                <p14:nvPr/>
              </p14:nvContentPartPr>
              <p14:xfrm>
                <a:off x="1661865" y="3247935"/>
                <a:ext cx="108720" cy="1332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02908D6-9B9C-6EBC-C3FF-98410EAAEE7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655745" y="3241815"/>
                  <a:ext cx="120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C5F780B-9356-C8C2-253B-AA6969D7FD2C}"/>
                    </a:ext>
                  </a:extLst>
                </p14:cNvPr>
                <p14:cNvContentPartPr/>
                <p14:nvPr/>
              </p14:nvContentPartPr>
              <p14:xfrm>
                <a:off x="1997745" y="3555375"/>
                <a:ext cx="17640" cy="302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C5F780B-9356-C8C2-253B-AA6969D7FD2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991625" y="3549255"/>
                  <a:ext cx="298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630069F5-09CB-4E75-6CB7-064A139682C2}"/>
                  </a:ext>
                </a:extLst>
              </p14:cNvPr>
              <p14:cNvContentPartPr/>
              <p14:nvPr/>
            </p14:nvContentPartPr>
            <p14:xfrm>
              <a:off x="1518945" y="3893775"/>
              <a:ext cx="582120" cy="144396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630069F5-09CB-4E75-6CB7-064A139682C2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1512825" y="3887655"/>
                <a:ext cx="594360" cy="145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428FCA3-BE2D-2589-13C8-85963C9D025C}"/>
              </a:ext>
            </a:extLst>
          </p:cNvPr>
          <p:cNvGrpSpPr/>
          <p:nvPr/>
        </p:nvGrpSpPr>
        <p:grpSpPr>
          <a:xfrm>
            <a:off x="2299065" y="4280415"/>
            <a:ext cx="1532160" cy="1089720"/>
            <a:chOff x="2299065" y="4280415"/>
            <a:chExt cx="1532160" cy="10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F13D695-B202-242B-6765-BFB9D2127131}"/>
                    </a:ext>
                  </a:extLst>
                </p14:cNvPr>
                <p14:cNvContentPartPr/>
                <p14:nvPr/>
              </p14:nvContentPartPr>
              <p14:xfrm>
                <a:off x="2299065" y="4736535"/>
                <a:ext cx="735480" cy="633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F13D695-B202-242B-6765-BFB9D212713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92945" y="4730415"/>
                  <a:ext cx="7477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4C6A679-B2C2-251F-1C43-91BB0864BA40}"/>
                    </a:ext>
                  </a:extLst>
                </p14:cNvPr>
                <p14:cNvContentPartPr/>
                <p14:nvPr/>
              </p14:nvContentPartPr>
              <p14:xfrm>
                <a:off x="2884785" y="4608735"/>
                <a:ext cx="61920" cy="756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4C6A679-B2C2-251F-1C43-91BB0864BA4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878665" y="4602615"/>
                  <a:ext cx="74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4394F4D-6BEF-A83B-2FA3-3BB1966B1028}"/>
                    </a:ext>
                  </a:extLst>
                </p14:cNvPr>
                <p14:cNvContentPartPr/>
                <p14:nvPr/>
              </p14:nvContentPartPr>
              <p14:xfrm>
                <a:off x="3005745" y="4626375"/>
                <a:ext cx="376200" cy="5472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4394F4D-6BEF-A83B-2FA3-3BB1966B102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999625" y="4620255"/>
                  <a:ext cx="3884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886E13E-DE37-47EE-6043-ABE2634C44E8}"/>
                    </a:ext>
                  </a:extLst>
                </p14:cNvPr>
                <p14:cNvContentPartPr/>
                <p14:nvPr/>
              </p14:nvContentPartPr>
              <p14:xfrm>
                <a:off x="3165945" y="4607655"/>
                <a:ext cx="16200" cy="43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886E13E-DE37-47EE-6043-ABE2634C44E8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159825" y="4601535"/>
                  <a:ext cx="2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645F7C7-2202-B902-B832-6D37705D305C}"/>
                    </a:ext>
                  </a:extLst>
                </p14:cNvPr>
                <p14:cNvContentPartPr/>
                <p14:nvPr/>
              </p14:nvContentPartPr>
              <p14:xfrm>
                <a:off x="3269985" y="4517295"/>
                <a:ext cx="240480" cy="248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645F7C7-2202-B902-B832-6D37705D305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263865" y="4511175"/>
                  <a:ext cx="252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4F7ABAB-E785-220A-972D-D574CBF68635}"/>
                    </a:ext>
                  </a:extLst>
                </p14:cNvPr>
                <p14:cNvContentPartPr/>
                <p14:nvPr/>
              </p14:nvContentPartPr>
              <p14:xfrm>
                <a:off x="3393105" y="4503615"/>
                <a:ext cx="132120" cy="921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4F7ABAB-E785-220A-972D-D574CBF6863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386985" y="4497495"/>
                  <a:ext cx="144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D7D076D-39CA-C013-95BB-5B0F3DA7C592}"/>
                    </a:ext>
                  </a:extLst>
                </p14:cNvPr>
                <p14:cNvContentPartPr/>
                <p14:nvPr/>
              </p14:nvContentPartPr>
              <p14:xfrm>
                <a:off x="3516945" y="4398135"/>
                <a:ext cx="97560" cy="525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D7D076D-39CA-C013-95BB-5B0F3DA7C59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510825" y="4392015"/>
                  <a:ext cx="109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A369E42-092B-3397-0F3E-CD57FBA0A0C4}"/>
                    </a:ext>
                  </a:extLst>
                </p14:cNvPr>
                <p14:cNvContentPartPr/>
                <p14:nvPr/>
              </p14:nvContentPartPr>
              <p14:xfrm>
                <a:off x="3638985" y="4280415"/>
                <a:ext cx="192240" cy="87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A369E42-092B-3397-0F3E-CD57FBA0A0C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632865" y="4274295"/>
                  <a:ext cx="204480" cy="10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335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ED824F-EFE2-C933-C31A-8E83CF4D17D7}"/>
                  </a:ext>
                </a:extLst>
              </p14:cNvPr>
              <p14:cNvContentPartPr/>
              <p14:nvPr/>
            </p14:nvContentPartPr>
            <p14:xfrm>
              <a:off x="5480385" y="239775"/>
              <a:ext cx="9360" cy="2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ED824F-EFE2-C933-C31A-8E83CF4D17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4265" y="233655"/>
                <a:ext cx="216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13D151-57B9-FBE1-E958-1E39E286AE80}"/>
                  </a:ext>
                </a:extLst>
              </p14:cNvPr>
              <p14:cNvContentPartPr/>
              <p14:nvPr/>
            </p14:nvContentPartPr>
            <p14:xfrm>
              <a:off x="3332625" y="201615"/>
              <a:ext cx="720" cy="220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13D151-57B9-FBE1-E958-1E39E286AE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0385" y="195495"/>
                <a:ext cx="25200" cy="22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FF52F2-C5C1-0AA6-E9B5-D5295D164465}"/>
                  </a:ext>
                </a:extLst>
              </p14:cNvPr>
              <p14:cNvContentPartPr/>
              <p14:nvPr/>
            </p14:nvContentPartPr>
            <p14:xfrm>
              <a:off x="1122225" y="2432895"/>
              <a:ext cx="2217600" cy="160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FF52F2-C5C1-0AA6-E9B5-D5295D1644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105" y="2426775"/>
                <a:ext cx="2229840" cy="16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0E812D-E91D-2C14-2DBB-44DD2C288C77}"/>
                  </a:ext>
                </a:extLst>
              </p14:cNvPr>
              <p14:cNvContentPartPr/>
              <p14:nvPr/>
            </p14:nvContentPartPr>
            <p14:xfrm>
              <a:off x="3341985" y="2467095"/>
              <a:ext cx="7200" cy="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0E812D-E91D-2C14-2DBB-44DD2C288C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5865" y="2460975"/>
                <a:ext cx="19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3A449F1-7338-DBB3-D70A-667DE11B291A}"/>
                  </a:ext>
                </a:extLst>
              </p14:cNvPr>
              <p14:cNvContentPartPr/>
              <p14:nvPr/>
            </p14:nvContentPartPr>
            <p14:xfrm>
              <a:off x="3313185" y="2429655"/>
              <a:ext cx="2761920" cy="1397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3A449F1-7338-DBB3-D70A-667DE11B29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7065" y="2423535"/>
                <a:ext cx="2774160" cy="140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30B1771-01B4-79FA-00D4-4D5AE0C032C2}"/>
              </a:ext>
            </a:extLst>
          </p:cNvPr>
          <p:cNvGrpSpPr/>
          <p:nvPr/>
        </p:nvGrpSpPr>
        <p:grpSpPr>
          <a:xfrm>
            <a:off x="3131745" y="102975"/>
            <a:ext cx="325800" cy="254520"/>
            <a:chOff x="3131745" y="102975"/>
            <a:chExt cx="32580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FF7A0D-0868-F46F-7749-B2FBB4723DD5}"/>
                    </a:ext>
                  </a:extLst>
                </p14:cNvPr>
                <p14:cNvContentPartPr/>
                <p14:nvPr/>
              </p14:nvContentPartPr>
              <p14:xfrm>
                <a:off x="3131745" y="176055"/>
                <a:ext cx="183600" cy="181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FF7A0D-0868-F46F-7749-B2FBB4723D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5625" y="169935"/>
                  <a:ext cx="195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B86346-9F01-4B6B-7F33-BE33B372D865}"/>
                    </a:ext>
                  </a:extLst>
                </p14:cNvPr>
                <p14:cNvContentPartPr/>
                <p14:nvPr/>
              </p14:nvContentPartPr>
              <p14:xfrm>
                <a:off x="3364665" y="102975"/>
                <a:ext cx="92880" cy="16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B86346-9F01-4B6B-7F33-BE33B372D8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58545" y="96855"/>
                  <a:ext cx="105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B0AD1E-8DBD-3B3F-6990-DAFC54440C9E}"/>
                  </a:ext>
                </a:extLst>
              </p14:cNvPr>
              <p14:cNvContentPartPr/>
              <p14:nvPr/>
            </p14:nvContentPartPr>
            <p14:xfrm>
              <a:off x="1102785" y="3867135"/>
              <a:ext cx="343080" cy="312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B0AD1E-8DBD-3B3F-6990-DAFC54440C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665" y="3861015"/>
                <a:ext cx="3553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F540AFF-D573-589D-C600-643CEE8E7A18}"/>
                  </a:ext>
                </a:extLst>
              </p14:cNvPr>
              <p14:cNvContentPartPr/>
              <p14:nvPr/>
            </p14:nvContentPartPr>
            <p14:xfrm>
              <a:off x="5676945" y="3636735"/>
              <a:ext cx="627480" cy="421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F540AFF-D573-589D-C600-643CEE8E7A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70825" y="3630615"/>
                <a:ext cx="639720" cy="43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B17B68C-B093-4825-7F46-B74B075B6074}"/>
              </a:ext>
            </a:extLst>
          </p:cNvPr>
          <p:cNvGrpSpPr/>
          <p:nvPr/>
        </p:nvGrpSpPr>
        <p:grpSpPr>
          <a:xfrm>
            <a:off x="3872265" y="396375"/>
            <a:ext cx="2980080" cy="473400"/>
            <a:chOff x="3872265" y="396375"/>
            <a:chExt cx="298008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EEA088-C77C-F418-EC6F-39ACF71C5366}"/>
                    </a:ext>
                  </a:extLst>
                </p14:cNvPr>
                <p14:cNvContentPartPr/>
                <p14:nvPr/>
              </p14:nvContentPartPr>
              <p14:xfrm>
                <a:off x="3928425" y="563775"/>
                <a:ext cx="192240" cy="148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EEA088-C77C-F418-EC6F-39ACF71C53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19425" y="555135"/>
                  <a:ext cx="20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0BD74E-1FF4-67BA-2602-51858739970D}"/>
                    </a:ext>
                  </a:extLst>
                </p14:cNvPr>
                <p14:cNvContentPartPr/>
                <p14:nvPr/>
              </p14:nvContentPartPr>
              <p14:xfrm>
                <a:off x="3872265" y="619575"/>
                <a:ext cx="167400" cy="13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0BD74E-1FF4-67BA-2602-5185873997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63625" y="610575"/>
                  <a:ext cx="185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97EF66-7928-EAC1-D8EF-E1E9780A25D8}"/>
                    </a:ext>
                  </a:extLst>
                </p14:cNvPr>
                <p14:cNvContentPartPr/>
                <p14:nvPr/>
              </p14:nvContentPartPr>
              <p14:xfrm>
                <a:off x="4273665" y="657375"/>
                <a:ext cx="201600" cy="6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97EF66-7928-EAC1-D8EF-E1E9780A25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4665" y="648735"/>
                  <a:ext cx="219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D64A38-4652-0F8D-C1BC-8A3171A90C3C}"/>
                    </a:ext>
                  </a:extLst>
                </p14:cNvPr>
                <p14:cNvContentPartPr/>
                <p14:nvPr/>
              </p14:nvContentPartPr>
              <p14:xfrm>
                <a:off x="4316865" y="623535"/>
                <a:ext cx="178560" cy="99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D64A38-4652-0F8D-C1BC-8A3171A90C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8225" y="614895"/>
                  <a:ext cx="196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B4872D-191C-5DAD-24D7-09F0B489B9BA}"/>
                    </a:ext>
                  </a:extLst>
                </p14:cNvPr>
                <p14:cNvContentPartPr/>
                <p14:nvPr/>
              </p14:nvContentPartPr>
              <p14:xfrm>
                <a:off x="4408305" y="618495"/>
                <a:ext cx="281520" cy="5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B4872D-191C-5DAD-24D7-09F0B489B9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9665" y="609495"/>
                  <a:ext cx="299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ABE8EE-A992-5C9B-81F2-1BAAA019F733}"/>
                    </a:ext>
                  </a:extLst>
                </p14:cNvPr>
                <p14:cNvContentPartPr/>
                <p14:nvPr/>
              </p14:nvContentPartPr>
              <p14:xfrm>
                <a:off x="4688385" y="606975"/>
                <a:ext cx="265680" cy="13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ABE8EE-A992-5C9B-81F2-1BAAA019F7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9745" y="598335"/>
                  <a:ext cx="283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6A0115-3754-AA3C-48C8-A4A570EAAFC3}"/>
                    </a:ext>
                  </a:extLst>
                </p14:cNvPr>
                <p14:cNvContentPartPr/>
                <p14:nvPr/>
              </p14:nvContentPartPr>
              <p14:xfrm>
                <a:off x="4952265" y="628575"/>
                <a:ext cx="244800" cy="4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6A0115-3754-AA3C-48C8-A4A570EAAF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43625" y="619935"/>
                  <a:ext cx="262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104B0-6208-FB4F-11FB-518A66A57BB8}"/>
                    </a:ext>
                  </a:extLst>
                </p14:cNvPr>
                <p14:cNvContentPartPr/>
                <p14:nvPr/>
              </p14:nvContentPartPr>
              <p14:xfrm>
                <a:off x="5233785" y="592215"/>
                <a:ext cx="31248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104B0-6208-FB4F-11FB-518A66A57B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4785" y="583575"/>
                  <a:ext cx="330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C189EA-E32E-9F44-EB2A-9F89D708CD7C}"/>
                    </a:ext>
                  </a:extLst>
                </p14:cNvPr>
                <p14:cNvContentPartPr/>
                <p14:nvPr/>
              </p14:nvContentPartPr>
              <p14:xfrm>
                <a:off x="5650665" y="591495"/>
                <a:ext cx="369720" cy="126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C189EA-E32E-9F44-EB2A-9F89D708CD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42025" y="582855"/>
                  <a:ext cx="387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A8A535-181A-81AE-ACCF-1404FBADA18F}"/>
                    </a:ext>
                  </a:extLst>
                </p14:cNvPr>
                <p14:cNvContentPartPr/>
                <p14:nvPr/>
              </p14:nvContentPartPr>
              <p14:xfrm>
                <a:off x="5800425" y="577095"/>
                <a:ext cx="196920" cy="133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A8A535-181A-81AE-ACCF-1404FBADA1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91785" y="568455"/>
                  <a:ext cx="2145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F1E2FB-E887-747F-F77D-412B3AB3C4AB}"/>
                    </a:ext>
                  </a:extLst>
                </p14:cNvPr>
                <p14:cNvContentPartPr/>
                <p14:nvPr/>
              </p14:nvContentPartPr>
              <p14:xfrm>
                <a:off x="6182385" y="627495"/>
                <a:ext cx="266760" cy="10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F1E2FB-E887-747F-F77D-412B3AB3C4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73385" y="618855"/>
                  <a:ext cx="284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681BC5-CC89-AB12-F2F7-A3EEAF73BEBB}"/>
                    </a:ext>
                  </a:extLst>
                </p14:cNvPr>
                <p14:cNvContentPartPr/>
                <p14:nvPr/>
              </p14:nvContentPartPr>
              <p14:xfrm>
                <a:off x="6243945" y="639015"/>
                <a:ext cx="205920" cy="13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681BC5-CC89-AB12-F2F7-A3EEAF73BE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35305" y="630015"/>
                  <a:ext cx="223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79C92F-1263-14F0-618B-EBD8F0ED8D5E}"/>
                    </a:ext>
                  </a:extLst>
                </p14:cNvPr>
                <p14:cNvContentPartPr/>
                <p14:nvPr/>
              </p14:nvContentPartPr>
              <p14:xfrm>
                <a:off x="6417825" y="628575"/>
                <a:ext cx="262080" cy="149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79C92F-1263-14F0-618B-EBD8F0ED8D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08825" y="619935"/>
                  <a:ext cx="27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0A290A-42EB-8518-CB25-7384624F97DF}"/>
                    </a:ext>
                  </a:extLst>
                </p14:cNvPr>
                <p14:cNvContentPartPr/>
                <p14:nvPr/>
              </p14:nvContentPartPr>
              <p14:xfrm>
                <a:off x="6653265" y="717135"/>
                <a:ext cx="199080" cy="11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0A290A-42EB-8518-CB25-7384624F97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44265" y="708495"/>
                  <a:ext cx="216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490437-DFE7-445C-A1C4-45F4E019D165}"/>
                    </a:ext>
                  </a:extLst>
                </p14:cNvPr>
                <p14:cNvContentPartPr/>
                <p14:nvPr/>
              </p14:nvContentPartPr>
              <p14:xfrm>
                <a:off x="4654185" y="396375"/>
                <a:ext cx="20880" cy="11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490437-DFE7-445C-A1C4-45F4E019D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45185" y="387375"/>
                  <a:ext cx="38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095470-BC90-592D-5D98-4F06A5EE2039}"/>
                    </a:ext>
                  </a:extLst>
                </p14:cNvPr>
                <p14:cNvContentPartPr/>
                <p14:nvPr/>
              </p14:nvContentPartPr>
              <p14:xfrm>
                <a:off x="4649505" y="578175"/>
                <a:ext cx="340920" cy="291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095470-BC90-592D-5D98-4F06A5EE20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0865" y="569535"/>
                  <a:ext cx="3585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8AAC06-4738-257A-81A1-CB8C0DE02722}"/>
                    </a:ext>
                  </a:extLst>
                </p14:cNvPr>
                <p14:cNvContentPartPr/>
                <p14:nvPr/>
              </p14:nvContentPartPr>
              <p14:xfrm>
                <a:off x="5038305" y="478455"/>
                <a:ext cx="178560" cy="7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8AAC06-4738-257A-81A1-CB8C0DE027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29305" y="469815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FBB97B-E6E3-6885-F606-4174BF93F7B8}"/>
                    </a:ext>
                  </a:extLst>
                </p14:cNvPr>
                <p14:cNvContentPartPr/>
                <p14:nvPr/>
              </p14:nvContentPartPr>
              <p14:xfrm>
                <a:off x="5000505" y="480615"/>
                <a:ext cx="177480" cy="9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FBB97B-E6E3-6885-F606-4174BF93F7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91505" y="471615"/>
                  <a:ext cx="1951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6EEDDD0-64F2-4E4E-697E-F32EE80D5269}"/>
              </a:ext>
            </a:extLst>
          </p:cNvPr>
          <p:cNvGrpSpPr/>
          <p:nvPr/>
        </p:nvGrpSpPr>
        <p:grpSpPr>
          <a:xfrm>
            <a:off x="3873345" y="1724415"/>
            <a:ext cx="281520" cy="226800"/>
            <a:chOff x="3873345" y="1724415"/>
            <a:chExt cx="2815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4DF2C8-A02E-2370-EBBD-85DA5D909F23}"/>
                    </a:ext>
                  </a:extLst>
                </p14:cNvPr>
                <p14:cNvContentPartPr/>
                <p14:nvPr/>
              </p14:nvContentPartPr>
              <p14:xfrm>
                <a:off x="3912225" y="1749975"/>
                <a:ext cx="242640" cy="11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4DF2C8-A02E-2370-EBBD-85DA5D909F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03585" y="1741335"/>
                  <a:ext cx="260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796619-4CB6-DD0C-207B-F3C0437DE21E}"/>
                    </a:ext>
                  </a:extLst>
                </p14:cNvPr>
                <p14:cNvContentPartPr/>
                <p14:nvPr/>
              </p14:nvContentPartPr>
              <p14:xfrm>
                <a:off x="3873345" y="1724415"/>
                <a:ext cx="201600" cy="226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796619-4CB6-DD0C-207B-F3C0437DE2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64705" y="1715415"/>
                  <a:ext cx="2192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8AB281-04A1-C947-1687-E5860464A84F}"/>
              </a:ext>
            </a:extLst>
          </p:cNvPr>
          <p:cNvGrpSpPr/>
          <p:nvPr/>
        </p:nvGrpSpPr>
        <p:grpSpPr>
          <a:xfrm>
            <a:off x="4454025" y="1575015"/>
            <a:ext cx="2831400" cy="347040"/>
            <a:chOff x="4454025" y="1575015"/>
            <a:chExt cx="283140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C8DA0F-162F-1C1A-B288-BA86E07A1C74}"/>
                    </a:ext>
                  </a:extLst>
                </p14:cNvPr>
                <p14:cNvContentPartPr/>
                <p14:nvPr/>
              </p14:nvContentPartPr>
              <p14:xfrm>
                <a:off x="4454025" y="1812615"/>
                <a:ext cx="325080" cy="5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C8DA0F-162F-1C1A-B288-BA86E07A1C7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5385" y="1803975"/>
                  <a:ext cx="342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051D566-CCBA-4C37-50FB-ADAB06D105CA}"/>
                    </a:ext>
                  </a:extLst>
                </p14:cNvPr>
                <p14:cNvContentPartPr/>
                <p14:nvPr/>
              </p14:nvContentPartPr>
              <p14:xfrm>
                <a:off x="4520265" y="1771575"/>
                <a:ext cx="272520" cy="150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051D566-CCBA-4C37-50FB-ADAB06D105C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11625" y="1762935"/>
                  <a:ext cx="29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CA7DA99-1FDC-5BB2-A338-53310919C717}"/>
                    </a:ext>
                  </a:extLst>
                </p14:cNvPr>
                <p14:cNvContentPartPr/>
                <p14:nvPr/>
              </p14:nvContentPartPr>
              <p14:xfrm>
                <a:off x="4765065" y="1824135"/>
                <a:ext cx="230040" cy="38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CA7DA99-1FDC-5BB2-A338-53310919C7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6065" y="1815135"/>
                  <a:ext cx="247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670158-97C6-C05D-E532-61C94B359BD0}"/>
                    </a:ext>
                  </a:extLst>
                </p14:cNvPr>
                <p14:cNvContentPartPr/>
                <p14:nvPr/>
              </p14:nvContentPartPr>
              <p14:xfrm>
                <a:off x="5233785" y="1799655"/>
                <a:ext cx="303120" cy="9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670158-97C6-C05D-E532-61C94B359B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24785" y="1791015"/>
                  <a:ext cx="320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0DB2DB-9750-80E6-6B13-B7E764066316}"/>
                    </a:ext>
                  </a:extLst>
                </p14:cNvPr>
                <p14:cNvContentPartPr/>
                <p14:nvPr/>
              </p14:nvContentPartPr>
              <p14:xfrm>
                <a:off x="5463465" y="1688415"/>
                <a:ext cx="438120" cy="11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0DB2DB-9750-80E6-6B13-B7E7640663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4465" y="1679415"/>
                  <a:ext cx="455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5A1164-F6E5-AA7F-7590-B02DFB9EE213}"/>
                    </a:ext>
                  </a:extLst>
                </p14:cNvPr>
                <p14:cNvContentPartPr/>
                <p14:nvPr/>
              </p14:nvContentPartPr>
              <p14:xfrm>
                <a:off x="5852985" y="1657455"/>
                <a:ext cx="393480" cy="175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5A1164-F6E5-AA7F-7590-B02DFB9EE2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44345" y="1648455"/>
                  <a:ext cx="411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67611D-F476-F77B-63F4-1AAD97F21273}"/>
                    </a:ext>
                  </a:extLst>
                </p14:cNvPr>
                <p14:cNvContentPartPr/>
                <p14:nvPr/>
              </p14:nvContentPartPr>
              <p14:xfrm>
                <a:off x="6390465" y="1575015"/>
                <a:ext cx="251640" cy="15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67611D-F476-F77B-63F4-1AAD97F212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81465" y="1566375"/>
                  <a:ext cx="269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D2F096-6450-38EA-9669-68E4468F38F6}"/>
                    </a:ext>
                  </a:extLst>
                </p14:cNvPr>
                <p14:cNvContentPartPr/>
                <p14:nvPr/>
              </p14:nvContentPartPr>
              <p14:xfrm>
                <a:off x="6536625" y="1675815"/>
                <a:ext cx="309960" cy="7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D2F096-6450-38EA-9669-68E4468F38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27985" y="1667175"/>
                  <a:ext cx="327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CA283D-6765-717C-6D44-23BF315D2869}"/>
                    </a:ext>
                  </a:extLst>
                </p14:cNvPr>
                <p14:cNvContentPartPr/>
                <p14:nvPr/>
              </p14:nvContentPartPr>
              <p14:xfrm>
                <a:off x="7093185" y="1613175"/>
                <a:ext cx="189000" cy="108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CA283D-6765-717C-6D44-23BF315D286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4545" y="1604175"/>
                  <a:ext cx="206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06FEBA-E547-6078-CE2A-2BE06D756943}"/>
                    </a:ext>
                  </a:extLst>
                </p14:cNvPr>
                <p14:cNvContentPartPr/>
                <p14:nvPr/>
              </p14:nvContentPartPr>
              <p14:xfrm>
                <a:off x="6937665" y="1652415"/>
                <a:ext cx="347760" cy="123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06FEBA-E547-6078-CE2A-2BE06D75694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29025" y="1643415"/>
                  <a:ext cx="365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085717-12F1-2B11-4D33-ECB8D0194465}"/>
                    </a:ext>
                  </a:extLst>
                </p14:cNvPr>
                <p14:cNvContentPartPr/>
                <p14:nvPr/>
              </p14:nvContentPartPr>
              <p14:xfrm>
                <a:off x="7151505" y="1669695"/>
                <a:ext cx="720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085717-12F1-2B11-4D33-ECB8D019446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42865" y="1661055"/>
                  <a:ext cx="2484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4359D7D-A0F0-D553-DE27-D1257EC584D2}"/>
                  </a:ext>
                </a:extLst>
              </p14:cNvPr>
              <p14:cNvContentPartPr/>
              <p14:nvPr/>
            </p14:nvContentPartPr>
            <p14:xfrm>
              <a:off x="3616305" y="1307535"/>
              <a:ext cx="41400" cy="1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4359D7D-A0F0-D553-DE27-D1257EC584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10185" y="1301415"/>
                <a:ext cx="536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F5DECA1-AB8F-6FF0-EE70-B348712DC43F}"/>
              </a:ext>
            </a:extLst>
          </p:cNvPr>
          <p:cNvGrpSpPr/>
          <p:nvPr/>
        </p:nvGrpSpPr>
        <p:grpSpPr>
          <a:xfrm>
            <a:off x="3939585" y="1061655"/>
            <a:ext cx="2714760" cy="344160"/>
            <a:chOff x="3939585" y="1061655"/>
            <a:chExt cx="271476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FCC244-BE3C-8ACB-ED02-707B74D34376}"/>
                    </a:ext>
                  </a:extLst>
                </p14:cNvPr>
                <p14:cNvContentPartPr/>
                <p14:nvPr/>
              </p14:nvContentPartPr>
              <p14:xfrm>
                <a:off x="3939585" y="1165695"/>
                <a:ext cx="106560" cy="19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FCC244-BE3C-8ACB-ED02-707B74D343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33465" y="1159575"/>
                  <a:ext cx="11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F0DD2B-A4CC-9362-59D2-5BC80A20D21E}"/>
                    </a:ext>
                  </a:extLst>
                </p14:cNvPr>
                <p14:cNvContentPartPr/>
                <p14:nvPr/>
              </p14:nvContentPartPr>
              <p14:xfrm>
                <a:off x="4066665" y="1061655"/>
                <a:ext cx="2581920" cy="101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F0DD2B-A4CC-9362-59D2-5BC80A20D2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60545" y="1055535"/>
                  <a:ext cx="2594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BA7038-79B1-05BC-8781-D43169A74BAB}"/>
                    </a:ext>
                  </a:extLst>
                </p14:cNvPr>
                <p14:cNvContentPartPr/>
                <p14:nvPr/>
              </p14:nvContentPartPr>
              <p14:xfrm>
                <a:off x="3944625" y="1276935"/>
                <a:ext cx="2709720" cy="12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BA7038-79B1-05BC-8781-D43169A74B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8505" y="1270815"/>
                  <a:ext cx="2721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F7845D-2B38-078B-109E-D6D578BE226E}"/>
                    </a:ext>
                  </a:extLst>
                </p14:cNvPr>
                <p14:cNvContentPartPr/>
                <p14:nvPr/>
              </p14:nvContentPartPr>
              <p14:xfrm>
                <a:off x="6535545" y="1092615"/>
                <a:ext cx="84600" cy="261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F7845D-2B38-078B-109E-D6D578BE22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29425" y="1086495"/>
                  <a:ext cx="968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D64B85C-1498-700F-C52E-F0237E995120}"/>
              </a:ext>
            </a:extLst>
          </p:cNvPr>
          <p:cNvGrpSpPr/>
          <p:nvPr/>
        </p:nvGrpSpPr>
        <p:grpSpPr>
          <a:xfrm>
            <a:off x="3973065" y="369375"/>
            <a:ext cx="7472160" cy="2079360"/>
            <a:chOff x="3973065" y="369375"/>
            <a:chExt cx="7472160" cy="20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4EE90C-325A-DE8C-8CB2-676A8CA1CE37}"/>
                    </a:ext>
                  </a:extLst>
                </p14:cNvPr>
                <p14:cNvContentPartPr/>
                <p14:nvPr/>
              </p14:nvContentPartPr>
              <p14:xfrm>
                <a:off x="3982065" y="752055"/>
                <a:ext cx="56520" cy="146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4EE90C-325A-DE8C-8CB2-676A8CA1CE3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75945" y="745935"/>
                  <a:ext cx="68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16AACF-E582-D31C-24F6-24D194D0AB07}"/>
                    </a:ext>
                  </a:extLst>
                </p14:cNvPr>
                <p14:cNvContentPartPr/>
                <p14:nvPr/>
              </p14:nvContentPartPr>
              <p14:xfrm>
                <a:off x="4059825" y="754575"/>
                <a:ext cx="2955960" cy="163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16AACF-E582-D31C-24F6-24D194D0AB0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53705" y="748455"/>
                  <a:ext cx="2968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6249C2-B78C-D060-E3E5-2ABE29D91ADC}"/>
                    </a:ext>
                  </a:extLst>
                </p14:cNvPr>
                <p14:cNvContentPartPr/>
                <p14:nvPr/>
              </p14:nvContentPartPr>
              <p14:xfrm>
                <a:off x="3973065" y="816855"/>
                <a:ext cx="2996640" cy="226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6249C2-B78C-D060-E3E5-2ABE29D91A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6945" y="810735"/>
                  <a:ext cx="3008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D9E0E1-A12C-6180-171D-311C11DC1131}"/>
                    </a:ext>
                  </a:extLst>
                </p14:cNvPr>
                <p14:cNvContentPartPr/>
                <p14:nvPr/>
              </p14:nvContentPartPr>
              <p14:xfrm>
                <a:off x="3980985" y="1509495"/>
                <a:ext cx="16200" cy="20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D9E0E1-A12C-6180-171D-311C11DC11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74865" y="1503375"/>
                  <a:ext cx="28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2B35EB-3889-03B4-6BB0-5BE7F677AC52}"/>
                    </a:ext>
                  </a:extLst>
                </p14:cNvPr>
                <p14:cNvContentPartPr/>
                <p14:nvPr/>
              </p14:nvContentPartPr>
              <p14:xfrm>
                <a:off x="4038585" y="1303935"/>
                <a:ext cx="3096720" cy="285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2B35EB-3889-03B4-6BB0-5BE7F677AC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32465" y="1297815"/>
                  <a:ext cx="3108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F301173-866B-4163-10BD-5A3670D4EDFF}"/>
                    </a:ext>
                  </a:extLst>
                </p14:cNvPr>
                <p14:cNvContentPartPr/>
                <p14:nvPr/>
              </p14:nvContentPartPr>
              <p14:xfrm>
                <a:off x="4010505" y="1566015"/>
                <a:ext cx="3190320" cy="196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F301173-866B-4163-10BD-5A3670D4ED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04385" y="1559895"/>
                  <a:ext cx="3202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AF4991-8F73-66F1-F4D0-3252392BCB99}"/>
                    </a:ext>
                  </a:extLst>
                </p14:cNvPr>
                <p14:cNvContentPartPr/>
                <p14:nvPr/>
              </p14:nvContentPartPr>
              <p14:xfrm>
                <a:off x="6654345" y="857175"/>
                <a:ext cx="2064600" cy="36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AF4991-8F73-66F1-F4D0-3252392BCB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48225" y="851055"/>
                  <a:ext cx="20768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A8395A-ADB8-8DB8-F36E-0F1941DC7DC1}"/>
                    </a:ext>
                  </a:extLst>
                </p14:cNvPr>
                <p14:cNvContentPartPr/>
                <p14:nvPr/>
              </p14:nvContentPartPr>
              <p14:xfrm>
                <a:off x="8882025" y="380895"/>
                <a:ext cx="869040" cy="102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A8395A-ADB8-8DB8-F36E-0F1941DC7D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5905" y="374775"/>
                  <a:ext cx="88128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EC586C6-76DB-170C-6FF4-6648C3F7ECC3}"/>
                    </a:ext>
                  </a:extLst>
                </p14:cNvPr>
                <p14:cNvContentPartPr/>
                <p14:nvPr/>
              </p14:nvContentPartPr>
              <p14:xfrm>
                <a:off x="9710745" y="710295"/>
                <a:ext cx="189720" cy="170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EC586C6-76DB-170C-6FF4-6648C3F7EC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4625" y="704175"/>
                  <a:ext cx="201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501FC8-1FAD-B3A1-651B-272DDE18B078}"/>
                    </a:ext>
                  </a:extLst>
                </p14:cNvPr>
                <p14:cNvContentPartPr/>
                <p14:nvPr/>
              </p14:nvContentPartPr>
              <p14:xfrm>
                <a:off x="9909465" y="595455"/>
                <a:ext cx="154800" cy="161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501FC8-1FAD-B3A1-651B-272DDE18B07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03345" y="589335"/>
                  <a:ext cx="167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459956-D6A9-B16B-D504-FF23A9A369CD}"/>
                    </a:ext>
                  </a:extLst>
                </p14:cNvPr>
                <p14:cNvContentPartPr/>
                <p14:nvPr/>
              </p14:nvContentPartPr>
              <p14:xfrm>
                <a:off x="10031865" y="502215"/>
                <a:ext cx="204840" cy="223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459956-D6A9-B16B-D504-FF23A9A369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25745" y="496095"/>
                  <a:ext cx="217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0597DBA-382C-2964-68A6-3C956E4C2C95}"/>
                    </a:ext>
                  </a:extLst>
                </p14:cNvPr>
                <p14:cNvContentPartPr/>
                <p14:nvPr/>
              </p14:nvContentPartPr>
              <p14:xfrm>
                <a:off x="10267305" y="377655"/>
                <a:ext cx="75960" cy="524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0597DBA-382C-2964-68A6-3C956E4C2C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61185" y="371535"/>
                  <a:ext cx="882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4C9AA6A-AF9C-C2DF-876F-F12F018219B2}"/>
                    </a:ext>
                  </a:extLst>
                </p14:cNvPr>
                <p14:cNvContentPartPr/>
                <p14:nvPr/>
              </p14:nvContentPartPr>
              <p14:xfrm>
                <a:off x="10262985" y="546495"/>
                <a:ext cx="140760" cy="149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4C9AA6A-AF9C-C2DF-876F-F12F018219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56865" y="540375"/>
                  <a:ext cx="153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C2EFA24-6DFE-F470-9392-2BC4D91B0927}"/>
                    </a:ext>
                  </a:extLst>
                </p14:cNvPr>
                <p14:cNvContentPartPr/>
                <p14:nvPr/>
              </p14:nvContentPartPr>
              <p14:xfrm>
                <a:off x="10446945" y="369375"/>
                <a:ext cx="120240" cy="243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C2EFA24-6DFE-F470-9392-2BC4D91B09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40825" y="363255"/>
                  <a:ext cx="132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28C50A3-C4A5-F57C-1288-C9242EE63ECD}"/>
                    </a:ext>
                  </a:extLst>
                </p14:cNvPr>
                <p14:cNvContentPartPr/>
                <p14:nvPr/>
              </p14:nvContentPartPr>
              <p14:xfrm>
                <a:off x="10597785" y="463695"/>
                <a:ext cx="137520" cy="15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28C50A3-C4A5-F57C-1288-C9242EE63E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91665" y="457575"/>
                  <a:ext cx="14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02D7DD-A7EB-5B3F-0B53-B69204052F71}"/>
                    </a:ext>
                  </a:extLst>
                </p14:cNvPr>
                <p14:cNvContentPartPr/>
                <p14:nvPr/>
              </p14:nvContentPartPr>
              <p14:xfrm>
                <a:off x="10834665" y="429135"/>
                <a:ext cx="201240" cy="143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02D7DD-A7EB-5B3F-0B53-B69204052F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8545" y="423015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9753A4-7C50-781E-C510-627F4AC783CF}"/>
                    </a:ext>
                  </a:extLst>
                </p14:cNvPr>
                <p14:cNvContentPartPr/>
                <p14:nvPr/>
              </p14:nvContentPartPr>
              <p14:xfrm>
                <a:off x="11086665" y="414375"/>
                <a:ext cx="156240" cy="15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9753A4-7C50-781E-C510-627F4AC783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80545" y="408255"/>
                  <a:ext cx="168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8FE820-EDBA-B5B9-36EE-00C15D12DB23}"/>
                    </a:ext>
                  </a:extLst>
                </p14:cNvPr>
                <p14:cNvContentPartPr/>
                <p14:nvPr/>
              </p14:nvContentPartPr>
              <p14:xfrm>
                <a:off x="11427585" y="485655"/>
                <a:ext cx="1764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8FE820-EDBA-B5B9-36EE-00C15D12DB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21465" y="479535"/>
                  <a:ext cx="29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026601-DB8D-6D0C-3746-B52C81386CAA}"/>
                    </a:ext>
                  </a:extLst>
                </p14:cNvPr>
                <p14:cNvContentPartPr/>
                <p14:nvPr/>
              </p14:nvContentPartPr>
              <p14:xfrm>
                <a:off x="6954945" y="836655"/>
                <a:ext cx="343080" cy="73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026601-DB8D-6D0C-3746-B52C81386CA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48825" y="830535"/>
                  <a:ext cx="35532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BC0ED86-22B3-D511-293E-CCEBE5BEC503}"/>
                    </a:ext>
                  </a:extLst>
                </p14:cNvPr>
                <p14:cNvContentPartPr/>
                <p14:nvPr/>
              </p14:nvContentPartPr>
              <p14:xfrm>
                <a:off x="7278585" y="1451535"/>
                <a:ext cx="1215720" cy="847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BC0ED86-22B3-D511-293E-CCEBE5BEC5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72465" y="1445415"/>
                  <a:ext cx="122796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649D8C-92A7-75C2-B234-10AF8FC3A3C6}"/>
                    </a:ext>
                  </a:extLst>
                </p14:cNvPr>
                <p14:cNvContentPartPr/>
                <p14:nvPr/>
              </p14:nvContentPartPr>
              <p14:xfrm>
                <a:off x="8711745" y="2080095"/>
                <a:ext cx="138600" cy="368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649D8C-92A7-75C2-B234-10AF8FC3A3C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05625" y="2073975"/>
                  <a:ext cx="150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2E1F61C-A776-C5D6-D624-84D5C14E27A9}"/>
                    </a:ext>
                  </a:extLst>
                </p14:cNvPr>
                <p14:cNvContentPartPr/>
                <p14:nvPr/>
              </p14:nvContentPartPr>
              <p14:xfrm>
                <a:off x="8687625" y="1967055"/>
                <a:ext cx="631440" cy="426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2E1F61C-A776-C5D6-D624-84D5C14E27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81505" y="1960935"/>
                  <a:ext cx="6436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05AFDE-0C10-45A4-345C-8BD0D79B3BFF}"/>
                    </a:ext>
                  </a:extLst>
                </p14:cNvPr>
                <p14:cNvContentPartPr/>
                <p14:nvPr/>
              </p14:nvContentPartPr>
              <p14:xfrm>
                <a:off x="9385665" y="1954815"/>
                <a:ext cx="157680" cy="34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05AFDE-0C10-45A4-345C-8BD0D79B3B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79545" y="1948695"/>
                  <a:ext cx="1699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0EF827-371F-BA87-884F-0A2BB8C2A054}"/>
                    </a:ext>
                  </a:extLst>
                </p14:cNvPr>
                <p14:cNvContentPartPr/>
                <p14:nvPr/>
              </p14:nvContentPartPr>
              <p14:xfrm>
                <a:off x="9530025" y="1918815"/>
                <a:ext cx="210600" cy="302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0EF827-371F-BA87-884F-0A2BB8C2A0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23905" y="1912695"/>
                  <a:ext cx="222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3D1400-3657-84B2-D293-D2C767971F80}"/>
                    </a:ext>
                  </a:extLst>
                </p14:cNvPr>
                <p14:cNvContentPartPr/>
                <p14:nvPr/>
              </p14:nvContentPartPr>
              <p14:xfrm>
                <a:off x="9843585" y="1834215"/>
                <a:ext cx="251640" cy="60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3D1400-3657-84B2-D293-D2C767971F8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37465" y="1828095"/>
                  <a:ext cx="2638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7ECBD30-2B98-00CE-2349-681AC070B3D5}"/>
                    </a:ext>
                  </a:extLst>
                </p14:cNvPr>
                <p14:cNvContentPartPr/>
                <p14:nvPr/>
              </p14:nvContentPartPr>
              <p14:xfrm>
                <a:off x="10052385" y="1645215"/>
                <a:ext cx="45000" cy="3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7ECBD30-2B98-00CE-2349-681AC070B3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46265" y="1639095"/>
                  <a:ext cx="57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F59BA22-56F3-0A71-1D93-6799A151DEDB}"/>
                    </a:ext>
                  </a:extLst>
                </p14:cNvPr>
                <p14:cNvContentPartPr/>
                <p14:nvPr/>
              </p14:nvContentPartPr>
              <p14:xfrm>
                <a:off x="10185225" y="1496895"/>
                <a:ext cx="512280" cy="587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F59BA22-56F3-0A71-1D93-6799A151DED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79105" y="1490775"/>
                  <a:ext cx="52452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7A4FA07-3262-8334-C316-EE7E6B74C96E}"/>
              </a:ext>
            </a:extLst>
          </p:cNvPr>
          <p:cNvGrpSpPr/>
          <p:nvPr/>
        </p:nvGrpSpPr>
        <p:grpSpPr>
          <a:xfrm>
            <a:off x="11124465" y="1134735"/>
            <a:ext cx="808920" cy="733680"/>
            <a:chOff x="11124465" y="1134735"/>
            <a:chExt cx="808920" cy="73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5A79E62-DD16-2B74-F4E6-A2F5AB343609}"/>
                    </a:ext>
                  </a:extLst>
                </p14:cNvPr>
                <p14:cNvContentPartPr/>
                <p14:nvPr/>
              </p14:nvContentPartPr>
              <p14:xfrm>
                <a:off x="11176305" y="1307535"/>
                <a:ext cx="116640" cy="560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5A79E62-DD16-2B74-F4E6-A2F5AB3436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70185" y="1301415"/>
                  <a:ext cx="1288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B3A4BA-9B44-143C-740F-DE93B6565A5B}"/>
                    </a:ext>
                  </a:extLst>
                </p14:cNvPr>
                <p14:cNvContentPartPr/>
                <p14:nvPr/>
              </p14:nvContentPartPr>
              <p14:xfrm>
                <a:off x="11124465" y="1203135"/>
                <a:ext cx="267480" cy="40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B3A4BA-9B44-143C-740F-DE93B6565A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18345" y="1197015"/>
                  <a:ext cx="2797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F9DD9F-F3A1-41C8-337F-D641DB39CAA4}"/>
                    </a:ext>
                  </a:extLst>
                </p14:cNvPr>
                <p14:cNvContentPartPr/>
                <p14:nvPr/>
              </p14:nvContentPartPr>
              <p14:xfrm>
                <a:off x="11358825" y="1134735"/>
                <a:ext cx="203760" cy="436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F9DD9F-F3A1-41C8-337F-D641DB39CAA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52705" y="1128615"/>
                  <a:ext cx="2160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48D6E3-DF40-3199-C5A4-8F6752B306A4}"/>
                    </a:ext>
                  </a:extLst>
                </p14:cNvPr>
                <p14:cNvContentPartPr/>
                <p14:nvPr/>
              </p14:nvContentPartPr>
              <p14:xfrm>
                <a:off x="11588865" y="1273335"/>
                <a:ext cx="111240" cy="212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48D6E3-DF40-3199-C5A4-8F6752B306A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82745" y="1267215"/>
                  <a:ext cx="123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F9CF38-09FD-6A3B-4480-374C85CEF386}"/>
                    </a:ext>
                  </a:extLst>
                </p14:cNvPr>
                <p14:cNvContentPartPr/>
                <p14:nvPr/>
              </p14:nvContentPartPr>
              <p14:xfrm>
                <a:off x="11648265" y="1206735"/>
                <a:ext cx="202680" cy="11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F9CF38-09FD-6A3B-4480-374C85CEF3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42145" y="1200615"/>
                  <a:ext cx="21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C00FEB6-88C0-43EA-C916-8E74A05AEB84}"/>
                    </a:ext>
                  </a:extLst>
                </p14:cNvPr>
                <p14:cNvContentPartPr/>
                <p14:nvPr/>
              </p14:nvContentPartPr>
              <p14:xfrm>
                <a:off x="11908905" y="1216095"/>
                <a:ext cx="24480" cy="30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C00FEB6-88C0-43EA-C916-8E74A05AEB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902785" y="1209975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EFAC37A-E14A-84AC-898A-2CD375F3DD27}"/>
              </a:ext>
            </a:extLst>
          </p:cNvPr>
          <p:cNvGrpSpPr/>
          <p:nvPr/>
        </p:nvGrpSpPr>
        <p:grpSpPr>
          <a:xfrm>
            <a:off x="6632745" y="3764535"/>
            <a:ext cx="728640" cy="479520"/>
            <a:chOff x="6632745" y="3764535"/>
            <a:chExt cx="72864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E0A78ED-6410-921C-C483-5A0BF2C12C03}"/>
                    </a:ext>
                  </a:extLst>
                </p14:cNvPr>
                <p14:cNvContentPartPr/>
                <p14:nvPr/>
              </p14:nvContentPartPr>
              <p14:xfrm>
                <a:off x="6641745" y="3764535"/>
                <a:ext cx="506880" cy="251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E0A78ED-6410-921C-C483-5A0BF2C12C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35625" y="3758415"/>
                  <a:ext cx="519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9357CB-B42F-0FEC-DFCE-4C12A7CA7A21}"/>
                    </a:ext>
                  </a:extLst>
                </p14:cNvPr>
                <p14:cNvContentPartPr/>
                <p14:nvPr/>
              </p14:nvContentPartPr>
              <p14:xfrm>
                <a:off x="6632745" y="3826815"/>
                <a:ext cx="365040" cy="38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9357CB-B42F-0FEC-DFCE-4C12A7CA7A2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26625" y="3820695"/>
                  <a:ext cx="377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8FD112-6DDE-24CD-E7D1-530B5345F60C}"/>
                    </a:ext>
                  </a:extLst>
                </p14:cNvPr>
                <p14:cNvContentPartPr/>
                <p14:nvPr/>
              </p14:nvContentPartPr>
              <p14:xfrm>
                <a:off x="7320705" y="3960735"/>
                <a:ext cx="40680" cy="283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8FD112-6DDE-24CD-E7D1-530B5345F6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14585" y="3954615"/>
                  <a:ext cx="529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34649ED-CF13-01BC-0A72-D46D39163B8F}"/>
              </a:ext>
            </a:extLst>
          </p:cNvPr>
          <p:cNvGrpSpPr/>
          <p:nvPr/>
        </p:nvGrpSpPr>
        <p:grpSpPr>
          <a:xfrm>
            <a:off x="2453865" y="357495"/>
            <a:ext cx="719280" cy="253080"/>
            <a:chOff x="2453865" y="357495"/>
            <a:chExt cx="7192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0CA8D63-E472-BABB-A4DE-71F23D89F127}"/>
                    </a:ext>
                  </a:extLst>
                </p14:cNvPr>
                <p14:cNvContentPartPr/>
                <p14:nvPr/>
              </p14:nvContentPartPr>
              <p14:xfrm>
                <a:off x="2453865" y="357495"/>
                <a:ext cx="346320" cy="253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0CA8D63-E472-BABB-A4DE-71F23D89F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47745" y="351375"/>
                  <a:ext cx="358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DBC6791-CDEF-421F-A165-3D33080A789A}"/>
                    </a:ext>
                  </a:extLst>
                </p14:cNvPr>
                <p14:cNvContentPartPr/>
                <p14:nvPr/>
              </p14:nvContentPartPr>
              <p14:xfrm>
                <a:off x="2906385" y="394215"/>
                <a:ext cx="266760" cy="213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DBC6791-CDEF-421F-A165-3D33080A78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00265" y="388095"/>
                  <a:ext cx="27900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5A9C669-E9BF-E70C-C64C-A4842B816819}"/>
              </a:ext>
            </a:extLst>
          </p:cNvPr>
          <p:cNvGrpSpPr/>
          <p:nvPr/>
        </p:nvGrpSpPr>
        <p:grpSpPr>
          <a:xfrm>
            <a:off x="503745" y="4273215"/>
            <a:ext cx="853200" cy="436680"/>
            <a:chOff x="503745" y="4273215"/>
            <a:chExt cx="85320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349EB2E-D66F-E5A5-4BB7-CB889341354B}"/>
                    </a:ext>
                  </a:extLst>
                </p14:cNvPr>
                <p14:cNvContentPartPr/>
                <p14:nvPr/>
              </p14:nvContentPartPr>
              <p14:xfrm>
                <a:off x="503745" y="4281855"/>
                <a:ext cx="385560" cy="117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349EB2E-D66F-E5A5-4BB7-CB889341354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7625" y="4275735"/>
                  <a:ext cx="397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31CE1C-38DD-151D-92F1-BD8F13A32475}"/>
                    </a:ext>
                  </a:extLst>
                </p14:cNvPr>
                <p14:cNvContentPartPr/>
                <p14:nvPr/>
              </p14:nvContentPartPr>
              <p14:xfrm>
                <a:off x="692745" y="4273215"/>
                <a:ext cx="200160" cy="282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31CE1C-38DD-151D-92F1-BD8F13A3247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6625" y="4267095"/>
                  <a:ext cx="212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2F5B1A3-8F3E-D10A-AB34-4D7EC4BF699A}"/>
                    </a:ext>
                  </a:extLst>
                </p14:cNvPr>
                <p14:cNvContentPartPr/>
                <p14:nvPr/>
              </p14:nvContentPartPr>
              <p14:xfrm>
                <a:off x="982905" y="4369335"/>
                <a:ext cx="204480" cy="340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2F5B1A3-8F3E-D10A-AB34-4D7EC4BF69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6785" y="4363215"/>
                  <a:ext cx="2167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58E5FEA-FD06-012D-7F45-EDA524A7E9F7}"/>
                    </a:ext>
                  </a:extLst>
                </p14:cNvPr>
                <p14:cNvContentPartPr/>
                <p14:nvPr/>
              </p14:nvContentPartPr>
              <p14:xfrm>
                <a:off x="1301865" y="4463655"/>
                <a:ext cx="55080" cy="20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58E5FEA-FD06-012D-7F45-EDA524A7E9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95745" y="4457535"/>
                  <a:ext cx="67320" cy="3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588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4DDDF3-4370-B766-5303-1D79718F0F88}"/>
                  </a:ext>
                </a:extLst>
              </p14:cNvPr>
              <p14:cNvContentPartPr/>
              <p14:nvPr/>
            </p14:nvContentPartPr>
            <p14:xfrm>
              <a:off x="1508505" y="322215"/>
              <a:ext cx="720" cy="2711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4DDDF3-4370-B766-5303-1D79718F0F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6265" y="316095"/>
                <a:ext cx="25200" cy="27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C259BF-B496-48DD-9319-7DE716131FE5}"/>
                  </a:ext>
                </a:extLst>
              </p14:cNvPr>
              <p14:cNvContentPartPr/>
              <p14:nvPr/>
            </p14:nvContentPartPr>
            <p14:xfrm>
              <a:off x="1542705" y="3057135"/>
              <a:ext cx="43009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C259BF-B496-48DD-9319-7DE716131F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6585" y="3044895"/>
                <a:ext cx="4313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1FC76A-6C9D-6EA7-F3F7-B05FD14590D6}"/>
                  </a:ext>
                </a:extLst>
              </p14:cNvPr>
              <p14:cNvContentPartPr/>
              <p14:nvPr/>
            </p14:nvContentPartPr>
            <p14:xfrm>
              <a:off x="1668705" y="578175"/>
              <a:ext cx="3486600" cy="235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1FC76A-6C9D-6EA7-F3F7-B05FD14590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2225" y="572055"/>
                <a:ext cx="3498840" cy="236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AA165D4-8125-EE96-699B-8A4BFC230FAD}"/>
              </a:ext>
            </a:extLst>
          </p:cNvPr>
          <p:cNvGrpSpPr/>
          <p:nvPr/>
        </p:nvGrpSpPr>
        <p:grpSpPr>
          <a:xfrm>
            <a:off x="1961385" y="594735"/>
            <a:ext cx="3054240" cy="1599120"/>
            <a:chOff x="1961385" y="594735"/>
            <a:chExt cx="3054240" cy="15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25D3B4-0AF0-08BF-E98C-3D352254DA3C}"/>
                    </a:ext>
                  </a:extLst>
                </p14:cNvPr>
                <p14:cNvContentPartPr/>
                <p14:nvPr/>
              </p14:nvContentPartPr>
              <p14:xfrm>
                <a:off x="1961385" y="1538655"/>
                <a:ext cx="199080" cy="1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25D3B4-0AF0-08BF-E98C-3D352254DA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2385" y="1530015"/>
                  <a:ext cx="216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81CED4-A4F3-0CF8-8DA9-E86EE3C0CC96}"/>
                    </a:ext>
                  </a:extLst>
                </p14:cNvPr>
                <p14:cNvContentPartPr/>
                <p14:nvPr/>
              </p14:nvContentPartPr>
              <p14:xfrm>
                <a:off x="2044545" y="1485735"/>
                <a:ext cx="97560" cy="19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81CED4-A4F3-0CF8-8DA9-E86EE3C0CC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5905" y="1476735"/>
                  <a:ext cx="115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255533-3819-4A82-75E7-662B25DB821B}"/>
                    </a:ext>
                  </a:extLst>
                </p14:cNvPr>
                <p14:cNvContentPartPr/>
                <p14:nvPr/>
              </p14:nvContentPartPr>
              <p14:xfrm>
                <a:off x="2238945" y="1379535"/>
                <a:ext cx="144360" cy="5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255533-3819-4A82-75E7-662B25DB82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0305" y="1370895"/>
                  <a:ext cx="16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865F9B-840B-341D-2B13-793E5D173FC0}"/>
                    </a:ext>
                  </a:extLst>
                </p14:cNvPr>
                <p14:cNvContentPartPr/>
                <p14:nvPr/>
              </p14:nvContentPartPr>
              <p14:xfrm>
                <a:off x="2416065" y="1284135"/>
                <a:ext cx="102240" cy="14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865F9B-840B-341D-2B13-793E5D173F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7425" y="1275135"/>
                  <a:ext cx="119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EC0A38-1D04-0490-C53F-4B2827DB425C}"/>
                    </a:ext>
                  </a:extLst>
                </p14:cNvPr>
                <p14:cNvContentPartPr/>
                <p14:nvPr/>
              </p14:nvContentPartPr>
              <p14:xfrm>
                <a:off x="2465385" y="1232655"/>
                <a:ext cx="289440" cy="80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EC0A38-1D04-0490-C53F-4B2827DB42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56385" y="1223655"/>
                  <a:ext cx="307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D3E28F-B4E6-13B7-BB41-B706869FD809}"/>
                    </a:ext>
                  </a:extLst>
                </p14:cNvPr>
                <p14:cNvContentPartPr/>
                <p14:nvPr/>
              </p14:nvContentPartPr>
              <p14:xfrm>
                <a:off x="2884065" y="1021695"/>
                <a:ext cx="14040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D3E28F-B4E6-13B7-BB41-B706869FD8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5425" y="1012695"/>
                  <a:ext cx="158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F110C5-4AC6-10F8-D8E2-04B8B161A9A8}"/>
                    </a:ext>
                  </a:extLst>
                </p14:cNvPr>
                <p14:cNvContentPartPr/>
                <p14:nvPr/>
              </p14:nvContentPartPr>
              <p14:xfrm>
                <a:off x="2987745" y="1081455"/>
                <a:ext cx="280440" cy="4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F110C5-4AC6-10F8-D8E2-04B8B161A9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8745" y="1072455"/>
                  <a:ext cx="298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C4D78A-00E3-B802-B4FD-583A6851CF39}"/>
                    </a:ext>
                  </a:extLst>
                </p14:cNvPr>
                <p14:cNvContentPartPr/>
                <p14:nvPr/>
              </p14:nvContentPartPr>
              <p14:xfrm>
                <a:off x="3514425" y="784815"/>
                <a:ext cx="2674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C4D78A-00E3-B802-B4FD-583A6851CF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5785" y="775815"/>
                  <a:ext cx="285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290333-A57F-FE51-8253-AAA5F429742B}"/>
                    </a:ext>
                  </a:extLst>
                </p14:cNvPr>
                <p14:cNvContentPartPr/>
                <p14:nvPr/>
              </p14:nvContentPartPr>
              <p14:xfrm>
                <a:off x="3919065" y="686175"/>
                <a:ext cx="275760" cy="2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290333-A57F-FE51-8253-AAA5F42974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10425" y="677535"/>
                  <a:ext cx="293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DB37EE-F2DF-B768-9F05-C26F7DCD849E}"/>
                    </a:ext>
                  </a:extLst>
                </p14:cNvPr>
                <p14:cNvContentPartPr/>
                <p14:nvPr/>
              </p14:nvContentPartPr>
              <p14:xfrm>
                <a:off x="4137585" y="594735"/>
                <a:ext cx="9972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DB37EE-F2DF-B768-9F05-C26F7DCD84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8585" y="586095"/>
                  <a:ext cx="117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54960F-4132-4E4F-8F3A-4AA56B105C3A}"/>
                    </a:ext>
                  </a:extLst>
                </p14:cNvPr>
                <p14:cNvContentPartPr/>
                <p14:nvPr/>
              </p14:nvContentPartPr>
              <p14:xfrm>
                <a:off x="4357905" y="683295"/>
                <a:ext cx="249480" cy="3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54960F-4132-4E4F-8F3A-4AA56B105C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9265" y="674295"/>
                  <a:ext cx="267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38AB8C-701B-10B7-0FB9-C95CF7B59A56}"/>
                    </a:ext>
                  </a:extLst>
                </p14:cNvPr>
                <p14:cNvContentPartPr/>
                <p14:nvPr/>
              </p14:nvContentPartPr>
              <p14:xfrm>
                <a:off x="4427745" y="634695"/>
                <a:ext cx="139680" cy="17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38AB8C-701B-10B7-0FB9-C95CF7B59A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19105" y="626055"/>
                  <a:ext cx="157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3B2B8B-18F8-0E74-759E-3A478FC9DA15}"/>
                    </a:ext>
                  </a:extLst>
                </p14:cNvPr>
                <p14:cNvContentPartPr/>
                <p14:nvPr/>
              </p14:nvContentPartPr>
              <p14:xfrm>
                <a:off x="3943185" y="1054095"/>
                <a:ext cx="334080" cy="2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3B2B8B-18F8-0E74-759E-3A478FC9DA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4185" y="1045095"/>
                  <a:ext cx="351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AA92221-D99E-5309-2878-84454E3E3154}"/>
                    </a:ext>
                  </a:extLst>
                </p14:cNvPr>
                <p14:cNvContentPartPr/>
                <p14:nvPr/>
              </p14:nvContentPartPr>
              <p14:xfrm>
                <a:off x="4036785" y="1024575"/>
                <a:ext cx="143280" cy="16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AA92221-D99E-5309-2878-84454E3E31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8145" y="1015935"/>
                  <a:ext cx="16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9773F2-1911-9404-7B85-41A9768F9F52}"/>
                    </a:ext>
                  </a:extLst>
                </p14:cNvPr>
                <p14:cNvContentPartPr/>
                <p14:nvPr/>
              </p14:nvContentPartPr>
              <p14:xfrm>
                <a:off x="3589665" y="1297455"/>
                <a:ext cx="367560" cy="24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9773F2-1911-9404-7B85-41A9768F9F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80665" y="1288455"/>
                  <a:ext cx="385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BCE4C6-C7DB-E6CA-5A0D-EF0D04B81383}"/>
                    </a:ext>
                  </a:extLst>
                </p14:cNvPr>
                <p14:cNvContentPartPr/>
                <p14:nvPr/>
              </p14:nvContentPartPr>
              <p14:xfrm>
                <a:off x="3626385" y="1293135"/>
                <a:ext cx="124920" cy="155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BCE4C6-C7DB-E6CA-5A0D-EF0D04B8138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17745" y="1284495"/>
                  <a:ext cx="142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3C1525-609E-E606-00F5-0DC66CCF2422}"/>
                    </a:ext>
                  </a:extLst>
                </p14:cNvPr>
                <p14:cNvContentPartPr/>
                <p14:nvPr/>
              </p14:nvContentPartPr>
              <p14:xfrm>
                <a:off x="3253065" y="1489695"/>
                <a:ext cx="252720" cy="90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3C1525-609E-E606-00F5-0DC66CCF24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4065" y="1481055"/>
                  <a:ext cx="270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904378-76CD-DFF1-DDE3-C9DFF36E6179}"/>
                    </a:ext>
                  </a:extLst>
                </p14:cNvPr>
                <p14:cNvContentPartPr/>
                <p14:nvPr/>
              </p14:nvContentPartPr>
              <p14:xfrm>
                <a:off x="3272145" y="1494735"/>
                <a:ext cx="105480" cy="182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904378-76CD-DFF1-DDE3-C9DFF36E61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63505" y="1486095"/>
                  <a:ext cx="123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D07F57-7B59-8F92-F796-56F12ECA0392}"/>
                    </a:ext>
                  </a:extLst>
                </p14:cNvPr>
                <p14:cNvContentPartPr/>
                <p14:nvPr/>
              </p14:nvContentPartPr>
              <p14:xfrm>
                <a:off x="2921505" y="1788135"/>
                <a:ext cx="333000" cy="4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D07F57-7B59-8F92-F796-56F12ECA03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12505" y="1779135"/>
                  <a:ext cx="350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113BA6-1A28-C85A-5C7D-68D4730A7C03}"/>
                    </a:ext>
                  </a:extLst>
                </p14:cNvPr>
                <p14:cNvContentPartPr/>
                <p14:nvPr/>
              </p14:nvContentPartPr>
              <p14:xfrm>
                <a:off x="3061905" y="1744935"/>
                <a:ext cx="56520" cy="133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113BA6-1A28-C85A-5C7D-68D4730A7C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3265" y="1735935"/>
                  <a:ext cx="74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00364E-7096-9823-128D-C941691DBF24}"/>
                    </a:ext>
                  </a:extLst>
                </p14:cNvPr>
                <p14:cNvContentPartPr/>
                <p14:nvPr/>
              </p14:nvContentPartPr>
              <p14:xfrm>
                <a:off x="2554305" y="2019615"/>
                <a:ext cx="337680" cy="97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00364E-7096-9823-128D-C941691DBF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45665" y="2010615"/>
                  <a:ext cx="355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66D3B6-509F-29E7-F1E6-84DED3A36BA4}"/>
                    </a:ext>
                  </a:extLst>
                </p14:cNvPr>
                <p14:cNvContentPartPr/>
                <p14:nvPr/>
              </p14:nvContentPartPr>
              <p14:xfrm>
                <a:off x="2604705" y="2039055"/>
                <a:ext cx="97560" cy="154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66D3B6-509F-29E7-F1E6-84DED3A36B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96065" y="2030055"/>
                  <a:ext cx="115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CA17F9-AC39-1B19-105C-11331DB2A3C8}"/>
                    </a:ext>
                  </a:extLst>
                </p14:cNvPr>
                <p14:cNvContentPartPr/>
                <p14:nvPr/>
              </p14:nvContentPartPr>
              <p14:xfrm>
                <a:off x="3291225" y="2006295"/>
                <a:ext cx="259200" cy="81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CA17F9-AC39-1B19-105C-11331DB2A3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82585" y="1997295"/>
                  <a:ext cx="276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ECE6DA-D85C-77A8-5051-B0768732FE34}"/>
                    </a:ext>
                  </a:extLst>
                </p14:cNvPr>
                <p14:cNvContentPartPr/>
                <p14:nvPr/>
              </p14:nvContentPartPr>
              <p14:xfrm>
                <a:off x="3380865" y="1983615"/>
                <a:ext cx="59760" cy="14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ECE6DA-D85C-77A8-5051-B0768732FE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71865" y="1974615"/>
                  <a:ext cx="774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BC67E0-77CB-BAB6-A4FC-18346A1D9093}"/>
                    </a:ext>
                  </a:extLst>
                </p14:cNvPr>
                <p14:cNvContentPartPr/>
                <p14:nvPr/>
              </p14:nvContentPartPr>
              <p14:xfrm>
                <a:off x="3627825" y="1870215"/>
                <a:ext cx="201600" cy="4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BC67E0-77CB-BAB6-A4FC-18346A1D90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18825" y="1861575"/>
                  <a:ext cx="219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4EE754-7F00-19C7-D2BE-B83F01C2CCAB}"/>
                    </a:ext>
                  </a:extLst>
                </p14:cNvPr>
                <p14:cNvContentPartPr/>
                <p14:nvPr/>
              </p14:nvContentPartPr>
              <p14:xfrm>
                <a:off x="3766785" y="1778775"/>
                <a:ext cx="176760" cy="29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4EE754-7F00-19C7-D2BE-B83F01C2CC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7785" y="1770135"/>
                  <a:ext cx="194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2633E55-DD19-C4EC-956A-ECCDE494FE82}"/>
                    </a:ext>
                  </a:extLst>
                </p14:cNvPr>
                <p14:cNvContentPartPr/>
                <p14:nvPr/>
              </p14:nvContentPartPr>
              <p14:xfrm>
                <a:off x="4069905" y="1609215"/>
                <a:ext cx="280440" cy="86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2633E55-DD19-C4EC-956A-ECCDE494FE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60905" y="1600215"/>
                  <a:ext cx="298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36F5C08-2150-05F9-4C0A-6479F2F71587}"/>
                    </a:ext>
                  </a:extLst>
                </p14:cNvPr>
                <p14:cNvContentPartPr/>
                <p14:nvPr/>
              </p14:nvContentPartPr>
              <p14:xfrm>
                <a:off x="4164945" y="1575015"/>
                <a:ext cx="63360" cy="155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36F5C08-2150-05F9-4C0A-6479F2F715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55945" y="1566375"/>
                  <a:ext cx="8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B7C6E5-6B13-8FCF-5A7D-C40B489B9F6E}"/>
                    </a:ext>
                  </a:extLst>
                </p14:cNvPr>
                <p14:cNvContentPartPr/>
                <p14:nvPr/>
              </p14:nvContentPartPr>
              <p14:xfrm>
                <a:off x="4359345" y="1323015"/>
                <a:ext cx="300960" cy="147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B7C6E5-6B13-8FCF-5A7D-C40B489B9F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50345" y="1314375"/>
                  <a:ext cx="318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B8139F-DBDC-E87D-ED28-3BD796439D8D}"/>
                    </a:ext>
                  </a:extLst>
                </p14:cNvPr>
                <p14:cNvContentPartPr/>
                <p14:nvPr/>
              </p14:nvContentPartPr>
              <p14:xfrm>
                <a:off x="4559145" y="1236615"/>
                <a:ext cx="9972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B8139F-DBDC-E87D-ED28-3BD796439D8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0505" y="1227975"/>
                  <a:ext cx="11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5CA7F4-D072-03CD-BC48-EE6634F17FA1}"/>
                    </a:ext>
                  </a:extLst>
                </p14:cNvPr>
                <p14:cNvContentPartPr/>
                <p14:nvPr/>
              </p14:nvContentPartPr>
              <p14:xfrm>
                <a:off x="4528545" y="1307535"/>
                <a:ext cx="230040" cy="4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5CA7F4-D072-03CD-BC48-EE6634F17F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19545" y="1298895"/>
                  <a:ext cx="247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D7D05A-8C66-2BB4-EC21-9516F5564A75}"/>
                    </a:ext>
                  </a:extLst>
                </p14:cNvPr>
                <p14:cNvContentPartPr/>
                <p14:nvPr/>
              </p14:nvContentPartPr>
              <p14:xfrm>
                <a:off x="4733025" y="1080375"/>
                <a:ext cx="282600" cy="22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D7D05A-8C66-2BB4-EC21-9516F5564A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24025" y="1071375"/>
                  <a:ext cx="300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072441-F7F2-126C-A187-37FCC5C33258}"/>
                    </a:ext>
                  </a:extLst>
                </p14:cNvPr>
                <p14:cNvContentPartPr/>
                <p14:nvPr/>
              </p14:nvContentPartPr>
              <p14:xfrm>
                <a:off x="4630425" y="1011255"/>
                <a:ext cx="290160" cy="32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072441-F7F2-126C-A187-37FCC5C332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21785" y="1002615"/>
                  <a:ext cx="307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F4527F-98C5-91BF-7607-6534C51B12E7}"/>
                    </a:ext>
                  </a:extLst>
                </p14:cNvPr>
                <p14:cNvContentPartPr/>
                <p14:nvPr/>
              </p14:nvContentPartPr>
              <p14:xfrm>
                <a:off x="4753545" y="909375"/>
                <a:ext cx="112320" cy="207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F4527F-98C5-91BF-7607-6534C51B12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44905" y="900735"/>
                  <a:ext cx="1299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8576A4-5304-0CF1-6B99-CC1360B015AA}"/>
              </a:ext>
            </a:extLst>
          </p:cNvPr>
          <p:cNvGrpSpPr/>
          <p:nvPr/>
        </p:nvGrpSpPr>
        <p:grpSpPr>
          <a:xfrm>
            <a:off x="2495985" y="843855"/>
            <a:ext cx="2612160" cy="1769760"/>
            <a:chOff x="2495985" y="843855"/>
            <a:chExt cx="2612160" cy="176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647CCC-A55B-F86E-501D-F1C820878965}"/>
                    </a:ext>
                  </a:extLst>
                </p14:cNvPr>
                <p14:cNvContentPartPr/>
                <p14:nvPr/>
              </p14:nvContentPartPr>
              <p14:xfrm>
                <a:off x="2521185" y="2530815"/>
                <a:ext cx="355680" cy="4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647CCC-A55B-F86E-501D-F1C8208789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12545" y="2521815"/>
                  <a:ext cx="373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EDE90D-5FD0-2B36-777F-4209BC4B724E}"/>
                    </a:ext>
                  </a:extLst>
                </p14:cNvPr>
                <p14:cNvContentPartPr/>
                <p14:nvPr/>
              </p14:nvContentPartPr>
              <p14:xfrm>
                <a:off x="2707665" y="2430015"/>
                <a:ext cx="79200" cy="183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EDE90D-5FD0-2B36-777F-4209BC4B72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8665" y="2421015"/>
                  <a:ext cx="96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36C5A8-4632-4DFD-30A0-23BD618E1AAF}"/>
                    </a:ext>
                  </a:extLst>
                </p14:cNvPr>
                <p14:cNvContentPartPr/>
                <p14:nvPr/>
              </p14:nvContentPartPr>
              <p14:xfrm>
                <a:off x="2962545" y="2296095"/>
                <a:ext cx="280440" cy="77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36C5A8-4632-4DFD-30A0-23BD618E1A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53545" y="2287455"/>
                  <a:ext cx="298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F49D3E-F6CD-DB9E-248D-4E2D8C1E33B3}"/>
                    </a:ext>
                  </a:extLst>
                </p14:cNvPr>
                <p14:cNvContentPartPr/>
                <p14:nvPr/>
              </p14:nvContentPartPr>
              <p14:xfrm>
                <a:off x="3158025" y="2255055"/>
                <a:ext cx="83880" cy="18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F49D3E-F6CD-DB9E-248D-4E2D8C1E33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49025" y="2246415"/>
                  <a:ext cx="101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413DE9-933A-10A5-7381-B50D1C1F91E4}"/>
                    </a:ext>
                  </a:extLst>
                </p14:cNvPr>
                <p14:cNvContentPartPr/>
                <p14:nvPr/>
              </p14:nvContentPartPr>
              <p14:xfrm>
                <a:off x="3316785" y="2139855"/>
                <a:ext cx="203760" cy="10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413DE9-933A-10A5-7381-B50D1C1F91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08145" y="2131215"/>
                  <a:ext cx="221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028C5C-D9F2-8EF2-113B-BD31D7362FBE}"/>
                    </a:ext>
                  </a:extLst>
                </p14:cNvPr>
                <p14:cNvContentPartPr/>
                <p14:nvPr/>
              </p14:nvContentPartPr>
              <p14:xfrm>
                <a:off x="3425505" y="1996935"/>
                <a:ext cx="64440" cy="221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028C5C-D9F2-8EF2-113B-BD31D7362FB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16505" y="1987935"/>
                  <a:ext cx="82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04A3AE-7367-7BF3-F72C-955EDDD8FC25}"/>
                    </a:ext>
                  </a:extLst>
                </p14:cNvPr>
                <p14:cNvContentPartPr/>
                <p14:nvPr/>
              </p14:nvContentPartPr>
              <p14:xfrm>
                <a:off x="3468705" y="1995855"/>
                <a:ext cx="338760" cy="8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04A3AE-7367-7BF3-F72C-955EDDD8FC2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60065" y="1986855"/>
                  <a:ext cx="35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419E21-CA3A-11D0-4681-1E32219CEF18}"/>
                    </a:ext>
                  </a:extLst>
                </p14:cNvPr>
                <p14:cNvContentPartPr/>
                <p14:nvPr/>
              </p14:nvContentPartPr>
              <p14:xfrm>
                <a:off x="3927345" y="1705695"/>
                <a:ext cx="214200" cy="42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419E21-CA3A-11D0-4681-1E32219CEF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18345" y="1697055"/>
                  <a:ext cx="231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410DC9-365D-74E8-0A79-837798A906D4}"/>
                    </a:ext>
                  </a:extLst>
                </p14:cNvPr>
                <p14:cNvContentPartPr/>
                <p14:nvPr/>
              </p14:nvContentPartPr>
              <p14:xfrm>
                <a:off x="3925185" y="1623615"/>
                <a:ext cx="163440" cy="314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410DC9-365D-74E8-0A79-837798A906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16545" y="1614615"/>
                  <a:ext cx="1810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998899-7916-97FF-C374-3BF4987FB6C8}"/>
                    </a:ext>
                  </a:extLst>
                </p14:cNvPr>
                <p14:cNvContentPartPr/>
                <p14:nvPr/>
              </p14:nvContentPartPr>
              <p14:xfrm>
                <a:off x="4223985" y="1359015"/>
                <a:ext cx="312840" cy="5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998899-7916-97FF-C374-3BF4987FB6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14985" y="1350375"/>
                  <a:ext cx="33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0EC8B4-0EA5-7852-EE08-6E21F828A13D}"/>
                    </a:ext>
                  </a:extLst>
                </p14:cNvPr>
                <p14:cNvContentPartPr/>
                <p14:nvPr/>
              </p14:nvContentPartPr>
              <p14:xfrm>
                <a:off x="4366185" y="1181535"/>
                <a:ext cx="186840" cy="267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0EC8B4-0EA5-7852-EE08-6E21F828A1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57185" y="1172535"/>
                  <a:ext cx="204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0BE39C-83EB-FBD8-88B2-EF16D6E1553E}"/>
                    </a:ext>
                  </a:extLst>
                </p14:cNvPr>
                <p14:cNvContentPartPr/>
                <p14:nvPr/>
              </p14:nvContentPartPr>
              <p14:xfrm>
                <a:off x="4676865" y="1057695"/>
                <a:ext cx="281520" cy="103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0BE39C-83EB-FBD8-88B2-EF16D6E1553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68225" y="1048695"/>
                  <a:ext cx="299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ED2282-15FC-D034-144F-9F1954BC9EC4}"/>
                    </a:ext>
                  </a:extLst>
                </p14:cNvPr>
                <p14:cNvContentPartPr/>
                <p14:nvPr/>
              </p14:nvContentPartPr>
              <p14:xfrm>
                <a:off x="4943265" y="891015"/>
                <a:ext cx="146520" cy="80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ED2282-15FC-D034-144F-9F1954BC9E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4625" y="882375"/>
                  <a:ext cx="164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1B1D951-5C56-2C0C-76B4-4589B0F2EC66}"/>
                    </a:ext>
                  </a:extLst>
                </p14:cNvPr>
                <p14:cNvContentPartPr/>
                <p14:nvPr/>
              </p14:nvContentPartPr>
              <p14:xfrm>
                <a:off x="4853985" y="873375"/>
                <a:ext cx="254160" cy="273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1B1D951-5C56-2C0C-76B4-4589B0F2EC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45345" y="864735"/>
                  <a:ext cx="271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281EA9-5F05-66B4-A237-E6C55914469B}"/>
                    </a:ext>
                  </a:extLst>
                </p14:cNvPr>
                <p14:cNvContentPartPr/>
                <p14:nvPr/>
              </p14:nvContentPartPr>
              <p14:xfrm>
                <a:off x="3973065" y="1116375"/>
                <a:ext cx="402840" cy="162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281EA9-5F05-66B4-A237-E6C5591446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64065" y="1107375"/>
                  <a:ext cx="420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4CB6491-F83D-7DDF-AED7-599CE8C87D95}"/>
                    </a:ext>
                  </a:extLst>
                </p14:cNvPr>
                <p14:cNvContentPartPr/>
                <p14:nvPr/>
              </p14:nvContentPartPr>
              <p14:xfrm>
                <a:off x="4133985" y="1067055"/>
                <a:ext cx="54000" cy="235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4CB6491-F83D-7DDF-AED7-599CE8C87D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25345" y="1058055"/>
                  <a:ext cx="71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EAF78C-68A3-DC58-5FCA-73F095241709}"/>
                    </a:ext>
                  </a:extLst>
                </p14:cNvPr>
                <p14:cNvContentPartPr/>
                <p14:nvPr/>
              </p14:nvContentPartPr>
              <p14:xfrm>
                <a:off x="4011585" y="1207815"/>
                <a:ext cx="30240" cy="162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EAF78C-68A3-DC58-5FCA-73F09524170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02945" y="1199175"/>
                  <a:ext cx="47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B9FFA8D-14F5-425B-3B26-355224D1E819}"/>
                    </a:ext>
                  </a:extLst>
                </p14:cNvPr>
                <p14:cNvContentPartPr/>
                <p14:nvPr/>
              </p14:nvContentPartPr>
              <p14:xfrm>
                <a:off x="3710985" y="1036095"/>
                <a:ext cx="615240" cy="19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B9FFA8D-14F5-425B-3B26-355224D1E81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02345" y="1027095"/>
                  <a:ext cx="632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424DE0D-BE52-E2A1-F15E-4047E0C46BF4}"/>
                    </a:ext>
                  </a:extLst>
                </p14:cNvPr>
                <p14:cNvContentPartPr/>
                <p14:nvPr/>
              </p14:nvContentPartPr>
              <p14:xfrm>
                <a:off x="4101945" y="843855"/>
                <a:ext cx="241560" cy="224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424DE0D-BE52-E2A1-F15E-4047E0C46B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93305" y="834855"/>
                  <a:ext cx="259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136D00-9F11-F3B7-D3DF-C0210DE4D0B5}"/>
                    </a:ext>
                  </a:extLst>
                </p14:cNvPr>
                <p14:cNvContentPartPr/>
                <p14:nvPr/>
              </p14:nvContentPartPr>
              <p14:xfrm>
                <a:off x="3925905" y="1081455"/>
                <a:ext cx="65520" cy="235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136D00-9F11-F3B7-D3DF-C0210DE4D0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17265" y="1072455"/>
                  <a:ext cx="83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E8B62D-5F3F-1E4B-C359-85D32C723700}"/>
                    </a:ext>
                  </a:extLst>
                </p14:cNvPr>
                <p14:cNvContentPartPr/>
                <p14:nvPr/>
              </p14:nvContentPartPr>
              <p14:xfrm>
                <a:off x="3192225" y="1500135"/>
                <a:ext cx="328320" cy="139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E8B62D-5F3F-1E4B-C359-85D32C7237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83225" y="1491135"/>
                  <a:ext cx="345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78255CB-62C5-123B-F73E-9F7E7D05C3DB}"/>
                    </a:ext>
                  </a:extLst>
                </p14:cNvPr>
                <p14:cNvContentPartPr/>
                <p14:nvPr/>
              </p14:nvContentPartPr>
              <p14:xfrm>
                <a:off x="3272145" y="1489695"/>
                <a:ext cx="87120" cy="242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78255CB-62C5-123B-F73E-9F7E7D05C3D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63505" y="1481055"/>
                  <a:ext cx="104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A8B8ED-B78B-46DC-323D-E6D4CA956753}"/>
                    </a:ext>
                  </a:extLst>
                </p14:cNvPr>
                <p14:cNvContentPartPr/>
                <p14:nvPr/>
              </p14:nvContentPartPr>
              <p14:xfrm>
                <a:off x="2994585" y="1681935"/>
                <a:ext cx="431280" cy="7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A8B8ED-B78B-46DC-323D-E6D4CA9567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5585" y="1673295"/>
                  <a:ext cx="448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262756F-99B3-03A5-0BDE-B69E168BAA97}"/>
                    </a:ext>
                  </a:extLst>
                </p14:cNvPr>
                <p14:cNvContentPartPr/>
                <p14:nvPr/>
              </p14:nvContentPartPr>
              <p14:xfrm>
                <a:off x="3042465" y="1782735"/>
                <a:ext cx="51840" cy="132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262756F-99B3-03A5-0BDE-B69E168BAA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33825" y="1774095"/>
                  <a:ext cx="69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6CD82E-C490-2BF4-4073-08E8C42451B5}"/>
                    </a:ext>
                  </a:extLst>
                </p14:cNvPr>
                <p14:cNvContentPartPr/>
                <p14:nvPr/>
              </p14:nvContentPartPr>
              <p14:xfrm>
                <a:off x="2757705" y="1958775"/>
                <a:ext cx="66600" cy="126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6CD82E-C490-2BF4-4073-08E8C42451B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49065" y="1950135"/>
                  <a:ext cx="84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CDDA81-3789-F6E8-F3AB-04D70D2047BE}"/>
                    </a:ext>
                  </a:extLst>
                </p14:cNvPr>
                <p14:cNvContentPartPr/>
                <p14:nvPr/>
              </p14:nvContentPartPr>
              <p14:xfrm>
                <a:off x="2495985" y="1866255"/>
                <a:ext cx="488520" cy="135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CDDA81-3789-F6E8-F3AB-04D70D2047B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87345" y="1857255"/>
                  <a:ext cx="506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EC7D37-547D-687F-0981-49553B76D82C}"/>
                    </a:ext>
                  </a:extLst>
                </p14:cNvPr>
                <p14:cNvContentPartPr/>
                <p14:nvPr/>
              </p14:nvContentPartPr>
              <p14:xfrm>
                <a:off x="2643585" y="1782735"/>
                <a:ext cx="84960" cy="235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EC7D37-547D-687F-0981-49553B76D8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34585" y="1774095"/>
                  <a:ext cx="10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E7D95A8-FEE1-5FAC-4247-54A381BB60BB}"/>
                    </a:ext>
                  </a:extLst>
                </p14:cNvPr>
                <p14:cNvContentPartPr/>
                <p14:nvPr/>
              </p14:nvContentPartPr>
              <p14:xfrm>
                <a:off x="2588865" y="1983615"/>
                <a:ext cx="25560" cy="173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E7D95A8-FEE1-5FAC-4247-54A381BB60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79865" y="1974615"/>
                  <a:ext cx="4320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C076723-B205-4F87-BCF1-10BA49715C2A}"/>
                  </a:ext>
                </a:extLst>
              </p14:cNvPr>
              <p14:cNvContentPartPr/>
              <p14:nvPr/>
            </p14:nvContentPartPr>
            <p14:xfrm>
              <a:off x="1991985" y="527775"/>
              <a:ext cx="3490920" cy="247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C076723-B205-4F87-BCF1-10BA49715C2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83345" y="519135"/>
                <a:ext cx="3508560" cy="249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197F1A77-D505-211D-088D-0565EA0C4141}"/>
              </a:ext>
            </a:extLst>
          </p:cNvPr>
          <p:cNvGrpSpPr/>
          <p:nvPr/>
        </p:nvGrpSpPr>
        <p:grpSpPr>
          <a:xfrm>
            <a:off x="1573665" y="236895"/>
            <a:ext cx="3995640" cy="2579400"/>
            <a:chOff x="1573665" y="236895"/>
            <a:chExt cx="3995640" cy="25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94CA57C-FD96-6AC8-D841-9C2B002581A7}"/>
                    </a:ext>
                  </a:extLst>
                </p14:cNvPr>
                <p14:cNvContentPartPr/>
                <p14:nvPr/>
              </p14:nvContentPartPr>
              <p14:xfrm>
                <a:off x="1573665" y="2603895"/>
                <a:ext cx="139680" cy="21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94CA57C-FD96-6AC8-D841-9C2B002581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65025" y="2594895"/>
                  <a:ext cx="157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D80A6E-5B5B-F0FF-232A-E497D6A41AF1}"/>
                    </a:ext>
                  </a:extLst>
                </p14:cNvPr>
                <p14:cNvContentPartPr/>
                <p14:nvPr/>
              </p14:nvContentPartPr>
              <p14:xfrm>
                <a:off x="1877865" y="2247855"/>
                <a:ext cx="214200" cy="198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D80A6E-5B5B-F0FF-232A-E497D6A41A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68865" y="2239215"/>
                  <a:ext cx="231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CF4CEB-12EC-D2C1-C399-833CB1331A31}"/>
                    </a:ext>
                  </a:extLst>
                </p14:cNvPr>
                <p14:cNvContentPartPr/>
                <p14:nvPr/>
              </p14:nvContentPartPr>
              <p14:xfrm>
                <a:off x="1619385" y="2566815"/>
                <a:ext cx="202680" cy="227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CF4CEB-12EC-D2C1-C399-833CB1331A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0745" y="2557815"/>
                  <a:ext cx="220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2F6990-47B6-319E-85CF-BFA62795A8A4}"/>
                    </a:ext>
                  </a:extLst>
                </p14:cNvPr>
                <p14:cNvContentPartPr/>
                <p14:nvPr/>
              </p14:nvContentPartPr>
              <p14:xfrm>
                <a:off x="1940505" y="2381775"/>
                <a:ext cx="193680" cy="153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2F6990-47B6-319E-85CF-BFA62795A8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31865" y="2372775"/>
                  <a:ext cx="211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42C76E7-962B-C301-C29C-0835D05B57B5}"/>
                    </a:ext>
                  </a:extLst>
                </p14:cNvPr>
                <p14:cNvContentPartPr/>
                <p14:nvPr/>
              </p14:nvContentPartPr>
              <p14:xfrm>
                <a:off x="2346225" y="2047335"/>
                <a:ext cx="158400" cy="18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42C76E7-962B-C301-C29C-0835D05B57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37225" y="2038335"/>
                  <a:ext cx="176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B3B6AD-CF4A-9842-E27C-5F13B93F39F6}"/>
                    </a:ext>
                  </a:extLst>
                </p14:cNvPr>
                <p14:cNvContentPartPr/>
                <p14:nvPr/>
              </p14:nvContentPartPr>
              <p14:xfrm>
                <a:off x="2654025" y="1839615"/>
                <a:ext cx="227880" cy="120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B3B6AD-CF4A-9842-E27C-5F13B93F39F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45025" y="1830615"/>
                  <a:ext cx="245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29F599-A9EC-279C-63A7-FA12CCEF34AD}"/>
                    </a:ext>
                  </a:extLst>
                </p14:cNvPr>
                <p14:cNvContentPartPr/>
                <p14:nvPr/>
              </p14:nvContentPartPr>
              <p14:xfrm>
                <a:off x="1812705" y="236895"/>
                <a:ext cx="3756600" cy="2386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29F599-A9EC-279C-63A7-FA12CCEF34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03705" y="227895"/>
                  <a:ext cx="3774240" cy="240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FFB2748-2DED-764B-31F4-B79939D09FB7}"/>
              </a:ext>
            </a:extLst>
          </p:cNvPr>
          <p:cNvGrpSpPr/>
          <p:nvPr/>
        </p:nvGrpSpPr>
        <p:grpSpPr>
          <a:xfrm>
            <a:off x="4902225" y="224295"/>
            <a:ext cx="5074200" cy="1037880"/>
            <a:chOff x="4902225" y="224295"/>
            <a:chExt cx="5074200" cy="10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A346225-18CC-9EBE-AAAB-D242BA518C93}"/>
                    </a:ext>
                  </a:extLst>
                </p14:cNvPr>
                <p14:cNvContentPartPr/>
                <p14:nvPr/>
              </p14:nvContentPartPr>
              <p14:xfrm>
                <a:off x="4902225" y="573495"/>
                <a:ext cx="1588320" cy="439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A346225-18CC-9EBE-AAAB-D242BA518C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93225" y="564495"/>
                  <a:ext cx="1605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86A742-BEDD-2A1C-C1A9-05EFEEEBB4FF}"/>
                    </a:ext>
                  </a:extLst>
                </p14:cNvPr>
                <p14:cNvContentPartPr/>
                <p14:nvPr/>
              </p14:nvContentPartPr>
              <p14:xfrm>
                <a:off x="6639945" y="414735"/>
                <a:ext cx="380880" cy="612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86A742-BEDD-2A1C-C1A9-05EFEEEBB4F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31305" y="405735"/>
                  <a:ext cx="3985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F25834-850F-E354-D8B3-F7319413FFE6}"/>
                    </a:ext>
                  </a:extLst>
                </p14:cNvPr>
                <p14:cNvContentPartPr/>
                <p14:nvPr/>
              </p14:nvContentPartPr>
              <p14:xfrm>
                <a:off x="7032705" y="515535"/>
                <a:ext cx="230400" cy="205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F25834-850F-E354-D8B3-F7319413FF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3705" y="506895"/>
                  <a:ext cx="248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73BEDFB-36B9-7E3F-2281-C53C2516D243}"/>
                    </a:ext>
                  </a:extLst>
                </p14:cNvPr>
                <p14:cNvContentPartPr/>
                <p14:nvPr/>
              </p14:nvContentPartPr>
              <p14:xfrm>
                <a:off x="7266705" y="376575"/>
                <a:ext cx="584640" cy="885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73BEDFB-36B9-7E3F-2281-C53C2516D24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57705" y="367935"/>
                  <a:ext cx="60228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73A089-047B-EBF6-E59B-64AE6414FC30}"/>
                    </a:ext>
                  </a:extLst>
                </p14:cNvPr>
                <p14:cNvContentPartPr/>
                <p14:nvPr/>
              </p14:nvContentPartPr>
              <p14:xfrm>
                <a:off x="7611225" y="545415"/>
                <a:ext cx="143280" cy="110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73A089-047B-EBF6-E59B-64AE6414FC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02225" y="536415"/>
                  <a:ext cx="160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CBB7445-D56A-CA78-F97D-984D23489AE7}"/>
                    </a:ext>
                  </a:extLst>
                </p14:cNvPr>
                <p14:cNvContentPartPr/>
                <p14:nvPr/>
              </p14:nvContentPartPr>
              <p14:xfrm>
                <a:off x="8000745" y="501135"/>
                <a:ext cx="285120" cy="333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CBB7445-D56A-CA78-F97D-984D23489AE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92105" y="492495"/>
                  <a:ext cx="3027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5FED19-9931-03AF-4FF0-A6B0FAA39E54}"/>
                    </a:ext>
                  </a:extLst>
                </p14:cNvPr>
                <p14:cNvContentPartPr/>
                <p14:nvPr/>
              </p14:nvContentPartPr>
              <p14:xfrm>
                <a:off x="8077425" y="379455"/>
                <a:ext cx="742320" cy="33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5FED19-9931-03AF-4FF0-A6B0FAA39E5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68425" y="370455"/>
                  <a:ext cx="7599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AAE1873-E15E-4CB8-3E31-F9A4ABB86C7A}"/>
                    </a:ext>
                  </a:extLst>
                </p14:cNvPr>
                <p14:cNvContentPartPr/>
                <p14:nvPr/>
              </p14:nvContentPartPr>
              <p14:xfrm>
                <a:off x="8703105" y="281895"/>
                <a:ext cx="265320" cy="241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AAE1873-E15E-4CB8-3E31-F9A4ABB86C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94105" y="273255"/>
                  <a:ext cx="282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FB322F-BCE6-36AB-0E56-FC6760BF1E87}"/>
                    </a:ext>
                  </a:extLst>
                </p14:cNvPr>
                <p14:cNvContentPartPr/>
                <p14:nvPr/>
              </p14:nvContentPartPr>
              <p14:xfrm>
                <a:off x="8923065" y="224295"/>
                <a:ext cx="249120" cy="302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FB322F-BCE6-36AB-0E56-FC6760BF1E8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14425" y="215655"/>
                  <a:ext cx="2667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BA30FAA-4104-68C7-9118-017B0DD1880F}"/>
                    </a:ext>
                  </a:extLst>
                </p14:cNvPr>
                <p14:cNvContentPartPr/>
                <p14:nvPr/>
              </p14:nvContentPartPr>
              <p14:xfrm>
                <a:off x="9252465" y="224295"/>
                <a:ext cx="309960" cy="606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BA30FAA-4104-68C7-9118-017B0DD1880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43465" y="215655"/>
                  <a:ext cx="32760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E55D7E9-8B60-1203-73E5-FB893DB2F6FA}"/>
                    </a:ext>
                  </a:extLst>
                </p14:cNvPr>
                <p14:cNvContentPartPr/>
                <p14:nvPr/>
              </p14:nvContentPartPr>
              <p14:xfrm>
                <a:off x="9425985" y="231495"/>
                <a:ext cx="19800" cy="13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E55D7E9-8B60-1203-73E5-FB893DB2F6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17345" y="222855"/>
                  <a:ext cx="37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1FD2289-69B7-5E8A-7BD6-82A81D303906}"/>
                    </a:ext>
                  </a:extLst>
                </p14:cNvPr>
                <p14:cNvContentPartPr/>
                <p14:nvPr/>
              </p14:nvContentPartPr>
              <p14:xfrm>
                <a:off x="9557745" y="379815"/>
                <a:ext cx="287280" cy="11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1FD2289-69B7-5E8A-7BD6-82A81D3039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48745" y="371175"/>
                  <a:ext cx="304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25F063-AFCD-D991-8605-918A17A944F7}"/>
                    </a:ext>
                  </a:extLst>
                </p14:cNvPr>
                <p14:cNvContentPartPr/>
                <p14:nvPr/>
              </p14:nvContentPartPr>
              <p14:xfrm>
                <a:off x="9926745" y="369375"/>
                <a:ext cx="49680" cy="39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25F063-AFCD-D991-8605-918A17A944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18105" y="360735"/>
                  <a:ext cx="673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EE6CA76-0F94-73A8-C33A-904CFBD21C8A}"/>
              </a:ext>
            </a:extLst>
          </p:cNvPr>
          <p:cNvGrpSpPr/>
          <p:nvPr/>
        </p:nvGrpSpPr>
        <p:grpSpPr>
          <a:xfrm>
            <a:off x="8747025" y="1006215"/>
            <a:ext cx="1154160" cy="1159560"/>
            <a:chOff x="8747025" y="1006215"/>
            <a:chExt cx="115416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591C3F-6A3C-AB02-DD7C-9E3197AF9D53}"/>
                    </a:ext>
                  </a:extLst>
                </p14:cNvPr>
                <p14:cNvContentPartPr/>
                <p14:nvPr/>
              </p14:nvContentPartPr>
              <p14:xfrm>
                <a:off x="8755665" y="1960935"/>
                <a:ext cx="365760" cy="143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591C3F-6A3C-AB02-DD7C-9E3197AF9D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46665" y="1951935"/>
                  <a:ext cx="383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1CB38D-4E91-5EBA-EA55-C4A54002A84C}"/>
                    </a:ext>
                  </a:extLst>
                </p14:cNvPr>
                <p14:cNvContentPartPr/>
                <p14:nvPr/>
              </p14:nvContentPartPr>
              <p14:xfrm>
                <a:off x="8885985" y="1915575"/>
                <a:ext cx="96840" cy="250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1CB38D-4E91-5EBA-EA55-C4A54002A8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77345" y="1906575"/>
                  <a:ext cx="114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D2666B-B325-4444-D6C8-D493E4DAB24D}"/>
                    </a:ext>
                  </a:extLst>
                </p14:cNvPr>
                <p14:cNvContentPartPr/>
                <p14:nvPr/>
              </p14:nvContentPartPr>
              <p14:xfrm>
                <a:off x="9117465" y="1896495"/>
                <a:ext cx="242280" cy="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D2666B-B325-4444-D6C8-D493E4DAB24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08825" y="1887495"/>
                  <a:ext cx="259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7B7C59-A0AE-B4A8-86D6-4753C0B00E4E}"/>
                    </a:ext>
                  </a:extLst>
                </p14:cNvPr>
                <p14:cNvContentPartPr/>
                <p14:nvPr/>
              </p14:nvContentPartPr>
              <p14:xfrm>
                <a:off x="9203145" y="1809735"/>
                <a:ext cx="99720" cy="190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7B7C59-A0AE-B4A8-86D6-4753C0B00E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94505" y="1800735"/>
                  <a:ext cx="117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7A9C5-C98B-862C-DA6C-1771FDA03005}"/>
                    </a:ext>
                  </a:extLst>
                </p14:cNvPr>
                <p14:cNvContentPartPr/>
                <p14:nvPr/>
              </p14:nvContentPartPr>
              <p14:xfrm>
                <a:off x="9332385" y="1705695"/>
                <a:ext cx="266760" cy="36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7A9C5-C98B-862C-DA6C-1771FDA0300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23745" y="1697055"/>
                  <a:ext cx="284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1FFE6B4-7199-3963-34A8-0CF4EC792C66}"/>
                    </a:ext>
                  </a:extLst>
                </p14:cNvPr>
                <p14:cNvContentPartPr/>
                <p14:nvPr/>
              </p14:nvContentPartPr>
              <p14:xfrm>
                <a:off x="9427785" y="1635855"/>
                <a:ext cx="146160" cy="23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1FFE6B4-7199-3963-34A8-0CF4EC792C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19145" y="1626855"/>
                  <a:ext cx="163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A3EB99A-10CA-8940-C74F-C1B6B07860DE}"/>
                    </a:ext>
                  </a:extLst>
                </p14:cNvPr>
                <p14:cNvContentPartPr/>
                <p14:nvPr/>
              </p14:nvContentPartPr>
              <p14:xfrm>
                <a:off x="9612465" y="1482495"/>
                <a:ext cx="287280" cy="35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A3EB99A-10CA-8940-C74F-C1B6B07860D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03465" y="1473855"/>
                  <a:ext cx="304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B045B36-80D7-CA7F-5EC3-F40BFCDE3439}"/>
                    </a:ext>
                  </a:extLst>
                </p14:cNvPr>
                <p14:cNvContentPartPr/>
                <p14:nvPr/>
              </p14:nvContentPartPr>
              <p14:xfrm>
                <a:off x="9714345" y="1374855"/>
                <a:ext cx="186840" cy="240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B045B36-80D7-CA7F-5EC3-F40BFCDE343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05345" y="1366215"/>
                  <a:ext cx="204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A51D124-F183-D72C-0DA3-BE7BC1DA9BC8}"/>
                    </a:ext>
                  </a:extLst>
                </p14:cNvPr>
                <p14:cNvContentPartPr/>
                <p14:nvPr/>
              </p14:nvContentPartPr>
              <p14:xfrm>
                <a:off x="9563145" y="1746735"/>
                <a:ext cx="7200" cy="8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A51D124-F183-D72C-0DA3-BE7BC1DA9BC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554505" y="1738095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748C032-2FAF-7404-D7CB-CE4E580A9C31}"/>
                    </a:ext>
                  </a:extLst>
                </p14:cNvPr>
                <p14:cNvContentPartPr/>
                <p14:nvPr/>
              </p14:nvContentPartPr>
              <p14:xfrm>
                <a:off x="8747025" y="1604895"/>
                <a:ext cx="266760" cy="123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748C032-2FAF-7404-D7CB-CE4E580A9C3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38385" y="1596255"/>
                  <a:ext cx="284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0852BA1-E1A2-5139-BC2F-FAA44E19B6E7}"/>
                    </a:ext>
                  </a:extLst>
                </p14:cNvPr>
                <p14:cNvContentPartPr/>
                <p14:nvPr/>
              </p14:nvContentPartPr>
              <p14:xfrm>
                <a:off x="8810025" y="1541535"/>
                <a:ext cx="107640" cy="273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0852BA1-E1A2-5139-BC2F-FAA44E19B6E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01385" y="1532895"/>
                  <a:ext cx="125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97629D-76AD-BED9-FA4C-122C91983D22}"/>
                    </a:ext>
                  </a:extLst>
                </p14:cNvPr>
                <p14:cNvContentPartPr/>
                <p14:nvPr/>
              </p14:nvContentPartPr>
              <p14:xfrm>
                <a:off x="8963385" y="1421655"/>
                <a:ext cx="25632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97629D-76AD-BED9-FA4C-122C91983D2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4385" y="1413015"/>
                  <a:ext cx="273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285BB7-D9D6-0FF5-3988-7012DBCA0638}"/>
                    </a:ext>
                  </a:extLst>
                </p14:cNvPr>
                <p14:cNvContentPartPr/>
                <p14:nvPr/>
              </p14:nvContentPartPr>
              <p14:xfrm>
                <a:off x="9095865" y="1375575"/>
                <a:ext cx="121680" cy="18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285BB7-D9D6-0FF5-3988-7012DBCA06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86865" y="1366575"/>
                  <a:ext cx="139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B4CA9B-CF17-2B35-1A09-AFE87C7A0997}"/>
                    </a:ext>
                  </a:extLst>
                </p14:cNvPr>
                <p14:cNvContentPartPr/>
                <p14:nvPr/>
              </p14:nvContentPartPr>
              <p14:xfrm>
                <a:off x="9190545" y="1280895"/>
                <a:ext cx="281520" cy="32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B4CA9B-CF17-2B35-1A09-AFE87C7A099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81905" y="1271895"/>
                  <a:ext cx="299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9AC7F8-6582-FDEC-185F-A43ED738DB16}"/>
                    </a:ext>
                  </a:extLst>
                </p14:cNvPr>
                <p14:cNvContentPartPr/>
                <p14:nvPr/>
              </p14:nvContentPartPr>
              <p14:xfrm>
                <a:off x="9394305" y="1147335"/>
                <a:ext cx="169560" cy="19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9AC7F8-6582-FDEC-185F-A43ED738DB1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85305" y="1138335"/>
                  <a:ext cx="18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CDA0A10-5204-8B03-957F-AC6CD6CCADB8}"/>
                    </a:ext>
                  </a:extLst>
                </p14:cNvPr>
                <p14:cNvContentPartPr/>
                <p14:nvPr/>
              </p14:nvContentPartPr>
              <p14:xfrm>
                <a:off x="9495825" y="1151295"/>
                <a:ext cx="214200" cy="10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CDA0A10-5204-8B03-957F-AC6CD6CCADB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87185" y="1142295"/>
                  <a:ext cx="231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E90C357-7857-4069-62DB-938C7D527D11}"/>
                    </a:ext>
                  </a:extLst>
                </p14:cNvPr>
                <p14:cNvContentPartPr/>
                <p14:nvPr/>
              </p14:nvContentPartPr>
              <p14:xfrm>
                <a:off x="9632985" y="1006215"/>
                <a:ext cx="184320" cy="189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E90C357-7857-4069-62DB-938C7D527D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24345" y="997575"/>
                  <a:ext cx="2019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A64EE2A-B363-517B-B3AD-F0F43A2AA514}"/>
              </a:ext>
            </a:extLst>
          </p:cNvPr>
          <p:cNvGrpSpPr/>
          <p:nvPr/>
        </p:nvGrpSpPr>
        <p:grpSpPr>
          <a:xfrm>
            <a:off x="8443905" y="1099815"/>
            <a:ext cx="1468440" cy="899640"/>
            <a:chOff x="8443905" y="1099815"/>
            <a:chExt cx="146844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C2015E0-6236-4236-A794-FB1707D3269D}"/>
                    </a:ext>
                  </a:extLst>
                </p14:cNvPr>
                <p14:cNvContentPartPr/>
                <p14:nvPr/>
              </p14:nvContentPartPr>
              <p14:xfrm>
                <a:off x="8443905" y="1537215"/>
                <a:ext cx="317520" cy="151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C2015E0-6236-4236-A794-FB1707D3269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34905" y="1528215"/>
                  <a:ext cx="335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AEF3ABF-AF05-A790-F7FF-CB23FD7BE534}"/>
                    </a:ext>
                  </a:extLst>
                </p14:cNvPr>
                <p14:cNvContentPartPr/>
                <p14:nvPr/>
              </p14:nvContentPartPr>
              <p14:xfrm>
                <a:off x="8501505" y="1517415"/>
                <a:ext cx="101160" cy="243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AEF3ABF-AF05-A790-F7FF-CB23FD7BE5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92505" y="1508775"/>
                  <a:ext cx="118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1E287B-430A-BCDC-FE56-62D1DD8E365A}"/>
                    </a:ext>
                  </a:extLst>
                </p14:cNvPr>
                <p14:cNvContentPartPr/>
                <p14:nvPr/>
              </p14:nvContentPartPr>
              <p14:xfrm>
                <a:off x="8476305" y="1490775"/>
                <a:ext cx="142200" cy="219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1E287B-430A-BCDC-FE56-62D1DD8E365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67665" y="1481775"/>
                  <a:ext cx="159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0E520E7-02DC-7C71-C960-9B2F51C8CA04}"/>
                    </a:ext>
                  </a:extLst>
                </p14:cNvPr>
                <p14:cNvContentPartPr/>
                <p14:nvPr/>
              </p14:nvContentPartPr>
              <p14:xfrm>
                <a:off x="8690145" y="1389975"/>
                <a:ext cx="305640" cy="133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0E520E7-02DC-7C71-C960-9B2F51C8CA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81145" y="1380975"/>
                  <a:ext cx="323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FD4BC3E-5AE8-440D-597F-6B69010302A8}"/>
                    </a:ext>
                  </a:extLst>
                </p14:cNvPr>
                <p14:cNvContentPartPr/>
                <p14:nvPr/>
              </p14:nvContentPartPr>
              <p14:xfrm>
                <a:off x="8779785" y="1370535"/>
                <a:ext cx="50040" cy="281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FD4BC3E-5AE8-440D-597F-6B69010302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70785" y="1361535"/>
                  <a:ext cx="67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BC95198-1799-E7D5-22CE-11AFCD9DDEEB}"/>
                    </a:ext>
                  </a:extLst>
                </p14:cNvPr>
                <p14:cNvContentPartPr/>
                <p14:nvPr/>
              </p14:nvContentPartPr>
              <p14:xfrm>
                <a:off x="8776905" y="1303575"/>
                <a:ext cx="52920" cy="267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BC95198-1799-E7D5-22CE-11AFCD9DDEE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68265" y="1294575"/>
                  <a:ext cx="7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580446-709B-A6D5-8E49-8B52FDE3692D}"/>
                    </a:ext>
                  </a:extLst>
                </p14:cNvPr>
                <p14:cNvContentPartPr/>
                <p14:nvPr/>
              </p14:nvContentPartPr>
              <p14:xfrm>
                <a:off x="9005505" y="1261095"/>
                <a:ext cx="274680" cy="120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580446-709B-A6D5-8E49-8B52FDE369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96505" y="1252455"/>
                  <a:ext cx="292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ACDB90-9889-9DA2-65CA-988A7B6D8564}"/>
                    </a:ext>
                  </a:extLst>
                </p14:cNvPr>
                <p14:cNvContentPartPr/>
                <p14:nvPr/>
              </p14:nvContentPartPr>
              <p14:xfrm>
                <a:off x="9105945" y="1212495"/>
                <a:ext cx="133920" cy="205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ACDB90-9889-9DA2-65CA-988A7B6D85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97305" y="1203495"/>
                  <a:ext cx="151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A9EAB1E-B3DF-1BCE-50BA-F8FB5D0E8430}"/>
                    </a:ext>
                  </a:extLst>
                </p14:cNvPr>
                <p14:cNvContentPartPr/>
                <p14:nvPr/>
              </p14:nvContentPartPr>
              <p14:xfrm>
                <a:off x="9111705" y="1292055"/>
                <a:ext cx="11880" cy="168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A9EAB1E-B3DF-1BCE-50BA-F8FB5D0E84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03065" y="1283415"/>
                  <a:ext cx="29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BFA6A35-7999-7E85-13BB-370932BEF2E7}"/>
                    </a:ext>
                  </a:extLst>
                </p14:cNvPr>
                <p14:cNvContentPartPr/>
                <p14:nvPr/>
              </p14:nvContentPartPr>
              <p14:xfrm>
                <a:off x="9025305" y="1139775"/>
                <a:ext cx="124560" cy="25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BFA6A35-7999-7E85-13BB-370932BEF2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16305" y="1131135"/>
                  <a:ext cx="14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9B8FA5B-F252-395D-18A1-E3BF5AEDA6A0}"/>
                    </a:ext>
                  </a:extLst>
                </p14:cNvPr>
                <p14:cNvContentPartPr/>
                <p14:nvPr/>
              </p14:nvContentPartPr>
              <p14:xfrm>
                <a:off x="9422745" y="1140855"/>
                <a:ext cx="151200" cy="75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9B8FA5B-F252-395D-18A1-E3BF5AEDA6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13745" y="1132215"/>
                  <a:ext cx="168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0F1773-BBDC-2549-CFD2-4F69BB77FC26}"/>
                    </a:ext>
                  </a:extLst>
                </p14:cNvPr>
                <p14:cNvContentPartPr/>
                <p14:nvPr/>
              </p14:nvContentPartPr>
              <p14:xfrm>
                <a:off x="9421665" y="1099815"/>
                <a:ext cx="119160" cy="24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0F1773-BBDC-2549-CFD2-4F69BB77FC2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12665" y="1091175"/>
                  <a:ext cx="1368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1661A5-1800-4557-2CBD-3B54FC93EE5A}"/>
                    </a:ext>
                  </a:extLst>
                </p14:cNvPr>
                <p14:cNvContentPartPr/>
                <p14:nvPr/>
              </p14:nvContentPartPr>
              <p14:xfrm>
                <a:off x="9401145" y="1146255"/>
                <a:ext cx="138240" cy="102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1661A5-1800-4557-2CBD-3B54FC93EE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92505" y="1137615"/>
                  <a:ext cx="1558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1977D94-21B3-9861-D359-6089D2BB9DCA}"/>
                    </a:ext>
                  </a:extLst>
                </p14:cNvPr>
                <p14:cNvContentPartPr/>
                <p14:nvPr/>
              </p14:nvContentPartPr>
              <p14:xfrm>
                <a:off x="8915145" y="1863015"/>
                <a:ext cx="256320" cy="19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1977D94-21B3-9861-D359-6089D2BB9DC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06505" y="1854375"/>
                  <a:ext cx="273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CEEDF1B-11D2-DBD8-5D97-4F8AD9E42274}"/>
                    </a:ext>
                  </a:extLst>
                </p14:cNvPr>
                <p14:cNvContentPartPr/>
                <p14:nvPr/>
              </p14:nvContentPartPr>
              <p14:xfrm>
                <a:off x="9078585" y="1765455"/>
                <a:ext cx="65520" cy="234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CEEDF1B-11D2-DBD8-5D97-4F8AD9E422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69945" y="1756455"/>
                  <a:ext cx="83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79FBB66-861B-3E80-A91F-58E2FB79CA15}"/>
                    </a:ext>
                  </a:extLst>
                </p14:cNvPr>
                <p14:cNvContentPartPr/>
                <p14:nvPr/>
              </p14:nvContentPartPr>
              <p14:xfrm>
                <a:off x="9275145" y="1663575"/>
                <a:ext cx="242640" cy="36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79FBB66-861B-3E80-A91F-58E2FB79CA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66505" y="1654575"/>
                  <a:ext cx="260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37A77B-9643-2787-6004-5B622EC65F2C}"/>
                    </a:ext>
                  </a:extLst>
                </p14:cNvPr>
                <p14:cNvContentPartPr/>
                <p14:nvPr/>
              </p14:nvContentPartPr>
              <p14:xfrm>
                <a:off x="9446865" y="1533975"/>
                <a:ext cx="114840" cy="230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37A77B-9643-2787-6004-5B622EC65F2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37865" y="1524975"/>
                  <a:ext cx="132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47EE15-5FFD-A8EA-0296-A4076E5E1D30}"/>
                    </a:ext>
                  </a:extLst>
                </p14:cNvPr>
                <p14:cNvContentPartPr/>
                <p14:nvPr/>
              </p14:nvContentPartPr>
              <p14:xfrm>
                <a:off x="9474225" y="1615335"/>
                <a:ext cx="306720" cy="27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47EE15-5FFD-A8EA-0296-A4076E5E1D3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465225" y="1606335"/>
                  <a:ext cx="324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F18569A-2397-5B23-6761-DEF08B0C05F6}"/>
                    </a:ext>
                  </a:extLst>
                </p14:cNvPr>
                <p14:cNvContentPartPr/>
                <p14:nvPr/>
              </p14:nvContentPartPr>
              <p14:xfrm>
                <a:off x="9875265" y="1395015"/>
                <a:ext cx="37080" cy="33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F18569A-2397-5B23-6761-DEF08B0C05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66625" y="1386015"/>
                  <a:ext cx="54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29E2531-F48D-D474-920D-F9164225E774}"/>
                    </a:ext>
                  </a:extLst>
                </p14:cNvPr>
                <p14:cNvContentPartPr/>
                <p14:nvPr/>
              </p14:nvContentPartPr>
              <p14:xfrm>
                <a:off x="9658185" y="1396095"/>
                <a:ext cx="187920" cy="210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29E2531-F48D-D474-920D-F9164225E7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9185" y="1387455"/>
                  <a:ext cx="205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1518B57-E34C-7945-AE42-FFD798BFA4EA}"/>
                    </a:ext>
                  </a:extLst>
                </p14:cNvPr>
                <p14:cNvContentPartPr/>
                <p14:nvPr/>
              </p14:nvContentPartPr>
              <p14:xfrm>
                <a:off x="9676545" y="1450455"/>
                <a:ext cx="24480" cy="69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1518B57-E34C-7945-AE42-FFD798BFA4E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67545" y="1441815"/>
                  <a:ext cx="42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0740A56-5B67-E153-B8ED-6C7802A8922E}"/>
                    </a:ext>
                  </a:extLst>
                </p14:cNvPr>
                <p14:cNvContentPartPr/>
                <p14:nvPr/>
              </p14:nvContentPartPr>
              <p14:xfrm>
                <a:off x="9170025" y="1511295"/>
                <a:ext cx="336240" cy="45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0740A56-5B67-E153-B8ED-6C7802A8922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61385" y="1502655"/>
                  <a:ext cx="353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23ABC71-F447-AE4F-D05B-EE30AEF111D5}"/>
                    </a:ext>
                  </a:extLst>
                </p14:cNvPr>
                <p14:cNvContentPartPr/>
                <p14:nvPr/>
              </p14:nvContentPartPr>
              <p14:xfrm>
                <a:off x="9270825" y="1436055"/>
                <a:ext cx="78120" cy="251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23ABC71-F447-AE4F-D05B-EE30AEF111D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61825" y="1427415"/>
                  <a:ext cx="95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FE8C6AE-6C45-4A01-43BA-CA2B560FAB66}"/>
                    </a:ext>
                  </a:extLst>
                </p14:cNvPr>
                <p14:cNvContentPartPr/>
                <p14:nvPr/>
              </p14:nvContentPartPr>
              <p14:xfrm>
                <a:off x="9459465" y="1315815"/>
                <a:ext cx="154800" cy="32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FE8C6AE-6C45-4A01-43BA-CA2B560FAB6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50465" y="1307175"/>
                  <a:ext cx="172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FF6801C-B6F1-FC42-EC93-D827859E3CE9}"/>
                    </a:ext>
                  </a:extLst>
                </p14:cNvPr>
                <p14:cNvContentPartPr/>
                <p14:nvPr/>
              </p14:nvContentPartPr>
              <p14:xfrm>
                <a:off x="9611385" y="1215015"/>
                <a:ext cx="92880" cy="112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FF6801C-B6F1-FC42-EC93-D827859E3C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02385" y="1206375"/>
                  <a:ext cx="110520" cy="1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147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416B6F-A58C-B570-2037-0EE9225C8E0C}"/>
                  </a:ext>
                </a:extLst>
              </p14:cNvPr>
              <p14:cNvContentPartPr/>
              <p14:nvPr/>
            </p14:nvContentPartPr>
            <p14:xfrm>
              <a:off x="2310585" y="240495"/>
              <a:ext cx="720" cy="4111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416B6F-A58C-B570-2037-0EE9225C8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2585" y="231855"/>
                <a:ext cx="36000" cy="41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C0A7B8-FB43-B392-D81D-65AB92AADE2B}"/>
                  </a:ext>
                </a:extLst>
              </p14:cNvPr>
              <p14:cNvContentPartPr/>
              <p14:nvPr/>
            </p14:nvContentPartPr>
            <p14:xfrm>
              <a:off x="223665" y="2308335"/>
              <a:ext cx="58471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C0A7B8-FB43-B392-D81D-65AB92AADE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665" y="2290335"/>
                <a:ext cx="5864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A8C7F0-5F9F-D7F4-335C-3BEA89EB2F04}"/>
                  </a:ext>
                </a:extLst>
              </p14:cNvPr>
              <p14:cNvContentPartPr/>
              <p14:nvPr/>
            </p14:nvContentPartPr>
            <p14:xfrm>
              <a:off x="2360265" y="165615"/>
              <a:ext cx="299880" cy="370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A8C7F0-5F9F-D7F4-335C-3BEA89EB2F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1265" y="156975"/>
                <a:ext cx="31752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085617E-C9F6-B57A-8F78-84960D628C05}"/>
              </a:ext>
            </a:extLst>
          </p:cNvPr>
          <p:cNvGrpSpPr/>
          <p:nvPr/>
        </p:nvGrpSpPr>
        <p:grpSpPr>
          <a:xfrm>
            <a:off x="154185" y="2502015"/>
            <a:ext cx="255600" cy="249480"/>
            <a:chOff x="154185" y="2502015"/>
            <a:chExt cx="25560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88DE6F-8267-9439-21D0-0A961E7CC395}"/>
                    </a:ext>
                  </a:extLst>
                </p14:cNvPr>
                <p14:cNvContentPartPr/>
                <p14:nvPr/>
              </p14:nvContentPartPr>
              <p14:xfrm>
                <a:off x="154185" y="2603895"/>
                <a:ext cx="255600" cy="14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88DE6F-8267-9439-21D0-0A961E7CC3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185" y="2594895"/>
                  <a:ext cx="273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4BDB64-55A2-9FB6-9E24-5BAC433D81E9}"/>
                    </a:ext>
                  </a:extLst>
                </p14:cNvPr>
                <p14:cNvContentPartPr/>
                <p14:nvPr/>
              </p14:nvContentPartPr>
              <p14:xfrm>
                <a:off x="379185" y="2502015"/>
                <a:ext cx="8280" cy="97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4BDB64-55A2-9FB6-9E24-5BAC433D81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0545" y="2493015"/>
                  <a:ext cx="259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0A811B-44C8-435D-5DE7-D53074DB78C0}"/>
              </a:ext>
            </a:extLst>
          </p:cNvPr>
          <p:cNvGrpSpPr/>
          <p:nvPr/>
        </p:nvGrpSpPr>
        <p:grpSpPr>
          <a:xfrm>
            <a:off x="2218065" y="4552215"/>
            <a:ext cx="414360" cy="704520"/>
            <a:chOff x="2218065" y="4552215"/>
            <a:chExt cx="414360" cy="70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AC9C43-125C-483D-65A7-A5E0CD76329E}"/>
                    </a:ext>
                  </a:extLst>
                </p14:cNvPr>
                <p14:cNvContentPartPr/>
                <p14:nvPr/>
              </p14:nvContentPartPr>
              <p14:xfrm>
                <a:off x="2218065" y="4659135"/>
                <a:ext cx="298800" cy="59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AC9C43-125C-483D-65A7-A5E0CD76329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9065" y="4650495"/>
                  <a:ext cx="3164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1C4AC3-7823-5A13-32C7-0D4A8DFA086C}"/>
                    </a:ext>
                  </a:extLst>
                </p14:cNvPr>
                <p14:cNvContentPartPr/>
                <p14:nvPr/>
              </p14:nvContentPartPr>
              <p14:xfrm>
                <a:off x="2594265" y="4552215"/>
                <a:ext cx="38160" cy="165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1C4AC3-7823-5A13-32C7-0D4A8DFA08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85625" y="4543215"/>
                  <a:ext cx="558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9D3E69-D8BC-DF7C-1C1B-4A028A0F0663}"/>
              </a:ext>
            </a:extLst>
          </p:cNvPr>
          <p:cNvGrpSpPr/>
          <p:nvPr/>
        </p:nvGrpSpPr>
        <p:grpSpPr>
          <a:xfrm>
            <a:off x="2035545" y="4176375"/>
            <a:ext cx="450720" cy="235440"/>
            <a:chOff x="2035545" y="4176375"/>
            <a:chExt cx="4507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B94E0A-0356-A24E-6E3E-E21C2D278F25}"/>
                    </a:ext>
                  </a:extLst>
                </p14:cNvPr>
                <p14:cNvContentPartPr/>
                <p14:nvPr/>
              </p14:nvContentPartPr>
              <p14:xfrm>
                <a:off x="2035545" y="4176375"/>
                <a:ext cx="241560" cy="179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B94E0A-0356-A24E-6E3E-E21C2D278F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6545" y="4167375"/>
                  <a:ext cx="25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2C73A-F6AC-869B-5AFC-7E8FED8C4F94}"/>
                    </a:ext>
                  </a:extLst>
                </p14:cNvPr>
                <p14:cNvContentPartPr/>
                <p14:nvPr/>
              </p14:nvContentPartPr>
              <p14:xfrm>
                <a:off x="2304105" y="4257015"/>
                <a:ext cx="182160" cy="15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2C73A-F6AC-869B-5AFC-7E8FED8C4F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5465" y="4248015"/>
                  <a:ext cx="199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FB070E-AE3F-00E5-933D-12B6A0B6530B}"/>
              </a:ext>
            </a:extLst>
          </p:cNvPr>
          <p:cNvGrpSpPr/>
          <p:nvPr/>
        </p:nvGrpSpPr>
        <p:grpSpPr>
          <a:xfrm>
            <a:off x="5915985" y="2136615"/>
            <a:ext cx="535320" cy="314280"/>
            <a:chOff x="5915985" y="2136615"/>
            <a:chExt cx="53532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0EAC4D-840F-0EC9-71AC-0FA81957993E}"/>
                    </a:ext>
                  </a:extLst>
                </p14:cNvPr>
                <p14:cNvContentPartPr/>
                <p14:nvPr/>
              </p14:nvContentPartPr>
              <p14:xfrm>
                <a:off x="6200385" y="2174415"/>
                <a:ext cx="250920" cy="24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0EAC4D-840F-0EC9-71AC-0FA8195799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1385" y="2165415"/>
                  <a:ext cx="268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4BDD8B-AA93-521C-F2D8-CA60777AE796}"/>
                    </a:ext>
                  </a:extLst>
                </p14:cNvPr>
                <p14:cNvContentPartPr/>
                <p14:nvPr/>
              </p14:nvContentPartPr>
              <p14:xfrm>
                <a:off x="6230265" y="2233455"/>
                <a:ext cx="204840" cy="18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4BDD8B-AA93-521C-F2D8-CA60777AE7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21625" y="2224815"/>
                  <a:ext cx="222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4770E8-3BB0-B634-3584-DB1775984FC0}"/>
                    </a:ext>
                  </a:extLst>
                </p14:cNvPr>
                <p14:cNvContentPartPr/>
                <p14:nvPr/>
              </p14:nvContentPartPr>
              <p14:xfrm>
                <a:off x="5915985" y="2136615"/>
                <a:ext cx="218880" cy="31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4770E8-3BB0-B634-3584-DB1775984F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07345" y="2127975"/>
                  <a:ext cx="23652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1AD8029-1195-9F49-864F-30B9641EDD91}"/>
                  </a:ext>
                </a:extLst>
              </p14:cNvPr>
              <p14:cNvContentPartPr/>
              <p14:nvPr/>
            </p14:nvContentPartPr>
            <p14:xfrm>
              <a:off x="129345" y="2165415"/>
              <a:ext cx="226440" cy="271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1AD8029-1195-9F49-864F-30B9641EDD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0705" y="2156775"/>
                <a:ext cx="24408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F2ECD40-B78E-9B54-DA57-944E90230F80}"/>
              </a:ext>
            </a:extLst>
          </p:cNvPr>
          <p:cNvGrpSpPr/>
          <p:nvPr/>
        </p:nvGrpSpPr>
        <p:grpSpPr>
          <a:xfrm>
            <a:off x="2132745" y="250935"/>
            <a:ext cx="306360" cy="209160"/>
            <a:chOff x="2132745" y="250935"/>
            <a:chExt cx="30636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B4D109-5956-C435-B27C-E2B0C756000D}"/>
                    </a:ext>
                  </a:extLst>
                </p14:cNvPr>
                <p14:cNvContentPartPr/>
                <p14:nvPr/>
              </p14:nvContentPartPr>
              <p14:xfrm>
                <a:off x="2132745" y="250935"/>
                <a:ext cx="183240" cy="109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B4D109-5956-C435-B27C-E2B0C75600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23745" y="242295"/>
                  <a:ext cx="20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FAEE79-C14B-6316-D16C-A6030A9671D3}"/>
                    </a:ext>
                  </a:extLst>
                </p14:cNvPr>
                <p14:cNvContentPartPr/>
                <p14:nvPr/>
              </p14:nvContentPartPr>
              <p14:xfrm>
                <a:off x="2403465" y="332295"/>
                <a:ext cx="35640" cy="12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FAEE79-C14B-6316-D16C-A6030A9671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94825" y="323655"/>
                  <a:ext cx="5328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F24D0B2-681D-C72A-A45F-88EB86D4E71B}"/>
                  </a:ext>
                </a:extLst>
              </p14:cNvPr>
              <p14:cNvContentPartPr/>
              <p14:nvPr/>
            </p14:nvContentPartPr>
            <p14:xfrm>
              <a:off x="1175865" y="446415"/>
              <a:ext cx="3322080" cy="3912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F24D0B2-681D-C72A-A45F-88EB86D4E7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6865" y="437775"/>
                <a:ext cx="3339720" cy="39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CE3F6C2-1306-9832-020E-11D084A0CEA3}"/>
              </a:ext>
            </a:extLst>
          </p:cNvPr>
          <p:cNvGrpSpPr/>
          <p:nvPr/>
        </p:nvGrpSpPr>
        <p:grpSpPr>
          <a:xfrm>
            <a:off x="4364025" y="4291935"/>
            <a:ext cx="287280" cy="126000"/>
            <a:chOff x="4364025" y="4291935"/>
            <a:chExt cx="2872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68B2A3-6A6C-2BB1-A99C-398BA162A9E8}"/>
                    </a:ext>
                  </a:extLst>
                </p14:cNvPr>
                <p14:cNvContentPartPr/>
                <p14:nvPr/>
              </p14:nvContentPartPr>
              <p14:xfrm>
                <a:off x="4364025" y="4332975"/>
                <a:ext cx="202320" cy="52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68B2A3-6A6C-2BB1-A99C-398BA162A9E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55385" y="4324335"/>
                  <a:ext cx="219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8C4959-F30D-89EF-3DCE-8A7E3F0048A9}"/>
                    </a:ext>
                  </a:extLst>
                </p14:cNvPr>
                <p14:cNvContentPartPr/>
                <p14:nvPr/>
              </p14:nvContentPartPr>
              <p14:xfrm>
                <a:off x="4542225" y="4291935"/>
                <a:ext cx="109080" cy="126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8C4959-F30D-89EF-3DCE-8A7E3F0048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33225" y="4282935"/>
                  <a:ext cx="1267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98FD4F0-6344-CDEA-06F4-473084791EA1}"/>
              </a:ext>
            </a:extLst>
          </p:cNvPr>
          <p:cNvGrpSpPr/>
          <p:nvPr/>
        </p:nvGrpSpPr>
        <p:grpSpPr>
          <a:xfrm>
            <a:off x="8051505" y="363255"/>
            <a:ext cx="3991320" cy="1178280"/>
            <a:chOff x="8051505" y="363255"/>
            <a:chExt cx="3991320" cy="11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3679AA-FBF2-2937-EECC-B6D880551655}"/>
                    </a:ext>
                  </a:extLst>
                </p14:cNvPr>
                <p14:cNvContentPartPr/>
                <p14:nvPr/>
              </p14:nvContentPartPr>
              <p14:xfrm>
                <a:off x="8182905" y="436335"/>
                <a:ext cx="265320" cy="25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3679AA-FBF2-2937-EECC-B6D8805516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76785" y="430215"/>
                  <a:ext cx="277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6FD0C9-EC85-6AEE-CADD-798B1BF34891}"/>
                    </a:ext>
                  </a:extLst>
                </p14:cNvPr>
                <p14:cNvContentPartPr/>
                <p14:nvPr/>
              </p14:nvContentPartPr>
              <p14:xfrm>
                <a:off x="8513385" y="437415"/>
                <a:ext cx="262800" cy="26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6FD0C9-EC85-6AEE-CADD-798B1BF348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07265" y="431295"/>
                  <a:ext cx="275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FCCBAD-ACCF-27E4-1C89-3A155B02DE96}"/>
                    </a:ext>
                  </a:extLst>
                </p14:cNvPr>
                <p14:cNvContentPartPr/>
                <p14:nvPr/>
              </p14:nvContentPartPr>
              <p14:xfrm>
                <a:off x="8982465" y="405375"/>
                <a:ext cx="27000" cy="22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FCCBAD-ACCF-27E4-1C89-3A155B02DE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76345" y="399255"/>
                  <a:ext cx="39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C34219-458B-24FC-DA2C-4BE49FF4FFA4}"/>
                    </a:ext>
                  </a:extLst>
                </p14:cNvPr>
                <p14:cNvContentPartPr/>
                <p14:nvPr/>
              </p14:nvContentPartPr>
              <p14:xfrm>
                <a:off x="8889225" y="498975"/>
                <a:ext cx="264240" cy="6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C34219-458B-24FC-DA2C-4BE49FF4FF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3105" y="492855"/>
                  <a:ext cx="276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FDD438-4A65-9F7F-A942-DF65C30B7E80}"/>
                    </a:ext>
                  </a:extLst>
                </p14:cNvPr>
                <p14:cNvContentPartPr/>
                <p14:nvPr/>
              </p14:nvContentPartPr>
              <p14:xfrm>
                <a:off x="9283425" y="363255"/>
                <a:ext cx="130320" cy="334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FDD438-4A65-9F7F-A942-DF65C30B7E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77305" y="357135"/>
                  <a:ext cx="1425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8566A5-7A09-B557-C48C-389BB343B507}"/>
                    </a:ext>
                  </a:extLst>
                </p14:cNvPr>
                <p14:cNvContentPartPr/>
                <p14:nvPr/>
              </p14:nvContentPartPr>
              <p14:xfrm>
                <a:off x="9454785" y="430215"/>
                <a:ext cx="226800" cy="648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8566A5-7A09-B557-C48C-389BB343B5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48665" y="424095"/>
                  <a:ext cx="2390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13AE00-6691-9FAC-0F32-7BA321ED274D}"/>
                    </a:ext>
                  </a:extLst>
                </p14:cNvPr>
                <p14:cNvContentPartPr/>
                <p14:nvPr/>
              </p14:nvContentPartPr>
              <p14:xfrm>
                <a:off x="9936465" y="450735"/>
                <a:ext cx="76320" cy="301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13AE00-6691-9FAC-0F32-7BA321ED27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30345" y="444615"/>
                  <a:ext cx="885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CC5E1A7-30C4-6F23-5DF5-18F554A5B670}"/>
                    </a:ext>
                  </a:extLst>
                </p14:cNvPr>
                <p14:cNvContentPartPr/>
                <p14:nvPr/>
              </p14:nvContentPartPr>
              <p14:xfrm>
                <a:off x="9851505" y="560895"/>
                <a:ext cx="227880" cy="47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CC5E1A7-30C4-6F23-5DF5-18F554A5B6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45385" y="554775"/>
                  <a:ext cx="240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158691-3E9F-DD0B-3329-1CFE3F4C782D}"/>
                    </a:ext>
                  </a:extLst>
                </p14:cNvPr>
                <p14:cNvContentPartPr/>
                <p14:nvPr/>
              </p14:nvContentPartPr>
              <p14:xfrm>
                <a:off x="10156065" y="434175"/>
                <a:ext cx="163080" cy="27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158691-3E9F-DD0B-3329-1CFE3F4C78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49945" y="428055"/>
                  <a:ext cx="175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350FD6-E4B4-35DF-51B9-E3AB479E014D}"/>
                    </a:ext>
                  </a:extLst>
                </p14:cNvPr>
                <p14:cNvContentPartPr/>
                <p14:nvPr/>
              </p14:nvContentPartPr>
              <p14:xfrm>
                <a:off x="10561065" y="430215"/>
                <a:ext cx="135360" cy="18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350FD6-E4B4-35DF-51B9-E3AB479E01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54945" y="424095"/>
                  <a:ext cx="147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44425F-3CE9-8852-FCB7-7A4DE0A822AC}"/>
                    </a:ext>
                  </a:extLst>
                </p14:cNvPr>
                <p14:cNvContentPartPr/>
                <p14:nvPr/>
              </p14:nvContentPartPr>
              <p14:xfrm>
                <a:off x="10605705" y="584295"/>
                <a:ext cx="83880" cy="35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44425F-3CE9-8852-FCB7-7A4DE0A822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99585" y="578175"/>
                  <a:ext cx="96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9534DD-6914-5595-0AF6-8FF53C6D03D7}"/>
                    </a:ext>
                  </a:extLst>
                </p14:cNvPr>
                <p14:cNvContentPartPr/>
                <p14:nvPr/>
              </p14:nvContentPartPr>
              <p14:xfrm>
                <a:off x="10772745" y="436335"/>
                <a:ext cx="150840" cy="19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9534DD-6914-5595-0AF6-8FF53C6D03D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66625" y="430215"/>
                  <a:ext cx="163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79E2FC-8329-9C5C-5FE1-254806F1BB82}"/>
                    </a:ext>
                  </a:extLst>
                </p14:cNvPr>
                <p14:cNvContentPartPr/>
                <p14:nvPr/>
              </p14:nvContentPartPr>
              <p14:xfrm>
                <a:off x="8051505" y="1180095"/>
                <a:ext cx="395280" cy="26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79E2FC-8329-9C5C-5FE1-254806F1BB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45385" y="1173975"/>
                  <a:ext cx="407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3699FA-7004-32A6-1259-8856035DF46A}"/>
                    </a:ext>
                  </a:extLst>
                </p14:cNvPr>
                <p14:cNvContentPartPr/>
                <p14:nvPr/>
              </p14:nvContentPartPr>
              <p14:xfrm>
                <a:off x="8540385" y="1359015"/>
                <a:ext cx="10440" cy="15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3699FA-7004-32A6-1259-8856035DF4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34265" y="1352895"/>
                  <a:ext cx="22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9F9144-92E7-F931-23E5-84DFD04288D2}"/>
                    </a:ext>
                  </a:extLst>
                </p14:cNvPr>
                <p14:cNvContentPartPr/>
                <p14:nvPr/>
              </p14:nvContentPartPr>
              <p14:xfrm>
                <a:off x="8644065" y="1165695"/>
                <a:ext cx="373320" cy="276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9F9144-92E7-F931-23E5-84DFD04288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7945" y="1159575"/>
                  <a:ext cx="3855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A1716C-1E68-38E0-4AAE-886B4C1D413E}"/>
                    </a:ext>
                  </a:extLst>
                </p14:cNvPr>
                <p14:cNvContentPartPr/>
                <p14:nvPr/>
              </p14:nvContentPartPr>
              <p14:xfrm>
                <a:off x="9059505" y="1363335"/>
                <a:ext cx="34560" cy="178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A1716C-1E68-38E0-4AAE-886B4C1D41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53385" y="1357215"/>
                  <a:ext cx="46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61B450-3D2B-5DFA-2C54-1698745A98E0}"/>
                    </a:ext>
                  </a:extLst>
                </p14:cNvPr>
                <p14:cNvContentPartPr/>
                <p14:nvPr/>
              </p14:nvContentPartPr>
              <p14:xfrm>
                <a:off x="9537945" y="1415535"/>
                <a:ext cx="270360" cy="10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61B450-3D2B-5DFA-2C54-1698745A98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31825" y="1409415"/>
                  <a:ext cx="28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4E5D16-B96A-AE26-E5BF-114848669A4E}"/>
                    </a:ext>
                  </a:extLst>
                </p14:cNvPr>
                <p14:cNvContentPartPr/>
                <p14:nvPr/>
              </p14:nvContentPartPr>
              <p14:xfrm>
                <a:off x="9655665" y="1341015"/>
                <a:ext cx="33480" cy="168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4E5D16-B96A-AE26-E5BF-114848669A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49545" y="1334895"/>
                  <a:ext cx="45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E229D2-A38F-66E4-B00D-0276CCB1F14C}"/>
                    </a:ext>
                  </a:extLst>
                </p14:cNvPr>
                <p14:cNvContentPartPr/>
                <p14:nvPr/>
              </p14:nvContentPartPr>
              <p14:xfrm>
                <a:off x="9907665" y="1175415"/>
                <a:ext cx="213480" cy="23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E229D2-A38F-66E4-B00D-0276CCB1F1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01545" y="1169295"/>
                  <a:ext cx="225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1F4735-494F-CB1E-B46C-3F75C9D6F454}"/>
                    </a:ext>
                  </a:extLst>
                </p14:cNvPr>
                <p14:cNvContentPartPr/>
                <p14:nvPr/>
              </p14:nvContentPartPr>
              <p14:xfrm>
                <a:off x="10187385" y="1306455"/>
                <a:ext cx="199080" cy="173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1F4735-494F-CB1E-B46C-3F75C9D6F4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81265" y="1300335"/>
                  <a:ext cx="211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C79CF5-9D84-CCFB-F0D5-9CA4590E8558}"/>
                    </a:ext>
                  </a:extLst>
                </p14:cNvPr>
                <p14:cNvContentPartPr/>
                <p14:nvPr/>
              </p14:nvContentPartPr>
              <p14:xfrm>
                <a:off x="10428585" y="1200615"/>
                <a:ext cx="249480" cy="181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C79CF5-9D84-CCFB-F0D5-9CA4590E85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22465" y="1194495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CF336FE-722B-5A38-741C-9263AE6032AD}"/>
                    </a:ext>
                  </a:extLst>
                </p14:cNvPr>
                <p14:cNvContentPartPr/>
                <p14:nvPr/>
              </p14:nvContentPartPr>
              <p14:xfrm>
                <a:off x="10653585" y="1262535"/>
                <a:ext cx="163800" cy="119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CF336FE-722B-5A38-741C-9263AE6032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47465" y="1256415"/>
                  <a:ext cx="176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7E6582-1E16-CB7E-5FDF-C447D0924081}"/>
                    </a:ext>
                  </a:extLst>
                </p14:cNvPr>
                <p14:cNvContentPartPr/>
                <p14:nvPr/>
              </p14:nvContentPartPr>
              <p14:xfrm>
                <a:off x="10871025" y="1233015"/>
                <a:ext cx="19404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7E6582-1E16-CB7E-5FDF-C447D09240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64905" y="1226895"/>
                  <a:ext cx="206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2F7BB9-8DB3-BA17-F758-098C6BACAAA1}"/>
                    </a:ext>
                  </a:extLst>
                </p14:cNvPr>
                <p14:cNvContentPartPr/>
                <p14:nvPr/>
              </p14:nvContentPartPr>
              <p14:xfrm>
                <a:off x="10909185" y="1173975"/>
                <a:ext cx="30600" cy="208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2F7BB9-8DB3-BA17-F758-098C6BACAA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03065" y="1167855"/>
                  <a:ext cx="42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1A270F-BF2F-7825-F556-A2F66E2480F2}"/>
                    </a:ext>
                  </a:extLst>
                </p14:cNvPr>
                <p14:cNvContentPartPr/>
                <p14:nvPr/>
              </p14:nvContentPartPr>
              <p14:xfrm>
                <a:off x="11189625" y="1091175"/>
                <a:ext cx="255600" cy="408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1A270F-BF2F-7825-F556-A2F66E2480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183505" y="1085055"/>
                  <a:ext cx="2678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6C0409-5850-5F1B-EC0B-12189FCEA05C}"/>
                    </a:ext>
                  </a:extLst>
                </p14:cNvPr>
                <p14:cNvContentPartPr/>
                <p14:nvPr/>
              </p14:nvContentPartPr>
              <p14:xfrm>
                <a:off x="11602545" y="1167495"/>
                <a:ext cx="99720" cy="48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6C0409-5850-5F1B-EC0B-12189FCEA0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596425" y="1161375"/>
                  <a:ext cx="111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6841B3-CBBD-D151-A7EA-A5160B90F356}"/>
                    </a:ext>
                  </a:extLst>
                </p14:cNvPr>
                <p14:cNvContentPartPr/>
                <p14:nvPr/>
              </p14:nvContentPartPr>
              <p14:xfrm>
                <a:off x="11634585" y="1302495"/>
                <a:ext cx="113400" cy="5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6841B3-CBBD-D151-A7EA-A5160B90F3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28465" y="1296375"/>
                  <a:ext cx="125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DF6DC6-921A-AD28-2F3E-FB6973B216B0}"/>
                    </a:ext>
                  </a:extLst>
                </p14:cNvPr>
                <p14:cNvContentPartPr/>
                <p14:nvPr/>
              </p14:nvContentPartPr>
              <p14:xfrm>
                <a:off x="11829705" y="1170735"/>
                <a:ext cx="78480" cy="184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DF6DC6-921A-AD28-2F3E-FB6973B216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823585" y="1164615"/>
                  <a:ext cx="90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DDC2B9E-60D6-FF22-4ECA-5F97197837F1}"/>
                    </a:ext>
                  </a:extLst>
                </p14:cNvPr>
                <p14:cNvContentPartPr/>
                <p14:nvPr/>
              </p14:nvContentPartPr>
              <p14:xfrm>
                <a:off x="12028785" y="1281975"/>
                <a:ext cx="14040" cy="12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DDC2B9E-60D6-FF22-4ECA-5F97197837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022665" y="1275855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7179E4-2CB6-9477-5E86-10C1384AAF66}"/>
                    </a:ext>
                  </a:extLst>
                </p14:cNvPr>
                <p14:cNvContentPartPr/>
                <p14:nvPr/>
              </p14:nvContentPartPr>
              <p14:xfrm>
                <a:off x="9077505" y="735855"/>
                <a:ext cx="54000" cy="389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7179E4-2CB6-9477-5E86-10C1384AAF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71385" y="729735"/>
                  <a:ext cx="662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14FB674-5214-C617-2D14-ECBDA9A84CEE}"/>
                    </a:ext>
                  </a:extLst>
                </p14:cNvPr>
                <p14:cNvContentPartPr/>
                <p14:nvPr/>
              </p14:nvContentPartPr>
              <p14:xfrm>
                <a:off x="9040425" y="1025655"/>
                <a:ext cx="113040" cy="7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14FB674-5214-C617-2D14-ECBDA9A84C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34305" y="1019535"/>
                  <a:ext cx="125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DD3AA5-F4A4-0704-BC86-CB5866F962DA}"/>
                    </a:ext>
                  </a:extLst>
                </p14:cNvPr>
                <p14:cNvContentPartPr/>
                <p14:nvPr/>
              </p14:nvContentPartPr>
              <p14:xfrm>
                <a:off x="9173625" y="1119975"/>
                <a:ext cx="189000" cy="37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DD3AA5-F4A4-0704-BC86-CB5866F962D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67505" y="1113855"/>
                  <a:ext cx="20124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7F640A9-A162-7F61-848F-EB7F5E1858AF}"/>
                  </a:ext>
                </a:extLst>
              </p14:cNvPr>
              <p14:cNvContentPartPr/>
              <p14:nvPr/>
            </p14:nvContentPartPr>
            <p14:xfrm>
              <a:off x="8151585" y="915855"/>
              <a:ext cx="172800" cy="712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7F640A9-A162-7F61-848F-EB7F5E1858A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145465" y="909735"/>
                <a:ext cx="1850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C4E2274-CD0F-493E-8045-8BB3FC3EBDE3}"/>
                  </a:ext>
                </a:extLst>
              </p14:cNvPr>
              <p14:cNvContentPartPr/>
              <p14:nvPr/>
            </p14:nvContentPartPr>
            <p14:xfrm>
              <a:off x="2306265" y="2277735"/>
              <a:ext cx="34560" cy="518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C4E2274-CD0F-493E-8045-8BB3FC3EBDE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00145" y="2271615"/>
                <a:ext cx="4680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B1C42A46-BF55-4FBF-D3DB-2C3C38F6180D}"/>
              </a:ext>
            </a:extLst>
          </p:cNvPr>
          <p:cNvGrpSpPr/>
          <p:nvPr/>
        </p:nvGrpSpPr>
        <p:grpSpPr>
          <a:xfrm>
            <a:off x="9528945" y="3260175"/>
            <a:ext cx="1289520" cy="421560"/>
            <a:chOff x="9528945" y="3260175"/>
            <a:chExt cx="128952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05100E2-11F5-C028-DB17-793ED050B707}"/>
                    </a:ext>
                  </a:extLst>
                </p14:cNvPr>
                <p14:cNvContentPartPr/>
                <p14:nvPr/>
              </p14:nvContentPartPr>
              <p14:xfrm>
                <a:off x="9528945" y="3260175"/>
                <a:ext cx="243720" cy="362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05100E2-11F5-C028-DB17-793ED050B7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22825" y="3254055"/>
                  <a:ext cx="255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73F1FD-C28C-5AFF-A37C-578E173C22DE}"/>
                    </a:ext>
                  </a:extLst>
                </p14:cNvPr>
                <p14:cNvContentPartPr/>
                <p14:nvPr/>
              </p14:nvContentPartPr>
              <p14:xfrm>
                <a:off x="10026105" y="3463935"/>
                <a:ext cx="83880" cy="20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73F1FD-C28C-5AFF-A37C-578E173C22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19985" y="3457815"/>
                  <a:ext cx="96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9EAF5B1-DA26-6DFB-7048-16202C067FBC}"/>
                    </a:ext>
                  </a:extLst>
                </p14:cNvPr>
                <p14:cNvContentPartPr/>
                <p14:nvPr/>
              </p14:nvContentPartPr>
              <p14:xfrm>
                <a:off x="10138065" y="3518295"/>
                <a:ext cx="39240" cy="21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9EAF5B1-DA26-6DFB-7048-16202C067FB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31945" y="3512175"/>
                  <a:ext cx="51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C69F7CF-D99D-01C9-D447-E0FE74A0FD70}"/>
                    </a:ext>
                  </a:extLst>
                </p14:cNvPr>
                <p14:cNvContentPartPr/>
                <p14:nvPr/>
              </p14:nvContentPartPr>
              <p14:xfrm>
                <a:off x="10316265" y="3436935"/>
                <a:ext cx="235800" cy="244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C69F7CF-D99D-01C9-D447-E0FE74A0FD7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10145" y="3430815"/>
                  <a:ext cx="248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71689FB-869D-FCC5-3227-5829AA72881D}"/>
                    </a:ext>
                  </a:extLst>
                </p14:cNvPr>
                <p14:cNvContentPartPr/>
                <p14:nvPr/>
              </p14:nvContentPartPr>
              <p14:xfrm>
                <a:off x="10783905" y="3548175"/>
                <a:ext cx="34560" cy="19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71689FB-869D-FCC5-3227-5829AA7288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77785" y="3542055"/>
                  <a:ext cx="468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3E21C11-730B-0CFF-1286-83E6A8B274A7}"/>
              </a:ext>
            </a:extLst>
          </p:cNvPr>
          <p:cNvGrpSpPr/>
          <p:nvPr/>
        </p:nvGrpSpPr>
        <p:grpSpPr>
          <a:xfrm>
            <a:off x="8117385" y="4216695"/>
            <a:ext cx="3660120" cy="1100880"/>
            <a:chOff x="8117385" y="4216695"/>
            <a:chExt cx="366012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EF367EF-E21E-D18B-BF07-3CDFE1441DA2}"/>
                    </a:ext>
                  </a:extLst>
                </p14:cNvPr>
                <p14:cNvContentPartPr/>
                <p14:nvPr/>
              </p14:nvContentPartPr>
              <p14:xfrm>
                <a:off x="8797065" y="4412175"/>
                <a:ext cx="512640" cy="342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EF367EF-E21E-D18B-BF07-3CDFE1441D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90945" y="4406055"/>
                  <a:ext cx="5248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F4C82B-FE3E-2B3D-2E09-F4D1FABCC044}"/>
                    </a:ext>
                  </a:extLst>
                </p14:cNvPr>
                <p14:cNvContentPartPr/>
                <p14:nvPr/>
              </p14:nvContentPartPr>
              <p14:xfrm>
                <a:off x="9371625" y="4289055"/>
                <a:ext cx="345240" cy="24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F4C82B-FE3E-2B3D-2E09-F4D1FABCC0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65505" y="4282935"/>
                  <a:ext cx="357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18B68A-DCF5-5C39-64EB-F619E796F57C}"/>
                    </a:ext>
                  </a:extLst>
                </p14:cNvPr>
                <p14:cNvContentPartPr/>
                <p14:nvPr/>
              </p14:nvContentPartPr>
              <p14:xfrm>
                <a:off x="9481065" y="4272495"/>
                <a:ext cx="50760" cy="23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18B68A-DCF5-5C39-64EB-F619E796F5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74945" y="4266375"/>
                  <a:ext cx="63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9AF8F9-E12C-C260-9300-78C2B8BC2BAB}"/>
                    </a:ext>
                  </a:extLst>
                </p14:cNvPr>
                <p14:cNvContentPartPr/>
                <p14:nvPr/>
              </p14:nvContentPartPr>
              <p14:xfrm>
                <a:off x="9583665" y="4494615"/>
                <a:ext cx="410760" cy="216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9AF8F9-E12C-C260-9300-78C2B8BC2B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77545" y="4488495"/>
                  <a:ext cx="423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A3D0DA5-CEC8-0D91-03C4-1F0378E82AF3}"/>
                    </a:ext>
                  </a:extLst>
                </p14:cNvPr>
                <p14:cNvContentPartPr/>
                <p14:nvPr/>
              </p14:nvContentPartPr>
              <p14:xfrm>
                <a:off x="10287825" y="4449255"/>
                <a:ext cx="196920" cy="21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A3D0DA5-CEC8-0D91-03C4-1F0378E82A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81705" y="4443135"/>
                  <a:ext cx="209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33807CE-B83C-EB8E-4075-BAFA97AE7C6E}"/>
                    </a:ext>
                  </a:extLst>
                </p14:cNvPr>
                <p14:cNvContentPartPr/>
                <p14:nvPr/>
              </p14:nvContentPartPr>
              <p14:xfrm>
                <a:off x="10338225" y="4636455"/>
                <a:ext cx="178560" cy="23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33807CE-B83C-EB8E-4075-BAFA97AE7C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32105" y="4630335"/>
                  <a:ext cx="190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6CBBA1-D900-9CA0-9826-329FB82FCA71}"/>
                    </a:ext>
                  </a:extLst>
                </p14:cNvPr>
                <p14:cNvContentPartPr/>
                <p14:nvPr/>
              </p14:nvContentPartPr>
              <p14:xfrm>
                <a:off x="10745025" y="4390575"/>
                <a:ext cx="270000" cy="29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6CBBA1-D900-9CA0-9826-329FB82FCA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38905" y="4384455"/>
                  <a:ext cx="282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7515008-EA80-A66A-FA26-7F97D8C52D67}"/>
                    </a:ext>
                  </a:extLst>
                </p14:cNvPr>
                <p14:cNvContentPartPr/>
                <p14:nvPr/>
              </p14:nvContentPartPr>
              <p14:xfrm>
                <a:off x="11151105" y="4415415"/>
                <a:ext cx="42480" cy="10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7515008-EA80-A66A-FA26-7F97D8C52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44985" y="4409295"/>
                  <a:ext cx="54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FD54CE6-DB3A-07DD-79B9-DC096C0D6198}"/>
                    </a:ext>
                  </a:extLst>
                </p14:cNvPr>
                <p14:cNvContentPartPr/>
                <p14:nvPr/>
              </p14:nvContentPartPr>
              <p14:xfrm>
                <a:off x="8142585" y="4216695"/>
                <a:ext cx="31320" cy="94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FD54CE6-DB3A-07DD-79B9-DC096C0D61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36465" y="4210575"/>
                  <a:ext cx="4356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F89B00-F56F-09C7-021B-4B0E8AD25D9A}"/>
                    </a:ext>
                  </a:extLst>
                </p14:cNvPr>
                <p14:cNvContentPartPr/>
                <p14:nvPr/>
              </p14:nvContentPartPr>
              <p14:xfrm>
                <a:off x="8117385" y="4231455"/>
                <a:ext cx="366012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F89B00-F56F-09C7-021B-4B0E8AD25D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11265" y="4225335"/>
                  <a:ext cx="3672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F23C66-21F7-52E4-1806-DA252EB9E723}"/>
                    </a:ext>
                  </a:extLst>
                </p14:cNvPr>
                <p14:cNvContentPartPr/>
                <p14:nvPr/>
              </p14:nvContentPartPr>
              <p14:xfrm>
                <a:off x="11525865" y="4288695"/>
                <a:ext cx="186120" cy="506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F23C66-21F7-52E4-1806-DA252EB9E7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19745" y="4282575"/>
                  <a:ext cx="1983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30125F-3AD6-856F-53E5-5F4AE2C9B283}"/>
                    </a:ext>
                  </a:extLst>
                </p14:cNvPr>
                <p14:cNvContentPartPr/>
                <p14:nvPr/>
              </p14:nvContentPartPr>
              <p14:xfrm>
                <a:off x="8129985" y="5167455"/>
                <a:ext cx="3564360" cy="150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30125F-3AD6-856F-53E5-5F4AE2C9B28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23865" y="5161335"/>
                  <a:ext cx="3576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5F9882-2C0F-DB20-A614-E5133CB368ED}"/>
                    </a:ext>
                  </a:extLst>
                </p14:cNvPr>
                <p14:cNvContentPartPr/>
                <p14:nvPr/>
              </p14:nvContentPartPr>
              <p14:xfrm>
                <a:off x="11378265" y="4362495"/>
                <a:ext cx="283320" cy="732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5F9882-2C0F-DB20-A614-E5133CB368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72145" y="4356375"/>
                  <a:ext cx="295560" cy="74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1997EB4-2797-3038-36D5-3A46F37CE4C0}"/>
              </a:ext>
            </a:extLst>
          </p:cNvPr>
          <p:cNvGrpSpPr/>
          <p:nvPr/>
        </p:nvGrpSpPr>
        <p:grpSpPr>
          <a:xfrm>
            <a:off x="4518105" y="4421535"/>
            <a:ext cx="2533320" cy="882360"/>
            <a:chOff x="4518105" y="4421535"/>
            <a:chExt cx="25333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FD7BC01-E8AC-A105-7448-6F325D59F8E4}"/>
                    </a:ext>
                  </a:extLst>
                </p14:cNvPr>
                <p14:cNvContentPartPr/>
                <p14:nvPr/>
              </p14:nvContentPartPr>
              <p14:xfrm>
                <a:off x="4561665" y="4421535"/>
                <a:ext cx="151200" cy="334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FD7BC01-E8AC-A105-7448-6F325D59F8E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55545" y="4415415"/>
                  <a:ext cx="1634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56E0AF-7108-D08B-6D90-7ACD41DA42FF}"/>
                    </a:ext>
                  </a:extLst>
                </p14:cNvPr>
                <p14:cNvContentPartPr/>
                <p14:nvPr/>
              </p14:nvContentPartPr>
              <p14:xfrm>
                <a:off x="4518105" y="4666695"/>
                <a:ext cx="417960" cy="230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56E0AF-7108-D08B-6D90-7ACD41DA42F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11985" y="4660575"/>
                  <a:ext cx="430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4DE90E-4572-D16F-3D67-5362C24D1E8B}"/>
                    </a:ext>
                  </a:extLst>
                </p14:cNvPr>
                <p14:cNvContentPartPr/>
                <p14:nvPr/>
              </p14:nvContentPartPr>
              <p14:xfrm>
                <a:off x="4829505" y="5054055"/>
                <a:ext cx="336600" cy="249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4DE90E-4572-D16F-3D67-5362C24D1E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23385" y="5047935"/>
                  <a:ext cx="348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DDD6CE-84B2-B43C-C136-E3A0C5CF0046}"/>
                    </a:ext>
                  </a:extLst>
                </p14:cNvPr>
                <p14:cNvContentPartPr/>
                <p14:nvPr/>
              </p14:nvContentPartPr>
              <p14:xfrm>
                <a:off x="5085105" y="4852455"/>
                <a:ext cx="286200" cy="6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DDD6CE-84B2-B43C-C136-E3A0C5CF004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78985" y="4846335"/>
                  <a:ext cx="29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98DEE36-8452-09D7-3B49-29DC2421EE01}"/>
                    </a:ext>
                  </a:extLst>
                </p14:cNvPr>
                <p14:cNvContentPartPr/>
                <p14:nvPr/>
              </p14:nvContentPartPr>
              <p14:xfrm>
                <a:off x="5235585" y="4857855"/>
                <a:ext cx="30240" cy="208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98DEE36-8452-09D7-3B49-29DC2421EE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29465" y="4851735"/>
                  <a:ext cx="42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7AC2CEB-797B-17F3-5E24-939B3E751910}"/>
                    </a:ext>
                  </a:extLst>
                </p14:cNvPr>
                <p14:cNvContentPartPr/>
                <p14:nvPr/>
              </p14:nvContentPartPr>
              <p14:xfrm>
                <a:off x="5327385" y="5088975"/>
                <a:ext cx="453960" cy="183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7AC2CEB-797B-17F3-5E24-939B3E7519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21265" y="5082855"/>
                  <a:ext cx="466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24562D-21B7-6724-4975-177A66290580}"/>
                    </a:ext>
                  </a:extLst>
                </p14:cNvPr>
                <p14:cNvContentPartPr/>
                <p14:nvPr/>
              </p14:nvContentPartPr>
              <p14:xfrm>
                <a:off x="5769825" y="5094375"/>
                <a:ext cx="243720" cy="4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24562D-21B7-6724-4975-177A662905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63705" y="5088255"/>
                  <a:ext cx="255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5B2C2CC-36A7-B40F-F1B3-E13517873E21}"/>
                    </a:ext>
                  </a:extLst>
                </p14:cNvPr>
                <p14:cNvContentPartPr/>
                <p14:nvPr/>
              </p14:nvContentPartPr>
              <p14:xfrm>
                <a:off x="5911665" y="5027415"/>
                <a:ext cx="18000" cy="221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5B2C2CC-36A7-B40F-F1B3-E13517873E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05545" y="5021295"/>
                  <a:ext cx="30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D051A8A-24FB-F8F8-5105-0C43DDCA3216}"/>
                    </a:ext>
                  </a:extLst>
                </p14:cNvPr>
                <p14:cNvContentPartPr/>
                <p14:nvPr/>
              </p14:nvContentPartPr>
              <p14:xfrm>
                <a:off x="6198585" y="4952175"/>
                <a:ext cx="243360" cy="269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D051A8A-24FB-F8F8-5105-0C43DDCA32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92465" y="4946055"/>
                  <a:ext cx="255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2826FF-3B03-0B6C-14B3-D7B162E39DC9}"/>
                    </a:ext>
                  </a:extLst>
                </p14:cNvPr>
                <p14:cNvContentPartPr/>
                <p14:nvPr/>
              </p14:nvContentPartPr>
              <p14:xfrm>
                <a:off x="6579105" y="4903215"/>
                <a:ext cx="96480" cy="77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2826FF-3B03-0B6C-14B3-D7B162E39D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72985" y="4897095"/>
                  <a:ext cx="108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DAEF5A-4ED3-BF69-FAAA-7537E4300CC3}"/>
                    </a:ext>
                  </a:extLst>
                </p14:cNvPr>
                <p14:cNvContentPartPr/>
                <p14:nvPr/>
              </p14:nvContentPartPr>
              <p14:xfrm>
                <a:off x="6640665" y="5021295"/>
                <a:ext cx="98640" cy="38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DAEF5A-4ED3-BF69-FAAA-7537E4300C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34545" y="5015175"/>
                  <a:ext cx="110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1093BC-8F03-EBEE-57C6-A7BE7FC9467B}"/>
                    </a:ext>
                  </a:extLst>
                </p14:cNvPr>
                <p14:cNvContentPartPr/>
                <p14:nvPr/>
              </p14:nvContentPartPr>
              <p14:xfrm>
                <a:off x="6850905" y="4834095"/>
                <a:ext cx="200520" cy="187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F1093BC-8F03-EBEE-57C6-A7BE7FC9467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4785" y="4827975"/>
                  <a:ext cx="21276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BF47C0E-4B97-84B4-214A-0369BFFB0EA0}"/>
                  </a:ext>
                </a:extLst>
              </p14:cNvPr>
              <p14:cNvContentPartPr/>
              <p14:nvPr/>
            </p14:nvContentPartPr>
            <p14:xfrm>
              <a:off x="4506585" y="2281695"/>
              <a:ext cx="24480" cy="96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BF47C0E-4B97-84B4-214A-0369BFFB0EA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500465" y="2275575"/>
                <a:ext cx="367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4137B82-B8A2-32D5-1510-FE8F33EB0996}"/>
                  </a:ext>
                </a:extLst>
              </p14:cNvPr>
              <p14:cNvContentPartPr/>
              <p14:nvPr/>
            </p14:nvContentPartPr>
            <p14:xfrm>
              <a:off x="4418745" y="523815"/>
              <a:ext cx="61920" cy="619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4137B82-B8A2-32D5-1510-FE8F33EB099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412625" y="517695"/>
                <a:ext cx="741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4963D2E-5DD1-D5F5-FFB6-D3BD5D874F28}"/>
              </a:ext>
            </a:extLst>
          </p:cNvPr>
          <p:cNvGrpSpPr/>
          <p:nvPr/>
        </p:nvGrpSpPr>
        <p:grpSpPr>
          <a:xfrm>
            <a:off x="4532865" y="162735"/>
            <a:ext cx="1072080" cy="462960"/>
            <a:chOff x="4532865" y="162735"/>
            <a:chExt cx="107208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7810EB0-59DC-D2D7-AF60-E0C36D57C2C3}"/>
                    </a:ext>
                  </a:extLst>
                </p14:cNvPr>
                <p14:cNvContentPartPr/>
                <p14:nvPr/>
              </p14:nvContentPartPr>
              <p14:xfrm>
                <a:off x="4625385" y="290535"/>
                <a:ext cx="137520" cy="133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7810EB0-59DC-D2D7-AF60-E0C36D57C2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19265" y="284415"/>
                  <a:ext cx="149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49FD4A-4C15-0C08-6464-9289783F1149}"/>
                    </a:ext>
                  </a:extLst>
                </p14:cNvPr>
                <p14:cNvContentPartPr/>
                <p14:nvPr/>
              </p14:nvContentPartPr>
              <p14:xfrm>
                <a:off x="4833465" y="442455"/>
                <a:ext cx="38160" cy="46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49FD4A-4C15-0C08-6464-9289783F11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27345" y="436335"/>
                  <a:ext cx="50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F45E711-A53B-CF46-6F6F-D2C19925E081}"/>
                    </a:ext>
                  </a:extLst>
                </p14:cNvPr>
                <p14:cNvContentPartPr/>
                <p14:nvPr/>
              </p14:nvContentPartPr>
              <p14:xfrm>
                <a:off x="5074665" y="167415"/>
                <a:ext cx="213480" cy="31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F45E711-A53B-CF46-6F6F-D2C19925E0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68545" y="161295"/>
                  <a:ext cx="225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019BD7B-9102-BE4F-A405-F6F9503556CB}"/>
                    </a:ext>
                  </a:extLst>
                </p14:cNvPr>
                <p14:cNvContentPartPr/>
                <p14:nvPr/>
              </p14:nvContentPartPr>
              <p14:xfrm>
                <a:off x="4532865" y="326175"/>
                <a:ext cx="261000" cy="299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019BD7B-9102-BE4F-A405-F6F9503556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26745" y="320055"/>
                  <a:ext cx="273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567A0F9-E362-3130-4FFB-891AF7A3B45E}"/>
                    </a:ext>
                  </a:extLst>
                </p14:cNvPr>
                <p14:cNvContentPartPr/>
                <p14:nvPr/>
              </p14:nvContentPartPr>
              <p14:xfrm>
                <a:off x="5453025" y="162735"/>
                <a:ext cx="151920" cy="431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567A0F9-E362-3130-4FFB-891AF7A3B4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46905" y="156615"/>
                  <a:ext cx="164160" cy="44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C067B6B-2637-41DA-7947-0D2FB092DE63}"/>
                  </a:ext>
                </a:extLst>
              </p14:cNvPr>
              <p14:cNvContentPartPr/>
              <p14:nvPr/>
            </p14:nvContentPartPr>
            <p14:xfrm>
              <a:off x="1370265" y="162735"/>
              <a:ext cx="643680" cy="504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C067B6B-2637-41DA-7947-0D2FB092DE6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364145" y="156255"/>
                <a:ext cx="655920" cy="51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10BCCCA-69E8-E6E0-0599-480E4D5164A4}"/>
              </a:ext>
            </a:extLst>
          </p:cNvPr>
          <p:cNvGrpSpPr/>
          <p:nvPr/>
        </p:nvGrpSpPr>
        <p:grpSpPr>
          <a:xfrm>
            <a:off x="1918905" y="121695"/>
            <a:ext cx="210600" cy="186480"/>
            <a:chOff x="1918905" y="121695"/>
            <a:chExt cx="2106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045C4AB-F525-F78E-654F-44F1EE3AE104}"/>
                    </a:ext>
                  </a:extLst>
                </p14:cNvPr>
                <p14:cNvContentPartPr/>
                <p14:nvPr/>
              </p14:nvContentPartPr>
              <p14:xfrm>
                <a:off x="1950945" y="121695"/>
                <a:ext cx="178560" cy="186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045C4AB-F525-F78E-654F-44F1EE3AE10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44825" y="115575"/>
                  <a:ext cx="190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28818C-3055-31AA-F880-704AFFABCB59}"/>
                    </a:ext>
                  </a:extLst>
                </p14:cNvPr>
                <p14:cNvContentPartPr/>
                <p14:nvPr/>
              </p14:nvContentPartPr>
              <p14:xfrm>
                <a:off x="1918905" y="133935"/>
                <a:ext cx="143280" cy="6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28818C-3055-31AA-F880-704AFFABCB5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12785" y="127815"/>
                  <a:ext cx="155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780B20F-9C49-E3BE-E34D-F1AE49659324}"/>
                    </a:ext>
                  </a:extLst>
                </p14:cNvPr>
                <p14:cNvContentPartPr/>
                <p14:nvPr/>
              </p14:nvContentPartPr>
              <p14:xfrm>
                <a:off x="2040225" y="161655"/>
                <a:ext cx="49680" cy="84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780B20F-9C49-E3BE-E34D-F1AE496593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34105" y="155535"/>
                  <a:ext cx="6192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A64C89C-237E-4F9A-79C8-5F8B4401F76C}"/>
                  </a:ext>
                </a:extLst>
              </p14:cNvPr>
              <p14:cNvContentPartPr/>
              <p14:nvPr/>
            </p14:nvContentPartPr>
            <p14:xfrm>
              <a:off x="4405065" y="559815"/>
              <a:ext cx="27720" cy="9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A64C89C-237E-4F9A-79C8-5F8B4401F76C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398945" y="553695"/>
                <a:ext cx="39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4BF26C4-636D-99DA-917F-77EF883EB517}"/>
                  </a:ext>
                </a:extLst>
              </p14:cNvPr>
              <p14:cNvContentPartPr/>
              <p14:nvPr/>
            </p14:nvContentPartPr>
            <p14:xfrm>
              <a:off x="1378185" y="684015"/>
              <a:ext cx="2954880" cy="7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4BF26C4-636D-99DA-917F-77EF883EB5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372065" y="671775"/>
                <a:ext cx="29671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DC5E31D-0246-2922-4EBD-C0B7A5DCA290}"/>
              </a:ext>
            </a:extLst>
          </p:cNvPr>
          <p:cNvGrpSpPr/>
          <p:nvPr/>
        </p:nvGrpSpPr>
        <p:grpSpPr>
          <a:xfrm>
            <a:off x="3737625" y="138975"/>
            <a:ext cx="159120" cy="360000"/>
            <a:chOff x="3737625" y="138975"/>
            <a:chExt cx="15912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D7231F-E849-278A-F264-BC13CC6D4C99}"/>
                    </a:ext>
                  </a:extLst>
                </p14:cNvPr>
                <p14:cNvContentPartPr/>
                <p14:nvPr/>
              </p14:nvContentPartPr>
              <p14:xfrm>
                <a:off x="3737625" y="317895"/>
                <a:ext cx="159120" cy="181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D7231F-E849-278A-F264-BC13CC6D4C9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31505" y="311775"/>
                  <a:ext cx="171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153FB6-CA53-BC51-92A0-07E6578175F8}"/>
                    </a:ext>
                  </a:extLst>
                </p14:cNvPr>
                <p14:cNvContentPartPr/>
                <p14:nvPr/>
              </p14:nvContentPartPr>
              <p14:xfrm>
                <a:off x="3785505" y="138975"/>
                <a:ext cx="37080" cy="142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153FB6-CA53-BC51-92A0-07E6578175F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79385" y="132855"/>
                  <a:ext cx="4932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2647847-9244-F0B1-B5ED-99E7C6DE30C5}"/>
                  </a:ext>
                </a:extLst>
              </p14:cNvPr>
              <p14:cNvContentPartPr/>
              <p14:nvPr/>
            </p14:nvContentPartPr>
            <p14:xfrm>
              <a:off x="4327305" y="575295"/>
              <a:ext cx="122760" cy="108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2647847-9244-F0B1-B5ED-99E7C6DE30C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321185" y="569175"/>
                <a:ext cx="135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AC47621-DB2C-67E3-D6A2-2E4328B758DD}"/>
                  </a:ext>
                </a:extLst>
              </p14:cNvPr>
              <p14:cNvContentPartPr/>
              <p14:nvPr/>
            </p14:nvContentPartPr>
            <p14:xfrm>
              <a:off x="1308345" y="671775"/>
              <a:ext cx="50760" cy="226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AC47621-DB2C-67E3-D6A2-2E4328B758D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302225" y="665655"/>
                <a:ext cx="630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A0E38EA-B508-E27B-969A-DE6394D5A09B}"/>
              </a:ext>
            </a:extLst>
          </p:cNvPr>
          <p:cNvGrpSpPr/>
          <p:nvPr/>
        </p:nvGrpSpPr>
        <p:grpSpPr>
          <a:xfrm>
            <a:off x="520305" y="462975"/>
            <a:ext cx="1733760" cy="2613240"/>
            <a:chOff x="520305" y="462975"/>
            <a:chExt cx="1733760" cy="26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055139C-8C51-20C2-B1CC-03C7483684C0}"/>
                    </a:ext>
                  </a:extLst>
                </p14:cNvPr>
                <p14:cNvContentPartPr/>
                <p14:nvPr/>
              </p14:nvContentPartPr>
              <p14:xfrm>
                <a:off x="847185" y="2272695"/>
                <a:ext cx="52200" cy="144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055139C-8C51-20C2-B1CC-03C7483684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1065" y="2266575"/>
                  <a:ext cx="64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27BFAB-E0EB-49B9-A0F1-1C90A46A3882}"/>
                    </a:ext>
                  </a:extLst>
                </p14:cNvPr>
                <p14:cNvContentPartPr/>
                <p14:nvPr/>
              </p14:nvContentPartPr>
              <p14:xfrm>
                <a:off x="606705" y="2786055"/>
                <a:ext cx="105480" cy="41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27BFAB-E0EB-49B9-A0F1-1C90A46A388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0585" y="2779935"/>
                  <a:ext cx="117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44141C-0008-4123-5A42-9DA8844C629B}"/>
                    </a:ext>
                  </a:extLst>
                </p14:cNvPr>
                <p14:cNvContentPartPr/>
                <p14:nvPr/>
              </p14:nvContentPartPr>
              <p14:xfrm>
                <a:off x="790665" y="2639175"/>
                <a:ext cx="132480" cy="167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44141C-0008-4123-5A42-9DA8844C629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4545" y="2633055"/>
                  <a:ext cx="144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9C02443-6D30-B0A2-5A3F-9B1507FA68BC}"/>
                    </a:ext>
                  </a:extLst>
                </p14:cNvPr>
                <p14:cNvContentPartPr/>
                <p14:nvPr/>
              </p14:nvContentPartPr>
              <p14:xfrm>
                <a:off x="997305" y="2684895"/>
                <a:ext cx="28080" cy="91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9C02443-6D30-B0A2-5A3F-9B1507FA68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1185" y="2678775"/>
                  <a:ext cx="40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5210B1F-D0CF-FE6B-7D0B-6F756C9269A0}"/>
                    </a:ext>
                  </a:extLst>
                </p14:cNvPr>
                <p14:cNvContentPartPr/>
                <p14:nvPr/>
              </p14:nvContentPartPr>
              <p14:xfrm>
                <a:off x="1088025" y="2534055"/>
                <a:ext cx="150840" cy="14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5210B1F-D0CF-FE6B-7D0B-6F756C9269A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1905" y="2527935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172CC1-F184-9FFA-E6D5-11E028F7A3FB}"/>
                    </a:ext>
                  </a:extLst>
                </p14:cNvPr>
                <p14:cNvContentPartPr/>
                <p14:nvPr/>
              </p14:nvContentPartPr>
              <p14:xfrm>
                <a:off x="1194225" y="2467095"/>
                <a:ext cx="115920" cy="313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172CC1-F184-9FFA-E6D5-11E028F7A3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88105" y="2460975"/>
                  <a:ext cx="1281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4A23EA-CA81-2A79-062F-DD9790273A50}"/>
                    </a:ext>
                  </a:extLst>
                </p14:cNvPr>
                <p14:cNvContentPartPr/>
                <p14:nvPr/>
              </p14:nvContentPartPr>
              <p14:xfrm>
                <a:off x="520305" y="2708655"/>
                <a:ext cx="179280" cy="36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4A23EA-CA81-2A79-062F-DD9790273A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4185" y="2702535"/>
                  <a:ext cx="191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0A5CF03-FE81-637F-B902-0C8C716D7FB9}"/>
                    </a:ext>
                  </a:extLst>
                </p14:cNvPr>
                <p14:cNvContentPartPr/>
                <p14:nvPr/>
              </p14:nvContentPartPr>
              <p14:xfrm>
                <a:off x="873105" y="2222295"/>
                <a:ext cx="32400" cy="242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0A5CF03-FE81-637F-B902-0C8C716D7F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6985" y="2216175"/>
                  <a:ext cx="44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57FBDF-F575-DF60-ED0C-E79A438A8ACF}"/>
                    </a:ext>
                  </a:extLst>
                </p14:cNvPr>
                <p14:cNvContentPartPr/>
                <p14:nvPr/>
              </p14:nvContentPartPr>
              <p14:xfrm>
                <a:off x="847545" y="2206815"/>
                <a:ext cx="21240" cy="175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57FBDF-F575-DF60-ED0C-E79A438A8AC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41425" y="2200695"/>
                  <a:ext cx="33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B86206-2888-7FDB-5976-F0DB69C93572}"/>
                    </a:ext>
                  </a:extLst>
                </p14:cNvPr>
                <p14:cNvContentPartPr/>
                <p14:nvPr/>
              </p14:nvContentPartPr>
              <p14:xfrm>
                <a:off x="838905" y="2247855"/>
                <a:ext cx="85680" cy="103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B86206-2888-7FDB-5976-F0DB69C935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2785" y="2241735"/>
                  <a:ext cx="97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28CEC2-4B60-93D5-3558-57ABDC82232C}"/>
                    </a:ext>
                  </a:extLst>
                </p14:cNvPr>
                <p14:cNvContentPartPr/>
                <p14:nvPr/>
              </p14:nvContentPartPr>
              <p14:xfrm>
                <a:off x="920265" y="1523175"/>
                <a:ext cx="1185840" cy="733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28CEC2-4B60-93D5-3558-57ABDC82232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4145" y="1517055"/>
                  <a:ext cx="119808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4C9C49-D1FB-16B2-5F83-43A82A6368DA}"/>
                    </a:ext>
                  </a:extLst>
                </p14:cNvPr>
                <p14:cNvContentPartPr/>
                <p14:nvPr/>
              </p14:nvContentPartPr>
              <p14:xfrm>
                <a:off x="1715865" y="1942215"/>
                <a:ext cx="108360" cy="165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4C9C49-D1FB-16B2-5F83-43A82A6368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09745" y="1936095"/>
                  <a:ext cx="12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5D5EFA9-4433-8256-2D64-D7243D416801}"/>
                    </a:ext>
                  </a:extLst>
                </p14:cNvPr>
                <p14:cNvContentPartPr/>
                <p14:nvPr/>
              </p14:nvContentPartPr>
              <p14:xfrm>
                <a:off x="1849065" y="1842495"/>
                <a:ext cx="42840" cy="107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5D5EFA9-4433-8256-2D64-D7243D41680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42945" y="1836375"/>
                  <a:ext cx="55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3ED2DC-8111-AE69-57D5-ECEC13F4254D}"/>
                    </a:ext>
                  </a:extLst>
                </p14:cNvPr>
                <p14:cNvContentPartPr/>
                <p14:nvPr/>
              </p14:nvContentPartPr>
              <p14:xfrm>
                <a:off x="2193225" y="2103855"/>
                <a:ext cx="60840" cy="3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3ED2DC-8111-AE69-57D5-ECEC13F4254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87105" y="2097735"/>
                  <a:ext cx="73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BCFF29D-4C50-D325-F4C7-E998690120EE}"/>
                    </a:ext>
                  </a:extLst>
                </p14:cNvPr>
                <p14:cNvContentPartPr/>
                <p14:nvPr/>
              </p14:nvContentPartPr>
              <p14:xfrm>
                <a:off x="1843305" y="1886775"/>
                <a:ext cx="7200" cy="8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BCFF29D-4C50-D325-F4C7-E998690120E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837185" y="1880655"/>
                  <a:ext cx="1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D5E8289-BC89-ECCE-F99B-AA156069E68B}"/>
                    </a:ext>
                  </a:extLst>
                </p14:cNvPr>
                <p14:cNvContentPartPr/>
                <p14:nvPr/>
              </p14:nvContentPartPr>
              <p14:xfrm>
                <a:off x="1500585" y="582495"/>
                <a:ext cx="119880" cy="79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D5E8289-BC89-ECCE-F99B-AA156069E68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94465" y="576375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EBEB77F-E6E9-4E6B-464B-A5B0D2A05B7C}"/>
                    </a:ext>
                  </a:extLst>
                </p14:cNvPr>
                <p14:cNvContentPartPr/>
                <p14:nvPr/>
              </p14:nvContentPartPr>
              <p14:xfrm>
                <a:off x="1462785" y="659535"/>
                <a:ext cx="165960" cy="13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EBEB77F-E6E9-4E6B-464B-A5B0D2A05B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56665" y="653415"/>
                  <a:ext cx="178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1672A1-8EDB-0FD3-45E8-AEB0F6EB736E}"/>
                    </a:ext>
                  </a:extLst>
                </p14:cNvPr>
                <p14:cNvContentPartPr/>
                <p14:nvPr/>
              </p14:nvContentPartPr>
              <p14:xfrm>
                <a:off x="1526505" y="554775"/>
                <a:ext cx="74880" cy="10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1672A1-8EDB-0FD3-45E8-AEB0F6EB736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20385" y="548655"/>
                  <a:ext cx="87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FE531D4-232F-6353-FA4C-63B074C22D00}"/>
                    </a:ext>
                  </a:extLst>
                </p14:cNvPr>
                <p14:cNvContentPartPr/>
                <p14:nvPr/>
              </p14:nvContentPartPr>
              <p14:xfrm>
                <a:off x="888945" y="621015"/>
                <a:ext cx="464040" cy="163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FE531D4-232F-6353-FA4C-63B074C22D0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2825" y="614895"/>
                  <a:ext cx="476280" cy="16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52ED3F-08C1-E2C6-7892-F18D4C04ECDD}"/>
                    </a:ext>
                  </a:extLst>
                </p14:cNvPr>
                <p14:cNvContentPartPr/>
                <p14:nvPr/>
              </p14:nvContentPartPr>
              <p14:xfrm>
                <a:off x="1644585" y="462975"/>
                <a:ext cx="58680" cy="13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52ED3F-08C1-E2C6-7892-F18D4C04EC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38465" y="456855"/>
                  <a:ext cx="70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B5D2BBD-FD52-4386-8D4A-156AD26A5EAB}"/>
                    </a:ext>
                  </a:extLst>
                </p14:cNvPr>
                <p14:cNvContentPartPr/>
                <p14:nvPr/>
              </p14:nvContentPartPr>
              <p14:xfrm>
                <a:off x="1494825" y="567015"/>
                <a:ext cx="175320" cy="213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B5D2BBD-FD52-4386-8D4A-156AD26A5E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88705" y="560895"/>
                  <a:ext cx="18756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03CCD38-7407-9880-845E-93E4D41DD18C}"/>
                  </a:ext>
                </a:extLst>
              </p14:cNvPr>
              <p14:cNvContentPartPr/>
              <p14:nvPr/>
            </p14:nvContentPartPr>
            <p14:xfrm>
              <a:off x="1581585" y="28095"/>
              <a:ext cx="177840" cy="173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03CCD38-7407-9880-845E-93E4D41DD18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575465" y="21975"/>
                <a:ext cx="19008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4D1E4AD-2B5D-1908-D3BC-4D1BC153C5D2}"/>
              </a:ext>
            </a:extLst>
          </p:cNvPr>
          <p:cNvGrpSpPr/>
          <p:nvPr/>
        </p:nvGrpSpPr>
        <p:grpSpPr>
          <a:xfrm>
            <a:off x="860505" y="439575"/>
            <a:ext cx="853200" cy="1923840"/>
            <a:chOff x="860505" y="439575"/>
            <a:chExt cx="853200" cy="19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02364C1-0D86-78EB-5892-6E7C168A8EBA}"/>
                    </a:ext>
                  </a:extLst>
                </p14:cNvPr>
                <p14:cNvContentPartPr/>
                <p14:nvPr/>
              </p14:nvContentPartPr>
              <p14:xfrm>
                <a:off x="1304025" y="650175"/>
                <a:ext cx="18720" cy="13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02364C1-0D86-78EB-5892-6E7C168A8EB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95025" y="641535"/>
                  <a:ext cx="36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002C8A3-6F63-82D5-F967-B8A233A4205F}"/>
                    </a:ext>
                  </a:extLst>
                </p14:cNvPr>
                <p14:cNvContentPartPr/>
                <p14:nvPr/>
              </p14:nvContentPartPr>
              <p14:xfrm>
                <a:off x="860505" y="656295"/>
                <a:ext cx="478440" cy="1707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002C8A3-6F63-82D5-F967-B8A233A4205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1505" y="647655"/>
                  <a:ext cx="496080" cy="17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21FEE02-8B59-6ACD-B98E-2C39685AB308}"/>
                    </a:ext>
                  </a:extLst>
                </p14:cNvPr>
                <p14:cNvContentPartPr/>
                <p14:nvPr/>
              </p14:nvContentPartPr>
              <p14:xfrm>
                <a:off x="1243545" y="439575"/>
                <a:ext cx="470160" cy="698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21FEE02-8B59-6ACD-B98E-2C39685AB30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34545" y="430935"/>
                  <a:ext cx="48780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6618F6E-F914-2B44-520C-CDFEEB8F64CC}"/>
                    </a:ext>
                  </a:extLst>
                </p14:cNvPr>
                <p14:cNvContentPartPr/>
                <p14:nvPr/>
              </p14:nvContentPartPr>
              <p14:xfrm>
                <a:off x="1316625" y="1323375"/>
                <a:ext cx="128520" cy="168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6618F6E-F914-2B44-520C-CDFEEB8F64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07625" y="1314375"/>
                  <a:ext cx="146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059AE0A-34D4-CDBE-BE59-938127D98B9D}"/>
                    </a:ext>
                  </a:extLst>
                </p14:cNvPr>
                <p14:cNvContentPartPr/>
                <p14:nvPr/>
              </p14:nvContentPartPr>
              <p14:xfrm>
                <a:off x="1448025" y="1307895"/>
                <a:ext cx="87840" cy="105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059AE0A-34D4-CDBE-BE59-938127D98B9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439025" y="1299255"/>
                  <a:ext cx="105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0A525C7-1969-6EB1-BCDB-0847697A4680}"/>
                    </a:ext>
                  </a:extLst>
                </p14:cNvPr>
                <p14:cNvContentPartPr/>
                <p14:nvPr/>
              </p14:nvContentPartPr>
              <p14:xfrm>
                <a:off x="1410225" y="1242735"/>
                <a:ext cx="10800" cy="6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0A525C7-1969-6EB1-BCDB-0847697A468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01585" y="1234095"/>
                  <a:ext cx="284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F65BFDE1-5807-040E-E254-60AB439A50CE}"/>
              </a:ext>
            </a:extLst>
          </p:cNvPr>
          <p:cNvGrpSpPr/>
          <p:nvPr/>
        </p:nvGrpSpPr>
        <p:grpSpPr>
          <a:xfrm>
            <a:off x="1664025" y="414735"/>
            <a:ext cx="97560" cy="128880"/>
            <a:chOff x="1664025" y="414735"/>
            <a:chExt cx="975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81396BD-7082-5B0F-65D5-178A233A7043}"/>
                    </a:ext>
                  </a:extLst>
                </p14:cNvPr>
                <p14:cNvContentPartPr/>
                <p14:nvPr/>
              </p14:nvContentPartPr>
              <p14:xfrm>
                <a:off x="1664025" y="532095"/>
                <a:ext cx="8280" cy="11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81396BD-7082-5B0F-65D5-178A233A704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55385" y="523095"/>
                  <a:ext cx="25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AFA3DFF-F464-0C44-74E0-7BFCB1567EAD}"/>
                    </a:ext>
                  </a:extLst>
                </p14:cNvPr>
                <p14:cNvContentPartPr/>
                <p14:nvPr/>
              </p14:nvContentPartPr>
              <p14:xfrm>
                <a:off x="1739625" y="414735"/>
                <a:ext cx="21960" cy="36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AFA3DFF-F464-0C44-74E0-7BFCB1567EA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30625" y="406095"/>
                  <a:ext cx="396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9362AE7-E4A2-CD35-B4C7-7B8CC493E676}"/>
              </a:ext>
            </a:extLst>
          </p:cNvPr>
          <p:cNvGrpSpPr/>
          <p:nvPr/>
        </p:nvGrpSpPr>
        <p:grpSpPr>
          <a:xfrm>
            <a:off x="2868945" y="5415"/>
            <a:ext cx="609480" cy="441360"/>
            <a:chOff x="2868945" y="5415"/>
            <a:chExt cx="60948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97B1779-E4C6-BDC5-E1A7-1167C36BB43C}"/>
                    </a:ext>
                  </a:extLst>
                </p14:cNvPr>
                <p14:cNvContentPartPr/>
                <p14:nvPr/>
              </p14:nvContentPartPr>
              <p14:xfrm>
                <a:off x="2868945" y="232215"/>
                <a:ext cx="204840" cy="214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97B1779-E4C6-BDC5-E1A7-1167C36BB43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59945" y="223215"/>
                  <a:ext cx="222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986FDA-CA4F-092A-C104-5A8185A4C89D}"/>
                    </a:ext>
                  </a:extLst>
                </p14:cNvPr>
                <p14:cNvContentPartPr/>
                <p14:nvPr/>
              </p14:nvContentPartPr>
              <p14:xfrm>
                <a:off x="3116625" y="136815"/>
                <a:ext cx="115920" cy="75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986FDA-CA4F-092A-C104-5A8185A4C89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107985" y="128175"/>
                  <a:ext cx="133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F49696D-99A1-AE3B-3302-E35352E9236E}"/>
                    </a:ext>
                  </a:extLst>
                </p14:cNvPr>
                <p14:cNvContentPartPr/>
                <p14:nvPr/>
              </p14:nvContentPartPr>
              <p14:xfrm>
                <a:off x="3235425" y="5415"/>
                <a:ext cx="119520" cy="255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F49696D-99A1-AE3B-3302-E35352E9236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26425" y="-3225"/>
                  <a:ext cx="1371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9FA324A-9E40-8D18-A797-FC909D94EDA9}"/>
                    </a:ext>
                  </a:extLst>
                </p14:cNvPr>
                <p14:cNvContentPartPr/>
                <p14:nvPr/>
              </p14:nvContentPartPr>
              <p14:xfrm>
                <a:off x="3343065" y="81210"/>
                <a:ext cx="90000" cy="88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9FA324A-9E40-8D18-A797-FC909D94EDA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34425" y="72210"/>
                  <a:ext cx="107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51E9DE5-D4E5-BC66-E710-FB53CF383088}"/>
                    </a:ext>
                  </a:extLst>
                </p14:cNvPr>
                <p14:cNvContentPartPr/>
                <p14:nvPr/>
              </p14:nvContentPartPr>
              <p14:xfrm>
                <a:off x="3388785" y="56370"/>
                <a:ext cx="61920" cy="53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51E9DE5-D4E5-BC66-E710-FB53CF38308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380145" y="47730"/>
                  <a:ext cx="79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9E62CD9-FFE5-7D78-319A-0EFB2E8767F2}"/>
                    </a:ext>
                  </a:extLst>
                </p14:cNvPr>
                <p14:cNvContentPartPr/>
                <p14:nvPr/>
              </p14:nvContentPartPr>
              <p14:xfrm>
                <a:off x="3453945" y="33690"/>
                <a:ext cx="24480" cy="19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9E62CD9-FFE5-7D78-319A-0EFB2E8767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45305" y="25050"/>
                  <a:ext cx="4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8F5A763-9577-6249-6B8D-7A45E1454473}"/>
                    </a:ext>
                  </a:extLst>
                </p14:cNvPr>
                <p14:cNvContentPartPr/>
                <p14:nvPr/>
              </p14:nvContentPartPr>
              <p14:xfrm>
                <a:off x="3029145" y="276330"/>
                <a:ext cx="171000" cy="108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8F5A763-9577-6249-6B8D-7A45E14544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20145" y="267690"/>
                  <a:ext cx="188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9215942-C88D-7AA8-7D6B-5D8B618826EB}"/>
                    </a:ext>
                  </a:extLst>
                </p14:cNvPr>
                <p14:cNvContentPartPr/>
                <p14:nvPr/>
              </p14:nvContentPartPr>
              <p14:xfrm>
                <a:off x="3096105" y="262290"/>
                <a:ext cx="111240" cy="80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9215942-C88D-7AA8-7D6B-5D8B618826E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087465" y="253290"/>
                  <a:ext cx="1288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834CD3D-E129-DBB9-CE44-B55FB86B3F0B}"/>
              </a:ext>
            </a:extLst>
          </p:cNvPr>
          <p:cNvGrpSpPr/>
          <p:nvPr/>
        </p:nvGrpSpPr>
        <p:grpSpPr>
          <a:xfrm>
            <a:off x="5509185" y="201810"/>
            <a:ext cx="1162440" cy="750960"/>
            <a:chOff x="5509185" y="201810"/>
            <a:chExt cx="116244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93624BE-048D-A5B5-B5F5-D4F76276B075}"/>
                    </a:ext>
                  </a:extLst>
                </p14:cNvPr>
                <p14:cNvContentPartPr/>
                <p14:nvPr/>
              </p14:nvContentPartPr>
              <p14:xfrm>
                <a:off x="5744625" y="492690"/>
                <a:ext cx="469080" cy="164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93624BE-048D-A5B5-B5F5-D4F76276B07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35625" y="483690"/>
                  <a:ext cx="486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6AA466-0C96-4DEA-9C39-3D3969314E6A}"/>
                    </a:ext>
                  </a:extLst>
                </p14:cNvPr>
                <p14:cNvContentPartPr/>
                <p14:nvPr/>
              </p14:nvContentPartPr>
              <p14:xfrm>
                <a:off x="5910585" y="449490"/>
                <a:ext cx="126720" cy="213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6AA466-0C96-4DEA-9C39-3D3969314E6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01945" y="440490"/>
                  <a:ext cx="144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1173CA-A7A2-7A84-53AD-FBDD88603F92}"/>
                    </a:ext>
                  </a:extLst>
                </p14:cNvPr>
                <p14:cNvContentPartPr/>
                <p14:nvPr/>
              </p14:nvContentPartPr>
              <p14:xfrm>
                <a:off x="6128745" y="387570"/>
                <a:ext cx="239040" cy="261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1173CA-A7A2-7A84-53AD-FBDD88603F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19745" y="378930"/>
                  <a:ext cx="256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7AB90CE-E88C-F5DD-713D-5B1133FE35CB}"/>
                    </a:ext>
                  </a:extLst>
                </p14:cNvPr>
                <p14:cNvContentPartPr/>
                <p14:nvPr/>
              </p14:nvContentPartPr>
              <p14:xfrm>
                <a:off x="6347985" y="323130"/>
                <a:ext cx="323640" cy="268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7AB90CE-E88C-F5DD-713D-5B1133FE35C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39345" y="314130"/>
                  <a:ext cx="341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3F08D6E-B3E2-A7B3-D2BF-54714092129E}"/>
                    </a:ext>
                  </a:extLst>
                </p14:cNvPr>
                <p14:cNvContentPartPr/>
                <p14:nvPr/>
              </p14:nvContentPartPr>
              <p14:xfrm>
                <a:off x="5509185" y="201810"/>
                <a:ext cx="1136520" cy="750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3F08D6E-B3E2-A7B3-D2BF-54714092129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00185" y="192810"/>
                  <a:ext cx="115416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53837C-4B60-A96C-9B09-BC019F55860A}"/>
                    </a:ext>
                  </a:extLst>
                </p14:cNvPr>
                <p14:cNvContentPartPr/>
                <p14:nvPr/>
              </p14:nvContentPartPr>
              <p14:xfrm>
                <a:off x="6372105" y="364890"/>
                <a:ext cx="131400" cy="173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53837C-4B60-A96C-9B09-BC019F55860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63105" y="355890"/>
                  <a:ext cx="1490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54B44BB0-6217-C3A1-7710-DB5767F9145E}"/>
              </a:ext>
            </a:extLst>
          </p:cNvPr>
          <p:cNvGrpSpPr/>
          <p:nvPr/>
        </p:nvGrpSpPr>
        <p:grpSpPr>
          <a:xfrm>
            <a:off x="2501025" y="1006050"/>
            <a:ext cx="2211840" cy="1249920"/>
            <a:chOff x="2501025" y="1006050"/>
            <a:chExt cx="2211840" cy="12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A8F5008-2CAF-E8D8-9B8F-F581BA8E471D}"/>
                    </a:ext>
                  </a:extLst>
                </p14:cNvPr>
                <p14:cNvContentPartPr/>
                <p14:nvPr/>
              </p14:nvContentPartPr>
              <p14:xfrm>
                <a:off x="3667785" y="1294050"/>
                <a:ext cx="204840" cy="100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A8F5008-2CAF-E8D8-9B8F-F581BA8E471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58785" y="1285050"/>
                  <a:ext cx="222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FED27FF-5FEE-AF70-A924-B396AF9BE12A}"/>
                    </a:ext>
                  </a:extLst>
                </p14:cNvPr>
                <p14:cNvContentPartPr/>
                <p14:nvPr/>
              </p14:nvContentPartPr>
              <p14:xfrm>
                <a:off x="3655185" y="1264170"/>
                <a:ext cx="169560" cy="169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FED27FF-5FEE-AF70-A924-B396AF9BE12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46185" y="1255170"/>
                  <a:ext cx="187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1367C51-55C7-EB06-FDA1-22DC4E162809}"/>
                    </a:ext>
                  </a:extLst>
                </p14:cNvPr>
                <p14:cNvContentPartPr/>
                <p14:nvPr/>
              </p14:nvContentPartPr>
              <p14:xfrm>
                <a:off x="4059825" y="1229970"/>
                <a:ext cx="237240" cy="117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1367C51-55C7-EB06-FDA1-22DC4E16280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050825" y="1220970"/>
                  <a:ext cx="254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4243C97-5D82-10C6-B38C-10D31132DB18}"/>
                    </a:ext>
                  </a:extLst>
                </p14:cNvPr>
                <p14:cNvContentPartPr/>
                <p14:nvPr/>
              </p14:nvContentPartPr>
              <p14:xfrm>
                <a:off x="4425585" y="1131330"/>
                <a:ext cx="189000" cy="61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4243C97-5D82-10C6-B38C-10D31132DB1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16585" y="1122690"/>
                  <a:ext cx="206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7B4A4B4-5813-5971-05AD-07FD7DFBB027}"/>
                    </a:ext>
                  </a:extLst>
                </p14:cNvPr>
                <p14:cNvContentPartPr/>
                <p14:nvPr/>
              </p14:nvContentPartPr>
              <p14:xfrm>
                <a:off x="4518105" y="1080210"/>
                <a:ext cx="194760" cy="132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7B4A4B4-5813-5971-05AD-07FD7DFBB0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509105" y="1071210"/>
                  <a:ext cx="212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6648BB2-1545-4746-33F5-B720A346F70B}"/>
                    </a:ext>
                  </a:extLst>
                </p14:cNvPr>
                <p14:cNvContentPartPr/>
                <p14:nvPr/>
              </p14:nvContentPartPr>
              <p14:xfrm>
                <a:off x="4563825" y="1115130"/>
                <a:ext cx="43920" cy="39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6648BB2-1545-4746-33F5-B720A346F70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54825" y="1106130"/>
                  <a:ext cx="615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5214154-7017-9A2B-216B-552785157D8A}"/>
                    </a:ext>
                  </a:extLst>
                </p14:cNvPr>
                <p14:cNvContentPartPr/>
                <p14:nvPr/>
              </p14:nvContentPartPr>
              <p14:xfrm>
                <a:off x="3564825" y="1071210"/>
                <a:ext cx="187920" cy="11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5214154-7017-9A2B-216B-552785157D8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55825" y="1062210"/>
                  <a:ext cx="20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DC78E91-E989-CA7A-A1F8-CFE45CCC8C3F}"/>
                    </a:ext>
                  </a:extLst>
                </p14:cNvPr>
                <p14:cNvContentPartPr/>
                <p14:nvPr/>
              </p14:nvContentPartPr>
              <p14:xfrm>
                <a:off x="3634665" y="1006050"/>
                <a:ext cx="124920" cy="90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DC78E91-E989-CA7A-A1F8-CFE45CCC8C3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25665" y="997050"/>
                  <a:ext cx="14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A6BB8CB-8898-E618-8CF9-E5E0D3F5F9A9}"/>
                    </a:ext>
                  </a:extLst>
                </p14:cNvPr>
                <p14:cNvContentPartPr/>
                <p14:nvPr/>
              </p14:nvContentPartPr>
              <p14:xfrm>
                <a:off x="3537465" y="1050330"/>
                <a:ext cx="14040" cy="123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A6BB8CB-8898-E618-8CF9-E5E0D3F5F9A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28465" y="1041330"/>
                  <a:ext cx="31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5B5EC62-049C-D40A-7B7E-BA1E67628711}"/>
                    </a:ext>
                  </a:extLst>
                </p14:cNvPr>
                <p14:cNvContentPartPr/>
                <p14:nvPr/>
              </p14:nvContentPartPr>
              <p14:xfrm>
                <a:off x="2501025" y="1020090"/>
                <a:ext cx="1158120" cy="957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5B5EC62-049C-D40A-7B7E-BA1E6762871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492025" y="1011090"/>
                  <a:ext cx="1175760" cy="9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735E9F5-B11E-A5D9-A679-D978D3BE6122}"/>
                    </a:ext>
                  </a:extLst>
                </p14:cNvPr>
                <p14:cNvContentPartPr/>
                <p14:nvPr/>
              </p14:nvContentPartPr>
              <p14:xfrm>
                <a:off x="2866425" y="1287210"/>
                <a:ext cx="1230120" cy="968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735E9F5-B11E-A5D9-A679-D978D3BE612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857785" y="1278570"/>
                  <a:ext cx="124776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2005995-1BA0-F51E-6016-3192B93F8FDD}"/>
                    </a:ext>
                  </a:extLst>
                </p14:cNvPr>
                <p14:cNvContentPartPr/>
                <p14:nvPr/>
              </p14:nvContentPartPr>
              <p14:xfrm>
                <a:off x="2635665" y="1317810"/>
                <a:ext cx="1164960" cy="772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2005995-1BA0-F51E-6016-3192B93F8FD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26665" y="1308810"/>
                  <a:ext cx="1182600" cy="79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A63ED61-4681-4880-CFD1-8D01D4FD6283}"/>
              </a:ext>
            </a:extLst>
          </p:cNvPr>
          <p:cNvGrpSpPr/>
          <p:nvPr/>
        </p:nvGrpSpPr>
        <p:grpSpPr>
          <a:xfrm>
            <a:off x="1455945" y="2084970"/>
            <a:ext cx="226800" cy="168120"/>
            <a:chOff x="1455945" y="2084970"/>
            <a:chExt cx="22680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1BD997F-A1E9-87ED-3885-85CB4A13A086}"/>
                    </a:ext>
                  </a:extLst>
                </p14:cNvPr>
                <p14:cNvContentPartPr/>
                <p14:nvPr/>
              </p14:nvContentPartPr>
              <p14:xfrm>
                <a:off x="1455945" y="2084970"/>
                <a:ext cx="222120" cy="97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1BD997F-A1E9-87ED-3885-85CB4A13A08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47305" y="2076330"/>
                  <a:ext cx="239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68C5310-4C55-B612-776A-4938E16ED41B}"/>
                    </a:ext>
                  </a:extLst>
                </p14:cNvPr>
                <p14:cNvContentPartPr/>
                <p14:nvPr/>
              </p14:nvContentPartPr>
              <p14:xfrm>
                <a:off x="1525785" y="2155890"/>
                <a:ext cx="156960" cy="9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68C5310-4C55-B612-776A-4938E16ED41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516785" y="2147250"/>
                  <a:ext cx="1746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3D5FD04E-85B9-1476-EE36-DE8D0D02F001}"/>
              </a:ext>
            </a:extLst>
          </p:cNvPr>
          <p:cNvGrpSpPr/>
          <p:nvPr/>
        </p:nvGrpSpPr>
        <p:grpSpPr>
          <a:xfrm>
            <a:off x="649185" y="2016210"/>
            <a:ext cx="203760" cy="84600"/>
            <a:chOff x="649185" y="2016210"/>
            <a:chExt cx="20376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8D2ABC9-73B5-0969-C3F3-FCAAE4D6BA31}"/>
                    </a:ext>
                  </a:extLst>
                </p14:cNvPr>
                <p14:cNvContentPartPr/>
                <p14:nvPr/>
              </p14:nvContentPartPr>
              <p14:xfrm>
                <a:off x="649185" y="2019450"/>
                <a:ext cx="203760" cy="58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8D2ABC9-73B5-0969-C3F3-FCAAE4D6BA3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0185" y="2010450"/>
                  <a:ext cx="221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E67662A-B23F-A573-D535-2BDC992509F7}"/>
                    </a:ext>
                  </a:extLst>
                </p14:cNvPr>
                <p14:cNvContentPartPr/>
                <p14:nvPr/>
              </p14:nvContentPartPr>
              <p14:xfrm>
                <a:off x="716505" y="2016210"/>
                <a:ext cx="110160" cy="84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E67662A-B23F-A573-D535-2BDC992509F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7505" y="2007210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F3218EBF-2858-EB44-5C81-995AA06B4CDA}"/>
              </a:ext>
            </a:extLst>
          </p:cNvPr>
          <p:cNvGrpSpPr/>
          <p:nvPr/>
        </p:nvGrpSpPr>
        <p:grpSpPr>
          <a:xfrm>
            <a:off x="130785" y="360210"/>
            <a:ext cx="1813320" cy="1506240"/>
            <a:chOff x="130785" y="360210"/>
            <a:chExt cx="1813320" cy="15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D8B34E-51A7-FA15-881E-191B77D3FA25}"/>
                    </a:ext>
                  </a:extLst>
                </p14:cNvPr>
                <p14:cNvContentPartPr/>
                <p14:nvPr/>
              </p14:nvContentPartPr>
              <p14:xfrm>
                <a:off x="1724505" y="418695"/>
                <a:ext cx="11880" cy="6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D8B34E-51A7-FA15-881E-191B77D3FA2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715865" y="410055"/>
                  <a:ext cx="29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3D15287-0475-ACAC-ED10-8BF4B7C827ED}"/>
                    </a:ext>
                  </a:extLst>
                </p14:cNvPr>
                <p14:cNvContentPartPr/>
                <p14:nvPr/>
              </p14:nvContentPartPr>
              <p14:xfrm>
                <a:off x="1713345" y="420855"/>
                <a:ext cx="138600" cy="284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3D15287-0475-ACAC-ED10-8BF4B7C827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704345" y="412215"/>
                  <a:ext cx="156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594CFA-151D-9BCB-8436-96E5891F6A48}"/>
                    </a:ext>
                  </a:extLst>
                </p14:cNvPr>
                <p14:cNvContentPartPr/>
                <p14:nvPr/>
              </p14:nvContentPartPr>
              <p14:xfrm>
                <a:off x="1874265" y="516615"/>
                <a:ext cx="1440" cy="3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594CFA-151D-9BCB-8436-96E5891F6A4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65625" y="507615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D06498E-0F2A-79BD-5BB5-AB221EA5DCD0}"/>
                    </a:ext>
                  </a:extLst>
                </p14:cNvPr>
                <p14:cNvContentPartPr/>
                <p14:nvPr/>
              </p14:nvContentPartPr>
              <p14:xfrm>
                <a:off x="1901625" y="502215"/>
                <a:ext cx="42480" cy="3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D06498E-0F2A-79BD-5BB5-AB221EA5DCD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92985" y="493215"/>
                  <a:ext cx="60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CAA1F6-EDD7-E322-99E9-C60DC2AB5D42}"/>
                    </a:ext>
                  </a:extLst>
                </p14:cNvPr>
                <p14:cNvContentPartPr/>
                <p14:nvPr/>
              </p14:nvContentPartPr>
              <p14:xfrm>
                <a:off x="1160025" y="412575"/>
                <a:ext cx="54000" cy="12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CAA1F6-EDD7-E322-99E9-C60DC2AB5D4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51025" y="403935"/>
                  <a:ext cx="71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414F58-366C-540F-23A8-86923BC83448}"/>
                    </a:ext>
                  </a:extLst>
                </p14:cNvPr>
                <p14:cNvContentPartPr/>
                <p14:nvPr/>
              </p14:nvContentPartPr>
              <p14:xfrm>
                <a:off x="1224105" y="443535"/>
                <a:ext cx="68760" cy="24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414F58-366C-540F-23A8-86923BC8344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15105" y="434535"/>
                  <a:ext cx="86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A40BAE0-43AC-C58E-1686-2F3CA8DF97B7}"/>
                    </a:ext>
                  </a:extLst>
                </p14:cNvPr>
                <p14:cNvContentPartPr/>
                <p14:nvPr/>
              </p14:nvContentPartPr>
              <p14:xfrm>
                <a:off x="735585" y="966810"/>
                <a:ext cx="203040" cy="34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A40BAE0-43AC-C58E-1686-2F3CA8DF97B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6945" y="958170"/>
                  <a:ext cx="220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F88C503-55C9-AC98-A24D-3B4B04D5D931}"/>
                    </a:ext>
                  </a:extLst>
                </p14:cNvPr>
                <p14:cNvContentPartPr/>
                <p14:nvPr/>
              </p14:nvContentPartPr>
              <p14:xfrm>
                <a:off x="823785" y="906330"/>
                <a:ext cx="82800" cy="195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F88C503-55C9-AC98-A24D-3B4B04D5D93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5145" y="897330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D2ECB57-4925-0735-9C35-75E2573EA1CC}"/>
                    </a:ext>
                  </a:extLst>
                </p14:cNvPr>
                <p14:cNvContentPartPr/>
                <p14:nvPr/>
              </p14:nvContentPartPr>
              <p14:xfrm>
                <a:off x="799305" y="1167330"/>
                <a:ext cx="247320" cy="74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D2ECB57-4925-0735-9C35-75E2573EA1C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0305" y="1158330"/>
                  <a:ext cx="264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9C777B2-3E96-F6DE-4624-47EE22104A60}"/>
                    </a:ext>
                  </a:extLst>
                </p14:cNvPr>
                <p14:cNvContentPartPr/>
                <p14:nvPr/>
              </p14:nvContentPartPr>
              <p14:xfrm>
                <a:off x="718665" y="1386570"/>
                <a:ext cx="171720" cy="90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9C777B2-3E96-F6DE-4624-47EE22104A6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10025" y="1377930"/>
                  <a:ext cx="18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317B6A0-AB73-ECEC-67F1-47C90CAC5DCC}"/>
                    </a:ext>
                  </a:extLst>
                </p14:cNvPr>
                <p14:cNvContentPartPr/>
                <p14:nvPr/>
              </p14:nvContentPartPr>
              <p14:xfrm>
                <a:off x="779505" y="1513290"/>
                <a:ext cx="68760" cy="14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317B6A0-AB73-ECEC-67F1-47C90CAC5DC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0505" y="1504290"/>
                  <a:ext cx="86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7D1662F-EE98-8AF4-C6F9-CDDDE760D91F}"/>
                    </a:ext>
                  </a:extLst>
                </p14:cNvPr>
                <p14:cNvContentPartPr/>
                <p14:nvPr/>
              </p14:nvContentPartPr>
              <p14:xfrm>
                <a:off x="715425" y="1625250"/>
                <a:ext cx="231120" cy="18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7D1662F-EE98-8AF4-C6F9-CDDDE760D91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06425" y="1616250"/>
                  <a:ext cx="248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5BA415-BC8E-5818-849F-BF20D4390FD1}"/>
                    </a:ext>
                  </a:extLst>
                </p14:cNvPr>
                <p14:cNvContentPartPr/>
                <p14:nvPr/>
              </p14:nvContentPartPr>
              <p14:xfrm>
                <a:off x="630825" y="1781490"/>
                <a:ext cx="102240" cy="6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5BA415-BC8E-5818-849F-BF20D4390FD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21825" y="1772850"/>
                  <a:ext cx="119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A59C01-AE32-8561-7464-6C0909C4FB5B}"/>
                    </a:ext>
                  </a:extLst>
                </p14:cNvPr>
                <p14:cNvContentPartPr/>
                <p14:nvPr/>
              </p14:nvContentPartPr>
              <p14:xfrm>
                <a:off x="725505" y="1815690"/>
                <a:ext cx="81360" cy="36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A59C01-AE32-8561-7464-6C0909C4FB5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6865" y="1806690"/>
                  <a:ext cx="99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7D65659-65CE-7491-32FD-0AC95E702D2A}"/>
                    </a:ext>
                  </a:extLst>
                </p14:cNvPr>
                <p14:cNvContentPartPr/>
                <p14:nvPr/>
              </p14:nvContentPartPr>
              <p14:xfrm>
                <a:off x="220425" y="821730"/>
                <a:ext cx="184680" cy="287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7D65659-65CE-7491-32FD-0AC95E702D2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1425" y="813090"/>
                  <a:ext cx="202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613E5D0-641C-FCE3-9094-3C9CB98217BA}"/>
                    </a:ext>
                  </a:extLst>
                </p14:cNvPr>
                <p14:cNvContentPartPr/>
                <p14:nvPr/>
              </p14:nvContentPartPr>
              <p14:xfrm>
                <a:off x="340305" y="532650"/>
                <a:ext cx="213480" cy="273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613E5D0-641C-FCE3-9094-3C9CB98217B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31665" y="524010"/>
                  <a:ext cx="231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8FB23D8-32DA-A578-E68E-BCCACC0FE659}"/>
                    </a:ext>
                  </a:extLst>
                </p14:cNvPr>
                <p14:cNvContentPartPr/>
                <p14:nvPr/>
              </p14:nvContentPartPr>
              <p14:xfrm>
                <a:off x="523185" y="457770"/>
                <a:ext cx="259920" cy="182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8FB23D8-32DA-A578-E68E-BCCACC0FE65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4545" y="448770"/>
                  <a:ext cx="277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ED1E792-22DB-7625-F211-39AF55513986}"/>
                    </a:ext>
                  </a:extLst>
                </p14:cNvPr>
                <p14:cNvContentPartPr/>
                <p14:nvPr/>
              </p14:nvContentPartPr>
              <p14:xfrm>
                <a:off x="846825" y="392970"/>
                <a:ext cx="49680" cy="46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ED1E792-22DB-7625-F211-39AF5551398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7825" y="383970"/>
                  <a:ext cx="67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8A35894-ACCB-5A1E-8F17-7F2BC5790667}"/>
                    </a:ext>
                  </a:extLst>
                </p14:cNvPr>
                <p14:cNvContentPartPr/>
                <p14:nvPr/>
              </p14:nvContentPartPr>
              <p14:xfrm>
                <a:off x="130785" y="360210"/>
                <a:ext cx="770760" cy="99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8A35894-ACCB-5A1E-8F17-7F2BC57906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1785" y="351210"/>
                  <a:ext cx="78840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8ED201F-9F8E-448F-CFA8-38C2D2930884}"/>
                    </a:ext>
                  </a:extLst>
                </p14:cNvPr>
                <p14:cNvContentPartPr/>
                <p14:nvPr/>
              </p14:nvContentPartPr>
              <p14:xfrm>
                <a:off x="1272345" y="1784370"/>
                <a:ext cx="242280" cy="385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8ED201F-9F8E-448F-CFA8-38C2D29308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63345" y="1775730"/>
                  <a:ext cx="259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CE19EDE-F9A1-6E22-9268-322D9CE835CA}"/>
                    </a:ext>
                  </a:extLst>
                </p14:cNvPr>
                <p14:cNvContentPartPr/>
                <p14:nvPr/>
              </p14:nvContentPartPr>
              <p14:xfrm>
                <a:off x="1354425" y="1741530"/>
                <a:ext cx="131760" cy="1249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CE19EDE-F9A1-6E22-9268-322D9CE835C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45425" y="1732530"/>
                  <a:ext cx="149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F5F7969-3A1F-08D5-8859-D3B92B0D9FC5}"/>
                    </a:ext>
                  </a:extLst>
                </p14:cNvPr>
                <p14:cNvContentPartPr/>
                <p14:nvPr/>
              </p14:nvContentPartPr>
              <p14:xfrm>
                <a:off x="440025" y="1708410"/>
                <a:ext cx="262080" cy="42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F5F7969-3A1F-08D5-8859-D3B92B0D9FC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1025" y="1699770"/>
                  <a:ext cx="279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CB8C78-B8F9-B2E0-5EC1-8A7E61731194}"/>
                    </a:ext>
                  </a:extLst>
                </p14:cNvPr>
                <p14:cNvContentPartPr/>
                <p14:nvPr/>
              </p14:nvContentPartPr>
              <p14:xfrm>
                <a:off x="534705" y="1457490"/>
                <a:ext cx="243000" cy="88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CB8C78-B8F9-B2E0-5EC1-8A7E6173119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25705" y="1448490"/>
                  <a:ext cx="260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9EF054F-C853-D46A-0C67-3EC86E5C1D08}"/>
                    </a:ext>
                  </a:extLst>
                </p14:cNvPr>
                <p14:cNvContentPartPr/>
                <p14:nvPr/>
              </p14:nvContentPartPr>
              <p14:xfrm>
                <a:off x="597705" y="1505010"/>
                <a:ext cx="35640" cy="1267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9EF054F-C853-D46A-0C67-3EC86E5C1D0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8705" y="1496010"/>
                  <a:ext cx="53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1A8A68-5F6A-5F82-8174-48F6C2DC3C6A}"/>
                    </a:ext>
                  </a:extLst>
                </p14:cNvPr>
                <p14:cNvContentPartPr/>
                <p14:nvPr/>
              </p14:nvContentPartPr>
              <p14:xfrm>
                <a:off x="742785" y="1230330"/>
                <a:ext cx="114840" cy="12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1A8A68-5F6A-5F82-8174-48F6C2DC3C6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3785" y="1221330"/>
                  <a:ext cx="132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29ED3A9-4F69-240F-6AB2-D3ED05D5420C}"/>
                    </a:ext>
                  </a:extLst>
                </p14:cNvPr>
                <p14:cNvContentPartPr/>
                <p14:nvPr/>
              </p14:nvContentPartPr>
              <p14:xfrm>
                <a:off x="969225" y="1027650"/>
                <a:ext cx="10800" cy="10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29ED3A9-4F69-240F-6AB2-D3ED05D542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0225" y="1018650"/>
                  <a:ext cx="284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C28078B2-A98B-ABA8-6425-6C0655142E22}"/>
              </a:ext>
            </a:extLst>
          </p:cNvPr>
          <p:cNvGrpSpPr/>
          <p:nvPr/>
        </p:nvGrpSpPr>
        <p:grpSpPr>
          <a:xfrm>
            <a:off x="8114145" y="1662330"/>
            <a:ext cx="3542400" cy="101160"/>
            <a:chOff x="8114145" y="1662330"/>
            <a:chExt cx="35424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2D439FA-4878-BAF9-2555-7F316F40423D}"/>
                    </a:ext>
                  </a:extLst>
                </p14:cNvPr>
                <p14:cNvContentPartPr/>
                <p14:nvPr/>
              </p14:nvContentPartPr>
              <p14:xfrm>
                <a:off x="8114145" y="1680690"/>
                <a:ext cx="147960" cy="21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2D439FA-4878-BAF9-2555-7F316F40423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108025" y="1674570"/>
                  <a:ext cx="160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240F1D4-3D72-91FA-88CA-BDBA9FE5E647}"/>
                    </a:ext>
                  </a:extLst>
                </p14:cNvPr>
                <p14:cNvContentPartPr/>
                <p14:nvPr/>
              </p14:nvContentPartPr>
              <p14:xfrm>
                <a:off x="8991825" y="1714890"/>
                <a:ext cx="74520" cy="6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240F1D4-3D72-91FA-88CA-BDBA9FE5E64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85705" y="1708770"/>
                  <a:ext cx="86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6455577-EAB0-25A3-23F1-7CA492CC920C}"/>
                    </a:ext>
                  </a:extLst>
                </p14:cNvPr>
                <p14:cNvContentPartPr/>
                <p14:nvPr/>
              </p14:nvContentPartPr>
              <p14:xfrm>
                <a:off x="10489065" y="1735410"/>
                <a:ext cx="51840" cy="21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6455577-EAB0-25A3-23F1-7CA492CC920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482945" y="1729290"/>
                  <a:ext cx="64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95B0C0C-9DF4-28BD-BF15-FA5A68BAF351}"/>
                    </a:ext>
                  </a:extLst>
                </p14:cNvPr>
                <p14:cNvContentPartPr/>
                <p14:nvPr/>
              </p14:nvContentPartPr>
              <p14:xfrm>
                <a:off x="8325465" y="1662330"/>
                <a:ext cx="3331080" cy="101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95B0C0C-9DF4-28BD-BF15-FA5A68BAF35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319345" y="1656210"/>
                  <a:ext cx="33433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B93FEE14-9ABB-7ADF-090E-3A13DEB3A9BB}"/>
              </a:ext>
            </a:extLst>
          </p:cNvPr>
          <p:cNvGrpSpPr/>
          <p:nvPr/>
        </p:nvGrpSpPr>
        <p:grpSpPr>
          <a:xfrm>
            <a:off x="7941345" y="1920615"/>
            <a:ext cx="3936960" cy="1142280"/>
            <a:chOff x="7941345" y="1920615"/>
            <a:chExt cx="3936960" cy="11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0EB844-85E4-34C9-9A98-9E7035776E00}"/>
                    </a:ext>
                  </a:extLst>
                </p14:cNvPr>
                <p14:cNvContentPartPr/>
                <p14:nvPr/>
              </p14:nvContentPartPr>
              <p14:xfrm>
                <a:off x="8345625" y="2205015"/>
                <a:ext cx="556200" cy="328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0EB844-85E4-34C9-9A98-9E7035776E0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339505" y="2198895"/>
                  <a:ext cx="568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C83DE16-0E3C-E05E-B001-BD93D1A34023}"/>
                    </a:ext>
                  </a:extLst>
                </p14:cNvPr>
                <p14:cNvContentPartPr/>
                <p14:nvPr/>
              </p14:nvContentPartPr>
              <p14:xfrm>
                <a:off x="8838465" y="2079015"/>
                <a:ext cx="247320" cy="9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C83DE16-0E3C-E05E-B001-BD93D1A3402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32345" y="2072895"/>
                  <a:ext cx="259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79A115-73EB-B204-F9F8-68117F6A3C7D}"/>
                    </a:ext>
                  </a:extLst>
                </p14:cNvPr>
                <p14:cNvContentPartPr/>
                <p14:nvPr/>
              </p14:nvContentPartPr>
              <p14:xfrm>
                <a:off x="8937105" y="2076855"/>
                <a:ext cx="43560" cy="22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79A115-73EB-B204-F9F8-68117F6A3C7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930985" y="2070735"/>
                  <a:ext cx="55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A4CAB55-E751-6300-C2D2-3899A97EEEE9}"/>
                    </a:ext>
                  </a:extLst>
                </p14:cNvPr>
                <p14:cNvContentPartPr/>
                <p14:nvPr/>
              </p14:nvContentPartPr>
              <p14:xfrm>
                <a:off x="9089025" y="2305095"/>
                <a:ext cx="468000" cy="273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A4CAB55-E751-6300-C2D2-3899A97EEEE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082905" y="2298975"/>
                  <a:ext cx="480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E83E2F-A701-D622-FBB0-2DBB87D2C652}"/>
                    </a:ext>
                  </a:extLst>
                </p14:cNvPr>
                <p14:cNvContentPartPr/>
                <p14:nvPr/>
              </p14:nvContentPartPr>
              <p14:xfrm>
                <a:off x="9757905" y="2451615"/>
                <a:ext cx="537480" cy="3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E83E2F-A701-D622-FBB0-2DBB87D2C65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751785" y="2445495"/>
                  <a:ext cx="549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8598B0-3B92-C4B3-D0BD-4812B0159FED}"/>
                    </a:ext>
                  </a:extLst>
                </p14:cNvPr>
                <p14:cNvContentPartPr/>
                <p14:nvPr/>
              </p14:nvContentPartPr>
              <p14:xfrm>
                <a:off x="10107105" y="2385015"/>
                <a:ext cx="41760" cy="220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8598B0-3B92-C4B3-D0BD-4812B0159FE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100985" y="2378895"/>
                  <a:ext cx="54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92E944B-3D26-6ACF-90B3-1587D3ECDE2F}"/>
                    </a:ext>
                  </a:extLst>
                </p14:cNvPr>
                <p14:cNvContentPartPr/>
                <p14:nvPr/>
              </p14:nvContentPartPr>
              <p14:xfrm>
                <a:off x="10378185" y="2156415"/>
                <a:ext cx="239400" cy="399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92E944B-3D26-6ACF-90B3-1587D3ECDE2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72065" y="2150295"/>
                  <a:ext cx="251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89B43E2-E94B-56B8-A996-672A93849FF0}"/>
                    </a:ext>
                  </a:extLst>
                </p14:cNvPr>
                <p14:cNvContentPartPr/>
                <p14:nvPr/>
              </p14:nvContentPartPr>
              <p14:xfrm>
                <a:off x="10919625" y="2210775"/>
                <a:ext cx="18252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89B43E2-E94B-56B8-A996-672A93849FF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13505" y="2204655"/>
                  <a:ext cx="194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134F5C9-72A7-D0BC-E9EA-90E4E148EC8A}"/>
                    </a:ext>
                  </a:extLst>
                </p14:cNvPr>
                <p14:cNvContentPartPr/>
                <p14:nvPr/>
              </p14:nvContentPartPr>
              <p14:xfrm>
                <a:off x="11031945" y="2449455"/>
                <a:ext cx="133920" cy="43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134F5C9-72A7-D0BC-E9EA-90E4E148EC8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25825" y="2443335"/>
                  <a:ext cx="146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B01725-92DD-824C-12F4-E0F924D7A617}"/>
                    </a:ext>
                  </a:extLst>
                </p14:cNvPr>
                <p14:cNvContentPartPr/>
                <p14:nvPr/>
              </p14:nvContentPartPr>
              <p14:xfrm>
                <a:off x="11306625" y="2172615"/>
                <a:ext cx="277560" cy="33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B01725-92DD-824C-12F4-E0F924D7A6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300505" y="2166495"/>
                  <a:ext cx="2898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9658242-A703-89A6-88AF-EB30AD2A9E57}"/>
                    </a:ext>
                  </a:extLst>
                </p14:cNvPr>
                <p14:cNvContentPartPr/>
                <p14:nvPr/>
              </p14:nvContentPartPr>
              <p14:xfrm>
                <a:off x="11713425" y="2341455"/>
                <a:ext cx="21960" cy="2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9658242-A703-89A6-88AF-EB30AD2A9E5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707305" y="2335335"/>
                  <a:ext cx="34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CF6B8A-805F-B96B-B0EF-4743FB2BDC46}"/>
                    </a:ext>
                  </a:extLst>
                </p14:cNvPr>
                <p14:cNvContentPartPr/>
                <p14:nvPr/>
              </p14:nvContentPartPr>
              <p14:xfrm>
                <a:off x="7941345" y="1920615"/>
                <a:ext cx="127080" cy="932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CF6B8A-805F-B96B-B0EF-4743FB2BDC4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35225" y="1914495"/>
                  <a:ext cx="13932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45C758-A3E2-8EE0-4046-27D124E6D29C}"/>
                    </a:ext>
                  </a:extLst>
                </p14:cNvPr>
                <p14:cNvContentPartPr/>
                <p14:nvPr/>
              </p14:nvContentPartPr>
              <p14:xfrm>
                <a:off x="8039265" y="1935015"/>
                <a:ext cx="3786480" cy="767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45C758-A3E2-8EE0-4046-27D124E6D29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033145" y="1928895"/>
                  <a:ext cx="379872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63D0633-84E8-9249-B2AE-0328E552C524}"/>
                    </a:ext>
                  </a:extLst>
                </p14:cNvPr>
                <p14:cNvContentPartPr/>
                <p14:nvPr/>
              </p14:nvContentPartPr>
              <p14:xfrm>
                <a:off x="8060145" y="2871375"/>
                <a:ext cx="3818160" cy="191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63D0633-84E8-9249-B2AE-0328E552C52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054025" y="2865255"/>
                  <a:ext cx="3830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B93FC13-09D3-1A2B-1C77-35D378567985}"/>
                    </a:ext>
                  </a:extLst>
                </p14:cNvPr>
                <p14:cNvContentPartPr/>
                <p14:nvPr/>
              </p14:nvContentPartPr>
              <p14:xfrm>
                <a:off x="11700825" y="2670495"/>
                <a:ext cx="71280" cy="336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B93FC13-09D3-1A2B-1C77-35D37856798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694705" y="2664375"/>
                  <a:ext cx="83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35C19F-4E11-CD98-2B0D-0F9DA0D48346}"/>
                    </a:ext>
                  </a:extLst>
                </p14:cNvPr>
                <p14:cNvContentPartPr/>
                <p14:nvPr/>
              </p14:nvContentPartPr>
              <p14:xfrm>
                <a:off x="8789505" y="2736570"/>
                <a:ext cx="2280960" cy="91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35C19F-4E11-CD98-2B0D-0F9DA0D4834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83385" y="2730450"/>
                  <a:ext cx="2293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CBDC89A-8039-8CE7-7221-A0A06D8DCCE1}"/>
                    </a:ext>
                  </a:extLst>
                </p14:cNvPr>
                <p14:cNvContentPartPr/>
                <p14:nvPr/>
              </p14:nvContentPartPr>
              <p14:xfrm>
                <a:off x="9988665" y="2806050"/>
                <a:ext cx="16200" cy="11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CBDC89A-8039-8CE7-7221-A0A06D8DCCE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82545" y="2799930"/>
                  <a:ext cx="2844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E139F7-59B9-105A-1BCA-5FDCDE1F1D31}"/>
                  </a:ext>
                </a:extLst>
              </p14:cNvPr>
              <p14:cNvContentPartPr/>
              <p14:nvPr/>
            </p14:nvContentPartPr>
            <p14:xfrm>
              <a:off x="1180545" y="485130"/>
              <a:ext cx="3410640" cy="4001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E139F7-59B9-105A-1BCA-5FDCDE1F1D31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1174065" y="479010"/>
                <a:ext cx="3422880" cy="40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AB33D3B-4E04-79A4-CC59-17B6C9FC611F}"/>
                  </a:ext>
                </a:extLst>
              </p14:cNvPr>
              <p14:cNvContentPartPr/>
              <p14:nvPr/>
            </p14:nvContentPartPr>
            <p14:xfrm>
              <a:off x="1371345" y="47370"/>
              <a:ext cx="790560" cy="5716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AB33D3B-4E04-79A4-CC59-17B6C9FC611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1362345" y="38730"/>
                <a:ext cx="80820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EA4C17-011D-1910-1EE7-C92F25F254FE}"/>
                  </a:ext>
                </a:extLst>
              </p14:cNvPr>
              <p14:cNvContentPartPr/>
              <p14:nvPr/>
            </p14:nvContentPartPr>
            <p14:xfrm>
              <a:off x="1472865" y="580530"/>
              <a:ext cx="165240" cy="248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EA4C17-011D-1910-1EE7-C92F25F254FE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464225" y="571890"/>
                <a:ext cx="1828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6CC52A8-5921-23FE-2246-00C64C857B67}"/>
                  </a:ext>
                </a:extLst>
              </p14:cNvPr>
              <p14:cNvContentPartPr/>
              <p14:nvPr/>
            </p14:nvContentPartPr>
            <p14:xfrm>
              <a:off x="4275465" y="-89430"/>
              <a:ext cx="1335600" cy="1140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6CC52A8-5921-23FE-2246-00C64C857B67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4266825" y="-98430"/>
                <a:ext cx="135324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488FDB3-E10D-A878-A53F-799A2B616E16}"/>
                  </a:ext>
                </a:extLst>
              </p14:cNvPr>
              <p14:cNvContentPartPr/>
              <p14:nvPr/>
            </p14:nvContentPartPr>
            <p14:xfrm>
              <a:off x="-114735" y="2445720"/>
              <a:ext cx="1579320" cy="13669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488FDB3-E10D-A878-A53F-799A2B616E16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-123735" y="2436720"/>
                <a:ext cx="1596960" cy="13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264EF16-04FC-A76C-4C81-85E57280569D}"/>
                  </a:ext>
                </a:extLst>
              </p14:cNvPr>
              <p14:cNvContentPartPr/>
              <p14:nvPr/>
            </p14:nvContentPartPr>
            <p14:xfrm>
              <a:off x="4265745" y="381120"/>
              <a:ext cx="388440" cy="399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264EF16-04FC-A76C-4C81-85E57280569D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256745" y="372480"/>
                <a:ext cx="4060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B08047-1C09-1646-E09A-F85AACA5ED4E}"/>
                  </a:ext>
                </a:extLst>
              </p14:cNvPr>
              <p14:cNvContentPartPr/>
              <p14:nvPr/>
            </p14:nvContentPartPr>
            <p14:xfrm>
              <a:off x="4570665" y="5093160"/>
              <a:ext cx="37440" cy="568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B08047-1C09-1646-E09A-F85AACA5ED4E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4561665" y="5084520"/>
                <a:ext cx="5508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6A67869-5547-A62D-4CAC-09E70744CABD}"/>
                  </a:ext>
                </a:extLst>
              </p14:cNvPr>
              <p14:cNvContentPartPr/>
              <p14:nvPr/>
            </p14:nvContentPartPr>
            <p14:xfrm>
              <a:off x="4638345" y="4733520"/>
              <a:ext cx="3324600" cy="1904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6A67869-5547-A62D-4CAC-09E70744CABD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629705" y="4724520"/>
                <a:ext cx="334224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BC98A1-56FE-CC9D-B8FB-2F59A396B1B6}"/>
              </a:ext>
            </a:extLst>
          </p:cNvPr>
          <p:cNvGrpSpPr/>
          <p:nvPr/>
        </p:nvGrpSpPr>
        <p:grpSpPr>
          <a:xfrm>
            <a:off x="4581105" y="4752600"/>
            <a:ext cx="3258000" cy="905040"/>
            <a:chOff x="4581105" y="4752600"/>
            <a:chExt cx="3258000" cy="9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57D0A2B-C408-B290-111F-308D6EC785F9}"/>
                    </a:ext>
                  </a:extLst>
                </p14:cNvPr>
                <p14:cNvContentPartPr/>
                <p14:nvPr/>
              </p14:nvContentPartPr>
              <p14:xfrm>
                <a:off x="4581105" y="5366760"/>
                <a:ext cx="3236760" cy="290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57D0A2B-C408-B290-111F-308D6EC785F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572465" y="5358120"/>
                  <a:ext cx="3254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8EFC536-38EB-84E5-8318-9AEA67EF849C}"/>
                    </a:ext>
                  </a:extLst>
                </p14:cNvPr>
                <p14:cNvContentPartPr/>
                <p14:nvPr/>
              </p14:nvContentPartPr>
              <p14:xfrm>
                <a:off x="7760625" y="4752600"/>
                <a:ext cx="78480" cy="761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8EFC536-38EB-84E5-8318-9AEA67EF84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751625" y="4743600"/>
                  <a:ext cx="96120" cy="77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782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2BD8A8D-17F7-3CE2-CEB0-C55E44430503}"/>
              </a:ext>
            </a:extLst>
          </p:cNvPr>
          <p:cNvGrpSpPr/>
          <p:nvPr/>
        </p:nvGrpSpPr>
        <p:grpSpPr>
          <a:xfrm>
            <a:off x="1544865" y="801375"/>
            <a:ext cx="1166400" cy="822600"/>
            <a:chOff x="1544865" y="801375"/>
            <a:chExt cx="1166400" cy="82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B9A3DCB-6E19-8FA7-8047-1AE552401B13}"/>
                    </a:ext>
                  </a:extLst>
                </p14:cNvPr>
                <p14:cNvContentPartPr/>
                <p14:nvPr/>
              </p14:nvContentPartPr>
              <p14:xfrm>
                <a:off x="1544865" y="801375"/>
                <a:ext cx="383760" cy="716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B9A3DCB-6E19-8FA7-8047-1AE552401B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5865" y="792735"/>
                  <a:ext cx="4014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60C87D-5E35-4E7E-F159-C31ECC80AB94}"/>
                    </a:ext>
                  </a:extLst>
                </p14:cNvPr>
                <p14:cNvContentPartPr/>
                <p14:nvPr/>
              </p14:nvContentPartPr>
              <p14:xfrm>
                <a:off x="2084865" y="1052655"/>
                <a:ext cx="626400" cy="18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60C87D-5E35-4E7E-F159-C31ECC80AB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6225" y="1043655"/>
                  <a:ext cx="644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3CEC1D-22B7-9A04-7A80-DC12FF0C79CD}"/>
                    </a:ext>
                  </a:extLst>
                </p14:cNvPr>
                <p14:cNvContentPartPr/>
                <p14:nvPr/>
              </p14:nvContentPartPr>
              <p14:xfrm>
                <a:off x="2143185" y="1403295"/>
                <a:ext cx="436680" cy="22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3CEC1D-22B7-9A04-7A80-DC12FF0C79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4185" y="1394655"/>
                  <a:ext cx="4543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965891-040B-05BD-FFE8-85D098BED1FF}"/>
              </a:ext>
            </a:extLst>
          </p:cNvPr>
          <p:cNvGrpSpPr/>
          <p:nvPr/>
        </p:nvGrpSpPr>
        <p:grpSpPr>
          <a:xfrm>
            <a:off x="3506505" y="631815"/>
            <a:ext cx="1622160" cy="520560"/>
            <a:chOff x="3506505" y="631815"/>
            <a:chExt cx="162216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261C12-3865-E2DB-1EDD-29F4456FB403}"/>
                    </a:ext>
                  </a:extLst>
                </p14:cNvPr>
                <p14:cNvContentPartPr/>
                <p14:nvPr/>
              </p14:nvContentPartPr>
              <p14:xfrm>
                <a:off x="3506505" y="1010175"/>
                <a:ext cx="342000" cy="14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261C12-3865-E2DB-1EDD-29F4456FB4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7865" y="1001535"/>
                  <a:ext cx="35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86EBAC-4394-11C8-2148-7FE807FE1EEE}"/>
                    </a:ext>
                  </a:extLst>
                </p14:cNvPr>
                <p14:cNvContentPartPr/>
                <p14:nvPr/>
              </p14:nvContentPartPr>
              <p14:xfrm>
                <a:off x="4050465" y="668895"/>
                <a:ext cx="392400" cy="38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86EBAC-4394-11C8-2148-7FE807FE1E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41825" y="659895"/>
                  <a:ext cx="410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AC4CAF-5B40-94F8-1692-7ECC3A6FBB01}"/>
                    </a:ext>
                  </a:extLst>
                </p14:cNvPr>
                <p14:cNvContentPartPr/>
                <p14:nvPr/>
              </p14:nvContentPartPr>
              <p14:xfrm>
                <a:off x="4644105" y="631815"/>
                <a:ext cx="484560" cy="336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AC4CAF-5B40-94F8-1692-7ECC3A6FBB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35465" y="623175"/>
                  <a:ext cx="50220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948D6C-0F82-5821-3A0F-89E451090ABE}"/>
              </a:ext>
            </a:extLst>
          </p:cNvPr>
          <p:cNvGrpSpPr/>
          <p:nvPr/>
        </p:nvGrpSpPr>
        <p:grpSpPr>
          <a:xfrm>
            <a:off x="6633825" y="58695"/>
            <a:ext cx="2050200" cy="565920"/>
            <a:chOff x="6633825" y="58695"/>
            <a:chExt cx="205020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A29121-A025-243E-06A4-44426DCB4F12}"/>
                    </a:ext>
                  </a:extLst>
                </p14:cNvPr>
                <p14:cNvContentPartPr/>
                <p14:nvPr/>
              </p14:nvContentPartPr>
              <p14:xfrm>
                <a:off x="6633825" y="58695"/>
                <a:ext cx="477000" cy="53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A29121-A025-243E-06A4-44426DCB4F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4825" y="50055"/>
                  <a:ext cx="49464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5EDBE0-62D6-5DFA-03FC-A77FEDE3780A}"/>
                    </a:ext>
                  </a:extLst>
                </p14:cNvPr>
                <p14:cNvContentPartPr/>
                <p14:nvPr/>
              </p14:nvContentPartPr>
              <p14:xfrm>
                <a:off x="7304505" y="75255"/>
                <a:ext cx="897120" cy="549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5EDBE0-62D6-5DFA-03FC-A77FEDE378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95505" y="66255"/>
                  <a:ext cx="9147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F48D30-9A51-7B38-D2AB-B34CCF39EF38}"/>
                    </a:ext>
                  </a:extLst>
                </p14:cNvPr>
                <p14:cNvContentPartPr/>
                <p14:nvPr/>
              </p14:nvContentPartPr>
              <p14:xfrm>
                <a:off x="8288385" y="378735"/>
                <a:ext cx="395640" cy="16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F48D30-9A51-7B38-D2AB-B34CCF39EF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79385" y="370095"/>
                  <a:ext cx="41328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2EF792-79FE-39CC-D420-4B38F4BF0C98}"/>
              </a:ext>
            </a:extLst>
          </p:cNvPr>
          <p:cNvGrpSpPr/>
          <p:nvPr/>
        </p:nvGrpSpPr>
        <p:grpSpPr>
          <a:xfrm>
            <a:off x="9506265" y="193695"/>
            <a:ext cx="1796040" cy="625680"/>
            <a:chOff x="9506265" y="193695"/>
            <a:chExt cx="179604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EDAB54-7E74-B2BF-FED5-24E2675B60DA}"/>
                    </a:ext>
                  </a:extLst>
                </p14:cNvPr>
                <p14:cNvContentPartPr/>
                <p14:nvPr/>
              </p14:nvContentPartPr>
              <p14:xfrm>
                <a:off x="9506265" y="231495"/>
                <a:ext cx="199080" cy="58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EDAB54-7E74-B2BF-FED5-24E2675B60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97265" y="222855"/>
                  <a:ext cx="21672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CA16F5-E34E-9601-6238-2ECBC9879804}"/>
                    </a:ext>
                  </a:extLst>
                </p14:cNvPr>
                <p14:cNvContentPartPr/>
                <p14:nvPr/>
              </p14:nvContentPartPr>
              <p14:xfrm>
                <a:off x="9629745" y="498975"/>
                <a:ext cx="195840" cy="20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CA16F5-E34E-9601-6238-2ECBC98798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21105" y="490335"/>
                  <a:ext cx="213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04E8D2-6F48-B09E-71D4-B77DD19AD757}"/>
                    </a:ext>
                  </a:extLst>
                </p14:cNvPr>
                <p14:cNvContentPartPr/>
                <p14:nvPr/>
              </p14:nvContentPartPr>
              <p14:xfrm>
                <a:off x="9941505" y="261735"/>
                <a:ext cx="227880" cy="26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04E8D2-6F48-B09E-71D4-B77DD19AD7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32865" y="252735"/>
                  <a:ext cx="2455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78B795-6875-F6DB-BAFA-C6EBA5DFEA05}"/>
                    </a:ext>
                  </a:extLst>
                </p14:cNvPr>
                <p14:cNvContentPartPr/>
                <p14:nvPr/>
              </p14:nvContentPartPr>
              <p14:xfrm>
                <a:off x="10272705" y="284775"/>
                <a:ext cx="243000" cy="228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78B795-6875-F6DB-BAFA-C6EBA5DFEA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63705" y="276135"/>
                  <a:ext cx="260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433352-0E22-94A8-3112-0F1D9E6362F1}"/>
                    </a:ext>
                  </a:extLst>
                </p14:cNvPr>
                <p14:cNvContentPartPr/>
                <p14:nvPr/>
              </p14:nvContentPartPr>
              <p14:xfrm>
                <a:off x="10544145" y="290175"/>
                <a:ext cx="415440" cy="19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433352-0E22-94A8-3112-0F1D9E6362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35145" y="281535"/>
                  <a:ext cx="433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5F8022-44BD-D2CA-3C11-0EFBE0D014A3}"/>
                    </a:ext>
                  </a:extLst>
                </p14:cNvPr>
                <p14:cNvContentPartPr/>
                <p14:nvPr/>
              </p14:nvContentPartPr>
              <p14:xfrm>
                <a:off x="11008185" y="193695"/>
                <a:ext cx="294120" cy="315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5F8022-44BD-D2CA-3C11-0EFBE0D014A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999185" y="185055"/>
                  <a:ext cx="311760" cy="33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C07FCC-5C0D-1B4F-06D9-D575DCC6A255}"/>
                  </a:ext>
                </a:extLst>
              </p14:cNvPr>
              <p14:cNvContentPartPr/>
              <p14:nvPr/>
            </p14:nvContentPartPr>
            <p14:xfrm>
              <a:off x="11613705" y="337695"/>
              <a:ext cx="91800" cy="15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C07FCC-5C0D-1B4F-06D9-D575DCC6A2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05065" y="328695"/>
                <a:ext cx="1094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74A7109-8BED-6598-CAC1-C9E791052235}"/>
                  </a:ext>
                </a:extLst>
              </p14:cNvPr>
              <p14:cNvContentPartPr/>
              <p14:nvPr/>
            </p14:nvContentPartPr>
            <p14:xfrm>
              <a:off x="1792185" y="2605695"/>
              <a:ext cx="501120" cy="697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74A7109-8BED-6598-CAC1-C9E7910522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83185" y="2597055"/>
                <a:ext cx="518760" cy="71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24C6C57-6908-751B-9223-EC3988422596}"/>
              </a:ext>
            </a:extLst>
          </p:cNvPr>
          <p:cNvGrpSpPr/>
          <p:nvPr/>
        </p:nvGrpSpPr>
        <p:grpSpPr>
          <a:xfrm>
            <a:off x="2716665" y="2555295"/>
            <a:ext cx="489600" cy="321480"/>
            <a:chOff x="2716665" y="2555295"/>
            <a:chExt cx="4896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F80A0E-2325-FFBC-1F22-6003A0E5EABC}"/>
                    </a:ext>
                  </a:extLst>
                </p14:cNvPr>
                <p14:cNvContentPartPr/>
                <p14:nvPr/>
              </p14:nvContentPartPr>
              <p14:xfrm>
                <a:off x="2716665" y="2555295"/>
                <a:ext cx="210600" cy="14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F80A0E-2325-FFBC-1F22-6003A0E5EA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08025" y="2546655"/>
                  <a:ext cx="228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86EF8B-D83A-EC07-158C-916665FB245D}"/>
                    </a:ext>
                  </a:extLst>
                </p14:cNvPr>
                <p14:cNvContentPartPr/>
                <p14:nvPr/>
              </p14:nvContentPartPr>
              <p14:xfrm>
                <a:off x="3008265" y="2689215"/>
                <a:ext cx="198000" cy="18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86EF8B-D83A-EC07-158C-916665FB245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9265" y="2680215"/>
                  <a:ext cx="2156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0CDD63-69C5-76A1-A4F3-304B283F7A7F}"/>
              </a:ext>
            </a:extLst>
          </p:cNvPr>
          <p:cNvGrpSpPr/>
          <p:nvPr/>
        </p:nvGrpSpPr>
        <p:grpSpPr>
          <a:xfrm>
            <a:off x="3986745" y="1912695"/>
            <a:ext cx="1344240" cy="531000"/>
            <a:chOff x="3986745" y="1912695"/>
            <a:chExt cx="134424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F089C1-9058-40E5-091D-2816E88C1F0D}"/>
                    </a:ext>
                  </a:extLst>
                </p14:cNvPr>
                <p14:cNvContentPartPr/>
                <p14:nvPr/>
              </p14:nvContentPartPr>
              <p14:xfrm>
                <a:off x="3986745" y="2100615"/>
                <a:ext cx="313560" cy="17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F089C1-9058-40E5-091D-2816E88C1F0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77745" y="2091975"/>
                  <a:ext cx="331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BEEC72-B49C-7443-535B-4F2C8371627A}"/>
                    </a:ext>
                  </a:extLst>
                </p14:cNvPr>
                <p14:cNvContentPartPr/>
                <p14:nvPr/>
              </p14:nvContentPartPr>
              <p14:xfrm>
                <a:off x="4044705" y="2081535"/>
                <a:ext cx="171000" cy="362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BEEC72-B49C-7443-535B-4F2C837162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36065" y="2072895"/>
                  <a:ext cx="1886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F913522-3BCA-2EF1-AE24-AFF67093A407}"/>
                    </a:ext>
                  </a:extLst>
                </p14:cNvPr>
                <p14:cNvContentPartPr/>
                <p14:nvPr/>
              </p14:nvContentPartPr>
              <p14:xfrm>
                <a:off x="4419825" y="1912695"/>
                <a:ext cx="325080" cy="440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F913522-3BCA-2EF1-AE24-AFF67093A4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0825" y="1903695"/>
                  <a:ext cx="3427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A1AA36-AEDC-7511-8733-FC1B379A00C1}"/>
                    </a:ext>
                  </a:extLst>
                </p14:cNvPr>
                <p14:cNvContentPartPr/>
                <p14:nvPr/>
              </p14:nvContentPartPr>
              <p14:xfrm>
                <a:off x="4916265" y="1927455"/>
                <a:ext cx="414720" cy="27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A1AA36-AEDC-7511-8733-FC1B379A00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7625" y="1918815"/>
                  <a:ext cx="43236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B3F04F-422E-D111-6A89-CEB5E9CFBAF5}"/>
              </a:ext>
            </a:extLst>
          </p:cNvPr>
          <p:cNvGrpSpPr/>
          <p:nvPr/>
        </p:nvGrpSpPr>
        <p:grpSpPr>
          <a:xfrm>
            <a:off x="6537705" y="1335615"/>
            <a:ext cx="1955160" cy="686160"/>
            <a:chOff x="6537705" y="1335615"/>
            <a:chExt cx="1955160" cy="68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D24B8D-3C74-10E6-4289-6CD7E331D927}"/>
                    </a:ext>
                  </a:extLst>
                </p14:cNvPr>
                <p14:cNvContentPartPr/>
                <p14:nvPr/>
              </p14:nvContentPartPr>
              <p14:xfrm>
                <a:off x="6537705" y="1707495"/>
                <a:ext cx="366480" cy="31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D24B8D-3C74-10E6-4289-6CD7E331D9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28705" y="1698855"/>
                  <a:ext cx="3841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D83654-F12A-8495-5011-910A321BA6D1}"/>
                    </a:ext>
                  </a:extLst>
                </p14:cNvPr>
                <p14:cNvContentPartPr/>
                <p14:nvPr/>
              </p14:nvContentPartPr>
              <p14:xfrm>
                <a:off x="6990585" y="1514535"/>
                <a:ext cx="460440" cy="475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D83654-F12A-8495-5011-910A321BA6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81945" y="1505535"/>
                  <a:ext cx="4780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D16694-AB9B-BFEB-C40B-02B47D4F54D0}"/>
                    </a:ext>
                  </a:extLst>
                </p14:cNvPr>
                <p14:cNvContentPartPr/>
                <p14:nvPr/>
              </p14:nvContentPartPr>
              <p14:xfrm>
                <a:off x="7523385" y="1554495"/>
                <a:ext cx="235080" cy="301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D16694-AB9B-BFEB-C40B-02B47D4F54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14745" y="1545495"/>
                  <a:ext cx="2527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257DEF-F024-C8F4-2AEB-0F15D84E6186}"/>
                    </a:ext>
                  </a:extLst>
                </p14:cNvPr>
                <p14:cNvContentPartPr/>
                <p14:nvPr/>
              </p14:nvContentPartPr>
              <p14:xfrm>
                <a:off x="7799505" y="1487535"/>
                <a:ext cx="263160" cy="228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257DEF-F024-C8F4-2AEB-0F15D84E61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90865" y="1478895"/>
                  <a:ext cx="280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979F15-1B89-63FB-ADB1-4866F894E12C}"/>
                    </a:ext>
                  </a:extLst>
                </p14:cNvPr>
                <p14:cNvContentPartPr/>
                <p14:nvPr/>
              </p14:nvContentPartPr>
              <p14:xfrm>
                <a:off x="8230065" y="1335615"/>
                <a:ext cx="262800" cy="344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979F15-1B89-63FB-ADB1-4866F894E1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1065" y="1326615"/>
                  <a:ext cx="28044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FD6268-877F-56FA-5881-84D210056300}"/>
              </a:ext>
            </a:extLst>
          </p:cNvPr>
          <p:cNvGrpSpPr/>
          <p:nvPr/>
        </p:nvGrpSpPr>
        <p:grpSpPr>
          <a:xfrm>
            <a:off x="9297105" y="948255"/>
            <a:ext cx="2142360" cy="812520"/>
            <a:chOff x="9297105" y="948255"/>
            <a:chExt cx="214236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C4EE26-5169-F364-DA5C-0B5E655F7F32}"/>
                    </a:ext>
                  </a:extLst>
                </p14:cNvPr>
                <p14:cNvContentPartPr/>
                <p14:nvPr/>
              </p14:nvContentPartPr>
              <p14:xfrm>
                <a:off x="9297105" y="1273695"/>
                <a:ext cx="267840" cy="48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C4EE26-5169-F364-DA5C-0B5E655F7F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88105" y="1264695"/>
                  <a:ext cx="2854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D3CF99-A3EB-5E62-D6CD-71C57A2D0ED2}"/>
                    </a:ext>
                  </a:extLst>
                </p14:cNvPr>
                <p14:cNvContentPartPr/>
                <p14:nvPr/>
              </p14:nvContentPartPr>
              <p14:xfrm>
                <a:off x="9414825" y="1435695"/>
                <a:ext cx="266760" cy="164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D3CF99-A3EB-5E62-D6CD-71C57A2D0E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05825" y="1427055"/>
                  <a:ext cx="284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B81F10-84DD-DC98-95C5-45175C9A9CA0}"/>
                    </a:ext>
                  </a:extLst>
                </p14:cNvPr>
                <p14:cNvContentPartPr/>
                <p14:nvPr/>
              </p14:nvContentPartPr>
              <p14:xfrm>
                <a:off x="9711825" y="1145175"/>
                <a:ext cx="308880" cy="304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B81F10-84DD-DC98-95C5-45175C9A9C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03185" y="1136175"/>
                  <a:ext cx="326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51B16E-F545-2FD8-B033-339282526762}"/>
                    </a:ext>
                  </a:extLst>
                </p14:cNvPr>
                <p14:cNvContentPartPr/>
                <p14:nvPr/>
              </p14:nvContentPartPr>
              <p14:xfrm>
                <a:off x="10031145" y="1140135"/>
                <a:ext cx="280080" cy="191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51B16E-F545-2FD8-B033-3392825267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22145" y="1131135"/>
                  <a:ext cx="297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B796E0-528D-DF9A-7792-6F9857738F45}"/>
                    </a:ext>
                  </a:extLst>
                </p14:cNvPr>
                <p14:cNvContentPartPr/>
                <p14:nvPr/>
              </p14:nvContentPartPr>
              <p14:xfrm>
                <a:off x="10241025" y="998295"/>
                <a:ext cx="573120" cy="302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B796E0-528D-DF9A-7792-6F9857738F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32385" y="989295"/>
                  <a:ext cx="590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56BB7D-F367-44BD-1DE7-49B2C0A2E167}"/>
                    </a:ext>
                  </a:extLst>
                </p14:cNvPr>
                <p14:cNvContentPartPr/>
                <p14:nvPr/>
              </p14:nvContentPartPr>
              <p14:xfrm>
                <a:off x="10893705" y="948255"/>
                <a:ext cx="405000" cy="281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56BB7D-F367-44BD-1DE7-49B2C0A2E1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85065" y="939255"/>
                  <a:ext cx="422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80F45A-480F-4FEF-9A6B-2E305611326A}"/>
                    </a:ext>
                  </a:extLst>
                </p14:cNvPr>
                <p14:cNvContentPartPr/>
                <p14:nvPr/>
              </p14:nvContentPartPr>
              <p14:xfrm>
                <a:off x="11426505" y="969135"/>
                <a:ext cx="12960" cy="4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80F45A-480F-4FEF-9A6B-2E30561132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17505" y="960495"/>
                  <a:ext cx="306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61197F5-7402-5D68-4A01-8EBF86AEF989}"/>
              </a:ext>
            </a:extLst>
          </p:cNvPr>
          <p:cNvGrpSpPr/>
          <p:nvPr/>
        </p:nvGrpSpPr>
        <p:grpSpPr>
          <a:xfrm>
            <a:off x="4740945" y="2891535"/>
            <a:ext cx="5724720" cy="2514240"/>
            <a:chOff x="4740945" y="2891535"/>
            <a:chExt cx="5724720" cy="251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8F581E-DD65-CD2B-8DAB-BB8B2BB347D1}"/>
                    </a:ext>
                  </a:extLst>
                </p14:cNvPr>
                <p14:cNvContentPartPr/>
                <p14:nvPr/>
              </p14:nvContentPartPr>
              <p14:xfrm>
                <a:off x="6766305" y="2964975"/>
                <a:ext cx="325800" cy="2226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8F581E-DD65-CD2B-8DAB-BB8B2BB347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57665" y="2955975"/>
                  <a:ext cx="343440" cy="22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F50904-A029-B462-C677-430AFC8E90D7}"/>
                    </a:ext>
                  </a:extLst>
                </p14:cNvPr>
                <p14:cNvContentPartPr/>
                <p14:nvPr/>
              </p14:nvContentPartPr>
              <p14:xfrm>
                <a:off x="4740945" y="3239655"/>
                <a:ext cx="5724720" cy="1280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F50904-A029-B462-C677-430AFC8E90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1945" y="3230655"/>
                  <a:ext cx="5742360" cy="12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799F32-4C86-90AA-6493-99E1BE33236B}"/>
                    </a:ext>
                  </a:extLst>
                </p14:cNvPr>
                <p14:cNvContentPartPr/>
                <p14:nvPr/>
              </p14:nvContentPartPr>
              <p14:xfrm>
                <a:off x="5465625" y="2891535"/>
                <a:ext cx="3030120" cy="2514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799F32-4C86-90AA-6493-99E1BE3323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56625" y="2882895"/>
                  <a:ext cx="3047760" cy="253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5D698BB-A8AB-3D03-A869-95000A7F159D}"/>
                  </a:ext>
                </a:extLst>
              </p14:cNvPr>
              <p14:cNvContentPartPr/>
              <p14:nvPr/>
            </p14:nvContentPartPr>
            <p14:xfrm>
              <a:off x="11768145" y="5583750"/>
              <a:ext cx="7200" cy="230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5D698BB-A8AB-3D03-A869-95000A7F159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762025" y="5577630"/>
                <a:ext cx="194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DE5846D-7591-7478-A6B0-6332A900F630}"/>
                  </a:ext>
                </a:extLst>
              </p14:cNvPr>
              <p14:cNvContentPartPr/>
              <p14:nvPr/>
            </p14:nvContentPartPr>
            <p14:xfrm>
              <a:off x="5460945" y="2284935"/>
              <a:ext cx="117000" cy="749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DE5846D-7591-7478-A6B0-6332A900F63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54825" y="2278815"/>
                <a:ext cx="12924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6B8493D-AF40-CDA8-1FB9-63CD612B7284}"/>
                  </a:ext>
                </a:extLst>
              </p14:cNvPr>
              <p14:cNvContentPartPr/>
              <p14:nvPr/>
            </p14:nvContentPartPr>
            <p14:xfrm>
              <a:off x="5494065" y="1834215"/>
              <a:ext cx="274320" cy="315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6B8493D-AF40-CDA8-1FB9-63CD612B728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7945" y="1828095"/>
                <a:ext cx="2865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8F5694B-4695-4E80-DAA6-435DF41F23EC}"/>
                  </a:ext>
                </a:extLst>
              </p14:cNvPr>
              <p14:cNvContentPartPr/>
              <p14:nvPr/>
            </p14:nvContentPartPr>
            <p14:xfrm>
              <a:off x="5490825" y="1801455"/>
              <a:ext cx="308520" cy="375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8F5694B-4695-4E80-DAA6-435DF41F23E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84705" y="1795335"/>
                <a:ext cx="3207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F407873-0D92-5CE6-CF1E-6812E01811B1}"/>
                  </a:ext>
                </a:extLst>
              </p14:cNvPr>
              <p14:cNvContentPartPr/>
              <p14:nvPr/>
            </p14:nvContentPartPr>
            <p14:xfrm>
              <a:off x="6875025" y="3304455"/>
              <a:ext cx="20880" cy="20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F407873-0D92-5CE6-CF1E-6812E01811B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68905" y="3298335"/>
                <a:ext cx="33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3B5CA8D-16C8-8368-E4B2-6D161FDAAF13}"/>
                  </a:ext>
                </a:extLst>
              </p14:cNvPr>
              <p14:cNvContentPartPr/>
              <p14:nvPr/>
            </p14:nvContentPartPr>
            <p14:xfrm>
              <a:off x="7037385" y="3387615"/>
              <a:ext cx="115920" cy="146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3B5CA8D-16C8-8368-E4B2-6D161FDAAF1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31265" y="3381495"/>
                <a:ext cx="1281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1DAE186-8112-6606-D125-E6041BDFD5EC}"/>
                  </a:ext>
                </a:extLst>
              </p14:cNvPr>
              <p14:cNvContentPartPr/>
              <p14:nvPr/>
            </p14:nvContentPartPr>
            <p14:xfrm>
              <a:off x="7439505" y="3749775"/>
              <a:ext cx="210600" cy="151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1DAE186-8112-6606-D125-E6041BDFD5E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33385" y="3743655"/>
                <a:ext cx="2228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6711740-582D-0814-5D99-7DFCFD07642F}"/>
                  </a:ext>
                </a:extLst>
              </p14:cNvPr>
              <p14:cNvContentPartPr/>
              <p14:nvPr/>
            </p14:nvContentPartPr>
            <p14:xfrm>
              <a:off x="4846425" y="3349095"/>
              <a:ext cx="142920" cy="65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6711740-582D-0814-5D99-7DFCFD07642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40305" y="3342975"/>
                <a:ext cx="1551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D23C5E1-47DB-4E90-1428-5FF092198953}"/>
                  </a:ext>
                </a:extLst>
              </p14:cNvPr>
              <p14:cNvContentPartPr/>
              <p14:nvPr/>
            </p14:nvContentPartPr>
            <p14:xfrm>
              <a:off x="5318745" y="3553215"/>
              <a:ext cx="259200" cy="138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D23C5E1-47DB-4E90-1428-5FF09219895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12625" y="3547095"/>
                <a:ext cx="2714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BE5434D-8558-9910-E279-F832155E6ED4}"/>
                  </a:ext>
                </a:extLst>
              </p14:cNvPr>
              <p14:cNvContentPartPr/>
              <p14:nvPr/>
            </p14:nvContentPartPr>
            <p14:xfrm>
              <a:off x="5845065" y="3846615"/>
              <a:ext cx="225360" cy="109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BE5434D-8558-9910-E279-F832155E6ED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38945" y="3840495"/>
                <a:ext cx="237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578E7C8-1D36-1852-8898-9EC971F56D65}"/>
                  </a:ext>
                </a:extLst>
              </p14:cNvPr>
              <p14:cNvContentPartPr/>
              <p14:nvPr/>
            </p14:nvContentPartPr>
            <p14:xfrm>
              <a:off x="5511345" y="3629535"/>
              <a:ext cx="27720" cy="59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578E7C8-1D36-1852-8898-9EC971F56D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05225" y="3623415"/>
                <a:ext cx="399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6B5D0CF-2482-775C-DBD4-96C2D1E3FBF3}"/>
                  </a:ext>
                </a:extLst>
              </p14:cNvPr>
              <p14:cNvContentPartPr/>
              <p14:nvPr/>
            </p14:nvContentPartPr>
            <p14:xfrm>
              <a:off x="5826705" y="2593455"/>
              <a:ext cx="202680" cy="100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6B5D0CF-2482-775C-DBD4-96C2D1E3FBF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20585" y="2587335"/>
                <a:ext cx="2149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8519ED9-4B14-467A-9EAD-4E12C475F56B}"/>
                  </a:ext>
                </a:extLst>
              </p14:cNvPr>
              <p14:cNvContentPartPr/>
              <p14:nvPr/>
            </p14:nvContentPartPr>
            <p14:xfrm>
              <a:off x="6315945" y="2928975"/>
              <a:ext cx="91800" cy="950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8519ED9-4B14-467A-9EAD-4E12C475F56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309825" y="2922855"/>
                <a:ext cx="104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B389938-3AFC-1267-537F-29FBA809D374}"/>
                  </a:ext>
                </a:extLst>
              </p14:cNvPr>
              <p14:cNvContentPartPr/>
              <p14:nvPr/>
            </p14:nvContentPartPr>
            <p14:xfrm>
              <a:off x="4837065" y="2456655"/>
              <a:ext cx="1416600" cy="905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B389938-3AFC-1267-537F-29FBA809D37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30945" y="2450535"/>
                <a:ext cx="1428840" cy="9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F5DA399-66A0-F392-CB52-37009B369179}"/>
                  </a:ext>
                </a:extLst>
              </p14:cNvPr>
              <p14:cNvContentPartPr/>
              <p14:nvPr/>
            </p14:nvContentPartPr>
            <p14:xfrm>
              <a:off x="7965465" y="2874255"/>
              <a:ext cx="398160" cy="118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F5DA399-66A0-F392-CB52-37009B36917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59345" y="2868135"/>
                <a:ext cx="410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81E0A17-C6E4-BC99-5C89-376A70B84AB9}"/>
                  </a:ext>
                </a:extLst>
              </p14:cNvPr>
              <p14:cNvContentPartPr/>
              <p14:nvPr/>
            </p14:nvContentPartPr>
            <p14:xfrm>
              <a:off x="8156265" y="2851575"/>
              <a:ext cx="147960" cy="294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81E0A17-C6E4-BC99-5C89-376A70B84A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150145" y="2845455"/>
                <a:ext cx="1602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FC6B1CA-F40C-B85A-6A7A-5A40793DD0AF}"/>
                  </a:ext>
                </a:extLst>
              </p14:cNvPr>
              <p14:cNvContentPartPr/>
              <p14:nvPr/>
            </p14:nvContentPartPr>
            <p14:xfrm>
              <a:off x="8410065" y="2817735"/>
              <a:ext cx="288360" cy="1267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FC6B1CA-F40C-B85A-6A7A-5A40793DD0A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03945" y="2811615"/>
                <a:ext cx="3006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E652079-1F41-8801-546A-B4EB9BD8BBAA}"/>
                  </a:ext>
                </a:extLst>
              </p14:cNvPr>
              <p14:cNvContentPartPr/>
              <p14:nvPr/>
            </p14:nvContentPartPr>
            <p14:xfrm>
              <a:off x="8823705" y="2705775"/>
              <a:ext cx="145440" cy="19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E652079-1F41-8801-546A-B4EB9BD8BBA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817585" y="2699655"/>
                <a:ext cx="157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38999EA-BA2F-F64C-9AC9-15A4B13A6240}"/>
                  </a:ext>
                </a:extLst>
              </p14:cNvPr>
              <p14:cNvContentPartPr/>
              <p14:nvPr/>
            </p14:nvContentPartPr>
            <p14:xfrm>
              <a:off x="8886705" y="2947335"/>
              <a:ext cx="75960" cy="47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38999EA-BA2F-F64C-9AC9-15A4B13A624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880585" y="2941215"/>
                <a:ext cx="882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B696473-CFF3-1636-0763-8AABB71C1638}"/>
                  </a:ext>
                </a:extLst>
              </p14:cNvPr>
              <p14:cNvContentPartPr/>
              <p14:nvPr/>
            </p14:nvContentPartPr>
            <p14:xfrm>
              <a:off x="4760385" y="4035615"/>
              <a:ext cx="182160" cy="1155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B696473-CFF3-1636-0763-8AABB71C163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754265" y="4029495"/>
                <a:ext cx="194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850BF0-8B32-1C6B-93DB-A383208BA31A}"/>
                  </a:ext>
                </a:extLst>
              </p14:cNvPr>
              <p14:cNvContentPartPr/>
              <p14:nvPr/>
            </p14:nvContentPartPr>
            <p14:xfrm>
              <a:off x="4831305" y="4091415"/>
              <a:ext cx="163800" cy="1854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850BF0-8B32-1C6B-93DB-A383208BA31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25185" y="4085295"/>
                <a:ext cx="176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088F076-21CF-2DED-7C09-EAB2E2F93F79}"/>
                  </a:ext>
                </a:extLst>
              </p14:cNvPr>
              <p14:cNvContentPartPr/>
              <p14:nvPr/>
            </p14:nvContentPartPr>
            <p14:xfrm>
              <a:off x="5367345" y="4343415"/>
              <a:ext cx="6120" cy="19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088F076-21CF-2DED-7C09-EAB2E2F93F7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61225" y="4337295"/>
                <a:ext cx="183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894D7DE-79CA-7D53-3176-33AA3E550408}"/>
                  </a:ext>
                </a:extLst>
              </p14:cNvPr>
              <p14:cNvContentPartPr/>
              <p14:nvPr/>
            </p14:nvContentPartPr>
            <p14:xfrm>
              <a:off x="5750385" y="4907175"/>
              <a:ext cx="96480" cy="168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894D7DE-79CA-7D53-3176-33AA3E5504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44265" y="4901055"/>
                <a:ext cx="108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A761415-6A4A-9B78-1257-A71A0366E166}"/>
                  </a:ext>
                </a:extLst>
              </p14:cNvPr>
              <p14:cNvContentPartPr/>
              <p14:nvPr/>
            </p14:nvContentPartPr>
            <p14:xfrm>
              <a:off x="5646345" y="5165295"/>
              <a:ext cx="24480" cy="81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A761415-6A4A-9B78-1257-A71A0366E16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40225" y="5159175"/>
                <a:ext cx="367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A54716C-15D3-1800-18EC-0C1B700FE767}"/>
                  </a:ext>
                </a:extLst>
              </p14:cNvPr>
              <p14:cNvContentPartPr/>
              <p14:nvPr/>
            </p14:nvContentPartPr>
            <p14:xfrm>
              <a:off x="7431585" y="3526350"/>
              <a:ext cx="369720" cy="302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A54716C-15D3-1800-18EC-0C1B700FE76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25465" y="3520230"/>
                <a:ext cx="381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4226849-CE5D-2F7F-948D-14DF2B1F689D}"/>
                  </a:ext>
                </a:extLst>
              </p14:cNvPr>
              <p14:cNvContentPartPr/>
              <p14:nvPr/>
            </p14:nvContentPartPr>
            <p14:xfrm>
              <a:off x="7674945" y="3457230"/>
              <a:ext cx="138600" cy="2872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4226849-CE5D-2F7F-948D-14DF2B1F689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68825" y="3451110"/>
                <a:ext cx="1508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B82F542-2B0F-BF09-F7D4-27F207BBDFA1}"/>
                  </a:ext>
                </a:extLst>
              </p14:cNvPr>
              <p14:cNvContentPartPr/>
              <p14:nvPr/>
            </p14:nvContentPartPr>
            <p14:xfrm>
              <a:off x="7912545" y="3286590"/>
              <a:ext cx="1264680" cy="790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B82F542-2B0F-BF09-F7D4-27F207BBDFA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906425" y="3280470"/>
                <a:ext cx="127692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E738FDE-8792-E863-0AA0-54642232F763}"/>
                  </a:ext>
                </a:extLst>
              </p14:cNvPr>
              <p14:cNvContentPartPr/>
              <p14:nvPr/>
            </p14:nvContentPartPr>
            <p14:xfrm>
              <a:off x="9438585" y="2533695"/>
              <a:ext cx="219960" cy="179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E738FDE-8792-E863-0AA0-54642232F7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432465" y="2527575"/>
                <a:ext cx="232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5A54A8-1B00-9170-8C9A-144F952CBA2A}"/>
                  </a:ext>
                </a:extLst>
              </p14:cNvPr>
              <p14:cNvContentPartPr/>
              <p14:nvPr/>
            </p14:nvContentPartPr>
            <p14:xfrm>
              <a:off x="9589065" y="2546295"/>
              <a:ext cx="84240" cy="100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5A54A8-1B00-9170-8C9A-144F952CBA2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82945" y="2540175"/>
                <a:ext cx="964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BA34FA7-A0BE-7479-7DEC-114AEFACC0CA}"/>
                  </a:ext>
                </a:extLst>
              </p14:cNvPr>
              <p14:cNvContentPartPr/>
              <p14:nvPr/>
            </p14:nvContentPartPr>
            <p14:xfrm>
              <a:off x="9790665" y="2469975"/>
              <a:ext cx="40320" cy="82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BA34FA7-A0BE-7479-7DEC-114AEFACC0C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784545" y="2463855"/>
                <a:ext cx="525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526FAE6-185B-F216-0EE6-B463ECBB5A25}"/>
                  </a:ext>
                </a:extLst>
              </p14:cNvPr>
              <p14:cNvContentPartPr/>
              <p14:nvPr/>
            </p14:nvContentPartPr>
            <p14:xfrm>
              <a:off x="9419865" y="2742270"/>
              <a:ext cx="434160" cy="3996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526FAE6-185B-F216-0EE6-B463ECBB5A2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413745" y="2736150"/>
                <a:ext cx="4464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1E6EFE8-B53E-7073-668E-85DA3921CA24}"/>
                  </a:ext>
                </a:extLst>
              </p14:cNvPr>
              <p14:cNvContentPartPr/>
              <p14:nvPr/>
            </p14:nvContentPartPr>
            <p14:xfrm>
              <a:off x="9775905" y="2474790"/>
              <a:ext cx="312120" cy="206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1E6EFE8-B53E-7073-668E-85DA3921CA2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769785" y="2468670"/>
                <a:ext cx="3243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22BD19E-F10D-7602-DBED-FFB31528D766}"/>
                  </a:ext>
                </a:extLst>
              </p14:cNvPr>
              <p14:cNvContentPartPr/>
              <p14:nvPr/>
            </p14:nvContentPartPr>
            <p14:xfrm>
              <a:off x="9932505" y="2521230"/>
              <a:ext cx="64440" cy="2030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22BD19E-F10D-7602-DBED-FFB31528D76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26385" y="2515110"/>
                <a:ext cx="766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D0DDFE2-1D91-A5D8-77D4-272EBA4FF852}"/>
                  </a:ext>
                </a:extLst>
              </p14:cNvPr>
              <p14:cNvContentPartPr/>
              <p14:nvPr/>
            </p14:nvContentPartPr>
            <p14:xfrm>
              <a:off x="10172625" y="2686110"/>
              <a:ext cx="412920" cy="2253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D0DDFE2-1D91-A5D8-77D4-272EBA4FF85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166505" y="2679990"/>
                <a:ext cx="4251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C8345D0-96AB-D091-64B9-BD821B9085B1}"/>
                  </a:ext>
                </a:extLst>
              </p14:cNvPr>
              <p14:cNvContentPartPr/>
              <p14:nvPr/>
            </p14:nvContentPartPr>
            <p14:xfrm>
              <a:off x="10478265" y="2455350"/>
              <a:ext cx="173520" cy="250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C8345D0-96AB-D091-64B9-BD821B9085B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472145" y="2449230"/>
                <a:ext cx="1857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81FFC6-B2E9-AFCB-DF5E-469C26C2227B}"/>
                  </a:ext>
                </a:extLst>
              </p14:cNvPr>
              <p14:cNvContentPartPr/>
              <p14:nvPr/>
            </p14:nvContentPartPr>
            <p14:xfrm>
              <a:off x="10499505" y="2529510"/>
              <a:ext cx="133920" cy="142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81FFC6-B2E9-AFCB-DF5E-469C26C2227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493385" y="2523390"/>
                <a:ext cx="1461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474A555-83A6-1A7B-3670-936AAA9D2217}"/>
                  </a:ext>
                </a:extLst>
              </p14:cNvPr>
              <p14:cNvContentPartPr/>
              <p14:nvPr/>
            </p14:nvContentPartPr>
            <p14:xfrm>
              <a:off x="10700745" y="2287590"/>
              <a:ext cx="302760" cy="328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474A555-83A6-1A7B-3670-936AAA9D221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694625" y="2281470"/>
                <a:ext cx="3150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B5EC8FB-A81B-B3E6-B3E1-37B5A0B6C80E}"/>
                  </a:ext>
                </a:extLst>
              </p14:cNvPr>
              <p14:cNvContentPartPr/>
              <p14:nvPr/>
            </p14:nvContentPartPr>
            <p14:xfrm>
              <a:off x="10978305" y="2004990"/>
              <a:ext cx="109080" cy="1116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B5EC8FB-A81B-B3E6-B3E1-37B5A0B6C80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972185" y="1998870"/>
                <a:ext cx="121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2D833F1-598D-A4CF-182F-89F4AABBB5F6}"/>
                  </a:ext>
                </a:extLst>
              </p14:cNvPr>
              <p14:cNvContentPartPr/>
              <p14:nvPr/>
            </p14:nvContentPartPr>
            <p14:xfrm>
              <a:off x="11156505" y="2152950"/>
              <a:ext cx="110160" cy="119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2D833F1-598D-A4CF-182F-89F4AABBB5F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150385" y="2146830"/>
                <a:ext cx="1224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9757404-2820-C47B-B3C8-4C4AF0F01FAE}"/>
                  </a:ext>
                </a:extLst>
              </p14:cNvPr>
              <p14:cNvContentPartPr/>
              <p14:nvPr/>
            </p14:nvContentPartPr>
            <p14:xfrm>
              <a:off x="11363505" y="1661190"/>
              <a:ext cx="215280" cy="3952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9757404-2820-C47B-B3C8-4C4AF0F01FA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357385" y="1655070"/>
                <a:ext cx="2275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68C42DD-06E2-6933-4748-B6013B03FD17}"/>
                  </a:ext>
                </a:extLst>
              </p14:cNvPr>
              <p14:cNvContentPartPr/>
              <p14:nvPr/>
            </p14:nvContentPartPr>
            <p14:xfrm>
              <a:off x="11730345" y="1876110"/>
              <a:ext cx="14040" cy="324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68C42DD-06E2-6933-4748-B6013B03FD1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724225" y="1869990"/>
                <a:ext cx="26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C397E09-BAE2-F0AF-D7B2-1D74C645FB06}"/>
                  </a:ext>
                </a:extLst>
              </p14:cNvPr>
              <p14:cNvContentPartPr/>
              <p14:nvPr/>
            </p14:nvContentPartPr>
            <p14:xfrm>
              <a:off x="9218265" y="2818590"/>
              <a:ext cx="325080" cy="6886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C397E09-BAE2-F0AF-D7B2-1D74C645FB0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212145" y="2812470"/>
                <a:ext cx="33732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6AD9496-DD34-EB4C-68CE-62611CBBCA44}"/>
                  </a:ext>
                </a:extLst>
              </p14:cNvPr>
              <p14:cNvContentPartPr/>
              <p14:nvPr/>
            </p14:nvContentPartPr>
            <p14:xfrm>
              <a:off x="9177945" y="1300110"/>
              <a:ext cx="2907000" cy="14274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6AD9496-DD34-EB4C-68CE-62611CBBCA4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171825" y="1293990"/>
                <a:ext cx="2919240" cy="14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AC8D498-F308-A5B5-E74D-EBC35C1F7D33}"/>
                  </a:ext>
                </a:extLst>
              </p14:cNvPr>
              <p14:cNvContentPartPr/>
              <p14:nvPr/>
            </p14:nvContentPartPr>
            <p14:xfrm>
              <a:off x="9700305" y="2480190"/>
              <a:ext cx="2318760" cy="11124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AC8D498-F308-A5B5-E74D-EBC35C1F7D3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694185" y="2474070"/>
                <a:ext cx="2331000" cy="11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D4446FA-B0AE-9C0C-CA82-691A2534CEAE}"/>
                  </a:ext>
                </a:extLst>
              </p14:cNvPr>
              <p14:cNvContentPartPr/>
              <p14:nvPr/>
            </p14:nvContentPartPr>
            <p14:xfrm>
              <a:off x="10414905" y="2861790"/>
              <a:ext cx="51840" cy="324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D4446FA-B0AE-9C0C-CA82-691A2534CEA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408785" y="2855670"/>
                <a:ext cx="64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3C7414B-AF9D-3242-31A3-92A37F3DDA6F}"/>
                  </a:ext>
                </a:extLst>
              </p14:cNvPr>
              <p14:cNvContentPartPr/>
              <p14:nvPr/>
            </p14:nvContentPartPr>
            <p14:xfrm>
              <a:off x="10865265" y="5978670"/>
              <a:ext cx="12960" cy="64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3C7414B-AF9D-3242-31A3-92A37F3DDA6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859145" y="5972550"/>
                <a:ext cx="252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C40BEE4B-E4B5-51E2-E91F-8FE67BC98873}"/>
                  </a:ext>
                </a:extLst>
              </p14:cNvPr>
              <p14:cNvContentPartPr/>
              <p14:nvPr/>
            </p14:nvContentPartPr>
            <p14:xfrm>
              <a:off x="10585185" y="2713470"/>
              <a:ext cx="14040" cy="213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C40BEE4B-E4B5-51E2-E91F-8FE67BC9887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579065" y="2707350"/>
                <a:ext cx="2628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100D14-528F-B5D0-C620-31E313C08B6A}"/>
              </a:ext>
            </a:extLst>
          </p:cNvPr>
          <p:cNvGrpSpPr/>
          <p:nvPr/>
        </p:nvGrpSpPr>
        <p:grpSpPr>
          <a:xfrm>
            <a:off x="6462465" y="4140735"/>
            <a:ext cx="5644080" cy="2837520"/>
            <a:chOff x="6462465" y="4140735"/>
            <a:chExt cx="5644080" cy="28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3013ED-6606-3F03-0FE5-620C5DB8A01D}"/>
                    </a:ext>
                  </a:extLst>
                </p14:cNvPr>
                <p14:cNvContentPartPr/>
                <p14:nvPr/>
              </p14:nvContentPartPr>
              <p14:xfrm>
                <a:off x="6462465" y="4224615"/>
                <a:ext cx="222120" cy="115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3013ED-6606-3F03-0FE5-620C5DB8A0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56345" y="4218495"/>
                  <a:ext cx="23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1AFAC1-44CE-0ECD-CF21-95DE6278AFC1}"/>
                    </a:ext>
                  </a:extLst>
                </p14:cNvPr>
                <p14:cNvContentPartPr/>
                <p14:nvPr/>
              </p14:nvContentPartPr>
              <p14:xfrm>
                <a:off x="6900225" y="4420455"/>
                <a:ext cx="136440" cy="126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1AFAC1-44CE-0ECD-CF21-95DE6278AF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94105" y="4414335"/>
                  <a:ext cx="148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0697B5-69EC-7040-3682-70A53530843C}"/>
                    </a:ext>
                  </a:extLst>
                </p14:cNvPr>
                <p14:cNvContentPartPr/>
                <p14:nvPr/>
              </p14:nvContentPartPr>
              <p14:xfrm>
                <a:off x="6463185" y="4208415"/>
                <a:ext cx="423720" cy="351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0697B5-69EC-7040-3682-70A5353084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57065" y="4202295"/>
                  <a:ext cx="435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077B22-FB20-25F5-9AF2-2A997432C929}"/>
                    </a:ext>
                  </a:extLst>
                </p14:cNvPr>
                <p14:cNvContentPartPr/>
                <p14:nvPr/>
              </p14:nvContentPartPr>
              <p14:xfrm>
                <a:off x="7351665" y="4722135"/>
                <a:ext cx="586800" cy="426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077B22-FB20-25F5-9AF2-2A997432C92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45545" y="4716015"/>
                  <a:ext cx="599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AC72DC-2178-3F3A-2DBF-EBFE9AC3F5A7}"/>
                    </a:ext>
                  </a:extLst>
                </p14:cNvPr>
                <p14:cNvContentPartPr/>
                <p14:nvPr/>
              </p14:nvContentPartPr>
              <p14:xfrm>
                <a:off x="7326465" y="4694055"/>
                <a:ext cx="143280" cy="107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AC72DC-2178-3F3A-2DBF-EBFE9AC3F5A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20345" y="4687935"/>
                  <a:ext cx="1555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0AE2E9-F379-DF08-E9D8-74B72D055156}"/>
                    </a:ext>
                  </a:extLst>
                </p14:cNvPr>
                <p14:cNvContentPartPr/>
                <p14:nvPr/>
              </p14:nvContentPartPr>
              <p14:xfrm>
                <a:off x="7714905" y="5276535"/>
                <a:ext cx="241560" cy="10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40AE2E9-F379-DF08-E9D8-74B72D05515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08785" y="5270415"/>
                  <a:ext cx="253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1B080B-5BDF-5464-8FC2-43B9B9557074}"/>
                    </a:ext>
                  </a:extLst>
                </p14:cNvPr>
                <p14:cNvContentPartPr/>
                <p14:nvPr/>
              </p14:nvContentPartPr>
              <p14:xfrm>
                <a:off x="7921905" y="4140735"/>
                <a:ext cx="274680" cy="248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1B080B-5BDF-5464-8FC2-43B9B955707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15785" y="4134615"/>
                  <a:ext cx="286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31995D-86B0-61FB-086B-00B13FFCF7CC}"/>
                    </a:ext>
                  </a:extLst>
                </p14:cNvPr>
                <p14:cNvContentPartPr/>
                <p14:nvPr/>
              </p14:nvContentPartPr>
              <p14:xfrm>
                <a:off x="8371185" y="4581015"/>
                <a:ext cx="131760" cy="5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31995D-86B0-61FB-086B-00B13FFCF7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65065" y="4574895"/>
                  <a:ext cx="144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41A4937-8D2D-D090-CCE0-91A6ECB84D92}"/>
                    </a:ext>
                  </a:extLst>
                </p14:cNvPr>
                <p14:cNvContentPartPr/>
                <p14:nvPr/>
              </p14:nvContentPartPr>
              <p14:xfrm>
                <a:off x="8805345" y="4984215"/>
                <a:ext cx="81360" cy="110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41A4937-8D2D-D090-CCE0-91A6ECB84D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99225" y="4978095"/>
                  <a:ext cx="93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274F65-3E36-65AF-601A-A779DF108042}"/>
                    </a:ext>
                  </a:extLst>
                </p14:cNvPr>
                <p14:cNvContentPartPr/>
                <p14:nvPr/>
              </p14:nvContentPartPr>
              <p14:xfrm>
                <a:off x="8253465" y="4896735"/>
                <a:ext cx="6444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274F65-3E36-65AF-601A-A779DF1080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47345" y="4890615"/>
                  <a:ext cx="76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94F60B-7D85-5708-9DD7-FC878C1706AB}"/>
                    </a:ext>
                  </a:extLst>
                </p14:cNvPr>
                <p14:cNvContentPartPr/>
                <p14:nvPr/>
              </p14:nvContentPartPr>
              <p14:xfrm>
                <a:off x="8073465" y="4773615"/>
                <a:ext cx="1209960" cy="1100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94F60B-7D85-5708-9DD7-FC878C1706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67345" y="4767495"/>
                  <a:ext cx="1222200" cy="11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E4260B5-6B08-09B9-1568-7FAD80FD7A94}"/>
                    </a:ext>
                  </a:extLst>
                </p14:cNvPr>
                <p14:cNvContentPartPr/>
                <p14:nvPr/>
              </p14:nvContentPartPr>
              <p14:xfrm>
                <a:off x="8391705" y="5303175"/>
                <a:ext cx="1026720" cy="167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E4260B5-6B08-09B9-1568-7FAD80FD7A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85585" y="5297055"/>
                  <a:ext cx="1038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1D7D105-BB03-77E9-5F41-C836ECD53FEE}"/>
                    </a:ext>
                  </a:extLst>
                </p14:cNvPr>
                <p14:cNvContentPartPr/>
                <p14:nvPr/>
              </p14:nvContentPartPr>
              <p14:xfrm>
                <a:off x="9657105" y="5251335"/>
                <a:ext cx="334080" cy="307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1D7D105-BB03-77E9-5F41-C836ECD53F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50985" y="5245215"/>
                  <a:ext cx="34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DC041C3-1746-BDC8-67E2-E6C1979F2B16}"/>
                    </a:ext>
                  </a:extLst>
                </p14:cNvPr>
                <p14:cNvContentPartPr/>
                <p14:nvPr/>
              </p14:nvContentPartPr>
              <p14:xfrm>
                <a:off x="9931785" y="5016975"/>
                <a:ext cx="305280" cy="147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DC041C3-1746-BDC8-67E2-E6C1979F2B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25665" y="5010855"/>
                  <a:ext cx="317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5C18DBD-31F6-3B40-38BA-8831826610D5}"/>
                    </a:ext>
                  </a:extLst>
                </p14:cNvPr>
                <p14:cNvContentPartPr/>
                <p14:nvPr/>
              </p14:nvContentPartPr>
              <p14:xfrm>
                <a:off x="10104945" y="4999695"/>
                <a:ext cx="48240" cy="314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5C18DBD-31F6-3B40-38BA-8831826610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98825" y="4993575"/>
                  <a:ext cx="60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844D809-2260-1AC1-DD76-BB78EBDBA962}"/>
                    </a:ext>
                  </a:extLst>
                </p14:cNvPr>
                <p14:cNvContentPartPr/>
                <p14:nvPr/>
              </p14:nvContentPartPr>
              <p14:xfrm>
                <a:off x="10293225" y="5183655"/>
                <a:ext cx="303480" cy="164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844D809-2260-1AC1-DD76-BB78EBDBA96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287105" y="5177535"/>
                  <a:ext cx="315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9BC97F9-C638-F595-247D-3F7E03AE01FC}"/>
                    </a:ext>
                  </a:extLst>
                </p14:cNvPr>
                <p14:cNvContentPartPr/>
                <p14:nvPr/>
              </p14:nvContentPartPr>
              <p14:xfrm>
                <a:off x="9932505" y="4997535"/>
                <a:ext cx="218520" cy="199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9BC97F9-C638-F595-247D-3F7E03AE01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26385" y="4991415"/>
                  <a:ext cx="230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6CA44C-69AF-7C78-7F83-9881194D2222}"/>
                    </a:ext>
                  </a:extLst>
                </p14:cNvPr>
                <p14:cNvContentPartPr/>
                <p14:nvPr/>
              </p14:nvContentPartPr>
              <p14:xfrm>
                <a:off x="10085865" y="5097255"/>
                <a:ext cx="53640" cy="279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6CA44C-69AF-7C78-7F83-9881194D22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79745" y="5091135"/>
                  <a:ext cx="65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59549B-2ADB-36BF-E0EA-0A8185136ED1}"/>
                    </a:ext>
                  </a:extLst>
                </p14:cNvPr>
                <p14:cNvContentPartPr/>
                <p14:nvPr/>
              </p14:nvContentPartPr>
              <p14:xfrm>
                <a:off x="10675545" y="4980255"/>
                <a:ext cx="336240" cy="19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59549B-2ADB-36BF-E0EA-0A8185136E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69425" y="4974135"/>
                  <a:ext cx="348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48E046-4004-C5FA-BF91-F30AF9A274A6}"/>
                    </a:ext>
                  </a:extLst>
                </p14:cNvPr>
                <p14:cNvContentPartPr/>
                <p14:nvPr/>
              </p14:nvContentPartPr>
              <p14:xfrm>
                <a:off x="10810905" y="5037855"/>
                <a:ext cx="65160" cy="288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48E046-4004-C5FA-BF91-F30AF9A274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04785" y="5031735"/>
                  <a:ext cx="77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AA1FAA5-37FB-944D-4010-A8111708BC08}"/>
                    </a:ext>
                  </a:extLst>
                </p14:cNvPr>
                <p14:cNvContentPartPr/>
                <p14:nvPr/>
              </p14:nvContentPartPr>
              <p14:xfrm>
                <a:off x="11041305" y="4727175"/>
                <a:ext cx="253440" cy="448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AA1FAA5-37FB-944D-4010-A8111708BC0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35185" y="4721055"/>
                  <a:ext cx="2656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93EC97-D777-D94F-7A88-55A50113E367}"/>
                    </a:ext>
                  </a:extLst>
                </p14:cNvPr>
                <p14:cNvContentPartPr/>
                <p14:nvPr/>
              </p14:nvContentPartPr>
              <p14:xfrm>
                <a:off x="10698225" y="5001855"/>
                <a:ext cx="124920" cy="25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93EC97-D777-D94F-7A88-55A50113E3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92105" y="4995735"/>
                  <a:ext cx="137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CFB1745-DEB6-10FC-44FA-CACCC54BC2FB}"/>
                    </a:ext>
                  </a:extLst>
                </p14:cNvPr>
                <p14:cNvContentPartPr/>
                <p14:nvPr/>
              </p14:nvContentPartPr>
              <p14:xfrm>
                <a:off x="11220585" y="4510095"/>
                <a:ext cx="177480" cy="56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CFB1745-DEB6-10FC-44FA-CACCC54BC2F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14465" y="4503975"/>
                  <a:ext cx="189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C31178-4205-2DBF-85C3-2F76EFF70AC4}"/>
                    </a:ext>
                  </a:extLst>
                </p14:cNvPr>
                <p14:cNvContentPartPr/>
                <p14:nvPr/>
              </p14:nvContentPartPr>
              <p14:xfrm>
                <a:off x="11407425" y="4483815"/>
                <a:ext cx="291240" cy="27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C31178-4205-2DBF-85C3-2F76EFF70A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01305" y="4477695"/>
                  <a:ext cx="3034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0E4A7E8-DDD6-36C2-DBEF-C263467F452D}"/>
                    </a:ext>
                  </a:extLst>
                </p14:cNvPr>
                <p14:cNvContentPartPr/>
                <p14:nvPr/>
              </p14:nvContentPartPr>
              <p14:xfrm>
                <a:off x="11771745" y="4511175"/>
                <a:ext cx="46080" cy="28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0E4A7E8-DDD6-36C2-DBEF-C263467F45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65625" y="4505055"/>
                  <a:ext cx="58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CCEF34-15DD-00BA-3685-CFBC0ADA397E}"/>
                    </a:ext>
                  </a:extLst>
                </p14:cNvPr>
                <p14:cNvContentPartPr/>
                <p14:nvPr/>
              </p14:nvContentPartPr>
              <p14:xfrm>
                <a:off x="6562905" y="4354575"/>
                <a:ext cx="233640" cy="209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CCEF34-15DD-00BA-3685-CFBC0ADA39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56785" y="4348455"/>
                  <a:ext cx="245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D53B6D-C7C8-7A81-84D0-4358D8EFCC22}"/>
                    </a:ext>
                  </a:extLst>
                </p14:cNvPr>
                <p14:cNvContentPartPr/>
                <p14:nvPr/>
              </p14:nvContentPartPr>
              <p14:xfrm>
                <a:off x="7191465" y="5019135"/>
                <a:ext cx="704520" cy="60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D53B6D-C7C8-7A81-84D0-4358D8EFCC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85345" y="5013015"/>
                  <a:ext cx="7167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DAECEB-FA14-0506-5F4B-CBC846A6C627}"/>
                    </a:ext>
                  </a:extLst>
                </p14:cNvPr>
                <p14:cNvContentPartPr/>
                <p14:nvPr/>
              </p14:nvContentPartPr>
              <p14:xfrm>
                <a:off x="7085265" y="4930575"/>
                <a:ext cx="1157040" cy="911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DAECEB-FA14-0506-5F4B-CBC846A6C62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79145" y="4924455"/>
                  <a:ext cx="116928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5DF988-7354-6910-DD74-5D79F0FC3FCE}"/>
                    </a:ext>
                  </a:extLst>
                </p14:cNvPr>
                <p14:cNvContentPartPr/>
                <p14:nvPr/>
              </p14:nvContentPartPr>
              <p14:xfrm>
                <a:off x="7918665" y="5664975"/>
                <a:ext cx="1617840" cy="839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5DF988-7354-6910-DD74-5D79F0FC3FC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12545" y="5658855"/>
                  <a:ext cx="163008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7AF93BC-7854-931F-3EDA-EC8E8AE267E8}"/>
                    </a:ext>
                  </a:extLst>
                </p14:cNvPr>
                <p14:cNvContentPartPr/>
                <p14:nvPr/>
              </p14:nvContentPartPr>
              <p14:xfrm>
                <a:off x="9555945" y="5886375"/>
                <a:ext cx="373680" cy="25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7AF93BC-7854-931F-3EDA-EC8E8AE267E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49825" y="5880255"/>
                  <a:ext cx="3859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CCF80B7-A819-7025-FFAE-3A432BADBEAB}"/>
                    </a:ext>
                  </a:extLst>
                </p14:cNvPr>
                <p14:cNvContentPartPr/>
                <p14:nvPr/>
              </p14:nvContentPartPr>
              <p14:xfrm>
                <a:off x="9829905" y="5708175"/>
                <a:ext cx="274320" cy="132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CCF80B7-A819-7025-FFAE-3A432BADBEA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23785" y="5702055"/>
                  <a:ext cx="28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380FD1-591F-C0F8-5C1B-CE6EF8B2FF88}"/>
                    </a:ext>
                  </a:extLst>
                </p14:cNvPr>
                <p14:cNvContentPartPr/>
                <p14:nvPr/>
              </p14:nvContentPartPr>
              <p14:xfrm>
                <a:off x="9997665" y="5752815"/>
                <a:ext cx="11880" cy="186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380FD1-591F-C0F8-5C1B-CE6EF8B2F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91545" y="5746695"/>
                  <a:ext cx="24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E63F76-5E8A-03C9-6C03-D8C30B64FE19}"/>
                    </a:ext>
                  </a:extLst>
                </p14:cNvPr>
                <p14:cNvContentPartPr/>
                <p14:nvPr/>
              </p14:nvContentPartPr>
              <p14:xfrm>
                <a:off x="10093785" y="5832735"/>
                <a:ext cx="302040" cy="129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E63F76-5E8A-03C9-6C03-D8C30B64FE1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87665" y="5826615"/>
                  <a:ext cx="314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16B78FD-A5BA-ACAD-CEFB-59E3C348DD03}"/>
                    </a:ext>
                  </a:extLst>
                </p14:cNvPr>
                <p14:cNvContentPartPr/>
                <p14:nvPr/>
              </p14:nvContentPartPr>
              <p14:xfrm>
                <a:off x="10612545" y="5807175"/>
                <a:ext cx="180000" cy="115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16B78FD-A5BA-ACAD-CEFB-59E3C348DD0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06425" y="5801055"/>
                  <a:ext cx="192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A883D8-E002-7E52-9D9C-AFD5738ABA20}"/>
                    </a:ext>
                  </a:extLst>
                </p14:cNvPr>
                <p14:cNvContentPartPr/>
                <p14:nvPr/>
              </p14:nvContentPartPr>
              <p14:xfrm>
                <a:off x="10676625" y="5771535"/>
                <a:ext cx="32040" cy="276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A883D8-E002-7E52-9D9C-AFD5738ABA2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70505" y="5765415"/>
                  <a:ext cx="44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5F89DF-CA41-B2E0-387B-4A64916C2BEA}"/>
                    </a:ext>
                  </a:extLst>
                </p14:cNvPr>
                <p14:cNvContentPartPr/>
                <p14:nvPr/>
              </p14:nvContentPartPr>
              <p14:xfrm>
                <a:off x="10874265" y="5516655"/>
                <a:ext cx="237600" cy="45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5F89DF-CA41-B2E0-387B-4A64916C2B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868145" y="5510535"/>
                  <a:ext cx="2498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C96B28-C280-2B50-FD39-5E5811AFD6C4}"/>
                    </a:ext>
                  </a:extLst>
                </p14:cNvPr>
                <p14:cNvContentPartPr/>
                <p14:nvPr/>
              </p14:nvContentPartPr>
              <p14:xfrm>
                <a:off x="11264865" y="5478135"/>
                <a:ext cx="143640" cy="13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C96B28-C280-2B50-FD39-5E5811AFD6C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258745" y="5472015"/>
                  <a:ext cx="155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85ECEC-112E-A618-A487-2119283A9C1E}"/>
                    </a:ext>
                  </a:extLst>
                </p14:cNvPr>
                <p14:cNvContentPartPr/>
                <p14:nvPr/>
              </p14:nvContentPartPr>
              <p14:xfrm>
                <a:off x="11364585" y="5645535"/>
                <a:ext cx="156960" cy="102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85ECEC-112E-A618-A487-2119283A9C1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58465" y="5639415"/>
                  <a:ext cx="169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118071D-F4C9-57B1-93B1-21DDC03E462D}"/>
                    </a:ext>
                  </a:extLst>
                </p14:cNvPr>
                <p14:cNvContentPartPr/>
                <p14:nvPr/>
              </p14:nvContentPartPr>
              <p14:xfrm>
                <a:off x="11596785" y="5378055"/>
                <a:ext cx="139680" cy="99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118071D-F4C9-57B1-93B1-21DDC03E462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90665" y="5371935"/>
                  <a:ext cx="151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9A78FE7-1E72-FDFC-EB35-2119E6D20338}"/>
                    </a:ext>
                  </a:extLst>
                </p14:cNvPr>
                <p14:cNvContentPartPr/>
                <p14:nvPr/>
              </p14:nvContentPartPr>
              <p14:xfrm>
                <a:off x="11707305" y="5115255"/>
                <a:ext cx="82800" cy="389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9A78FE7-1E72-FDFC-EB35-2119E6D203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701185" y="5109135"/>
                  <a:ext cx="95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8089EFC-77AA-6ED1-1AF7-67C2BB926D72}"/>
                    </a:ext>
                  </a:extLst>
                </p14:cNvPr>
                <p14:cNvContentPartPr/>
                <p14:nvPr/>
              </p14:nvContentPartPr>
              <p14:xfrm>
                <a:off x="9585105" y="4779375"/>
                <a:ext cx="2521440" cy="2198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8089EFC-77AA-6ED1-1AF7-67C2BB926D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78985" y="4773255"/>
                  <a:ext cx="2533680" cy="22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EF31EB8-84F2-0F6C-BD64-A35EBDE009A6}"/>
                    </a:ext>
                  </a:extLst>
                </p14:cNvPr>
                <p14:cNvContentPartPr/>
                <p14:nvPr/>
              </p14:nvContentPartPr>
              <p14:xfrm>
                <a:off x="9311865" y="5589870"/>
                <a:ext cx="820080" cy="1357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EF31EB8-84F2-0F6C-BD64-A35EBDE009A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05745" y="5583750"/>
                  <a:ext cx="832320" cy="13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9E3703F-8609-4ADC-BCFF-3E5EEBA4E948}"/>
                    </a:ext>
                  </a:extLst>
                </p14:cNvPr>
                <p14:cNvContentPartPr/>
                <p14:nvPr/>
              </p14:nvContentPartPr>
              <p14:xfrm>
                <a:off x="10324545" y="5879670"/>
                <a:ext cx="285120" cy="238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9E3703F-8609-4ADC-BCFF-3E5EEBA4E94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18425" y="5873550"/>
                  <a:ext cx="29736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AA6E3CD-06B1-C9E8-B407-3667DD333DF1}"/>
              </a:ext>
            </a:extLst>
          </p:cNvPr>
          <p:cNvGrpSpPr/>
          <p:nvPr/>
        </p:nvGrpSpPr>
        <p:grpSpPr>
          <a:xfrm>
            <a:off x="109545" y="3674310"/>
            <a:ext cx="4275360" cy="3024720"/>
            <a:chOff x="109545" y="3674310"/>
            <a:chExt cx="4275360" cy="30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9836E35-9366-3472-74E4-20A114B1CE92}"/>
                    </a:ext>
                  </a:extLst>
                </p14:cNvPr>
                <p14:cNvContentPartPr/>
                <p14:nvPr/>
              </p14:nvContentPartPr>
              <p14:xfrm>
                <a:off x="299265" y="4101270"/>
                <a:ext cx="405720" cy="311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9836E35-9366-3472-74E4-20A114B1CE9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3145" y="4095150"/>
                  <a:ext cx="4179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186500-C222-A392-4FDC-B7C3F60C154F}"/>
                    </a:ext>
                  </a:extLst>
                </p14:cNvPr>
                <p14:cNvContentPartPr/>
                <p14:nvPr/>
              </p14:nvContentPartPr>
              <p14:xfrm>
                <a:off x="526425" y="3912990"/>
                <a:ext cx="398520" cy="133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186500-C222-A392-4FDC-B7C3F60C154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0305" y="3906870"/>
                  <a:ext cx="410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62B88B0-713E-79D7-E437-A3E5DF2BC759}"/>
                    </a:ext>
                  </a:extLst>
                </p14:cNvPr>
                <p14:cNvContentPartPr/>
                <p14:nvPr/>
              </p14:nvContentPartPr>
              <p14:xfrm>
                <a:off x="727305" y="3947190"/>
                <a:ext cx="72000" cy="283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62B88B0-713E-79D7-E437-A3E5DF2BC7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1185" y="3941070"/>
                  <a:ext cx="84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D4C7CCA-837D-E857-6EB5-E0620565EAB2}"/>
                    </a:ext>
                  </a:extLst>
                </p14:cNvPr>
                <p14:cNvContentPartPr/>
                <p14:nvPr/>
              </p14:nvContentPartPr>
              <p14:xfrm>
                <a:off x="826305" y="4120350"/>
                <a:ext cx="364680" cy="190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D4C7CCA-837D-E857-6EB5-E0620565EAB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0185" y="4114230"/>
                  <a:ext cx="376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6DBD7E6-AF06-B75F-459D-680AD73FF15B}"/>
                    </a:ext>
                  </a:extLst>
                </p14:cNvPr>
                <p14:cNvContentPartPr/>
                <p14:nvPr/>
              </p14:nvContentPartPr>
              <p14:xfrm>
                <a:off x="1264065" y="4140870"/>
                <a:ext cx="464040" cy="144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6DBD7E6-AF06-B75F-459D-680AD73FF15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57945" y="4134750"/>
                  <a:ext cx="47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E235EFF-E43F-1511-E37C-EFE4F4AF6F9C}"/>
                    </a:ext>
                  </a:extLst>
                </p14:cNvPr>
                <p14:cNvContentPartPr/>
                <p14:nvPr/>
              </p14:nvContentPartPr>
              <p14:xfrm>
                <a:off x="1432545" y="4098030"/>
                <a:ext cx="64800" cy="285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E235EFF-E43F-1511-E37C-EFE4F4AF6F9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426425" y="4091910"/>
                  <a:ext cx="77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EE0C912-C5C3-62A5-57E4-237BD819837F}"/>
                    </a:ext>
                  </a:extLst>
                </p14:cNvPr>
                <p14:cNvContentPartPr/>
                <p14:nvPr/>
              </p14:nvContentPartPr>
              <p14:xfrm>
                <a:off x="1784265" y="3923790"/>
                <a:ext cx="322920" cy="385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EE0C912-C5C3-62A5-57E4-237BD81983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78145" y="3917670"/>
                  <a:ext cx="335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3C9F65E-14C8-A724-17E4-CEA2CB0964F3}"/>
                    </a:ext>
                  </a:extLst>
                </p14:cNvPr>
                <p14:cNvContentPartPr/>
                <p14:nvPr/>
              </p14:nvContentPartPr>
              <p14:xfrm>
                <a:off x="2345145" y="3850350"/>
                <a:ext cx="117000" cy="108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3C9F65E-14C8-A724-17E4-CEA2CB0964F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39025" y="3844230"/>
                  <a:ext cx="129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453031A-C6AB-6573-4A53-9210A706F0AB}"/>
                    </a:ext>
                  </a:extLst>
                </p14:cNvPr>
                <p14:cNvContentPartPr/>
                <p14:nvPr/>
              </p14:nvContentPartPr>
              <p14:xfrm>
                <a:off x="2411385" y="3974910"/>
                <a:ext cx="131760" cy="70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453031A-C6AB-6573-4A53-9210A706F0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405265" y="3968790"/>
                  <a:ext cx="144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1C50A8B-E316-E947-F36C-5D9E3FCFEDAD}"/>
                    </a:ext>
                  </a:extLst>
                </p14:cNvPr>
                <p14:cNvContentPartPr/>
                <p14:nvPr/>
              </p14:nvContentPartPr>
              <p14:xfrm>
                <a:off x="2732865" y="3674310"/>
                <a:ext cx="64080" cy="351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1C50A8B-E316-E947-F36C-5D9E3FCFEDA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26745" y="3668190"/>
                  <a:ext cx="76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B7E65E7-DAE3-B5F8-41EA-4A05DD0F11D1}"/>
                    </a:ext>
                  </a:extLst>
                </p14:cNvPr>
                <p14:cNvContentPartPr/>
                <p14:nvPr/>
              </p14:nvContentPartPr>
              <p14:xfrm>
                <a:off x="274065" y="4915230"/>
                <a:ext cx="338760" cy="325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B7E65E7-DAE3-B5F8-41EA-4A05DD0F11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7945" y="4909110"/>
                  <a:ext cx="351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ABC76EA-D5D9-6C66-CACE-F69B5B7B7519}"/>
                    </a:ext>
                  </a:extLst>
                </p14:cNvPr>
                <p14:cNvContentPartPr/>
                <p14:nvPr/>
              </p14:nvContentPartPr>
              <p14:xfrm>
                <a:off x="505905" y="4702830"/>
                <a:ext cx="347040" cy="134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ABC76EA-D5D9-6C66-CACE-F69B5B7B751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9785" y="4696710"/>
                  <a:ext cx="359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C39E26-8D2A-229F-9FDF-FF0C3EB45B1F}"/>
                    </a:ext>
                  </a:extLst>
                </p14:cNvPr>
                <p14:cNvContentPartPr/>
                <p14:nvPr/>
              </p14:nvContentPartPr>
              <p14:xfrm>
                <a:off x="712185" y="4773750"/>
                <a:ext cx="79920" cy="291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C39E26-8D2A-229F-9FDF-FF0C3EB45B1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6065" y="4767630"/>
                  <a:ext cx="92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C8AD430-C906-BE23-E3CA-E2399430E055}"/>
                    </a:ext>
                  </a:extLst>
                </p14:cNvPr>
                <p14:cNvContentPartPr/>
                <p14:nvPr/>
              </p14:nvContentPartPr>
              <p14:xfrm>
                <a:off x="844665" y="4912350"/>
                <a:ext cx="344520" cy="195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C8AD430-C906-BE23-E3CA-E2399430E05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8545" y="4906230"/>
                  <a:ext cx="356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77EE208-0F5F-1EE6-16EB-86A2FA24C4B5}"/>
                    </a:ext>
                  </a:extLst>
                </p14:cNvPr>
                <p14:cNvContentPartPr/>
                <p14:nvPr/>
              </p14:nvContentPartPr>
              <p14:xfrm>
                <a:off x="1399785" y="4826670"/>
                <a:ext cx="288720" cy="97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77EE208-0F5F-1EE6-16EB-86A2FA24C4B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393665" y="4820550"/>
                  <a:ext cx="300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143123A-9374-9A4F-3384-D83877A2D2C9}"/>
                    </a:ext>
                  </a:extLst>
                </p14:cNvPr>
                <p14:cNvContentPartPr/>
                <p14:nvPr/>
              </p14:nvContentPartPr>
              <p14:xfrm>
                <a:off x="1508505" y="4825590"/>
                <a:ext cx="48600" cy="27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143123A-9374-9A4F-3384-D83877A2D2C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02385" y="4819470"/>
                  <a:ext cx="60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FC13BE6-502F-5653-0A88-CE9819E49E9B}"/>
                    </a:ext>
                  </a:extLst>
                </p14:cNvPr>
                <p14:cNvContentPartPr/>
                <p14:nvPr/>
              </p14:nvContentPartPr>
              <p14:xfrm>
                <a:off x="1762305" y="4662150"/>
                <a:ext cx="245880" cy="318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FC13BE6-502F-5653-0A88-CE9819E49E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756185" y="4656030"/>
                  <a:ext cx="258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55D9CCD-DB9C-E11F-ACFB-E084C8AA93B0}"/>
                    </a:ext>
                  </a:extLst>
                </p14:cNvPr>
                <p14:cNvContentPartPr/>
                <p14:nvPr/>
              </p14:nvContentPartPr>
              <p14:xfrm>
                <a:off x="2281425" y="4580790"/>
                <a:ext cx="149040" cy="70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55D9CCD-DB9C-E11F-ACFB-E084C8AA93B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75305" y="4574670"/>
                  <a:ext cx="161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A62F01-6928-67DC-924B-B33B852E2D57}"/>
                    </a:ext>
                  </a:extLst>
                </p14:cNvPr>
                <p14:cNvContentPartPr/>
                <p14:nvPr/>
              </p14:nvContentPartPr>
              <p14:xfrm>
                <a:off x="2451705" y="4644510"/>
                <a:ext cx="106560" cy="56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A62F01-6928-67DC-924B-B33B852E2D5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45585" y="4638390"/>
                  <a:ext cx="118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CC58737-9536-B262-BB95-207668BB7E7B}"/>
                    </a:ext>
                  </a:extLst>
                </p14:cNvPr>
                <p14:cNvContentPartPr/>
                <p14:nvPr/>
              </p14:nvContentPartPr>
              <p14:xfrm>
                <a:off x="2769225" y="4390350"/>
                <a:ext cx="26316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CC58737-9536-B262-BB95-207668BB7E7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63105" y="4384230"/>
                  <a:ext cx="27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C693AAF-4953-2BC9-8B1B-D4AB423E0DF4}"/>
                    </a:ext>
                  </a:extLst>
                </p14:cNvPr>
                <p14:cNvContentPartPr/>
                <p14:nvPr/>
              </p14:nvContentPartPr>
              <p14:xfrm>
                <a:off x="3063705" y="4242390"/>
                <a:ext cx="37440" cy="306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C693AAF-4953-2BC9-8B1B-D4AB423E0D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057585" y="4236270"/>
                  <a:ext cx="49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9A6E23-DD55-DEAA-57B9-2179DF7D81C6}"/>
                    </a:ext>
                  </a:extLst>
                </p14:cNvPr>
                <p14:cNvContentPartPr/>
                <p14:nvPr/>
              </p14:nvContentPartPr>
              <p14:xfrm>
                <a:off x="109545" y="6057870"/>
                <a:ext cx="53280" cy="108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9A6E23-DD55-DEAA-57B9-2179DF7D81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425" y="6051750"/>
                  <a:ext cx="65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DB91453-E289-49C5-CAA7-D523F53EE4ED}"/>
                    </a:ext>
                  </a:extLst>
                </p14:cNvPr>
                <p14:cNvContentPartPr/>
                <p14:nvPr/>
              </p14:nvContentPartPr>
              <p14:xfrm>
                <a:off x="190185" y="4856550"/>
                <a:ext cx="3162600" cy="1139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DB91453-E289-49C5-CAA7-D523F53EE4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4065" y="4850430"/>
                  <a:ext cx="3174840" cy="11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1EC389A-6283-1D94-4900-F678A39CD439}"/>
                    </a:ext>
                  </a:extLst>
                </p14:cNvPr>
                <p14:cNvContentPartPr/>
                <p14:nvPr/>
              </p14:nvContentPartPr>
              <p14:xfrm>
                <a:off x="2860305" y="4746030"/>
                <a:ext cx="145080" cy="53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1EC389A-6283-1D94-4900-F678A39CD43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54185" y="4739910"/>
                  <a:ext cx="157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604EC50-F823-2882-4B9C-64E827F79605}"/>
                    </a:ext>
                  </a:extLst>
                </p14:cNvPr>
                <p14:cNvContentPartPr/>
                <p14:nvPr/>
              </p14:nvContentPartPr>
              <p14:xfrm>
                <a:off x="2879025" y="4744230"/>
                <a:ext cx="56520" cy="87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604EC50-F823-2882-4B9C-64E827F7960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72905" y="4738110"/>
                  <a:ext cx="6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FCB3094-C9F5-B519-393D-E325A8F127DB}"/>
                    </a:ext>
                  </a:extLst>
                </p14:cNvPr>
                <p14:cNvContentPartPr/>
                <p14:nvPr/>
              </p14:nvContentPartPr>
              <p14:xfrm>
                <a:off x="2711985" y="4712190"/>
                <a:ext cx="183240" cy="154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FCB3094-C9F5-B519-393D-E325A8F127D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705865" y="4706070"/>
                  <a:ext cx="195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40951BF-4CCF-6CA7-1786-E6C1B8ED7697}"/>
                    </a:ext>
                  </a:extLst>
                </p14:cNvPr>
                <p14:cNvContentPartPr/>
                <p14:nvPr/>
              </p14:nvContentPartPr>
              <p14:xfrm>
                <a:off x="2948865" y="4634430"/>
                <a:ext cx="140760" cy="231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40951BF-4CCF-6CA7-1786-E6C1B8ED769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942745" y="4628310"/>
                  <a:ext cx="153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FBF6630-F21D-C323-3E69-062FAC594C92}"/>
                    </a:ext>
                  </a:extLst>
                </p14:cNvPr>
                <p14:cNvContentPartPr/>
                <p14:nvPr/>
              </p14:nvContentPartPr>
              <p14:xfrm>
                <a:off x="1494825" y="5256510"/>
                <a:ext cx="163800" cy="66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FBF6630-F21D-C323-3E69-062FAC594C9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88705" y="5250390"/>
                  <a:ext cx="17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CD04A8A-9940-15B3-BAFB-3258F91BE5A4}"/>
                    </a:ext>
                  </a:extLst>
                </p14:cNvPr>
                <p14:cNvContentPartPr/>
                <p14:nvPr/>
              </p14:nvContentPartPr>
              <p14:xfrm>
                <a:off x="1322745" y="5274510"/>
                <a:ext cx="186120" cy="164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CD04A8A-9940-15B3-BAFB-3258F91BE5A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316625" y="5268390"/>
                  <a:ext cx="198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844A3A8-CED0-ECE4-BF0D-63A07C8446CB}"/>
                    </a:ext>
                  </a:extLst>
                </p14:cNvPr>
                <p14:cNvContentPartPr/>
                <p14:nvPr/>
              </p14:nvContentPartPr>
              <p14:xfrm>
                <a:off x="1598865" y="5096670"/>
                <a:ext cx="161280" cy="228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844A3A8-CED0-ECE4-BF0D-63A07C8446C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92745" y="5090550"/>
                  <a:ext cx="173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07C975D-A0B8-7B65-448D-0054696B4D75}"/>
                    </a:ext>
                  </a:extLst>
                </p14:cNvPr>
                <p14:cNvContentPartPr/>
                <p14:nvPr/>
              </p14:nvContentPartPr>
              <p14:xfrm>
                <a:off x="289185" y="5620830"/>
                <a:ext cx="178560" cy="90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07C975D-A0B8-7B65-448D-0054696B4D7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3065" y="5614710"/>
                  <a:ext cx="190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731173D-0460-2242-D019-2F638C5E1AED}"/>
                    </a:ext>
                  </a:extLst>
                </p14:cNvPr>
                <p14:cNvContentPartPr/>
                <p14:nvPr/>
              </p14:nvContentPartPr>
              <p14:xfrm>
                <a:off x="204585" y="5646390"/>
                <a:ext cx="121680" cy="197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731173D-0460-2242-D019-2F638C5E1AE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98465" y="5640270"/>
                  <a:ext cx="133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9A774C-83AE-CC0F-40C6-EAA5676D2776}"/>
                    </a:ext>
                  </a:extLst>
                </p14:cNvPr>
                <p14:cNvContentPartPr/>
                <p14:nvPr/>
              </p14:nvContentPartPr>
              <p14:xfrm>
                <a:off x="477465" y="5493030"/>
                <a:ext cx="145440" cy="342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9A774C-83AE-CC0F-40C6-EAA5676D27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1345" y="5486910"/>
                  <a:ext cx="157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EC3066A-E79A-473D-C416-B8A23CCA5E0E}"/>
                    </a:ext>
                  </a:extLst>
                </p14:cNvPr>
                <p14:cNvContentPartPr/>
                <p14:nvPr/>
              </p14:nvContentPartPr>
              <p14:xfrm>
                <a:off x="1558185" y="3906870"/>
                <a:ext cx="204480" cy="1496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EC3066A-E79A-473D-C416-B8A23CCA5E0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552065" y="3900750"/>
                  <a:ext cx="216720" cy="15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DB83BF5-EEC0-85F7-FEDC-189A7C151FE1}"/>
                    </a:ext>
                  </a:extLst>
                </p14:cNvPr>
                <p14:cNvContentPartPr/>
                <p14:nvPr/>
              </p14:nvContentPartPr>
              <p14:xfrm>
                <a:off x="836385" y="5984790"/>
                <a:ext cx="353520" cy="321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DB83BF5-EEC0-85F7-FEDC-189A7C151FE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0265" y="5978670"/>
                  <a:ext cx="3657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9D07E37-A926-9CD0-8CC5-F5A12A965EE4}"/>
                    </a:ext>
                  </a:extLst>
                </p14:cNvPr>
                <p14:cNvContentPartPr/>
                <p14:nvPr/>
              </p14:nvContentPartPr>
              <p14:xfrm>
                <a:off x="1087665" y="5766990"/>
                <a:ext cx="288360" cy="209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9D07E37-A926-9CD0-8CC5-F5A12A965EE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81545" y="5760870"/>
                  <a:ext cx="300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CBABE37-55B3-81BD-271B-9EA480D0FFB7}"/>
                    </a:ext>
                  </a:extLst>
                </p14:cNvPr>
                <p14:cNvContentPartPr/>
                <p14:nvPr/>
              </p14:nvContentPartPr>
              <p14:xfrm>
                <a:off x="1322385" y="5831790"/>
                <a:ext cx="59760" cy="205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CBABE37-55B3-81BD-271B-9EA480D0FFB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316265" y="5825670"/>
                  <a:ext cx="72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97AF0E4-FF6B-4A04-8D2F-88BE3A4ABB9E}"/>
                    </a:ext>
                  </a:extLst>
                </p14:cNvPr>
                <p14:cNvContentPartPr/>
                <p14:nvPr/>
              </p14:nvContentPartPr>
              <p14:xfrm>
                <a:off x="1529025" y="5935470"/>
                <a:ext cx="338760" cy="159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97AF0E4-FF6B-4A04-8D2F-88BE3A4ABB9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22905" y="5929350"/>
                  <a:ext cx="351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670D224-2CDC-6F3A-8EDA-C60A407D7396}"/>
                    </a:ext>
                  </a:extLst>
                </p14:cNvPr>
                <p14:cNvContentPartPr/>
                <p14:nvPr/>
              </p14:nvContentPartPr>
              <p14:xfrm>
                <a:off x="1484745" y="5954910"/>
                <a:ext cx="244800" cy="231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670D224-2CDC-6F3A-8EDA-C60A407D739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478625" y="5948790"/>
                  <a:ext cx="257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90ADCD-4F64-3A58-7E4E-910ACC71BDEF}"/>
                    </a:ext>
                  </a:extLst>
                </p14:cNvPr>
                <p14:cNvContentPartPr/>
                <p14:nvPr/>
              </p14:nvContentPartPr>
              <p14:xfrm>
                <a:off x="1076505" y="4239870"/>
                <a:ext cx="67680" cy="228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90ADCD-4F64-3A58-7E4E-910ACC71BDE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70385" y="4233750"/>
                  <a:ext cx="79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1E665F6-65C2-4FE5-4DF6-9C0ED1F5838B}"/>
                    </a:ext>
                  </a:extLst>
                </p14:cNvPr>
                <p14:cNvContentPartPr/>
                <p14:nvPr/>
              </p14:nvContentPartPr>
              <p14:xfrm>
                <a:off x="1093425" y="4985070"/>
                <a:ext cx="338760" cy="230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1E665F6-65C2-4FE5-4DF6-9C0ED1F583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7305" y="4978950"/>
                  <a:ext cx="351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AFA7A33-44F2-BB62-B1D5-85AC41A39C0B}"/>
                    </a:ext>
                  </a:extLst>
                </p14:cNvPr>
                <p14:cNvContentPartPr/>
                <p14:nvPr/>
              </p14:nvContentPartPr>
              <p14:xfrm>
                <a:off x="1864545" y="5911710"/>
                <a:ext cx="78840" cy="182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AFA7A33-44F2-BB62-B1D5-85AC41A39C0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858425" y="5905590"/>
                  <a:ext cx="91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1963910-8529-E07F-6754-AA87B9AA1B03}"/>
                    </a:ext>
                  </a:extLst>
                </p14:cNvPr>
                <p14:cNvContentPartPr/>
                <p14:nvPr/>
              </p14:nvContentPartPr>
              <p14:xfrm>
                <a:off x="1979385" y="5841870"/>
                <a:ext cx="171720" cy="90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1963910-8529-E07F-6754-AA87B9AA1B0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73265" y="5835750"/>
                  <a:ext cx="183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6D2FF99-6CE4-EEE0-4FDB-9E88BC75A0C0}"/>
                    </a:ext>
                  </a:extLst>
                </p14:cNvPr>
                <p14:cNvContentPartPr/>
                <p14:nvPr/>
              </p14:nvContentPartPr>
              <p14:xfrm>
                <a:off x="2095305" y="5661870"/>
                <a:ext cx="395280" cy="227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6D2FF99-6CE4-EEE0-4FDB-9E88BC75A0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089185" y="5655750"/>
                  <a:ext cx="40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1C2D7AB-FF37-F590-E985-3D8BB49C61C2}"/>
                    </a:ext>
                  </a:extLst>
                </p14:cNvPr>
                <p14:cNvContentPartPr/>
                <p14:nvPr/>
              </p14:nvContentPartPr>
              <p14:xfrm>
                <a:off x="2476905" y="5777070"/>
                <a:ext cx="216000" cy="165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1C2D7AB-FF37-F590-E985-3D8BB49C61C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70785" y="5770950"/>
                  <a:ext cx="228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1571C1-CA71-34AA-A7F6-DC9F34B165A4}"/>
                    </a:ext>
                  </a:extLst>
                </p14:cNvPr>
                <p14:cNvContentPartPr/>
                <p14:nvPr/>
              </p14:nvContentPartPr>
              <p14:xfrm>
                <a:off x="2382945" y="5413470"/>
                <a:ext cx="320040" cy="828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1571C1-CA71-34AA-A7F6-DC9F34B165A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76825" y="5407350"/>
                  <a:ext cx="33228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106084A-D799-B55A-848B-F36F663A44A8}"/>
                    </a:ext>
                  </a:extLst>
                </p14:cNvPr>
                <p14:cNvContentPartPr/>
                <p14:nvPr/>
              </p14:nvContentPartPr>
              <p14:xfrm>
                <a:off x="2785425" y="5413110"/>
                <a:ext cx="199080" cy="159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106084A-D799-B55A-848B-F36F663A44A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79305" y="5406990"/>
                  <a:ext cx="211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8F73649-D973-7574-084F-00973C1B9956}"/>
                    </a:ext>
                  </a:extLst>
                </p14:cNvPr>
                <p14:cNvContentPartPr/>
                <p14:nvPr/>
              </p14:nvContentPartPr>
              <p14:xfrm>
                <a:off x="2948865" y="5669070"/>
                <a:ext cx="154800" cy="163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8F73649-D973-7574-084F-00973C1B99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42745" y="5662950"/>
                  <a:ext cx="167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531224A-F717-E833-C050-312B82A6ECED}"/>
                    </a:ext>
                  </a:extLst>
                </p14:cNvPr>
                <p14:cNvContentPartPr/>
                <p14:nvPr/>
              </p14:nvContentPartPr>
              <p14:xfrm>
                <a:off x="2729625" y="3966630"/>
                <a:ext cx="75240" cy="27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531224A-F717-E833-C050-312B82A6ECE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723505" y="3960510"/>
                  <a:ext cx="87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1627AF8-85E4-B44A-CA97-C76A25C17C67}"/>
                    </a:ext>
                  </a:extLst>
                </p14:cNvPr>
                <p14:cNvContentPartPr/>
                <p14:nvPr/>
              </p14:nvContentPartPr>
              <p14:xfrm>
                <a:off x="3032025" y="4842150"/>
                <a:ext cx="5040" cy="11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1627AF8-85E4-B44A-CA97-C76A25C17C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025905" y="4836030"/>
                  <a:ext cx="17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990DC36-017C-8EA0-8DCE-3B1BAD75E4D9}"/>
                    </a:ext>
                  </a:extLst>
                </p14:cNvPr>
                <p14:cNvContentPartPr/>
                <p14:nvPr/>
              </p14:nvContentPartPr>
              <p14:xfrm>
                <a:off x="3474465" y="5038350"/>
                <a:ext cx="531000" cy="416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990DC36-017C-8EA0-8DCE-3B1BAD75E4D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68345" y="5032230"/>
                  <a:ext cx="5432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5DC57AA-7EE8-9BBB-C937-7E9666F7E054}"/>
                    </a:ext>
                  </a:extLst>
                </p14:cNvPr>
                <p14:cNvContentPartPr/>
                <p14:nvPr/>
              </p14:nvContentPartPr>
              <p14:xfrm>
                <a:off x="590865" y="6029790"/>
                <a:ext cx="360360" cy="6570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5DC57AA-7EE8-9BBB-C937-7E9666F7E05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4745" y="6023670"/>
                  <a:ext cx="37260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8B1811A-CC93-5F0A-3A4C-478BC0E60EE2}"/>
                    </a:ext>
                  </a:extLst>
                </p14:cNvPr>
                <p14:cNvContentPartPr/>
                <p14:nvPr/>
              </p14:nvContentPartPr>
              <p14:xfrm>
                <a:off x="598785" y="4682670"/>
                <a:ext cx="3737160" cy="1358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8B1811A-CC93-5F0A-3A4C-478BC0E60EE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92665" y="4676550"/>
                  <a:ext cx="3749400" cy="13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DB8F3BD-CD39-2110-BEB2-1876EEAFAF0B}"/>
                    </a:ext>
                  </a:extLst>
                </p14:cNvPr>
                <p14:cNvContentPartPr/>
                <p14:nvPr/>
              </p14:nvContentPartPr>
              <p14:xfrm>
                <a:off x="941505" y="5454150"/>
                <a:ext cx="3443400" cy="1244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DB8F3BD-CD39-2110-BEB2-1876EEAFAF0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5385" y="5448030"/>
                  <a:ext cx="3455640" cy="12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8CAF084-CC5E-13D5-B46E-4A6986FCA287}"/>
              </a:ext>
            </a:extLst>
          </p:cNvPr>
          <p:cNvGrpSpPr/>
          <p:nvPr/>
        </p:nvGrpSpPr>
        <p:grpSpPr>
          <a:xfrm>
            <a:off x="5461665" y="2901750"/>
            <a:ext cx="924480" cy="785520"/>
            <a:chOff x="5461665" y="2901750"/>
            <a:chExt cx="924480" cy="78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1861A12-D1BA-091A-7770-104766F8EB65}"/>
                    </a:ext>
                  </a:extLst>
                </p14:cNvPr>
                <p14:cNvContentPartPr/>
                <p14:nvPr/>
              </p14:nvContentPartPr>
              <p14:xfrm>
                <a:off x="5461665" y="2929830"/>
                <a:ext cx="879480" cy="673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1861A12-D1BA-091A-7770-104766F8EB6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455545" y="2923710"/>
                  <a:ext cx="89172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D63DB6-5158-8430-87D7-1DB28B010F68}"/>
                    </a:ext>
                  </a:extLst>
                </p14:cNvPr>
                <p14:cNvContentPartPr/>
                <p14:nvPr/>
              </p14:nvContentPartPr>
              <p14:xfrm>
                <a:off x="6322785" y="2901750"/>
                <a:ext cx="63360" cy="131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D63DB6-5158-8430-87D7-1DB28B010F6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316665" y="2895630"/>
                  <a:ext cx="75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78B2AB-2397-ED3D-7DDD-12E1D24019CB}"/>
                    </a:ext>
                  </a:extLst>
                </p14:cNvPr>
                <p14:cNvContentPartPr/>
                <p14:nvPr/>
              </p14:nvContentPartPr>
              <p14:xfrm>
                <a:off x="5468865" y="3535710"/>
                <a:ext cx="84240" cy="151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78B2AB-2397-ED3D-7DDD-12E1D24019C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62745" y="3529590"/>
                  <a:ext cx="9648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ED1C6E-0731-6C11-D0E1-687DA4610DC7}"/>
                  </a:ext>
                </a:extLst>
              </p14:cNvPr>
              <p14:cNvContentPartPr/>
              <p14:nvPr/>
            </p14:nvContentPartPr>
            <p14:xfrm>
              <a:off x="11715945" y="5590950"/>
              <a:ext cx="171360" cy="12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ED1C6E-0731-6C11-D0E1-687DA4610DC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1706945" y="5581950"/>
                <a:ext cx="1890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6E34F39-A2A9-73C5-0186-78153EDB5B91}"/>
                  </a:ext>
                </a:extLst>
              </p14:cNvPr>
              <p14:cNvContentPartPr/>
              <p14:nvPr/>
            </p14:nvContentPartPr>
            <p14:xfrm>
              <a:off x="5514585" y="3057270"/>
              <a:ext cx="943560" cy="571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6E34F39-A2A9-73C5-0186-78153EDB5B91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505585" y="3048630"/>
                <a:ext cx="96120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2E8183F-C5B7-4EBC-67F9-A89D0A331642}"/>
                  </a:ext>
                </a:extLst>
              </p14:cNvPr>
              <p14:cNvContentPartPr/>
              <p14:nvPr/>
            </p14:nvContentPartPr>
            <p14:xfrm>
              <a:off x="6110385" y="2752350"/>
              <a:ext cx="223920" cy="199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2E8183F-C5B7-4EBC-67F9-A89D0A331642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101745" y="2743350"/>
                <a:ext cx="2415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F4A6CCC-BAE9-1778-3269-3602BA357235}"/>
                  </a:ext>
                </a:extLst>
              </p14:cNvPr>
              <p14:cNvContentPartPr/>
              <p14:nvPr/>
            </p14:nvContentPartPr>
            <p14:xfrm>
              <a:off x="6571905" y="3123870"/>
              <a:ext cx="27000" cy="36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F4A6CCC-BAE9-1778-3269-3602BA35723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563265" y="3115230"/>
                <a:ext cx="446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F9B612A-499C-395B-9F1F-291A284DAEC9}"/>
                  </a:ext>
                </a:extLst>
              </p14:cNvPr>
              <p14:cNvContentPartPr/>
              <p14:nvPr/>
            </p14:nvContentPartPr>
            <p14:xfrm>
              <a:off x="5628705" y="3755310"/>
              <a:ext cx="48960" cy="16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F9B612A-499C-395B-9F1F-291A284DAEC9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620065" y="3746310"/>
                <a:ext cx="666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86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25B6958-BAC7-96D8-9960-12D65958346F}"/>
              </a:ext>
            </a:extLst>
          </p:cNvPr>
          <p:cNvGrpSpPr/>
          <p:nvPr/>
        </p:nvGrpSpPr>
        <p:grpSpPr>
          <a:xfrm>
            <a:off x="1541265" y="527415"/>
            <a:ext cx="1846800" cy="699480"/>
            <a:chOff x="1541265" y="527415"/>
            <a:chExt cx="184680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DA7C9C-9B45-3088-F5A5-FC49D4FDB94B}"/>
                    </a:ext>
                  </a:extLst>
                </p14:cNvPr>
                <p14:cNvContentPartPr/>
                <p14:nvPr/>
              </p14:nvContentPartPr>
              <p14:xfrm>
                <a:off x="1541265" y="674295"/>
                <a:ext cx="402120" cy="51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DA7C9C-9B45-3088-F5A5-FC49D4FDB9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5145" y="668175"/>
                  <a:ext cx="4143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A7304F-3507-352C-BF50-5F062010315F}"/>
                    </a:ext>
                  </a:extLst>
                </p14:cNvPr>
                <p14:cNvContentPartPr/>
                <p14:nvPr/>
              </p14:nvContentPartPr>
              <p14:xfrm>
                <a:off x="1937265" y="527415"/>
                <a:ext cx="452880" cy="4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A7304F-3507-352C-BF50-5F06201031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31145" y="521295"/>
                  <a:ext cx="465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7D865E-6615-EDDC-5C38-FBC443AED6AF}"/>
                    </a:ext>
                  </a:extLst>
                </p14:cNvPr>
                <p14:cNvContentPartPr/>
                <p14:nvPr/>
              </p14:nvContentPartPr>
              <p14:xfrm>
                <a:off x="2154345" y="552615"/>
                <a:ext cx="98640" cy="360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7D865E-6615-EDDC-5C38-FBC443AED6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8225" y="546495"/>
                  <a:ext cx="110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3D7E82-EA33-91BC-05A7-790384BACF34}"/>
                    </a:ext>
                  </a:extLst>
                </p14:cNvPr>
                <p14:cNvContentPartPr/>
                <p14:nvPr/>
              </p14:nvContentPartPr>
              <p14:xfrm>
                <a:off x="2382225" y="606975"/>
                <a:ext cx="412560" cy="61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3D7E82-EA33-91BC-05A7-790384BACF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6105" y="600855"/>
                  <a:ext cx="42480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B4E46A-2E59-AEA3-7004-23FA5277F669}"/>
                    </a:ext>
                  </a:extLst>
                </p14:cNvPr>
                <p14:cNvContentPartPr/>
                <p14:nvPr/>
              </p14:nvContentPartPr>
              <p14:xfrm>
                <a:off x="2772105" y="673935"/>
                <a:ext cx="478800" cy="34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B4E46A-2E59-AEA3-7004-23FA5277F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65985" y="667815"/>
                  <a:ext cx="491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5369EE-518B-6154-E9D6-E6BFDEF74BEF}"/>
                    </a:ext>
                  </a:extLst>
                </p14:cNvPr>
                <p14:cNvContentPartPr/>
                <p14:nvPr/>
              </p14:nvContentPartPr>
              <p14:xfrm>
                <a:off x="3354945" y="906495"/>
                <a:ext cx="33120" cy="20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5369EE-518B-6154-E9D6-E6BFDEF74B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8825" y="900375"/>
                  <a:ext cx="4536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562FFC-4982-6CDF-BA6C-2DB28C8055EE}"/>
              </a:ext>
            </a:extLst>
          </p:cNvPr>
          <p:cNvGrpSpPr/>
          <p:nvPr/>
        </p:nvGrpSpPr>
        <p:grpSpPr>
          <a:xfrm>
            <a:off x="3833385" y="387375"/>
            <a:ext cx="1541880" cy="826920"/>
            <a:chOff x="3833385" y="387375"/>
            <a:chExt cx="1541880" cy="8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006CF6-058F-5751-CDB9-DF5ED1865FCC}"/>
                    </a:ext>
                  </a:extLst>
                </p14:cNvPr>
                <p14:cNvContentPartPr/>
                <p14:nvPr/>
              </p14:nvContentPartPr>
              <p14:xfrm>
                <a:off x="3833385" y="836655"/>
                <a:ext cx="248400" cy="13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006CF6-058F-5751-CDB9-DF5ED1865F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27265" y="830535"/>
                  <a:ext cx="260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C831EF-DD90-E958-2FCE-A5A0FB41CE85}"/>
                    </a:ext>
                  </a:extLst>
                </p14:cNvPr>
                <p14:cNvContentPartPr/>
                <p14:nvPr/>
              </p14:nvContentPartPr>
              <p14:xfrm>
                <a:off x="4314705" y="574575"/>
                <a:ext cx="401760" cy="356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C831EF-DD90-E958-2FCE-A5A0FB41CE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08585" y="568455"/>
                  <a:ext cx="4140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65A5980-4900-0800-2675-4D54CF47572D}"/>
                    </a:ext>
                  </a:extLst>
                </p14:cNvPr>
                <p14:cNvContentPartPr/>
                <p14:nvPr/>
              </p14:nvContentPartPr>
              <p14:xfrm>
                <a:off x="4848945" y="846375"/>
                <a:ext cx="263880" cy="16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65A5980-4900-0800-2675-4D54CF4757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42825" y="840255"/>
                  <a:ext cx="2761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D61EA1-901F-3013-1489-4F0D32B6AE19}"/>
                    </a:ext>
                  </a:extLst>
                </p14:cNvPr>
                <p14:cNvContentPartPr/>
                <p14:nvPr/>
              </p14:nvContentPartPr>
              <p14:xfrm>
                <a:off x="4969545" y="387375"/>
                <a:ext cx="405720" cy="82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D61EA1-901F-3013-1489-4F0D32B6AE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63425" y="381255"/>
                  <a:ext cx="417960" cy="83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F45EB3-3B4C-4CF3-2CAD-9E5B1290D935}"/>
              </a:ext>
            </a:extLst>
          </p:cNvPr>
          <p:cNvGrpSpPr/>
          <p:nvPr/>
        </p:nvGrpSpPr>
        <p:grpSpPr>
          <a:xfrm>
            <a:off x="1705065" y="1697055"/>
            <a:ext cx="3259080" cy="647280"/>
            <a:chOff x="1705065" y="1697055"/>
            <a:chExt cx="325908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9F874E-E065-7484-D53F-A95F8A4605A2}"/>
                    </a:ext>
                  </a:extLst>
                </p14:cNvPr>
                <p14:cNvContentPartPr/>
                <p14:nvPr/>
              </p14:nvContentPartPr>
              <p14:xfrm>
                <a:off x="1705065" y="1697055"/>
                <a:ext cx="3259080" cy="109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9F874E-E065-7484-D53F-A95F8A4605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98945" y="1690935"/>
                  <a:ext cx="3271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A09F12-F49D-F8EB-A580-F6DC90A5B808}"/>
                    </a:ext>
                  </a:extLst>
                </p14:cNvPr>
                <p14:cNvContentPartPr/>
                <p14:nvPr/>
              </p14:nvContentPartPr>
              <p14:xfrm>
                <a:off x="2632785" y="1933215"/>
                <a:ext cx="35280" cy="31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A09F12-F49D-F8EB-A580-F6DC90A5B8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6665" y="1927095"/>
                  <a:ext cx="47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E137CDE-DCCD-FE50-EDA3-76BF1FBAEBE5}"/>
                    </a:ext>
                  </a:extLst>
                </p14:cNvPr>
                <p14:cNvContentPartPr/>
                <p14:nvPr/>
              </p14:nvContentPartPr>
              <p14:xfrm>
                <a:off x="2833305" y="1984695"/>
                <a:ext cx="40320" cy="24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E137CDE-DCCD-FE50-EDA3-76BF1FBAEB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7185" y="1978575"/>
                  <a:ext cx="52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8CFB69-778F-03AB-A95E-B703FA5F4F8E}"/>
                    </a:ext>
                  </a:extLst>
                </p14:cNvPr>
                <p14:cNvContentPartPr/>
                <p14:nvPr/>
              </p14:nvContentPartPr>
              <p14:xfrm>
                <a:off x="3071265" y="2028615"/>
                <a:ext cx="385200" cy="315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8CFB69-778F-03AB-A95E-B703FA5F4F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5145" y="2022495"/>
                  <a:ext cx="3974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628FEC-5791-D586-3D0B-B6CED736AAE8}"/>
                    </a:ext>
                  </a:extLst>
                </p14:cNvPr>
                <p14:cNvContentPartPr/>
                <p14:nvPr/>
              </p14:nvContentPartPr>
              <p14:xfrm>
                <a:off x="3726105" y="1959855"/>
                <a:ext cx="47160" cy="30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628FEC-5791-D586-3D0B-B6CED736AA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19985" y="1953735"/>
                  <a:ext cx="59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2D5CBF-7BC2-3346-846E-EA7A4EA69FA0}"/>
                    </a:ext>
                  </a:extLst>
                </p14:cNvPr>
                <p14:cNvContentPartPr/>
                <p14:nvPr/>
              </p14:nvContentPartPr>
              <p14:xfrm>
                <a:off x="3913305" y="2032935"/>
                <a:ext cx="56520" cy="252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2D5CBF-7BC2-3346-846E-EA7A4EA69F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07185" y="2026815"/>
                  <a:ext cx="687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E183B8-5DC6-A314-72DF-9649B01F7C3F}"/>
              </a:ext>
            </a:extLst>
          </p:cNvPr>
          <p:cNvGrpSpPr/>
          <p:nvPr/>
        </p:nvGrpSpPr>
        <p:grpSpPr>
          <a:xfrm>
            <a:off x="6190305" y="405015"/>
            <a:ext cx="3575520" cy="1974960"/>
            <a:chOff x="6190305" y="405015"/>
            <a:chExt cx="3575520" cy="19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60509C-E737-1D20-DF57-0422BE2FC8CE}"/>
                    </a:ext>
                  </a:extLst>
                </p14:cNvPr>
                <p14:cNvContentPartPr/>
                <p14:nvPr/>
              </p14:nvContentPartPr>
              <p14:xfrm>
                <a:off x="6190305" y="705975"/>
                <a:ext cx="370800" cy="10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60509C-E737-1D20-DF57-0422BE2FC8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84185" y="699855"/>
                  <a:ext cx="383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58A0D6-8AA1-F004-2096-27E7F15FB340}"/>
                    </a:ext>
                  </a:extLst>
                </p14:cNvPr>
                <p14:cNvContentPartPr/>
                <p14:nvPr/>
              </p14:nvContentPartPr>
              <p14:xfrm>
                <a:off x="6391545" y="944655"/>
                <a:ext cx="302040" cy="11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58A0D6-8AA1-F004-2096-27E7F15FB3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5425" y="938535"/>
                  <a:ext cx="31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FFB0BA-E6FC-CC1A-4D46-B616F2FD6811}"/>
                    </a:ext>
                  </a:extLst>
                </p14:cNvPr>
                <p14:cNvContentPartPr/>
                <p14:nvPr/>
              </p14:nvContentPartPr>
              <p14:xfrm>
                <a:off x="7253385" y="405015"/>
                <a:ext cx="857520" cy="624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FFB0BA-E6FC-CC1A-4D46-B616F2FD68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7265" y="398895"/>
                  <a:ext cx="86976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6A933A-7965-196F-F159-018F3DE1CB6D}"/>
                    </a:ext>
                  </a:extLst>
                </p14:cNvPr>
                <p14:cNvContentPartPr/>
                <p14:nvPr/>
              </p14:nvContentPartPr>
              <p14:xfrm>
                <a:off x="6622305" y="1353975"/>
                <a:ext cx="2416680" cy="11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6A933A-7965-196F-F159-018F3DE1CB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6185" y="1347855"/>
                  <a:ext cx="2428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D3A210-4691-ECF7-3CC5-734F00DDD8DA}"/>
                    </a:ext>
                  </a:extLst>
                </p14:cNvPr>
                <p14:cNvContentPartPr/>
                <p14:nvPr/>
              </p14:nvContentPartPr>
              <p14:xfrm>
                <a:off x="7148265" y="1856895"/>
                <a:ext cx="33480" cy="38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D3A210-4691-ECF7-3CC5-734F00DDD8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42145" y="1850775"/>
                  <a:ext cx="45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05D315-B586-4769-93E5-F02A7D76071E}"/>
                    </a:ext>
                  </a:extLst>
                </p14:cNvPr>
                <p14:cNvContentPartPr/>
                <p14:nvPr/>
              </p14:nvContentPartPr>
              <p14:xfrm>
                <a:off x="7441665" y="1864095"/>
                <a:ext cx="28080" cy="51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05D315-B586-4769-93E5-F02A7D7607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5545" y="1857975"/>
                  <a:ext cx="403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2E5418A-FDF7-4AE9-5A8F-5D1C1D7402F6}"/>
                    </a:ext>
                  </a:extLst>
                </p14:cNvPr>
                <p14:cNvContentPartPr/>
                <p14:nvPr/>
              </p14:nvContentPartPr>
              <p14:xfrm>
                <a:off x="7768905" y="1867695"/>
                <a:ext cx="288360" cy="277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2E5418A-FDF7-4AE9-5A8F-5D1C1D7402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62785" y="1861575"/>
                  <a:ext cx="300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0EE256-6F48-818F-A6A4-61B136417A42}"/>
                    </a:ext>
                  </a:extLst>
                </p14:cNvPr>
                <p14:cNvContentPartPr/>
                <p14:nvPr/>
              </p14:nvContentPartPr>
              <p14:xfrm>
                <a:off x="8502585" y="1733415"/>
                <a:ext cx="23040" cy="524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0EE256-6F48-818F-A6A4-61B136417A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96465" y="1727295"/>
                  <a:ext cx="352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A674AF-34A7-B57B-373E-002C4C8B0B49}"/>
                    </a:ext>
                  </a:extLst>
                </p14:cNvPr>
                <p14:cNvContentPartPr/>
                <p14:nvPr/>
              </p14:nvContentPartPr>
              <p14:xfrm>
                <a:off x="8835585" y="1828815"/>
                <a:ext cx="14040" cy="40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A674AF-34A7-B57B-373E-002C4C8B0B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29465" y="1822695"/>
                  <a:ext cx="262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214B5B-C59F-6A9A-2A1A-4090181FCED9}"/>
                    </a:ext>
                  </a:extLst>
                </p14:cNvPr>
                <p14:cNvContentPartPr/>
                <p14:nvPr/>
              </p14:nvContentPartPr>
              <p14:xfrm>
                <a:off x="9175425" y="554055"/>
                <a:ext cx="590400" cy="147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214B5B-C59F-6A9A-2A1A-4090181FCE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69305" y="547935"/>
                  <a:ext cx="602640" cy="14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2ED01B-F941-36AB-6797-5EE4711D31B5}"/>
                    </a:ext>
                  </a:extLst>
                </p14:cNvPr>
                <p14:cNvContentPartPr/>
                <p14:nvPr/>
              </p14:nvContentPartPr>
              <p14:xfrm>
                <a:off x="9670785" y="1915575"/>
                <a:ext cx="19800" cy="1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2ED01B-F941-36AB-6797-5EE4711D31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64665" y="1909455"/>
                  <a:ext cx="32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5EDF69-9C0D-9842-A4AB-608434AFFCCA}"/>
              </a:ext>
            </a:extLst>
          </p:cNvPr>
          <p:cNvGrpSpPr/>
          <p:nvPr/>
        </p:nvGrpSpPr>
        <p:grpSpPr>
          <a:xfrm>
            <a:off x="887865" y="2834295"/>
            <a:ext cx="1281600" cy="928440"/>
            <a:chOff x="887865" y="2834295"/>
            <a:chExt cx="1281600" cy="9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2D6322-A769-8C0D-3304-6AC0E5DB1218}"/>
                    </a:ext>
                  </a:extLst>
                </p14:cNvPr>
                <p14:cNvContentPartPr/>
                <p14:nvPr/>
              </p14:nvContentPartPr>
              <p14:xfrm>
                <a:off x="887865" y="2834295"/>
                <a:ext cx="529200" cy="77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2D6322-A769-8C0D-3304-6AC0E5DB12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1745" y="2828175"/>
                  <a:ext cx="54144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6825F7-0857-4E62-1D70-E17DD626020E}"/>
                    </a:ext>
                  </a:extLst>
                </p14:cNvPr>
                <p14:cNvContentPartPr/>
                <p14:nvPr/>
              </p14:nvContentPartPr>
              <p14:xfrm>
                <a:off x="1533705" y="3389415"/>
                <a:ext cx="154440" cy="373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6825F7-0857-4E62-1D70-E17DD62602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27585" y="3383295"/>
                  <a:ext cx="1666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B768199-2174-99D0-BA98-DFFAEE47F521}"/>
                    </a:ext>
                  </a:extLst>
                </p14:cNvPr>
                <p14:cNvContentPartPr/>
                <p14:nvPr/>
              </p14:nvContentPartPr>
              <p14:xfrm>
                <a:off x="1957785" y="3110775"/>
                <a:ext cx="49680" cy="50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B768199-2174-99D0-BA98-DFFAEE47F5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1665" y="3104655"/>
                  <a:ext cx="619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90AE28-FF11-D6C5-A855-2194C9F8F3CC}"/>
                    </a:ext>
                  </a:extLst>
                </p14:cNvPr>
                <p14:cNvContentPartPr/>
                <p14:nvPr/>
              </p14:nvContentPartPr>
              <p14:xfrm>
                <a:off x="1861665" y="3421455"/>
                <a:ext cx="307800" cy="16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90AE28-FF11-D6C5-A855-2194C9F8F3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55545" y="3415335"/>
                  <a:ext cx="3200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37A6CA-B867-AC16-FF8B-7F86193E9297}"/>
              </a:ext>
            </a:extLst>
          </p:cNvPr>
          <p:cNvGrpSpPr/>
          <p:nvPr/>
        </p:nvGrpSpPr>
        <p:grpSpPr>
          <a:xfrm>
            <a:off x="2649345" y="2972535"/>
            <a:ext cx="3484080" cy="1203480"/>
            <a:chOff x="2649345" y="2972535"/>
            <a:chExt cx="3484080" cy="12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558CBFC-FFBE-235C-8477-1B197963C3BE}"/>
                    </a:ext>
                  </a:extLst>
                </p14:cNvPr>
                <p14:cNvContentPartPr/>
                <p14:nvPr/>
              </p14:nvContentPartPr>
              <p14:xfrm>
                <a:off x="2649345" y="2972535"/>
                <a:ext cx="841320" cy="1203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558CBFC-FFBE-235C-8477-1B197963C3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3225" y="2966415"/>
                  <a:ext cx="853560" cy="12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D60B103-2402-FE2E-F7D3-57180F35641A}"/>
                    </a:ext>
                  </a:extLst>
                </p14:cNvPr>
                <p14:cNvContentPartPr/>
                <p14:nvPr/>
              </p14:nvContentPartPr>
              <p14:xfrm>
                <a:off x="3567345" y="3461415"/>
                <a:ext cx="348480" cy="294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D60B103-2402-FE2E-F7D3-57180F3564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61225" y="3455295"/>
                  <a:ext cx="3607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320A3D-4916-5E6A-5958-2C0CD3B26E0E}"/>
                    </a:ext>
                  </a:extLst>
                </p14:cNvPr>
                <p14:cNvContentPartPr/>
                <p14:nvPr/>
              </p14:nvContentPartPr>
              <p14:xfrm>
                <a:off x="4058025" y="3327855"/>
                <a:ext cx="411480" cy="389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320A3D-4916-5E6A-5958-2C0CD3B26E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51905" y="3321735"/>
                  <a:ext cx="4237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E218AB-641C-8AFD-1B13-81EB4EDBB0C5}"/>
                    </a:ext>
                  </a:extLst>
                </p14:cNvPr>
                <p14:cNvContentPartPr/>
                <p14:nvPr/>
              </p14:nvContentPartPr>
              <p14:xfrm>
                <a:off x="4295265" y="3455655"/>
                <a:ext cx="343080" cy="17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E218AB-641C-8AFD-1B13-81EB4EDBB0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89145" y="3449535"/>
                  <a:ext cx="355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A470EA-B15A-7E74-BF8C-2445AD43C453}"/>
                    </a:ext>
                  </a:extLst>
                </p14:cNvPr>
                <p14:cNvContentPartPr/>
                <p14:nvPr/>
              </p14:nvContentPartPr>
              <p14:xfrm>
                <a:off x="4682625" y="3267375"/>
                <a:ext cx="37080" cy="36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A470EA-B15A-7E74-BF8C-2445AD43C4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76505" y="3261255"/>
                  <a:ext cx="49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0126BE-4A9D-2740-F493-1834AE81AF3B}"/>
                    </a:ext>
                  </a:extLst>
                </p14:cNvPr>
                <p14:cNvContentPartPr/>
                <p14:nvPr/>
              </p14:nvContentPartPr>
              <p14:xfrm>
                <a:off x="4740945" y="3389055"/>
                <a:ext cx="151200" cy="228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0126BE-4A9D-2740-F493-1834AE81AF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4825" y="3382935"/>
                  <a:ext cx="163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4815DA-6EF6-6215-EE6E-24664F0AABFF}"/>
                    </a:ext>
                  </a:extLst>
                </p14:cNvPr>
                <p14:cNvContentPartPr/>
                <p14:nvPr/>
              </p14:nvContentPartPr>
              <p14:xfrm>
                <a:off x="5018505" y="3406335"/>
                <a:ext cx="264600" cy="302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4815DA-6EF6-6215-EE6E-24664F0AAB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12385" y="3400215"/>
                  <a:ext cx="276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401843-7C25-D655-616F-C06011636053}"/>
                    </a:ext>
                  </a:extLst>
                </p14:cNvPr>
                <p14:cNvContentPartPr/>
                <p14:nvPr/>
              </p14:nvContentPartPr>
              <p14:xfrm>
                <a:off x="5542305" y="3244695"/>
                <a:ext cx="20880" cy="1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401843-7C25-D655-616F-C060116360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36185" y="3238575"/>
                  <a:ext cx="33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6253D63-2629-E3B6-DB2E-9BBD7456D59A}"/>
                    </a:ext>
                  </a:extLst>
                </p14:cNvPr>
                <p14:cNvContentPartPr/>
                <p14:nvPr/>
              </p14:nvContentPartPr>
              <p14:xfrm>
                <a:off x="5531865" y="3814575"/>
                <a:ext cx="58680" cy="19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6253D63-2629-E3B6-DB2E-9BBD7456D5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25745" y="3808455"/>
                  <a:ext cx="70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854398-6219-DB37-3027-CF57D1C91EBC}"/>
                    </a:ext>
                  </a:extLst>
                </p14:cNvPr>
                <p14:cNvContentPartPr/>
                <p14:nvPr/>
              </p14:nvContentPartPr>
              <p14:xfrm>
                <a:off x="5791425" y="3580215"/>
                <a:ext cx="342000" cy="54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854398-6219-DB37-3027-CF57D1C91E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85305" y="3574095"/>
                  <a:ext cx="354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C52DFBF-E270-589F-FDAC-635873848379}"/>
              </a:ext>
            </a:extLst>
          </p:cNvPr>
          <p:cNvGrpSpPr/>
          <p:nvPr/>
        </p:nvGrpSpPr>
        <p:grpSpPr>
          <a:xfrm>
            <a:off x="695985" y="4429815"/>
            <a:ext cx="2962080" cy="649080"/>
            <a:chOff x="695985" y="4429815"/>
            <a:chExt cx="296208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794F70-35AD-4D5D-CE8F-6AFBABF60CF1}"/>
                    </a:ext>
                  </a:extLst>
                </p14:cNvPr>
                <p14:cNvContentPartPr/>
                <p14:nvPr/>
              </p14:nvContentPartPr>
              <p14:xfrm>
                <a:off x="695985" y="4440255"/>
                <a:ext cx="92880" cy="39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794F70-35AD-4D5D-CE8F-6AFBABF60C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9865" y="4434135"/>
                  <a:ext cx="105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7D5C7A-E83D-06F0-1070-7ED00777AD04}"/>
                    </a:ext>
                  </a:extLst>
                </p14:cNvPr>
                <p14:cNvContentPartPr/>
                <p14:nvPr/>
              </p14:nvContentPartPr>
              <p14:xfrm>
                <a:off x="711465" y="4429815"/>
                <a:ext cx="603360" cy="649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7D5C7A-E83D-06F0-1070-7ED00777AD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5345" y="4423695"/>
                  <a:ext cx="6156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EEE7BC-B0FB-6D6F-B7D3-688D6A15DF69}"/>
                    </a:ext>
                  </a:extLst>
                </p14:cNvPr>
                <p14:cNvContentPartPr/>
                <p14:nvPr/>
              </p14:nvContentPartPr>
              <p14:xfrm>
                <a:off x="1451985" y="4711695"/>
                <a:ext cx="249120" cy="234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EEE7BC-B0FB-6D6F-B7D3-688D6A15DF6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45865" y="4705575"/>
                  <a:ext cx="261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A2A4FA-FFB5-E708-A636-D6F2B3258ABA}"/>
                    </a:ext>
                  </a:extLst>
                </p14:cNvPr>
                <p14:cNvContentPartPr/>
                <p14:nvPr/>
              </p14:nvContentPartPr>
              <p14:xfrm>
                <a:off x="1706865" y="4653015"/>
                <a:ext cx="471960" cy="286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A2A4FA-FFB5-E708-A636-D6F2B3258AB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00745" y="4646895"/>
                  <a:ext cx="484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FED14B-1873-D397-0D95-FDD4743FCCFB}"/>
                    </a:ext>
                  </a:extLst>
                </p14:cNvPr>
                <p14:cNvContentPartPr/>
                <p14:nvPr/>
              </p14:nvContentPartPr>
              <p14:xfrm>
                <a:off x="2188545" y="4500735"/>
                <a:ext cx="38160" cy="3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FED14B-1873-D397-0D95-FDD4743FCC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82425" y="4494615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448325-4F03-68A0-F689-04BA4E2A9A4E}"/>
                    </a:ext>
                  </a:extLst>
                </p14:cNvPr>
                <p14:cNvContentPartPr/>
                <p14:nvPr/>
              </p14:nvContentPartPr>
              <p14:xfrm>
                <a:off x="2308065" y="4763895"/>
                <a:ext cx="566640" cy="131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448325-4F03-68A0-F689-04BA4E2A9A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1945" y="4757775"/>
                  <a:ext cx="578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EEAE1C-C6A8-20DF-EFE5-1FAAE1F5C967}"/>
                    </a:ext>
                  </a:extLst>
                </p14:cNvPr>
                <p14:cNvContentPartPr/>
                <p14:nvPr/>
              </p14:nvContentPartPr>
              <p14:xfrm>
                <a:off x="2879025" y="4503975"/>
                <a:ext cx="38160" cy="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EEAE1C-C6A8-20DF-EFE5-1FAAE1F5C9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72905" y="4497855"/>
                  <a:ext cx="5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41E85A0-512D-DF0B-FE92-94FEE9636CDC}"/>
                    </a:ext>
                  </a:extLst>
                </p14:cNvPr>
                <p14:cNvContentPartPr/>
                <p14:nvPr/>
              </p14:nvContentPartPr>
              <p14:xfrm>
                <a:off x="2969385" y="4657695"/>
                <a:ext cx="471240" cy="272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41E85A0-512D-DF0B-FE92-94FEE9636CD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63265" y="4651575"/>
                  <a:ext cx="483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14FE50-DBE2-5CCD-985E-DA1A4F8F00AC}"/>
                    </a:ext>
                  </a:extLst>
                </p14:cNvPr>
                <p14:cNvContentPartPr/>
                <p14:nvPr/>
              </p14:nvContentPartPr>
              <p14:xfrm>
                <a:off x="3601545" y="4826895"/>
                <a:ext cx="56520" cy="4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14FE50-DBE2-5CCD-985E-DA1A4F8F00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95425" y="4820775"/>
                  <a:ext cx="6876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53BF05-F182-D0DF-AC0C-D6159EAC70B6}"/>
              </a:ext>
            </a:extLst>
          </p:cNvPr>
          <p:cNvGrpSpPr/>
          <p:nvPr/>
        </p:nvGrpSpPr>
        <p:grpSpPr>
          <a:xfrm>
            <a:off x="1052745" y="5326215"/>
            <a:ext cx="1520640" cy="442080"/>
            <a:chOff x="1052745" y="5326215"/>
            <a:chExt cx="152064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A4054B0-718A-C540-0DE7-306C91ACFA0E}"/>
                    </a:ext>
                  </a:extLst>
                </p14:cNvPr>
                <p14:cNvContentPartPr/>
                <p14:nvPr/>
              </p14:nvContentPartPr>
              <p14:xfrm>
                <a:off x="1052745" y="5326215"/>
                <a:ext cx="448200" cy="352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A4054B0-718A-C540-0DE7-306C91ACFA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6625" y="5320095"/>
                  <a:ext cx="460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EF7E24-08BA-36F9-5850-E067F7479749}"/>
                    </a:ext>
                  </a:extLst>
                </p14:cNvPr>
                <p14:cNvContentPartPr/>
                <p14:nvPr/>
              </p14:nvContentPartPr>
              <p14:xfrm>
                <a:off x="1677705" y="5562375"/>
                <a:ext cx="96480" cy="182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EF7E24-08BA-36F9-5850-E067F74797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71585" y="5556255"/>
                  <a:ext cx="108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6D3474-8E5B-5448-F8BD-4846A7334C05}"/>
                    </a:ext>
                  </a:extLst>
                </p14:cNvPr>
                <p14:cNvContentPartPr/>
                <p14:nvPr/>
              </p14:nvContentPartPr>
              <p14:xfrm>
                <a:off x="2004585" y="5365815"/>
                <a:ext cx="355320" cy="40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6D3474-8E5B-5448-F8BD-4846A7334C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98465" y="5359695"/>
                  <a:ext cx="3675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80B61C-85A9-C54F-E07F-F50F5D4A3AA6}"/>
                    </a:ext>
                  </a:extLst>
                </p14:cNvPr>
                <p14:cNvContentPartPr/>
                <p14:nvPr/>
              </p14:nvContentPartPr>
              <p14:xfrm>
                <a:off x="2549985" y="5582895"/>
                <a:ext cx="23400" cy="42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80B61C-85A9-C54F-E07F-F50F5D4A3A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43865" y="5576775"/>
                  <a:ext cx="35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AB76CFB-2465-9760-C01F-B8FBAB51CD46}"/>
              </a:ext>
            </a:extLst>
          </p:cNvPr>
          <p:cNvGrpSpPr/>
          <p:nvPr/>
        </p:nvGrpSpPr>
        <p:grpSpPr>
          <a:xfrm>
            <a:off x="4695225" y="4053615"/>
            <a:ext cx="1527480" cy="1346760"/>
            <a:chOff x="4695225" y="4053615"/>
            <a:chExt cx="1527480" cy="13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6391383-9D92-C341-290A-A5728C65A797}"/>
                    </a:ext>
                  </a:extLst>
                </p14:cNvPr>
                <p14:cNvContentPartPr/>
                <p14:nvPr/>
              </p14:nvContentPartPr>
              <p14:xfrm>
                <a:off x="5037585" y="4053615"/>
                <a:ext cx="723600" cy="529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6391383-9D92-C341-290A-A5728C65A7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31465" y="4047495"/>
                  <a:ext cx="7358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CAC355-64D8-FEC9-C1D3-9388C08C3E88}"/>
                    </a:ext>
                  </a:extLst>
                </p14:cNvPr>
                <p14:cNvContentPartPr/>
                <p14:nvPr/>
              </p14:nvContentPartPr>
              <p14:xfrm>
                <a:off x="4695225" y="4712775"/>
                <a:ext cx="1527480" cy="19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CAC355-64D8-FEC9-C1D3-9388C08C3E8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89105" y="4706655"/>
                  <a:ext cx="153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240D35-AB5C-F1DD-44C9-EAD422EB8629}"/>
                    </a:ext>
                  </a:extLst>
                </p14:cNvPr>
                <p14:cNvContentPartPr/>
                <p14:nvPr/>
              </p14:nvContentPartPr>
              <p14:xfrm>
                <a:off x="4986825" y="5061255"/>
                <a:ext cx="34560" cy="339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240D35-AB5C-F1DD-44C9-EAD422EB86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80705" y="5055135"/>
                  <a:ext cx="46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80C923-0F8C-7DEF-728D-48E173A1610A}"/>
                    </a:ext>
                  </a:extLst>
                </p14:cNvPr>
                <p14:cNvContentPartPr/>
                <p14:nvPr/>
              </p14:nvContentPartPr>
              <p14:xfrm>
                <a:off x="5099865" y="5060175"/>
                <a:ext cx="32400" cy="260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80C923-0F8C-7DEF-728D-48E173A161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93745" y="5054055"/>
                  <a:ext cx="44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B3E839-0374-7AF2-6542-DAFA990ABFB2}"/>
                    </a:ext>
                  </a:extLst>
                </p14:cNvPr>
                <p14:cNvContentPartPr/>
                <p14:nvPr/>
              </p14:nvContentPartPr>
              <p14:xfrm>
                <a:off x="5260785" y="5068455"/>
                <a:ext cx="353880" cy="255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B3E839-0374-7AF2-6542-DAFA990ABF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54665" y="5062335"/>
                  <a:ext cx="366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6DB76A-9CE7-3C14-2419-774A70A78C66}"/>
                    </a:ext>
                  </a:extLst>
                </p14:cNvPr>
                <p14:cNvContentPartPr/>
                <p14:nvPr/>
              </p14:nvContentPartPr>
              <p14:xfrm>
                <a:off x="5735265" y="5006895"/>
                <a:ext cx="65880" cy="21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6DB76A-9CE7-3C14-2419-774A70A78C6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29145" y="5000775"/>
                  <a:ext cx="78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4F1FECA-F26C-DAB2-2E99-105F2D7207D0}"/>
                    </a:ext>
                  </a:extLst>
                </p14:cNvPr>
                <p14:cNvContentPartPr/>
                <p14:nvPr/>
              </p14:nvContentPartPr>
              <p14:xfrm>
                <a:off x="5958105" y="5009775"/>
                <a:ext cx="33480" cy="23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4F1FECA-F26C-DAB2-2E99-105F2D7207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51985" y="5003655"/>
                  <a:ext cx="4572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BB6107C-F433-47A3-1663-28DE8F4EC86C}"/>
              </a:ext>
            </a:extLst>
          </p:cNvPr>
          <p:cNvGrpSpPr/>
          <p:nvPr/>
        </p:nvGrpSpPr>
        <p:grpSpPr>
          <a:xfrm>
            <a:off x="7287585" y="3849495"/>
            <a:ext cx="4798440" cy="1623600"/>
            <a:chOff x="7287585" y="3849495"/>
            <a:chExt cx="4798440" cy="16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6077488-9597-72AD-6E8E-990B918BD60D}"/>
                    </a:ext>
                  </a:extLst>
                </p14:cNvPr>
                <p14:cNvContentPartPr/>
                <p14:nvPr/>
              </p14:nvContentPartPr>
              <p14:xfrm>
                <a:off x="7287585" y="4433055"/>
                <a:ext cx="321480" cy="1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6077488-9597-72AD-6E8E-990B918BD6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81465" y="4426935"/>
                  <a:ext cx="333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A7931A-000F-9C5C-1871-5E8735D12533}"/>
                    </a:ext>
                  </a:extLst>
                </p14:cNvPr>
                <p14:cNvContentPartPr/>
                <p14:nvPr/>
              </p14:nvContentPartPr>
              <p14:xfrm>
                <a:off x="7327545" y="4610895"/>
                <a:ext cx="401400" cy="126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A7931A-000F-9C5C-1871-5E8735D125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21425" y="4604775"/>
                  <a:ext cx="413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9841AC5-4E8F-8B0C-18ED-145333F14C8E}"/>
                    </a:ext>
                  </a:extLst>
                </p14:cNvPr>
                <p14:cNvContentPartPr/>
                <p14:nvPr/>
              </p14:nvContentPartPr>
              <p14:xfrm>
                <a:off x="7489905" y="4026615"/>
                <a:ext cx="486000" cy="1083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9841AC5-4E8F-8B0C-18ED-145333F14C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3785" y="4020495"/>
                  <a:ext cx="498240" cy="10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E4F3CD-DDA4-37D8-E59B-A578337ED383}"/>
                    </a:ext>
                  </a:extLst>
                </p14:cNvPr>
                <p14:cNvContentPartPr/>
                <p14:nvPr/>
              </p14:nvContentPartPr>
              <p14:xfrm>
                <a:off x="8905785" y="4045695"/>
                <a:ext cx="31680" cy="491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E4F3CD-DDA4-37D8-E59B-A578337ED3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99665" y="4039575"/>
                  <a:ext cx="439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3326512-D199-0FFC-8449-9249F6F8F9CE}"/>
                    </a:ext>
                  </a:extLst>
                </p14:cNvPr>
                <p14:cNvContentPartPr/>
                <p14:nvPr/>
              </p14:nvContentPartPr>
              <p14:xfrm>
                <a:off x="8898225" y="3859935"/>
                <a:ext cx="677160" cy="74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3326512-D199-0FFC-8449-9249F6F8F9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92105" y="3853815"/>
                  <a:ext cx="68940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53290B-AC74-4E26-8C0F-81407A7FFD01}"/>
                    </a:ext>
                  </a:extLst>
                </p14:cNvPr>
                <p14:cNvContentPartPr/>
                <p14:nvPr/>
              </p14:nvContentPartPr>
              <p14:xfrm>
                <a:off x="9659265" y="4013295"/>
                <a:ext cx="8964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53290B-AC74-4E26-8C0F-81407A7FFD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53145" y="4007175"/>
                  <a:ext cx="101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75DCFB5-30AE-2231-80DB-707516B6A352}"/>
                    </a:ext>
                  </a:extLst>
                </p14:cNvPr>
                <p14:cNvContentPartPr/>
                <p14:nvPr/>
              </p14:nvContentPartPr>
              <p14:xfrm>
                <a:off x="9712185" y="4184295"/>
                <a:ext cx="272160" cy="341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75DCFB5-30AE-2231-80DB-707516B6A3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06065" y="4178175"/>
                  <a:ext cx="2844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7989D4-E7EA-1E3A-880C-E631E27B7B36}"/>
                    </a:ext>
                  </a:extLst>
                </p14:cNvPr>
                <p14:cNvContentPartPr/>
                <p14:nvPr/>
              </p14:nvContentPartPr>
              <p14:xfrm>
                <a:off x="10112865" y="3849495"/>
                <a:ext cx="41760" cy="525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7989D4-E7EA-1E3A-880C-E631E27B7B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06745" y="3843375"/>
                  <a:ext cx="540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0D324EF-39F3-4CA8-341A-549CC2D1EC93}"/>
                    </a:ext>
                  </a:extLst>
                </p14:cNvPr>
                <p14:cNvContentPartPr/>
                <p14:nvPr/>
              </p14:nvContentPartPr>
              <p14:xfrm>
                <a:off x="10088025" y="4084215"/>
                <a:ext cx="360360" cy="20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0D324EF-39F3-4CA8-341A-549CC2D1EC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81905" y="4078095"/>
                  <a:ext cx="372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BCCA80-50F9-E8BF-D359-577693F29937}"/>
                    </a:ext>
                  </a:extLst>
                </p14:cNvPr>
                <p14:cNvContentPartPr/>
                <p14:nvPr/>
              </p14:nvContentPartPr>
              <p14:xfrm>
                <a:off x="10587345" y="4050015"/>
                <a:ext cx="199080" cy="24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BCCA80-50F9-E8BF-D359-577693F299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81225" y="4043895"/>
                  <a:ext cx="211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13F02F-ECC4-F187-62F0-EBB2B690915F}"/>
                    </a:ext>
                  </a:extLst>
                </p14:cNvPr>
                <p14:cNvContentPartPr/>
                <p14:nvPr/>
              </p14:nvContentPartPr>
              <p14:xfrm>
                <a:off x="10936185" y="3882615"/>
                <a:ext cx="313560" cy="307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13F02F-ECC4-F187-62F0-EBB2B69091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30065" y="3876495"/>
                  <a:ext cx="325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3EC758-CAD4-EF92-D3D3-1B21011A4CB8}"/>
                    </a:ext>
                  </a:extLst>
                </p14:cNvPr>
                <p14:cNvContentPartPr/>
                <p14:nvPr/>
              </p14:nvContentPartPr>
              <p14:xfrm>
                <a:off x="7944585" y="5131095"/>
                <a:ext cx="745920" cy="342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3EC758-CAD4-EF92-D3D3-1B21011A4C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38465" y="5124975"/>
                  <a:ext cx="758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7076D0-31A2-C201-F724-C01B4A1BEA77}"/>
                    </a:ext>
                  </a:extLst>
                </p14:cNvPr>
                <p14:cNvContentPartPr/>
                <p14:nvPr/>
              </p14:nvContentPartPr>
              <p14:xfrm>
                <a:off x="8507265" y="5102655"/>
                <a:ext cx="622800" cy="226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7076D0-31A2-C201-F724-C01B4A1BEA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1145" y="5096535"/>
                  <a:ext cx="635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B1A7FF-0F0E-630C-71E9-0E91A258A34B}"/>
                    </a:ext>
                  </a:extLst>
                </p14:cNvPr>
                <p14:cNvContentPartPr/>
                <p14:nvPr/>
              </p14:nvContentPartPr>
              <p14:xfrm>
                <a:off x="9290265" y="5054775"/>
                <a:ext cx="194760" cy="20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B1A7FF-0F0E-630C-71E9-0E91A258A3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84145" y="5048655"/>
                  <a:ext cx="207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358E31A-04C0-9A40-9025-FC88B03E320B}"/>
                    </a:ext>
                  </a:extLst>
                </p14:cNvPr>
                <p14:cNvContentPartPr/>
                <p14:nvPr/>
              </p14:nvContentPartPr>
              <p14:xfrm>
                <a:off x="9536505" y="5007255"/>
                <a:ext cx="302760" cy="21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358E31A-04C0-9A40-9025-FC88B03E320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30385" y="5001135"/>
                  <a:ext cx="315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DB3A99-E681-7255-B132-CC1D8DAD1A86}"/>
                    </a:ext>
                  </a:extLst>
                </p14:cNvPr>
                <p14:cNvContentPartPr/>
                <p14:nvPr/>
              </p14:nvContentPartPr>
              <p14:xfrm>
                <a:off x="9865545" y="4942095"/>
                <a:ext cx="294840" cy="218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DB3A99-E681-7255-B132-CC1D8DAD1A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59425" y="4935975"/>
                  <a:ext cx="307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924E92-5758-4CB0-8E32-22D3A5C4E460}"/>
                    </a:ext>
                  </a:extLst>
                </p14:cNvPr>
                <p14:cNvContentPartPr/>
                <p14:nvPr/>
              </p14:nvContentPartPr>
              <p14:xfrm>
                <a:off x="10298265" y="4963695"/>
                <a:ext cx="9360" cy="27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924E92-5758-4CB0-8E32-22D3A5C4E4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92145" y="4957575"/>
                  <a:ext cx="21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88E168C-33B0-4E5A-D963-FA32FBD598EE}"/>
                    </a:ext>
                  </a:extLst>
                </p14:cNvPr>
                <p14:cNvContentPartPr/>
                <p14:nvPr/>
              </p14:nvContentPartPr>
              <p14:xfrm>
                <a:off x="10567545" y="4722855"/>
                <a:ext cx="41760" cy="462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88E168C-33B0-4E5A-D963-FA32FBD598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61425" y="4716735"/>
                  <a:ext cx="540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01F62A-3DF8-FF02-4AD7-972B4BF96E28}"/>
                    </a:ext>
                  </a:extLst>
                </p14:cNvPr>
                <p14:cNvContentPartPr/>
                <p14:nvPr/>
              </p14:nvContentPartPr>
              <p14:xfrm>
                <a:off x="10563585" y="4641135"/>
                <a:ext cx="544320" cy="43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01F62A-3DF8-FF02-4AD7-972B4BF96E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57465" y="4635015"/>
                  <a:ext cx="5565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99D45B-F5D4-6691-E79D-CFCF98C26B52}"/>
                    </a:ext>
                  </a:extLst>
                </p14:cNvPr>
                <p14:cNvContentPartPr/>
                <p14:nvPr/>
              </p14:nvContentPartPr>
              <p14:xfrm>
                <a:off x="11164065" y="4697295"/>
                <a:ext cx="221400" cy="213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99D45B-F5D4-6691-E79D-CFCF98C26B5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57945" y="4691175"/>
                  <a:ext cx="233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6509546-4F08-3C32-1C78-C3171E02D426}"/>
                    </a:ext>
                  </a:extLst>
                </p14:cNvPr>
                <p14:cNvContentPartPr/>
                <p14:nvPr/>
              </p14:nvContentPartPr>
              <p14:xfrm>
                <a:off x="11345145" y="4581015"/>
                <a:ext cx="246240" cy="29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6509546-4F08-3C32-1C78-C3171E02D4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339025" y="4574895"/>
                  <a:ext cx="258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FBC5A3B-933B-6B7A-CF4B-867167A2A36E}"/>
                    </a:ext>
                  </a:extLst>
                </p14:cNvPr>
                <p14:cNvContentPartPr/>
                <p14:nvPr/>
              </p14:nvContentPartPr>
              <p14:xfrm>
                <a:off x="11545665" y="4568775"/>
                <a:ext cx="159480" cy="456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FBC5A3B-933B-6B7A-CF4B-867167A2A3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539545" y="4562655"/>
                  <a:ext cx="1717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06841A-3EE6-6D94-6C4A-84BDBFCD4F4B}"/>
                    </a:ext>
                  </a:extLst>
                </p14:cNvPr>
                <p14:cNvContentPartPr/>
                <p14:nvPr/>
              </p14:nvContentPartPr>
              <p14:xfrm>
                <a:off x="11757705" y="4440975"/>
                <a:ext cx="11880" cy="2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06841A-3EE6-6D94-6C4A-84BDBFCD4F4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751585" y="4434855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350D0D-8D25-58B0-B865-6D1BAF925677}"/>
                    </a:ext>
                  </a:extLst>
                </p14:cNvPr>
                <p14:cNvContentPartPr/>
                <p14:nvPr/>
              </p14:nvContentPartPr>
              <p14:xfrm>
                <a:off x="11753025" y="4621695"/>
                <a:ext cx="204120" cy="153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350D0D-8D25-58B0-B865-6D1BAF9256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6905" y="4615575"/>
                  <a:ext cx="216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D03234D-F525-4769-CEAB-319089EC010A}"/>
                    </a:ext>
                  </a:extLst>
                </p14:cNvPr>
                <p14:cNvContentPartPr/>
                <p14:nvPr/>
              </p14:nvContentPartPr>
              <p14:xfrm>
                <a:off x="11907465" y="4255935"/>
                <a:ext cx="178560" cy="38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D03234D-F525-4769-CEAB-319089EC010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901345" y="4249815"/>
                  <a:ext cx="19080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DB5FE5-9B9F-6F3A-B7DE-4E38F6A2DC38}"/>
              </a:ext>
            </a:extLst>
          </p:cNvPr>
          <p:cNvGrpSpPr/>
          <p:nvPr/>
        </p:nvGrpSpPr>
        <p:grpSpPr>
          <a:xfrm>
            <a:off x="9254985" y="5447175"/>
            <a:ext cx="1269360" cy="458280"/>
            <a:chOff x="9254985" y="5447175"/>
            <a:chExt cx="1269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94412A-5059-733D-C94E-8F0B92DE7BFB}"/>
                    </a:ext>
                  </a:extLst>
                </p14:cNvPr>
                <p14:cNvContentPartPr/>
                <p14:nvPr/>
              </p14:nvContentPartPr>
              <p14:xfrm>
                <a:off x="9254985" y="5447175"/>
                <a:ext cx="82080" cy="45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94412A-5059-733D-C94E-8F0B92DE7B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48865" y="5441055"/>
                  <a:ext cx="943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83696E-1E54-E276-308E-28F4B736F7A5}"/>
                    </a:ext>
                  </a:extLst>
                </p14:cNvPr>
                <p14:cNvContentPartPr/>
                <p14:nvPr/>
              </p14:nvContentPartPr>
              <p14:xfrm>
                <a:off x="9344625" y="5554095"/>
                <a:ext cx="153000" cy="203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83696E-1E54-E276-308E-28F4B736F7A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8505" y="5547975"/>
                  <a:ext cx="165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9F28B67-10CE-D833-94B8-05E01F70F921}"/>
                    </a:ext>
                  </a:extLst>
                </p14:cNvPr>
                <p14:cNvContentPartPr/>
                <p14:nvPr/>
              </p14:nvContentPartPr>
              <p14:xfrm>
                <a:off x="9611385" y="5462655"/>
                <a:ext cx="29880" cy="336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9F28B67-10CE-D833-94B8-05E01F70F9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05265" y="5456535"/>
                  <a:ext cx="42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67B11A-3DB8-EE2F-DCEE-3F7775FC944A}"/>
                    </a:ext>
                  </a:extLst>
                </p14:cNvPr>
                <p14:cNvContentPartPr/>
                <p14:nvPr/>
              </p14:nvContentPartPr>
              <p14:xfrm>
                <a:off x="9784905" y="5517375"/>
                <a:ext cx="128520" cy="187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67B11A-3DB8-EE2F-DCEE-3F7775FC944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78785" y="5511255"/>
                  <a:ext cx="140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85ED724-360A-613A-43F7-AD8141C1226C}"/>
                    </a:ext>
                  </a:extLst>
                </p14:cNvPr>
                <p14:cNvContentPartPr/>
                <p14:nvPr/>
              </p14:nvContentPartPr>
              <p14:xfrm>
                <a:off x="10004505" y="5451135"/>
                <a:ext cx="519840" cy="252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85ED724-360A-613A-43F7-AD8141C1226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98385" y="5445015"/>
                  <a:ext cx="53208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ECD55E6-FF8D-C397-02BD-9CF2D369B877}"/>
                  </a:ext>
                </a:extLst>
              </p14:cNvPr>
              <p14:cNvContentPartPr/>
              <p14:nvPr/>
            </p14:nvContentPartPr>
            <p14:xfrm>
              <a:off x="7102545" y="2475375"/>
              <a:ext cx="2188080" cy="579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ECD55E6-FF8D-C397-02BD-9CF2D369B87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096425" y="2469255"/>
                <a:ext cx="22003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7D115EC-A4DC-FE1A-F31F-8F882C7624DE}"/>
                  </a:ext>
                </a:extLst>
              </p14:cNvPr>
              <p14:cNvContentPartPr/>
              <p14:nvPr/>
            </p14:nvContentPartPr>
            <p14:xfrm>
              <a:off x="2639985" y="2310495"/>
              <a:ext cx="2087640" cy="2998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7D115EC-A4DC-FE1A-F31F-8F882C7624D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33865" y="2304375"/>
                <a:ext cx="20998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77AA57A-7D27-0C56-599C-1359DD131790}"/>
                  </a:ext>
                </a:extLst>
              </p14:cNvPr>
              <p14:cNvContentPartPr/>
              <p14:nvPr/>
            </p14:nvContentPartPr>
            <p14:xfrm>
              <a:off x="3431265" y="4354575"/>
              <a:ext cx="449640" cy="274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77AA57A-7D27-0C56-599C-1359DD13179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425145" y="4348455"/>
                <a:ext cx="4618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47F53E-A76F-0241-C385-20F024B6C412}"/>
                  </a:ext>
                </a:extLst>
              </p14:cNvPr>
              <p14:cNvContentPartPr/>
              <p14:nvPr/>
            </p14:nvContentPartPr>
            <p14:xfrm>
              <a:off x="6259065" y="1541895"/>
              <a:ext cx="3450600" cy="129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47F53E-A76F-0241-C385-20F024B6C41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250065" y="1533255"/>
                <a:ext cx="3468240" cy="131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452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C189B42-ADD4-70D3-1401-860E16272883}"/>
              </a:ext>
            </a:extLst>
          </p:cNvPr>
          <p:cNvGrpSpPr/>
          <p:nvPr/>
        </p:nvGrpSpPr>
        <p:grpSpPr>
          <a:xfrm>
            <a:off x="715425" y="147255"/>
            <a:ext cx="11328480" cy="5896080"/>
            <a:chOff x="715425" y="147255"/>
            <a:chExt cx="11328480" cy="58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7A317E-48C4-3E09-AF67-B145EF218E08}"/>
                    </a:ext>
                  </a:extLst>
                </p14:cNvPr>
                <p14:cNvContentPartPr/>
                <p14:nvPr/>
              </p14:nvContentPartPr>
              <p14:xfrm>
                <a:off x="715425" y="475215"/>
                <a:ext cx="608400" cy="691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7A317E-48C4-3E09-AF67-B145EF218E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9305" y="469095"/>
                  <a:ext cx="6206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05BBA9-3719-981A-17E1-4E6CD139B23C}"/>
                    </a:ext>
                  </a:extLst>
                </p14:cNvPr>
                <p14:cNvContentPartPr/>
                <p14:nvPr/>
              </p14:nvContentPartPr>
              <p14:xfrm>
                <a:off x="1441905" y="779775"/>
                <a:ext cx="385920" cy="393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05BBA9-3719-981A-17E1-4E6CD139B2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5785" y="773655"/>
                  <a:ext cx="3981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10BBD3-99C2-9EF9-B3D4-2A31CC0B827C}"/>
                    </a:ext>
                  </a:extLst>
                </p14:cNvPr>
                <p14:cNvContentPartPr/>
                <p14:nvPr/>
              </p14:nvContentPartPr>
              <p14:xfrm>
                <a:off x="2019345" y="605895"/>
                <a:ext cx="104400" cy="493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10BBD3-99C2-9EF9-B3D4-2A31CC0B82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13225" y="599775"/>
                  <a:ext cx="11664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6F3E86-CB11-88CA-9B01-223CE6929BBB}"/>
                    </a:ext>
                  </a:extLst>
                </p14:cNvPr>
                <p14:cNvContentPartPr/>
                <p14:nvPr/>
              </p14:nvContentPartPr>
              <p14:xfrm>
                <a:off x="1961385" y="746655"/>
                <a:ext cx="403200" cy="16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6F3E86-CB11-88CA-9B01-223CE6929B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5265" y="740535"/>
                  <a:ext cx="415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10E997-A18E-A4C6-BDEB-D94E1671E791}"/>
                    </a:ext>
                  </a:extLst>
                </p14:cNvPr>
                <p14:cNvContentPartPr/>
                <p14:nvPr/>
              </p14:nvContentPartPr>
              <p14:xfrm>
                <a:off x="2225265" y="722175"/>
                <a:ext cx="685080" cy="320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10E997-A18E-A4C6-BDEB-D94E1671E7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19145" y="716055"/>
                  <a:ext cx="6973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510D9-74A7-D279-F07A-7D1C3A15031B}"/>
                    </a:ext>
                  </a:extLst>
                </p14:cNvPr>
                <p14:cNvContentPartPr/>
                <p14:nvPr/>
              </p14:nvContentPartPr>
              <p14:xfrm>
                <a:off x="2965785" y="577095"/>
                <a:ext cx="40320" cy="24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510D9-74A7-D279-F07A-7D1C3A1503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9665" y="570975"/>
                  <a:ext cx="52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3CA5C2-D521-FF78-B21D-63568994D603}"/>
                    </a:ext>
                  </a:extLst>
                </p14:cNvPr>
                <p14:cNvContentPartPr/>
                <p14:nvPr/>
              </p14:nvContentPartPr>
              <p14:xfrm>
                <a:off x="3083505" y="646215"/>
                <a:ext cx="354960" cy="34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3CA5C2-D521-FF78-B21D-63568994D6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7385" y="640095"/>
                  <a:ext cx="3672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7AE47C-9268-E26D-B9B5-21A55D3EB914}"/>
                    </a:ext>
                  </a:extLst>
                </p14:cNvPr>
                <p14:cNvContentPartPr/>
                <p14:nvPr/>
              </p14:nvContentPartPr>
              <p14:xfrm>
                <a:off x="3557985" y="497175"/>
                <a:ext cx="11880" cy="445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7AE47C-9268-E26D-B9B5-21A55D3EB9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51865" y="491055"/>
                  <a:ext cx="241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B9917B-9DE9-DD61-43B5-480815EE35AE}"/>
                    </a:ext>
                  </a:extLst>
                </p14:cNvPr>
                <p14:cNvContentPartPr/>
                <p14:nvPr/>
              </p14:nvContentPartPr>
              <p14:xfrm>
                <a:off x="3458625" y="770775"/>
                <a:ext cx="268920" cy="7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B9917B-9DE9-DD61-43B5-480815EE35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52505" y="764655"/>
                  <a:ext cx="281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D72B89-AEF4-03ED-2427-829D4EB6295F}"/>
                    </a:ext>
                  </a:extLst>
                </p14:cNvPr>
                <p14:cNvContentPartPr/>
                <p14:nvPr/>
              </p14:nvContentPartPr>
              <p14:xfrm>
                <a:off x="4389225" y="164175"/>
                <a:ext cx="348840" cy="9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D72B89-AEF4-03ED-2427-829D4EB62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3105" y="158055"/>
                  <a:ext cx="36108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2D50A0-3111-BCF8-0205-4B5FFC14E107}"/>
                    </a:ext>
                  </a:extLst>
                </p14:cNvPr>
                <p14:cNvContentPartPr/>
                <p14:nvPr/>
              </p14:nvContentPartPr>
              <p14:xfrm>
                <a:off x="4874145" y="563775"/>
                <a:ext cx="357840" cy="29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2D50A0-3111-BCF8-0205-4B5FFC14E1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68025" y="557655"/>
                  <a:ext cx="370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3FE284-6C84-A9D0-F9CA-55E4E92D1ABB}"/>
                    </a:ext>
                  </a:extLst>
                </p14:cNvPr>
                <p14:cNvContentPartPr/>
                <p14:nvPr/>
              </p14:nvContentPartPr>
              <p14:xfrm>
                <a:off x="5463105" y="513375"/>
                <a:ext cx="528840" cy="36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3FE284-6C84-A9D0-F9CA-55E4E92D1A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6985" y="507255"/>
                  <a:ext cx="5410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3A37C1-1584-95CD-51BC-0DE89C23E4FA}"/>
                    </a:ext>
                  </a:extLst>
                </p14:cNvPr>
                <p14:cNvContentPartPr/>
                <p14:nvPr/>
              </p14:nvContentPartPr>
              <p14:xfrm>
                <a:off x="6580185" y="380895"/>
                <a:ext cx="73440" cy="450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3A37C1-1584-95CD-51BC-0DE89C23E4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74065" y="374775"/>
                  <a:ext cx="856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360566-30C1-5172-C776-13983FD76471}"/>
                    </a:ext>
                  </a:extLst>
                </p14:cNvPr>
                <p14:cNvContentPartPr/>
                <p14:nvPr/>
              </p14:nvContentPartPr>
              <p14:xfrm>
                <a:off x="6439425" y="429855"/>
                <a:ext cx="1199520" cy="30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360566-30C1-5172-C776-13983FD764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3305" y="423735"/>
                  <a:ext cx="1211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1A465D-FD54-1D48-81F1-47F573B987B7}"/>
                    </a:ext>
                  </a:extLst>
                </p14:cNvPr>
                <p14:cNvContentPartPr/>
                <p14:nvPr/>
              </p14:nvContentPartPr>
              <p14:xfrm>
                <a:off x="7570905" y="489975"/>
                <a:ext cx="266760" cy="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1A465D-FD54-1D48-81F1-47F573B98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64785" y="483855"/>
                  <a:ext cx="2790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A7FFCA-D4F7-6E22-687A-B5A6C9FB8166}"/>
                    </a:ext>
                  </a:extLst>
                </p14:cNvPr>
                <p14:cNvContentPartPr/>
                <p14:nvPr/>
              </p14:nvContentPartPr>
              <p14:xfrm>
                <a:off x="4505865" y="1900095"/>
                <a:ext cx="428760" cy="112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A7FFCA-D4F7-6E22-687A-B5A6C9FB81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99745" y="1893975"/>
                  <a:ext cx="44100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919094-F46B-1513-38AE-3A780793E381}"/>
                    </a:ext>
                  </a:extLst>
                </p14:cNvPr>
                <p14:cNvContentPartPr/>
                <p14:nvPr/>
              </p14:nvContentPartPr>
              <p14:xfrm>
                <a:off x="5162865" y="2312655"/>
                <a:ext cx="167400" cy="23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919094-F46B-1513-38AE-3A780793E3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6745" y="2306535"/>
                  <a:ext cx="179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B64CFE-EC6A-9A41-D95D-40E5232D19BF}"/>
                    </a:ext>
                  </a:extLst>
                </p14:cNvPr>
                <p14:cNvContentPartPr/>
                <p14:nvPr/>
              </p14:nvContentPartPr>
              <p14:xfrm>
                <a:off x="5310105" y="2071815"/>
                <a:ext cx="12960" cy="2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B64CFE-EC6A-9A41-D95D-40E5232D19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03985" y="2065695"/>
                  <a:ext cx="25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02C13B-5EF1-1E4A-EE95-5AAE50125E06}"/>
                    </a:ext>
                  </a:extLst>
                </p14:cNvPr>
                <p14:cNvContentPartPr/>
                <p14:nvPr/>
              </p14:nvContentPartPr>
              <p14:xfrm>
                <a:off x="5822385" y="1170015"/>
                <a:ext cx="431280" cy="281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02C13B-5EF1-1E4A-EE95-5AAE50125E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16265" y="1163895"/>
                  <a:ext cx="443520" cy="28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10EC5F-C2B7-0817-0638-583CB1CABB2D}"/>
                    </a:ext>
                  </a:extLst>
                </p14:cNvPr>
                <p14:cNvContentPartPr/>
                <p14:nvPr/>
              </p14:nvContentPartPr>
              <p14:xfrm>
                <a:off x="6610065" y="1486455"/>
                <a:ext cx="559080" cy="13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10EC5F-C2B7-0817-0638-583CB1CABB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03945" y="1480335"/>
                  <a:ext cx="571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5AF20D-ACAD-0822-8260-D6012F62FA0B}"/>
                    </a:ext>
                  </a:extLst>
                </p14:cNvPr>
                <p14:cNvContentPartPr/>
                <p14:nvPr/>
              </p14:nvContentPartPr>
              <p14:xfrm>
                <a:off x="6923985" y="1427055"/>
                <a:ext cx="71280" cy="276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5AF20D-ACAD-0822-8260-D6012F62FA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17865" y="1420935"/>
                  <a:ext cx="83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7AE043-A2E9-D89F-6B5C-FAD9861493F2}"/>
                    </a:ext>
                  </a:extLst>
                </p14:cNvPr>
                <p14:cNvContentPartPr/>
                <p14:nvPr/>
              </p14:nvContentPartPr>
              <p14:xfrm>
                <a:off x="7440225" y="1175055"/>
                <a:ext cx="52200" cy="517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7AE043-A2E9-D89F-6B5C-FAD9861493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4105" y="1168935"/>
                  <a:ext cx="64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6D24A-9482-F275-DDF2-3AB682219169}"/>
                    </a:ext>
                  </a:extLst>
                </p14:cNvPr>
                <p14:cNvContentPartPr/>
                <p14:nvPr/>
              </p14:nvContentPartPr>
              <p14:xfrm>
                <a:off x="6594225" y="3244695"/>
                <a:ext cx="458280" cy="8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6D24A-9482-F275-DDF2-3AB6822191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88105" y="3238575"/>
                  <a:ext cx="470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2CF1DB-40EF-B889-31EF-321BAF19F495}"/>
                    </a:ext>
                  </a:extLst>
                </p14:cNvPr>
                <p14:cNvContentPartPr/>
                <p14:nvPr/>
              </p14:nvContentPartPr>
              <p14:xfrm>
                <a:off x="7429425" y="3092415"/>
                <a:ext cx="19800" cy="42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2CF1DB-40EF-B889-31EF-321BAF19F4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23305" y="3086295"/>
                  <a:ext cx="32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C6170B-5842-83C3-227A-584ACBF42376}"/>
                    </a:ext>
                  </a:extLst>
                </p14:cNvPr>
                <p14:cNvContentPartPr/>
                <p14:nvPr/>
              </p14:nvContentPartPr>
              <p14:xfrm>
                <a:off x="8359305" y="1082175"/>
                <a:ext cx="444240" cy="3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C6170B-5842-83C3-227A-584ACBF423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53185" y="1076055"/>
                  <a:ext cx="456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2FBACC-EB62-D8E3-08BC-AF3B867EEE04}"/>
                    </a:ext>
                  </a:extLst>
                </p14:cNvPr>
                <p14:cNvContentPartPr/>
                <p14:nvPr/>
              </p14:nvContentPartPr>
              <p14:xfrm>
                <a:off x="8826225" y="828735"/>
                <a:ext cx="367200" cy="43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2FBACC-EB62-D8E3-08BC-AF3B867EEE0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20105" y="822615"/>
                  <a:ext cx="379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35EFB0-B3F7-49CA-FBF1-E674B5921146}"/>
                    </a:ext>
                  </a:extLst>
                </p14:cNvPr>
                <p14:cNvContentPartPr/>
                <p14:nvPr/>
              </p14:nvContentPartPr>
              <p14:xfrm>
                <a:off x="8939985" y="812535"/>
                <a:ext cx="42120" cy="293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35EFB0-B3F7-49CA-FBF1-E674B59211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33865" y="806415"/>
                  <a:ext cx="54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0BB426-55AF-0E85-0674-FF9EDB233BF3}"/>
                    </a:ext>
                  </a:extLst>
                </p14:cNvPr>
                <p14:cNvContentPartPr/>
                <p14:nvPr/>
              </p14:nvContentPartPr>
              <p14:xfrm>
                <a:off x="9024945" y="1050855"/>
                <a:ext cx="409680" cy="236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0BB426-55AF-0E85-0674-FF9EDB233B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18825" y="1044735"/>
                  <a:ext cx="421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71C295-7DCD-D6A3-A827-B6ABBCBEA3B8}"/>
                    </a:ext>
                  </a:extLst>
                </p14:cNvPr>
                <p14:cNvContentPartPr/>
                <p14:nvPr/>
              </p14:nvContentPartPr>
              <p14:xfrm>
                <a:off x="9628665" y="1218255"/>
                <a:ext cx="354240" cy="90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71C295-7DCD-D6A3-A827-B6ABBCBEA3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22545" y="1212135"/>
                  <a:ext cx="366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CCF8C2-9582-B627-8D48-61561D3765CB}"/>
                    </a:ext>
                  </a:extLst>
                </p14:cNvPr>
                <p14:cNvContentPartPr/>
                <p14:nvPr/>
              </p14:nvContentPartPr>
              <p14:xfrm>
                <a:off x="9769065" y="1162455"/>
                <a:ext cx="20880" cy="237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CCF8C2-9582-B627-8D48-61561D3765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62945" y="1156335"/>
                  <a:ext cx="33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D43246-FD29-DA34-1D68-5EF00FB5F22B}"/>
                    </a:ext>
                  </a:extLst>
                </p14:cNvPr>
                <p14:cNvContentPartPr/>
                <p14:nvPr/>
              </p14:nvContentPartPr>
              <p14:xfrm>
                <a:off x="10093785" y="986775"/>
                <a:ext cx="21924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D43246-FD29-DA34-1D68-5EF00FB5F2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87665" y="980655"/>
                  <a:ext cx="2314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3F35AD-4943-E714-2ADA-AE366ADD63E4}"/>
                    </a:ext>
                  </a:extLst>
                </p14:cNvPr>
                <p14:cNvContentPartPr/>
                <p14:nvPr/>
              </p14:nvContentPartPr>
              <p14:xfrm>
                <a:off x="10654305" y="851055"/>
                <a:ext cx="321840" cy="39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3F35AD-4943-E714-2ADA-AE366ADD63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48185" y="844935"/>
                  <a:ext cx="3340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444FD0-25A2-CA42-4DA4-C34F458503EE}"/>
                    </a:ext>
                  </a:extLst>
                </p14:cNvPr>
                <p14:cNvContentPartPr/>
                <p14:nvPr/>
              </p14:nvContentPartPr>
              <p14:xfrm>
                <a:off x="10722345" y="1295295"/>
                <a:ext cx="311400" cy="120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444FD0-25A2-CA42-4DA4-C34F458503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16225" y="1289175"/>
                  <a:ext cx="323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6C43F3-48AB-CFB0-8358-3F78B20DD78E}"/>
                    </a:ext>
                  </a:extLst>
                </p14:cNvPr>
                <p14:cNvContentPartPr/>
                <p14:nvPr/>
              </p14:nvContentPartPr>
              <p14:xfrm>
                <a:off x="11246865" y="768615"/>
                <a:ext cx="217080" cy="43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6C43F3-48AB-CFB0-8358-3F78B20DD7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40745" y="762495"/>
                  <a:ext cx="2293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DA10A8-3525-AAD3-F5DD-AAF78CE695AB}"/>
                    </a:ext>
                  </a:extLst>
                </p14:cNvPr>
                <p14:cNvContentPartPr/>
                <p14:nvPr/>
              </p14:nvContentPartPr>
              <p14:xfrm>
                <a:off x="11336865" y="799215"/>
                <a:ext cx="69120" cy="587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DA10A8-3525-AAD3-F5DD-AAF78CE695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30745" y="793095"/>
                  <a:ext cx="813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2716BA-5849-CB2B-F5F3-2B539BA3B732}"/>
                    </a:ext>
                  </a:extLst>
                </p14:cNvPr>
                <p14:cNvContentPartPr/>
                <p14:nvPr/>
              </p14:nvContentPartPr>
              <p14:xfrm>
                <a:off x="11131665" y="764655"/>
                <a:ext cx="315720" cy="271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2716BA-5849-CB2B-F5F3-2B539BA3B7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25545" y="758535"/>
                  <a:ext cx="327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552829-CEAD-7F41-0216-F538E79FF6EC}"/>
                    </a:ext>
                  </a:extLst>
                </p14:cNvPr>
                <p14:cNvContentPartPr/>
                <p14:nvPr/>
              </p14:nvContentPartPr>
              <p14:xfrm>
                <a:off x="11249385" y="1418775"/>
                <a:ext cx="325080" cy="78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552829-CEAD-7F41-0216-F538E79FF6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43265" y="1412655"/>
                  <a:ext cx="337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D9CB97-121F-26C0-DB1B-23D65C681942}"/>
                    </a:ext>
                  </a:extLst>
                </p14:cNvPr>
                <p14:cNvContentPartPr/>
                <p14:nvPr/>
              </p14:nvContentPartPr>
              <p14:xfrm>
                <a:off x="10182705" y="514455"/>
                <a:ext cx="449640" cy="15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D9CB97-121F-26C0-DB1B-23D65C68194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76585" y="508335"/>
                  <a:ext cx="461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B63E06-14FA-B137-199C-550492C02D9D}"/>
                    </a:ext>
                  </a:extLst>
                </p14:cNvPr>
                <p14:cNvContentPartPr/>
                <p14:nvPr/>
              </p14:nvContentPartPr>
              <p14:xfrm>
                <a:off x="10780665" y="338055"/>
                <a:ext cx="215280" cy="108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B63E06-14FA-B137-199C-550492C02D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74545" y="331935"/>
                  <a:ext cx="227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8F29746-87CC-D244-14A5-895D60ACC699}"/>
                    </a:ext>
                  </a:extLst>
                </p14:cNvPr>
                <p14:cNvContentPartPr/>
                <p14:nvPr/>
              </p14:nvContentPartPr>
              <p14:xfrm>
                <a:off x="10988745" y="270735"/>
                <a:ext cx="122760" cy="90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8F29746-87CC-D244-14A5-895D60ACC6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82625" y="264615"/>
                  <a:ext cx="135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964CD9-7161-6330-BE64-5CC550DF0831}"/>
                    </a:ext>
                  </a:extLst>
                </p14:cNvPr>
                <p14:cNvContentPartPr/>
                <p14:nvPr/>
              </p14:nvContentPartPr>
              <p14:xfrm>
                <a:off x="11135265" y="218175"/>
                <a:ext cx="68400" cy="92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964CD9-7161-6330-BE64-5CC550DF083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29145" y="212055"/>
                  <a:ext cx="80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494505-C22E-9595-5DDA-273DFEE84A67}"/>
                    </a:ext>
                  </a:extLst>
                </p14:cNvPr>
                <p14:cNvContentPartPr/>
                <p14:nvPr/>
              </p14:nvContentPartPr>
              <p14:xfrm>
                <a:off x="11299785" y="158055"/>
                <a:ext cx="291960" cy="13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494505-C22E-9595-5DDA-273DFEE84A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293665" y="151935"/>
                  <a:ext cx="304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A91DF4-EE18-DAD3-6924-864C663DE8C2}"/>
                    </a:ext>
                  </a:extLst>
                </p14:cNvPr>
                <p14:cNvContentPartPr/>
                <p14:nvPr/>
              </p14:nvContentPartPr>
              <p14:xfrm>
                <a:off x="11546385" y="169935"/>
                <a:ext cx="97560" cy="3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A91DF4-EE18-DAD3-6924-864C663DE8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40265" y="163815"/>
                  <a:ext cx="109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7703DC-0209-2E95-A3B6-AFC626CFBDD8}"/>
                    </a:ext>
                  </a:extLst>
                </p14:cNvPr>
                <p14:cNvContentPartPr/>
                <p14:nvPr/>
              </p14:nvContentPartPr>
              <p14:xfrm>
                <a:off x="11707665" y="147255"/>
                <a:ext cx="67680" cy="21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7703DC-0209-2E95-A3B6-AFC626CFBD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01545" y="141135"/>
                  <a:ext cx="79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FAA5EE-E1ED-B746-10F3-9483862F4E2D}"/>
                    </a:ext>
                  </a:extLst>
                </p14:cNvPr>
                <p14:cNvContentPartPr/>
                <p14:nvPr/>
              </p14:nvContentPartPr>
              <p14:xfrm>
                <a:off x="11172705" y="515535"/>
                <a:ext cx="32400" cy="12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FAA5EE-E1ED-B746-10F3-9483862F4E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66585" y="509415"/>
                  <a:ext cx="44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EC127D-F694-E4F6-DE73-5BBD300CE949}"/>
                    </a:ext>
                  </a:extLst>
                </p14:cNvPr>
                <p14:cNvContentPartPr/>
                <p14:nvPr/>
              </p14:nvContentPartPr>
              <p14:xfrm>
                <a:off x="11279985" y="508335"/>
                <a:ext cx="67320" cy="5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EC127D-F694-E4F6-DE73-5BBD300CE9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273865" y="502215"/>
                  <a:ext cx="79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77662BF-561E-03B4-F323-19EB8A049EFD}"/>
                    </a:ext>
                  </a:extLst>
                </p14:cNvPr>
                <p14:cNvContentPartPr/>
                <p14:nvPr/>
              </p14:nvContentPartPr>
              <p14:xfrm>
                <a:off x="11402385" y="476295"/>
                <a:ext cx="86040" cy="4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77662BF-561E-03B4-F323-19EB8A049E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96265" y="470175"/>
                  <a:ext cx="98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9A05F2-49DB-8BC8-2EE2-46828734AEF4}"/>
                    </a:ext>
                  </a:extLst>
                </p14:cNvPr>
                <p14:cNvContentPartPr/>
                <p14:nvPr/>
              </p14:nvContentPartPr>
              <p14:xfrm>
                <a:off x="11555385" y="431655"/>
                <a:ext cx="128520" cy="51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9A05F2-49DB-8BC8-2EE2-46828734AEF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49265" y="425535"/>
                  <a:ext cx="140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F69F70-290D-9225-9F8B-EEAFC20AEA9B}"/>
                    </a:ext>
                  </a:extLst>
                </p14:cNvPr>
                <p14:cNvContentPartPr/>
                <p14:nvPr/>
              </p14:nvContentPartPr>
              <p14:xfrm>
                <a:off x="11772825" y="377655"/>
                <a:ext cx="7200" cy="2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F69F70-290D-9225-9F8B-EEAFC20AEA9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66705" y="371535"/>
                  <a:ext cx="194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6AB8DA-B355-1828-7FAD-F781B40AFF31}"/>
                    </a:ext>
                  </a:extLst>
                </p14:cNvPr>
                <p14:cNvContentPartPr/>
                <p14:nvPr/>
              </p14:nvContentPartPr>
              <p14:xfrm>
                <a:off x="11104305" y="497895"/>
                <a:ext cx="126000" cy="213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6AB8DA-B355-1828-7FAD-F781B40AFF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98185" y="491775"/>
                  <a:ext cx="138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35FEEDA-1377-EAC0-43A7-8A398815F8E1}"/>
                    </a:ext>
                  </a:extLst>
                </p14:cNvPr>
                <p14:cNvContentPartPr/>
                <p14:nvPr/>
              </p14:nvContentPartPr>
              <p14:xfrm>
                <a:off x="11309865" y="426255"/>
                <a:ext cx="449640" cy="178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35FEEDA-1377-EAC0-43A7-8A398815F8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03745" y="420135"/>
                  <a:ext cx="46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DD973E2-3C3F-8611-3265-D3E3408FF677}"/>
                    </a:ext>
                  </a:extLst>
                </p14:cNvPr>
                <p14:cNvContentPartPr/>
                <p14:nvPr/>
              </p14:nvContentPartPr>
              <p14:xfrm>
                <a:off x="11788665" y="215295"/>
                <a:ext cx="1440" cy="5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DD973E2-3C3F-8611-3265-D3E3408FF6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782545" y="209175"/>
                  <a:ext cx="13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C002DDA-28C7-1EB7-433D-DE82480523AF}"/>
                    </a:ext>
                  </a:extLst>
                </p14:cNvPr>
                <p14:cNvContentPartPr/>
                <p14:nvPr/>
              </p14:nvContentPartPr>
              <p14:xfrm>
                <a:off x="11805585" y="315015"/>
                <a:ext cx="225720" cy="221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C002DDA-28C7-1EB7-433D-DE82480523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799465" y="308895"/>
                  <a:ext cx="2379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226AD0-AB9F-F745-9F31-150CD86B7754}"/>
                    </a:ext>
                  </a:extLst>
                </p14:cNvPr>
                <p14:cNvContentPartPr/>
                <p14:nvPr/>
              </p14:nvContentPartPr>
              <p14:xfrm>
                <a:off x="8588625" y="2838255"/>
                <a:ext cx="411120" cy="38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226AD0-AB9F-F745-9F31-150CD86B77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82505" y="2832135"/>
                  <a:ext cx="423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1D23BF-D1C3-1180-C3EB-D3A183EB50AF}"/>
                    </a:ext>
                  </a:extLst>
                </p14:cNvPr>
                <p14:cNvContentPartPr/>
                <p14:nvPr/>
              </p14:nvContentPartPr>
              <p14:xfrm>
                <a:off x="8937105" y="2721255"/>
                <a:ext cx="33012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1D23BF-D1C3-1180-C3EB-D3A183EB50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30985" y="2715135"/>
                  <a:ext cx="342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0C066F-E063-753D-5C20-35DA0E2309EF}"/>
                    </a:ext>
                  </a:extLst>
                </p14:cNvPr>
                <p14:cNvContentPartPr/>
                <p14:nvPr/>
              </p14:nvContentPartPr>
              <p14:xfrm>
                <a:off x="9167865" y="2696415"/>
                <a:ext cx="67680" cy="232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0C066F-E063-753D-5C20-35DA0E2309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61745" y="2690295"/>
                  <a:ext cx="79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0A1EA6-8739-3B0F-5E6E-706551D7E3B9}"/>
                    </a:ext>
                  </a:extLst>
                </p14:cNvPr>
                <p14:cNvContentPartPr/>
                <p14:nvPr/>
              </p14:nvContentPartPr>
              <p14:xfrm>
                <a:off x="9227265" y="2782455"/>
                <a:ext cx="447480" cy="324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0A1EA6-8739-3B0F-5E6E-706551D7E3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21145" y="2776335"/>
                  <a:ext cx="459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0EAC23-AF9E-914C-E5DB-D0649C01332B}"/>
                    </a:ext>
                  </a:extLst>
                </p14:cNvPr>
                <p14:cNvContentPartPr/>
                <p14:nvPr/>
              </p14:nvContentPartPr>
              <p14:xfrm>
                <a:off x="9924585" y="2773455"/>
                <a:ext cx="65160" cy="317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0EAC23-AF9E-914C-E5DB-D0649C0133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18465" y="2767335"/>
                  <a:ext cx="77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2C0CD3-A92E-743C-44F4-C020B7F3EF90}"/>
                    </a:ext>
                  </a:extLst>
                </p14:cNvPr>
                <p14:cNvContentPartPr/>
                <p14:nvPr/>
              </p14:nvContentPartPr>
              <p14:xfrm>
                <a:off x="9809025" y="2896935"/>
                <a:ext cx="261000" cy="103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2C0CD3-A92E-743C-44F4-C020B7F3EF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02905" y="2890815"/>
                  <a:ext cx="273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C24486E-D0E4-FB10-A785-5219575BB8D1}"/>
                    </a:ext>
                  </a:extLst>
                </p14:cNvPr>
                <p14:cNvContentPartPr/>
                <p14:nvPr/>
              </p14:nvContentPartPr>
              <p14:xfrm>
                <a:off x="10238505" y="2652135"/>
                <a:ext cx="310680" cy="453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C24486E-D0E4-FB10-A785-5219575BB8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32385" y="2646015"/>
                  <a:ext cx="322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7BA8B9-AD31-B90D-771A-BFEFF83EAC3B}"/>
                    </a:ext>
                  </a:extLst>
                </p14:cNvPr>
                <p14:cNvContentPartPr/>
                <p14:nvPr/>
              </p14:nvContentPartPr>
              <p14:xfrm>
                <a:off x="10662225" y="2704695"/>
                <a:ext cx="316800" cy="25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7BA8B9-AD31-B90D-771A-BFEFF83EAC3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56105" y="2698575"/>
                  <a:ext cx="329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701D8D-1BAF-5E86-A4BE-E2D859849667}"/>
                    </a:ext>
                  </a:extLst>
                </p14:cNvPr>
                <p14:cNvContentPartPr/>
                <p14:nvPr/>
              </p14:nvContentPartPr>
              <p14:xfrm>
                <a:off x="10677345" y="3121215"/>
                <a:ext cx="320760" cy="55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701D8D-1BAF-5E86-A4BE-E2D8598496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71225" y="3115095"/>
                  <a:ext cx="333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02F275-F280-158E-99E5-04153C0D8147}"/>
                    </a:ext>
                  </a:extLst>
                </p14:cNvPr>
                <p14:cNvContentPartPr/>
                <p14:nvPr/>
              </p14:nvContentPartPr>
              <p14:xfrm>
                <a:off x="11123385" y="2757975"/>
                <a:ext cx="164880" cy="3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02F275-F280-158E-99E5-04153C0D81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17265" y="2751855"/>
                  <a:ext cx="177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875C229-71F2-3358-09F2-4F1242194D81}"/>
                    </a:ext>
                  </a:extLst>
                </p14:cNvPr>
                <p14:cNvContentPartPr/>
                <p14:nvPr/>
              </p14:nvContentPartPr>
              <p14:xfrm>
                <a:off x="11416065" y="2600655"/>
                <a:ext cx="79200" cy="331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875C229-71F2-3358-09F2-4F1242194D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09945" y="2594535"/>
                  <a:ext cx="91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EB93501-04E5-8E7C-BEDB-659DB3AA3B60}"/>
                    </a:ext>
                  </a:extLst>
                </p14:cNvPr>
                <p14:cNvContentPartPr/>
                <p14:nvPr/>
              </p14:nvContentPartPr>
              <p14:xfrm>
                <a:off x="1787505" y="4600095"/>
                <a:ext cx="371160" cy="969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EB93501-04E5-8E7C-BEDB-659DB3AA3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81385" y="4593975"/>
                  <a:ext cx="38340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D8A341A-AD54-467B-36B9-DFA5F80C9D2B}"/>
                    </a:ext>
                  </a:extLst>
                </p14:cNvPr>
                <p14:cNvContentPartPr/>
                <p14:nvPr/>
              </p14:nvContentPartPr>
              <p14:xfrm>
                <a:off x="2274585" y="4678215"/>
                <a:ext cx="118080" cy="211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D8A341A-AD54-467B-36B9-DFA5F80C9D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8105" y="4672095"/>
                  <a:ext cx="130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6A5499-2071-8B84-E5AA-4BF2637192A1}"/>
                    </a:ext>
                  </a:extLst>
                </p14:cNvPr>
                <p14:cNvContentPartPr/>
                <p14:nvPr/>
              </p14:nvContentPartPr>
              <p14:xfrm>
                <a:off x="2259465" y="4498575"/>
                <a:ext cx="38160" cy="45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6A5499-2071-8B84-E5AA-4BF2637192A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53345" y="4492455"/>
                  <a:ext cx="50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7CAF9EC-EAF4-DFBF-C1D9-DA31EE1AD4C2}"/>
                    </a:ext>
                  </a:extLst>
                </p14:cNvPr>
                <p14:cNvContentPartPr/>
                <p14:nvPr/>
              </p14:nvContentPartPr>
              <p14:xfrm>
                <a:off x="2922585" y="4659135"/>
                <a:ext cx="232560" cy="18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7CAF9EC-EAF4-DFBF-C1D9-DA31EE1AD4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16465" y="4653015"/>
                  <a:ext cx="244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178C334-56FE-DDE1-BD45-2E7624D53760}"/>
                    </a:ext>
                  </a:extLst>
                </p14:cNvPr>
                <p14:cNvContentPartPr/>
                <p14:nvPr/>
              </p14:nvContentPartPr>
              <p14:xfrm>
                <a:off x="2858505" y="4664895"/>
                <a:ext cx="287280" cy="230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178C334-56FE-DDE1-BD45-2E7624D537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52385" y="4658775"/>
                  <a:ext cx="299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0345275-28C4-9AE8-A2C6-43C5420EB078}"/>
                    </a:ext>
                  </a:extLst>
                </p14:cNvPr>
                <p14:cNvContentPartPr/>
                <p14:nvPr/>
              </p14:nvContentPartPr>
              <p14:xfrm>
                <a:off x="2869665" y="4608735"/>
                <a:ext cx="42840" cy="226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0345275-28C4-9AE8-A2C6-43C5420EB0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63545" y="4602615"/>
                  <a:ext cx="55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6088E85-EAF2-189B-6D46-283DAF358527}"/>
                    </a:ext>
                  </a:extLst>
                </p14:cNvPr>
                <p14:cNvContentPartPr/>
                <p14:nvPr/>
              </p14:nvContentPartPr>
              <p14:xfrm>
                <a:off x="2770305" y="4700175"/>
                <a:ext cx="459720" cy="107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6088E85-EAF2-189B-6D46-283DAF35852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64185" y="4694055"/>
                  <a:ext cx="471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3E7768A-F57B-C30A-33D7-FBE487F54E8B}"/>
                    </a:ext>
                  </a:extLst>
                </p14:cNvPr>
                <p14:cNvContentPartPr/>
                <p14:nvPr/>
              </p14:nvContentPartPr>
              <p14:xfrm>
                <a:off x="3538905" y="4118055"/>
                <a:ext cx="571320" cy="80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3E7768A-F57B-C30A-33D7-FBE487F54E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32785" y="4111935"/>
                  <a:ext cx="58356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78491A-108D-7729-A644-F9A45ED81A31}"/>
                    </a:ext>
                  </a:extLst>
                </p14:cNvPr>
                <p14:cNvContentPartPr/>
                <p14:nvPr/>
              </p14:nvContentPartPr>
              <p14:xfrm>
                <a:off x="4062705" y="4269975"/>
                <a:ext cx="533880" cy="370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78491A-108D-7729-A644-F9A45ED81A3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6585" y="4263855"/>
                  <a:ext cx="546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E97CA5-D717-7048-0BF0-15BA10781898}"/>
                    </a:ext>
                  </a:extLst>
                </p14:cNvPr>
                <p14:cNvContentPartPr/>
                <p14:nvPr/>
              </p14:nvContentPartPr>
              <p14:xfrm>
                <a:off x="4452945" y="3985935"/>
                <a:ext cx="442800" cy="10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E97CA5-D717-7048-0BF0-15BA107818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46825" y="3979815"/>
                  <a:ext cx="455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E30FDFE-835B-2385-8CE0-C4510036798B}"/>
                    </a:ext>
                  </a:extLst>
                </p14:cNvPr>
                <p14:cNvContentPartPr/>
                <p14:nvPr/>
              </p14:nvContentPartPr>
              <p14:xfrm>
                <a:off x="4726545" y="4077015"/>
                <a:ext cx="13680" cy="221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E30FDFE-835B-2385-8CE0-C4510036798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20425" y="4070895"/>
                  <a:ext cx="2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B9F6A8-B529-D040-39AA-8C853475614A}"/>
                    </a:ext>
                  </a:extLst>
                </p14:cNvPr>
                <p14:cNvContentPartPr/>
                <p14:nvPr/>
              </p14:nvContentPartPr>
              <p14:xfrm>
                <a:off x="4895745" y="4282935"/>
                <a:ext cx="619560" cy="288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B9F6A8-B529-D040-39AA-8C85347561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9625" y="4276815"/>
                  <a:ext cx="631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72CA0A-46C2-55B6-3809-639E04D459D7}"/>
                    </a:ext>
                  </a:extLst>
                </p14:cNvPr>
                <p14:cNvContentPartPr/>
                <p14:nvPr/>
              </p14:nvContentPartPr>
              <p14:xfrm>
                <a:off x="5706825" y="4349535"/>
                <a:ext cx="610560" cy="10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72CA0A-46C2-55B6-3809-639E04D459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0705" y="4343415"/>
                  <a:ext cx="622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770199-52CB-E16D-F1D0-219A10AB2684}"/>
                    </a:ext>
                  </a:extLst>
                </p14:cNvPr>
                <p14:cNvContentPartPr/>
                <p14:nvPr/>
              </p14:nvContentPartPr>
              <p14:xfrm>
                <a:off x="6042345" y="4243695"/>
                <a:ext cx="42120" cy="357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770199-52CB-E16D-F1D0-219A10AB26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36225" y="4237575"/>
                  <a:ext cx="54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12E561-65E5-65D7-3D58-6D149B924679}"/>
                    </a:ext>
                  </a:extLst>
                </p14:cNvPr>
                <p14:cNvContentPartPr/>
                <p14:nvPr/>
              </p14:nvContentPartPr>
              <p14:xfrm>
                <a:off x="6364185" y="4142895"/>
                <a:ext cx="342720" cy="496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12E561-65E5-65D7-3D58-6D149B9246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58065" y="4136775"/>
                  <a:ext cx="3549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4BE60E-CA4E-74BC-6420-5475A69F8059}"/>
                    </a:ext>
                  </a:extLst>
                </p14:cNvPr>
                <p14:cNvContentPartPr/>
                <p14:nvPr/>
              </p14:nvContentPartPr>
              <p14:xfrm>
                <a:off x="6687465" y="3980895"/>
                <a:ext cx="349920" cy="102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4BE60E-CA4E-74BC-6420-5475A69F80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81345" y="3974775"/>
                  <a:ext cx="36216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2E77F2E-D8AB-7224-3128-A834AA176895}"/>
                    </a:ext>
                  </a:extLst>
                </p14:cNvPr>
                <p14:cNvContentPartPr/>
                <p14:nvPr/>
              </p14:nvContentPartPr>
              <p14:xfrm>
                <a:off x="7833345" y="3908175"/>
                <a:ext cx="482040" cy="538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2E77F2E-D8AB-7224-3128-A834AA1768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27225" y="3902055"/>
                  <a:ext cx="4942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08D6E9-4D5D-CDE5-85B0-C5D9123AA9AE}"/>
                    </a:ext>
                  </a:extLst>
                </p14:cNvPr>
                <p14:cNvContentPartPr/>
                <p14:nvPr/>
              </p14:nvContentPartPr>
              <p14:xfrm>
                <a:off x="7735065" y="4490295"/>
                <a:ext cx="785160" cy="184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08D6E9-4D5D-CDE5-85B0-C5D9123AA9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28945" y="4484175"/>
                  <a:ext cx="797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86A6A3-F2DA-2404-E5C7-1B72D0AC2A2A}"/>
                    </a:ext>
                  </a:extLst>
                </p14:cNvPr>
                <p14:cNvContentPartPr/>
                <p14:nvPr/>
              </p14:nvContentPartPr>
              <p14:xfrm>
                <a:off x="8948265" y="3873615"/>
                <a:ext cx="99000" cy="60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86A6A3-F2DA-2404-E5C7-1B72D0AC2A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42145" y="3867495"/>
                  <a:ext cx="11124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2B88B2-2CEE-4798-0ED6-7A6B89BA9E45}"/>
                    </a:ext>
                  </a:extLst>
                </p14:cNvPr>
                <p14:cNvContentPartPr/>
                <p14:nvPr/>
              </p14:nvContentPartPr>
              <p14:xfrm>
                <a:off x="1365585" y="4320735"/>
                <a:ext cx="302040" cy="148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2B88B2-2CEE-4798-0ED6-7A6B89BA9E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59465" y="4314615"/>
                  <a:ext cx="314280" cy="15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829EF7-2F9B-4592-3D79-96C2F7C25A7D}"/>
                    </a:ext>
                  </a:extLst>
                </p14:cNvPr>
                <p14:cNvContentPartPr/>
                <p14:nvPr/>
              </p14:nvContentPartPr>
              <p14:xfrm>
                <a:off x="1442265" y="3430095"/>
                <a:ext cx="7896240" cy="2613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829EF7-2F9B-4592-3D79-96C2F7C25A7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36145" y="3423975"/>
                  <a:ext cx="7908480" cy="26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467E97F-05B0-F04A-8B69-72D7FE9F2E25}"/>
                    </a:ext>
                  </a:extLst>
                </p14:cNvPr>
                <p14:cNvContentPartPr/>
                <p14:nvPr/>
              </p14:nvContentPartPr>
              <p14:xfrm>
                <a:off x="9254265" y="4258095"/>
                <a:ext cx="515160" cy="77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467E97F-05B0-F04A-8B69-72D7FE9F2E2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48145" y="4251975"/>
                  <a:ext cx="527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182883-4E78-2DAB-27CF-72637BE3F9F3}"/>
                    </a:ext>
                  </a:extLst>
                </p14:cNvPr>
                <p14:cNvContentPartPr/>
                <p14:nvPr/>
              </p14:nvContentPartPr>
              <p14:xfrm>
                <a:off x="10115025" y="3927615"/>
                <a:ext cx="43200" cy="471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182883-4E78-2DAB-27CF-72637BE3F9F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08905" y="3921495"/>
                  <a:ext cx="554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EDC9B95-0155-4BCA-3B50-A517A626CEC2}"/>
                    </a:ext>
                  </a:extLst>
                </p14:cNvPr>
                <p14:cNvContentPartPr/>
                <p14:nvPr/>
              </p14:nvContentPartPr>
              <p14:xfrm>
                <a:off x="10021785" y="3677415"/>
                <a:ext cx="263880" cy="27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EDC9B95-0155-4BCA-3B50-A517A626CEC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15665" y="3671295"/>
                  <a:ext cx="276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CD06C6-D800-5155-CA9F-F9144739339D}"/>
                    </a:ext>
                  </a:extLst>
                </p14:cNvPr>
                <p14:cNvContentPartPr/>
                <p14:nvPr/>
              </p14:nvContentPartPr>
              <p14:xfrm>
                <a:off x="10221585" y="3886575"/>
                <a:ext cx="298800" cy="29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CD06C6-D800-5155-CA9F-F914473933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15465" y="3880455"/>
                  <a:ext cx="3110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8DAD49-D178-7B2B-B091-4AEC1964A22C}"/>
                    </a:ext>
                  </a:extLst>
                </p14:cNvPr>
                <p14:cNvContentPartPr/>
                <p14:nvPr/>
              </p14:nvContentPartPr>
              <p14:xfrm>
                <a:off x="10645665" y="3565815"/>
                <a:ext cx="603720" cy="498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8DAD49-D178-7B2B-B091-4AEC1964A22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639545" y="3559695"/>
                  <a:ext cx="6159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0DAE3CA-CD01-A3C5-D9E2-00DA367A4BE1}"/>
                    </a:ext>
                  </a:extLst>
                </p14:cNvPr>
                <p14:cNvContentPartPr/>
                <p14:nvPr/>
              </p14:nvContentPartPr>
              <p14:xfrm>
                <a:off x="11241105" y="3558615"/>
                <a:ext cx="4248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0DAE3CA-CD01-A3C5-D9E2-00DA367A4B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234985" y="3552495"/>
                  <a:ext cx="54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D6861B-0DFF-68F9-F5DF-25E0E465E1C2}"/>
                    </a:ext>
                  </a:extLst>
                </p14:cNvPr>
                <p14:cNvContentPartPr/>
                <p14:nvPr/>
              </p14:nvContentPartPr>
              <p14:xfrm>
                <a:off x="11356665" y="3614055"/>
                <a:ext cx="262800" cy="266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D6861B-0DFF-68F9-F5DF-25E0E465E1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50545" y="3607935"/>
                  <a:ext cx="275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D0383A9-3644-EF9E-5ED0-9C602BA31B23}"/>
                    </a:ext>
                  </a:extLst>
                </p14:cNvPr>
                <p14:cNvContentPartPr/>
                <p14:nvPr/>
              </p14:nvContentPartPr>
              <p14:xfrm>
                <a:off x="11505345" y="3443055"/>
                <a:ext cx="363600" cy="34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D0383A9-3644-EF9E-5ED0-9C602BA31B2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99225" y="3436935"/>
                  <a:ext cx="3758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3388BB2-07D7-C652-0ED6-737DC362C7E6}"/>
                    </a:ext>
                  </a:extLst>
                </p14:cNvPr>
                <p14:cNvContentPartPr/>
                <p14:nvPr/>
              </p14:nvContentPartPr>
              <p14:xfrm>
                <a:off x="10230585" y="4588215"/>
                <a:ext cx="118440" cy="392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3388BB2-07D7-C652-0ED6-737DC362C7E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24465" y="4582095"/>
                  <a:ext cx="1306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3A4FF4-B51D-535F-4B8D-54996D42F421}"/>
                    </a:ext>
                  </a:extLst>
                </p14:cNvPr>
                <p14:cNvContentPartPr/>
                <p14:nvPr/>
              </p14:nvContentPartPr>
              <p14:xfrm>
                <a:off x="10310865" y="4468695"/>
                <a:ext cx="203040" cy="264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3A4FF4-B51D-535F-4B8D-54996D42F42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04745" y="4462575"/>
                  <a:ext cx="215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7043A6F-BB59-7F72-E3AD-914506264893}"/>
                    </a:ext>
                  </a:extLst>
                </p14:cNvPr>
                <p14:cNvContentPartPr/>
                <p14:nvPr/>
              </p14:nvContentPartPr>
              <p14:xfrm>
                <a:off x="10598505" y="4581015"/>
                <a:ext cx="364320" cy="23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7043A6F-BB59-7F72-E3AD-9145062648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92385" y="4574895"/>
                  <a:ext cx="376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29F5A1-C603-2A9E-F19E-705FC94A2F63}"/>
                    </a:ext>
                  </a:extLst>
                </p14:cNvPr>
                <p14:cNvContentPartPr/>
                <p14:nvPr/>
              </p14:nvContentPartPr>
              <p14:xfrm>
                <a:off x="10971465" y="4350615"/>
                <a:ext cx="11880" cy="19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29F5A1-C603-2A9E-F19E-705FC94A2F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965345" y="4344495"/>
                  <a:ext cx="24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80788A-E442-2A3C-D62C-088846A7B977}"/>
                    </a:ext>
                  </a:extLst>
                </p14:cNvPr>
                <p14:cNvContentPartPr/>
                <p14:nvPr/>
              </p14:nvContentPartPr>
              <p14:xfrm>
                <a:off x="11048505" y="4361775"/>
                <a:ext cx="562320" cy="337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80788A-E442-2A3C-D62C-088846A7B9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42385" y="4355655"/>
                  <a:ext cx="5745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965786-E0E8-4A53-BE04-8CB43248EF5C}"/>
                    </a:ext>
                  </a:extLst>
                </p14:cNvPr>
                <p14:cNvContentPartPr/>
                <p14:nvPr/>
              </p14:nvContentPartPr>
              <p14:xfrm>
                <a:off x="11435505" y="4484175"/>
                <a:ext cx="250560" cy="57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965786-E0E8-4A53-BE04-8CB43248EF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29385" y="4478055"/>
                  <a:ext cx="262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A6089A8-5CC4-92E5-7DB0-6C663462C1CA}"/>
                    </a:ext>
                  </a:extLst>
                </p14:cNvPr>
                <p14:cNvContentPartPr/>
                <p14:nvPr/>
              </p14:nvContentPartPr>
              <p14:xfrm>
                <a:off x="11699745" y="4448175"/>
                <a:ext cx="82800" cy="14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A6089A8-5CC4-92E5-7DB0-6C663462C1C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93625" y="4442055"/>
                  <a:ext cx="95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ADBCC5-A6A8-A73A-B63B-2F3A97BA4E3A}"/>
                    </a:ext>
                  </a:extLst>
                </p14:cNvPr>
                <p14:cNvContentPartPr/>
                <p14:nvPr/>
              </p14:nvContentPartPr>
              <p14:xfrm>
                <a:off x="11792625" y="4258815"/>
                <a:ext cx="105120" cy="329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ADBCC5-A6A8-A73A-B63B-2F3A97BA4E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786505" y="4252695"/>
                  <a:ext cx="117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105CC41-52BA-8613-2711-854929592401}"/>
                    </a:ext>
                  </a:extLst>
                </p14:cNvPr>
                <p14:cNvContentPartPr/>
                <p14:nvPr/>
              </p14:nvContentPartPr>
              <p14:xfrm>
                <a:off x="12032025" y="4395975"/>
                <a:ext cx="1188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105CC41-52BA-8613-2711-8549295924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025905" y="4389855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CA935EF-06F2-89C4-5C26-F98E5FCBB827}"/>
              </a:ext>
            </a:extLst>
          </p:cNvPr>
          <p:cNvGrpSpPr/>
          <p:nvPr/>
        </p:nvGrpSpPr>
        <p:grpSpPr>
          <a:xfrm>
            <a:off x="8862585" y="1815495"/>
            <a:ext cx="1776600" cy="120600"/>
            <a:chOff x="8862585" y="1815495"/>
            <a:chExt cx="177660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B7564F1-448C-25F2-521E-1655A332D173}"/>
                    </a:ext>
                  </a:extLst>
                </p14:cNvPr>
                <p14:cNvContentPartPr/>
                <p14:nvPr/>
              </p14:nvContentPartPr>
              <p14:xfrm>
                <a:off x="8862585" y="1815495"/>
                <a:ext cx="1776600" cy="7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B7564F1-448C-25F2-521E-1655A332D1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856465" y="1809375"/>
                  <a:ext cx="1788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9C6F9D-2B0A-BB43-8B53-C78CAE65ECA3}"/>
                    </a:ext>
                  </a:extLst>
                </p14:cNvPr>
                <p14:cNvContentPartPr/>
                <p14:nvPr/>
              </p14:nvContentPartPr>
              <p14:xfrm>
                <a:off x="9887865" y="1916295"/>
                <a:ext cx="520560" cy="19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9C6F9D-2B0A-BB43-8B53-C78CAE65ECA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81745" y="1910175"/>
                  <a:ext cx="5328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19704C2-0CB3-189A-AB45-9769ABEF185D}"/>
              </a:ext>
            </a:extLst>
          </p:cNvPr>
          <p:cNvGrpSpPr/>
          <p:nvPr/>
        </p:nvGrpSpPr>
        <p:grpSpPr>
          <a:xfrm>
            <a:off x="-188535" y="1436415"/>
            <a:ext cx="2210760" cy="2604600"/>
            <a:chOff x="-188535" y="1436415"/>
            <a:chExt cx="2210760" cy="260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8C2324-3B53-88C5-5DA6-5461FD7CF616}"/>
                    </a:ext>
                  </a:extLst>
                </p14:cNvPr>
                <p14:cNvContentPartPr/>
                <p14:nvPr/>
              </p14:nvContentPartPr>
              <p14:xfrm>
                <a:off x="678705" y="1436415"/>
                <a:ext cx="1343520" cy="144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8C2324-3B53-88C5-5DA6-5461FD7CF61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2585" y="1430295"/>
                  <a:ext cx="1355760" cy="14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99516D-99B8-79F2-6822-F15D2461D383}"/>
                    </a:ext>
                  </a:extLst>
                </p14:cNvPr>
                <p14:cNvContentPartPr/>
                <p14:nvPr/>
              </p14:nvContentPartPr>
              <p14:xfrm>
                <a:off x="638745" y="1636935"/>
                <a:ext cx="536400" cy="2404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99516D-99B8-79F2-6822-F15D2461D38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2625" y="1630815"/>
                  <a:ext cx="548640" cy="24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304AB7-9758-05FA-7AC8-989A4510C2AF}"/>
                    </a:ext>
                  </a:extLst>
                </p14:cNvPr>
                <p14:cNvContentPartPr/>
                <p14:nvPr/>
              </p14:nvContentPartPr>
              <p14:xfrm>
                <a:off x="804345" y="1737375"/>
                <a:ext cx="320400" cy="144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304AB7-9758-05FA-7AC8-989A4510C2A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8225" y="1731255"/>
                  <a:ext cx="332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E5AD0A-55F0-9173-8F36-A779FB005792}"/>
                    </a:ext>
                  </a:extLst>
                </p14:cNvPr>
                <p14:cNvContentPartPr/>
                <p14:nvPr/>
              </p14:nvContentPartPr>
              <p14:xfrm>
                <a:off x="1048065" y="1936815"/>
                <a:ext cx="208440" cy="168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E5AD0A-55F0-9173-8F36-A779FB0057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1945" y="1930695"/>
                  <a:ext cx="220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62D2E5-F21B-DC67-76F0-8AE2D0379D75}"/>
                    </a:ext>
                  </a:extLst>
                </p14:cNvPr>
                <p14:cNvContentPartPr/>
                <p14:nvPr/>
              </p14:nvContentPartPr>
              <p14:xfrm>
                <a:off x="1148145" y="2204295"/>
                <a:ext cx="358560" cy="181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62D2E5-F21B-DC67-76F0-8AE2D0379D7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2025" y="2198175"/>
                  <a:ext cx="370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3E03891-7CB7-554D-F149-1F3356C70FF2}"/>
                    </a:ext>
                  </a:extLst>
                </p14:cNvPr>
                <p14:cNvContentPartPr/>
                <p14:nvPr/>
              </p14:nvContentPartPr>
              <p14:xfrm>
                <a:off x="1201065" y="2487255"/>
                <a:ext cx="230040" cy="111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3E03891-7CB7-554D-F149-1F3356C70FF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94945" y="2481135"/>
                  <a:ext cx="242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CA9C06-84A3-0E19-FE55-A5A928F1E705}"/>
                    </a:ext>
                  </a:extLst>
                </p14:cNvPr>
                <p14:cNvContentPartPr/>
                <p14:nvPr/>
              </p14:nvContentPartPr>
              <p14:xfrm>
                <a:off x="-188535" y="2271255"/>
                <a:ext cx="840240" cy="108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CA9C06-84A3-0E19-FE55-A5A928F1E70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-194655" y="2265135"/>
                  <a:ext cx="852480" cy="110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43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C66FF22-678D-26DE-3603-2646E54B39E7}"/>
              </a:ext>
            </a:extLst>
          </p:cNvPr>
          <p:cNvGrpSpPr/>
          <p:nvPr/>
        </p:nvGrpSpPr>
        <p:grpSpPr>
          <a:xfrm>
            <a:off x="334185" y="216015"/>
            <a:ext cx="11301120" cy="5538600"/>
            <a:chOff x="334185" y="216015"/>
            <a:chExt cx="11301120" cy="55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52C062-82BE-9B5B-C34D-FAE96157E88E}"/>
                    </a:ext>
                  </a:extLst>
                </p14:cNvPr>
                <p14:cNvContentPartPr/>
                <p14:nvPr/>
              </p14:nvContentPartPr>
              <p14:xfrm>
                <a:off x="336345" y="875535"/>
                <a:ext cx="19440" cy="343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52C062-82BE-9B5B-C34D-FAE96157E8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0225" y="869415"/>
                  <a:ext cx="316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47BD84-9701-7FFB-A904-8A56EC93EA01}"/>
                    </a:ext>
                  </a:extLst>
                </p14:cNvPr>
                <p14:cNvContentPartPr/>
                <p14:nvPr/>
              </p14:nvContentPartPr>
              <p14:xfrm>
                <a:off x="334185" y="744855"/>
                <a:ext cx="654840" cy="55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47BD84-9701-7FFB-A904-8A56EC93EA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065" y="738735"/>
                  <a:ext cx="6670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4E0701-023F-701C-FA75-A6405C3821B3}"/>
                    </a:ext>
                  </a:extLst>
                </p14:cNvPr>
                <p14:cNvContentPartPr/>
                <p14:nvPr/>
              </p14:nvContentPartPr>
              <p14:xfrm>
                <a:off x="1228785" y="964455"/>
                <a:ext cx="156600" cy="172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4E0701-023F-701C-FA75-A6405C3821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2665" y="958335"/>
                  <a:ext cx="168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8C35A7-DED7-A70A-3FF4-1C0A294C446F}"/>
                    </a:ext>
                  </a:extLst>
                </p14:cNvPr>
                <p14:cNvContentPartPr/>
                <p14:nvPr/>
              </p14:nvContentPartPr>
              <p14:xfrm>
                <a:off x="1458465" y="961935"/>
                <a:ext cx="182160" cy="14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8C35A7-DED7-A70A-3FF4-1C0A294C44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2345" y="955815"/>
                  <a:ext cx="194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400069-F48E-14D5-6C00-4908CA821F90}"/>
                    </a:ext>
                  </a:extLst>
                </p14:cNvPr>
                <p14:cNvContentPartPr/>
                <p14:nvPr/>
              </p14:nvContentPartPr>
              <p14:xfrm>
                <a:off x="1457025" y="1015575"/>
                <a:ext cx="244800" cy="11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400069-F48E-14D5-6C00-4908CA821F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50905" y="1009455"/>
                  <a:ext cx="25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EA46FB-4B5F-A458-DD28-847D53DB872A}"/>
                    </a:ext>
                  </a:extLst>
                </p14:cNvPr>
                <p14:cNvContentPartPr/>
                <p14:nvPr/>
              </p14:nvContentPartPr>
              <p14:xfrm>
                <a:off x="1689945" y="903255"/>
                <a:ext cx="38520" cy="19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EA46FB-4B5F-A458-DD28-847D53DB87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3825" y="897135"/>
                  <a:ext cx="50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A6A3AD-A44D-9EFD-913B-32EF468DE003}"/>
                    </a:ext>
                  </a:extLst>
                </p14:cNvPr>
                <p14:cNvContentPartPr/>
                <p14:nvPr/>
              </p14:nvContentPartPr>
              <p14:xfrm>
                <a:off x="1678785" y="703815"/>
                <a:ext cx="8280" cy="2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A6A3AD-A44D-9EFD-913B-32EF468DE0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2665" y="697695"/>
                  <a:ext cx="2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EF5DA6-351E-4772-84B8-F42FA634DC82}"/>
                    </a:ext>
                  </a:extLst>
                </p14:cNvPr>
                <p14:cNvContentPartPr/>
                <p14:nvPr/>
              </p14:nvContentPartPr>
              <p14:xfrm>
                <a:off x="1785345" y="822975"/>
                <a:ext cx="431280" cy="19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EF5DA6-351E-4772-84B8-F42FA634DC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9225" y="816855"/>
                  <a:ext cx="443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EBEF84-F343-8121-76D2-8F07ACC28943}"/>
                    </a:ext>
                  </a:extLst>
                </p14:cNvPr>
                <p14:cNvContentPartPr/>
                <p14:nvPr/>
              </p14:nvContentPartPr>
              <p14:xfrm>
                <a:off x="2192145" y="608055"/>
                <a:ext cx="33480" cy="18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EBEF84-F343-8121-76D2-8F07ACC289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86025" y="601935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A26C02-F988-CADC-E795-839DD0A6F392}"/>
                    </a:ext>
                  </a:extLst>
                </p14:cNvPr>
                <p14:cNvContentPartPr/>
                <p14:nvPr/>
              </p14:nvContentPartPr>
              <p14:xfrm>
                <a:off x="2357745" y="786615"/>
                <a:ext cx="511200" cy="28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A26C02-F988-CADC-E795-839DD0A6F3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1625" y="780495"/>
                  <a:ext cx="523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56BAB4-396D-597C-6010-22B371DF73EA}"/>
                    </a:ext>
                  </a:extLst>
                </p14:cNvPr>
                <p14:cNvContentPartPr/>
                <p14:nvPr/>
              </p14:nvContentPartPr>
              <p14:xfrm>
                <a:off x="928545" y="1531815"/>
                <a:ext cx="442440" cy="29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56BAB4-396D-597C-6010-22B371DF73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2425" y="1525695"/>
                  <a:ext cx="454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45C85F-548E-0DF0-96C2-65487CD5700B}"/>
                    </a:ext>
                  </a:extLst>
                </p14:cNvPr>
                <p14:cNvContentPartPr/>
                <p14:nvPr/>
              </p14:nvContentPartPr>
              <p14:xfrm>
                <a:off x="1475385" y="1728375"/>
                <a:ext cx="151200" cy="13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45C85F-548E-0DF0-96C2-65487CD570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9265" y="1722255"/>
                  <a:ext cx="163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5B9DAB-B53D-0A3C-0D57-72AEC0915253}"/>
                    </a:ext>
                  </a:extLst>
                </p14:cNvPr>
                <p14:cNvContentPartPr/>
                <p14:nvPr/>
              </p14:nvContentPartPr>
              <p14:xfrm>
                <a:off x="1876785" y="1556655"/>
                <a:ext cx="244080" cy="299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5B9DAB-B53D-0A3C-0D57-72AEC09152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70665" y="1550535"/>
                  <a:ext cx="256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8B791D-3BED-74F9-8803-DC15AAA3AE75}"/>
                    </a:ext>
                  </a:extLst>
                </p14:cNvPr>
                <p14:cNvContentPartPr/>
                <p14:nvPr/>
              </p14:nvContentPartPr>
              <p14:xfrm>
                <a:off x="7483425" y="660615"/>
                <a:ext cx="17280" cy="461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8B791D-3BED-74F9-8803-DC15AAA3AE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7305" y="654495"/>
                  <a:ext cx="2952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AC4A0E-A0DE-1528-78F6-F616498BA29D}"/>
                    </a:ext>
                  </a:extLst>
                </p14:cNvPr>
                <p14:cNvContentPartPr/>
                <p14:nvPr/>
              </p14:nvContentPartPr>
              <p14:xfrm>
                <a:off x="7466865" y="606975"/>
                <a:ext cx="564840" cy="478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AC4A0E-A0DE-1528-78F6-F616498BA2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60745" y="600855"/>
                  <a:ext cx="5770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47A873-B73E-10A8-D851-E6449E4F12A1}"/>
                    </a:ext>
                  </a:extLst>
                </p14:cNvPr>
                <p14:cNvContentPartPr/>
                <p14:nvPr/>
              </p14:nvContentPartPr>
              <p14:xfrm>
                <a:off x="8240865" y="858255"/>
                <a:ext cx="23040" cy="20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47A873-B73E-10A8-D851-E6449E4F12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34745" y="852135"/>
                  <a:ext cx="3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C5F296-3724-22AB-2E01-0F30D71F4D20}"/>
                    </a:ext>
                  </a:extLst>
                </p14:cNvPr>
                <p14:cNvContentPartPr/>
                <p14:nvPr/>
              </p14:nvContentPartPr>
              <p14:xfrm>
                <a:off x="8277585" y="596895"/>
                <a:ext cx="1872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C5F296-3724-22AB-2E01-0F30D71F4D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71465" y="590775"/>
                  <a:ext cx="3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27D452-8431-19C7-DFEC-F9DB6787891D}"/>
                    </a:ext>
                  </a:extLst>
                </p14:cNvPr>
                <p14:cNvContentPartPr/>
                <p14:nvPr/>
              </p14:nvContentPartPr>
              <p14:xfrm>
                <a:off x="8400705" y="781215"/>
                <a:ext cx="294480" cy="353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27D452-8431-19C7-DFEC-F9DB678789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94585" y="775095"/>
                  <a:ext cx="306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728D9F-F5CE-6CD9-EEED-393802B0D644}"/>
                    </a:ext>
                  </a:extLst>
                </p14:cNvPr>
                <p14:cNvContentPartPr/>
                <p14:nvPr/>
              </p14:nvContentPartPr>
              <p14:xfrm>
                <a:off x="7508985" y="1340655"/>
                <a:ext cx="111600" cy="43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728D9F-F5CE-6CD9-EEED-393802B0D6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02865" y="1334535"/>
                  <a:ext cx="1238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BBB2EB-1B2B-8ABB-7A61-2E3693D4FF8C}"/>
                    </a:ext>
                  </a:extLst>
                </p14:cNvPr>
                <p14:cNvContentPartPr/>
                <p14:nvPr/>
              </p14:nvContentPartPr>
              <p14:xfrm>
                <a:off x="7804185" y="1439295"/>
                <a:ext cx="200520" cy="176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BBB2EB-1B2B-8ABB-7A61-2E3693D4FF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98065" y="1433175"/>
                  <a:ext cx="212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E459A1-E22A-9D24-D3DB-418C6E393BB9}"/>
                    </a:ext>
                  </a:extLst>
                </p14:cNvPr>
                <p14:cNvContentPartPr/>
                <p14:nvPr/>
              </p14:nvContentPartPr>
              <p14:xfrm>
                <a:off x="8066985" y="1641975"/>
                <a:ext cx="73440" cy="11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E459A1-E22A-9D24-D3DB-418C6E393B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60865" y="1635855"/>
                  <a:ext cx="85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BA1B5B-4333-1860-CF0D-02CEEFF0A3C4}"/>
                    </a:ext>
                  </a:extLst>
                </p14:cNvPr>
                <p14:cNvContentPartPr/>
                <p14:nvPr/>
              </p14:nvContentPartPr>
              <p14:xfrm>
                <a:off x="8305665" y="1442535"/>
                <a:ext cx="217440" cy="322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BA1B5B-4333-1860-CF0D-02CEEFF0A3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99545" y="1436415"/>
                  <a:ext cx="229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010564-61E6-C008-2AE4-39AE0B54D41C}"/>
                    </a:ext>
                  </a:extLst>
                </p14:cNvPr>
                <p14:cNvContentPartPr/>
                <p14:nvPr/>
              </p14:nvContentPartPr>
              <p14:xfrm>
                <a:off x="8467305" y="1319055"/>
                <a:ext cx="196560" cy="47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010564-61E6-C008-2AE4-39AE0B54D4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61185" y="1312935"/>
                  <a:ext cx="2088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14AEA7-275B-BD67-67F1-5374646ACA6D}"/>
                    </a:ext>
                  </a:extLst>
                </p14:cNvPr>
                <p14:cNvContentPartPr/>
                <p14:nvPr/>
              </p14:nvContentPartPr>
              <p14:xfrm>
                <a:off x="9712905" y="514095"/>
                <a:ext cx="10800" cy="24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14AEA7-275B-BD67-67F1-5374646ACA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06785" y="507975"/>
                  <a:ext cx="23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FB9684B-A008-17C7-7406-166DF47FDD84}"/>
                    </a:ext>
                  </a:extLst>
                </p14:cNvPr>
                <p14:cNvContentPartPr/>
                <p14:nvPr/>
              </p14:nvContentPartPr>
              <p14:xfrm>
                <a:off x="9886785" y="502215"/>
                <a:ext cx="39240" cy="272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B9684B-A008-17C7-7406-166DF47FDD8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80665" y="496095"/>
                  <a:ext cx="51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D6D9E4-3F61-D76F-BF0C-8EE64CC21DCB}"/>
                    </a:ext>
                  </a:extLst>
                </p14:cNvPr>
                <p14:cNvContentPartPr/>
                <p14:nvPr/>
              </p14:nvContentPartPr>
              <p14:xfrm>
                <a:off x="10190625" y="477375"/>
                <a:ext cx="334080" cy="23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D6D9E4-3F61-D76F-BF0C-8EE64CC21DC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84505" y="471255"/>
                  <a:ext cx="346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D8661B-29FF-CB7D-960B-C6014A5FC04E}"/>
                    </a:ext>
                  </a:extLst>
                </p14:cNvPr>
                <p14:cNvContentPartPr/>
                <p14:nvPr/>
              </p14:nvContentPartPr>
              <p14:xfrm>
                <a:off x="10738545" y="438495"/>
                <a:ext cx="15840" cy="193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D8661B-29FF-CB7D-960B-C6014A5FC0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32425" y="432375"/>
                  <a:ext cx="28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8FC6EB-25D0-AD3C-8180-498D433C38F6}"/>
                    </a:ext>
                  </a:extLst>
                </p14:cNvPr>
                <p14:cNvContentPartPr/>
                <p14:nvPr/>
              </p14:nvContentPartPr>
              <p14:xfrm>
                <a:off x="10921065" y="379815"/>
                <a:ext cx="25560" cy="35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8FC6EB-25D0-AD3C-8180-498D433C38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14945" y="373695"/>
                  <a:ext cx="37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AF6783-228D-BAB7-F5FD-54DE08E4E275}"/>
                    </a:ext>
                  </a:extLst>
                </p14:cNvPr>
                <p14:cNvContentPartPr/>
                <p14:nvPr/>
              </p14:nvContentPartPr>
              <p14:xfrm>
                <a:off x="9522105" y="999375"/>
                <a:ext cx="18198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AF6783-228D-BAB7-F5FD-54DE08E4E2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15985" y="993255"/>
                  <a:ext cx="183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32AF11-4719-F634-9BA1-93BA7BD2AB58}"/>
                    </a:ext>
                  </a:extLst>
                </p14:cNvPr>
                <p14:cNvContentPartPr/>
                <p14:nvPr/>
              </p14:nvContentPartPr>
              <p14:xfrm>
                <a:off x="10216545" y="1220055"/>
                <a:ext cx="442080" cy="403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32AF11-4719-F634-9BA1-93BA7BD2AB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10425" y="1213935"/>
                  <a:ext cx="4543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A67235-CE2A-1F37-EB26-303A9B8A9A02}"/>
                    </a:ext>
                  </a:extLst>
                </p14:cNvPr>
                <p14:cNvContentPartPr/>
                <p14:nvPr/>
              </p14:nvContentPartPr>
              <p14:xfrm>
                <a:off x="11071905" y="1470255"/>
                <a:ext cx="38160" cy="27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A67235-CE2A-1F37-EB26-303A9B8A9A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65785" y="1464135"/>
                  <a:ext cx="50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A7D35-47BB-07B7-73E5-4ED495FA678D}"/>
                    </a:ext>
                  </a:extLst>
                </p14:cNvPr>
                <p14:cNvContentPartPr/>
                <p14:nvPr/>
              </p14:nvContentPartPr>
              <p14:xfrm>
                <a:off x="7146825" y="349935"/>
                <a:ext cx="93240" cy="144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A7D35-47BB-07B7-73E5-4ED495FA67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40705" y="343815"/>
                  <a:ext cx="105480" cy="14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FEAE45-BB07-51C7-CE9E-B44C3594F742}"/>
                    </a:ext>
                  </a:extLst>
                </p14:cNvPr>
                <p14:cNvContentPartPr/>
                <p14:nvPr/>
              </p14:nvContentPartPr>
              <p14:xfrm>
                <a:off x="7215585" y="216015"/>
                <a:ext cx="4368600" cy="1933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FEAE45-BB07-51C7-CE9E-B44C3594F7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09465" y="209895"/>
                  <a:ext cx="4380840" cy="19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20B7C2-27CE-F34F-1C35-DB8E1AB9E7F4}"/>
                    </a:ext>
                  </a:extLst>
                </p14:cNvPr>
                <p14:cNvContentPartPr/>
                <p14:nvPr/>
              </p14:nvContentPartPr>
              <p14:xfrm>
                <a:off x="7086345" y="1723335"/>
                <a:ext cx="4225320" cy="47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20B7C2-27CE-F34F-1C35-DB8E1AB9E7F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80225" y="1717215"/>
                  <a:ext cx="42375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EC3663-AD66-E01A-A1F5-159E83D66095}"/>
                    </a:ext>
                  </a:extLst>
                </p14:cNvPr>
                <p14:cNvContentPartPr/>
                <p14:nvPr/>
              </p14:nvContentPartPr>
              <p14:xfrm>
                <a:off x="3988905" y="470535"/>
                <a:ext cx="683640" cy="4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EC3663-AD66-E01A-A1F5-159E83D660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82785" y="464415"/>
                  <a:ext cx="6958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2C0DD5-AD38-8AE4-AA7C-BFEBF8C129BB}"/>
                    </a:ext>
                  </a:extLst>
                </p14:cNvPr>
                <p14:cNvContentPartPr/>
                <p14:nvPr/>
              </p14:nvContentPartPr>
              <p14:xfrm>
                <a:off x="3665625" y="1157055"/>
                <a:ext cx="1923480" cy="122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2C0DD5-AD38-8AE4-AA7C-BFEBF8C129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9505" y="1150935"/>
                  <a:ext cx="1935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637936-C4D5-0743-16F4-FA5A95029069}"/>
                    </a:ext>
                  </a:extLst>
                </p14:cNvPr>
                <p14:cNvContentPartPr/>
                <p14:nvPr/>
              </p14:nvContentPartPr>
              <p14:xfrm>
                <a:off x="3863985" y="1486095"/>
                <a:ext cx="13680" cy="304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637936-C4D5-0743-16F4-FA5A950290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57865" y="1479975"/>
                  <a:ext cx="259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DEABFB-B033-E380-5E9E-BF2B81DCFE4A}"/>
                    </a:ext>
                  </a:extLst>
                </p14:cNvPr>
                <p14:cNvContentPartPr/>
                <p14:nvPr/>
              </p14:nvContentPartPr>
              <p14:xfrm>
                <a:off x="4059465" y="1505175"/>
                <a:ext cx="14400" cy="313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DEABFB-B033-E380-5E9E-BF2B81DCFE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3345" y="1499055"/>
                  <a:ext cx="26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33AA57-E163-441A-5D5B-141125F01D14}"/>
                    </a:ext>
                  </a:extLst>
                </p14:cNvPr>
                <p14:cNvContentPartPr/>
                <p14:nvPr/>
              </p14:nvContentPartPr>
              <p14:xfrm>
                <a:off x="4882785" y="1407255"/>
                <a:ext cx="18360" cy="307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33AA57-E163-441A-5D5B-141125F01D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76665" y="1401135"/>
                  <a:ext cx="30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7584C33-5245-F828-9005-6CEE8C5BB386}"/>
                    </a:ext>
                  </a:extLst>
                </p14:cNvPr>
                <p14:cNvContentPartPr/>
                <p14:nvPr/>
              </p14:nvContentPartPr>
              <p14:xfrm>
                <a:off x="5094105" y="1338495"/>
                <a:ext cx="37080" cy="44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7584C33-5245-F828-9005-6CEE8C5BB3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87985" y="1332375"/>
                  <a:ext cx="49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F9B822-F1DF-34D2-B5A3-A6EB29D7CFF7}"/>
                    </a:ext>
                  </a:extLst>
                </p14:cNvPr>
                <p14:cNvContentPartPr/>
                <p14:nvPr/>
              </p14:nvContentPartPr>
              <p14:xfrm>
                <a:off x="5917065" y="807855"/>
                <a:ext cx="483840" cy="109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F9B822-F1DF-34D2-B5A3-A6EB29D7CF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10945" y="801735"/>
                  <a:ext cx="496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B60E08-5CDA-9C61-59A0-A60680AA485D}"/>
                    </a:ext>
                  </a:extLst>
                </p14:cNvPr>
                <p14:cNvContentPartPr/>
                <p14:nvPr/>
              </p14:nvContentPartPr>
              <p14:xfrm>
                <a:off x="5791065" y="1227255"/>
                <a:ext cx="484200" cy="6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B60E08-5CDA-9C61-59A0-A60680AA48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4945" y="1221135"/>
                  <a:ext cx="496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496DDE-B65C-E0A9-36DA-DC105613BE3E}"/>
                    </a:ext>
                  </a:extLst>
                </p14:cNvPr>
                <p14:cNvContentPartPr/>
                <p14:nvPr/>
              </p14:nvContentPartPr>
              <p14:xfrm>
                <a:off x="5957025" y="585015"/>
                <a:ext cx="794880" cy="115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496DDE-B65C-E0A9-36DA-DC105613BE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50905" y="578895"/>
                  <a:ext cx="80712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6D626C-42EC-459B-0FEE-23A014B5B875}"/>
                    </a:ext>
                  </a:extLst>
                </p14:cNvPr>
                <p14:cNvContentPartPr/>
                <p14:nvPr/>
              </p14:nvContentPartPr>
              <p14:xfrm>
                <a:off x="4280505" y="586455"/>
                <a:ext cx="18720" cy="25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6D626C-42EC-459B-0FEE-23A014B5B8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74385" y="580335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1C5775-46F2-17ED-37DF-C97DDCE2EFD9}"/>
                    </a:ext>
                  </a:extLst>
                </p14:cNvPr>
                <p14:cNvContentPartPr/>
                <p14:nvPr/>
              </p14:nvContentPartPr>
              <p14:xfrm>
                <a:off x="3910065" y="1809735"/>
                <a:ext cx="1568520" cy="154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1C5775-46F2-17ED-37DF-C97DDCE2EF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03945" y="1803615"/>
                  <a:ext cx="1580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228BB2-213B-34BC-E008-C4F85B78134D}"/>
                    </a:ext>
                  </a:extLst>
                </p14:cNvPr>
                <p14:cNvContentPartPr/>
                <p14:nvPr/>
              </p14:nvContentPartPr>
              <p14:xfrm>
                <a:off x="4182585" y="1872375"/>
                <a:ext cx="1256040" cy="101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228BB2-213B-34BC-E008-C4F85B7813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76465" y="1866255"/>
                  <a:ext cx="1268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5DE880C-3AE9-BA75-CF07-758D70401C31}"/>
                    </a:ext>
                  </a:extLst>
                </p14:cNvPr>
                <p14:cNvContentPartPr/>
                <p14:nvPr/>
              </p14:nvContentPartPr>
              <p14:xfrm>
                <a:off x="9986145" y="824055"/>
                <a:ext cx="553680" cy="11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5DE880C-3AE9-BA75-CF07-758D70401C3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80025" y="817935"/>
                  <a:ext cx="565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118F6E-00A2-FE44-8AEA-C1D4B578EBB3}"/>
                    </a:ext>
                  </a:extLst>
                </p14:cNvPr>
                <p14:cNvContentPartPr/>
                <p14:nvPr/>
              </p14:nvContentPartPr>
              <p14:xfrm>
                <a:off x="10655025" y="789135"/>
                <a:ext cx="90720" cy="1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118F6E-00A2-FE44-8AEA-C1D4B578EB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48905" y="783015"/>
                  <a:ext cx="102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D698DE2-188C-02A5-1122-0822039B67E1}"/>
                    </a:ext>
                  </a:extLst>
                </p14:cNvPr>
                <p14:cNvContentPartPr/>
                <p14:nvPr/>
              </p14:nvContentPartPr>
              <p14:xfrm>
                <a:off x="1502745" y="3332175"/>
                <a:ext cx="227880" cy="93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D698DE2-188C-02A5-1122-0822039B67E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96625" y="3326055"/>
                  <a:ext cx="240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53AD15-AFB5-78C1-08ED-A8BECA4344D0}"/>
                    </a:ext>
                  </a:extLst>
                </p14:cNvPr>
                <p14:cNvContentPartPr/>
                <p14:nvPr/>
              </p14:nvContentPartPr>
              <p14:xfrm>
                <a:off x="1534065" y="3298695"/>
                <a:ext cx="1046160" cy="662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53AD15-AFB5-78C1-08ED-A8BECA4344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27945" y="3292575"/>
                  <a:ext cx="105840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D0A5DD-E728-EEC6-679D-D9C3B9306B1D}"/>
                    </a:ext>
                  </a:extLst>
                </p14:cNvPr>
                <p14:cNvContentPartPr/>
                <p14:nvPr/>
              </p14:nvContentPartPr>
              <p14:xfrm>
                <a:off x="2824305" y="3285735"/>
                <a:ext cx="96480" cy="37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D0A5DD-E728-EEC6-679D-D9C3B9306B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18185" y="3279615"/>
                  <a:ext cx="1087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18551F-4B2E-FA3B-F6D5-E1AC3F4E259A}"/>
                    </a:ext>
                  </a:extLst>
                </p14:cNvPr>
                <p14:cNvContentPartPr/>
                <p14:nvPr/>
              </p14:nvContentPartPr>
              <p14:xfrm>
                <a:off x="2924745" y="3391935"/>
                <a:ext cx="216360" cy="175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18551F-4B2E-FA3B-F6D5-E1AC3F4E25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18625" y="3385815"/>
                  <a:ext cx="228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DFCCA7A-B9BA-98DF-03BA-B147B2EAD3B7}"/>
                    </a:ext>
                  </a:extLst>
                </p14:cNvPr>
                <p14:cNvContentPartPr/>
                <p14:nvPr/>
              </p14:nvContentPartPr>
              <p14:xfrm>
                <a:off x="3267465" y="3061095"/>
                <a:ext cx="1481760" cy="109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DFCCA7A-B9BA-98DF-03BA-B147B2EAD3B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61345" y="3054975"/>
                  <a:ext cx="149400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43EA080-8FE3-7A7F-DC04-B2F18D2419EF}"/>
                    </a:ext>
                  </a:extLst>
                </p14:cNvPr>
                <p14:cNvContentPartPr/>
                <p14:nvPr/>
              </p14:nvContentPartPr>
              <p14:xfrm>
                <a:off x="5068905" y="3089895"/>
                <a:ext cx="154800" cy="45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43EA080-8FE3-7A7F-DC04-B2F18D2419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62785" y="3083775"/>
                  <a:ext cx="1670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565438-8C5A-4318-E7DA-25FEE05D7B0F}"/>
                    </a:ext>
                  </a:extLst>
                </p14:cNvPr>
                <p14:cNvContentPartPr/>
                <p14:nvPr/>
              </p14:nvContentPartPr>
              <p14:xfrm>
                <a:off x="5145585" y="3208695"/>
                <a:ext cx="574200" cy="5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565438-8C5A-4318-E7DA-25FEE05D7B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39465" y="3202575"/>
                  <a:ext cx="586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8C72194-90B9-D75B-8302-78EA04924A93}"/>
                    </a:ext>
                  </a:extLst>
                </p14:cNvPr>
                <p14:cNvContentPartPr/>
                <p14:nvPr/>
              </p14:nvContentPartPr>
              <p14:xfrm>
                <a:off x="6326385" y="3051375"/>
                <a:ext cx="1450800" cy="14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8C72194-90B9-D75B-8302-78EA04924A9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20265" y="3045255"/>
                  <a:ext cx="1463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5A059B4-6EC8-DAD3-67DD-6FE84C64954B}"/>
                    </a:ext>
                  </a:extLst>
                </p14:cNvPr>
                <p14:cNvContentPartPr/>
                <p14:nvPr/>
              </p14:nvContentPartPr>
              <p14:xfrm>
                <a:off x="8017305" y="2873175"/>
                <a:ext cx="69480" cy="36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5A059B4-6EC8-DAD3-67DD-6FE84C6495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11185" y="2867055"/>
                  <a:ext cx="81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FB4966-DFC6-6898-CFA2-B5A407372F76}"/>
                    </a:ext>
                  </a:extLst>
                </p14:cNvPr>
                <p14:cNvContentPartPr/>
                <p14:nvPr/>
              </p14:nvContentPartPr>
              <p14:xfrm>
                <a:off x="8025585" y="2734935"/>
                <a:ext cx="726480" cy="617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FB4966-DFC6-6898-CFA2-B5A407372F7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19465" y="2728815"/>
                  <a:ext cx="73872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0F1C592-6065-9B9F-AA0F-8DA6AB18906C}"/>
                    </a:ext>
                  </a:extLst>
                </p14:cNvPr>
                <p14:cNvContentPartPr/>
                <p14:nvPr/>
              </p14:nvContentPartPr>
              <p14:xfrm>
                <a:off x="9216105" y="2795055"/>
                <a:ext cx="513360" cy="55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0F1C592-6065-9B9F-AA0F-8DA6AB1890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09985" y="2788935"/>
                  <a:ext cx="5256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E39A7A6-CF41-6B37-541E-AF0805563FFC}"/>
                    </a:ext>
                  </a:extLst>
                </p14:cNvPr>
                <p14:cNvContentPartPr/>
                <p14:nvPr/>
              </p14:nvContentPartPr>
              <p14:xfrm>
                <a:off x="9898305" y="2774535"/>
                <a:ext cx="340560" cy="507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E39A7A6-CF41-6B37-541E-AF0805563FF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92185" y="2768415"/>
                  <a:ext cx="3528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6B43AA6-A2E8-A505-4EAC-3C7E5D76426E}"/>
                    </a:ext>
                  </a:extLst>
                </p14:cNvPr>
                <p14:cNvContentPartPr/>
                <p14:nvPr/>
              </p14:nvContentPartPr>
              <p14:xfrm>
                <a:off x="10097025" y="2798295"/>
                <a:ext cx="1018800" cy="189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6B43AA6-A2E8-A505-4EAC-3C7E5D76426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90905" y="2792175"/>
                  <a:ext cx="1031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0B7C00-8690-3880-6ECA-EF95E24239BD}"/>
                    </a:ext>
                  </a:extLst>
                </p14:cNvPr>
                <p14:cNvContentPartPr/>
                <p14:nvPr/>
              </p14:nvContentPartPr>
              <p14:xfrm>
                <a:off x="9588345" y="3694335"/>
                <a:ext cx="33480" cy="1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0B7C00-8690-3880-6ECA-EF95E24239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82225" y="3688215"/>
                  <a:ext cx="45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784AFC-04F7-35E7-CBA3-C3D0C79E6A7E}"/>
                    </a:ext>
                  </a:extLst>
                </p14:cNvPr>
                <p14:cNvContentPartPr/>
                <p14:nvPr/>
              </p14:nvContentPartPr>
              <p14:xfrm>
                <a:off x="7259145" y="4062615"/>
                <a:ext cx="55080" cy="441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784AFC-04F7-35E7-CBA3-C3D0C79E6A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53025" y="4056495"/>
                  <a:ext cx="67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4F6E43-C41A-5746-DF99-44A3BDBFEE3B}"/>
                    </a:ext>
                  </a:extLst>
                </p14:cNvPr>
                <p14:cNvContentPartPr/>
                <p14:nvPr/>
              </p14:nvContentPartPr>
              <p14:xfrm>
                <a:off x="7310625" y="3990615"/>
                <a:ext cx="1711440" cy="363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4F6E43-C41A-5746-DF99-44A3BDBFEE3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04505" y="3984495"/>
                  <a:ext cx="17236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C4C12F-275A-5494-2513-128EF8620253}"/>
                    </a:ext>
                  </a:extLst>
                </p14:cNvPr>
                <p14:cNvContentPartPr/>
                <p14:nvPr/>
              </p14:nvContentPartPr>
              <p14:xfrm>
                <a:off x="9698145" y="3956415"/>
                <a:ext cx="24480" cy="37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C4C12F-275A-5494-2513-128EF862025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92025" y="3950295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AA0893A-94FD-1815-A5EF-041AA1D89100}"/>
                    </a:ext>
                  </a:extLst>
                </p14:cNvPr>
                <p14:cNvContentPartPr/>
                <p14:nvPr/>
              </p14:nvContentPartPr>
              <p14:xfrm>
                <a:off x="8109825" y="4732215"/>
                <a:ext cx="1176480" cy="32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AA0893A-94FD-1815-A5EF-041AA1D891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03705" y="4726095"/>
                  <a:ext cx="1188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44D3271-F964-46F8-372A-91E26C9B85B3}"/>
                    </a:ext>
                  </a:extLst>
                </p14:cNvPr>
                <p14:cNvContentPartPr/>
                <p14:nvPr/>
              </p14:nvContentPartPr>
              <p14:xfrm>
                <a:off x="9366585" y="4468695"/>
                <a:ext cx="2772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44D3271-F964-46F8-372A-91E26C9B85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60465" y="4462575"/>
                  <a:ext cx="39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D5C2B74-4266-0737-1573-3554DAF5C893}"/>
                    </a:ext>
                  </a:extLst>
                </p14:cNvPr>
                <p14:cNvContentPartPr/>
                <p14:nvPr/>
              </p14:nvContentPartPr>
              <p14:xfrm>
                <a:off x="9518865" y="4655175"/>
                <a:ext cx="405720" cy="11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D5C2B74-4266-0737-1573-3554DAF5C89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12745" y="4649055"/>
                  <a:ext cx="417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A6B397-BF40-0C4B-F60A-43DAF901E384}"/>
                    </a:ext>
                  </a:extLst>
                </p14:cNvPr>
                <p14:cNvContentPartPr/>
                <p14:nvPr/>
              </p14:nvContentPartPr>
              <p14:xfrm>
                <a:off x="9941505" y="4378335"/>
                <a:ext cx="91800" cy="11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A6B397-BF40-0C4B-F60A-43DAF901E3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35385" y="4372215"/>
                  <a:ext cx="104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8E4E3CD-ED78-90E4-A750-37DFBB89DF29}"/>
                    </a:ext>
                  </a:extLst>
                </p14:cNvPr>
                <p14:cNvContentPartPr/>
                <p14:nvPr/>
              </p14:nvContentPartPr>
              <p14:xfrm>
                <a:off x="10085865" y="4534935"/>
                <a:ext cx="317880" cy="99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8E4E3CD-ED78-90E4-A750-37DFBB89DF2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79745" y="4528815"/>
                  <a:ext cx="330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EE90619-4364-2093-F30D-E55C06D4119B}"/>
                    </a:ext>
                  </a:extLst>
                </p14:cNvPr>
                <p14:cNvContentPartPr/>
                <p14:nvPr/>
              </p14:nvContentPartPr>
              <p14:xfrm>
                <a:off x="10462785" y="4325775"/>
                <a:ext cx="82800" cy="54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EE90619-4364-2093-F30D-E55C06D411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56665" y="4319655"/>
                  <a:ext cx="95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2BEB94-7D5C-2AAD-6DEF-5C8994B3E191}"/>
                    </a:ext>
                  </a:extLst>
                </p14:cNvPr>
                <p14:cNvContentPartPr/>
                <p14:nvPr/>
              </p14:nvContentPartPr>
              <p14:xfrm>
                <a:off x="10646385" y="4512255"/>
                <a:ext cx="327960" cy="129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2BEB94-7D5C-2AAD-6DEF-5C8994B3E1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40265" y="4506135"/>
                  <a:ext cx="340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7CEE6A-7D46-37B4-6D3E-13D843E5B615}"/>
                    </a:ext>
                  </a:extLst>
                </p14:cNvPr>
                <p14:cNvContentPartPr/>
                <p14:nvPr/>
              </p14:nvContentPartPr>
              <p14:xfrm>
                <a:off x="11036625" y="4600455"/>
                <a:ext cx="12960" cy="4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7CEE6A-7D46-37B4-6D3E-13D843E5B6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30505" y="4594335"/>
                  <a:ext cx="25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E98642-7DDE-6FB3-FD3D-0C04073CF358}"/>
                    </a:ext>
                  </a:extLst>
                </p14:cNvPr>
                <p14:cNvContentPartPr/>
                <p14:nvPr/>
              </p14:nvContentPartPr>
              <p14:xfrm>
                <a:off x="11124465" y="4540695"/>
                <a:ext cx="14040" cy="1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E98642-7DDE-6FB3-FD3D-0C04073CF3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18345" y="4534575"/>
                  <a:ext cx="26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F977520-8E90-8985-7DD1-AA6B495F6B53}"/>
                    </a:ext>
                  </a:extLst>
                </p14:cNvPr>
                <p14:cNvContentPartPr/>
                <p14:nvPr/>
              </p14:nvContentPartPr>
              <p14:xfrm>
                <a:off x="918465" y="3011055"/>
                <a:ext cx="126360" cy="2268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F977520-8E90-8985-7DD1-AA6B495F6B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12345" y="3004935"/>
                  <a:ext cx="138600" cy="22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EB0EC2C-4208-B87D-3740-0CD8EEE5145B}"/>
                    </a:ext>
                  </a:extLst>
                </p14:cNvPr>
                <p14:cNvContentPartPr/>
                <p14:nvPr/>
              </p14:nvContentPartPr>
              <p14:xfrm>
                <a:off x="1080825" y="2390775"/>
                <a:ext cx="10554480" cy="167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EB0EC2C-4208-B87D-3740-0CD8EEE514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4705" y="2384655"/>
                  <a:ext cx="10566720" cy="16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650FC0-1CE3-D10D-B100-693345C05239}"/>
                    </a:ext>
                  </a:extLst>
                </p14:cNvPr>
                <p14:cNvContentPartPr/>
                <p14:nvPr/>
              </p14:nvContentPartPr>
              <p14:xfrm>
                <a:off x="11069745" y="4560495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650FC0-1CE3-D10D-B100-693345C052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63625" y="455437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43BA07-9B79-2115-F4B6-C44D9AEA1BC3}"/>
                    </a:ext>
                  </a:extLst>
                </p14:cNvPr>
                <p14:cNvContentPartPr/>
                <p14:nvPr/>
              </p14:nvContentPartPr>
              <p14:xfrm>
                <a:off x="878865" y="3709815"/>
                <a:ext cx="10436400" cy="2044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43BA07-9B79-2115-F4B6-C44D9AEA1BC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2745" y="3703695"/>
                  <a:ext cx="10448640" cy="20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31D720-0A57-5251-300F-AD2D3201326C}"/>
                    </a:ext>
                  </a:extLst>
                </p14:cNvPr>
                <p14:cNvContentPartPr/>
                <p14:nvPr/>
              </p14:nvContentPartPr>
              <p14:xfrm>
                <a:off x="1611465" y="4680735"/>
                <a:ext cx="31320" cy="157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31D720-0A57-5251-300F-AD2D320132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05345" y="4674615"/>
                  <a:ext cx="43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17B72C-41E5-6E85-FDE2-A5F992F0F4EC}"/>
                    </a:ext>
                  </a:extLst>
                </p14:cNvPr>
                <p14:cNvContentPartPr/>
                <p14:nvPr/>
              </p14:nvContentPartPr>
              <p14:xfrm>
                <a:off x="1237065" y="4450695"/>
                <a:ext cx="639360" cy="77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17B72C-41E5-6E85-FDE2-A5F992F0F4E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30945" y="4444575"/>
                  <a:ext cx="65160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1B2376-ED1E-C1E4-673B-36013B492AC7}"/>
                    </a:ext>
                  </a:extLst>
                </p14:cNvPr>
                <p14:cNvContentPartPr/>
                <p14:nvPr/>
              </p14:nvContentPartPr>
              <p14:xfrm>
                <a:off x="2016105" y="4694055"/>
                <a:ext cx="77040" cy="42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1B2376-ED1E-C1E4-673B-36013B492A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09985" y="4687935"/>
                  <a:ext cx="892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7615A9F-8D69-6CF9-6EAC-0A2CC03894DD}"/>
                    </a:ext>
                  </a:extLst>
                </p14:cNvPr>
                <p14:cNvContentPartPr/>
                <p14:nvPr/>
              </p14:nvContentPartPr>
              <p14:xfrm>
                <a:off x="1994865" y="4547895"/>
                <a:ext cx="245160" cy="568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7615A9F-8D69-6CF9-6EAC-0A2CC03894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88745" y="4541775"/>
                  <a:ext cx="25740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8722073-F93E-7529-2663-A43582662F18}"/>
                    </a:ext>
                  </a:extLst>
                </p14:cNvPr>
                <p14:cNvContentPartPr/>
                <p14:nvPr/>
              </p14:nvContentPartPr>
              <p14:xfrm>
                <a:off x="2474025" y="4700175"/>
                <a:ext cx="311760" cy="469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8722073-F93E-7529-2663-A43582662F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67905" y="4694055"/>
                  <a:ext cx="3240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0162ED3-88E5-5EC4-63BD-70A780A2F654}"/>
                    </a:ext>
                  </a:extLst>
                </p14:cNvPr>
                <p14:cNvContentPartPr/>
                <p14:nvPr/>
              </p14:nvContentPartPr>
              <p14:xfrm>
                <a:off x="2955705" y="4728975"/>
                <a:ext cx="20880" cy="312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0162ED3-88E5-5EC4-63BD-70A780A2F65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49585" y="4722855"/>
                  <a:ext cx="33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1887919-6BB5-00FB-6FE3-4D8733492962}"/>
                    </a:ext>
                  </a:extLst>
                </p14:cNvPr>
                <p14:cNvContentPartPr/>
                <p14:nvPr/>
              </p14:nvContentPartPr>
              <p14:xfrm>
                <a:off x="2981985" y="4651935"/>
                <a:ext cx="358560" cy="316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1887919-6BB5-00FB-6FE3-4D87334929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75865" y="4645815"/>
                  <a:ext cx="3708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73752B9-0059-0DE5-25C8-1CD31D81AA2C}"/>
                    </a:ext>
                  </a:extLst>
                </p14:cNvPr>
                <p14:cNvContentPartPr/>
                <p14:nvPr/>
              </p14:nvContentPartPr>
              <p14:xfrm>
                <a:off x="3633225" y="4666335"/>
                <a:ext cx="334440" cy="34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73752B9-0059-0DE5-25C8-1CD31D81AA2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7105" y="4660215"/>
                  <a:ext cx="346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6474F6-50FC-0FDC-1C9B-CD435B495B65}"/>
                    </a:ext>
                  </a:extLst>
                </p14:cNvPr>
                <p14:cNvContentPartPr/>
                <p14:nvPr/>
              </p14:nvContentPartPr>
              <p14:xfrm>
                <a:off x="3908985" y="4482375"/>
                <a:ext cx="50760" cy="411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6474F6-50FC-0FDC-1C9B-CD435B495B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02865" y="4476255"/>
                  <a:ext cx="630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F1E982-AC32-829F-7389-ACA07FED44C1}"/>
                    </a:ext>
                  </a:extLst>
                </p14:cNvPr>
                <p14:cNvContentPartPr/>
                <p14:nvPr/>
              </p14:nvContentPartPr>
              <p14:xfrm>
                <a:off x="4015185" y="4301295"/>
                <a:ext cx="195840" cy="368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F1E982-AC32-829F-7389-ACA07FED44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09065" y="4295175"/>
                  <a:ext cx="208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EB78A7-315B-5E1A-768D-A0D47DA587C4}"/>
                    </a:ext>
                  </a:extLst>
                </p14:cNvPr>
                <p14:cNvContentPartPr/>
                <p14:nvPr/>
              </p14:nvContentPartPr>
              <p14:xfrm>
                <a:off x="1771305" y="4457535"/>
                <a:ext cx="83880" cy="908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EB78A7-315B-5E1A-768D-A0D47DA587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65185" y="4451415"/>
                  <a:ext cx="96120" cy="9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8655232-9333-92DD-54E3-038B0FAF72C7}"/>
                    </a:ext>
                  </a:extLst>
                </p14:cNvPr>
                <p14:cNvContentPartPr/>
                <p14:nvPr/>
              </p14:nvContentPartPr>
              <p14:xfrm>
                <a:off x="1835025" y="4203375"/>
                <a:ext cx="2750400" cy="1337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8655232-9333-92DD-54E3-038B0FAF72C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28905" y="4197255"/>
                  <a:ext cx="2762640" cy="13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773F8-D127-2424-F30F-67CEB6C1ADC7}"/>
                    </a:ext>
                  </a:extLst>
                </p14:cNvPr>
                <p14:cNvContentPartPr/>
                <p14:nvPr/>
              </p14:nvContentPartPr>
              <p14:xfrm>
                <a:off x="1601025" y="5204535"/>
                <a:ext cx="3169080" cy="333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773F8-D127-2424-F30F-67CEB6C1AD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94905" y="5198415"/>
                  <a:ext cx="31813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99750A-0A00-AF64-AC76-7EB8DD0189E2}"/>
                  </a:ext>
                </a:extLst>
              </p14:cNvPr>
              <p14:cNvContentPartPr/>
              <p14:nvPr/>
            </p14:nvContentPartPr>
            <p14:xfrm>
              <a:off x="10294305" y="826935"/>
              <a:ext cx="388800" cy="30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99750A-0A00-AF64-AC76-7EB8DD0189E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285665" y="818295"/>
                <a:ext cx="4064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E4AEA5-7754-B632-D66E-8475AB56038D}"/>
                  </a:ext>
                </a:extLst>
              </p14:cNvPr>
              <p14:cNvContentPartPr/>
              <p14:nvPr/>
            </p14:nvContentPartPr>
            <p14:xfrm>
              <a:off x="11076945" y="373335"/>
              <a:ext cx="689400" cy="387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E4AEA5-7754-B632-D66E-8475AB56038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068305" y="364695"/>
                <a:ext cx="70704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448804F-056F-3882-9EB3-FCA425237A2F}"/>
              </a:ext>
            </a:extLst>
          </p:cNvPr>
          <p:cNvGrpSpPr/>
          <p:nvPr/>
        </p:nvGrpSpPr>
        <p:grpSpPr>
          <a:xfrm>
            <a:off x="4227945" y="1413375"/>
            <a:ext cx="532080" cy="394200"/>
            <a:chOff x="4227945" y="1413375"/>
            <a:chExt cx="53208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B74B19-ACD0-3C0E-9D55-2EC6FB0BF0FF}"/>
                    </a:ext>
                  </a:extLst>
                </p14:cNvPr>
                <p14:cNvContentPartPr/>
                <p14:nvPr/>
              </p14:nvContentPartPr>
              <p14:xfrm>
                <a:off x="4276545" y="1452255"/>
                <a:ext cx="46440" cy="3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B74B19-ACD0-3C0E-9D55-2EC6FB0BF0F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72225" y="1447935"/>
                  <a:ext cx="55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91A1A0-1B94-E0C3-2875-C2FAE658BE1E}"/>
                    </a:ext>
                  </a:extLst>
                </p14:cNvPr>
                <p14:cNvContentPartPr/>
                <p14:nvPr/>
              </p14:nvContentPartPr>
              <p14:xfrm>
                <a:off x="4227945" y="1413375"/>
                <a:ext cx="532080" cy="39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91A1A0-1B94-E0C3-2875-C2FAE658BE1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23625" y="1409055"/>
                  <a:ext cx="540720" cy="40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6000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63E22CF9-DC9C-4B59-9B8C-FDDCA37F3C8A}"/>
              </a:ext>
            </a:extLst>
          </p:cNvPr>
          <p:cNvGrpSpPr/>
          <p:nvPr/>
        </p:nvGrpSpPr>
        <p:grpSpPr>
          <a:xfrm>
            <a:off x="349305" y="103695"/>
            <a:ext cx="8669160" cy="1331640"/>
            <a:chOff x="349305" y="103695"/>
            <a:chExt cx="8669160" cy="13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3AD22BC-605B-A54F-3B8F-62F9D58A9AA9}"/>
                    </a:ext>
                  </a:extLst>
                </p14:cNvPr>
                <p14:cNvContentPartPr/>
                <p14:nvPr/>
              </p14:nvContentPartPr>
              <p14:xfrm>
                <a:off x="349305" y="267495"/>
                <a:ext cx="607320" cy="563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3AD22BC-605B-A54F-3B8F-62F9D58A9A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3185" y="261375"/>
                  <a:ext cx="61956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B00900-A318-701A-9F4F-B04CF49969D0}"/>
                    </a:ext>
                  </a:extLst>
                </p14:cNvPr>
                <p14:cNvContentPartPr/>
                <p14:nvPr/>
              </p14:nvContentPartPr>
              <p14:xfrm>
                <a:off x="1041225" y="617055"/>
                <a:ext cx="158400" cy="270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B00900-A318-701A-9F4F-B04CF49969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5105" y="610935"/>
                  <a:ext cx="170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B16AAF-EB99-D7FF-A103-A56A218EC4EA}"/>
                    </a:ext>
                  </a:extLst>
                </p14:cNvPr>
                <p14:cNvContentPartPr/>
                <p14:nvPr/>
              </p14:nvContentPartPr>
              <p14:xfrm>
                <a:off x="1416345" y="428775"/>
                <a:ext cx="51480" cy="384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B16AAF-EB99-D7FF-A103-A56A218EC4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0225" y="422655"/>
                  <a:ext cx="637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3A2517-936A-8FC5-FF32-EF59BF493257}"/>
                    </a:ext>
                  </a:extLst>
                </p14:cNvPr>
                <p14:cNvContentPartPr/>
                <p14:nvPr/>
              </p14:nvContentPartPr>
              <p14:xfrm>
                <a:off x="1225185" y="639735"/>
                <a:ext cx="333000" cy="1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3A2517-936A-8FC5-FF32-EF59BF4932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9065" y="633615"/>
                  <a:ext cx="345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736BA3-80E8-E471-1668-5FF6FE778F5A}"/>
                    </a:ext>
                  </a:extLst>
                </p14:cNvPr>
                <p14:cNvContentPartPr/>
                <p14:nvPr/>
              </p14:nvContentPartPr>
              <p14:xfrm>
                <a:off x="1613625" y="178575"/>
                <a:ext cx="817560" cy="125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736BA3-80E8-E471-1668-5FF6FE778F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7505" y="172455"/>
                  <a:ext cx="829800" cy="12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D30A2F-6CA5-9274-2E0F-315B0DDB6577}"/>
                    </a:ext>
                  </a:extLst>
                </p14:cNvPr>
                <p14:cNvContentPartPr/>
                <p14:nvPr/>
              </p14:nvContentPartPr>
              <p14:xfrm>
                <a:off x="2488425" y="556575"/>
                <a:ext cx="334080" cy="30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D30A2F-6CA5-9274-2E0F-315B0DDB65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82305" y="550455"/>
                  <a:ext cx="346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72D57B0-92C9-91C2-C762-DF9B4A5FFBBA}"/>
                    </a:ext>
                  </a:extLst>
                </p14:cNvPr>
                <p14:cNvContentPartPr/>
                <p14:nvPr/>
              </p14:nvContentPartPr>
              <p14:xfrm>
                <a:off x="2939865" y="505455"/>
                <a:ext cx="383400" cy="31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72D57B0-92C9-91C2-C762-DF9B4A5FFB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33745" y="499335"/>
                  <a:ext cx="395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AEE893-384B-4970-D401-C76177A93186}"/>
                    </a:ext>
                  </a:extLst>
                </p14:cNvPr>
                <p14:cNvContentPartPr/>
                <p14:nvPr/>
              </p14:nvContentPartPr>
              <p14:xfrm>
                <a:off x="3266385" y="616695"/>
                <a:ext cx="150120" cy="19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AEE893-384B-4970-D401-C76177A931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60265" y="610575"/>
                  <a:ext cx="16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8DD5EC-923A-C3DE-1B96-F7F24A41DFDD}"/>
                    </a:ext>
                  </a:extLst>
                </p14:cNvPr>
                <p14:cNvContentPartPr/>
                <p14:nvPr/>
              </p14:nvContentPartPr>
              <p14:xfrm>
                <a:off x="3515865" y="502935"/>
                <a:ext cx="49680" cy="1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8DD5EC-923A-C3DE-1B96-F7F24A41DFD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09745" y="496815"/>
                  <a:ext cx="61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7BF3B9-C2C8-C46D-176F-9C0A20105563}"/>
                    </a:ext>
                  </a:extLst>
                </p14:cNvPr>
                <p14:cNvContentPartPr/>
                <p14:nvPr/>
              </p14:nvContentPartPr>
              <p14:xfrm>
                <a:off x="3555465" y="574575"/>
                <a:ext cx="120600" cy="167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7BF3B9-C2C8-C46D-176F-9C0A201055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49345" y="568455"/>
                  <a:ext cx="132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9D361DC-FE85-808E-B1F0-2623F7C5D0B2}"/>
                    </a:ext>
                  </a:extLst>
                </p14:cNvPr>
                <p14:cNvContentPartPr/>
                <p14:nvPr/>
              </p14:nvContentPartPr>
              <p14:xfrm>
                <a:off x="3825105" y="621375"/>
                <a:ext cx="341280" cy="168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9D361DC-FE85-808E-B1F0-2623F7C5D0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18985" y="615255"/>
                  <a:ext cx="353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72664E-F92F-887A-46D8-66A4376E4590}"/>
                    </a:ext>
                  </a:extLst>
                </p14:cNvPr>
                <p14:cNvContentPartPr/>
                <p14:nvPr/>
              </p14:nvContentPartPr>
              <p14:xfrm>
                <a:off x="4492545" y="103695"/>
                <a:ext cx="539280" cy="693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72664E-F92F-887A-46D8-66A4376E45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86425" y="97575"/>
                  <a:ext cx="55152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7247AF-529A-6DDB-AAFF-9A63E656DAA4}"/>
                    </a:ext>
                  </a:extLst>
                </p14:cNvPr>
                <p14:cNvContentPartPr/>
                <p14:nvPr/>
              </p14:nvContentPartPr>
              <p14:xfrm>
                <a:off x="5234145" y="343455"/>
                <a:ext cx="416880" cy="482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7247AF-529A-6DDB-AAFF-9A63E656DA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28025" y="337335"/>
                  <a:ext cx="4291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0477DA-A93A-D0E3-6FA9-C7BA48E43371}"/>
                    </a:ext>
                  </a:extLst>
                </p14:cNvPr>
                <p14:cNvContentPartPr/>
                <p14:nvPr/>
              </p14:nvContentPartPr>
              <p14:xfrm>
                <a:off x="5794665" y="481335"/>
                <a:ext cx="76680" cy="326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0477DA-A93A-D0E3-6FA9-C7BA48E433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88545" y="475215"/>
                  <a:ext cx="88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DE2BAC-2074-4034-46DD-4A583E1263F6}"/>
                    </a:ext>
                  </a:extLst>
                </p14:cNvPr>
                <p14:cNvContentPartPr/>
                <p14:nvPr/>
              </p14:nvContentPartPr>
              <p14:xfrm>
                <a:off x="5872065" y="403935"/>
                <a:ext cx="426960" cy="46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DE2BAC-2074-4034-46DD-4A583E1263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5945" y="397815"/>
                  <a:ext cx="4392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9BE758F-453F-368E-9963-1F091E7E1D99}"/>
                    </a:ext>
                  </a:extLst>
                </p14:cNvPr>
                <p14:cNvContentPartPr/>
                <p14:nvPr/>
              </p14:nvContentPartPr>
              <p14:xfrm>
                <a:off x="6539145" y="263535"/>
                <a:ext cx="356760" cy="822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9BE758F-453F-368E-9963-1F091E7E1D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33025" y="257415"/>
                  <a:ext cx="36900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92B0FB-8CFB-04FD-CE2E-15A1A9B5CF8B}"/>
                    </a:ext>
                  </a:extLst>
                </p14:cNvPr>
                <p14:cNvContentPartPr/>
                <p14:nvPr/>
              </p14:nvContentPartPr>
              <p14:xfrm>
                <a:off x="7098945" y="310695"/>
                <a:ext cx="406080" cy="574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92B0FB-8CFB-04FD-CE2E-15A1A9B5CF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92825" y="304575"/>
                  <a:ext cx="4183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9A9EA84-EEBC-2AE3-CE67-6B64D83887FF}"/>
                    </a:ext>
                  </a:extLst>
                </p14:cNvPr>
                <p14:cNvContentPartPr/>
                <p14:nvPr/>
              </p14:nvContentPartPr>
              <p14:xfrm>
                <a:off x="7749465" y="438495"/>
                <a:ext cx="370800" cy="405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9A9EA84-EEBC-2AE3-CE67-6B64D83887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43345" y="432375"/>
                  <a:ext cx="3830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E59E19B-2EC0-9152-81DF-012F44090FC9}"/>
                    </a:ext>
                  </a:extLst>
                </p14:cNvPr>
                <p14:cNvContentPartPr/>
                <p14:nvPr/>
              </p14:nvContentPartPr>
              <p14:xfrm>
                <a:off x="8309985" y="432735"/>
                <a:ext cx="259560" cy="541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E59E19B-2EC0-9152-81DF-012F44090F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03865" y="426615"/>
                  <a:ext cx="2718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FEF1C0-3C02-46EF-02A1-CCA54D66BF85}"/>
                    </a:ext>
                  </a:extLst>
                </p14:cNvPr>
                <p14:cNvContentPartPr/>
                <p14:nvPr/>
              </p14:nvContentPartPr>
              <p14:xfrm>
                <a:off x="8417985" y="298095"/>
                <a:ext cx="600480" cy="833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FEF1C0-3C02-46EF-02A1-CCA54D66BF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11865" y="291975"/>
                  <a:ext cx="612720" cy="84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1BEAA0-BAED-08F3-7E4B-6B815B8766BF}"/>
              </a:ext>
            </a:extLst>
          </p:cNvPr>
          <p:cNvGrpSpPr/>
          <p:nvPr/>
        </p:nvGrpSpPr>
        <p:grpSpPr>
          <a:xfrm>
            <a:off x="666105" y="1699575"/>
            <a:ext cx="1194840" cy="568080"/>
            <a:chOff x="666105" y="1699575"/>
            <a:chExt cx="119484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962317-B972-9967-1DFA-31CBB6253D8A}"/>
                    </a:ext>
                  </a:extLst>
                </p14:cNvPr>
                <p14:cNvContentPartPr/>
                <p14:nvPr/>
              </p14:nvContentPartPr>
              <p14:xfrm>
                <a:off x="666105" y="1830975"/>
                <a:ext cx="28080" cy="39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962317-B972-9967-1DFA-31CBB6253D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985" y="1824855"/>
                  <a:ext cx="403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B78B71-D788-49DC-61CD-17CE97AB3F3B}"/>
                    </a:ext>
                  </a:extLst>
                </p14:cNvPr>
                <p14:cNvContentPartPr/>
                <p14:nvPr/>
              </p14:nvContentPartPr>
              <p14:xfrm>
                <a:off x="685545" y="1699575"/>
                <a:ext cx="616320" cy="455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B78B71-D788-49DC-61CD-17CE97AB3F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9425" y="1693455"/>
                  <a:ext cx="6285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AAF70C-2A8B-6122-EBD5-CFFA482B54C0}"/>
                    </a:ext>
                  </a:extLst>
                </p14:cNvPr>
                <p14:cNvContentPartPr/>
                <p14:nvPr/>
              </p14:nvContentPartPr>
              <p14:xfrm>
                <a:off x="1406985" y="1932855"/>
                <a:ext cx="38160" cy="206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AAF70C-2A8B-6122-EBD5-CFFA482B54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00865" y="1926735"/>
                  <a:ext cx="50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823AF8-1C5F-A6A7-8851-CDB17C29B67E}"/>
                    </a:ext>
                  </a:extLst>
                </p14:cNvPr>
                <p14:cNvContentPartPr/>
                <p14:nvPr/>
              </p14:nvContentPartPr>
              <p14:xfrm>
                <a:off x="1547385" y="1719015"/>
                <a:ext cx="17640" cy="42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823AF8-1C5F-A6A7-8851-CDB17C29B6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41265" y="1712895"/>
                  <a:ext cx="29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167679-4945-9BED-5F2A-4310008857FA}"/>
                    </a:ext>
                  </a:extLst>
                </p14:cNvPr>
                <p14:cNvContentPartPr/>
                <p14:nvPr/>
              </p14:nvContentPartPr>
              <p14:xfrm>
                <a:off x="1681305" y="1939335"/>
                <a:ext cx="179640" cy="32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167679-4945-9BED-5F2A-4310008857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75185" y="1933215"/>
                  <a:ext cx="19188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AF963CA-9783-5113-CE4E-92F63D1DF7AE}"/>
              </a:ext>
            </a:extLst>
          </p:cNvPr>
          <p:cNvGrpSpPr/>
          <p:nvPr/>
        </p:nvGrpSpPr>
        <p:grpSpPr>
          <a:xfrm>
            <a:off x="632985" y="2639535"/>
            <a:ext cx="1266120" cy="508320"/>
            <a:chOff x="632985" y="2639535"/>
            <a:chExt cx="126612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898D7B1-B503-A9D2-6981-FE90901CE6CE}"/>
                    </a:ext>
                  </a:extLst>
                </p14:cNvPr>
                <p14:cNvContentPartPr/>
                <p14:nvPr/>
              </p14:nvContentPartPr>
              <p14:xfrm>
                <a:off x="632985" y="2648535"/>
                <a:ext cx="407880" cy="383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898D7B1-B503-A9D2-6981-FE90901CE6C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6865" y="2642415"/>
                  <a:ext cx="4201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DBD1A8-C119-B5D1-F878-B731329776C9}"/>
                    </a:ext>
                  </a:extLst>
                </p14:cNvPr>
                <p14:cNvContentPartPr/>
                <p14:nvPr/>
              </p14:nvContentPartPr>
              <p14:xfrm>
                <a:off x="1118985" y="3019695"/>
                <a:ext cx="159840" cy="12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DBD1A8-C119-B5D1-F878-B731329776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2865" y="3013575"/>
                  <a:ext cx="172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40525F-ED39-21B2-EE01-F331BCF540E0}"/>
                    </a:ext>
                  </a:extLst>
                </p14:cNvPr>
                <p14:cNvContentPartPr/>
                <p14:nvPr/>
              </p14:nvContentPartPr>
              <p14:xfrm>
                <a:off x="1585185" y="2639535"/>
                <a:ext cx="313920" cy="46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40525F-ED39-21B2-EE01-F331BCF540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79065" y="2633415"/>
                  <a:ext cx="326160" cy="47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96A291-86F0-9C23-E80D-83AE039E497D}"/>
              </a:ext>
            </a:extLst>
          </p:cNvPr>
          <p:cNvGrpSpPr/>
          <p:nvPr/>
        </p:nvGrpSpPr>
        <p:grpSpPr>
          <a:xfrm>
            <a:off x="7397385" y="1344615"/>
            <a:ext cx="913680" cy="1517400"/>
            <a:chOff x="7397385" y="1344615"/>
            <a:chExt cx="913680" cy="15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20B460-3632-523F-3526-8ECA42BF288F}"/>
                    </a:ext>
                  </a:extLst>
                </p14:cNvPr>
                <p14:cNvContentPartPr/>
                <p14:nvPr/>
              </p14:nvContentPartPr>
              <p14:xfrm>
                <a:off x="7456065" y="1687695"/>
                <a:ext cx="762120" cy="52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20B460-3632-523F-3526-8ECA42BF28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49945" y="1681575"/>
                  <a:ext cx="774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2D8031-972E-F914-DBBC-E98FA574697F}"/>
                    </a:ext>
                  </a:extLst>
                </p14:cNvPr>
                <p14:cNvContentPartPr/>
                <p14:nvPr/>
              </p14:nvContentPartPr>
              <p14:xfrm>
                <a:off x="7435905" y="1710735"/>
                <a:ext cx="289800" cy="294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2D8031-972E-F914-DBBC-E98FA57469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29785" y="1704615"/>
                  <a:ext cx="3020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1DF0E35-3F30-82DB-8FB7-F5626B9C2481}"/>
                    </a:ext>
                  </a:extLst>
                </p14:cNvPr>
                <p14:cNvContentPartPr/>
                <p14:nvPr/>
              </p14:nvContentPartPr>
              <p14:xfrm>
                <a:off x="7397385" y="2022495"/>
                <a:ext cx="298440" cy="33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1DF0E35-3F30-82DB-8FB7-F5626B9C24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91265" y="2016375"/>
                  <a:ext cx="3106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B321291-CA59-FC7B-C210-DC548D43BE52}"/>
                    </a:ext>
                  </a:extLst>
                </p14:cNvPr>
                <p14:cNvContentPartPr/>
                <p14:nvPr/>
              </p14:nvContentPartPr>
              <p14:xfrm>
                <a:off x="7402065" y="2361615"/>
                <a:ext cx="909000" cy="41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B321291-CA59-FC7B-C210-DC548D43BE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95945" y="2355495"/>
                  <a:ext cx="921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AD72A8-3861-E73E-0B77-AEBBB2B9C073}"/>
                    </a:ext>
                  </a:extLst>
                </p14:cNvPr>
                <p14:cNvContentPartPr/>
                <p14:nvPr/>
              </p14:nvContentPartPr>
              <p14:xfrm>
                <a:off x="7514745" y="1344615"/>
                <a:ext cx="252000" cy="280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AD72A8-3861-E73E-0B77-AEBBB2B9C0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08625" y="1338495"/>
                  <a:ext cx="264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34A04AF-8D52-0BCD-DF13-90BE6767AA0F}"/>
                    </a:ext>
                  </a:extLst>
                </p14:cNvPr>
                <p14:cNvContentPartPr/>
                <p14:nvPr/>
              </p14:nvContentPartPr>
              <p14:xfrm>
                <a:off x="7581705" y="2601375"/>
                <a:ext cx="87840" cy="18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34A04AF-8D52-0BCD-DF13-90BE6767AA0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75585" y="2595255"/>
                  <a:ext cx="100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99010C5-C0FB-25BD-E5B8-FCBCD8BA1D05}"/>
                    </a:ext>
                  </a:extLst>
                </p14:cNvPr>
                <p14:cNvContentPartPr/>
                <p14:nvPr/>
              </p14:nvContentPartPr>
              <p14:xfrm>
                <a:off x="7700145" y="2467815"/>
                <a:ext cx="33480" cy="32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99010C5-C0FB-25BD-E5B8-FCBCD8BA1D0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94025" y="2461695"/>
                  <a:ext cx="45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814344-55FC-9C61-0C04-564D504BACD5}"/>
                    </a:ext>
                  </a:extLst>
                </p14:cNvPr>
                <p14:cNvContentPartPr/>
                <p14:nvPr/>
              </p14:nvContentPartPr>
              <p14:xfrm>
                <a:off x="7861425" y="2665095"/>
                <a:ext cx="66600" cy="1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814344-55FC-9C61-0C04-564D504BACD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55305" y="2658975"/>
                  <a:ext cx="78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F9A922C-EE0C-67CB-AD1E-A3D90DCDA665}"/>
                    </a:ext>
                  </a:extLst>
                </p14:cNvPr>
                <p14:cNvContentPartPr/>
                <p14:nvPr/>
              </p14:nvContentPartPr>
              <p14:xfrm>
                <a:off x="7873665" y="2744295"/>
                <a:ext cx="92160" cy="34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F9A922C-EE0C-67CB-AD1E-A3D90DCDA6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67545" y="2738175"/>
                  <a:ext cx="104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F06CF3A-D4E2-D58F-AADD-65ACD4DE2C17}"/>
                    </a:ext>
                  </a:extLst>
                </p14:cNvPr>
                <p14:cNvContentPartPr/>
                <p14:nvPr/>
              </p14:nvContentPartPr>
              <p14:xfrm>
                <a:off x="8096865" y="2614695"/>
                <a:ext cx="60840" cy="247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F06CF3A-D4E2-D58F-AADD-65ACD4DE2C1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90745" y="2608575"/>
                  <a:ext cx="730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4022E71-9619-9D61-3829-EB497F8F8F27}"/>
              </a:ext>
            </a:extLst>
          </p:cNvPr>
          <p:cNvGrpSpPr/>
          <p:nvPr/>
        </p:nvGrpSpPr>
        <p:grpSpPr>
          <a:xfrm>
            <a:off x="8756745" y="1601295"/>
            <a:ext cx="984960" cy="839160"/>
            <a:chOff x="8756745" y="1601295"/>
            <a:chExt cx="984960" cy="83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CDD8E0F-C448-E65E-5F69-CCACFAAC0952}"/>
                    </a:ext>
                  </a:extLst>
                </p14:cNvPr>
                <p14:cNvContentPartPr/>
                <p14:nvPr/>
              </p14:nvContentPartPr>
              <p14:xfrm>
                <a:off x="8756745" y="1601295"/>
                <a:ext cx="788760" cy="786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CDD8E0F-C448-E65E-5F69-CCACFAAC09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50625" y="1595175"/>
                  <a:ext cx="80100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6510C37-36BC-0ADA-5AD8-505D29E96552}"/>
                    </a:ext>
                  </a:extLst>
                </p14:cNvPr>
                <p14:cNvContentPartPr/>
                <p14:nvPr/>
              </p14:nvContentPartPr>
              <p14:xfrm>
                <a:off x="9566745" y="2264055"/>
                <a:ext cx="59760" cy="17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6510C37-36BC-0ADA-5AD8-505D29E9655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0625" y="2257935"/>
                  <a:ext cx="72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146A267-DC0B-E498-420C-015712FD0DF0}"/>
                    </a:ext>
                  </a:extLst>
                </p14:cNvPr>
                <p14:cNvContentPartPr/>
                <p14:nvPr/>
              </p14:nvContentPartPr>
              <p14:xfrm>
                <a:off x="9719745" y="2063535"/>
                <a:ext cx="21960" cy="33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146A267-DC0B-E498-420C-015712FD0D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3625" y="2057415"/>
                  <a:ext cx="342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3644B5-A809-CD1A-0488-092E4CA91213}"/>
              </a:ext>
            </a:extLst>
          </p:cNvPr>
          <p:cNvGrpSpPr/>
          <p:nvPr/>
        </p:nvGrpSpPr>
        <p:grpSpPr>
          <a:xfrm>
            <a:off x="2712705" y="1622895"/>
            <a:ext cx="4121640" cy="1245600"/>
            <a:chOff x="2712705" y="1622895"/>
            <a:chExt cx="4121640" cy="12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0D2B92-995F-85B7-5F97-886898BFF803}"/>
                    </a:ext>
                  </a:extLst>
                </p14:cNvPr>
                <p14:cNvContentPartPr/>
                <p14:nvPr/>
              </p14:nvContentPartPr>
              <p14:xfrm>
                <a:off x="3203745" y="1697055"/>
                <a:ext cx="10800" cy="29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0D2B92-995F-85B7-5F97-886898BFF8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97625" y="1690935"/>
                  <a:ext cx="230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A8C3DF-E809-FACC-FC75-BC82D3F11095}"/>
                    </a:ext>
                  </a:extLst>
                </p14:cNvPr>
                <p14:cNvContentPartPr/>
                <p14:nvPr/>
              </p14:nvContentPartPr>
              <p14:xfrm>
                <a:off x="3302025" y="1702095"/>
                <a:ext cx="60840" cy="229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A8C3DF-E809-FACC-FC75-BC82D3F110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95905" y="1695975"/>
                  <a:ext cx="73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B16A5AC-124C-36EB-D8B7-EFFC5F36DF3D}"/>
                    </a:ext>
                  </a:extLst>
                </p14:cNvPr>
                <p14:cNvContentPartPr/>
                <p14:nvPr/>
              </p14:nvContentPartPr>
              <p14:xfrm>
                <a:off x="3472305" y="1699935"/>
                <a:ext cx="332640" cy="213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B16A5AC-124C-36EB-D8B7-EFFC5F36DF3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66185" y="1693815"/>
                  <a:ext cx="344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27549E7-0B6C-804E-3681-8C009D3F44DA}"/>
                    </a:ext>
                  </a:extLst>
                </p14:cNvPr>
                <p14:cNvContentPartPr/>
                <p14:nvPr/>
              </p14:nvContentPartPr>
              <p14:xfrm>
                <a:off x="3999705" y="1647015"/>
                <a:ext cx="29520" cy="273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27549E7-0B6C-804E-3681-8C009D3F44D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93585" y="1640895"/>
                  <a:ext cx="41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D40DFC-3FF4-11B7-0427-90F41DB4BF91}"/>
                    </a:ext>
                  </a:extLst>
                </p14:cNvPr>
                <p14:cNvContentPartPr/>
                <p14:nvPr/>
              </p14:nvContentPartPr>
              <p14:xfrm>
                <a:off x="4151265" y="1622895"/>
                <a:ext cx="82800" cy="406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D40DFC-3FF4-11B7-0427-90F41DB4BF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45145" y="1616775"/>
                  <a:ext cx="950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256A78-C94C-8B0F-19C2-0EC3A661B8CF}"/>
                    </a:ext>
                  </a:extLst>
                </p14:cNvPr>
                <p14:cNvContentPartPr/>
                <p14:nvPr/>
              </p14:nvContentPartPr>
              <p14:xfrm>
                <a:off x="2712705" y="2210055"/>
                <a:ext cx="190512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256A78-C94C-8B0F-19C2-0EC3A661B8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06585" y="2203935"/>
                  <a:ext cx="1917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ADBD0B4-E230-206B-5487-0815DE83D6A5}"/>
                    </a:ext>
                  </a:extLst>
                </p14:cNvPr>
                <p14:cNvContentPartPr/>
                <p14:nvPr/>
              </p14:nvContentPartPr>
              <p14:xfrm>
                <a:off x="3401745" y="2509215"/>
                <a:ext cx="471960" cy="359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ADBD0B4-E230-206B-5487-0815DE83D6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95625" y="2503095"/>
                  <a:ext cx="4842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47CDB0-A9BA-0869-2710-C73C9AB08F30}"/>
                    </a:ext>
                  </a:extLst>
                </p14:cNvPr>
                <p14:cNvContentPartPr/>
                <p14:nvPr/>
              </p14:nvContentPartPr>
              <p14:xfrm>
                <a:off x="4919865" y="2100615"/>
                <a:ext cx="602280" cy="41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47CDB0-A9BA-0869-2710-C73C9AB08F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13745" y="2094495"/>
                  <a:ext cx="614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D4B0021-F784-BFE5-BA2B-228E0DBBFCAE}"/>
                    </a:ext>
                  </a:extLst>
                </p14:cNvPr>
                <p14:cNvContentPartPr/>
                <p14:nvPr/>
              </p14:nvContentPartPr>
              <p14:xfrm>
                <a:off x="5241705" y="2018175"/>
                <a:ext cx="57600" cy="338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D4B0021-F784-BFE5-BA2B-228E0DBBFC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35585" y="2012055"/>
                  <a:ext cx="69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0E3C48-90C1-E333-B604-2F13413FAE9A}"/>
                    </a:ext>
                  </a:extLst>
                </p14:cNvPr>
                <p14:cNvContentPartPr/>
                <p14:nvPr/>
              </p14:nvContentPartPr>
              <p14:xfrm>
                <a:off x="6164025" y="1623255"/>
                <a:ext cx="443880" cy="67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0E3C48-90C1-E333-B604-2F13413FAE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57905" y="1617135"/>
                  <a:ext cx="45612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E21E33-5788-B360-874E-54D26C13C37A}"/>
                    </a:ext>
                  </a:extLst>
                </p14:cNvPr>
                <p14:cNvContentPartPr/>
                <p14:nvPr/>
              </p14:nvContentPartPr>
              <p14:xfrm>
                <a:off x="6767025" y="2124375"/>
                <a:ext cx="67320" cy="191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E21E33-5788-B360-874E-54D26C13C3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60905" y="2118255"/>
                  <a:ext cx="79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32DC09-A231-305B-5665-92ABA01799B6}"/>
                    </a:ext>
                  </a:extLst>
                </p14:cNvPr>
                <p14:cNvContentPartPr/>
                <p14:nvPr/>
              </p14:nvContentPartPr>
              <p14:xfrm>
                <a:off x="6764145" y="1969935"/>
                <a:ext cx="3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32DC09-A231-305B-5665-92ABA01799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58025" y="1963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79DAFEF-1F06-A020-B612-5466C1B26D90}"/>
                    </a:ext>
                  </a:extLst>
                </p14:cNvPr>
                <p14:cNvContentPartPr/>
                <p14:nvPr/>
              </p14:nvContentPartPr>
              <p14:xfrm>
                <a:off x="5831745" y="2365935"/>
                <a:ext cx="318240" cy="352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79DAFEF-1F06-A020-B612-5466C1B26D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25625" y="2359815"/>
                  <a:ext cx="330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1B556B-0C54-189C-411D-B509F831835E}"/>
                    </a:ext>
                  </a:extLst>
                </p14:cNvPr>
                <p14:cNvContentPartPr/>
                <p14:nvPr/>
              </p14:nvContentPartPr>
              <p14:xfrm>
                <a:off x="5613945" y="2610735"/>
                <a:ext cx="510480" cy="237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1B556B-0C54-189C-411D-B509F83183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07825" y="2604615"/>
                  <a:ext cx="52272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DD17D55-31FB-0F76-C344-FACC44EB6B4E}"/>
                  </a:ext>
                </a:extLst>
              </p14:cNvPr>
              <p14:cNvContentPartPr/>
              <p14:nvPr/>
            </p14:nvContentPartPr>
            <p14:xfrm>
              <a:off x="6063585" y="1440015"/>
              <a:ext cx="14040" cy="518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DD17D55-31FB-0F76-C344-FACC44EB6B4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57465" y="1433895"/>
                <a:ext cx="2628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68836DB-1AE8-3871-C22E-5291A0F3DB0D}"/>
              </a:ext>
            </a:extLst>
          </p:cNvPr>
          <p:cNvGrpSpPr/>
          <p:nvPr/>
        </p:nvGrpSpPr>
        <p:grpSpPr>
          <a:xfrm>
            <a:off x="5846145" y="637575"/>
            <a:ext cx="5976000" cy="2603160"/>
            <a:chOff x="5846145" y="637575"/>
            <a:chExt cx="5976000" cy="260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2643DED-CB57-A8E6-EE64-F91A529FBD27}"/>
                    </a:ext>
                  </a:extLst>
                </p14:cNvPr>
                <p14:cNvContentPartPr/>
                <p14:nvPr/>
              </p14:nvContentPartPr>
              <p14:xfrm>
                <a:off x="5846145" y="1340295"/>
                <a:ext cx="4217760" cy="1900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2643DED-CB57-A8E6-EE64-F91A529FBD2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37505" y="1331295"/>
                  <a:ext cx="4235400" cy="19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579EC7-958F-3460-6A44-7D6FD58A6494}"/>
                    </a:ext>
                  </a:extLst>
                </p14:cNvPr>
                <p14:cNvContentPartPr/>
                <p14:nvPr/>
              </p14:nvContentPartPr>
              <p14:xfrm>
                <a:off x="6001305" y="1263615"/>
                <a:ext cx="2898360" cy="151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579EC7-958F-3460-6A44-7D6FD58A64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92665" y="1254615"/>
                  <a:ext cx="29160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0511E94-2169-52BD-3094-63A018406D9C}"/>
                    </a:ext>
                  </a:extLst>
                </p14:cNvPr>
                <p14:cNvContentPartPr/>
                <p14:nvPr/>
              </p14:nvContentPartPr>
              <p14:xfrm>
                <a:off x="8806785" y="1267215"/>
                <a:ext cx="1602720" cy="1951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0511E94-2169-52BD-3094-63A018406D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97785" y="1258575"/>
                  <a:ext cx="1620360" cy="19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4C29DD-6DA2-1934-81F6-EE2DEE782DD6}"/>
                    </a:ext>
                  </a:extLst>
                </p14:cNvPr>
                <p14:cNvContentPartPr/>
                <p14:nvPr/>
              </p14:nvContentPartPr>
              <p14:xfrm>
                <a:off x="9478545" y="992535"/>
                <a:ext cx="719280" cy="341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4C29DD-6DA2-1934-81F6-EE2DEE782DD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69905" y="983895"/>
                  <a:ext cx="7369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658A02-F2B2-DD78-B1E2-4026C3065A91}"/>
                    </a:ext>
                  </a:extLst>
                </p14:cNvPr>
                <p14:cNvContentPartPr/>
                <p14:nvPr/>
              </p14:nvContentPartPr>
              <p14:xfrm>
                <a:off x="10446945" y="637575"/>
                <a:ext cx="89280" cy="37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658A02-F2B2-DD78-B1E2-4026C3065A9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37945" y="628935"/>
                  <a:ext cx="1069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19612F-F950-E645-14C6-40E1A8589E8D}"/>
                    </a:ext>
                  </a:extLst>
                </p14:cNvPr>
                <p14:cNvContentPartPr/>
                <p14:nvPr/>
              </p14:nvContentPartPr>
              <p14:xfrm>
                <a:off x="10404825" y="638655"/>
                <a:ext cx="442440" cy="340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19612F-F950-E645-14C6-40E1A8589E8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95825" y="630015"/>
                  <a:ext cx="4600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8404C46-E6B6-2595-FCEB-37B30F77AE82}"/>
                    </a:ext>
                  </a:extLst>
                </p14:cNvPr>
                <p14:cNvContentPartPr/>
                <p14:nvPr/>
              </p14:nvContentPartPr>
              <p14:xfrm>
                <a:off x="10893705" y="852855"/>
                <a:ext cx="19800" cy="101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8404C46-E6B6-2595-FCEB-37B30F77AE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85065" y="843855"/>
                  <a:ext cx="37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25B918-3AE1-5FDF-6084-C1CA50681950}"/>
                    </a:ext>
                  </a:extLst>
                </p14:cNvPr>
                <p14:cNvContentPartPr/>
                <p14:nvPr/>
              </p14:nvContentPartPr>
              <p14:xfrm>
                <a:off x="10964625" y="667455"/>
                <a:ext cx="14040" cy="20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25B918-3AE1-5FDF-6084-C1CA5068195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55625" y="658815"/>
                  <a:ext cx="31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1A72107-1791-51D2-8F0D-4A2077316565}"/>
                    </a:ext>
                  </a:extLst>
                </p14:cNvPr>
                <p14:cNvContentPartPr/>
                <p14:nvPr/>
              </p14:nvContentPartPr>
              <p14:xfrm>
                <a:off x="11013945" y="723255"/>
                <a:ext cx="499680" cy="635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1A72107-1791-51D2-8F0D-4A20773165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004945" y="714255"/>
                  <a:ext cx="51732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F60C9B9-AB4D-6763-150C-DFFBC36B517D}"/>
                    </a:ext>
                  </a:extLst>
                </p14:cNvPr>
                <p14:cNvContentPartPr/>
                <p14:nvPr/>
              </p14:nvContentPartPr>
              <p14:xfrm>
                <a:off x="11635305" y="692295"/>
                <a:ext cx="159480" cy="205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F60C9B9-AB4D-6763-150C-DFFBC36B517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26665" y="683295"/>
                  <a:ext cx="177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710ECC-4C83-94AF-0CD6-B368F1062D94}"/>
                    </a:ext>
                  </a:extLst>
                </p14:cNvPr>
                <p14:cNvContentPartPr/>
                <p14:nvPr/>
              </p14:nvContentPartPr>
              <p14:xfrm>
                <a:off x="10819905" y="1198455"/>
                <a:ext cx="456840" cy="56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6710ECC-4C83-94AF-0CD6-B368F1062D9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10905" y="1189455"/>
                  <a:ext cx="4744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8FACAC-3496-9BFD-B78B-F18B32551E13}"/>
                    </a:ext>
                  </a:extLst>
                </p14:cNvPr>
                <p14:cNvContentPartPr/>
                <p14:nvPr/>
              </p14:nvContentPartPr>
              <p14:xfrm>
                <a:off x="11353065" y="1515975"/>
                <a:ext cx="198360" cy="273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8FACAC-3496-9BFD-B78B-F18B32551E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344425" y="1506975"/>
                  <a:ext cx="216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25ADF4C-3455-CC48-A123-F861586EF223}"/>
                    </a:ext>
                  </a:extLst>
                </p14:cNvPr>
                <p14:cNvContentPartPr/>
                <p14:nvPr/>
              </p14:nvContentPartPr>
              <p14:xfrm>
                <a:off x="11596785" y="1444335"/>
                <a:ext cx="225360" cy="348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25ADF4C-3455-CC48-A123-F861586EF22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587785" y="1435335"/>
                  <a:ext cx="243000" cy="36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30957702-DB2F-BB10-CD6D-19E32DA50024}"/>
                  </a:ext>
                </a:extLst>
              </p14:cNvPr>
              <p14:cNvContentPartPr/>
              <p14:nvPr/>
            </p14:nvContentPartPr>
            <p14:xfrm>
              <a:off x="9164985" y="2549895"/>
              <a:ext cx="297000" cy="17874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30957702-DB2F-BB10-CD6D-19E32DA5002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158865" y="2543775"/>
                <a:ext cx="309240" cy="17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3E50731-AB96-46EE-1249-9947AA625E06}"/>
                  </a:ext>
                </a:extLst>
              </p14:cNvPr>
              <p14:cNvContentPartPr/>
              <p14:nvPr/>
            </p14:nvContentPartPr>
            <p14:xfrm>
              <a:off x="8977785" y="4269975"/>
              <a:ext cx="352800" cy="1764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3E50731-AB96-46EE-1249-9947AA625E0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971665" y="4263855"/>
                <a:ext cx="365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A85CE8A1-BF5F-F8BE-6A90-DBAB4B2969DB}"/>
                  </a:ext>
                </a:extLst>
              </p14:cNvPr>
              <p14:cNvContentPartPr/>
              <p14:nvPr/>
            </p14:nvContentPartPr>
            <p14:xfrm>
              <a:off x="9261465" y="4202295"/>
              <a:ext cx="270000" cy="196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A85CE8A1-BF5F-F8BE-6A90-DBAB4B2969D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255345" y="4196175"/>
                <a:ext cx="2822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5BD53A2-1CAC-3C84-304C-52B0370F4928}"/>
                  </a:ext>
                </a:extLst>
              </p14:cNvPr>
              <p14:cNvContentPartPr/>
              <p14:nvPr/>
            </p14:nvContentPartPr>
            <p14:xfrm>
              <a:off x="8680785" y="4479855"/>
              <a:ext cx="224640" cy="5425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5BD53A2-1CAC-3C84-304C-52B0370F492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74665" y="4473735"/>
                <a:ext cx="23688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09D5457-8798-4533-0A06-BBE76C28B163}"/>
                  </a:ext>
                </a:extLst>
              </p14:cNvPr>
              <p14:cNvContentPartPr/>
              <p14:nvPr/>
            </p14:nvContentPartPr>
            <p14:xfrm>
              <a:off x="9022785" y="4770015"/>
              <a:ext cx="185760" cy="2059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09D5457-8798-4533-0A06-BBE76C28B16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016665" y="4763895"/>
                <a:ext cx="1980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4370C0C-84B0-C87D-B9C6-E830E8316BDD}"/>
                  </a:ext>
                </a:extLst>
              </p14:cNvPr>
              <p14:cNvContentPartPr/>
              <p14:nvPr/>
            </p14:nvContentPartPr>
            <p14:xfrm>
              <a:off x="9307185" y="4794495"/>
              <a:ext cx="483120" cy="1620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4370C0C-84B0-C87D-B9C6-E830E8316BD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301065" y="4788375"/>
                <a:ext cx="4953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79BD094C-8B15-AA3E-E61F-81E7E757A6C3}"/>
                  </a:ext>
                </a:extLst>
              </p14:cNvPr>
              <p14:cNvContentPartPr/>
              <p14:nvPr/>
            </p14:nvContentPartPr>
            <p14:xfrm>
              <a:off x="9944745" y="4698015"/>
              <a:ext cx="380160" cy="1897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79BD094C-8B15-AA3E-E61F-81E7E757A6C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938625" y="4691895"/>
                <a:ext cx="3924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A0C8932-516F-0571-5C31-2998CB5B9289}"/>
                  </a:ext>
                </a:extLst>
              </p14:cNvPr>
              <p14:cNvContentPartPr/>
              <p14:nvPr/>
            </p14:nvContentPartPr>
            <p14:xfrm>
              <a:off x="10309785" y="4688655"/>
              <a:ext cx="207360" cy="1663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A0C8932-516F-0571-5C31-2998CB5B928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303665" y="4682535"/>
                <a:ext cx="219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1E5441B9-E4DA-4F84-0236-988873DFC562}"/>
                  </a:ext>
                </a:extLst>
              </p14:cNvPr>
              <p14:cNvContentPartPr/>
              <p14:nvPr/>
            </p14:nvContentPartPr>
            <p14:xfrm>
              <a:off x="10721985" y="4484175"/>
              <a:ext cx="64800" cy="354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1E5441B9-E4DA-4F84-0236-988873DFC56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715865" y="4478055"/>
                <a:ext cx="770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94A82C2-CB3A-52EB-7BCB-15DD2FB97216}"/>
                  </a:ext>
                </a:extLst>
              </p14:cNvPr>
              <p14:cNvContentPartPr/>
              <p14:nvPr/>
            </p14:nvContentPartPr>
            <p14:xfrm>
              <a:off x="10666185" y="4656975"/>
              <a:ext cx="294480" cy="1638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94A82C2-CB3A-52EB-7BCB-15DD2FB9721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660065" y="4650855"/>
                <a:ext cx="306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47E941D-99C3-0D2C-76F9-8BE05C8832F3}"/>
                  </a:ext>
                </a:extLst>
              </p14:cNvPr>
              <p14:cNvContentPartPr/>
              <p14:nvPr/>
            </p14:nvContentPartPr>
            <p14:xfrm>
              <a:off x="11138505" y="4546815"/>
              <a:ext cx="8280" cy="97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47E941D-99C3-0D2C-76F9-8BE05C8832F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132385" y="4540695"/>
                <a:ext cx="205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C4AAC43-2001-F223-CC73-D1F51B003D8D}"/>
                  </a:ext>
                </a:extLst>
              </p14:cNvPr>
              <p14:cNvContentPartPr/>
              <p14:nvPr/>
            </p14:nvContentPartPr>
            <p14:xfrm>
              <a:off x="11147505" y="4595415"/>
              <a:ext cx="115920" cy="2170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C4AAC43-2001-F223-CC73-D1F51B003D8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141385" y="4589295"/>
                <a:ext cx="1281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B82D5AA-DC3C-452B-88A6-CA59344C73EF}"/>
                  </a:ext>
                </a:extLst>
              </p14:cNvPr>
              <p14:cNvContentPartPr/>
              <p14:nvPr/>
            </p14:nvContentPartPr>
            <p14:xfrm>
              <a:off x="11430465" y="4591095"/>
              <a:ext cx="219600" cy="2523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B82D5AA-DC3C-452B-88A6-CA59344C73E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1424345" y="4584975"/>
                <a:ext cx="2318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9DF74FC-D004-17A8-D40B-4FB70834DBA5}"/>
                  </a:ext>
                </a:extLst>
              </p14:cNvPr>
              <p14:cNvContentPartPr/>
              <p14:nvPr/>
            </p14:nvContentPartPr>
            <p14:xfrm>
              <a:off x="4946865" y="2376375"/>
              <a:ext cx="1217520" cy="851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9DF74FC-D004-17A8-D40B-4FB70834DBA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940745" y="2370255"/>
                <a:ext cx="1229760" cy="86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D288C74-4AF0-1236-5C87-9DD9953765F8}"/>
                  </a:ext>
                </a:extLst>
              </p14:cNvPr>
              <p14:cNvContentPartPr/>
              <p14:nvPr/>
            </p14:nvContentPartPr>
            <p14:xfrm>
              <a:off x="4719705" y="2893695"/>
              <a:ext cx="320040" cy="4590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D288C74-4AF0-1236-5C87-9DD9953765F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713585" y="2887575"/>
                <a:ext cx="33228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8DA8ABE-3F70-0729-B7D7-D64825CDF0B3}"/>
                  </a:ext>
                </a:extLst>
              </p14:cNvPr>
              <p14:cNvContentPartPr/>
              <p14:nvPr/>
            </p14:nvContentPartPr>
            <p14:xfrm>
              <a:off x="2534145" y="3615495"/>
              <a:ext cx="332640" cy="713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8DA8ABE-3F70-0729-B7D7-D64825CDF0B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528025" y="3609375"/>
                <a:ext cx="34488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499A26F-D09E-06F0-7129-70D05A843A63}"/>
                  </a:ext>
                </a:extLst>
              </p14:cNvPr>
              <p14:cNvContentPartPr/>
              <p14:nvPr/>
            </p14:nvContentPartPr>
            <p14:xfrm>
              <a:off x="2992065" y="3869655"/>
              <a:ext cx="58320" cy="2804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499A26F-D09E-06F0-7129-70D05A843A6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985945" y="3863535"/>
                <a:ext cx="705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F26E196-A054-02A7-F3FC-003D74C18B5C}"/>
                  </a:ext>
                </a:extLst>
              </p14:cNvPr>
              <p14:cNvContentPartPr/>
              <p14:nvPr/>
            </p14:nvContentPartPr>
            <p14:xfrm>
              <a:off x="2994585" y="3868575"/>
              <a:ext cx="257400" cy="3330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F26E196-A054-02A7-F3FC-003D74C18B5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88465" y="3862455"/>
                <a:ext cx="2696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031621D-90F8-E7B7-E3DC-004A623767DE}"/>
                  </a:ext>
                </a:extLst>
              </p14:cNvPr>
              <p14:cNvContentPartPr/>
              <p14:nvPr/>
            </p14:nvContentPartPr>
            <p14:xfrm>
              <a:off x="3360705" y="3980895"/>
              <a:ext cx="101520" cy="2620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031621D-90F8-E7B7-E3DC-004A623767D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354585" y="3974775"/>
                <a:ext cx="1137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54FAD84-B421-8DC0-F711-68B907209362}"/>
                  </a:ext>
                </a:extLst>
              </p14:cNvPr>
              <p14:cNvContentPartPr/>
              <p14:nvPr/>
            </p14:nvContentPartPr>
            <p14:xfrm>
              <a:off x="3509745" y="3940935"/>
              <a:ext cx="322920" cy="2779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54FAD84-B421-8DC0-F711-68B90720936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503625" y="3934815"/>
                <a:ext cx="335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048E1F0-2432-D80C-125C-9CDC07FAD6F6}"/>
                  </a:ext>
                </a:extLst>
              </p14:cNvPr>
              <p14:cNvContentPartPr/>
              <p14:nvPr/>
            </p14:nvContentPartPr>
            <p14:xfrm>
              <a:off x="4012665" y="3975135"/>
              <a:ext cx="492120" cy="1872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048E1F0-2432-D80C-125C-9CDC07FAD6F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006545" y="3969015"/>
                <a:ext cx="5043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62012F3-29B8-E0B7-63BF-7DD9716C9D8C}"/>
                  </a:ext>
                </a:extLst>
              </p14:cNvPr>
              <p14:cNvContentPartPr/>
              <p14:nvPr/>
            </p14:nvContentPartPr>
            <p14:xfrm>
              <a:off x="4515945" y="3961815"/>
              <a:ext cx="164880" cy="1933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62012F3-29B8-E0B7-63BF-7DD9716C9D8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509825" y="3955695"/>
                <a:ext cx="1771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70FEDFF-DD25-C715-BA0D-CBDC9E642D78}"/>
                  </a:ext>
                </a:extLst>
              </p14:cNvPr>
              <p14:cNvContentPartPr/>
              <p14:nvPr/>
            </p14:nvContentPartPr>
            <p14:xfrm>
              <a:off x="4775865" y="3942375"/>
              <a:ext cx="241560" cy="3045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70FEDFF-DD25-C715-BA0D-CBDC9E642D7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769745" y="3936255"/>
                <a:ext cx="2538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3F49EB8-0D13-3E29-99E9-EF87BD213B86}"/>
                  </a:ext>
                </a:extLst>
              </p14:cNvPr>
              <p14:cNvContentPartPr/>
              <p14:nvPr/>
            </p14:nvContentPartPr>
            <p14:xfrm>
              <a:off x="4947585" y="3935535"/>
              <a:ext cx="335160" cy="7729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3F49EB8-0D13-3E29-99E9-EF87BD213B8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941465" y="3929415"/>
                <a:ext cx="34740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707925B-AA57-61FD-333D-9AF8C7CD9D92}"/>
                  </a:ext>
                </a:extLst>
              </p14:cNvPr>
              <p14:cNvContentPartPr/>
              <p14:nvPr/>
            </p14:nvContentPartPr>
            <p14:xfrm>
              <a:off x="5599545" y="3674895"/>
              <a:ext cx="74880" cy="6058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707925B-AA57-61FD-333D-9AF8C7CD9D9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593425" y="3668775"/>
                <a:ext cx="8712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60FCB99-B6B7-AAC6-C9F8-6B08E7E47D6D}"/>
                  </a:ext>
                </a:extLst>
              </p14:cNvPr>
              <p14:cNvContentPartPr/>
              <p14:nvPr/>
            </p14:nvContentPartPr>
            <p14:xfrm>
              <a:off x="5674785" y="3834015"/>
              <a:ext cx="560160" cy="2142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60FCB99-B6B7-AAC6-C9F8-6B08E7E47D6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668665" y="3827895"/>
                <a:ext cx="5724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F878860-428F-A3AC-4141-7003D1AC9920}"/>
                  </a:ext>
                </a:extLst>
              </p14:cNvPr>
              <p14:cNvContentPartPr/>
              <p14:nvPr/>
            </p14:nvContentPartPr>
            <p14:xfrm>
              <a:off x="6269145" y="3697935"/>
              <a:ext cx="40320" cy="374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F878860-428F-A3AC-4141-7003D1AC992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263025" y="3691815"/>
                <a:ext cx="52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5167A57-86FE-8D17-3CCF-90EE41E6DB54}"/>
                  </a:ext>
                </a:extLst>
              </p14:cNvPr>
              <p14:cNvContentPartPr/>
              <p14:nvPr/>
            </p14:nvContentPartPr>
            <p14:xfrm>
              <a:off x="6305145" y="3910335"/>
              <a:ext cx="153000" cy="163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5167A57-86FE-8D17-3CCF-90EE41E6DB5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299025" y="3904215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4E39FDC-8B45-F02F-314D-74A44EEFB33C}"/>
                  </a:ext>
                </a:extLst>
              </p14:cNvPr>
              <p14:cNvContentPartPr/>
              <p14:nvPr/>
            </p14:nvContentPartPr>
            <p14:xfrm>
              <a:off x="6638505" y="3670935"/>
              <a:ext cx="64440" cy="303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4E39FDC-8B45-F02F-314D-74A44EEFB33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32385" y="3664815"/>
                <a:ext cx="766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83143A9-CB1C-7879-D78E-51568CA49AB1}"/>
                  </a:ext>
                </a:extLst>
              </p14:cNvPr>
              <p14:cNvContentPartPr/>
              <p14:nvPr/>
            </p14:nvContentPartPr>
            <p14:xfrm>
              <a:off x="6583425" y="3753735"/>
              <a:ext cx="342000" cy="3294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83143A9-CB1C-7879-D78E-51568CA49AB1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577305" y="3747615"/>
                <a:ext cx="3542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BC2D5C3-5E45-FB38-52E8-CAC5A8DD97E6}"/>
                  </a:ext>
                </a:extLst>
              </p14:cNvPr>
              <p14:cNvContentPartPr/>
              <p14:nvPr/>
            </p14:nvContentPartPr>
            <p14:xfrm>
              <a:off x="2305545" y="4817175"/>
              <a:ext cx="460800" cy="334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BC2D5C3-5E45-FB38-52E8-CAC5A8DD97E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299425" y="4811055"/>
                <a:ext cx="4730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D3A760C-C823-8211-316A-EB45767168F0}"/>
                  </a:ext>
                </a:extLst>
              </p14:cNvPr>
              <p14:cNvContentPartPr/>
              <p14:nvPr/>
            </p14:nvContentPartPr>
            <p14:xfrm>
              <a:off x="2817105" y="4883415"/>
              <a:ext cx="289800" cy="2646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D3A760C-C823-8211-316A-EB45767168F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810985" y="4877295"/>
                <a:ext cx="3020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67C9525-BCA1-82B7-5FFC-06242B6D43D1}"/>
                  </a:ext>
                </a:extLst>
              </p14:cNvPr>
              <p14:cNvContentPartPr/>
              <p14:nvPr/>
            </p14:nvContentPartPr>
            <p14:xfrm>
              <a:off x="3527385" y="4797015"/>
              <a:ext cx="386280" cy="296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67C9525-BCA1-82B7-5FFC-06242B6D43D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521265" y="4790895"/>
                <a:ext cx="3985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2F10334-B041-F385-DA10-66DB3EE85DE8}"/>
                  </a:ext>
                </a:extLst>
              </p14:cNvPr>
              <p14:cNvContentPartPr/>
              <p14:nvPr/>
            </p14:nvContentPartPr>
            <p14:xfrm>
              <a:off x="3929505" y="4874415"/>
              <a:ext cx="160560" cy="2199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2F10334-B041-F385-DA10-66DB3EE85DE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923385" y="4868295"/>
                <a:ext cx="1728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B5D6F73-38C6-CCA3-02D8-B1990EA8872B}"/>
                  </a:ext>
                </a:extLst>
              </p14:cNvPr>
              <p14:cNvContentPartPr/>
              <p14:nvPr/>
            </p14:nvContentPartPr>
            <p14:xfrm>
              <a:off x="4086825" y="4869735"/>
              <a:ext cx="257760" cy="2617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B5D6F73-38C6-CCA3-02D8-B1990EA8872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080705" y="4863615"/>
                <a:ext cx="2700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3880A15-E629-AE43-8001-1705160F765F}"/>
                  </a:ext>
                </a:extLst>
              </p14:cNvPr>
              <p14:cNvContentPartPr/>
              <p14:nvPr/>
            </p14:nvContentPartPr>
            <p14:xfrm>
              <a:off x="4529265" y="4866495"/>
              <a:ext cx="10800" cy="2865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3880A15-E629-AE43-8001-1705160F765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23145" y="4860375"/>
                <a:ext cx="230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C9164DF-693F-C366-ACDD-96CA1F7B6896}"/>
                  </a:ext>
                </a:extLst>
              </p14:cNvPr>
              <p14:cNvContentPartPr/>
              <p14:nvPr/>
            </p14:nvContentPartPr>
            <p14:xfrm>
              <a:off x="4419825" y="4984935"/>
              <a:ext cx="270000" cy="74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C9164DF-693F-C366-ACDD-96CA1F7B689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413705" y="4978815"/>
                <a:ext cx="282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E12A2CC-0ADF-FC67-F354-E4019AF1CD01}"/>
                  </a:ext>
                </a:extLst>
              </p14:cNvPr>
              <p14:cNvContentPartPr/>
              <p14:nvPr/>
            </p14:nvContentPartPr>
            <p14:xfrm>
              <a:off x="5221185" y="4730055"/>
              <a:ext cx="61920" cy="493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E12A2CC-0ADF-FC67-F354-E4019AF1CD0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215065" y="4723935"/>
                <a:ext cx="7416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0CB0F57-093F-8F19-B915-3A07EE7B7491}"/>
                  </a:ext>
                </a:extLst>
              </p14:cNvPr>
              <p14:cNvContentPartPr/>
              <p14:nvPr/>
            </p14:nvContentPartPr>
            <p14:xfrm>
              <a:off x="5104545" y="4903575"/>
              <a:ext cx="566280" cy="257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0CB0F57-093F-8F19-B915-3A07EE7B749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098425" y="4897455"/>
                <a:ext cx="5785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F792773-C9EB-0A97-01E5-D9B888EA819E}"/>
                  </a:ext>
                </a:extLst>
              </p14:cNvPr>
              <p14:cNvContentPartPr/>
              <p14:nvPr/>
            </p14:nvContentPartPr>
            <p14:xfrm>
              <a:off x="2305905" y="5602335"/>
              <a:ext cx="642960" cy="145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F792773-C9EB-0A97-01E5-D9B888EA819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299785" y="5596215"/>
                <a:ext cx="6552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B9234A2-49BA-B7EC-B908-164D588E01A3}"/>
                  </a:ext>
                </a:extLst>
              </p14:cNvPr>
              <p14:cNvContentPartPr/>
              <p14:nvPr/>
            </p14:nvContentPartPr>
            <p14:xfrm>
              <a:off x="3019785" y="5366535"/>
              <a:ext cx="37080" cy="28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B9234A2-49BA-B7EC-B908-164D588E01A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013665" y="5360415"/>
                <a:ext cx="49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A77C78F-6B1E-AC1F-2472-7B24E33A09C4}"/>
                  </a:ext>
                </a:extLst>
              </p14:cNvPr>
              <p14:cNvContentPartPr/>
              <p14:nvPr/>
            </p14:nvContentPartPr>
            <p14:xfrm>
              <a:off x="3020865" y="5554815"/>
              <a:ext cx="169200" cy="2527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A77C78F-6B1E-AC1F-2472-7B24E33A09C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014745" y="5548695"/>
                <a:ext cx="1814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C6D98D0-671C-5301-51E2-0782D19C126D}"/>
                  </a:ext>
                </a:extLst>
              </p14:cNvPr>
              <p14:cNvContentPartPr/>
              <p14:nvPr/>
            </p14:nvContentPartPr>
            <p14:xfrm>
              <a:off x="3348825" y="5316135"/>
              <a:ext cx="994320" cy="444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C6D98D0-671C-5301-51E2-0782D19C126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342705" y="5310015"/>
                <a:ext cx="100656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8B90448-CA36-A201-4809-CFEFFBF8DF95}"/>
                  </a:ext>
                </a:extLst>
              </p14:cNvPr>
              <p14:cNvContentPartPr/>
              <p14:nvPr/>
            </p14:nvContentPartPr>
            <p14:xfrm>
              <a:off x="4445025" y="5382015"/>
              <a:ext cx="6120" cy="115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8B90448-CA36-A201-4809-CFEFFBF8DF9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438905" y="5375895"/>
                <a:ext cx="183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64E6C49-4474-ACFC-5394-11FEC0F86698}"/>
                  </a:ext>
                </a:extLst>
              </p14:cNvPr>
              <p14:cNvContentPartPr/>
              <p14:nvPr/>
            </p14:nvContentPartPr>
            <p14:xfrm>
              <a:off x="4450425" y="5258535"/>
              <a:ext cx="304560" cy="6793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64E6C49-4474-ACFC-5394-11FEC0F8669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44305" y="5252415"/>
                <a:ext cx="31680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2C6E961-5FFB-235B-404A-C909C1B75D51}"/>
                  </a:ext>
                </a:extLst>
              </p14:cNvPr>
              <p14:cNvContentPartPr/>
              <p14:nvPr/>
            </p14:nvContentPartPr>
            <p14:xfrm>
              <a:off x="4881705" y="5385255"/>
              <a:ext cx="23400" cy="14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2C6E961-5FFB-235B-404A-C909C1B75D5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875585" y="5379135"/>
                <a:ext cx="356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21B5D4C-4859-9EA9-C341-69684FCAFF57}"/>
                  </a:ext>
                </a:extLst>
              </p14:cNvPr>
              <p14:cNvContentPartPr/>
              <p14:nvPr/>
            </p14:nvContentPartPr>
            <p14:xfrm>
              <a:off x="4970985" y="5518095"/>
              <a:ext cx="256320" cy="2404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21B5D4C-4859-9EA9-C341-69684FCAFF5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964865" y="5511975"/>
                <a:ext cx="2685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8EE7988-6922-C087-FD46-AAFC429225B2}"/>
                  </a:ext>
                </a:extLst>
              </p14:cNvPr>
              <p14:cNvContentPartPr/>
              <p14:nvPr/>
            </p14:nvContentPartPr>
            <p14:xfrm>
              <a:off x="5517105" y="5369775"/>
              <a:ext cx="75960" cy="3222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8EE7988-6922-C087-FD46-AAFC429225B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510985" y="5363655"/>
                <a:ext cx="882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8C6D161-F892-9B2D-B647-93A79129AE09}"/>
                  </a:ext>
                </a:extLst>
              </p14:cNvPr>
              <p14:cNvContentPartPr/>
              <p14:nvPr/>
            </p14:nvContentPartPr>
            <p14:xfrm>
              <a:off x="5401545" y="5572095"/>
              <a:ext cx="207360" cy="1623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8C6D161-F892-9B2D-B647-93A79129AE0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395425" y="5565975"/>
                <a:ext cx="219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E9CEDC2-4993-F57C-4D7D-02935E5BA9F8}"/>
                  </a:ext>
                </a:extLst>
              </p14:cNvPr>
              <p14:cNvContentPartPr/>
              <p14:nvPr/>
            </p14:nvContentPartPr>
            <p14:xfrm>
              <a:off x="5811945" y="5463375"/>
              <a:ext cx="36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E9CEDC2-4993-F57C-4D7D-02935E5BA9F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805825" y="545725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3632AA2-5DFA-A089-90B2-4020822166E8}"/>
                  </a:ext>
                </a:extLst>
              </p14:cNvPr>
              <p14:cNvContentPartPr/>
              <p14:nvPr/>
            </p14:nvContentPartPr>
            <p14:xfrm>
              <a:off x="5753625" y="5560215"/>
              <a:ext cx="52200" cy="2008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3632AA2-5DFA-A089-90B2-4020822166E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747505" y="5554095"/>
                <a:ext cx="64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043A81C-FC08-FCFB-6AC5-8FA61660C048}"/>
                  </a:ext>
                </a:extLst>
              </p14:cNvPr>
              <p14:cNvContentPartPr/>
              <p14:nvPr/>
            </p14:nvContentPartPr>
            <p14:xfrm>
              <a:off x="5845065" y="5567055"/>
              <a:ext cx="275760" cy="2257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043A81C-FC08-FCFB-6AC5-8FA61660C048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838945" y="5560935"/>
                <a:ext cx="2880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285109E7-35B2-C60B-A8B0-7541DDE33A2E}"/>
                  </a:ext>
                </a:extLst>
              </p14:cNvPr>
              <p14:cNvContentPartPr/>
              <p14:nvPr/>
            </p14:nvContentPartPr>
            <p14:xfrm>
              <a:off x="5879265" y="5331615"/>
              <a:ext cx="476640" cy="768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285109E7-35B2-C60B-A8B0-7541DDE33A2E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873145" y="5325495"/>
                <a:ext cx="488880" cy="7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27FFCD9-7F7E-1079-7914-8F626B48621F}"/>
                  </a:ext>
                </a:extLst>
              </p14:cNvPr>
              <p14:cNvContentPartPr/>
              <p14:nvPr/>
            </p14:nvContentPartPr>
            <p14:xfrm>
              <a:off x="7354905" y="5251335"/>
              <a:ext cx="417600" cy="7041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27FFCD9-7F7E-1079-7914-8F626B48621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348785" y="5245215"/>
                <a:ext cx="42984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08C1441-A5E8-AD84-7173-D8D06638BDFA}"/>
                  </a:ext>
                </a:extLst>
              </p14:cNvPr>
              <p14:cNvContentPartPr/>
              <p14:nvPr/>
            </p14:nvContentPartPr>
            <p14:xfrm>
              <a:off x="6199305" y="3408855"/>
              <a:ext cx="1337040" cy="29311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08C1441-A5E8-AD84-7173-D8D06638BDF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193185" y="3402735"/>
                <a:ext cx="1349280" cy="29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F924CBF-B141-CEC2-FED9-9A98BA0C5A6C}"/>
                  </a:ext>
                </a:extLst>
              </p14:cNvPr>
              <p14:cNvContentPartPr/>
              <p14:nvPr/>
            </p14:nvContentPartPr>
            <p14:xfrm>
              <a:off x="8127465" y="5329455"/>
              <a:ext cx="433440" cy="3686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F924CBF-B141-CEC2-FED9-9A98BA0C5A6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121345" y="5323335"/>
                <a:ext cx="4456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040438E1-27A6-58C2-ABC5-7C7EBFD836FD}"/>
                  </a:ext>
                </a:extLst>
              </p14:cNvPr>
              <p14:cNvContentPartPr/>
              <p14:nvPr/>
            </p14:nvContentPartPr>
            <p14:xfrm>
              <a:off x="8704905" y="5344935"/>
              <a:ext cx="56520" cy="342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040438E1-27A6-58C2-ABC5-7C7EBFD836F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698785" y="5338815"/>
                <a:ext cx="687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E79322D-4574-D079-D9CB-D362B7F96623}"/>
                  </a:ext>
                </a:extLst>
              </p14:cNvPr>
              <p14:cNvContentPartPr/>
              <p14:nvPr/>
            </p14:nvContentPartPr>
            <p14:xfrm>
              <a:off x="8670705" y="5513415"/>
              <a:ext cx="126000" cy="2282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E79322D-4574-D079-D9CB-D362B7F9662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664585" y="5507295"/>
                <a:ext cx="1382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E4F5F42-2FED-12FC-9FD9-A6DA97A9FA82}"/>
                  </a:ext>
                </a:extLst>
              </p14:cNvPr>
              <p14:cNvContentPartPr/>
              <p14:nvPr/>
            </p14:nvContentPartPr>
            <p14:xfrm>
              <a:off x="9036105" y="5396415"/>
              <a:ext cx="42840" cy="2206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E4F5F42-2FED-12FC-9FD9-A6DA97A9FA8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29985" y="5390295"/>
                <a:ext cx="550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D03F0ACC-F0B9-8C04-0181-7FE18B9B7CD4}"/>
                  </a:ext>
                </a:extLst>
              </p14:cNvPr>
              <p14:cNvContentPartPr/>
              <p14:nvPr/>
            </p14:nvContentPartPr>
            <p14:xfrm>
              <a:off x="8943945" y="5477775"/>
              <a:ext cx="397080" cy="1504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D03F0ACC-F0B9-8C04-0181-7FE18B9B7CD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937825" y="5471655"/>
                <a:ext cx="4093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2E5A381-5655-4104-D223-2E4CF4DD865B}"/>
                  </a:ext>
                </a:extLst>
              </p14:cNvPr>
              <p14:cNvContentPartPr/>
              <p14:nvPr/>
            </p14:nvContentPartPr>
            <p14:xfrm>
              <a:off x="9458025" y="5450415"/>
              <a:ext cx="199080" cy="2199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2E5A381-5655-4104-D223-2E4CF4DD865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451905" y="5444295"/>
                <a:ext cx="211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8BDF12B7-A398-1B6C-7F72-95228858E73D}"/>
                  </a:ext>
                </a:extLst>
              </p14:cNvPr>
              <p14:cNvContentPartPr/>
              <p14:nvPr/>
            </p14:nvContentPartPr>
            <p14:xfrm>
              <a:off x="9850425" y="5415135"/>
              <a:ext cx="231840" cy="2462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8BDF12B7-A398-1B6C-7F72-95228858E73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844305" y="5409015"/>
                <a:ext cx="2440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CE36BB4-63B2-41BF-A020-2B228B88F0CF}"/>
                  </a:ext>
                </a:extLst>
              </p14:cNvPr>
              <p14:cNvContentPartPr/>
              <p14:nvPr/>
            </p14:nvContentPartPr>
            <p14:xfrm>
              <a:off x="9935385" y="5432055"/>
              <a:ext cx="222480" cy="2804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CE36BB4-63B2-41BF-A020-2B228B88F0CF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929265" y="5425935"/>
                <a:ext cx="2347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2ECE0B1A-EC08-3855-DD98-B7DD6EBB7AC2}"/>
                  </a:ext>
                </a:extLst>
              </p14:cNvPr>
              <p14:cNvContentPartPr/>
              <p14:nvPr/>
            </p14:nvContentPartPr>
            <p14:xfrm>
              <a:off x="10821345" y="5042175"/>
              <a:ext cx="545040" cy="7588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2ECE0B1A-EC08-3855-DD98-B7DD6EBB7AC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815225" y="5036055"/>
                <a:ext cx="55728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DA51397-E0C5-52F9-356D-6D44EB649EAC}"/>
                  </a:ext>
                </a:extLst>
              </p14:cNvPr>
              <p14:cNvContentPartPr/>
              <p14:nvPr/>
            </p14:nvContentPartPr>
            <p14:xfrm>
              <a:off x="11801265" y="5034975"/>
              <a:ext cx="90720" cy="3232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DA51397-E0C5-52F9-356D-6D44EB649EAC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795145" y="5028855"/>
                <a:ext cx="1029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F4C33034-ADA0-4074-DA33-C55022AC0042}"/>
                  </a:ext>
                </a:extLst>
              </p14:cNvPr>
              <p14:cNvContentPartPr/>
              <p14:nvPr/>
            </p14:nvContentPartPr>
            <p14:xfrm>
              <a:off x="11776065" y="5140455"/>
              <a:ext cx="410760" cy="2142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F4C33034-ADA0-4074-DA33-C55022AC0042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769945" y="5134335"/>
                <a:ext cx="423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7F90A2D-3679-BD5C-BFEE-520BB4FF4107}"/>
                  </a:ext>
                </a:extLst>
              </p14:cNvPr>
              <p14:cNvContentPartPr/>
              <p14:nvPr/>
            </p14:nvContentPartPr>
            <p14:xfrm>
              <a:off x="7221345" y="5918055"/>
              <a:ext cx="26640" cy="2246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7F90A2D-3679-BD5C-BFEE-520BB4FF410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215225" y="5911935"/>
                <a:ext cx="38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5976BA9-CFB6-F08F-BE65-B9BA36D43A6E}"/>
                  </a:ext>
                </a:extLst>
              </p14:cNvPr>
              <p14:cNvContentPartPr/>
              <p14:nvPr/>
            </p14:nvContentPartPr>
            <p14:xfrm>
              <a:off x="7304865" y="5748135"/>
              <a:ext cx="19800" cy="169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5976BA9-CFB6-F08F-BE65-B9BA36D43A6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298745" y="5742015"/>
                <a:ext cx="320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647FBA2-192D-5738-086D-06E7F2468CD3}"/>
                  </a:ext>
                </a:extLst>
              </p14:cNvPr>
              <p14:cNvContentPartPr/>
              <p14:nvPr/>
            </p14:nvContentPartPr>
            <p14:xfrm>
              <a:off x="7363185" y="5969535"/>
              <a:ext cx="214200" cy="252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647FBA2-192D-5738-086D-06E7F2468CD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357065" y="5963415"/>
                <a:ext cx="2264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157EC142-BD24-A65F-71EE-258846AE534E}"/>
                  </a:ext>
                </a:extLst>
              </p14:cNvPr>
              <p14:cNvContentPartPr/>
              <p14:nvPr/>
            </p14:nvContentPartPr>
            <p14:xfrm>
              <a:off x="7768185" y="5986815"/>
              <a:ext cx="349560" cy="2574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157EC142-BD24-A65F-71EE-258846AE534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762065" y="5980695"/>
                <a:ext cx="3618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F99888B-EC4A-55B3-7FAC-A85475398920}"/>
                  </a:ext>
                </a:extLst>
              </p14:cNvPr>
              <p14:cNvContentPartPr/>
              <p14:nvPr/>
            </p14:nvContentPartPr>
            <p14:xfrm>
              <a:off x="8217825" y="6028935"/>
              <a:ext cx="249480" cy="2091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F99888B-EC4A-55B3-7FAC-A8547539892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211705" y="6022815"/>
                <a:ext cx="261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FC72A05-E5AF-46DB-F23A-0C7FBCA291E3}"/>
                  </a:ext>
                </a:extLst>
              </p14:cNvPr>
              <p14:cNvContentPartPr/>
              <p14:nvPr/>
            </p14:nvContentPartPr>
            <p14:xfrm>
              <a:off x="8502585" y="6057375"/>
              <a:ext cx="185400" cy="106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FC72A05-E5AF-46DB-F23A-0C7FBCA291E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496465" y="6051255"/>
                <a:ext cx="197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94722EA1-010F-76A7-32B8-BA977A433C8B}"/>
                  </a:ext>
                </a:extLst>
              </p14:cNvPr>
              <p14:cNvContentPartPr/>
              <p14:nvPr/>
            </p14:nvContentPartPr>
            <p14:xfrm>
              <a:off x="8736945" y="6073935"/>
              <a:ext cx="153360" cy="1591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94722EA1-010F-76A7-32B8-BA977A433C8B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730825" y="6067815"/>
                <a:ext cx="1656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B8DDE854-5BF3-AC9C-8393-7F4E53932E13}"/>
                  </a:ext>
                </a:extLst>
              </p14:cNvPr>
              <p14:cNvContentPartPr/>
              <p14:nvPr/>
            </p14:nvContentPartPr>
            <p14:xfrm>
              <a:off x="9104145" y="5952255"/>
              <a:ext cx="244440" cy="2343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B8DDE854-5BF3-AC9C-8393-7F4E53932E1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098025" y="5946135"/>
                <a:ext cx="256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7E9DB1BC-FC7E-0BB8-69A4-3C5FD906334D}"/>
                  </a:ext>
                </a:extLst>
              </p14:cNvPr>
              <p14:cNvContentPartPr/>
              <p14:nvPr/>
            </p14:nvContentPartPr>
            <p14:xfrm>
              <a:off x="9226185" y="6043335"/>
              <a:ext cx="227880" cy="158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7E9DB1BC-FC7E-0BB8-69A4-3C5FD906334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220065" y="6037215"/>
                <a:ext cx="2401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64A6FA9E-BE0F-35CB-276C-A8F4D1DDCF0F}"/>
                  </a:ext>
                </a:extLst>
              </p14:cNvPr>
              <p14:cNvContentPartPr/>
              <p14:nvPr/>
            </p14:nvContentPartPr>
            <p14:xfrm>
              <a:off x="9764385" y="5774055"/>
              <a:ext cx="632520" cy="4374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64A6FA9E-BE0F-35CB-276C-A8F4D1DDCF0F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758265" y="5767935"/>
                <a:ext cx="64476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D3438AC3-D960-BF9C-8E64-B6DC8C40E11A}"/>
                  </a:ext>
                </a:extLst>
              </p14:cNvPr>
              <p14:cNvContentPartPr/>
              <p14:nvPr/>
            </p14:nvContentPartPr>
            <p14:xfrm>
              <a:off x="10658265" y="5858295"/>
              <a:ext cx="65520" cy="266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D3438AC3-D960-BF9C-8E64-B6DC8C40E11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652145" y="5852175"/>
                <a:ext cx="77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8077180-D7B2-1E4D-A330-F8719CEE0C5F}"/>
                  </a:ext>
                </a:extLst>
              </p14:cNvPr>
              <p14:cNvContentPartPr/>
              <p14:nvPr/>
            </p14:nvContentPartPr>
            <p14:xfrm>
              <a:off x="10524345" y="5992935"/>
              <a:ext cx="402840" cy="2019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8077180-D7B2-1E4D-A330-F8719CEE0C5F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518225" y="5986815"/>
                <a:ext cx="4150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A72F7FE-D65C-B95E-93D0-C8B5CC1E991D}"/>
                  </a:ext>
                </a:extLst>
              </p14:cNvPr>
              <p14:cNvContentPartPr/>
              <p14:nvPr/>
            </p14:nvContentPartPr>
            <p14:xfrm>
              <a:off x="11252625" y="5859735"/>
              <a:ext cx="77040" cy="4143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A72F7FE-D65C-B95E-93D0-C8B5CC1E991D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1246505" y="5853615"/>
                <a:ext cx="892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9F9F510D-D360-52C9-4FC0-5E11F949AFEA}"/>
                  </a:ext>
                </a:extLst>
              </p14:cNvPr>
              <p14:cNvContentPartPr/>
              <p14:nvPr/>
            </p14:nvContentPartPr>
            <p14:xfrm>
              <a:off x="11296185" y="6019575"/>
              <a:ext cx="393120" cy="1735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9F9F510D-D360-52C9-4FC0-5E11F949AFEA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290065" y="6013455"/>
                <a:ext cx="4053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C04B808-775C-DBEE-8827-482E23793E5F}"/>
                  </a:ext>
                </a:extLst>
              </p14:cNvPr>
              <p14:cNvContentPartPr/>
              <p14:nvPr/>
            </p14:nvContentPartPr>
            <p14:xfrm>
              <a:off x="11817465" y="5846055"/>
              <a:ext cx="20880" cy="403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C04B808-775C-DBEE-8827-482E23793E5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1811345" y="5839935"/>
                <a:ext cx="331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44E1CA7-8F9B-1619-F881-3EB9461861A5}"/>
                  </a:ext>
                </a:extLst>
              </p14:cNvPr>
              <p14:cNvContentPartPr/>
              <p14:nvPr/>
            </p14:nvContentPartPr>
            <p14:xfrm>
              <a:off x="11799105" y="6040815"/>
              <a:ext cx="100800" cy="1051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44E1CA7-8F9B-1619-F881-3EB9461861A5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1792985" y="6034695"/>
                <a:ext cx="1130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EE7DA56-7382-1895-F926-F82165091333}"/>
                  </a:ext>
                </a:extLst>
              </p14:cNvPr>
              <p14:cNvContentPartPr/>
              <p14:nvPr/>
            </p14:nvContentPartPr>
            <p14:xfrm>
              <a:off x="11931585" y="5872695"/>
              <a:ext cx="59760" cy="2329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EE7DA56-7382-1895-F926-F8216509133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1925465" y="5866575"/>
                <a:ext cx="720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29FBFAD-8083-44AD-0BE9-09B74A3567DC}"/>
                  </a:ext>
                </a:extLst>
              </p14:cNvPr>
              <p14:cNvContentPartPr/>
              <p14:nvPr/>
            </p14:nvContentPartPr>
            <p14:xfrm>
              <a:off x="11918985" y="5983935"/>
              <a:ext cx="79200" cy="115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29FBFAD-8083-44AD-0BE9-09B74A3567D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1912865" y="5977815"/>
                <a:ext cx="914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20BBE86-E0E5-183C-0D92-2DA133CC703C}"/>
                  </a:ext>
                </a:extLst>
              </p14:cNvPr>
              <p14:cNvContentPartPr/>
              <p14:nvPr/>
            </p14:nvContentPartPr>
            <p14:xfrm>
              <a:off x="11944185" y="5989695"/>
              <a:ext cx="96840" cy="1508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20BBE86-E0E5-183C-0D92-2DA133CC703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938065" y="5983575"/>
                <a:ext cx="1090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15A9FF8E-FFFE-956E-D8A4-1A1C8910D73E}"/>
                  </a:ext>
                </a:extLst>
              </p14:cNvPr>
              <p14:cNvContentPartPr/>
              <p14:nvPr/>
            </p14:nvContentPartPr>
            <p14:xfrm>
              <a:off x="6650385" y="6178335"/>
              <a:ext cx="237600" cy="4914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15A9FF8E-FFFE-956E-D8A4-1A1C8910D73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644265" y="6172215"/>
                <a:ext cx="24984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7C4A5DB-C40E-540A-682D-84663501DF2C}"/>
                  </a:ext>
                </a:extLst>
              </p14:cNvPr>
              <p14:cNvContentPartPr/>
              <p14:nvPr/>
            </p14:nvContentPartPr>
            <p14:xfrm>
              <a:off x="6933705" y="6313335"/>
              <a:ext cx="319680" cy="2257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7C4A5DB-C40E-540A-682D-84663501DF2C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927585" y="6307215"/>
                <a:ext cx="3319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C4C7A81B-F0EC-7976-2738-EAEE3A11D4C1}"/>
                  </a:ext>
                </a:extLst>
              </p14:cNvPr>
              <p14:cNvContentPartPr/>
              <p14:nvPr/>
            </p14:nvContentPartPr>
            <p14:xfrm>
              <a:off x="7319265" y="6410535"/>
              <a:ext cx="418320" cy="2206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C4C7A81B-F0EC-7976-2738-EAEE3A11D4C1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7313145" y="6404415"/>
                <a:ext cx="4305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579390B-75F3-BB4F-FB26-5A937F772220}"/>
                  </a:ext>
                </a:extLst>
              </p14:cNvPr>
              <p14:cNvContentPartPr/>
              <p14:nvPr/>
            </p14:nvContentPartPr>
            <p14:xfrm>
              <a:off x="8191185" y="6367695"/>
              <a:ext cx="706320" cy="2667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579390B-75F3-BB4F-FB26-5A937F77222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185065" y="6361575"/>
                <a:ext cx="7185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6909087D-1FEE-340D-A040-E816D9CBE5E8}"/>
                  </a:ext>
                </a:extLst>
              </p14:cNvPr>
              <p14:cNvContentPartPr/>
              <p14:nvPr/>
            </p14:nvContentPartPr>
            <p14:xfrm>
              <a:off x="8967705" y="6429255"/>
              <a:ext cx="286200" cy="1746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6909087D-1FEE-340D-A040-E816D9CBE5E8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961585" y="6423135"/>
                <a:ext cx="2984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2365AA75-2C4F-3B1B-41D5-92A041159059}"/>
                  </a:ext>
                </a:extLst>
              </p14:cNvPr>
              <p14:cNvContentPartPr/>
              <p14:nvPr/>
            </p14:nvContentPartPr>
            <p14:xfrm>
              <a:off x="9206025" y="6446535"/>
              <a:ext cx="217080" cy="2966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2365AA75-2C4F-3B1B-41D5-92A041159059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199905" y="6440415"/>
                <a:ext cx="2293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71690B47-5B54-5DD0-6E5C-984ECC4B420B}"/>
                  </a:ext>
                </a:extLst>
              </p14:cNvPr>
              <p14:cNvContentPartPr/>
              <p14:nvPr/>
            </p14:nvContentPartPr>
            <p14:xfrm>
              <a:off x="9521025" y="6400455"/>
              <a:ext cx="20880" cy="219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71690B47-5B54-5DD0-6E5C-984ECC4B420B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514905" y="6394335"/>
                <a:ext cx="331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86F074A-68BD-AE0C-2AC3-0E82C88C3074}"/>
                  </a:ext>
                </a:extLst>
              </p14:cNvPr>
              <p14:cNvContentPartPr/>
              <p14:nvPr/>
            </p14:nvContentPartPr>
            <p14:xfrm>
              <a:off x="9503745" y="6338175"/>
              <a:ext cx="475920" cy="3027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86F074A-68BD-AE0C-2AC3-0E82C88C3074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497625" y="6332055"/>
                <a:ext cx="4881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787A82E-E722-F44C-6C12-547D0917751D}"/>
                  </a:ext>
                </a:extLst>
              </p14:cNvPr>
              <p14:cNvContentPartPr/>
              <p14:nvPr/>
            </p14:nvContentPartPr>
            <p14:xfrm>
              <a:off x="10390785" y="6343935"/>
              <a:ext cx="41400" cy="3290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787A82E-E722-F44C-6C12-547D0917751D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0384665" y="6337815"/>
                <a:ext cx="536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036CFD0F-485A-52A7-AB95-97E4A41A72D4}"/>
                  </a:ext>
                </a:extLst>
              </p14:cNvPr>
              <p14:cNvContentPartPr/>
              <p14:nvPr/>
            </p14:nvContentPartPr>
            <p14:xfrm>
              <a:off x="10438665" y="6482895"/>
              <a:ext cx="120600" cy="518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036CFD0F-485A-52A7-AB95-97E4A41A72D4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0432545" y="6476775"/>
                <a:ext cx="1328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F49BB1F-A3CE-74C4-5362-025A14C4ED4C}"/>
                  </a:ext>
                </a:extLst>
              </p14:cNvPr>
              <p14:cNvContentPartPr/>
              <p14:nvPr/>
            </p14:nvContentPartPr>
            <p14:xfrm>
              <a:off x="10651785" y="6363375"/>
              <a:ext cx="92520" cy="2350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F49BB1F-A3CE-74C4-5362-025A14C4ED4C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645665" y="6357255"/>
                <a:ext cx="1047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2E7CD803-8C1A-AA77-8048-42772B9066AD}"/>
                  </a:ext>
                </a:extLst>
              </p14:cNvPr>
              <p14:cNvContentPartPr/>
              <p14:nvPr/>
            </p14:nvContentPartPr>
            <p14:xfrm>
              <a:off x="10820625" y="6451575"/>
              <a:ext cx="150120" cy="1868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2E7CD803-8C1A-AA77-8048-42772B9066A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814505" y="6445455"/>
                <a:ext cx="1623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BC3C6ABA-067B-B367-2DF7-5F2641B6E84B}"/>
                  </a:ext>
                </a:extLst>
              </p14:cNvPr>
              <p14:cNvContentPartPr/>
              <p14:nvPr/>
            </p14:nvContentPartPr>
            <p14:xfrm>
              <a:off x="11078745" y="6493335"/>
              <a:ext cx="243720" cy="1522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BC3C6ABA-067B-B367-2DF7-5F2641B6E84B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072625" y="6487215"/>
                <a:ext cx="2559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31A5C7FB-80DF-DE48-1D61-1F812C124763}"/>
                  </a:ext>
                </a:extLst>
              </p14:cNvPr>
              <p14:cNvContentPartPr/>
              <p14:nvPr/>
            </p14:nvContentPartPr>
            <p14:xfrm>
              <a:off x="11401305" y="6486855"/>
              <a:ext cx="159840" cy="1670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31A5C7FB-80DF-DE48-1D61-1F812C124763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1395185" y="6480735"/>
                <a:ext cx="1720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3AADB05-CBC3-BF03-E212-23C28867EDEF}"/>
                  </a:ext>
                </a:extLst>
              </p14:cNvPr>
              <p14:cNvContentPartPr/>
              <p14:nvPr/>
            </p14:nvContentPartPr>
            <p14:xfrm>
              <a:off x="11768145" y="6621495"/>
              <a:ext cx="24480" cy="126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3AADB05-CBC3-BF03-E212-23C28867EDEF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762025" y="6615375"/>
                <a:ext cx="3672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2DD0C63A-A87B-6E95-5FC3-5B570FAE455B}"/>
              </a:ext>
            </a:extLst>
          </p:cNvPr>
          <p:cNvGrpSpPr/>
          <p:nvPr/>
        </p:nvGrpSpPr>
        <p:grpSpPr>
          <a:xfrm>
            <a:off x="9926385" y="2773455"/>
            <a:ext cx="1833480" cy="1170000"/>
            <a:chOff x="9926385" y="2773455"/>
            <a:chExt cx="1833480" cy="11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D8FA213-9AB1-6574-AE8F-A21B79BE4923}"/>
                    </a:ext>
                  </a:extLst>
                </p14:cNvPr>
                <p14:cNvContentPartPr/>
                <p14:nvPr/>
              </p14:nvContentPartPr>
              <p14:xfrm>
                <a:off x="10068945" y="3288975"/>
                <a:ext cx="338400" cy="421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D8FA213-9AB1-6574-AE8F-A21B79BE492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062825" y="3282855"/>
                  <a:ext cx="3506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BD2333-C4A1-2B21-448B-7898560C4DD6}"/>
                    </a:ext>
                  </a:extLst>
                </p14:cNvPr>
                <p14:cNvContentPartPr/>
                <p14:nvPr/>
              </p14:nvContentPartPr>
              <p14:xfrm>
                <a:off x="10326705" y="3195015"/>
                <a:ext cx="175320" cy="46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BD2333-C4A1-2B21-448B-7898560C4DD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20585" y="3188895"/>
                  <a:ext cx="187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DC1DF99-4385-27E7-F980-0F1F54C0F0E0}"/>
                    </a:ext>
                  </a:extLst>
                </p14:cNvPr>
                <p14:cNvContentPartPr/>
                <p14:nvPr/>
              </p14:nvContentPartPr>
              <p14:xfrm>
                <a:off x="10232025" y="3465735"/>
                <a:ext cx="215280" cy="12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DC1DF99-4385-27E7-F980-0F1F54C0F0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225905" y="3459615"/>
                  <a:ext cx="227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1F6B361-9EB3-AFF3-E8DE-1AEAB3B14268}"/>
                    </a:ext>
                  </a:extLst>
                </p14:cNvPr>
                <p14:cNvContentPartPr/>
                <p14:nvPr/>
              </p14:nvContentPartPr>
              <p14:xfrm>
                <a:off x="10910265" y="3153615"/>
                <a:ext cx="119880" cy="508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1F6B361-9EB3-AFF3-E8DE-1AEAB3B1426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904145" y="3147495"/>
                  <a:ext cx="1321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0EB4EF6-E3A9-7EE2-562D-286ECDAE4A92}"/>
                    </a:ext>
                  </a:extLst>
                </p14:cNvPr>
                <p14:cNvContentPartPr/>
                <p14:nvPr/>
              </p14:nvContentPartPr>
              <p14:xfrm>
                <a:off x="10772025" y="3290775"/>
                <a:ext cx="551520" cy="319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0EB4EF6-E3A9-7EE2-562D-286ECDAE4A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765905" y="3284655"/>
                  <a:ext cx="563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FDAEC24-5167-EB9D-BF55-0681056CE962}"/>
                    </a:ext>
                  </a:extLst>
                </p14:cNvPr>
                <p14:cNvContentPartPr/>
                <p14:nvPr/>
              </p14:nvContentPartPr>
              <p14:xfrm>
                <a:off x="9926385" y="2773455"/>
                <a:ext cx="1833480" cy="1170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FDAEC24-5167-EB9D-BF55-0681056CE96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20265" y="2767335"/>
                  <a:ext cx="1845720" cy="11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EB1427C-86B3-3183-AE72-688DD7F6A6D4}"/>
                    </a:ext>
                  </a:extLst>
                </p14:cNvPr>
                <p14:cNvContentPartPr/>
                <p14:nvPr/>
              </p14:nvContentPartPr>
              <p14:xfrm>
                <a:off x="10861665" y="3107175"/>
                <a:ext cx="252000" cy="691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EB1427C-86B3-3183-AE72-688DD7F6A6D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855545" y="3101055"/>
                  <a:ext cx="2642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17C20C0-E16D-9B82-8E8B-DB22154A86C0}"/>
                    </a:ext>
                  </a:extLst>
                </p14:cNvPr>
                <p14:cNvContentPartPr/>
                <p14:nvPr/>
              </p14:nvContentPartPr>
              <p14:xfrm>
                <a:off x="10803345" y="3324975"/>
                <a:ext cx="379800" cy="33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17C20C0-E16D-9B82-8E8B-DB22154A86C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97225" y="3318855"/>
                  <a:ext cx="3920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98F2B505-A25A-9538-9458-EAC7285E7561}"/>
                  </a:ext>
                </a:extLst>
              </p14:cNvPr>
              <p14:cNvContentPartPr/>
              <p14:nvPr/>
            </p14:nvContentPartPr>
            <p14:xfrm>
              <a:off x="9373425" y="2475375"/>
              <a:ext cx="3960" cy="219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98F2B505-A25A-9538-9458-EAC7285E7561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367305" y="2469255"/>
                <a:ext cx="1620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51FBE579-D74B-F325-70DA-9F690DB4AD69}"/>
              </a:ext>
            </a:extLst>
          </p:cNvPr>
          <p:cNvGrpSpPr/>
          <p:nvPr/>
        </p:nvGrpSpPr>
        <p:grpSpPr>
          <a:xfrm>
            <a:off x="6043785" y="4436655"/>
            <a:ext cx="1283760" cy="631080"/>
            <a:chOff x="6043785" y="4436655"/>
            <a:chExt cx="128376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A07F2E0-DCF6-D254-6B97-A30A692894AA}"/>
                    </a:ext>
                  </a:extLst>
                </p14:cNvPr>
                <p14:cNvContentPartPr/>
                <p14:nvPr/>
              </p14:nvContentPartPr>
              <p14:xfrm>
                <a:off x="6043785" y="4748055"/>
                <a:ext cx="284040" cy="163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A07F2E0-DCF6-D254-6B97-A30A692894A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37665" y="4741935"/>
                  <a:ext cx="296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099FF52-5942-2D81-6155-C94737D29039}"/>
                    </a:ext>
                  </a:extLst>
                </p14:cNvPr>
                <p14:cNvContentPartPr/>
                <p14:nvPr/>
              </p14:nvContentPartPr>
              <p14:xfrm>
                <a:off x="6389385" y="4668135"/>
                <a:ext cx="290520" cy="207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099FF52-5942-2D81-6155-C94737D2903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83265" y="4662015"/>
                  <a:ext cx="302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9E34A8D-C407-C17E-C89C-AF13F110E5C9}"/>
                    </a:ext>
                  </a:extLst>
                </p14:cNvPr>
                <p14:cNvContentPartPr/>
                <p14:nvPr/>
              </p14:nvContentPartPr>
              <p14:xfrm>
                <a:off x="6759465" y="4690455"/>
                <a:ext cx="178920" cy="229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9E34A8D-C407-C17E-C89C-AF13F110E5C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753345" y="4684335"/>
                  <a:ext cx="191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0417055-3872-3D96-D40D-C4A12A248D90}"/>
                    </a:ext>
                  </a:extLst>
                </p14:cNvPr>
                <p14:cNvContentPartPr/>
                <p14:nvPr/>
              </p14:nvContentPartPr>
              <p14:xfrm>
                <a:off x="7017225" y="4710255"/>
                <a:ext cx="16920" cy="155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0417055-3872-3D96-D40D-C4A12A248D9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011105" y="4704135"/>
                  <a:ext cx="29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04C3E45-E06D-53E5-4CE4-58EA3A3A4C18}"/>
                    </a:ext>
                  </a:extLst>
                </p14:cNvPr>
                <p14:cNvContentPartPr/>
                <p14:nvPr/>
              </p14:nvContentPartPr>
              <p14:xfrm>
                <a:off x="7169865" y="4554015"/>
                <a:ext cx="26640" cy="40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04C3E45-E06D-53E5-4CE4-58EA3A3A4C1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163745" y="4547895"/>
                  <a:ext cx="38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2FC340-44E3-819F-8CAD-D22E5E94F0E9}"/>
                    </a:ext>
                  </a:extLst>
                </p14:cNvPr>
                <p14:cNvContentPartPr/>
                <p14:nvPr/>
              </p14:nvContentPartPr>
              <p14:xfrm>
                <a:off x="7166625" y="4436655"/>
                <a:ext cx="160920" cy="456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2FC340-44E3-819F-8CAD-D22E5E94F0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160505" y="4430535"/>
                  <a:ext cx="1731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30D5897-60FE-A785-B207-C51A12FB02DD}"/>
                    </a:ext>
                  </a:extLst>
                </p14:cNvPr>
                <p14:cNvContentPartPr/>
                <p14:nvPr/>
              </p14:nvContentPartPr>
              <p14:xfrm>
                <a:off x="6281745" y="4980975"/>
                <a:ext cx="719280" cy="86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30D5897-60FE-A785-B207-C51A12FB02D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75625" y="4974855"/>
                  <a:ext cx="7315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120F2390-90A2-D9A0-3132-8AC4CB82303D}"/>
                  </a:ext>
                </a:extLst>
              </p14:cNvPr>
              <p14:cNvContentPartPr/>
              <p14:nvPr/>
            </p14:nvContentPartPr>
            <p14:xfrm>
              <a:off x="2642505" y="6025335"/>
              <a:ext cx="2718360" cy="1350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120F2390-90A2-D9A0-3132-8AC4CB82303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2636385" y="6019215"/>
                <a:ext cx="2730600" cy="14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376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9CFAE6-B12D-0DA4-BC9D-B64F6A4812A2}"/>
                  </a:ext>
                </a:extLst>
              </p14:cNvPr>
              <p14:cNvContentPartPr/>
              <p14:nvPr/>
            </p14:nvContentPartPr>
            <p14:xfrm>
              <a:off x="1571145" y="344535"/>
              <a:ext cx="720" cy="297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9CFAE6-B12D-0DA4-BC9D-B64F6A4812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8905" y="338415"/>
                <a:ext cx="25200" cy="29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F63CAA-13BD-117A-638A-DF5C8311DA86}"/>
                  </a:ext>
                </a:extLst>
              </p14:cNvPr>
              <p14:cNvContentPartPr/>
              <p14:nvPr/>
            </p14:nvContentPartPr>
            <p14:xfrm>
              <a:off x="1586265" y="3349455"/>
              <a:ext cx="41234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F63CAA-13BD-117A-638A-DF5C8311DA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0145" y="3337215"/>
                <a:ext cx="4135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1E9BB6-D7AD-3835-CB36-761DD3216F2C}"/>
                  </a:ext>
                </a:extLst>
              </p14:cNvPr>
              <p14:cNvContentPartPr/>
              <p14:nvPr/>
            </p14:nvContentPartPr>
            <p14:xfrm>
              <a:off x="1630905" y="444615"/>
              <a:ext cx="4772520" cy="254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1E9BB6-D7AD-3835-CB36-761DD3216F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1905" y="435615"/>
                <a:ext cx="4790160" cy="25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24DE8E-CEFB-FF7C-E90A-90C7B0C57CE9}"/>
                  </a:ext>
                </a:extLst>
              </p14:cNvPr>
              <p14:cNvContentPartPr/>
              <p14:nvPr/>
            </p14:nvContentPartPr>
            <p14:xfrm>
              <a:off x="1706145" y="185415"/>
              <a:ext cx="4422600" cy="2402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24DE8E-CEFB-FF7C-E90A-90C7B0C57C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97505" y="176415"/>
                <a:ext cx="4440240" cy="24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6085F41-89B1-3E2F-7E51-FED2F23790F9}"/>
                  </a:ext>
                </a:extLst>
              </p14:cNvPr>
              <p14:cNvContentPartPr/>
              <p14:nvPr/>
            </p14:nvContentPartPr>
            <p14:xfrm>
              <a:off x="1923585" y="660615"/>
              <a:ext cx="4811400" cy="2538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6085F41-89B1-3E2F-7E51-FED2F23790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14585" y="651615"/>
                <a:ext cx="4829040" cy="255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A2B1FA6-61D2-3CEF-C667-4F69DC0D4205}"/>
              </a:ext>
            </a:extLst>
          </p:cNvPr>
          <p:cNvGrpSpPr/>
          <p:nvPr/>
        </p:nvGrpSpPr>
        <p:grpSpPr>
          <a:xfrm>
            <a:off x="2607585" y="2184135"/>
            <a:ext cx="365400" cy="142200"/>
            <a:chOff x="2607585" y="2184135"/>
            <a:chExt cx="36540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22DAC7-DFE5-397E-B482-892389A8D4BC}"/>
                    </a:ext>
                  </a:extLst>
                </p14:cNvPr>
                <p14:cNvContentPartPr/>
                <p14:nvPr/>
              </p14:nvContentPartPr>
              <p14:xfrm>
                <a:off x="2607585" y="2265135"/>
                <a:ext cx="93600" cy="47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22DAC7-DFE5-397E-B482-892389A8D4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98585" y="2256135"/>
                  <a:ext cx="111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7199C6-CF25-2E85-373C-C03A7E864FBD}"/>
                    </a:ext>
                  </a:extLst>
                </p14:cNvPr>
                <p14:cNvContentPartPr/>
                <p14:nvPr/>
              </p14:nvContentPartPr>
              <p14:xfrm>
                <a:off x="2623065" y="2226255"/>
                <a:ext cx="89640" cy="10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7199C6-CF25-2E85-373C-C03A7E864F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14065" y="2217615"/>
                  <a:ext cx="107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7A75AA-D25C-A6C1-C645-D731170A760C}"/>
                    </a:ext>
                  </a:extLst>
                </p14:cNvPr>
                <p14:cNvContentPartPr/>
                <p14:nvPr/>
              </p14:nvContentPartPr>
              <p14:xfrm>
                <a:off x="2852745" y="2184135"/>
                <a:ext cx="120240" cy="55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7A75AA-D25C-A6C1-C645-D731170A76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44105" y="2175495"/>
                  <a:ext cx="13788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DB93AD-75FC-1206-56A9-440FF5380CE7}"/>
              </a:ext>
            </a:extLst>
          </p:cNvPr>
          <p:cNvGrpSpPr/>
          <p:nvPr/>
        </p:nvGrpSpPr>
        <p:grpSpPr>
          <a:xfrm>
            <a:off x="3236865" y="1957695"/>
            <a:ext cx="135000" cy="68400"/>
            <a:chOff x="3236865" y="1957695"/>
            <a:chExt cx="13500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684ACD-30A0-A9E5-DDD5-6E6D3D9A076D}"/>
                    </a:ext>
                  </a:extLst>
                </p14:cNvPr>
                <p14:cNvContentPartPr/>
                <p14:nvPr/>
              </p14:nvContentPartPr>
              <p14:xfrm>
                <a:off x="3236865" y="2001975"/>
                <a:ext cx="104400" cy="2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684ACD-30A0-A9E5-DDD5-6E6D3D9A07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27865" y="1992975"/>
                  <a:ext cx="122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E8A911-68BB-CA8B-409E-A2F8EDD09B0A}"/>
                    </a:ext>
                  </a:extLst>
                </p14:cNvPr>
                <p14:cNvContentPartPr/>
                <p14:nvPr/>
              </p14:nvContentPartPr>
              <p14:xfrm>
                <a:off x="3271065" y="1957695"/>
                <a:ext cx="100800" cy="67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E8A911-68BB-CA8B-409E-A2F8EDD09B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2425" y="1949055"/>
                  <a:ext cx="11844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496D49-33E9-E4C6-6ACD-53EE0C4A5B06}"/>
              </a:ext>
            </a:extLst>
          </p:cNvPr>
          <p:cNvGrpSpPr/>
          <p:nvPr/>
        </p:nvGrpSpPr>
        <p:grpSpPr>
          <a:xfrm>
            <a:off x="3775785" y="1652415"/>
            <a:ext cx="126720" cy="136080"/>
            <a:chOff x="3775785" y="1652415"/>
            <a:chExt cx="12672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E961FF-2734-C643-9D71-7A3CD192E7B7}"/>
                    </a:ext>
                  </a:extLst>
                </p14:cNvPr>
                <p14:cNvContentPartPr/>
                <p14:nvPr/>
              </p14:nvContentPartPr>
              <p14:xfrm>
                <a:off x="3775785" y="1743495"/>
                <a:ext cx="112680" cy="45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E961FF-2734-C643-9D71-7A3CD192E7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7145" y="1734495"/>
                  <a:ext cx="130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386A8C0-98BF-D5B9-92FD-BFCE6B6EB6BC}"/>
                    </a:ext>
                  </a:extLst>
                </p14:cNvPr>
                <p14:cNvContentPartPr/>
                <p14:nvPr/>
              </p14:nvContentPartPr>
              <p14:xfrm>
                <a:off x="3798105" y="1652415"/>
                <a:ext cx="104400" cy="9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386A8C0-98BF-D5B9-92FD-BFCE6B6EB6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89105" y="1643415"/>
                  <a:ext cx="12204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0093860-A9BF-F4FF-EECA-09A3FDA6CC70}"/>
              </a:ext>
            </a:extLst>
          </p:cNvPr>
          <p:cNvGrpSpPr/>
          <p:nvPr/>
        </p:nvGrpSpPr>
        <p:grpSpPr>
          <a:xfrm>
            <a:off x="2993505" y="2202495"/>
            <a:ext cx="708840" cy="189720"/>
            <a:chOff x="2993505" y="2202495"/>
            <a:chExt cx="70884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8685E9-A31B-2BA9-C526-BCAEEC4742F0}"/>
                    </a:ext>
                  </a:extLst>
                </p14:cNvPr>
                <p14:cNvContentPartPr/>
                <p14:nvPr/>
              </p14:nvContentPartPr>
              <p14:xfrm>
                <a:off x="2993505" y="2307255"/>
                <a:ext cx="232560" cy="8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8685E9-A31B-2BA9-C526-BCAEEC4742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84505" y="2298615"/>
                  <a:ext cx="250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CBBE7C-9F02-16AE-9B05-9AC21D34D641}"/>
                    </a:ext>
                  </a:extLst>
                </p14:cNvPr>
                <p14:cNvContentPartPr/>
                <p14:nvPr/>
              </p14:nvContentPartPr>
              <p14:xfrm>
                <a:off x="3051465" y="2311575"/>
                <a:ext cx="205920" cy="6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CBBE7C-9F02-16AE-9B05-9AC21D34D6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42825" y="2302935"/>
                  <a:ext cx="223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65CFF85-101C-F2BF-34D6-D49FED4B1961}"/>
                    </a:ext>
                  </a:extLst>
                </p14:cNvPr>
                <p14:cNvContentPartPr/>
                <p14:nvPr/>
              </p14:nvContentPartPr>
              <p14:xfrm>
                <a:off x="3442425" y="2202495"/>
                <a:ext cx="259920" cy="9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65CFF85-101C-F2BF-34D6-D49FED4B19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3785" y="2193495"/>
                  <a:ext cx="27756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71E7F80-930F-5CDC-59C2-B6D9E46F0437}"/>
              </a:ext>
            </a:extLst>
          </p:cNvPr>
          <p:cNvGrpSpPr/>
          <p:nvPr/>
        </p:nvGrpSpPr>
        <p:grpSpPr>
          <a:xfrm>
            <a:off x="3900705" y="1900095"/>
            <a:ext cx="184320" cy="122040"/>
            <a:chOff x="3900705" y="1900095"/>
            <a:chExt cx="18432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EAAED0-4F3A-D84C-86D2-6BB43883D7F4}"/>
                    </a:ext>
                  </a:extLst>
                </p14:cNvPr>
                <p14:cNvContentPartPr/>
                <p14:nvPr/>
              </p14:nvContentPartPr>
              <p14:xfrm>
                <a:off x="3900705" y="1953735"/>
                <a:ext cx="184320" cy="68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EAAED0-4F3A-D84C-86D2-6BB43883D7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92065" y="1944735"/>
                  <a:ext cx="201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3DF916-8E25-5626-4B56-ECBEAF44DF54}"/>
                    </a:ext>
                  </a:extLst>
                </p14:cNvPr>
                <p14:cNvContentPartPr/>
                <p14:nvPr/>
              </p14:nvContentPartPr>
              <p14:xfrm>
                <a:off x="3941025" y="1900095"/>
                <a:ext cx="139680" cy="95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3DF916-8E25-5626-4B56-ECBEAF44DF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2025" y="1891455"/>
                  <a:ext cx="15732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99966E-E6D5-0650-ECEA-E51025065562}"/>
              </a:ext>
            </a:extLst>
          </p:cNvPr>
          <p:cNvGrpSpPr/>
          <p:nvPr/>
        </p:nvGrpSpPr>
        <p:grpSpPr>
          <a:xfrm>
            <a:off x="3335145" y="2586255"/>
            <a:ext cx="193320" cy="110520"/>
            <a:chOff x="3335145" y="2586255"/>
            <a:chExt cx="19332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DFB502-FAD0-F74D-5731-8DE1554850C8}"/>
                    </a:ext>
                  </a:extLst>
                </p14:cNvPr>
                <p14:cNvContentPartPr/>
                <p14:nvPr/>
              </p14:nvContentPartPr>
              <p14:xfrm>
                <a:off x="3335145" y="2610015"/>
                <a:ext cx="193320" cy="69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DFB502-FAD0-F74D-5731-8DE1554850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26505" y="2601015"/>
                  <a:ext cx="210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6B41E4-9F2B-932C-969F-8724EDAFA3AD}"/>
                    </a:ext>
                  </a:extLst>
                </p14:cNvPr>
                <p14:cNvContentPartPr/>
                <p14:nvPr/>
              </p14:nvContentPartPr>
              <p14:xfrm>
                <a:off x="3341985" y="2586255"/>
                <a:ext cx="150120" cy="110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6B41E4-9F2B-932C-969F-8724EDAFA3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32985" y="2577615"/>
                  <a:ext cx="1677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1BEC41B-F528-C0D1-AF6F-96A663115E04}"/>
              </a:ext>
            </a:extLst>
          </p:cNvPr>
          <p:cNvGrpSpPr/>
          <p:nvPr/>
        </p:nvGrpSpPr>
        <p:grpSpPr>
          <a:xfrm>
            <a:off x="3853905" y="2424975"/>
            <a:ext cx="211680" cy="169920"/>
            <a:chOff x="3853905" y="2424975"/>
            <a:chExt cx="21168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B1B9DB-24E2-2B81-00F3-8479E4D01557}"/>
                    </a:ext>
                  </a:extLst>
                </p14:cNvPr>
                <p14:cNvContentPartPr/>
                <p14:nvPr/>
              </p14:nvContentPartPr>
              <p14:xfrm>
                <a:off x="3853905" y="2507055"/>
                <a:ext cx="211680" cy="87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B1B9DB-24E2-2B81-00F3-8479E4D015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45265" y="2498415"/>
                  <a:ext cx="229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2BA788-438F-A677-19D3-CEC9CB81A085}"/>
                    </a:ext>
                  </a:extLst>
                </p14:cNvPr>
                <p14:cNvContentPartPr/>
                <p14:nvPr/>
              </p14:nvContentPartPr>
              <p14:xfrm>
                <a:off x="3928425" y="2424975"/>
                <a:ext cx="128520" cy="121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2BA788-438F-A677-19D3-CEC9CB81A08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19425" y="2415975"/>
                  <a:ext cx="1461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CA1B786-F014-5070-F652-3CD87F0E0527}"/>
              </a:ext>
            </a:extLst>
          </p:cNvPr>
          <p:cNvGrpSpPr/>
          <p:nvPr/>
        </p:nvGrpSpPr>
        <p:grpSpPr>
          <a:xfrm>
            <a:off x="4356825" y="837375"/>
            <a:ext cx="2189160" cy="2005560"/>
            <a:chOff x="4356825" y="837375"/>
            <a:chExt cx="2189160" cy="20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9BA8AAB-D9F7-2D75-9AAB-ED1EF452906D}"/>
                    </a:ext>
                  </a:extLst>
                </p14:cNvPr>
                <p14:cNvContentPartPr/>
                <p14:nvPr/>
              </p14:nvContentPartPr>
              <p14:xfrm>
                <a:off x="4428465" y="1751055"/>
                <a:ext cx="181440" cy="75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BA8AAB-D9F7-2D75-9AAB-ED1EF45290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9825" y="1742055"/>
                  <a:ext cx="199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5D5F07-8137-70DC-CCDD-1A19259E5B18}"/>
                    </a:ext>
                  </a:extLst>
                </p14:cNvPr>
                <p14:cNvContentPartPr/>
                <p14:nvPr/>
              </p14:nvContentPartPr>
              <p14:xfrm>
                <a:off x="4475985" y="1706775"/>
                <a:ext cx="137520" cy="11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5D5F07-8137-70DC-CCDD-1A19259E5B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66985" y="1698135"/>
                  <a:ext cx="155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40991A-B87D-9411-D7D6-BF59222EFF5A}"/>
                    </a:ext>
                  </a:extLst>
                </p14:cNvPr>
                <p14:cNvContentPartPr/>
                <p14:nvPr/>
              </p14:nvContentPartPr>
              <p14:xfrm>
                <a:off x="4812945" y="1113135"/>
                <a:ext cx="127080" cy="42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40991A-B87D-9411-D7D6-BF59222EFF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04305" y="1104495"/>
                  <a:ext cx="144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304FCC-3DAB-4D66-E10B-BB44BB50C2C5}"/>
                    </a:ext>
                  </a:extLst>
                </p14:cNvPr>
                <p14:cNvContentPartPr/>
                <p14:nvPr/>
              </p14:nvContentPartPr>
              <p14:xfrm>
                <a:off x="4822305" y="1033935"/>
                <a:ext cx="100800" cy="99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304FCC-3DAB-4D66-E10B-BB44BB50C2C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13305" y="1025295"/>
                  <a:ext cx="118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5442F9-5A7C-D2ED-3702-625D29D17E62}"/>
                    </a:ext>
                  </a:extLst>
                </p14:cNvPr>
                <p14:cNvContentPartPr/>
                <p14:nvPr/>
              </p14:nvContentPartPr>
              <p14:xfrm>
                <a:off x="5224425" y="912615"/>
                <a:ext cx="171720" cy="1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5442F9-5A7C-D2ED-3702-625D29D17E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5785" y="903975"/>
                  <a:ext cx="189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FFA232C-8FE5-A19C-025A-93F0D0AD3F78}"/>
                    </a:ext>
                  </a:extLst>
                </p14:cNvPr>
                <p14:cNvContentPartPr/>
                <p14:nvPr/>
              </p14:nvContentPartPr>
              <p14:xfrm>
                <a:off x="5257545" y="837375"/>
                <a:ext cx="184320" cy="12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FFA232C-8FE5-A19C-025A-93F0D0AD3F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8905" y="828735"/>
                  <a:ext cx="201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56D9BC-CCEF-FE4D-C54F-CFFBEB9D87BC}"/>
                    </a:ext>
                  </a:extLst>
                </p14:cNvPr>
                <p14:cNvContentPartPr/>
                <p14:nvPr/>
              </p14:nvContentPartPr>
              <p14:xfrm>
                <a:off x="4856505" y="1410135"/>
                <a:ext cx="175320" cy="50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56D9BC-CCEF-FE4D-C54F-CFFBEB9D87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47505" y="1401135"/>
                  <a:ext cx="192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07E1C0-202B-6F61-A156-9A55A2E7B591}"/>
                    </a:ext>
                  </a:extLst>
                </p14:cNvPr>
                <p14:cNvContentPartPr/>
                <p14:nvPr/>
              </p14:nvContentPartPr>
              <p14:xfrm>
                <a:off x="4901145" y="1285935"/>
                <a:ext cx="152280" cy="178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07E1C0-202B-6F61-A156-9A55A2E7B5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92145" y="1277295"/>
                  <a:ext cx="169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2334C0-BF5E-0266-1E76-0D7C05F56BD4}"/>
                    </a:ext>
                  </a:extLst>
                </p14:cNvPr>
                <p14:cNvContentPartPr/>
                <p14:nvPr/>
              </p14:nvContentPartPr>
              <p14:xfrm>
                <a:off x="5359425" y="1218255"/>
                <a:ext cx="200520" cy="19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2334C0-BF5E-0266-1E76-0D7C05F56B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50425" y="1209255"/>
                  <a:ext cx="21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EFCC20-7195-1307-F6D5-ED22EA0230F3}"/>
                    </a:ext>
                  </a:extLst>
                </p14:cNvPr>
                <p14:cNvContentPartPr/>
                <p14:nvPr/>
              </p14:nvContentPartPr>
              <p14:xfrm>
                <a:off x="5385705" y="1132935"/>
                <a:ext cx="219960" cy="18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EFCC20-7195-1307-F6D5-ED22EA0230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76705" y="1123935"/>
                  <a:ext cx="237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1E47C6-77FE-6293-A110-863D87B18344}"/>
                    </a:ext>
                  </a:extLst>
                </p14:cNvPr>
                <p14:cNvContentPartPr/>
                <p14:nvPr/>
              </p14:nvContentPartPr>
              <p14:xfrm>
                <a:off x="5696385" y="1020255"/>
                <a:ext cx="117000" cy="45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1E47C6-77FE-6293-A110-863D87B183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87745" y="1011615"/>
                  <a:ext cx="134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682C5F-0804-BEFE-9F1E-52BB54E3114A}"/>
                    </a:ext>
                  </a:extLst>
                </p14:cNvPr>
                <p14:cNvContentPartPr/>
                <p14:nvPr/>
              </p14:nvContentPartPr>
              <p14:xfrm>
                <a:off x="5701065" y="942495"/>
                <a:ext cx="107640" cy="169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682C5F-0804-BEFE-9F1E-52BB54E311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92425" y="933495"/>
                  <a:ext cx="125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CEB456-7ED7-411E-4444-2D81EAC58A97}"/>
                    </a:ext>
                  </a:extLst>
                </p14:cNvPr>
                <p14:cNvContentPartPr/>
                <p14:nvPr/>
              </p14:nvContentPartPr>
              <p14:xfrm>
                <a:off x="4356825" y="2426055"/>
                <a:ext cx="237960" cy="37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CEB456-7ED7-411E-4444-2D81EAC58A9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48185" y="2417415"/>
                  <a:ext cx="25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D79723-9F93-B100-F233-7A1EECC83B69}"/>
                    </a:ext>
                  </a:extLst>
                </p14:cNvPr>
                <p14:cNvContentPartPr/>
                <p14:nvPr/>
              </p14:nvContentPartPr>
              <p14:xfrm>
                <a:off x="4417665" y="2333175"/>
                <a:ext cx="194760" cy="10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D79723-9F93-B100-F233-7A1EECC83B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08665" y="2324535"/>
                  <a:ext cx="212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21F6CD0-2E5A-5D06-73C0-FDC03F8AE5A9}"/>
                    </a:ext>
                  </a:extLst>
                </p14:cNvPr>
                <p14:cNvContentPartPr/>
                <p14:nvPr/>
              </p14:nvContentPartPr>
              <p14:xfrm>
                <a:off x="4897545" y="2087295"/>
                <a:ext cx="249480" cy="12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21F6CD0-2E5A-5D06-73C0-FDC03F8AE5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88905" y="2078655"/>
                  <a:ext cx="267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D2FB0C-807E-8D18-6A2B-A9D21B112515}"/>
                    </a:ext>
                  </a:extLst>
                </p14:cNvPr>
                <p14:cNvContentPartPr/>
                <p14:nvPr/>
              </p14:nvContentPartPr>
              <p14:xfrm>
                <a:off x="4964865" y="2061735"/>
                <a:ext cx="144360" cy="100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D2FB0C-807E-8D18-6A2B-A9D21B1125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56225" y="2052735"/>
                  <a:ext cx="162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67592A-6E55-71BF-6FE4-56DF63C1439D}"/>
                    </a:ext>
                  </a:extLst>
                </p14:cNvPr>
                <p14:cNvContentPartPr/>
                <p14:nvPr/>
              </p14:nvContentPartPr>
              <p14:xfrm>
                <a:off x="5490825" y="1755015"/>
                <a:ext cx="227880" cy="113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67592A-6E55-71BF-6FE4-56DF63C1439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81825" y="1746375"/>
                  <a:ext cx="245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B839EB-D0C0-26DE-85F7-A92084615137}"/>
                    </a:ext>
                  </a:extLst>
                </p14:cNvPr>
                <p14:cNvContentPartPr/>
                <p14:nvPr/>
              </p14:nvContentPartPr>
              <p14:xfrm>
                <a:off x="5474625" y="1667535"/>
                <a:ext cx="247320" cy="163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B839EB-D0C0-26DE-85F7-A920846151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65985" y="1658895"/>
                  <a:ext cx="26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0EF60C-6C8F-4336-E19D-BE12AB3C535B}"/>
                    </a:ext>
                  </a:extLst>
                </p14:cNvPr>
                <p14:cNvContentPartPr/>
                <p14:nvPr/>
              </p14:nvContentPartPr>
              <p14:xfrm>
                <a:off x="4374465" y="2734935"/>
                <a:ext cx="309600" cy="108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0EF60C-6C8F-4336-E19D-BE12AB3C535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65825" y="2725935"/>
                  <a:ext cx="32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1B0B65-280D-2AAE-A43C-CA64B6F424EA}"/>
                    </a:ext>
                  </a:extLst>
                </p14:cNvPr>
                <p14:cNvContentPartPr/>
                <p14:nvPr/>
              </p14:nvContentPartPr>
              <p14:xfrm>
                <a:off x="4421985" y="2702535"/>
                <a:ext cx="263160" cy="100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1B0B65-280D-2AAE-A43C-CA64B6F424E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13345" y="2693895"/>
                  <a:ext cx="280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82C5FA4-6105-1602-4985-5C4652831AC2}"/>
                    </a:ext>
                  </a:extLst>
                </p14:cNvPr>
                <p14:cNvContentPartPr/>
                <p14:nvPr/>
              </p14:nvContentPartPr>
              <p14:xfrm>
                <a:off x="4904385" y="2633775"/>
                <a:ext cx="281520" cy="27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82C5FA4-6105-1602-4985-5C4652831AC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95745" y="2624775"/>
                  <a:ext cx="299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01ADD02-3139-C8B7-FB7C-3E3E4BC7BF7F}"/>
                    </a:ext>
                  </a:extLst>
                </p14:cNvPr>
                <p14:cNvContentPartPr/>
                <p14:nvPr/>
              </p14:nvContentPartPr>
              <p14:xfrm>
                <a:off x="4985745" y="2522535"/>
                <a:ext cx="191160" cy="119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01ADD02-3139-C8B7-FB7C-3E3E4BC7BF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76745" y="2513895"/>
                  <a:ext cx="208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5F8D45-5301-C7BB-E1EA-4A7A283ADA54}"/>
                    </a:ext>
                  </a:extLst>
                </p14:cNvPr>
                <p14:cNvContentPartPr/>
                <p14:nvPr/>
              </p14:nvContentPartPr>
              <p14:xfrm>
                <a:off x="5339985" y="2453775"/>
                <a:ext cx="241560" cy="50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5F8D45-5301-C7BB-E1EA-4A7A283ADA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30985" y="2444775"/>
                  <a:ext cx="259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CD51FE-18A1-6756-1BC9-1564C02DE239}"/>
                    </a:ext>
                  </a:extLst>
                </p14:cNvPr>
                <p14:cNvContentPartPr/>
                <p14:nvPr/>
              </p14:nvContentPartPr>
              <p14:xfrm>
                <a:off x="5410905" y="2378535"/>
                <a:ext cx="189000" cy="13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CD51FE-18A1-6756-1BC9-1564C02DE23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01905" y="2369535"/>
                  <a:ext cx="206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6C3A20-FED0-7407-89C2-F0B5D0C09563}"/>
                    </a:ext>
                  </a:extLst>
                </p14:cNvPr>
                <p14:cNvContentPartPr/>
                <p14:nvPr/>
              </p14:nvContentPartPr>
              <p14:xfrm>
                <a:off x="5783505" y="2265495"/>
                <a:ext cx="219960" cy="32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6C3A20-FED0-7407-89C2-F0B5D0C095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74505" y="2256495"/>
                  <a:ext cx="237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AC817E8-46B7-E4C5-43F5-A4E05258E892}"/>
                    </a:ext>
                  </a:extLst>
                </p14:cNvPr>
                <p14:cNvContentPartPr/>
                <p14:nvPr/>
              </p14:nvContentPartPr>
              <p14:xfrm>
                <a:off x="5852985" y="2094855"/>
                <a:ext cx="216360" cy="198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AC817E8-46B7-E4C5-43F5-A4E05258E89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44345" y="2086215"/>
                  <a:ext cx="234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016371-CD11-B77E-D1D0-E00438040643}"/>
                    </a:ext>
                  </a:extLst>
                </p14:cNvPr>
                <p14:cNvContentPartPr/>
                <p14:nvPr/>
              </p14:nvContentPartPr>
              <p14:xfrm>
                <a:off x="5974305" y="1562775"/>
                <a:ext cx="241560" cy="14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016371-CD11-B77E-D1D0-E004380406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5305" y="1554135"/>
                  <a:ext cx="25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6633ED5-4F89-775D-D8AB-B2BF97C39AF1}"/>
                    </a:ext>
                  </a:extLst>
                </p14:cNvPr>
                <p14:cNvContentPartPr/>
                <p14:nvPr/>
              </p14:nvContentPartPr>
              <p14:xfrm>
                <a:off x="5952705" y="1376655"/>
                <a:ext cx="289440" cy="198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6633ED5-4F89-775D-D8AB-B2BF97C39AF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43705" y="1367655"/>
                  <a:ext cx="307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8BD4846-EC64-DA9A-214E-E10DA525D350}"/>
                    </a:ext>
                  </a:extLst>
                </p14:cNvPr>
                <p14:cNvContentPartPr/>
                <p14:nvPr/>
              </p14:nvContentPartPr>
              <p14:xfrm>
                <a:off x="6144585" y="1915575"/>
                <a:ext cx="227880" cy="72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8BD4846-EC64-DA9A-214E-E10DA525D3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35945" y="1906935"/>
                  <a:ext cx="245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612CF8-0D1C-60D4-2362-2869532E21E5}"/>
                    </a:ext>
                  </a:extLst>
                </p14:cNvPr>
                <p14:cNvContentPartPr/>
                <p14:nvPr/>
              </p14:nvContentPartPr>
              <p14:xfrm>
                <a:off x="6171945" y="1773735"/>
                <a:ext cx="20268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612CF8-0D1C-60D4-2362-2869532E21E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63305" y="1764735"/>
                  <a:ext cx="220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6F8B32-D42A-88A1-2D92-B86441A8B87E}"/>
                    </a:ext>
                  </a:extLst>
                </p14:cNvPr>
                <p14:cNvContentPartPr/>
                <p14:nvPr/>
              </p14:nvContentPartPr>
              <p14:xfrm>
                <a:off x="6345825" y="1649175"/>
                <a:ext cx="195480" cy="114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6F8B32-D42A-88A1-2D92-B86441A8B87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37185" y="1640175"/>
                  <a:ext cx="213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5B2BD1-744E-B84F-7859-BC31C44C7D2A}"/>
                    </a:ext>
                  </a:extLst>
                </p14:cNvPr>
                <p14:cNvContentPartPr/>
                <p14:nvPr/>
              </p14:nvContentPartPr>
              <p14:xfrm>
                <a:off x="6367425" y="1559535"/>
                <a:ext cx="178560" cy="154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5B2BD1-744E-B84F-7859-BC31C44C7D2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58785" y="1550895"/>
                  <a:ext cx="196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36B5D09-6631-ED65-6E0E-2523B128A106}"/>
                    </a:ext>
                  </a:extLst>
                </p14:cNvPr>
                <p14:cNvContentPartPr/>
                <p14:nvPr/>
              </p14:nvContentPartPr>
              <p14:xfrm>
                <a:off x="6052065" y="1859055"/>
                <a:ext cx="294120" cy="106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36B5D09-6631-ED65-6E0E-2523B128A1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43065" y="1850415"/>
                  <a:ext cx="311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74A750-4CE2-29FF-0F65-FEF69A464F9B}"/>
                    </a:ext>
                  </a:extLst>
                </p14:cNvPr>
                <p14:cNvContentPartPr/>
                <p14:nvPr/>
              </p14:nvContentPartPr>
              <p14:xfrm>
                <a:off x="6071505" y="1743855"/>
                <a:ext cx="273600" cy="308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74A750-4CE2-29FF-0F65-FEF69A464F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62505" y="1734855"/>
                  <a:ext cx="291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B87E453-150C-251E-65FA-184FDD7C919B}"/>
                    </a:ext>
                  </a:extLst>
                </p14:cNvPr>
                <p14:cNvContentPartPr/>
                <p14:nvPr/>
              </p14:nvContentPartPr>
              <p14:xfrm>
                <a:off x="5734185" y="2095575"/>
                <a:ext cx="219960" cy="275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B87E453-150C-251E-65FA-184FDD7C919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25545" y="2086935"/>
                  <a:ext cx="237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7CFAC9A-A0CA-D3AA-6D98-9A95E99666B7}"/>
                    </a:ext>
                  </a:extLst>
                </p14:cNvPr>
                <p14:cNvContentPartPr/>
                <p14:nvPr/>
              </p14:nvContentPartPr>
              <p14:xfrm>
                <a:off x="5274825" y="2360175"/>
                <a:ext cx="257760" cy="218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7CFAC9A-A0CA-D3AA-6D98-9A95E99666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65825" y="2351535"/>
                  <a:ext cx="275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C6DC6B4-FCFD-3368-F2E5-00655FF83B46}"/>
                    </a:ext>
                  </a:extLst>
                </p14:cNvPr>
                <p14:cNvContentPartPr/>
                <p14:nvPr/>
              </p14:nvContentPartPr>
              <p14:xfrm>
                <a:off x="5441505" y="2010615"/>
                <a:ext cx="194760" cy="133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C6DC6B4-FCFD-3368-F2E5-00655FF83B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32865" y="2001615"/>
                  <a:ext cx="21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A0258A-E0D3-8A94-8FD1-3BBC75BFA725}"/>
                    </a:ext>
                  </a:extLst>
                </p14:cNvPr>
                <p14:cNvContentPartPr/>
                <p14:nvPr/>
              </p14:nvContentPartPr>
              <p14:xfrm>
                <a:off x="5442945" y="1989735"/>
                <a:ext cx="204840" cy="114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A0258A-E0D3-8A94-8FD1-3BBC75BFA72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33945" y="1980735"/>
                  <a:ext cx="222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DC69EB-9FB5-686C-5D7D-D7692D7F0A2F}"/>
                    </a:ext>
                  </a:extLst>
                </p14:cNvPr>
                <p14:cNvContentPartPr/>
                <p14:nvPr/>
              </p14:nvContentPartPr>
              <p14:xfrm>
                <a:off x="5854425" y="1761855"/>
                <a:ext cx="207720" cy="129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DC69EB-9FB5-686C-5D7D-D7692D7F0A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45425" y="1752855"/>
                  <a:ext cx="225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644B92-0603-CAC3-0C18-D040E6F28764}"/>
                    </a:ext>
                  </a:extLst>
                </p14:cNvPr>
                <p14:cNvContentPartPr/>
                <p14:nvPr/>
              </p14:nvContentPartPr>
              <p14:xfrm>
                <a:off x="4885305" y="2364495"/>
                <a:ext cx="149760" cy="84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644B92-0603-CAC3-0C18-D040E6F2876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76305" y="2355495"/>
                  <a:ext cx="167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80D05A-246D-B996-B71C-AAD399F478A0}"/>
                    </a:ext>
                  </a:extLst>
                </p14:cNvPr>
                <p14:cNvContentPartPr/>
                <p14:nvPr/>
              </p14:nvContentPartPr>
              <p14:xfrm>
                <a:off x="4899705" y="2299335"/>
                <a:ext cx="169560" cy="153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80D05A-246D-B996-B71C-AAD399F478A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91065" y="2290335"/>
                  <a:ext cx="1872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C1E839F-0A12-3D40-BD7E-5232CCB2ACEE}"/>
              </a:ext>
            </a:extLst>
          </p:cNvPr>
          <p:cNvGrpSpPr/>
          <p:nvPr/>
        </p:nvGrpSpPr>
        <p:grpSpPr>
          <a:xfrm>
            <a:off x="3626385" y="1974255"/>
            <a:ext cx="242640" cy="102240"/>
            <a:chOff x="3626385" y="1974255"/>
            <a:chExt cx="24264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537BB8-8E93-51C8-1B2D-1DC70A5EECF9}"/>
                    </a:ext>
                  </a:extLst>
                </p14:cNvPr>
                <p14:cNvContentPartPr/>
                <p14:nvPr/>
              </p14:nvContentPartPr>
              <p14:xfrm>
                <a:off x="3626385" y="2044815"/>
                <a:ext cx="233640" cy="18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537BB8-8E93-51C8-1B2D-1DC70A5EEC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20265" y="2038695"/>
                  <a:ext cx="245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CF5562E-F99B-954D-B2B4-D059FD7B1D95}"/>
                    </a:ext>
                  </a:extLst>
                </p14:cNvPr>
                <p14:cNvContentPartPr/>
                <p14:nvPr/>
              </p14:nvContentPartPr>
              <p14:xfrm>
                <a:off x="3677865" y="1974255"/>
                <a:ext cx="191160" cy="10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CF5562E-F99B-954D-B2B4-D059FD7B1D9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71745" y="1968135"/>
                  <a:ext cx="2034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2882E84-B453-88AA-C1BA-527F1FED7A69}"/>
              </a:ext>
            </a:extLst>
          </p:cNvPr>
          <p:cNvGrpSpPr/>
          <p:nvPr/>
        </p:nvGrpSpPr>
        <p:grpSpPr>
          <a:xfrm>
            <a:off x="2532705" y="376575"/>
            <a:ext cx="2656080" cy="1526040"/>
            <a:chOff x="2532705" y="376575"/>
            <a:chExt cx="2656080" cy="152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F75309-322D-2521-6021-9528C960F80E}"/>
                    </a:ext>
                  </a:extLst>
                </p14:cNvPr>
                <p14:cNvContentPartPr/>
                <p14:nvPr/>
              </p14:nvContentPartPr>
              <p14:xfrm>
                <a:off x="4226505" y="1667175"/>
                <a:ext cx="198000" cy="115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F75309-322D-2521-6021-9528C960F8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20385" y="1661055"/>
                  <a:ext cx="210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BF401A3-EDD3-ADAA-E6D4-E367CDBB6E45}"/>
                    </a:ext>
                  </a:extLst>
                </p14:cNvPr>
                <p14:cNvContentPartPr/>
                <p14:nvPr/>
              </p14:nvContentPartPr>
              <p14:xfrm>
                <a:off x="4700625" y="1436775"/>
                <a:ext cx="143640" cy="56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BF401A3-EDD3-ADAA-E6D4-E367CDBB6E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94505" y="1430655"/>
                  <a:ext cx="15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48F07ED-1889-2FA0-97B0-7C15B6F1A243}"/>
                    </a:ext>
                  </a:extLst>
                </p14:cNvPr>
                <p14:cNvContentPartPr/>
                <p14:nvPr/>
              </p14:nvContentPartPr>
              <p14:xfrm>
                <a:off x="4725105" y="1396095"/>
                <a:ext cx="174240" cy="137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48F07ED-1889-2FA0-97B0-7C15B6F1A24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18985" y="1389975"/>
                  <a:ext cx="186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F37F8D-E07D-DE26-3066-F62A0633F5D1}"/>
                    </a:ext>
                  </a:extLst>
                </p14:cNvPr>
                <p14:cNvContentPartPr/>
                <p14:nvPr/>
              </p14:nvContentPartPr>
              <p14:xfrm>
                <a:off x="3446745" y="1756815"/>
                <a:ext cx="160920" cy="5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F37F8D-E07D-DE26-3066-F62A0633F5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40625" y="1750695"/>
                  <a:ext cx="173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5F5F942-9E89-675A-A48F-7F68CA7F73ED}"/>
                    </a:ext>
                  </a:extLst>
                </p14:cNvPr>
                <p14:cNvContentPartPr/>
                <p14:nvPr/>
              </p14:nvContentPartPr>
              <p14:xfrm>
                <a:off x="3458625" y="1681935"/>
                <a:ext cx="155880" cy="86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5F5F942-9E89-675A-A48F-7F68CA7F73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52505" y="1675815"/>
                  <a:ext cx="168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6B56D5-65ED-E7EC-F8E7-77AC929EE975}"/>
                    </a:ext>
                  </a:extLst>
                </p14:cNvPr>
                <p14:cNvContentPartPr/>
                <p14:nvPr/>
              </p14:nvContentPartPr>
              <p14:xfrm>
                <a:off x="4281945" y="1384935"/>
                <a:ext cx="174600" cy="49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6B56D5-65ED-E7EC-F8E7-77AC929EE9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75825" y="1378815"/>
                  <a:ext cx="186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E3B6F5A-621B-0F4C-B8D1-CFCE9520A243}"/>
                    </a:ext>
                  </a:extLst>
                </p14:cNvPr>
                <p14:cNvContentPartPr/>
                <p14:nvPr/>
              </p14:nvContentPartPr>
              <p14:xfrm>
                <a:off x="4252785" y="1331295"/>
                <a:ext cx="208440" cy="129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E3B6F5A-621B-0F4C-B8D1-CFCE9520A2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46665" y="1325175"/>
                  <a:ext cx="220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4669FDC-B5DA-D26C-9556-5868E42E2662}"/>
                    </a:ext>
                  </a:extLst>
                </p14:cNvPr>
                <p14:cNvContentPartPr/>
                <p14:nvPr/>
              </p14:nvContentPartPr>
              <p14:xfrm>
                <a:off x="4905465" y="829095"/>
                <a:ext cx="283320" cy="173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4669FDC-B5DA-D26C-9556-5868E42E266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99345" y="822975"/>
                  <a:ext cx="295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DF84C-9CCF-22AA-101F-C6B41CA5976C}"/>
                    </a:ext>
                  </a:extLst>
                </p14:cNvPr>
                <p14:cNvContentPartPr/>
                <p14:nvPr/>
              </p14:nvContentPartPr>
              <p14:xfrm>
                <a:off x="2740785" y="1827015"/>
                <a:ext cx="243720" cy="75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DF84C-9CCF-22AA-101F-C6B41CA597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34665" y="1820895"/>
                  <a:ext cx="255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C102E58-2901-00C9-6255-4EA707DB3274}"/>
                    </a:ext>
                  </a:extLst>
                </p14:cNvPr>
                <p14:cNvContentPartPr/>
                <p14:nvPr/>
              </p14:nvContentPartPr>
              <p14:xfrm>
                <a:off x="2824305" y="1730535"/>
                <a:ext cx="159120" cy="126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C102E58-2901-00C9-6255-4EA707DB32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18185" y="1724415"/>
                  <a:ext cx="171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C7329DC-B4F9-5A97-8E4E-F3513530D67A}"/>
                    </a:ext>
                  </a:extLst>
                </p14:cNvPr>
                <p14:cNvContentPartPr/>
                <p14:nvPr/>
              </p14:nvContentPartPr>
              <p14:xfrm>
                <a:off x="3104385" y="1549815"/>
                <a:ext cx="337680" cy="23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C7329DC-B4F9-5A97-8E4E-F3513530D67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98265" y="1543695"/>
                  <a:ext cx="349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2686943-CF6D-3EFF-DB81-7176DD2510C3}"/>
                    </a:ext>
                  </a:extLst>
                </p14:cNvPr>
                <p14:cNvContentPartPr/>
                <p14:nvPr/>
              </p14:nvContentPartPr>
              <p14:xfrm>
                <a:off x="3228945" y="1459815"/>
                <a:ext cx="219960" cy="140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2686943-CF6D-3EFF-DB81-7176DD2510C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22825" y="1453695"/>
                  <a:ext cx="23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5BC5B0-D1A5-C11D-B8D3-2F49C6A5980D}"/>
                    </a:ext>
                  </a:extLst>
                </p14:cNvPr>
                <p14:cNvContentPartPr/>
                <p14:nvPr/>
              </p14:nvContentPartPr>
              <p14:xfrm>
                <a:off x="3564825" y="1351815"/>
                <a:ext cx="217440" cy="75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5BC5B0-D1A5-C11D-B8D3-2F49C6A598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58705" y="1345695"/>
                  <a:ext cx="229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9C1270-C36C-3032-3A9B-2E41301B79E7}"/>
                    </a:ext>
                  </a:extLst>
                </p14:cNvPr>
                <p14:cNvContentPartPr/>
                <p14:nvPr/>
              </p14:nvContentPartPr>
              <p14:xfrm>
                <a:off x="3608385" y="1234815"/>
                <a:ext cx="241560" cy="215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9C1270-C36C-3032-3A9B-2E41301B79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02265" y="1228695"/>
                  <a:ext cx="253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40D325-4DE9-9A12-9D80-0925A8532E53}"/>
                    </a:ext>
                  </a:extLst>
                </p14:cNvPr>
                <p14:cNvContentPartPr/>
                <p14:nvPr/>
              </p14:nvContentPartPr>
              <p14:xfrm>
                <a:off x="3977385" y="1183335"/>
                <a:ext cx="234720" cy="20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40D325-4DE9-9A12-9D80-0925A8532E5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71265" y="1177215"/>
                  <a:ext cx="246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629286-D0F8-F221-A383-63C56A056DDF}"/>
                    </a:ext>
                  </a:extLst>
                </p14:cNvPr>
                <p14:cNvContentPartPr/>
                <p14:nvPr/>
              </p14:nvContentPartPr>
              <p14:xfrm>
                <a:off x="4010505" y="1089735"/>
                <a:ext cx="132840" cy="129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629286-D0F8-F221-A383-63C56A056DD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04385" y="1083615"/>
                  <a:ext cx="145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9EB455-9D17-F0E8-819E-4B31989F9C4C}"/>
                    </a:ext>
                  </a:extLst>
                </p14:cNvPr>
                <p14:cNvContentPartPr/>
                <p14:nvPr/>
              </p14:nvContentPartPr>
              <p14:xfrm>
                <a:off x="4314705" y="914775"/>
                <a:ext cx="207360" cy="59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9EB455-9D17-F0E8-819E-4B31989F9C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08585" y="908655"/>
                  <a:ext cx="219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D56055-0F90-9934-EC6A-E36A27032148}"/>
                    </a:ext>
                  </a:extLst>
                </p14:cNvPr>
                <p14:cNvContentPartPr/>
                <p14:nvPr/>
              </p14:nvContentPartPr>
              <p14:xfrm>
                <a:off x="4380945" y="786975"/>
                <a:ext cx="293040" cy="180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D56055-0F90-9934-EC6A-E36A270321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74825" y="780855"/>
                  <a:ext cx="305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B1BF93-39E1-4FAE-19A0-A1CCEAF38542}"/>
                    </a:ext>
                  </a:extLst>
                </p14:cNvPr>
                <p14:cNvContentPartPr/>
                <p14:nvPr/>
              </p14:nvContentPartPr>
              <p14:xfrm>
                <a:off x="4847145" y="551535"/>
                <a:ext cx="200520" cy="61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B1BF93-39E1-4FAE-19A0-A1CCEAF385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41025" y="545415"/>
                  <a:ext cx="212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FAA99DA-CC82-02BB-10A4-2AAFC475A446}"/>
                    </a:ext>
                  </a:extLst>
                </p14:cNvPr>
                <p14:cNvContentPartPr/>
                <p14:nvPr/>
              </p14:nvContentPartPr>
              <p14:xfrm>
                <a:off x="4781985" y="519495"/>
                <a:ext cx="221040" cy="126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FAA99DA-CC82-02BB-10A4-2AAFC475A4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75865" y="513375"/>
                  <a:ext cx="233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04DE74-0307-EA1C-4A91-58F3274EBAEA}"/>
                    </a:ext>
                  </a:extLst>
                </p14:cNvPr>
                <p14:cNvContentPartPr/>
                <p14:nvPr/>
              </p14:nvContentPartPr>
              <p14:xfrm>
                <a:off x="2532705" y="1385655"/>
                <a:ext cx="289800" cy="61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04DE74-0307-EA1C-4A91-58F3274EBAE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526585" y="1379535"/>
                  <a:ext cx="302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2E0551-12C5-EA2C-0DF1-C47FB7B9BAF2}"/>
                    </a:ext>
                  </a:extLst>
                </p14:cNvPr>
                <p14:cNvContentPartPr/>
                <p14:nvPr/>
              </p14:nvContentPartPr>
              <p14:xfrm>
                <a:off x="2551065" y="1304655"/>
                <a:ext cx="189000" cy="158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2E0551-12C5-EA2C-0DF1-C47FB7B9BAF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44945" y="1298535"/>
                  <a:ext cx="201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EDBC415-0F4C-3A5E-86EA-01917D353F32}"/>
                    </a:ext>
                  </a:extLst>
                </p14:cNvPr>
                <p14:cNvContentPartPr/>
                <p14:nvPr/>
              </p14:nvContentPartPr>
              <p14:xfrm>
                <a:off x="2947785" y="1175055"/>
                <a:ext cx="359280" cy="4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EDBC415-0F4C-3A5E-86EA-01917D353F3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41665" y="1168935"/>
                  <a:ext cx="371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1F0D30F-2EBF-FF74-BAD3-23CE5782FE97}"/>
                    </a:ext>
                  </a:extLst>
                </p14:cNvPr>
                <p14:cNvContentPartPr/>
                <p14:nvPr/>
              </p14:nvContentPartPr>
              <p14:xfrm>
                <a:off x="3034545" y="1084335"/>
                <a:ext cx="202680" cy="133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1F0D30F-2EBF-FF74-BAD3-23CE5782FE9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28425" y="1078215"/>
                  <a:ext cx="214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2FAF55E-FF75-379F-9A07-70D29CC77B2A}"/>
                    </a:ext>
                  </a:extLst>
                </p14:cNvPr>
                <p14:cNvContentPartPr/>
                <p14:nvPr/>
              </p14:nvContentPartPr>
              <p14:xfrm>
                <a:off x="3394545" y="925935"/>
                <a:ext cx="255240" cy="52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2FAF55E-FF75-379F-9A07-70D29CC77B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88425" y="919815"/>
                  <a:ext cx="267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4F47CD-267F-DC3F-0A71-98F42FE370D4}"/>
                    </a:ext>
                  </a:extLst>
                </p14:cNvPr>
                <p14:cNvContentPartPr/>
                <p14:nvPr/>
              </p14:nvContentPartPr>
              <p14:xfrm>
                <a:off x="3415065" y="883815"/>
                <a:ext cx="179640" cy="144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4F47CD-267F-DC3F-0A71-98F42FE370D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08945" y="877695"/>
                  <a:ext cx="191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2967AAC-1FAB-C116-CC29-83C03492C54E}"/>
                    </a:ext>
                  </a:extLst>
                </p14:cNvPr>
                <p14:cNvContentPartPr/>
                <p14:nvPr/>
              </p14:nvContentPartPr>
              <p14:xfrm>
                <a:off x="3756705" y="750255"/>
                <a:ext cx="314640" cy="45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2967AAC-1FAB-C116-CC29-83C03492C54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750585" y="744135"/>
                  <a:ext cx="326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25983E-5A93-96B9-60A7-8BD00F8BD34A}"/>
                    </a:ext>
                  </a:extLst>
                </p14:cNvPr>
                <p14:cNvContentPartPr/>
                <p14:nvPr/>
              </p14:nvContentPartPr>
              <p14:xfrm>
                <a:off x="3782985" y="707055"/>
                <a:ext cx="264240" cy="190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25983E-5A93-96B9-60A7-8BD00F8BD3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76865" y="700935"/>
                  <a:ext cx="276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35E36E-A50B-64DE-8D9F-3FA60BFFAE59}"/>
                    </a:ext>
                  </a:extLst>
                </p14:cNvPr>
                <p14:cNvContentPartPr/>
                <p14:nvPr/>
              </p14:nvContentPartPr>
              <p14:xfrm>
                <a:off x="4229025" y="565935"/>
                <a:ext cx="200520" cy="90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35E36E-A50B-64DE-8D9F-3FA60BFFAE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22905" y="559815"/>
                  <a:ext cx="212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3678375-792B-2211-8293-4491CA4F5722}"/>
                    </a:ext>
                  </a:extLst>
                </p14:cNvPr>
                <p14:cNvContentPartPr/>
                <p14:nvPr/>
              </p14:nvContentPartPr>
              <p14:xfrm>
                <a:off x="4145505" y="531015"/>
                <a:ext cx="231480" cy="139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3678375-792B-2211-8293-4491CA4F57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39385" y="524895"/>
                  <a:ext cx="243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632D560-872C-D06E-559C-4D5D3D1BB4BB}"/>
                    </a:ext>
                  </a:extLst>
                </p14:cNvPr>
                <p14:cNvContentPartPr/>
                <p14:nvPr/>
              </p14:nvContentPartPr>
              <p14:xfrm>
                <a:off x="4562745" y="422655"/>
                <a:ext cx="235800" cy="67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632D560-872C-D06E-559C-4D5D3D1BB4B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56625" y="416535"/>
                  <a:ext cx="248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23FAF5-955F-388C-8706-7545FD059D97}"/>
                    </a:ext>
                  </a:extLst>
                </p14:cNvPr>
                <p14:cNvContentPartPr/>
                <p14:nvPr/>
              </p14:nvContentPartPr>
              <p14:xfrm>
                <a:off x="4536465" y="376575"/>
                <a:ext cx="171720" cy="97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23FAF5-955F-388C-8706-7545FD059D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30345" y="370455"/>
                  <a:ext cx="1839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3D1D95F-A59A-076E-128D-A76D90E120D5}"/>
              </a:ext>
            </a:extLst>
          </p:cNvPr>
          <p:cNvGrpSpPr/>
          <p:nvPr/>
        </p:nvGrpSpPr>
        <p:grpSpPr>
          <a:xfrm>
            <a:off x="3285825" y="421935"/>
            <a:ext cx="375480" cy="117720"/>
            <a:chOff x="3285825" y="421935"/>
            <a:chExt cx="37548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07C77A0-6E80-2241-A275-038E15A59E75}"/>
                    </a:ext>
                  </a:extLst>
                </p14:cNvPr>
                <p14:cNvContentPartPr/>
                <p14:nvPr/>
              </p14:nvContentPartPr>
              <p14:xfrm>
                <a:off x="3360345" y="462255"/>
                <a:ext cx="300960" cy="29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07C77A0-6E80-2241-A275-038E15A59E7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54225" y="456135"/>
                  <a:ext cx="313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917D18C-7632-8C08-49C6-1C6CB6326AF4}"/>
                    </a:ext>
                  </a:extLst>
                </p14:cNvPr>
                <p14:cNvContentPartPr/>
                <p14:nvPr/>
              </p14:nvContentPartPr>
              <p14:xfrm>
                <a:off x="3285825" y="421935"/>
                <a:ext cx="259920" cy="117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917D18C-7632-8C08-49C6-1C6CB6326AF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79705" y="415815"/>
                  <a:ext cx="2721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B845886-A99C-22F4-3D91-256047EC3D47}"/>
              </a:ext>
            </a:extLst>
          </p:cNvPr>
          <p:cNvGrpSpPr/>
          <p:nvPr/>
        </p:nvGrpSpPr>
        <p:grpSpPr>
          <a:xfrm>
            <a:off x="3852105" y="114495"/>
            <a:ext cx="249120" cy="204120"/>
            <a:chOff x="3852105" y="114495"/>
            <a:chExt cx="2491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75F53BF-E738-0613-78F3-C504F98E4E30}"/>
                    </a:ext>
                  </a:extLst>
                </p14:cNvPr>
                <p14:cNvContentPartPr/>
                <p14:nvPr/>
              </p14:nvContentPartPr>
              <p14:xfrm>
                <a:off x="3852105" y="165255"/>
                <a:ext cx="194040" cy="153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75F53BF-E738-0613-78F3-C504F98E4E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45985" y="159135"/>
                  <a:ext cx="206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96556A-43EA-41E7-6840-B86DEF886096}"/>
                    </a:ext>
                  </a:extLst>
                </p14:cNvPr>
                <p14:cNvContentPartPr/>
                <p14:nvPr/>
              </p14:nvContentPartPr>
              <p14:xfrm>
                <a:off x="3905385" y="114495"/>
                <a:ext cx="195840" cy="198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96556A-43EA-41E7-6840-B86DEF88609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99265" y="108375"/>
                  <a:ext cx="20808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7759702-FBF7-5052-DF31-759246892208}"/>
              </a:ext>
            </a:extLst>
          </p:cNvPr>
          <p:cNvGrpSpPr/>
          <p:nvPr/>
        </p:nvGrpSpPr>
        <p:grpSpPr>
          <a:xfrm>
            <a:off x="2752305" y="617775"/>
            <a:ext cx="650880" cy="132480"/>
            <a:chOff x="2752305" y="617775"/>
            <a:chExt cx="65088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B9ACDE-4D6A-EFBF-A424-A972AD907C10}"/>
                    </a:ext>
                  </a:extLst>
                </p14:cNvPr>
                <p14:cNvContentPartPr/>
                <p14:nvPr/>
              </p14:nvContentPartPr>
              <p14:xfrm>
                <a:off x="2752305" y="658455"/>
                <a:ext cx="338760" cy="82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B9ACDE-4D6A-EFBF-A424-A972AD907C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46185" y="652335"/>
                  <a:ext cx="351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9779DE-2CB4-89F9-29CF-C4269CB7019C}"/>
                    </a:ext>
                  </a:extLst>
                </p14:cNvPr>
                <p14:cNvContentPartPr/>
                <p14:nvPr/>
              </p14:nvContentPartPr>
              <p14:xfrm>
                <a:off x="2770305" y="658455"/>
                <a:ext cx="214200" cy="91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9779DE-2CB4-89F9-29CF-C4269CB7019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64185" y="652335"/>
                  <a:ext cx="226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5EEAB72-516F-472A-1653-DC5E5ED19865}"/>
                    </a:ext>
                  </a:extLst>
                </p14:cNvPr>
                <p14:cNvContentPartPr/>
                <p14:nvPr/>
              </p14:nvContentPartPr>
              <p14:xfrm>
                <a:off x="3191145" y="617775"/>
                <a:ext cx="212040" cy="129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5EEAB72-516F-472A-1653-DC5E5ED1986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85025" y="611655"/>
                  <a:ext cx="2242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FCA00CD-1D49-EAC4-AD05-DC5204C9499D}"/>
              </a:ext>
            </a:extLst>
          </p:cNvPr>
          <p:cNvGrpSpPr/>
          <p:nvPr/>
        </p:nvGrpSpPr>
        <p:grpSpPr>
          <a:xfrm>
            <a:off x="2642505" y="472695"/>
            <a:ext cx="3485520" cy="2191680"/>
            <a:chOff x="2642505" y="472695"/>
            <a:chExt cx="3485520" cy="21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DC939C7-77D5-9C05-CDD6-D3890B18BEF5}"/>
                    </a:ext>
                  </a:extLst>
                </p14:cNvPr>
                <p14:cNvContentPartPr/>
                <p14:nvPr/>
              </p14:nvContentPartPr>
              <p14:xfrm>
                <a:off x="3749145" y="2374575"/>
                <a:ext cx="400320" cy="289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DC939C7-77D5-9C05-CDD6-D3890B18BE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43025" y="2368455"/>
                  <a:ext cx="412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F97C3C7-ADB7-3EFD-0DE0-B7F4BBCDA4F2}"/>
                    </a:ext>
                  </a:extLst>
                </p14:cNvPr>
                <p14:cNvContentPartPr/>
                <p14:nvPr/>
              </p14:nvContentPartPr>
              <p14:xfrm>
                <a:off x="3820785" y="2226255"/>
                <a:ext cx="32400" cy="210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F97C3C7-ADB7-3EFD-0DE0-B7F4BBCDA4F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14665" y="2220135"/>
                  <a:ext cx="44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2884F79-F14C-C031-B4EE-96F25C2DBEC0}"/>
                    </a:ext>
                  </a:extLst>
                </p14:cNvPr>
                <p14:cNvContentPartPr/>
                <p14:nvPr/>
              </p14:nvContentPartPr>
              <p14:xfrm>
                <a:off x="3749145" y="2397255"/>
                <a:ext cx="141840" cy="19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2884F79-F14C-C031-B4EE-96F25C2DBE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43025" y="2391135"/>
                  <a:ext cx="154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B5466C-1941-B5FD-C12F-FC69A11CAB77}"/>
                    </a:ext>
                  </a:extLst>
                </p14:cNvPr>
                <p14:cNvContentPartPr/>
                <p14:nvPr/>
              </p14:nvContentPartPr>
              <p14:xfrm>
                <a:off x="3859665" y="2330295"/>
                <a:ext cx="90720" cy="77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B5466C-1941-B5FD-C12F-FC69A11CAB7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53545" y="2324175"/>
                  <a:ext cx="102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751B70D-1E9D-4FA0-3E69-43BEFB177645}"/>
                    </a:ext>
                  </a:extLst>
                </p14:cNvPr>
                <p14:cNvContentPartPr/>
                <p14:nvPr/>
              </p14:nvContentPartPr>
              <p14:xfrm>
                <a:off x="4301385" y="2228775"/>
                <a:ext cx="433440" cy="371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751B70D-1E9D-4FA0-3E69-43BEFB17764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95265" y="2222655"/>
                  <a:ext cx="4456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6D8926A-2465-B050-928C-6AE9DCE9B10F}"/>
                    </a:ext>
                  </a:extLst>
                </p14:cNvPr>
                <p14:cNvContentPartPr/>
                <p14:nvPr/>
              </p14:nvContentPartPr>
              <p14:xfrm>
                <a:off x="4314345" y="1985775"/>
                <a:ext cx="54360" cy="397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6D8926A-2465-B050-928C-6AE9DCE9B10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08225" y="1979655"/>
                  <a:ext cx="666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6F4C3D2-C6D4-AA2E-DDE7-1B98A46EA04D}"/>
                    </a:ext>
                  </a:extLst>
                </p14:cNvPr>
                <p14:cNvContentPartPr/>
                <p14:nvPr/>
              </p14:nvContentPartPr>
              <p14:xfrm>
                <a:off x="4259265" y="2287095"/>
                <a:ext cx="162000" cy="40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6F4C3D2-C6D4-AA2E-DDE7-1B98A46EA04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53145" y="2280975"/>
                  <a:ext cx="174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640785-4972-8738-6389-37D928FD9D7E}"/>
                    </a:ext>
                  </a:extLst>
                </p14:cNvPr>
                <p14:cNvContentPartPr/>
                <p14:nvPr/>
              </p14:nvContentPartPr>
              <p14:xfrm>
                <a:off x="4344225" y="2176935"/>
                <a:ext cx="176400" cy="152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640785-4972-8738-6389-37D928FD9D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38105" y="2170815"/>
                  <a:ext cx="188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B8B5204-F742-8A7D-9B3A-DBA05F17D42F}"/>
                    </a:ext>
                  </a:extLst>
                </p14:cNvPr>
                <p14:cNvContentPartPr/>
                <p14:nvPr/>
              </p14:nvContentPartPr>
              <p14:xfrm>
                <a:off x="4716825" y="1717935"/>
                <a:ext cx="226440" cy="404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B8B5204-F742-8A7D-9B3A-DBA05F17D42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10705" y="1711815"/>
                  <a:ext cx="2386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A57E42-03CD-0541-6588-79A045CC5571}"/>
                    </a:ext>
                  </a:extLst>
                </p14:cNvPr>
                <p14:cNvContentPartPr/>
                <p14:nvPr/>
              </p14:nvContentPartPr>
              <p14:xfrm>
                <a:off x="4803945" y="2060655"/>
                <a:ext cx="199080" cy="115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A57E42-03CD-0541-6588-79A045CC557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97825" y="2054535"/>
                  <a:ext cx="21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4AEB5DD-6D83-A937-AB2E-27E56CB3DB92}"/>
                    </a:ext>
                  </a:extLst>
                </p14:cNvPr>
                <p14:cNvContentPartPr/>
                <p14:nvPr/>
              </p14:nvContentPartPr>
              <p14:xfrm>
                <a:off x="4762545" y="928095"/>
                <a:ext cx="197280" cy="219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4AEB5DD-6D83-A937-AB2E-27E56CB3DB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56425" y="921975"/>
                  <a:ext cx="209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F73449C-8864-E0B9-5BAE-6D4D730513FF}"/>
                    </a:ext>
                  </a:extLst>
                </p14:cNvPr>
                <p14:cNvContentPartPr/>
                <p14:nvPr/>
              </p14:nvContentPartPr>
              <p14:xfrm>
                <a:off x="4920585" y="1152015"/>
                <a:ext cx="141120" cy="327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F73449C-8864-E0B9-5BAE-6D4D730513F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14465" y="1145895"/>
                  <a:ext cx="153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047ADEC-2193-D445-1999-9346AF4959D3}"/>
                    </a:ext>
                  </a:extLst>
                </p14:cNvPr>
                <p14:cNvContentPartPr/>
                <p14:nvPr/>
              </p14:nvContentPartPr>
              <p14:xfrm>
                <a:off x="4963785" y="1447575"/>
                <a:ext cx="190440" cy="79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047ADEC-2193-D445-1999-9346AF4959D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57665" y="1441455"/>
                  <a:ext cx="202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10C138-4E8D-B0E0-5B48-BE7B6B3F8FB3}"/>
                    </a:ext>
                  </a:extLst>
                </p14:cNvPr>
                <p14:cNvContentPartPr/>
                <p14:nvPr/>
              </p14:nvContentPartPr>
              <p14:xfrm>
                <a:off x="3683265" y="1431735"/>
                <a:ext cx="310680" cy="37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10C138-4E8D-B0E0-5B48-BE7B6B3F8FB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7145" y="1425615"/>
                  <a:ext cx="3229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35A8E21-7184-0CB8-8D7E-AB0B9AE3EC03}"/>
                    </a:ext>
                  </a:extLst>
                </p14:cNvPr>
                <p14:cNvContentPartPr/>
                <p14:nvPr/>
              </p14:nvContentPartPr>
              <p14:xfrm>
                <a:off x="3899625" y="1789935"/>
                <a:ext cx="177120" cy="301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35A8E21-7184-0CB8-8D7E-AB0B9AE3EC0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93505" y="1783815"/>
                  <a:ext cx="189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AA3701-DF5A-B7AE-CF9D-36F2A989D85F}"/>
                    </a:ext>
                  </a:extLst>
                </p14:cNvPr>
                <p14:cNvContentPartPr/>
                <p14:nvPr/>
              </p14:nvContentPartPr>
              <p14:xfrm>
                <a:off x="3939585" y="2031855"/>
                <a:ext cx="282600" cy="79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AA3701-DF5A-B7AE-CF9D-36F2A989D85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33465" y="2025735"/>
                  <a:ext cx="294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83CCDC-97DA-FE2B-DC17-976C7C33B6A1}"/>
                    </a:ext>
                  </a:extLst>
                </p14:cNvPr>
                <p14:cNvContentPartPr/>
                <p14:nvPr/>
              </p14:nvContentPartPr>
              <p14:xfrm>
                <a:off x="4117785" y="1567455"/>
                <a:ext cx="315000" cy="330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83CCDC-97DA-FE2B-DC17-976C7C33B6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11665" y="1561335"/>
                  <a:ext cx="327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8ED114-848B-B721-0332-CC553A927AA3}"/>
                    </a:ext>
                  </a:extLst>
                </p14:cNvPr>
                <p14:cNvContentPartPr/>
                <p14:nvPr/>
              </p14:nvContentPartPr>
              <p14:xfrm>
                <a:off x="4147665" y="1236615"/>
                <a:ext cx="81360" cy="401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8ED114-848B-B721-0332-CC553A927AA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41545" y="1230495"/>
                  <a:ext cx="93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4FA317D-166B-163F-84DC-58AD9C6F54A0}"/>
                    </a:ext>
                  </a:extLst>
                </p14:cNvPr>
                <p14:cNvContentPartPr/>
                <p14:nvPr/>
              </p14:nvContentPartPr>
              <p14:xfrm>
                <a:off x="3538185" y="1927455"/>
                <a:ext cx="307800" cy="30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4FA317D-166B-163F-84DC-58AD9C6F54A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32065" y="1921335"/>
                  <a:ext cx="320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AC37E7B-6DE0-D4A1-2370-6444983893E9}"/>
                    </a:ext>
                  </a:extLst>
                </p14:cNvPr>
                <p14:cNvContentPartPr/>
                <p14:nvPr/>
              </p14:nvContentPartPr>
              <p14:xfrm>
                <a:off x="3374025" y="1707135"/>
                <a:ext cx="167040" cy="362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AC37E7B-6DE0-D4A1-2370-6444983893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67905" y="1701015"/>
                  <a:ext cx="1792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23CFAF-E7E8-DD04-B31A-178DAF835192}"/>
                    </a:ext>
                  </a:extLst>
                </p14:cNvPr>
                <p14:cNvContentPartPr/>
                <p14:nvPr/>
              </p14:nvContentPartPr>
              <p14:xfrm>
                <a:off x="2804865" y="1986135"/>
                <a:ext cx="233640" cy="330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23CFAF-E7E8-DD04-B31A-178DAF83519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798745" y="1980015"/>
                  <a:ext cx="2458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3AF4B8A-3082-734C-19C0-B497B622FFD0}"/>
                    </a:ext>
                  </a:extLst>
                </p14:cNvPr>
                <p14:cNvContentPartPr/>
                <p14:nvPr/>
              </p14:nvContentPartPr>
              <p14:xfrm>
                <a:off x="2931585" y="2280975"/>
                <a:ext cx="196920" cy="302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3AF4B8A-3082-734C-19C0-B497B622FFD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25465" y="2274855"/>
                  <a:ext cx="209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1385D5-55BF-B85A-812C-65860F19848B}"/>
                    </a:ext>
                  </a:extLst>
                </p14:cNvPr>
                <p14:cNvContentPartPr/>
                <p14:nvPr/>
              </p14:nvContentPartPr>
              <p14:xfrm>
                <a:off x="2642505" y="472695"/>
                <a:ext cx="481320" cy="380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1385D5-55BF-B85A-812C-65860F1984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36385" y="466575"/>
                  <a:ext cx="4935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3FC72D-5696-B8BB-3A01-D5DDACF8CEF1}"/>
                    </a:ext>
                  </a:extLst>
                </p14:cNvPr>
                <p14:cNvContentPartPr/>
                <p14:nvPr/>
              </p14:nvContentPartPr>
              <p14:xfrm>
                <a:off x="2942025" y="822255"/>
                <a:ext cx="258120" cy="884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3FC72D-5696-B8BB-3A01-D5DDACF8CEF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35905" y="816135"/>
                  <a:ext cx="270360" cy="8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7F9279-30E1-140F-63EE-31D2D8FC7D19}"/>
                    </a:ext>
                  </a:extLst>
                </p14:cNvPr>
                <p14:cNvContentPartPr/>
                <p14:nvPr/>
              </p14:nvContentPartPr>
              <p14:xfrm>
                <a:off x="5656065" y="2028975"/>
                <a:ext cx="471960" cy="433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7F9279-30E1-140F-63EE-31D2D8FC7D1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49945" y="2022855"/>
                  <a:ext cx="484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D4DFB8F-D460-1F14-A356-1A6B5D6E4AA9}"/>
                    </a:ext>
                  </a:extLst>
                </p14:cNvPr>
                <p14:cNvContentPartPr/>
                <p14:nvPr/>
              </p14:nvContentPartPr>
              <p14:xfrm>
                <a:off x="5287425" y="1490775"/>
                <a:ext cx="435600" cy="698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D4DFB8F-D460-1F14-A356-1A6B5D6E4AA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81305" y="1484655"/>
                  <a:ext cx="447840" cy="71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BD0126D-FEC7-D91A-0F0E-D2DF983E2FA3}"/>
              </a:ext>
            </a:extLst>
          </p:cNvPr>
          <p:cNvGrpSpPr/>
          <p:nvPr/>
        </p:nvGrpSpPr>
        <p:grpSpPr>
          <a:xfrm>
            <a:off x="6426465" y="855375"/>
            <a:ext cx="1716120" cy="1666440"/>
            <a:chOff x="6426465" y="855375"/>
            <a:chExt cx="1716120" cy="16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1D5F8F8-F27D-7C4C-D9FB-67908B04A0E7}"/>
                    </a:ext>
                  </a:extLst>
                </p14:cNvPr>
                <p14:cNvContentPartPr/>
                <p14:nvPr/>
              </p14:nvContentPartPr>
              <p14:xfrm>
                <a:off x="6426465" y="855375"/>
                <a:ext cx="1603080" cy="1494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1D5F8F8-F27D-7C4C-D9FB-67908B04A0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420345" y="849255"/>
                  <a:ext cx="1615320" cy="15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51E40C8-FB45-3A42-7EEA-B1F06F297FC8}"/>
                    </a:ext>
                  </a:extLst>
                </p14:cNvPr>
                <p14:cNvContentPartPr/>
                <p14:nvPr/>
              </p14:nvContentPartPr>
              <p14:xfrm>
                <a:off x="7670625" y="1865175"/>
                <a:ext cx="471960" cy="656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51E40C8-FB45-3A42-7EEA-B1F06F297FC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64505" y="1859055"/>
                  <a:ext cx="484200" cy="66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FEF38A5-1760-86D2-AB6C-D94881A2BECF}"/>
              </a:ext>
            </a:extLst>
          </p:cNvPr>
          <p:cNvGrpSpPr/>
          <p:nvPr/>
        </p:nvGrpSpPr>
        <p:grpSpPr>
          <a:xfrm>
            <a:off x="8541465" y="1987575"/>
            <a:ext cx="3210120" cy="616680"/>
            <a:chOff x="8541465" y="1987575"/>
            <a:chExt cx="3210120" cy="61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1DF3F07-033E-B9D1-7542-60EEF326D794}"/>
                    </a:ext>
                  </a:extLst>
                </p14:cNvPr>
                <p14:cNvContentPartPr/>
                <p14:nvPr/>
              </p14:nvContentPartPr>
              <p14:xfrm>
                <a:off x="8541465" y="2054535"/>
                <a:ext cx="361440" cy="293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1DF3F07-033E-B9D1-7542-60EEF326D79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35345" y="2048415"/>
                  <a:ext cx="3736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D389AEE-56D6-C1DA-70FA-084486AB53B8}"/>
                    </a:ext>
                  </a:extLst>
                </p14:cNvPr>
                <p14:cNvContentPartPr/>
                <p14:nvPr/>
              </p14:nvContentPartPr>
              <p14:xfrm>
                <a:off x="9021345" y="1987575"/>
                <a:ext cx="438120" cy="44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D389AEE-56D6-C1DA-70FA-084486AB53B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15225" y="1981455"/>
                  <a:ext cx="450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B2D43D7-9B1F-F0B0-1CD4-D69EAEE99348}"/>
                    </a:ext>
                  </a:extLst>
                </p14:cNvPr>
                <p14:cNvContentPartPr/>
                <p14:nvPr/>
              </p14:nvContentPartPr>
              <p14:xfrm>
                <a:off x="9140505" y="2019255"/>
                <a:ext cx="92880" cy="31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B2D43D7-9B1F-F0B0-1CD4-D69EAEE9934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34385" y="2013135"/>
                  <a:ext cx="1051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CD88BEC-EA03-97D7-4F5C-BF6C969C0809}"/>
                    </a:ext>
                  </a:extLst>
                </p14:cNvPr>
                <p14:cNvContentPartPr/>
                <p14:nvPr/>
              </p14:nvContentPartPr>
              <p14:xfrm>
                <a:off x="9372345" y="2301855"/>
                <a:ext cx="344520" cy="302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CD88BEC-EA03-97D7-4F5C-BF6C969C08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366225" y="2295735"/>
                  <a:ext cx="3567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ACBAEF1-31AD-AA3C-D610-E4DBFFEBCE45}"/>
                    </a:ext>
                  </a:extLst>
                </p14:cNvPr>
                <p14:cNvContentPartPr/>
                <p14:nvPr/>
              </p14:nvContentPartPr>
              <p14:xfrm>
                <a:off x="9821625" y="2304375"/>
                <a:ext cx="484920" cy="15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ACBAEF1-31AD-AA3C-D610-E4DBFFEBCE4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15505" y="2298255"/>
                  <a:ext cx="497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8C41605-4F9D-604B-61A2-CE13A0485097}"/>
                    </a:ext>
                  </a:extLst>
                </p14:cNvPr>
                <p14:cNvContentPartPr/>
                <p14:nvPr/>
              </p14:nvContentPartPr>
              <p14:xfrm>
                <a:off x="10097025" y="2191695"/>
                <a:ext cx="109440" cy="295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8C41605-4F9D-604B-61A2-CE13A048509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90905" y="2185575"/>
                  <a:ext cx="1216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BA41636-F0E9-0520-AF9A-47DA83076D4E}"/>
                    </a:ext>
                  </a:extLst>
                </p14:cNvPr>
                <p14:cNvContentPartPr/>
                <p14:nvPr/>
              </p14:nvContentPartPr>
              <p14:xfrm>
                <a:off x="10451265" y="2025735"/>
                <a:ext cx="313200" cy="4161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BA41636-F0E9-0520-AF9A-47DA83076D4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45145" y="2019615"/>
                  <a:ext cx="3254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85511B2-45B0-0DBD-06DB-35843469F9DA}"/>
                    </a:ext>
                  </a:extLst>
                </p14:cNvPr>
                <p14:cNvContentPartPr/>
                <p14:nvPr/>
              </p14:nvContentPartPr>
              <p14:xfrm>
                <a:off x="10935465" y="2255415"/>
                <a:ext cx="230760" cy="2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85511B2-45B0-0DBD-06DB-35843469F9D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29345" y="2249295"/>
                  <a:ext cx="243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CE5A7AC-62F0-6FBD-6982-54321A995F65}"/>
                    </a:ext>
                  </a:extLst>
                </p14:cNvPr>
                <p14:cNvContentPartPr/>
                <p14:nvPr/>
              </p14:nvContentPartPr>
              <p14:xfrm>
                <a:off x="11313105" y="1990815"/>
                <a:ext cx="438480" cy="51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CE5A7AC-62F0-6FBD-6982-54321A995F6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06985" y="1984695"/>
                  <a:ext cx="450720" cy="52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3C27848-C77A-245C-9F0C-6F389E144672}"/>
              </a:ext>
            </a:extLst>
          </p:cNvPr>
          <p:cNvGrpSpPr/>
          <p:nvPr/>
        </p:nvGrpSpPr>
        <p:grpSpPr>
          <a:xfrm>
            <a:off x="6133065" y="60495"/>
            <a:ext cx="5637600" cy="1495440"/>
            <a:chOff x="6133065" y="60495"/>
            <a:chExt cx="5637600" cy="149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73EF41F-4DDA-B116-0E79-26ED44DAB0A2}"/>
                    </a:ext>
                  </a:extLst>
                </p14:cNvPr>
                <p14:cNvContentPartPr/>
                <p14:nvPr/>
              </p14:nvContentPartPr>
              <p14:xfrm>
                <a:off x="6133065" y="214935"/>
                <a:ext cx="1262160" cy="287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73EF41F-4DDA-B116-0E79-26ED44DAB0A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26945" y="208815"/>
                  <a:ext cx="1274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E7A1F01-A586-0DC9-D86C-1D86A6071F98}"/>
                    </a:ext>
                  </a:extLst>
                </p14:cNvPr>
                <p14:cNvContentPartPr/>
                <p14:nvPr/>
              </p14:nvContentPartPr>
              <p14:xfrm>
                <a:off x="7224585" y="276135"/>
                <a:ext cx="256680" cy="489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E7A1F01-A586-0DC9-D86C-1D86A6071F9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218465" y="270015"/>
                  <a:ext cx="2689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12C7CE0-D78E-5DDE-5C74-7E9FDF6B82F6}"/>
                    </a:ext>
                  </a:extLst>
                </p14:cNvPr>
                <p14:cNvContentPartPr/>
                <p14:nvPr/>
              </p14:nvContentPartPr>
              <p14:xfrm>
                <a:off x="7952505" y="309975"/>
                <a:ext cx="401400" cy="276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12C7CE0-D78E-5DDE-5C74-7E9FDF6B82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946385" y="303855"/>
                  <a:ext cx="413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3952707-C69D-7BA7-A4F0-88C34B0F939A}"/>
                    </a:ext>
                  </a:extLst>
                </p14:cNvPr>
                <p14:cNvContentPartPr/>
                <p14:nvPr/>
              </p14:nvContentPartPr>
              <p14:xfrm>
                <a:off x="8484225" y="139695"/>
                <a:ext cx="330840" cy="12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3952707-C69D-7BA7-A4F0-88C34B0F939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78105" y="133575"/>
                  <a:ext cx="343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61F1044-88C6-F964-5A83-BADDD8931823}"/>
                    </a:ext>
                  </a:extLst>
                </p14:cNvPr>
                <p14:cNvContentPartPr/>
                <p14:nvPr/>
              </p14:nvContentPartPr>
              <p14:xfrm>
                <a:off x="8626065" y="60495"/>
                <a:ext cx="90720" cy="326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61F1044-88C6-F964-5A83-BADDD893182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19945" y="54375"/>
                  <a:ext cx="102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6AF0A-572C-BC0D-7589-B8312E83CF57}"/>
                    </a:ext>
                  </a:extLst>
                </p14:cNvPr>
                <p14:cNvContentPartPr/>
                <p14:nvPr/>
              </p14:nvContentPartPr>
              <p14:xfrm>
                <a:off x="8690145" y="341295"/>
                <a:ext cx="295200" cy="333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6AF0A-572C-BC0D-7589-B8312E83CF5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84025" y="335175"/>
                  <a:ext cx="3074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59F6BB0-6FEC-8636-5EF0-E105A847AED9}"/>
                    </a:ext>
                  </a:extLst>
                </p14:cNvPr>
                <p14:cNvContentPartPr/>
                <p14:nvPr/>
              </p14:nvContentPartPr>
              <p14:xfrm>
                <a:off x="8502225" y="107655"/>
                <a:ext cx="280800" cy="50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59F6BB0-6FEC-8636-5EF0-E105A847AED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96105" y="101535"/>
                  <a:ext cx="293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3498C12-AE50-3C7D-E922-3294E1C25069}"/>
                    </a:ext>
                  </a:extLst>
                </p14:cNvPr>
                <p14:cNvContentPartPr/>
                <p14:nvPr/>
              </p14:nvContentPartPr>
              <p14:xfrm>
                <a:off x="8598705" y="182175"/>
                <a:ext cx="68760" cy="223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3498C12-AE50-3C7D-E922-3294E1C2506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92585" y="176055"/>
                  <a:ext cx="81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1CAC7E-2E73-5AA4-EB5E-B2018D5B64C1}"/>
                    </a:ext>
                  </a:extLst>
                </p14:cNvPr>
                <p14:cNvContentPartPr/>
                <p14:nvPr/>
              </p14:nvContentPartPr>
              <p14:xfrm>
                <a:off x="9301785" y="568095"/>
                <a:ext cx="463680" cy="33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1CAC7E-2E73-5AA4-EB5E-B2018D5B64C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95665" y="561975"/>
                  <a:ext cx="475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2C99567-9BBB-75EA-B5A8-227B7ACA1E1E}"/>
                    </a:ext>
                  </a:extLst>
                </p14:cNvPr>
                <p14:cNvContentPartPr/>
                <p14:nvPr/>
              </p14:nvContentPartPr>
              <p14:xfrm>
                <a:off x="9508425" y="510495"/>
                <a:ext cx="60840" cy="326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2C99567-9BBB-75EA-B5A8-227B7ACA1E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02305" y="504375"/>
                  <a:ext cx="730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9C94FE8-E68C-4479-999E-F11B03CCD870}"/>
                    </a:ext>
                  </a:extLst>
                </p14:cNvPr>
                <p14:cNvContentPartPr/>
                <p14:nvPr/>
              </p14:nvContentPartPr>
              <p14:xfrm>
                <a:off x="10039785" y="341295"/>
                <a:ext cx="318240" cy="32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9C94FE8-E68C-4479-999E-F11B03CCD87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033665" y="335175"/>
                  <a:ext cx="3304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A2AEF1-7680-3982-F4B4-07A59F9BCB50}"/>
                    </a:ext>
                  </a:extLst>
                </p14:cNvPr>
                <p14:cNvContentPartPr/>
                <p14:nvPr/>
              </p14:nvContentPartPr>
              <p14:xfrm>
                <a:off x="10639905" y="467295"/>
                <a:ext cx="322560" cy="25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A2AEF1-7680-3982-F4B4-07A59F9BCB5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33785" y="461175"/>
                  <a:ext cx="334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60DEDFD-BEC9-CB3E-C215-7D5C885E38B2}"/>
                    </a:ext>
                  </a:extLst>
                </p14:cNvPr>
                <p14:cNvContentPartPr/>
                <p14:nvPr/>
              </p14:nvContentPartPr>
              <p14:xfrm>
                <a:off x="10651425" y="372615"/>
                <a:ext cx="104400" cy="312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60DEDFD-BEC9-CB3E-C215-7D5C885E38B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45305" y="366495"/>
                  <a:ext cx="116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81F82BD-1518-285F-09FE-CD27CA03A720}"/>
                    </a:ext>
                  </a:extLst>
                </p14:cNvPr>
                <p14:cNvContentPartPr/>
                <p14:nvPr/>
              </p14:nvContentPartPr>
              <p14:xfrm>
                <a:off x="11215545" y="279015"/>
                <a:ext cx="555120" cy="408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81F82BD-1518-285F-09FE-CD27CA03A72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09425" y="272895"/>
                  <a:ext cx="5673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E1BCAD8-7191-7369-E183-D6679AAC1A5E}"/>
                    </a:ext>
                  </a:extLst>
                </p14:cNvPr>
                <p14:cNvContentPartPr/>
                <p14:nvPr/>
              </p14:nvContentPartPr>
              <p14:xfrm>
                <a:off x="11474385" y="261375"/>
                <a:ext cx="185400" cy="27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E1BCAD8-7191-7369-E183-D6679AAC1A5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468265" y="255255"/>
                  <a:ext cx="19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6BA1F27-B72E-8800-F39C-6E42927E5325}"/>
                    </a:ext>
                  </a:extLst>
                </p14:cNvPr>
                <p14:cNvContentPartPr/>
                <p14:nvPr/>
              </p14:nvContentPartPr>
              <p14:xfrm>
                <a:off x="6268065" y="514455"/>
                <a:ext cx="2010600" cy="820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6BA1F27-B72E-8800-F39C-6E42927E532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1945" y="508335"/>
                  <a:ext cx="202284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67CEB17-C4C0-8BA5-80EC-138D1D7861F0}"/>
                    </a:ext>
                  </a:extLst>
                </p14:cNvPr>
                <p14:cNvContentPartPr/>
                <p14:nvPr/>
              </p14:nvContentPartPr>
              <p14:xfrm>
                <a:off x="8055825" y="1136895"/>
                <a:ext cx="313200" cy="379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67CEB17-C4C0-8BA5-80EC-138D1D7861F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49705" y="1130775"/>
                  <a:ext cx="3254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855C9D0-7D9C-6EC0-FF56-61D162B55335}"/>
                    </a:ext>
                  </a:extLst>
                </p14:cNvPr>
                <p14:cNvContentPartPr/>
                <p14:nvPr/>
              </p14:nvContentPartPr>
              <p14:xfrm>
                <a:off x="8787705" y="1197735"/>
                <a:ext cx="377280" cy="274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855C9D0-7D9C-6EC0-FF56-61D162B5533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81585" y="1191615"/>
                  <a:ext cx="389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D9635CA-85E2-6FB8-B999-08FDE1184872}"/>
                    </a:ext>
                  </a:extLst>
                </p14:cNvPr>
                <p14:cNvContentPartPr/>
                <p14:nvPr/>
              </p14:nvContentPartPr>
              <p14:xfrm>
                <a:off x="9200265" y="1100175"/>
                <a:ext cx="303840" cy="22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D9635CA-85E2-6FB8-B999-08FDE118487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94145" y="1094055"/>
                  <a:ext cx="316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36C72AB-9BDC-3E49-DDBC-7516FF0DF9CE}"/>
                    </a:ext>
                  </a:extLst>
                </p14:cNvPr>
                <p14:cNvContentPartPr/>
                <p14:nvPr/>
              </p14:nvContentPartPr>
              <p14:xfrm>
                <a:off x="9277665" y="1109175"/>
                <a:ext cx="112320" cy="335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36C72AB-9BDC-3E49-DDBC-7516FF0DF9C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271545" y="1103055"/>
                  <a:ext cx="124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E15E1CE-6054-5039-DBF4-F1AD34C1ED1A}"/>
                    </a:ext>
                  </a:extLst>
                </p14:cNvPr>
                <p14:cNvContentPartPr/>
                <p14:nvPr/>
              </p14:nvContentPartPr>
              <p14:xfrm>
                <a:off x="9442185" y="1314735"/>
                <a:ext cx="267840" cy="241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E15E1CE-6054-5039-DBF4-F1AD34C1ED1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36065" y="1308615"/>
                  <a:ext cx="280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9032A94-F681-51E0-799B-EB81A6CDF6EE}"/>
                    </a:ext>
                  </a:extLst>
                </p14:cNvPr>
                <p14:cNvContentPartPr/>
                <p14:nvPr/>
              </p14:nvContentPartPr>
              <p14:xfrm>
                <a:off x="10111425" y="1357215"/>
                <a:ext cx="454320" cy="21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9032A94-F681-51E0-799B-EB81A6CDF6E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105305" y="1351095"/>
                  <a:ext cx="466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A8626AB-B755-5FE0-6DCC-97B66E45751D}"/>
                    </a:ext>
                  </a:extLst>
                </p14:cNvPr>
                <p14:cNvContentPartPr/>
                <p14:nvPr/>
              </p14:nvContentPartPr>
              <p14:xfrm>
                <a:off x="10285665" y="1234815"/>
                <a:ext cx="100800" cy="263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A8626AB-B755-5FE0-6DCC-97B66E45751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279545" y="1228695"/>
                  <a:ext cx="113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822E103-148A-1133-9391-847CAB0D981E}"/>
                    </a:ext>
                  </a:extLst>
                </p14:cNvPr>
                <p14:cNvContentPartPr/>
                <p14:nvPr/>
              </p14:nvContentPartPr>
              <p14:xfrm>
                <a:off x="10565745" y="1199535"/>
                <a:ext cx="345240" cy="322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822E103-148A-1133-9391-847CAB0D981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59625" y="1193415"/>
                  <a:ext cx="357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CBCE1ED-D319-50DD-653C-42FFB2060019}"/>
                    </a:ext>
                  </a:extLst>
                </p14:cNvPr>
                <p14:cNvContentPartPr/>
                <p14:nvPr/>
              </p14:nvContentPartPr>
              <p14:xfrm>
                <a:off x="11105385" y="1387815"/>
                <a:ext cx="7200" cy="20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CBCE1ED-D319-50DD-653C-42FFB206001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099265" y="1381695"/>
                  <a:ext cx="194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BD374C4F-ACF7-86A5-7123-DE38D3B390FD}"/>
                  </a:ext>
                </a:extLst>
              </p14:cNvPr>
              <p14:cNvContentPartPr/>
              <p14:nvPr/>
            </p14:nvContentPartPr>
            <p14:xfrm>
              <a:off x="11396625" y="805695"/>
              <a:ext cx="346680" cy="280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BD374C4F-ACF7-86A5-7123-DE38D3B390F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1390505" y="799575"/>
                <a:ext cx="358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D3F061F-7AFD-5604-92D0-F80A80A13390}"/>
                  </a:ext>
                </a:extLst>
              </p14:cNvPr>
              <p14:cNvContentPartPr/>
              <p14:nvPr/>
            </p14:nvContentPartPr>
            <p14:xfrm>
              <a:off x="4132185" y="4124895"/>
              <a:ext cx="374760" cy="5752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D3F061F-7AFD-5604-92D0-F80A80A13390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126065" y="4118775"/>
                <a:ext cx="38700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80A91586-CFE8-16A1-03C1-EB7F9F12312B}"/>
                  </a:ext>
                </a:extLst>
              </p14:cNvPr>
              <p14:cNvContentPartPr/>
              <p14:nvPr/>
            </p14:nvContentPartPr>
            <p14:xfrm>
              <a:off x="4395705" y="3933735"/>
              <a:ext cx="193680" cy="7236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80A91586-CFE8-16A1-03C1-EB7F9F12312B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389585" y="3927615"/>
                <a:ext cx="2059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F1CFE1FF-3FA7-843F-BA10-CF046E06ECBD}"/>
                  </a:ext>
                </a:extLst>
              </p14:cNvPr>
              <p14:cNvContentPartPr/>
              <p14:nvPr/>
            </p14:nvContentPartPr>
            <p14:xfrm>
              <a:off x="4201665" y="4302015"/>
              <a:ext cx="287280" cy="11952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F1CFE1FF-3FA7-843F-BA10-CF046E06ECBD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195545" y="4295895"/>
                <a:ext cx="2995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E3B64F2-93AF-45BB-E66D-5C05AAA0EDB4}"/>
                  </a:ext>
                </a:extLst>
              </p14:cNvPr>
              <p14:cNvContentPartPr/>
              <p14:nvPr/>
            </p14:nvContentPartPr>
            <p14:xfrm>
              <a:off x="4722945" y="4043895"/>
              <a:ext cx="44640" cy="522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E3B64F2-93AF-45BB-E66D-5C05AAA0EDB4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4716825" y="4037775"/>
                <a:ext cx="5688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42A6F94E-EEB8-4217-9970-BC1A32E0235C}"/>
                  </a:ext>
                </a:extLst>
              </p14:cNvPr>
              <p14:cNvContentPartPr/>
              <p14:nvPr/>
            </p14:nvContentPartPr>
            <p14:xfrm>
              <a:off x="4656705" y="4171335"/>
              <a:ext cx="262800" cy="2469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42A6F94E-EEB8-4217-9970-BC1A32E0235C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650585" y="4165215"/>
                <a:ext cx="2750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4F11F391-5D96-0654-54F0-B672658F7013}"/>
                  </a:ext>
                </a:extLst>
              </p14:cNvPr>
              <p14:cNvContentPartPr/>
              <p14:nvPr/>
            </p14:nvContentPartPr>
            <p14:xfrm>
              <a:off x="5039385" y="4080615"/>
              <a:ext cx="503640" cy="3783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4F11F391-5D96-0654-54F0-B672658F7013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033265" y="4074495"/>
                <a:ext cx="5158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F96A345B-C5A5-166C-D17B-B4C15DA8C48C}"/>
                  </a:ext>
                </a:extLst>
              </p14:cNvPr>
              <p14:cNvContentPartPr/>
              <p14:nvPr/>
            </p14:nvContentPartPr>
            <p14:xfrm>
              <a:off x="5576505" y="4042815"/>
              <a:ext cx="37080" cy="558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F96A345B-C5A5-166C-D17B-B4C15DA8C48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570385" y="4036695"/>
                <a:ext cx="49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7C70AF2-3190-4499-6568-7BB56623E568}"/>
                  </a:ext>
                </a:extLst>
              </p14:cNvPr>
              <p14:cNvContentPartPr/>
              <p14:nvPr/>
            </p14:nvContentPartPr>
            <p14:xfrm>
              <a:off x="5864505" y="3821415"/>
              <a:ext cx="28800" cy="4748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7C70AF2-3190-4499-6568-7BB56623E568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5858385" y="3815295"/>
                <a:ext cx="4104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4B61EC5F-ABED-C7F6-3FAF-95777C2212D7}"/>
                  </a:ext>
                </a:extLst>
              </p14:cNvPr>
              <p14:cNvContentPartPr/>
              <p14:nvPr/>
            </p14:nvContentPartPr>
            <p14:xfrm>
              <a:off x="6039465" y="4064415"/>
              <a:ext cx="174240" cy="3045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4B61EC5F-ABED-C7F6-3FAF-95777C2212D7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033345" y="4058295"/>
                <a:ext cx="1864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ADA549D8-E13F-EC4F-876B-233A91DF2CA1}"/>
                  </a:ext>
                </a:extLst>
              </p14:cNvPr>
              <p14:cNvContentPartPr/>
              <p14:nvPr/>
            </p14:nvContentPartPr>
            <p14:xfrm>
              <a:off x="6288585" y="4019055"/>
              <a:ext cx="290160" cy="29304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ADA549D8-E13F-EC4F-876B-233A91DF2CA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282465" y="4012935"/>
                <a:ext cx="302400" cy="30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0DDC001-3AA0-04E7-4B6D-A78335657224}"/>
              </a:ext>
            </a:extLst>
          </p:cNvPr>
          <p:cNvGrpSpPr/>
          <p:nvPr/>
        </p:nvGrpSpPr>
        <p:grpSpPr>
          <a:xfrm>
            <a:off x="1610745" y="5036775"/>
            <a:ext cx="7663680" cy="1511640"/>
            <a:chOff x="1610745" y="5036775"/>
            <a:chExt cx="7663680" cy="15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0C7B4EA-0F50-5288-C350-857B773433C6}"/>
                    </a:ext>
                  </a:extLst>
                </p14:cNvPr>
                <p14:cNvContentPartPr/>
                <p14:nvPr/>
              </p14:nvContentPartPr>
              <p14:xfrm>
                <a:off x="1610745" y="5451855"/>
                <a:ext cx="583920" cy="4752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0C7B4EA-0F50-5288-C350-857B773433C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604625" y="5445735"/>
                  <a:ext cx="59616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620FC8C-9E52-7C85-825F-9DC99F889814}"/>
                    </a:ext>
                  </a:extLst>
                </p14:cNvPr>
                <p14:cNvContentPartPr/>
                <p14:nvPr/>
              </p14:nvContentPartPr>
              <p14:xfrm>
                <a:off x="2678865" y="5695935"/>
                <a:ext cx="575640" cy="54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620FC8C-9E52-7C85-825F-9DC99F88981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72745" y="5689815"/>
                  <a:ext cx="587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281A126-F11E-F4C3-F30D-BD15998C7FFA}"/>
                    </a:ext>
                  </a:extLst>
                </p14:cNvPr>
                <p14:cNvContentPartPr/>
                <p14:nvPr/>
              </p14:nvContentPartPr>
              <p14:xfrm>
                <a:off x="3735465" y="5451855"/>
                <a:ext cx="63000" cy="3772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281A126-F11E-F4C3-F30D-BD15998C7FF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729345" y="5445735"/>
                  <a:ext cx="752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52F4B6B-4E2C-1625-73FC-77100A78C2E3}"/>
                    </a:ext>
                  </a:extLst>
                </p14:cNvPr>
                <p14:cNvContentPartPr/>
                <p14:nvPr/>
              </p14:nvContentPartPr>
              <p14:xfrm>
                <a:off x="3806745" y="5510895"/>
                <a:ext cx="325080" cy="3214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52F4B6B-4E2C-1625-73FC-77100A78C2E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800625" y="5504775"/>
                  <a:ext cx="337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B4863E1-1C3F-45CC-1848-2CA4066EA797}"/>
                    </a:ext>
                  </a:extLst>
                </p14:cNvPr>
                <p14:cNvContentPartPr/>
                <p14:nvPr/>
              </p14:nvContentPartPr>
              <p14:xfrm>
                <a:off x="4118865" y="5604495"/>
                <a:ext cx="360720" cy="6523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B4863E1-1C3F-45CC-1848-2CA4066EA79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112745" y="5598375"/>
                  <a:ext cx="37296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F064044-2CC7-635C-3E6C-E3922175DDE1}"/>
                    </a:ext>
                  </a:extLst>
                </p14:cNvPr>
                <p14:cNvContentPartPr/>
                <p14:nvPr/>
              </p14:nvContentPartPr>
              <p14:xfrm>
                <a:off x="4664985" y="5527815"/>
                <a:ext cx="164880" cy="421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F064044-2CC7-635C-3E6C-E3922175DDE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658865" y="5521695"/>
                  <a:ext cx="1771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34815BA-020B-6B6E-1D0D-A5CAD73B264E}"/>
                    </a:ext>
                  </a:extLst>
                </p14:cNvPr>
                <p14:cNvContentPartPr/>
                <p14:nvPr/>
              </p14:nvContentPartPr>
              <p14:xfrm>
                <a:off x="4953705" y="5614575"/>
                <a:ext cx="114480" cy="2372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34815BA-020B-6B6E-1D0D-A5CAD73B264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947585" y="5608455"/>
                  <a:ext cx="126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DC8EE63-6229-A621-92DB-0E1E45E02AF7}"/>
                    </a:ext>
                  </a:extLst>
                </p14:cNvPr>
                <p14:cNvContentPartPr/>
                <p14:nvPr/>
              </p14:nvContentPartPr>
              <p14:xfrm>
                <a:off x="5138745" y="5655975"/>
                <a:ext cx="187920" cy="203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DC8EE63-6229-A621-92DB-0E1E45E02AF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132625" y="5649855"/>
                  <a:ext cx="200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C593839-AE21-AF08-4826-F940543EC0D5}"/>
                    </a:ext>
                  </a:extLst>
                </p14:cNvPr>
                <p14:cNvContentPartPr/>
                <p14:nvPr/>
              </p14:nvContentPartPr>
              <p14:xfrm>
                <a:off x="5492985" y="5417295"/>
                <a:ext cx="117000" cy="621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C593839-AE21-AF08-4826-F940543EC0D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86865" y="5411175"/>
                  <a:ext cx="12924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BC16D0D-6A74-0629-3F20-5F1FECDFDE5D}"/>
                    </a:ext>
                  </a:extLst>
                </p14:cNvPr>
                <p14:cNvContentPartPr/>
                <p14:nvPr/>
              </p14:nvContentPartPr>
              <p14:xfrm>
                <a:off x="5617545" y="5632935"/>
                <a:ext cx="563760" cy="281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BC16D0D-6A74-0629-3F20-5F1FECDFDE5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11425" y="5626815"/>
                  <a:ext cx="576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6B2AC98-306D-C8E4-DD89-EA172287185D}"/>
                    </a:ext>
                  </a:extLst>
                </p14:cNvPr>
                <p14:cNvContentPartPr/>
                <p14:nvPr/>
              </p14:nvContentPartPr>
              <p14:xfrm>
                <a:off x="6283905" y="5591175"/>
                <a:ext cx="366120" cy="3358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6B2AC98-306D-C8E4-DD89-EA172287185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277785" y="5585055"/>
                  <a:ext cx="3783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CB5AA76-FD49-55D8-57BB-AE9DE8F5D73C}"/>
                    </a:ext>
                  </a:extLst>
                </p14:cNvPr>
                <p14:cNvContentPartPr/>
                <p14:nvPr/>
              </p14:nvContentPartPr>
              <p14:xfrm>
                <a:off x="6612225" y="5712495"/>
                <a:ext cx="236880" cy="217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CB5AA76-FD49-55D8-57BB-AE9DE8F5D73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606105" y="5706375"/>
                  <a:ext cx="249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33BA4A0-973E-C794-C9DF-281C3E88F982}"/>
                    </a:ext>
                  </a:extLst>
                </p14:cNvPr>
                <p14:cNvContentPartPr/>
                <p14:nvPr/>
              </p14:nvContentPartPr>
              <p14:xfrm>
                <a:off x="6944505" y="5684775"/>
                <a:ext cx="486360" cy="244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33BA4A0-973E-C794-C9DF-281C3E88F98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938385" y="5678655"/>
                  <a:ext cx="498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4FCDED4-4697-6937-E4DD-BFDCDA3C3168}"/>
                    </a:ext>
                  </a:extLst>
                </p14:cNvPr>
                <p14:cNvContentPartPr/>
                <p14:nvPr/>
              </p14:nvContentPartPr>
              <p14:xfrm>
                <a:off x="7587105" y="5605575"/>
                <a:ext cx="644040" cy="406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4FCDED4-4697-6937-E4DD-BFDCDA3C316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580985" y="5599455"/>
                  <a:ext cx="6562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0151C62-C8D9-7C7B-23A4-646C4EEC2E18}"/>
                    </a:ext>
                  </a:extLst>
                </p14:cNvPr>
                <p14:cNvContentPartPr/>
                <p14:nvPr/>
              </p14:nvContentPartPr>
              <p14:xfrm>
                <a:off x="7982385" y="5770095"/>
                <a:ext cx="487440" cy="210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0151C62-C8D9-7C7B-23A4-646C4EEC2E1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976265" y="5763975"/>
                  <a:ext cx="499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232CB1A-71C0-B5B0-55DC-DE574FD3EE30}"/>
                    </a:ext>
                  </a:extLst>
                </p14:cNvPr>
                <p14:cNvContentPartPr/>
                <p14:nvPr/>
              </p14:nvContentPartPr>
              <p14:xfrm>
                <a:off x="8672865" y="5744535"/>
                <a:ext cx="146520" cy="218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232CB1A-71C0-B5B0-55DC-DE574FD3EE3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66745" y="5738415"/>
                  <a:ext cx="158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02D041C-F81F-69ED-4651-7AB0AA22ADC9}"/>
                    </a:ext>
                  </a:extLst>
                </p14:cNvPr>
                <p14:cNvContentPartPr/>
                <p14:nvPr/>
              </p14:nvContentPartPr>
              <p14:xfrm>
                <a:off x="8928825" y="5826615"/>
                <a:ext cx="8280" cy="36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02D041C-F81F-69ED-4651-7AB0AA22ADC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922705" y="5820495"/>
                  <a:ext cx="20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EB7E9C3-493A-7ED6-1908-2E11E84B063E}"/>
                    </a:ext>
                  </a:extLst>
                </p14:cNvPr>
                <p14:cNvContentPartPr/>
                <p14:nvPr/>
              </p14:nvContentPartPr>
              <p14:xfrm>
                <a:off x="3425505" y="6230895"/>
                <a:ext cx="5020560" cy="296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EB7E9C3-493A-7ED6-1908-2E11E84B063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419385" y="6224775"/>
                  <a:ext cx="5032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A6C3ABE-674C-CBA2-CAC8-342BF19DA844}"/>
                    </a:ext>
                  </a:extLst>
                </p14:cNvPr>
                <p14:cNvContentPartPr/>
                <p14:nvPr/>
              </p14:nvContentPartPr>
              <p14:xfrm>
                <a:off x="3318945" y="5073495"/>
                <a:ext cx="247320" cy="982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A6C3ABE-674C-CBA2-CAC8-342BF19DA84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312825" y="5067375"/>
                  <a:ext cx="25956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4778B4B-A824-7B94-314E-70D2D4E9EA6C}"/>
                    </a:ext>
                  </a:extLst>
                </p14:cNvPr>
                <p14:cNvContentPartPr/>
                <p14:nvPr/>
              </p14:nvContentPartPr>
              <p14:xfrm>
                <a:off x="3622065" y="5036775"/>
                <a:ext cx="5652360" cy="1511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4778B4B-A824-7B94-314E-70D2D4E9EA6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615945" y="5030655"/>
                  <a:ext cx="5664600" cy="15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9B0A743-AA99-1DC3-216D-6DC9956DCD96}"/>
                    </a:ext>
                  </a:extLst>
                </p14:cNvPr>
                <p14:cNvContentPartPr/>
                <p14:nvPr/>
              </p14:nvContentPartPr>
              <p14:xfrm>
                <a:off x="8472705" y="5652015"/>
                <a:ext cx="497520" cy="355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9B0A743-AA99-1DC3-216D-6DC9956DCD9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466585" y="5645895"/>
                  <a:ext cx="5097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82F3D0-48CB-4A7E-BA53-76DB03F1389D}"/>
                    </a:ext>
                  </a:extLst>
                </p14:cNvPr>
                <p14:cNvContentPartPr/>
                <p14:nvPr/>
              </p14:nvContentPartPr>
              <p14:xfrm>
                <a:off x="8874105" y="5901855"/>
                <a:ext cx="15120" cy="136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82F3D0-48CB-4A7E-BA53-76DB03F1389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867985" y="5895735"/>
                  <a:ext cx="2736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29C943E9-B77D-D724-E3DF-278818A6B754}"/>
                  </a:ext>
                </a:extLst>
              </p14:cNvPr>
              <p14:cNvContentPartPr/>
              <p14:nvPr/>
            </p14:nvContentPartPr>
            <p14:xfrm>
              <a:off x="5161785" y="4671375"/>
              <a:ext cx="10800" cy="3024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29C943E9-B77D-D724-E3DF-278818A6B754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155665" y="4665255"/>
                <a:ext cx="230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BC0D0C37-4DE2-25CC-B86D-755B4047E74A}"/>
              </a:ext>
            </a:extLst>
          </p:cNvPr>
          <p:cNvGrpSpPr/>
          <p:nvPr/>
        </p:nvGrpSpPr>
        <p:grpSpPr>
          <a:xfrm>
            <a:off x="6907065" y="3232455"/>
            <a:ext cx="5311800" cy="2003040"/>
            <a:chOff x="6907065" y="3232455"/>
            <a:chExt cx="5311800" cy="20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FE7FF24-D681-C3D8-6711-E052A2C10F80}"/>
                    </a:ext>
                  </a:extLst>
                </p14:cNvPr>
                <p14:cNvContentPartPr/>
                <p14:nvPr/>
              </p14:nvContentPartPr>
              <p14:xfrm>
                <a:off x="8100825" y="3666255"/>
                <a:ext cx="606600" cy="421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FE7FF24-D681-C3D8-6711-E052A2C10F8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094705" y="3660135"/>
                  <a:ext cx="6188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FE490BD-ACAB-A0B9-F2D4-2D7AFA8C7445}"/>
                    </a:ext>
                  </a:extLst>
                </p14:cNvPr>
                <p14:cNvContentPartPr/>
                <p14:nvPr/>
              </p14:nvContentPartPr>
              <p14:xfrm>
                <a:off x="8901825" y="3781815"/>
                <a:ext cx="594000" cy="47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FE490BD-ACAB-A0B9-F2D4-2D7AFA8C744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895705" y="3775695"/>
                  <a:ext cx="606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5F5AC4A-FEF7-6017-36F4-72F609CF71DE}"/>
                    </a:ext>
                  </a:extLst>
                </p14:cNvPr>
                <p14:cNvContentPartPr/>
                <p14:nvPr/>
              </p14:nvContentPartPr>
              <p14:xfrm>
                <a:off x="9606345" y="3611895"/>
                <a:ext cx="48960" cy="341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5F5AC4A-FEF7-6017-36F4-72F609CF71D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600225" y="3605775"/>
                  <a:ext cx="612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D7DB7AE-4C88-00BE-3F00-8AC439CCDC76}"/>
                    </a:ext>
                  </a:extLst>
                </p14:cNvPr>
                <p14:cNvContentPartPr/>
                <p14:nvPr/>
              </p14:nvContentPartPr>
              <p14:xfrm>
                <a:off x="9610305" y="3489135"/>
                <a:ext cx="464760" cy="427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D7DB7AE-4C88-00BE-3F00-8AC439CCDC7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04185" y="3483015"/>
                  <a:ext cx="4770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18D2963-9397-2BBE-6B8B-FB59422270C5}"/>
                    </a:ext>
                  </a:extLst>
                </p14:cNvPr>
                <p14:cNvContentPartPr/>
                <p14:nvPr/>
              </p14:nvContentPartPr>
              <p14:xfrm>
                <a:off x="10158585" y="3589215"/>
                <a:ext cx="154800" cy="259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18D2963-9397-2BBE-6B8B-FB59422270C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152465" y="3583095"/>
                  <a:ext cx="167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F24D955-F5CD-10A9-A728-036F08F866CA}"/>
                    </a:ext>
                  </a:extLst>
                </p14:cNvPr>
                <p14:cNvContentPartPr/>
                <p14:nvPr/>
              </p14:nvContentPartPr>
              <p14:xfrm>
                <a:off x="10372425" y="3579135"/>
                <a:ext cx="211680" cy="231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F24D955-F5CD-10A9-A728-036F08F866C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366305" y="3573015"/>
                  <a:ext cx="223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52C6D0-095A-2051-3641-9892DCCCFFF4}"/>
                    </a:ext>
                  </a:extLst>
                </p14:cNvPr>
                <p14:cNvContentPartPr/>
                <p14:nvPr/>
              </p14:nvContentPartPr>
              <p14:xfrm>
                <a:off x="10407345" y="3539535"/>
                <a:ext cx="405360" cy="572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52C6D0-095A-2051-3641-9892DCCCFFF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401225" y="3533415"/>
                  <a:ext cx="4176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E44B097-083E-C913-0191-50BF2B1A1610}"/>
                    </a:ext>
                  </a:extLst>
                </p14:cNvPr>
                <p14:cNvContentPartPr/>
                <p14:nvPr/>
              </p14:nvContentPartPr>
              <p14:xfrm>
                <a:off x="10979385" y="3391935"/>
                <a:ext cx="10800" cy="74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E44B097-083E-C913-0191-50BF2B1A161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973265" y="3385815"/>
                  <a:ext cx="23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E59977C-3B3B-B5E4-ADBD-A923F6FDAC01}"/>
                    </a:ext>
                  </a:extLst>
                </p14:cNvPr>
                <p14:cNvContentPartPr/>
                <p14:nvPr/>
              </p14:nvContentPartPr>
              <p14:xfrm>
                <a:off x="10945545" y="3592455"/>
                <a:ext cx="349200" cy="199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E59977C-3B3B-B5E4-ADBD-A923F6FDAC0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939425" y="3586335"/>
                  <a:ext cx="361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F8CDF3-0677-C35D-CFF2-28B38BC93975}"/>
                    </a:ext>
                  </a:extLst>
                </p14:cNvPr>
                <p14:cNvContentPartPr/>
                <p14:nvPr/>
              </p14:nvContentPartPr>
              <p14:xfrm>
                <a:off x="11441265" y="3279255"/>
                <a:ext cx="156600" cy="510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F8CDF3-0677-C35D-CFF2-28B38BC9397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435145" y="3273135"/>
                  <a:ext cx="1688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FAC0798-DFF0-0AE1-3621-7CE646514D27}"/>
                    </a:ext>
                  </a:extLst>
                </p14:cNvPr>
                <p14:cNvContentPartPr/>
                <p14:nvPr/>
              </p14:nvContentPartPr>
              <p14:xfrm>
                <a:off x="8863665" y="4324695"/>
                <a:ext cx="339840" cy="503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FAC0798-DFF0-0AE1-3621-7CE646514D2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57545" y="4318575"/>
                  <a:ext cx="3520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9B01815-79B8-25A2-3310-1EC47C5C5C83}"/>
                    </a:ext>
                  </a:extLst>
                </p14:cNvPr>
                <p14:cNvContentPartPr/>
                <p14:nvPr/>
              </p14:nvContentPartPr>
              <p14:xfrm>
                <a:off x="9081105" y="4239375"/>
                <a:ext cx="202680" cy="59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9B01815-79B8-25A2-3310-1EC47C5C5C8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74985" y="4233255"/>
                  <a:ext cx="214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E86E1F8-837D-A301-53DC-44B2CEB83DF8}"/>
                    </a:ext>
                  </a:extLst>
                </p14:cNvPr>
                <p14:cNvContentPartPr/>
                <p14:nvPr/>
              </p14:nvContentPartPr>
              <p14:xfrm>
                <a:off x="8923065" y="4509015"/>
                <a:ext cx="266760" cy="65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E86E1F8-837D-A301-53DC-44B2CEB83DF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916945" y="4502895"/>
                  <a:ext cx="279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A916236-A6BE-49FC-0EC2-D2D007DEF8DD}"/>
                    </a:ext>
                  </a:extLst>
                </p14:cNvPr>
                <p14:cNvContentPartPr/>
                <p14:nvPr/>
              </p14:nvContentPartPr>
              <p14:xfrm>
                <a:off x="9358665" y="4383375"/>
                <a:ext cx="414000" cy="345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A916236-A6BE-49FC-0EC2-D2D007DEF8D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52545" y="4377255"/>
                  <a:ext cx="4262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716C31C-C007-D576-24B1-AC5ACC8E41A1}"/>
                    </a:ext>
                  </a:extLst>
                </p14:cNvPr>
                <p14:cNvContentPartPr/>
                <p14:nvPr/>
              </p14:nvContentPartPr>
              <p14:xfrm>
                <a:off x="9672585" y="4415415"/>
                <a:ext cx="356400" cy="286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716C31C-C007-D576-24B1-AC5ACC8E41A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666465" y="4409295"/>
                  <a:ext cx="368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A962B74-1196-FEF5-4AC6-075F9268278E}"/>
                    </a:ext>
                  </a:extLst>
                </p14:cNvPr>
                <p14:cNvContentPartPr/>
                <p14:nvPr/>
              </p14:nvContentPartPr>
              <p14:xfrm>
                <a:off x="10063905" y="4431615"/>
                <a:ext cx="123120" cy="318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A962B74-1196-FEF5-4AC6-075F9268278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057785" y="4425495"/>
                  <a:ext cx="1353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03725C8-D8C7-DD15-1E5D-7D58241A3937}"/>
                    </a:ext>
                  </a:extLst>
                </p14:cNvPr>
                <p14:cNvContentPartPr/>
                <p14:nvPr/>
              </p14:nvContentPartPr>
              <p14:xfrm>
                <a:off x="10292505" y="4417575"/>
                <a:ext cx="308880" cy="327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03725C8-D8C7-DD15-1E5D-7D58241A393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286385" y="4411455"/>
                  <a:ext cx="3211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5E0EA28-CD92-425A-3902-98D4308F5C4E}"/>
                    </a:ext>
                  </a:extLst>
                </p14:cNvPr>
                <p14:cNvContentPartPr/>
                <p14:nvPr/>
              </p14:nvContentPartPr>
              <p14:xfrm>
                <a:off x="10732425" y="4610895"/>
                <a:ext cx="16200" cy="49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5E0EA28-CD92-425A-3902-98D4308F5C4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726305" y="4604775"/>
                  <a:ext cx="2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772A440-B0BB-1421-A1F0-F63811668EDE}"/>
                    </a:ext>
                  </a:extLst>
                </p14:cNvPr>
                <p14:cNvContentPartPr/>
                <p14:nvPr/>
              </p14:nvContentPartPr>
              <p14:xfrm>
                <a:off x="7548585" y="3414255"/>
                <a:ext cx="172800" cy="1271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772A440-B0BB-1421-A1F0-F63811668ED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542465" y="3408135"/>
                  <a:ext cx="185040" cy="12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DDD475F-F543-88DF-CDB1-9E1C0DC51971}"/>
                    </a:ext>
                  </a:extLst>
                </p14:cNvPr>
                <p14:cNvContentPartPr/>
                <p14:nvPr/>
              </p14:nvContentPartPr>
              <p14:xfrm>
                <a:off x="7811025" y="3232455"/>
                <a:ext cx="4407840" cy="153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DDD475F-F543-88DF-CDB1-9E1C0DC5197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804905" y="3226335"/>
                  <a:ext cx="442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B2E1577-B6EE-1F0C-3EE9-7F49DA6F09CA}"/>
                    </a:ext>
                  </a:extLst>
                </p14:cNvPr>
                <p14:cNvContentPartPr/>
                <p14:nvPr/>
              </p14:nvContentPartPr>
              <p14:xfrm>
                <a:off x="11402385" y="3355215"/>
                <a:ext cx="617400" cy="1453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B2E1577-B6EE-1F0C-3EE9-7F49DA6F09C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396265" y="3349095"/>
                  <a:ext cx="629640" cy="14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76AEE28-42CA-4AD6-D085-34A72769947D}"/>
                    </a:ext>
                  </a:extLst>
                </p14:cNvPr>
                <p14:cNvContentPartPr/>
                <p14:nvPr/>
              </p14:nvContentPartPr>
              <p14:xfrm>
                <a:off x="7358505" y="4512975"/>
                <a:ext cx="4022640" cy="641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76AEE28-42CA-4AD6-D085-34A72769947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352385" y="4506855"/>
                  <a:ext cx="403488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61F2FF8-71B6-9414-67D7-6ADA00377545}"/>
                    </a:ext>
                  </a:extLst>
                </p14:cNvPr>
                <p14:cNvContentPartPr/>
                <p14:nvPr/>
              </p14:nvContentPartPr>
              <p14:xfrm>
                <a:off x="11091345" y="4722855"/>
                <a:ext cx="331200" cy="512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61F2FF8-71B6-9414-67D7-6ADA0037754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085225" y="4716735"/>
                  <a:ext cx="3434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BA926B7-C643-ADE8-D791-4F9D09102BA3}"/>
                    </a:ext>
                  </a:extLst>
                </p14:cNvPr>
                <p14:cNvContentPartPr/>
                <p14:nvPr/>
              </p14:nvContentPartPr>
              <p14:xfrm>
                <a:off x="10070745" y="4085655"/>
                <a:ext cx="867960" cy="94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BA926B7-C643-ADE8-D791-4F9D09102BA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064625" y="4079535"/>
                  <a:ext cx="880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2004575-FBAE-01C4-F074-5188A89CBB15}"/>
                    </a:ext>
                  </a:extLst>
                </p14:cNvPr>
                <p14:cNvContentPartPr/>
                <p14:nvPr/>
              </p14:nvContentPartPr>
              <p14:xfrm>
                <a:off x="6907065" y="3983775"/>
                <a:ext cx="1041120" cy="88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2004575-FBAE-01C4-F074-5188A89CBB1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00945" y="3977655"/>
                  <a:ext cx="1053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0816779-7D1A-0BA4-F6E4-FFF6B85669AC}"/>
                    </a:ext>
                  </a:extLst>
                </p14:cNvPr>
                <p14:cNvContentPartPr/>
                <p14:nvPr/>
              </p14:nvContentPartPr>
              <p14:xfrm>
                <a:off x="10104945" y="4073775"/>
                <a:ext cx="717120" cy="54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0816779-7D1A-0BA4-F6E4-FFF6B85669A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98825" y="4067655"/>
                  <a:ext cx="729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B708E62-E77D-1557-8CBF-48D82318C5DC}"/>
                    </a:ext>
                  </a:extLst>
                </p14:cNvPr>
                <p14:cNvContentPartPr/>
                <p14:nvPr/>
              </p14:nvContentPartPr>
              <p14:xfrm>
                <a:off x="9408705" y="5058375"/>
                <a:ext cx="856800" cy="64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B708E62-E77D-1557-8CBF-48D82318C5D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02585" y="5052255"/>
                  <a:ext cx="869040" cy="1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40455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8029BBE-ABCF-E599-4FF2-BA854C446452}"/>
              </a:ext>
            </a:extLst>
          </p:cNvPr>
          <p:cNvGrpSpPr/>
          <p:nvPr/>
        </p:nvGrpSpPr>
        <p:grpSpPr>
          <a:xfrm>
            <a:off x="1836825" y="321855"/>
            <a:ext cx="1592280" cy="1250640"/>
            <a:chOff x="1836825" y="321855"/>
            <a:chExt cx="1592280" cy="12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FC83DF8-0FCA-E59C-D204-77D909FA5297}"/>
                    </a:ext>
                  </a:extLst>
                </p14:cNvPr>
                <p14:cNvContentPartPr/>
                <p14:nvPr/>
              </p14:nvContentPartPr>
              <p14:xfrm>
                <a:off x="1836825" y="321855"/>
                <a:ext cx="1194840" cy="1250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FC83DF8-0FCA-E59C-D204-77D909FA52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30705" y="315735"/>
                  <a:ext cx="1207080" cy="12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B39F37-306C-D8A0-C084-1E72F81CD2B2}"/>
                    </a:ext>
                  </a:extLst>
                </p14:cNvPr>
                <p14:cNvContentPartPr/>
                <p14:nvPr/>
              </p14:nvContentPartPr>
              <p14:xfrm>
                <a:off x="3257385" y="1315455"/>
                <a:ext cx="171720" cy="24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B39F37-306C-D8A0-C084-1E72F81CD2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51265" y="1309335"/>
                  <a:ext cx="183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445364-B9FE-DE5F-720F-1061E073C7CA}"/>
                    </a:ext>
                  </a:extLst>
                </p14:cNvPr>
                <p14:cNvContentPartPr/>
                <p14:nvPr/>
              </p14:nvContentPartPr>
              <p14:xfrm>
                <a:off x="3317865" y="1108095"/>
                <a:ext cx="96480" cy="84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445364-B9FE-DE5F-720F-1061E073C7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11745" y="1101975"/>
                  <a:ext cx="108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A672A83-1C10-54E4-92B2-FB93A34AC15F}"/>
              </a:ext>
            </a:extLst>
          </p:cNvPr>
          <p:cNvGrpSpPr/>
          <p:nvPr/>
        </p:nvGrpSpPr>
        <p:grpSpPr>
          <a:xfrm>
            <a:off x="4191225" y="608055"/>
            <a:ext cx="1162440" cy="940680"/>
            <a:chOff x="4191225" y="608055"/>
            <a:chExt cx="1162440" cy="94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3A386E-13EB-DC77-0B67-128D86974F21}"/>
                    </a:ext>
                  </a:extLst>
                </p14:cNvPr>
                <p14:cNvContentPartPr/>
                <p14:nvPr/>
              </p14:nvContentPartPr>
              <p14:xfrm>
                <a:off x="4191225" y="1056615"/>
                <a:ext cx="1017720" cy="5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3A386E-13EB-DC77-0B67-128D86974F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85105" y="1050495"/>
                  <a:ext cx="1029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55FE0B-4481-BD35-3837-70038D6A36EF}"/>
                    </a:ext>
                  </a:extLst>
                </p14:cNvPr>
                <p14:cNvContentPartPr/>
                <p14:nvPr/>
              </p14:nvContentPartPr>
              <p14:xfrm>
                <a:off x="4518105" y="608055"/>
                <a:ext cx="835560" cy="94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55FE0B-4481-BD35-3837-70038D6A36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11985" y="601935"/>
                  <a:ext cx="84780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144652-B553-83CF-1621-9E57140A6279}"/>
                    </a:ext>
                  </a:extLst>
                </p14:cNvPr>
                <p14:cNvContentPartPr/>
                <p14:nvPr/>
              </p14:nvContentPartPr>
              <p14:xfrm>
                <a:off x="5222265" y="1360095"/>
                <a:ext cx="18720" cy="2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144652-B553-83CF-1621-9E57140A62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16145" y="1353975"/>
                  <a:ext cx="30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5AC303-8CAC-7EA2-FDC5-3E7A7B9D893C}"/>
              </a:ext>
            </a:extLst>
          </p:cNvPr>
          <p:cNvGrpSpPr/>
          <p:nvPr/>
        </p:nvGrpSpPr>
        <p:grpSpPr>
          <a:xfrm>
            <a:off x="6059985" y="540375"/>
            <a:ext cx="5115240" cy="2135520"/>
            <a:chOff x="6059985" y="540375"/>
            <a:chExt cx="5115240" cy="21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685CAB-6274-A63F-EB55-4442A2B8E82B}"/>
                    </a:ext>
                  </a:extLst>
                </p14:cNvPr>
                <p14:cNvContentPartPr/>
                <p14:nvPr/>
              </p14:nvContentPartPr>
              <p14:xfrm>
                <a:off x="6448785" y="610215"/>
                <a:ext cx="440280" cy="54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685CAB-6274-A63F-EB55-4442A2B8E8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42665" y="604095"/>
                  <a:ext cx="452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61564B-814D-EDE1-1CB1-BF81F65CE5A5}"/>
                    </a:ext>
                  </a:extLst>
                </p14:cNvPr>
                <p14:cNvContentPartPr/>
                <p14:nvPr/>
              </p14:nvContentPartPr>
              <p14:xfrm>
                <a:off x="6274545" y="855015"/>
                <a:ext cx="406440" cy="588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61564B-814D-EDE1-1CB1-BF81F65CE5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8425" y="848895"/>
                  <a:ext cx="41868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D01387-17D9-7DC1-DC89-9B098313F19F}"/>
                    </a:ext>
                  </a:extLst>
                </p14:cNvPr>
                <p14:cNvContentPartPr/>
                <p14:nvPr/>
              </p14:nvContentPartPr>
              <p14:xfrm>
                <a:off x="6319545" y="948615"/>
                <a:ext cx="329400" cy="2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D01387-17D9-7DC1-DC89-9B098313F1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13425" y="942495"/>
                  <a:ext cx="341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ED07B4-CFAC-1463-3556-238F02BC12E9}"/>
                    </a:ext>
                  </a:extLst>
                </p14:cNvPr>
                <p14:cNvContentPartPr/>
                <p14:nvPr/>
              </p14:nvContentPartPr>
              <p14:xfrm>
                <a:off x="6719505" y="946455"/>
                <a:ext cx="363960" cy="288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ED07B4-CFAC-1463-3556-238F02BC12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13385" y="940335"/>
                  <a:ext cx="376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33CCDB-E146-E701-8A0D-E77FE2FEE75B}"/>
                    </a:ext>
                  </a:extLst>
                </p14:cNvPr>
                <p14:cNvContentPartPr/>
                <p14:nvPr/>
              </p14:nvContentPartPr>
              <p14:xfrm>
                <a:off x="7086345" y="951855"/>
                <a:ext cx="253080" cy="259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33CCDB-E146-E701-8A0D-E77FE2FEE7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80225" y="945735"/>
                  <a:ext cx="265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04BAA2-3A23-C8C3-A54B-1A41EAE42DF6}"/>
                    </a:ext>
                  </a:extLst>
                </p14:cNvPr>
                <p14:cNvContentPartPr/>
                <p14:nvPr/>
              </p14:nvContentPartPr>
              <p14:xfrm>
                <a:off x="7421145" y="889215"/>
                <a:ext cx="199080" cy="37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04BAA2-3A23-C8C3-A54B-1A41EAE42D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15025" y="883095"/>
                  <a:ext cx="2113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9DC046-5F03-B062-8E89-4014C1A07002}"/>
                    </a:ext>
                  </a:extLst>
                </p14:cNvPr>
                <p14:cNvContentPartPr/>
                <p14:nvPr/>
              </p14:nvContentPartPr>
              <p14:xfrm>
                <a:off x="7743705" y="698775"/>
                <a:ext cx="658800" cy="53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9DC046-5F03-B062-8E89-4014C1A070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585" y="692655"/>
                  <a:ext cx="6710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037E16-29BB-B29F-AE73-EB90D399957B}"/>
                    </a:ext>
                  </a:extLst>
                </p14:cNvPr>
                <p14:cNvContentPartPr/>
                <p14:nvPr/>
              </p14:nvContentPartPr>
              <p14:xfrm>
                <a:off x="9068145" y="839895"/>
                <a:ext cx="322920" cy="230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037E16-29BB-B29F-AE73-EB90D39995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62025" y="833775"/>
                  <a:ext cx="335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C00E04-E94D-6D4A-282F-B04482A8F56D}"/>
                    </a:ext>
                  </a:extLst>
                </p14:cNvPr>
                <p14:cNvContentPartPr/>
                <p14:nvPr/>
              </p14:nvContentPartPr>
              <p14:xfrm>
                <a:off x="9653505" y="540375"/>
                <a:ext cx="564480" cy="591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C00E04-E94D-6D4A-282F-B04482A8F5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47385" y="534255"/>
                  <a:ext cx="57672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A6FBFD-8EB3-AB75-5323-695051A5A785}"/>
                    </a:ext>
                  </a:extLst>
                </p14:cNvPr>
                <p14:cNvContentPartPr/>
                <p14:nvPr/>
              </p14:nvContentPartPr>
              <p14:xfrm>
                <a:off x="10478985" y="816855"/>
                <a:ext cx="305640" cy="322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A6FBFD-8EB3-AB75-5323-695051A5A7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72865" y="810735"/>
                  <a:ext cx="317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49172F-8AD9-83DF-A419-43C00C14ABC1}"/>
                    </a:ext>
                  </a:extLst>
                </p14:cNvPr>
                <p14:cNvContentPartPr/>
                <p14:nvPr/>
              </p14:nvContentPartPr>
              <p14:xfrm>
                <a:off x="10775625" y="886335"/>
                <a:ext cx="399600" cy="322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49172F-8AD9-83DF-A419-43C00C14AB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69505" y="880215"/>
                  <a:ext cx="4118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17AC9D-3B1B-739E-C392-E4033681AB2E}"/>
                    </a:ext>
                  </a:extLst>
                </p14:cNvPr>
                <p14:cNvContentPartPr/>
                <p14:nvPr/>
              </p14:nvContentPartPr>
              <p14:xfrm>
                <a:off x="6476505" y="1572135"/>
                <a:ext cx="101160" cy="49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17AC9D-3B1B-739E-C392-E4033681AB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70385" y="1566015"/>
                  <a:ext cx="11340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0084A1-307E-42DA-42E8-FDF07F1B4335}"/>
                    </a:ext>
                  </a:extLst>
                </p14:cNvPr>
                <p14:cNvContentPartPr/>
                <p14:nvPr/>
              </p14:nvContentPartPr>
              <p14:xfrm>
                <a:off x="6281745" y="1703535"/>
                <a:ext cx="1297800" cy="414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0084A1-307E-42DA-42E8-FDF07F1B43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75625" y="1697415"/>
                  <a:ext cx="13100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FC87B7-F47C-BB28-2C7C-52D9E0042B15}"/>
                    </a:ext>
                  </a:extLst>
                </p14:cNvPr>
                <p14:cNvContentPartPr/>
                <p14:nvPr/>
              </p14:nvContentPartPr>
              <p14:xfrm>
                <a:off x="8631105" y="1802535"/>
                <a:ext cx="964440" cy="28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FC87B7-F47C-BB28-2C7C-52D9E0042B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24985" y="1796415"/>
                  <a:ext cx="976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1829C3-60B9-7BEE-6D61-69E7117C5BF8}"/>
                    </a:ext>
                  </a:extLst>
                </p14:cNvPr>
                <p14:cNvContentPartPr/>
                <p14:nvPr/>
              </p14:nvContentPartPr>
              <p14:xfrm>
                <a:off x="9649185" y="1856895"/>
                <a:ext cx="316800" cy="218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1829C3-60B9-7BEE-6D61-69E7117C5B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3065" y="1850775"/>
                  <a:ext cx="329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0EA366-B1A1-A446-0758-A28127792574}"/>
                    </a:ext>
                  </a:extLst>
                </p14:cNvPr>
                <p14:cNvContentPartPr/>
                <p14:nvPr/>
              </p14:nvContentPartPr>
              <p14:xfrm>
                <a:off x="9691665" y="1835295"/>
                <a:ext cx="644760" cy="780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0EA366-B1A1-A446-0758-A281277925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85545" y="1829175"/>
                  <a:ext cx="6570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F9C087-2C51-6BB1-FC27-5689F7048A97}"/>
                    </a:ext>
                  </a:extLst>
                </p14:cNvPr>
                <p14:cNvContentPartPr/>
                <p14:nvPr/>
              </p14:nvContentPartPr>
              <p14:xfrm>
                <a:off x="10389705" y="1710015"/>
                <a:ext cx="23040" cy="21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F9C087-2C51-6BB1-FC27-5689F7048A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83585" y="1703895"/>
                  <a:ext cx="3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30D475-DA34-F924-5F85-9A78430CE6E4}"/>
                    </a:ext>
                  </a:extLst>
                </p14:cNvPr>
                <p14:cNvContentPartPr/>
                <p14:nvPr/>
              </p14:nvContentPartPr>
              <p14:xfrm>
                <a:off x="10379265" y="1893975"/>
                <a:ext cx="243720" cy="275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30D475-DA34-F924-5F85-9A78430CE6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73145" y="1887855"/>
                  <a:ext cx="255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3179A1-7B63-1A23-DE62-2C2676878600}"/>
                    </a:ext>
                  </a:extLst>
                </p14:cNvPr>
                <p14:cNvContentPartPr/>
                <p14:nvPr/>
              </p14:nvContentPartPr>
              <p14:xfrm>
                <a:off x="6059985" y="2579055"/>
                <a:ext cx="2007360" cy="1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3179A1-7B63-1A23-DE62-2C26768786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53865" y="2572935"/>
                  <a:ext cx="2019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87B1F1-B9F1-27FB-DEDA-3D1729415645}"/>
                    </a:ext>
                  </a:extLst>
                </p14:cNvPr>
                <p14:cNvContentPartPr/>
                <p14:nvPr/>
              </p14:nvContentPartPr>
              <p14:xfrm>
                <a:off x="7092465" y="1467735"/>
                <a:ext cx="2159280" cy="19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87B1F1-B9F1-27FB-DEDA-3D17294156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86345" y="1461615"/>
                  <a:ext cx="2171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EA0304-81CD-55BF-171C-8D74232B3B0A}"/>
                    </a:ext>
                  </a:extLst>
                </p14:cNvPr>
                <p14:cNvContentPartPr/>
                <p14:nvPr/>
              </p14:nvContentPartPr>
              <p14:xfrm>
                <a:off x="9673305" y="1489695"/>
                <a:ext cx="381960" cy="1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EA0304-81CD-55BF-171C-8D74232B3B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67185" y="1483575"/>
                  <a:ext cx="394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8D4162-0319-F807-FCAD-393164D2084B}"/>
                    </a:ext>
                  </a:extLst>
                </p14:cNvPr>
                <p14:cNvContentPartPr/>
                <p14:nvPr/>
              </p14:nvContentPartPr>
              <p14:xfrm>
                <a:off x="7030185" y="1435695"/>
                <a:ext cx="1177920" cy="84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8D4162-0319-F807-FCAD-393164D208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24065" y="1429575"/>
                  <a:ext cx="1190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1E8AB3-5C25-EBA7-9B95-3EBF8E9928F3}"/>
                    </a:ext>
                  </a:extLst>
                </p14:cNvPr>
                <p14:cNvContentPartPr/>
                <p14:nvPr/>
              </p14:nvContentPartPr>
              <p14:xfrm>
                <a:off x="10371345" y="1364055"/>
                <a:ext cx="495360" cy="4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1E8AB3-5C25-EBA7-9B95-3EBF8E9928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65225" y="1357935"/>
                  <a:ext cx="507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FE7179-2C42-9418-120F-9B43A248FBA6}"/>
                    </a:ext>
                  </a:extLst>
                </p14:cNvPr>
                <p14:cNvContentPartPr/>
                <p14:nvPr/>
              </p14:nvContentPartPr>
              <p14:xfrm>
                <a:off x="6707985" y="2629815"/>
                <a:ext cx="2719080" cy="46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FE7179-2C42-9418-120F-9B43A248FBA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01865" y="2623695"/>
                  <a:ext cx="2731320" cy="5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101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66BB299-33AB-CB61-3EF2-4856E8075B11}"/>
              </a:ext>
            </a:extLst>
          </p:cNvPr>
          <p:cNvGrpSpPr/>
          <p:nvPr/>
        </p:nvGrpSpPr>
        <p:grpSpPr>
          <a:xfrm>
            <a:off x="974625" y="204495"/>
            <a:ext cx="2196720" cy="723960"/>
            <a:chOff x="974625" y="204495"/>
            <a:chExt cx="2196720" cy="72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FA8C63-0AD0-D326-9551-FB02B7FF61AD}"/>
                    </a:ext>
                  </a:extLst>
                </p14:cNvPr>
                <p14:cNvContentPartPr/>
                <p14:nvPr/>
              </p14:nvContentPartPr>
              <p14:xfrm>
                <a:off x="974625" y="216015"/>
                <a:ext cx="594000" cy="629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FA8C63-0AD0-D326-9551-FB02B7FF61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8505" y="209895"/>
                  <a:ext cx="60624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F8EFEE4-74CD-ECAE-0109-4A2E60B8F4B4}"/>
                    </a:ext>
                  </a:extLst>
                </p14:cNvPr>
                <p14:cNvContentPartPr/>
                <p14:nvPr/>
              </p14:nvContentPartPr>
              <p14:xfrm>
                <a:off x="1894785" y="204495"/>
                <a:ext cx="484920" cy="55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F8EFEE4-74CD-ECAE-0109-4A2E60B8F4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8665" y="198375"/>
                  <a:ext cx="4971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5B20A3-5C52-FE70-10A3-F2BE397E2A71}"/>
                    </a:ext>
                  </a:extLst>
                </p14:cNvPr>
                <p14:cNvContentPartPr/>
                <p14:nvPr/>
              </p14:nvContentPartPr>
              <p14:xfrm>
                <a:off x="2541705" y="348135"/>
                <a:ext cx="63720" cy="38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5B20A3-5C52-FE70-10A3-F2BE397E2A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35585" y="342015"/>
                  <a:ext cx="759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295CC8-3D47-852B-3866-59744393630E}"/>
                    </a:ext>
                  </a:extLst>
                </p14:cNvPr>
                <p14:cNvContentPartPr/>
                <p14:nvPr/>
              </p14:nvContentPartPr>
              <p14:xfrm>
                <a:off x="2561145" y="205575"/>
                <a:ext cx="610200" cy="722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295CC8-3D47-852B-3866-5974439363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55025" y="199455"/>
                  <a:ext cx="622440" cy="73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BEC853-89D2-D633-571E-4127076222FA}"/>
              </a:ext>
            </a:extLst>
          </p:cNvPr>
          <p:cNvGrpSpPr/>
          <p:nvPr/>
        </p:nvGrpSpPr>
        <p:grpSpPr>
          <a:xfrm>
            <a:off x="4369425" y="308895"/>
            <a:ext cx="3596400" cy="553680"/>
            <a:chOff x="4369425" y="308895"/>
            <a:chExt cx="359640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9B34D7-1C75-F550-5F72-045C0FDD9BA3}"/>
                    </a:ext>
                  </a:extLst>
                </p14:cNvPr>
                <p14:cNvContentPartPr/>
                <p14:nvPr/>
              </p14:nvContentPartPr>
              <p14:xfrm>
                <a:off x="4369425" y="341655"/>
                <a:ext cx="69120" cy="498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9B34D7-1C75-F550-5F72-045C0FDD9B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63305" y="335535"/>
                  <a:ext cx="813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3E4F75-29A7-4A8C-A260-F58BF50ECFAF}"/>
                    </a:ext>
                  </a:extLst>
                </p14:cNvPr>
                <p14:cNvContentPartPr/>
                <p14:nvPr/>
              </p14:nvContentPartPr>
              <p14:xfrm>
                <a:off x="4450425" y="359295"/>
                <a:ext cx="440640" cy="374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3E4F75-29A7-4A8C-A260-F58BF50ECF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44305" y="353175"/>
                  <a:ext cx="452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ADCC4F9-527C-30FB-5D22-7AA94A7516D6}"/>
                    </a:ext>
                  </a:extLst>
                </p14:cNvPr>
                <p14:cNvContentPartPr/>
                <p14:nvPr/>
              </p14:nvContentPartPr>
              <p14:xfrm>
                <a:off x="5040465" y="515895"/>
                <a:ext cx="207360" cy="282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ADCC4F9-527C-30FB-5D22-7AA94A7516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34345" y="509775"/>
                  <a:ext cx="2196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490F5C-6A27-24AE-CCC2-6BEE1CE5817D}"/>
                    </a:ext>
                  </a:extLst>
                </p14:cNvPr>
                <p14:cNvContentPartPr/>
                <p14:nvPr/>
              </p14:nvContentPartPr>
              <p14:xfrm>
                <a:off x="5354745" y="430935"/>
                <a:ext cx="494280" cy="413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490F5C-6A27-24AE-CCC2-6BEE1CE581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8625" y="424815"/>
                  <a:ext cx="506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FEA996-A18D-2DAF-7839-4845492234F5}"/>
                    </a:ext>
                  </a:extLst>
                </p14:cNvPr>
                <p14:cNvContentPartPr/>
                <p14:nvPr/>
              </p14:nvContentPartPr>
              <p14:xfrm>
                <a:off x="6181305" y="497895"/>
                <a:ext cx="446040" cy="30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FEA996-A18D-2DAF-7839-4845492234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75185" y="491775"/>
                  <a:ext cx="458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E5477D-29CB-3C1E-BD31-9FE5CA1A8BEF}"/>
                    </a:ext>
                  </a:extLst>
                </p14:cNvPr>
                <p14:cNvContentPartPr/>
                <p14:nvPr/>
              </p14:nvContentPartPr>
              <p14:xfrm>
                <a:off x="6743625" y="308895"/>
                <a:ext cx="919080" cy="553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E5477D-29CB-3C1E-BD31-9FE5CA1A8B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7505" y="302775"/>
                  <a:ext cx="9313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501DFF-9F76-F60D-C86C-40B1951C0332}"/>
                    </a:ext>
                  </a:extLst>
                </p14:cNvPr>
                <p14:cNvContentPartPr/>
                <p14:nvPr/>
              </p14:nvContentPartPr>
              <p14:xfrm>
                <a:off x="7938105" y="703815"/>
                <a:ext cx="27720" cy="2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501DFF-9F76-F60D-C86C-40B1951C03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31985" y="697695"/>
                  <a:ext cx="39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0A665A-35D2-7BBD-4052-89830B817F19}"/>
              </a:ext>
            </a:extLst>
          </p:cNvPr>
          <p:cNvGrpSpPr/>
          <p:nvPr/>
        </p:nvGrpSpPr>
        <p:grpSpPr>
          <a:xfrm>
            <a:off x="1361265" y="1279095"/>
            <a:ext cx="3990960" cy="2468160"/>
            <a:chOff x="1361265" y="1279095"/>
            <a:chExt cx="3990960" cy="246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6AC0875-867A-C125-A484-79C8BAD7C6C4}"/>
                    </a:ext>
                  </a:extLst>
                </p14:cNvPr>
                <p14:cNvContentPartPr/>
                <p14:nvPr/>
              </p14:nvContentPartPr>
              <p14:xfrm>
                <a:off x="1361265" y="1617135"/>
                <a:ext cx="3990960" cy="2130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6AC0875-867A-C125-A484-79C8BAD7C6C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55145" y="1611015"/>
                  <a:ext cx="4003200" cy="21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FA5FC8-B43D-2772-F028-A6FB93C12B04}"/>
                    </a:ext>
                  </a:extLst>
                </p14:cNvPr>
                <p14:cNvContentPartPr/>
                <p14:nvPr/>
              </p14:nvContentPartPr>
              <p14:xfrm>
                <a:off x="1581585" y="1279095"/>
                <a:ext cx="286200" cy="84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FA5FC8-B43D-2772-F028-A6FB93C12B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5465" y="1272975"/>
                  <a:ext cx="298440" cy="85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375792-E335-6645-03FF-B6DEC917CD8C}"/>
              </a:ext>
            </a:extLst>
          </p:cNvPr>
          <p:cNvGrpSpPr/>
          <p:nvPr/>
        </p:nvGrpSpPr>
        <p:grpSpPr>
          <a:xfrm>
            <a:off x="2420745" y="2431095"/>
            <a:ext cx="1919520" cy="600840"/>
            <a:chOff x="2420745" y="2431095"/>
            <a:chExt cx="191952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7AAB13-9104-6430-25ED-7C524E7450C1}"/>
                    </a:ext>
                  </a:extLst>
                </p14:cNvPr>
                <p14:cNvContentPartPr/>
                <p14:nvPr/>
              </p14:nvContentPartPr>
              <p14:xfrm>
                <a:off x="4110225" y="2431095"/>
                <a:ext cx="175320" cy="95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7AAB13-9104-6430-25ED-7C524E7450C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04105" y="2424975"/>
                  <a:ext cx="187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342BB9-5493-19C5-84C5-D367282614C3}"/>
                    </a:ext>
                  </a:extLst>
                </p14:cNvPr>
                <p14:cNvContentPartPr/>
                <p14:nvPr/>
              </p14:nvContentPartPr>
              <p14:xfrm>
                <a:off x="4088265" y="2467095"/>
                <a:ext cx="252000" cy="10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342BB9-5493-19C5-84C5-D367282614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2145" y="2460975"/>
                  <a:ext cx="264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E50130-1A84-5151-FA80-01EF0FD460A6}"/>
                    </a:ext>
                  </a:extLst>
                </p14:cNvPr>
                <p14:cNvContentPartPr/>
                <p14:nvPr/>
              </p14:nvContentPartPr>
              <p14:xfrm>
                <a:off x="4130385" y="2709015"/>
                <a:ext cx="93240" cy="81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E50130-1A84-5151-FA80-01EF0FD460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24265" y="2702895"/>
                  <a:ext cx="105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9E4B22-D759-81A9-71A4-7D73D395CA73}"/>
                    </a:ext>
                  </a:extLst>
                </p14:cNvPr>
                <p14:cNvContentPartPr/>
                <p14:nvPr/>
              </p14:nvContentPartPr>
              <p14:xfrm>
                <a:off x="4015185" y="2748975"/>
                <a:ext cx="237960" cy="81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9E4B22-D759-81A9-71A4-7D73D395CA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9065" y="2742855"/>
                  <a:ext cx="250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DFA859-A69D-BB1D-3B0F-67DB40C85FC2}"/>
                    </a:ext>
                  </a:extLst>
                </p14:cNvPr>
                <p14:cNvContentPartPr/>
                <p14:nvPr/>
              </p14:nvContentPartPr>
              <p14:xfrm>
                <a:off x="3866505" y="2812695"/>
                <a:ext cx="163800" cy="104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DFA859-A69D-BB1D-3B0F-67DB40C85F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0385" y="2806575"/>
                  <a:ext cx="176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6EA98B-16BF-4D4F-8D97-E3E7AEE2A70F}"/>
                    </a:ext>
                  </a:extLst>
                </p14:cNvPr>
                <p14:cNvContentPartPr/>
                <p14:nvPr/>
              </p14:nvContentPartPr>
              <p14:xfrm>
                <a:off x="3756705" y="2852655"/>
                <a:ext cx="182160" cy="80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6EA98B-16BF-4D4F-8D97-E3E7AEE2A7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50585" y="2846535"/>
                  <a:ext cx="194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6F5212-AD9F-2E2E-DD8A-F86BA1E939B7}"/>
                    </a:ext>
                  </a:extLst>
                </p14:cNvPr>
                <p14:cNvContentPartPr/>
                <p14:nvPr/>
              </p14:nvContentPartPr>
              <p14:xfrm>
                <a:off x="3504345" y="2957775"/>
                <a:ext cx="224280" cy="45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6F5212-AD9F-2E2E-DD8A-F86BA1E939B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98225" y="2951655"/>
                  <a:ext cx="236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38C14C-429F-DA32-CACD-40F2C3E80997}"/>
                    </a:ext>
                  </a:extLst>
                </p14:cNvPr>
                <p14:cNvContentPartPr/>
                <p14:nvPr/>
              </p14:nvContentPartPr>
              <p14:xfrm>
                <a:off x="3530625" y="2937975"/>
                <a:ext cx="193680" cy="90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38C14C-429F-DA32-CACD-40F2C3E809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24505" y="2931855"/>
                  <a:ext cx="205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4CE2B0-8F59-5B1C-CC07-52BA0E4C1BE7}"/>
                    </a:ext>
                  </a:extLst>
                </p14:cNvPr>
                <p14:cNvContentPartPr/>
                <p14:nvPr/>
              </p14:nvContentPartPr>
              <p14:xfrm>
                <a:off x="3219585" y="2938335"/>
                <a:ext cx="206280" cy="72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4CE2B0-8F59-5B1C-CC07-52BA0E4C1B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13465" y="2932215"/>
                  <a:ext cx="218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6EEDB6-4E9C-E3DC-C319-52AEE6278653}"/>
                    </a:ext>
                  </a:extLst>
                </p14:cNvPr>
                <p14:cNvContentPartPr/>
                <p14:nvPr/>
              </p14:nvContentPartPr>
              <p14:xfrm>
                <a:off x="3250545" y="2942295"/>
                <a:ext cx="187920" cy="81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6EEDB6-4E9C-E3DC-C319-52AEE62786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44425" y="2936175"/>
                  <a:ext cx="200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CC0D56-1512-B0CE-9F06-FEA2565D20DE}"/>
                    </a:ext>
                  </a:extLst>
                </p14:cNvPr>
                <p14:cNvContentPartPr/>
                <p14:nvPr/>
              </p14:nvContentPartPr>
              <p14:xfrm>
                <a:off x="2786505" y="2961735"/>
                <a:ext cx="202680" cy="70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CC0D56-1512-B0CE-9F06-FEA2565D20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0385" y="2955615"/>
                  <a:ext cx="214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C123A8-6641-4D81-E628-1A8CA016E699}"/>
                    </a:ext>
                  </a:extLst>
                </p14:cNvPr>
                <p14:cNvContentPartPr/>
                <p14:nvPr/>
              </p14:nvContentPartPr>
              <p14:xfrm>
                <a:off x="2816025" y="2937975"/>
                <a:ext cx="115920" cy="8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C123A8-6641-4D81-E628-1A8CA016E6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09905" y="2931855"/>
                  <a:ext cx="128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60892FE-1080-4C02-2545-B526368F4DE3}"/>
                    </a:ext>
                  </a:extLst>
                </p14:cNvPr>
                <p14:cNvContentPartPr/>
                <p14:nvPr/>
              </p14:nvContentPartPr>
              <p14:xfrm>
                <a:off x="2554305" y="2790015"/>
                <a:ext cx="253080" cy="83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60892FE-1080-4C02-2545-B526368F4D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48185" y="2783895"/>
                  <a:ext cx="265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953DF4-0A06-419E-2C60-AE6C50B568CB}"/>
                    </a:ext>
                  </a:extLst>
                </p14:cNvPr>
                <p14:cNvContentPartPr/>
                <p14:nvPr/>
              </p14:nvContentPartPr>
              <p14:xfrm>
                <a:off x="2556825" y="2728455"/>
                <a:ext cx="155880" cy="11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953DF4-0A06-419E-2C60-AE6C50B568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50705" y="2722335"/>
                  <a:ext cx="168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5DB936-D42C-2082-A362-8BB918114AED}"/>
                    </a:ext>
                  </a:extLst>
                </p14:cNvPr>
                <p14:cNvContentPartPr/>
                <p14:nvPr/>
              </p14:nvContentPartPr>
              <p14:xfrm>
                <a:off x="2420745" y="2476095"/>
                <a:ext cx="244800" cy="142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5DB936-D42C-2082-A362-8BB918114A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4625" y="2469975"/>
                  <a:ext cx="257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EF5D05-4DAF-D7BD-5BE9-D36513BBC2F8}"/>
                    </a:ext>
                  </a:extLst>
                </p14:cNvPr>
                <p14:cNvContentPartPr/>
                <p14:nvPr/>
              </p14:nvContentPartPr>
              <p14:xfrm>
                <a:off x="2477985" y="2486535"/>
                <a:ext cx="18108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EF5D05-4DAF-D7BD-5BE9-D36513BBC2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71865" y="2480415"/>
                  <a:ext cx="1933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DD284BB-9BA8-716D-C466-2699839EC939}"/>
              </a:ext>
            </a:extLst>
          </p:cNvPr>
          <p:cNvGrpSpPr/>
          <p:nvPr/>
        </p:nvGrpSpPr>
        <p:grpSpPr>
          <a:xfrm>
            <a:off x="2365665" y="1794975"/>
            <a:ext cx="1845360" cy="469800"/>
            <a:chOff x="2365665" y="1794975"/>
            <a:chExt cx="184536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CDC886-5C69-48B2-B4EB-4F63B99BCD11}"/>
                    </a:ext>
                  </a:extLst>
                </p14:cNvPr>
                <p14:cNvContentPartPr/>
                <p14:nvPr/>
              </p14:nvContentPartPr>
              <p14:xfrm>
                <a:off x="2462865" y="1860855"/>
                <a:ext cx="218520" cy="83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CDC886-5C69-48B2-B4EB-4F63B99BCD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56745" y="1854735"/>
                  <a:ext cx="230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CA4967-AD3D-5741-BB31-036031C0BA5A}"/>
                    </a:ext>
                  </a:extLst>
                </p14:cNvPr>
                <p14:cNvContentPartPr/>
                <p14:nvPr/>
              </p14:nvContentPartPr>
              <p14:xfrm>
                <a:off x="2504265" y="1819815"/>
                <a:ext cx="226800" cy="128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CA4967-AD3D-5741-BB31-036031C0BA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98145" y="1813695"/>
                  <a:ext cx="239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4EEFAB-7208-B74D-E13C-12B26ABC0CB0}"/>
                    </a:ext>
                  </a:extLst>
                </p14:cNvPr>
                <p14:cNvContentPartPr/>
                <p14:nvPr/>
              </p14:nvContentPartPr>
              <p14:xfrm>
                <a:off x="2879025" y="1838535"/>
                <a:ext cx="219960" cy="6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4EEFAB-7208-B74D-E13C-12B26ABC0C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72905" y="1832415"/>
                  <a:ext cx="232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B37A31-648F-CD83-437C-72242EF2F8DF}"/>
                    </a:ext>
                  </a:extLst>
                </p14:cNvPr>
                <p14:cNvContentPartPr/>
                <p14:nvPr/>
              </p14:nvContentPartPr>
              <p14:xfrm>
                <a:off x="2998905" y="1842495"/>
                <a:ext cx="210600" cy="91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B37A31-648F-CD83-437C-72242EF2F8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2785" y="1836375"/>
                  <a:ext cx="222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D862A0-080C-E485-5CC5-F139F2F8D73B}"/>
                    </a:ext>
                  </a:extLst>
                </p14:cNvPr>
                <p14:cNvContentPartPr/>
                <p14:nvPr/>
              </p14:nvContentPartPr>
              <p14:xfrm>
                <a:off x="3503265" y="1794975"/>
                <a:ext cx="190080" cy="123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D862A0-080C-E485-5CC5-F139F2F8D7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97145" y="1788855"/>
                  <a:ext cx="202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CF4740-0AF1-0085-A345-BCD70D33244F}"/>
                    </a:ext>
                  </a:extLst>
                </p14:cNvPr>
                <p14:cNvContentPartPr/>
                <p14:nvPr/>
              </p14:nvContentPartPr>
              <p14:xfrm>
                <a:off x="3570585" y="1847535"/>
                <a:ext cx="19908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CF4740-0AF1-0085-A345-BCD70D3324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64465" y="1841415"/>
                  <a:ext cx="211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0994AC-5799-B773-EE9D-E6FFBE46D3C0}"/>
                    </a:ext>
                  </a:extLst>
                </p14:cNvPr>
                <p14:cNvContentPartPr/>
                <p14:nvPr/>
              </p14:nvContentPartPr>
              <p14:xfrm>
                <a:off x="4039305" y="2058495"/>
                <a:ext cx="171720" cy="97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0994AC-5799-B773-EE9D-E6FFBE46D3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33185" y="2052375"/>
                  <a:ext cx="183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DA35A5-D360-A4BE-1270-FAAA0F4615A7}"/>
                    </a:ext>
                  </a:extLst>
                </p14:cNvPr>
                <p14:cNvContentPartPr/>
                <p14:nvPr/>
              </p14:nvContentPartPr>
              <p14:xfrm>
                <a:off x="2365665" y="2170455"/>
                <a:ext cx="233640" cy="9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DA35A5-D360-A4BE-1270-FAAA0F4615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59545" y="2164335"/>
                  <a:ext cx="24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B8168B6-626C-C471-EBDA-9BC8BA952500}"/>
                    </a:ext>
                  </a:extLst>
                </p14:cNvPr>
                <p14:cNvContentPartPr/>
                <p14:nvPr/>
              </p14:nvContentPartPr>
              <p14:xfrm>
                <a:off x="2427585" y="2094495"/>
                <a:ext cx="167400" cy="153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B8168B6-626C-C471-EBDA-9BC8BA9525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21465" y="2088375"/>
                  <a:ext cx="179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A070EF-8BB4-0336-FBD2-1E952100FFA5}"/>
                    </a:ext>
                  </a:extLst>
                </p14:cNvPr>
                <p14:cNvContentPartPr/>
                <p14:nvPr/>
              </p14:nvContentPartPr>
              <p14:xfrm>
                <a:off x="2435505" y="1962735"/>
                <a:ext cx="156960" cy="11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A070EF-8BB4-0336-FBD2-1E952100FF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29385" y="1956615"/>
                  <a:ext cx="169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114C38B-62B0-4BCE-2A24-07F68A6A2459}"/>
                    </a:ext>
                  </a:extLst>
                </p14:cNvPr>
                <p14:cNvContentPartPr/>
                <p14:nvPr/>
              </p14:nvContentPartPr>
              <p14:xfrm>
                <a:off x="2488065" y="1972095"/>
                <a:ext cx="55080" cy="38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114C38B-62B0-4BCE-2A24-07F68A6A245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81945" y="1965975"/>
                  <a:ext cx="673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FB0A8C2-45D7-3A7E-5503-3BC99568F914}"/>
              </a:ext>
            </a:extLst>
          </p:cNvPr>
          <p:cNvGrpSpPr/>
          <p:nvPr/>
        </p:nvGrpSpPr>
        <p:grpSpPr>
          <a:xfrm>
            <a:off x="2791185" y="2031855"/>
            <a:ext cx="1180800" cy="635040"/>
            <a:chOff x="2791185" y="2031855"/>
            <a:chExt cx="118080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2952A9-1D82-0651-5136-0F29D191D5B6}"/>
                    </a:ext>
                  </a:extLst>
                </p14:cNvPr>
                <p14:cNvContentPartPr/>
                <p14:nvPr/>
              </p14:nvContentPartPr>
              <p14:xfrm>
                <a:off x="2809185" y="2050215"/>
                <a:ext cx="214200" cy="87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2952A9-1D82-0651-5136-0F29D191D5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00545" y="2041575"/>
                  <a:ext cx="231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7947A00-7509-FDC2-CA37-C91DF20E9AB1}"/>
                    </a:ext>
                  </a:extLst>
                </p14:cNvPr>
                <p14:cNvContentPartPr/>
                <p14:nvPr/>
              </p14:nvContentPartPr>
              <p14:xfrm>
                <a:off x="2800185" y="2031855"/>
                <a:ext cx="172800" cy="13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7947A00-7509-FDC2-CA37-C91DF20E9A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91185" y="2022855"/>
                  <a:ext cx="190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F99025-DF27-0885-C77C-D3D8997B3796}"/>
                    </a:ext>
                  </a:extLst>
                </p14:cNvPr>
                <p14:cNvContentPartPr/>
                <p14:nvPr/>
              </p14:nvContentPartPr>
              <p14:xfrm>
                <a:off x="3153345" y="2046255"/>
                <a:ext cx="126000" cy="85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F99025-DF27-0885-C77C-D3D8997B37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44705" y="2037255"/>
                  <a:ext cx="143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C080C3-8D3A-8D59-FE81-C35B4FD3246A}"/>
                    </a:ext>
                  </a:extLst>
                </p14:cNvPr>
                <p14:cNvContentPartPr/>
                <p14:nvPr/>
              </p14:nvContentPartPr>
              <p14:xfrm>
                <a:off x="3180705" y="2068935"/>
                <a:ext cx="155880" cy="74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C080C3-8D3A-8D59-FE81-C35B4FD324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72065" y="2060295"/>
                  <a:ext cx="173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A018E1-1FD7-F2A4-7355-7A6F7F2098A4}"/>
                    </a:ext>
                  </a:extLst>
                </p14:cNvPr>
                <p14:cNvContentPartPr/>
                <p14:nvPr/>
              </p14:nvContentPartPr>
              <p14:xfrm>
                <a:off x="3490665" y="2084415"/>
                <a:ext cx="201600" cy="145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A018E1-1FD7-F2A4-7355-7A6F7F2098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81665" y="2075415"/>
                  <a:ext cx="219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55E103-D668-FCAF-1B0C-B2B20CCD0AE9}"/>
                    </a:ext>
                  </a:extLst>
                </p14:cNvPr>
                <p14:cNvContentPartPr/>
                <p14:nvPr/>
              </p14:nvContentPartPr>
              <p14:xfrm>
                <a:off x="3769305" y="2221215"/>
                <a:ext cx="202680" cy="138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55E103-D668-FCAF-1B0C-B2B20CCD0A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60665" y="2212215"/>
                  <a:ext cx="220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2F77DA-2727-21B9-49AF-CECD7170F8DD}"/>
                    </a:ext>
                  </a:extLst>
                </p14:cNvPr>
                <p14:cNvContentPartPr/>
                <p14:nvPr/>
              </p14:nvContentPartPr>
              <p14:xfrm>
                <a:off x="3801345" y="2243895"/>
                <a:ext cx="159120" cy="117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2F77DA-2727-21B9-49AF-CECD7170F8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2705" y="2234895"/>
                  <a:ext cx="176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F86D96-8C1E-DE9C-51DB-5BD9CABB5E79}"/>
                    </a:ext>
                  </a:extLst>
                </p14:cNvPr>
                <p14:cNvContentPartPr/>
                <p14:nvPr/>
              </p14:nvContentPartPr>
              <p14:xfrm>
                <a:off x="3710265" y="2439015"/>
                <a:ext cx="135000" cy="54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F86D96-8C1E-DE9C-51DB-5BD9CABB5E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01625" y="2430375"/>
                  <a:ext cx="152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872E89B-560F-BDCE-8DF9-033CAA54906A}"/>
                    </a:ext>
                  </a:extLst>
                </p14:cNvPr>
                <p14:cNvContentPartPr/>
                <p14:nvPr/>
              </p14:nvContentPartPr>
              <p14:xfrm>
                <a:off x="3643665" y="2448375"/>
                <a:ext cx="143280" cy="87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872E89B-560F-BDCE-8DF9-033CAA5490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35025" y="2439735"/>
                  <a:ext cx="160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845623-B662-6783-AAFE-529B67EF73DF}"/>
                    </a:ext>
                  </a:extLst>
                </p14:cNvPr>
                <p14:cNvContentPartPr/>
                <p14:nvPr/>
              </p14:nvContentPartPr>
              <p14:xfrm>
                <a:off x="3435225" y="2582295"/>
                <a:ext cx="176760" cy="58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845623-B662-6783-AAFE-529B67EF73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26585" y="2573655"/>
                  <a:ext cx="194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04ED25-AFAE-A4F4-E86F-593C629CA856}"/>
                    </a:ext>
                  </a:extLst>
                </p14:cNvPr>
                <p14:cNvContentPartPr/>
                <p14:nvPr/>
              </p14:nvContentPartPr>
              <p14:xfrm>
                <a:off x="3448185" y="2574015"/>
                <a:ext cx="167400" cy="83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04ED25-AFAE-A4F4-E86F-593C629CA8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39545" y="2565015"/>
                  <a:ext cx="185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AF3455-76D0-8B3A-D438-2E0043EACA2D}"/>
                    </a:ext>
                  </a:extLst>
                </p14:cNvPr>
                <p14:cNvContentPartPr/>
                <p14:nvPr/>
              </p14:nvContentPartPr>
              <p14:xfrm>
                <a:off x="3186825" y="2567895"/>
                <a:ext cx="172800" cy="4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AF3455-76D0-8B3A-D438-2E0043EACA2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77825" y="2558895"/>
                  <a:ext cx="190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FA7CD3-E7D6-6764-2D31-C2ED592C8E6B}"/>
                    </a:ext>
                  </a:extLst>
                </p14:cNvPr>
                <p14:cNvContentPartPr/>
                <p14:nvPr/>
              </p14:nvContentPartPr>
              <p14:xfrm>
                <a:off x="3151185" y="2563575"/>
                <a:ext cx="203760" cy="10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FA7CD3-E7D6-6764-2D31-C2ED592C8E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42185" y="2554935"/>
                  <a:ext cx="221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4F6412-6314-04CD-146E-128C9A9C1235}"/>
                    </a:ext>
                  </a:extLst>
                </p14:cNvPr>
                <p14:cNvContentPartPr/>
                <p14:nvPr/>
              </p14:nvContentPartPr>
              <p14:xfrm>
                <a:off x="2812785" y="2504895"/>
                <a:ext cx="206280" cy="73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4F6412-6314-04CD-146E-128C9A9C12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03785" y="2496255"/>
                  <a:ext cx="223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EBBE52-793F-8E61-7852-98B630DE018F}"/>
                    </a:ext>
                  </a:extLst>
                </p14:cNvPr>
                <p14:cNvContentPartPr/>
                <p14:nvPr/>
              </p14:nvContentPartPr>
              <p14:xfrm>
                <a:off x="2881185" y="2475375"/>
                <a:ext cx="160560" cy="43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EBBE52-793F-8E61-7852-98B630DE01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72545" y="2466375"/>
                  <a:ext cx="178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01AA82-F5C2-D77F-529F-2D7A7B9D905C}"/>
                    </a:ext>
                  </a:extLst>
                </p14:cNvPr>
                <p14:cNvContentPartPr/>
                <p14:nvPr/>
              </p14:nvContentPartPr>
              <p14:xfrm>
                <a:off x="2791185" y="2259015"/>
                <a:ext cx="169200" cy="10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01AA82-F5C2-D77F-529F-2D7A7B9D905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82545" y="2250375"/>
                  <a:ext cx="186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8559F75-0213-4A09-3ABF-FA5C68A17BAE}"/>
                    </a:ext>
                  </a:extLst>
                </p14:cNvPr>
                <p14:cNvContentPartPr/>
                <p14:nvPr/>
              </p14:nvContentPartPr>
              <p14:xfrm>
                <a:off x="2821785" y="2266215"/>
                <a:ext cx="121680" cy="85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8559F75-0213-4A09-3ABF-FA5C68A17B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13145" y="2257575"/>
                  <a:ext cx="139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6A2907A-2273-0BBD-25E2-9C6268B7919C}"/>
                    </a:ext>
                  </a:extLst>
                </p14:cNvPr>
                <p14:cNvContentPartPr/>
                <p14:nvPr/>
              </p14:nvContentPartPr>
              <p14:xfrm>
                <a:off x="2792265" y="2197455"/>
                <a:ext cx="37080" cy="66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6A2907A-2273-0BBD-25E2-9C6268B791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83265" y="2188815"/>
                  <a:ext cx="5472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72940FA-5CB5-A450-33F8-54E3F8DC2354}"/>
                  </a:ext>
                </a:extLst>
              </p14:cNvPr>
              <p14:cNvContentPartPr/>
              <p14:nvPr/>
            </p14:nvContentPartPr>
            <p14:xfrm>
              <a:off x="1477545" y="3310575"/>
              <a:ext cx="1440" cy="5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72940FA-5CB5-A450-33F8-54E3F8DC235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468905" y="3301575"/>
                <a:ext cx="190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D5998D8-1D33-24C2-05C5-6104263E2876}"/>
                  </a:ext>
                </a:extLst>
              </p14:cNvPr>
              <p14:cNvContentPartPr/>
              <p14:nvPr/>
            </p14:nvContentPartPr>
            <p14:xfrm>
              <a:off x="1926825" y="1410495"/>
              <a:ext cx="3503880" cy="2048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D5998D8-1D33-24C2-05C5-6104263E287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18185" y="1401855"/>
                <a:ext cx="3521520" cy="20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4B3E22C-BB2A-55B1-5BFF-416C84083F19}"/>
                  </a:ext>
                </a:extLst>
              </p14:cNvPr>
              <p14:cNvContentPartPr/>
              <p14:nvPr/>
            </p14:nvContentPartPr>
            <p14:xfrm>
              <a:off x="1659345" y="1103055"/>
              <a:ext cx="3580560" cy="2107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4B3E22C-BB2A-55B1-5BFF-416C84083F1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50345" y="1094055"/>
                <a:ext cx="3598200" cy="21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36005A1-81FA-BDF7-15AC-214698F1C2C3}"/>
                  </a:ext>
                </a:extLst>
              </p14:cNvPr>
              <p14:cNvContentPartPr/>
              <p14:nvPr/>
            </p14:nvContentPartPr>
            <p14:xfrm>
              <a:off x="1605345" y="933135"/>
              <a:ext cx="3277800" cy="19465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36005A1-81FA-BDF7-15AC-214698F1C2C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596705" y="924495"/>
                <a:ext cx="3295440" cy="19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A88C488-1938-60E0-3BE6-F677049AC323}"/>
              </a:ext>
            </a:extLst>
          </p:cNvPr>
          <p:cNvGrpSpPr/>
          <p:nvPr/>
        </p:nvGrpSpPr>
        <p:grpSpPr>
          <a:xfrm>
            <a:off x="6786105" y="1180455"/>
            <a:ext cx="1835640" cy="667440"/>
            <a:chOff x="6786105" y="1180455"/>
            <a:chExt cx="183564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33279B-6367-82A4-42EA-7750548397D4}"/>
                    </a:ext>
                  </a:extLst>
                </p14:cNvPr>
                <p14:cNvContentPartPr/>
                <p14:nvPr/>
              </p14:nvContentPartPr>
              <p14:xfrm>
                <a:off x="6786105" y="1180455"/>
                <a:ext cx="488160" cy="56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33279B-6367-82A4-42EA-7750548397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77465" y="1171815"/>
                  <a:ext cx="50580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9B681D-D66C-59CD-6DD7-7BCD874BF19B}"/>
                    </a:ext>
                  </a:extLst>
                </p14:cNvPr>
                <p14:cNvContentPartPr/>
                <p14:nvPr/>
              </p14:nvContentPartPr>
              <p14:xfrm>
                <a:off x="7353825" y="1245975"/>
                <a:ext cx="64440" cy="84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9B681D-D66C-59CD-6DD7-7BCD874BF1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45185" y="1236975"/>
                  <a:ext cx="820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967EAE-DED3-35E4-C5E0-D1980CA297A0}"/>
                    </a:ext>
                  </a:extLst>
                </p14:cNvPr>
                <p14:cNvContentPartPr/>
                <p14:nvPr/>
              </p14:nvContentPartPr>
              <p14:xfrm>
                <a:off x="7456785" y="1542255"/>
                <a:ext cx="254160" cy="209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967EAE-DED3-35E4-C5E0-D1980CA297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47785" y="1533255"/>
                  <a:ext cx="271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77B5E21-D787-2EF5-0304-5F46C9BA91AF}"/>
                    </a:ext>
                  </a:extLst>
                </p14:cNvPr>
                <p14:cNvContentPartPr/>
                <p14:nvPr/>
              </p14:nvContentPartPr>
              <p14:xfrm>
                <a:off x="7842705" y="1511655"/>
                <a:ext cx="373320" cy="239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77B5E21-D787-2EF5-0304-5F46C9BA91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33705" y="1503015"/>
                  <a:ext cx="390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ED63644-2018-46D1-0B1E-A763269DE74C}"/>
                    </a:ext>
                  </a:extLst>
                </p14:cNvPr>
                <p14:cNvContentPartPr/>
                <p14:nvPr/>
              </p14:nvContentPartPr>
              <p14:xfrm>
                <a:off x="8339505" y="1523535"/>
                <a:ext cx="282240" cy="324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ED63644-2018-46D1-0B1E-A763269DE74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30865" y="1514895"/>
                  <a:ext cx="2998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F5C65F5-203D-816A-B5FF-30911EB12F81}"/>
              </a:ext>
            </a:extLst>
          </p:cNvPr>
          <p:cNvGrpSpPr/>
          <p:nvPr/>
        </p:nvGrpSpPr>
        <p:grpSpPr>
          <a:xfrm>
            <a:off x="9166425" y="1071015"/>
            <a:ext cx="1566720" cy="727200"/>
            <a:chOff x="9166425" y="1071015"/>
            <a:chExt cx="1566720" cy="72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CAD5B9-13C7-B367-0CB8-AF84819DE210}"/>
                    </a:ext>
                  </a:extLst>
                </p14:cNvPr>
                <p14:cNvContentPartPr/>
                <p14:nvPr/>
              </p14:nvContentPartPr>
              <p14:xfrm>
                <a:off x="9166425" y="1147695"/>
                <a:ext cx="389880" cy="650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CAD5B9-13C7-B367-0CB8-AF84819DE21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57785" y="1139055"/>
                  <a:ext cx="40752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B3A441-4C68-D6C8-7B2C-905319936A29}"/>
                    </a:ext>
                  </a:extLst>
                </p14:cNvPr>
                <p14:cNvContentPartPr/>
                <p14:nvPr/>
              </p14:nvContentPartPr>
              <p14:xfrm>
                <a:off x="9709665" y="1071015"/>
                <a:ext cx="497520" cy="709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B3A441-4C68-D6C8-7B2C-905319936A2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00665" y="1062375"/>
                  <a:ext cx="51516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DB12568-29D7-5BAF-AB18-58B9CEB0FEB3}"/>
                    </a:ext>
                  </a:extLst>
                </p14:cNvPr>
                <p14:cNvContentPartPr/>
                <p14:nvPr/>
              </p14:nvContentPartPr>
              <p14:xfrm>
                <a:off x="10379625" y="1170735"/>
                <a:ext cx="353520" cy="612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DB12568-29D7-5BAF-AB18-58B9CEB0FEB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70625" y="1162095"/>
                  <a:ext cx="371160" cy="63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AD8D637-AB54-4ED4-4BE3-FF07DF6CB764}"/>
                  </a:ext>
                </a:extLst>
              </p14:cNvPr>
              <p14:cNvContentPartPr/>
              <p14:nvPr/>
            </p14:nvContentPartPr>
            <p14:xfrm>
              <a:off x="11143905" y="1650255"/>
              <a:ext cx="30240" cy="385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AD8D637-AB54-4ED4-4BE3-FF07DF6CB76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135265" y="1641255"/>
                <a:ext cx="4788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A86463E-428D-9A08-1B49-146D7B98F2E6}"/>
              </a:ext>
            </a:extLst>
          </p:cNvPr>
          <p:cNvGrpSpPr/>
          <p:nvPr/>
        </p:nvGrpSpPr>
        <p:grpSpPr>
          <a:xfrm>
            <a:off x="6733905" y="2341815"/>
            <a:ext cx="510480" cy="746640"/>
            <a:chOff x="6733905" y="2341815"/>
            <a:chExt cx="51048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17E194A-D40A-7E56-57FA-729793346345}"/>
                    </a:ext>
                  </a:extLst>
                </p14:cNvPr>
                <p14:cNvContentPartPr/>
                <p14:nvPr/>
              </p14:nvContentPartPr>
              <p14:xfrm>
                <a:off x="6733905" y="2341815"/>
                <a:ext cx="434880" cy="746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17E194A-D40A-7E56-57FA-72979334634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24905" y="2333175"/>
                  <a:ext cx="45252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476C781-E092-4A0A-9B55-66C85347B601}"/>
                    </a:ext>
                  </a:extLst>
                </p14:cNvPr>
                <p14:cNvContentPartPr/>
                <p14:nvPr/>
              </p14:nvContentPartPr>
              <p14:xfrm>
                <a:off x="6824625" y="2663295"/>
                <a:ext cx="419760" cy="29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476C781-E092-4A0A-9B55-66C85347B6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15985" y="2654655"/>
                  <a:ext cx="4374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B32A5AD-BC65-8883-B684-C1DBE8F2F4AC}"/>
              </a:ext>
            </a:extLst>
          </p:cNvPr>
          <p:cNvGrpSpPr/>
          <p:nvPr/>
        </p:nvGrpSpPr>
        <p:grpSpPr>
          <a:xfrm>
            <a:off x="7700145" y="2504175"/>
            <a:ext cx="584640" cy="569160"/>
            <a:chOff x="7700145" y="2504175"/>
            <a:chExt cx="584640" cy="56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DC1F31-BDBD-9EA5-644D-8BFA0B4B26A6}"/>
                    </a:ext>
                  </a:extLst>
                </p14:cNvPr>
                <p14:cNvContentPartPr/>
                <p14:nvPr/>
              </p14:nvContentPartPr>
              <p14:xfrm>
                <a:off x="7700145" y="2504175"/>
                <a:ext cx="303120" cy="453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DC1F31-BDBD-9EA5-644D-8BFA0B4B26A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91505" y="2495175"/>
                  <a:ext cx="32076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54B559C-F9C2-E57C-A855-10E6B38D3D46}"/>
                    </a:ext>
                  </a:extLst>
                </p14:cNvPr>
                <p14:cNvContentPartPr/>
                <p14:nvPr/>
              </p14:nvContentPartPr>
              <p14:xfrm>
                <a:off x="8009025" y="2546295"/>
                <a:ext cx="275760" cy="527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54B559C-F9C2-E57C-A855-10E6B38D3D4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00025" y="2537655"/>
                  <a:ext cx="293400" cy="54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2F0CDB6-B733-088B-FD59-135B69C1BA5A}"/>
              </a:ext>
            </a:extLst>
          </p:cNvPr>
          <p:cNvGrpSpPr/>
          <p:nvPr/>
        </p:nvGrpSpPr>
        <p:grpSpPr>
          <a:xfrm>
            <a:off x="8670705" y="2467095"/>
            <a:ext cx="1490760" cy="636120"/>
            <a:chOff x="8670705" y="2467095"/>
            <a:chExt cx="1490760" cy="6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459E435-9064-896B-0D06-40804A9CB867}"/>
                    </a:ext>
                  </a:extLst>
                </p14:cNvPr>
                <p14:cNvContentPartPr/>
                <p14:nvPr/>
              </p14:nvContentPartPr>
              <p14:xfrm>
                <a:off x="8879865" y="2471055"/>
                <a:ext cx="116280" cy="539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459E435-9064-896B-0D06-40804A9CB8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70865" y="2462415"/>
                  <a:ext cx="1339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FD37A8F-A827-E8F9-DABE-6C4DA46793FB}"/>
                    </a:ext>
                  </a:extLst>
                </p14:cNvPr>
                <p14:cNvContentPartPr/>
                <p14:nvPr/>
              </p14:nvContentPartPr>
              <p14:xfrm>
                <a:off x="8670705" y="2865255"/>
                <a:ext cx="281520" cy="142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FD37A8F-A827-E8F9-DABE-6C4DA46793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61705" y="2856255"/>
                  <a:ext cx="29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D908B9-3D2E-F87B-7AA9-D16F2313F1F0}"/>
                    </a:ext>
                  </a:extLst>
                </p14:cNvPr>
                <p14:cNvContentPartPr/>
                <p14:nvPr/>
              </p14:nvContentPartPr>
              <p14:xfrm>
                <a:off x="8995065" y="2983335"/>
                <a:ext cx="199080" cy="90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D908B9-3D2E-F87B-7AA9-D16F2313F1F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86425" y="2974695"/>
                  <a:ext cx="216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2DE206-33D1-A0B1-A4F4-0F45467B6B11}"/>
                    </a:ext>
                  </a:extLst>
                </p14:cNvPr>
                <p14:cNvContentPartPr/>
                <p14:nvPr/>
              </p14:nvContentPartPr>
              <p14:xfrm>
                <a:off x="9774825" y="2467095"/>
                <a:ext cx="47160" cy="501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2DE206-33D1-A0B1-A4F4-0F45467B6B1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66185" y="2458095"/>
                  <a:ext cx="648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202D95C-3DCB-2245-ADF8-2EB09D6C76A3}"/>
                    </a:ext>
                  </a:extLst>
                </p14:cNvPr>
                <p14:cNvContentPartPr/>
                <p14:nvPr/>
              </p14:nvContentPartPr>
              <p14:xfrm>
                <a:off x="9515265" y="2858775"/>
                <a:ext cx="346680" cy="152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202D95C-3DCB-2245-ADF8-2EB09D6C76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06625" y="2850135"/>
                  <a:ext cx="364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29D0D84-9168-C44B-F6DA-9F8B50913951}"/>
                    </a:ext>
                  </a:extLst>
                </p14:cNvPr>
                <p14:cNvContentPartPr/>
                <p14:nvPr/>
              </p14:nvContentPartPr>
              <p14:xfrm>
                <a:off x="9837465" y="2935095"/>
                <a:ext cx="257400" cy="168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29D0D84-9168-C44B-F6DA-9F8B5091395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28825" y="2926095"/>
                  <a:ext cx="2750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BD9D971-5D92-C19C-46EE-C61A5AAE9490}"/>
                    </a:ext>
                  </a:extLst>
                </p14:cNvPr>
                <p14:cNvContentPartPr/>
                <p14:nvPr/>
              </p14:nvContentPartPr>
              <p14:xfrm>
                <a:off x="10147425" y="2926815"/>
                <a:ext cx="14040" cy="8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BD9D971-5D92-C19C-46EE-C61A5AAE94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138425" y="2917815"/>
                  <a:ext cx="3168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EA085D2-21BE-A296-FFD2-68AAFB8C43D9}"/>
                  </a:ext>
                </a:extLst>
              </p14:cNvPr>
              <p14:cNvContentPartPr/>
              <p14:nvPr/>
            </p14:nvContentPartPr>
            <p14:xfrm>
              <a:off x="2336505" y="4125975"/>
              <a:ext cx="72360" cy="17197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EA085D2-21BE-A296-FFD2-68AAFB8C43D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327865" y="4117335"/>
                <a:ext cx="90000" cy="173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14DD0F7-1B16-7870-1468-DCE6BB445AE5}"/>
                  </a:ext>
                </a:extLst>
              </p14:cNvPr>
              <p14:cNvContentPartPr/>
              <p14:nvPr/>
            </p14:nvContentPartPr>
            <p14:xfrm>
              <a:off x="2396625" y="5835975"/>
              <a:ext cx="2574720" cy="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14DD0F7-1B16-7870-1468-DCE6BB445AE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387625" y="5817975"/>
                <a:ext cx="25923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9F49C4C-5FC2-F98F-A7D9-259C033BD573}"/>
              </a:ext>
            </a:extLst>
          </p:cNvPr>
          <p:cNvGrpSpPr/>
          <p:nvPr/>
        </p:nvGrpSpPr>
        <p:grpSpPr>
          <a:xfrm>
            <a:off x="2994585" y="4539615"/>
            <a:ext cx="903240" cy="243360"/>
            <a:chOff x="2994585" y="4539615"/>
            <a:chExt cx="9032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3A49616-10B1-A027-2773-BB3E8D8D0DFF}"/>
                    </a:ext>
                  </a:extLst>
                </p14:cNvPr>
                <p14:cNvContentPartPr/>
                <p14:nvPr/>
              </p14:nvContentPartPr>
              <p14:xfrm>
                <a:off x="3088545" y="4543935"/>
                <a:ext cx="147600" cy="86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3A49616-10B1-A027-2773-BB3E8D8D0DF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79545" y="4534935"/>
                  <a:ext cx="165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0BE1D55-4D2D-073E-D22A-94D26188D842}"/>
                    </a:ext>
                  </a:extLst>
                </p14:cNvPr>
                <p14:cNvContentPartPr/>
                <p14:nvPr/>
              </p14:nvContentPartPr>
              <p14:xfrm>
                <a:off x="2994585" y="4539615"/>
                <a:ext cx="309960" cy="101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0BE1D55-4D2D-073E-D22A-94D26188D84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85585" y="4530615"/>
                  <a:ext cx="327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71F9389-ED14-63AB-DCFD-712D63CB5F9A}"/>
                    </a:ext>
                  </a:extLst>
                </p14:cNvPr>
                <p14:cNvContentPartPr/>
                <p14:nvPr/>
              </p14:nvContentPartPr>
              <p14:xfrm>
                <a:off x="3465465" y="4558335"/>
                <a:ext cx="114840" cy="49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71F9389-ED14-63AB-DCFD-712D63CB5F9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56465" y="4549335"/>
                  <a:ext cx="132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E82594-2F7D-9DC5-C0F8-E3486F6E0949}"/>
                    </a:ext>
                  </a:extLst>
                </p14:cNvPr>
                <p14:cNvContentPartPr/>
                <p14:nvPr/>
              </p14:nvContentPartPr>
              <p14:xfrm>
                <a:off x="3424425" y="4577775"/>
                <a:ext cx="172800" cy="55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E82594-2F7D-9DC5-C0F8-E3486F6E094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15425" y="4569135"/>
                  <a:ext cx="190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516D67E-6C10-805C-4AC2-BE7819FC5AB8}"/>
                    </a:ext>
                  </a:extLst>
                </p14:cNvPr>
                <p14:cNvContentPartPr/>
                <p14:nvPr/>
              </p14:nvContentPartPr>
              <p14:xfrm>
                <a:off x="3767145" y="4661295"/>
                <a:ext cx="91800" cy="79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516D67E-6C10-805C-4AC2-BE7819FC5AB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58505" y="4652295"/>
                  <a:ext cx="109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00F55D-2C29-8B10-B6E6-2767F17B1358}"/>
                    </a:ext>
                  </a:extLst>
                </p14:cNvPr>
                <p14:cNvContentPartPr/>
                <p14:nvPr/>
              </p14:nvContentPartPr>
              <p14:xfrm>
                <a:off x="3697305" y="4721775"/>
                <a:ext cx="200520" cy="61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00F55D-2C29-8B10-B6E6-2767F17B135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88665" y="4713135"/>
                  <a:ext cx="2181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A8ED8AB-11C2-B997-DAF3-6CD0E3C1DCA8}"/>
              </a:ext>
            </a:extLst>
          </p:cNvPr>
          <p:cNvGrpSpPr/>
          <p:nvPr/>
        </p:nvGrpSpPr>
        <p:grpSpPr>
          <a:xfrm>
            <a:off x="3097185" y="4898895"/>
            <a:ext cx="760680" cy="229680"/>
            <a:chOff x="3097185" y="4898895"/>
            <a:chExt cx="76068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0FFF0E4-CF73-C711-C477-5081ABF37BB5}"/>
                    </a:ext>
                  </a:extLst>
                </p14:cNvPr>
                <p14:cNvContentPartPr/>
                <p14:nvPr/>
              </p14:nvContentPartPr>
              <p14:xfrm>
                <a:off x="3748785" y="4960815"/>
                <a:ext cx="103320" cy="100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0FFF0E4-CF73-C711-C477-5081ABF37BB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740145" y="4952175"/>
                  <a:ext cx="120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1A75EFB-4CF1-6BDD-7706-05CE703E5741}"/>
                    </a:ext>
                  </a:extLst>
                </p14:cNvPr>
                <p14:cNvContentPartPr/>
                <p14:nvPr/>
              </p14:nvContentPartPr>
              <p14:xfrm>
                <a:off x="3674625" y="4971975"/>
                <a:ext cx="183240" cy="71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1A75EFB-4CF1-6BDD-7706-05CE703E574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65625" y="4962975"/>
                  <a:ext cx="200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305194E-195C-6EBE-9AE5-E72AF83D1E9D}"/>
                    </a:ext>
                  </a:extLst>
                </p14:cNvPr>
                <p14:cNvContentPartPr/>
                <p14:nvPr/>
              </p14:nvContentPartPr>
              <p14:xfrm>
                <a:off x="3329385" y="5055135"/>
                <a:ext cx="102240" cy="73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305194E-195C-6EBE-9AE5-E72AF83D1E9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20385" y="5046495"/>
                  <a:ext cx="119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E5B0AB4-19AD-79BE-ECBB-FA65527939B4}"/>
                    </a:ext>
                  </a:extLst>
                </p14:cNvPr>
                <p14:cNvContentPartPr/>
                <p14:nvPr/>
              </p14:nvContentPartPr>
              <p14:xfrm>
                <a:off x="3278985" y="5049015"/>
                <a:ext cx="154800" cy="59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E5B0AB4-19AD-79BE-ECBB-FA65527939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70345" y="5040375"/>
                  <a:ext cx="172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9AC4F66-8526-262E-5F77-C9539D94CAA3}"/>
                    </a:ext>
                  </a:extLst>
                </p14:cNvPr>
                <p14:cNvContentPartPr/>
                <p14:nvPr/>
              </p14:nvContentPartPr>
              <p14:xfrm>
                <a:off x="3137505" y="4938855"/>
                <a:ext cx="124920" cy="77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9AC4F66-8526-262E-5F77-C9539D94CAA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8505" y="4930215"/>
                  <a:ext cx="142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D2CB08-23A3-F1AC-19CE-02B76C69EBB2}"/>
                    </a:ext>
                  </a:extLst>
                </p14:cNvPr>
                <p14:cNvContentPartPr/>
                <p14:nvPr/>
              </p14:nvContentPartPr>
              <p14:xfrm>
                <a:off x="3097185" y="4898895"/>
                <a:ext cx="93960" cy="73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D2CB08-23A3-F1AC-19CE-02B76C69EBB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088545" y="4889895"/>
                  <a:ext cx="11160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3F33A08-8449-C4BE-264C-757A67035EDC}"/>
              </a:ext>
            </a:extLst>
          </p:cNvPr>
          <p:cNvGrpSpPr/>
          <p:nvPr/>
        </p:nvGrpSpPr>
        <p:grpSpPr>
          <a:xfrm>
            <a:off x="3036705" y="4730055"/>
            <a:ext cx="145800" cy="87120"/>
            <a:chOff x="3036705" y="4730055"/>
            <a:chExt cx="14580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782A57E-358A-C29B-5BCD-88F6BC227C32}"/>
                    </a:ext>
                  </a:extLst>
                </p14:cNvPr>
                <p14:cNvContentPartPr/>
                <p14:nvPr/>
              </p14:nvContentPartPr>
              <p14:xfrm>
                <a:off x="3036705" y="4748775"/>
                <a:ext cx="135360" cy="68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782A57E-358A-C29B-5BCD-88F6BC227C3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028065" y="4739775"/>
                  <a:ext cx="153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228E42D-D323-8C70-5204-B45F44540AB3}"/>
                    </a:ext>
                  </a:extLst>
                </p14:cNvPr>
                <p14:cNvContentPartPr/>
                <p14:nvPr/>
              </p14:nvContentPartPr>
              <p14:xfrm>
                <a:off x="3058665" y="4730055"/>
                <a:ext cx="123840" cy="74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228E42D-D323-8C70-5204-B45F44540AB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9665" y="4721415"/>
                  <a:ext cx="1414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FAF8210-39E3-91D5-0C45-2B4E3ACD2EDC}"/>
              </a:ext>
            </a:extLst>
          </p:cNvPr>
          <p:cNvGrpSpPr/>
          <p:nvPr/>
        </p:nvGrpSpPr>
        <p:grpSpPr>
          <a:xfrm>
            <a:off x="3944265" y="4592175"/>
            <a:ext cx="192240" cy="119880"/>
            <a:chOff x="3944265" y="4592175"/>
            <a:chExt cx="19224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19D74C7-C90C-3D63-6668-BA26188A418A}"/>
                    </a:ext>
                  </a:extLst>
                </p14:cNvPr>
                <p14:cNvContentPartPr/>
                <p14:nvPr/>
              </p14:nvContentPartPr>
              <p14:xfrm>
                <a:off x="3959025" y="4592175"/>
                <a:ext cx="115920" cy="111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19D74C7-C90C-3D63-6668-BA26188A418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50385" y="4583535"/>
                  <a:ext cx="133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E37EFF3-D099-F3B6-F477-B542DC02CFE1}"/>
                    </a:ext>
                  </a:extLst>
                </p14:cNvPr>
                <p14:cNvContentPartPr/>
                <p14:nvPr/>
              </p14:nvContentPartPr>
              <p14:xfrm>
                <a:off x="3944265" y="4629255"/>
                <a:ext cx="192240" cy="82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E37EFF3-D099-F3B6-F477-B542DC02CFE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35625" y="4620615"/>
                  <a:ext cx="2098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1761702-D6A9-0E2F-98DE-7AAA1FFE3137}"/>
              </a:ext>
            </a:extLst>
          </p:cNvPr>
          <p:cNvGrpSpPr/>
          <p:nvPr/>
        </p:nvGrpSpPr>
        <p:grpSpPr>
          <a:xfrm>
            <a:off x="3910065" y="4947495"/>
            <a:ext cx="211680" cy="117360"/>
            <a:chOff x="3910065" y="4947495"/>
            <a:chExt cx="21168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BEB402-DD9F-2F43-552C-135ACFB8582A}"/>
                    </a:ext>
                  </a:extLst>
                </p14:cNvPr>
                <p14:cNvContentPartPr/>
                <p14:nvPr/>
              </p14:nvContentPartPr>
              <p14:xfrm>
                <a:off x="3993585" y="4947495"/>
                <a:ext cx="87120" cy="83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BEB402-DD9F-2F43-552C-135ACFB8582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84585" y="4938495"/>
                  <a:ext cx="104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05110CE-DB0A-0A6A-2341-3FBA6839D938}"/>
                    </a:ext>
                  </a:extLst>
                </p14:cNvPr>
                <p14:cNvContentPartPr/>
                <p14:nvPr/>
              </p14:nvContentPartPr>
              <p14:xfrm>
                <a:off x="3910065" y="4989255"/>
                <a:ext cx="211680" cy="7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05110CE-DB0A-0A6A-2341-3FBA6839D93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01065" y="4980615"/>
                  <a:ext cx="2293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2E567C6-F7DF-371B-97E6-36F2A8EFF3EB}"/>
              </a:ext>
            </a:extLst>
          </p:cNvPr>
          <p:cNvGrpSpPr/>
          <p:nvPr/>
        </p:nvGrpSpPr>
        <p:grpSpPr>
          <a:xfrm>
            <a:off x="2996745" y="5201655"/>
            <a:ext cx="1033560" cy="190080"/>
            <a:chOff x="2996745" y="5201655"/>
            <a:chExt cx="103356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9092387-DE61-1325-033E-2B683DA11430}"/>
                    </a:ext>
                  </a:extLst>
                </p14:cNvPr>
                <p14:cNvContentPartPr/>
                <p14:nvPr/>
              </p14:nvContentPartPr>
              <p14:xfrm>
                <a:off x="3907545" y="5201655"/>
                <a:ext cx="122760" cy="49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9092387-DE61-1325-033E-2B683DA114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98905" y="5193015"/>
                  <a:ext cx="140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F275AB7-45BF-759B-7647-BC014006DE2A}"/>
                    </a:ext>
                  </a:extLst>
                </p14:cNvPr>
                <p14:cNvContentPartPr/>
                <p14:nvPr/>
              </p14:nvContentPartPr>
              <p14:xfrm>
                <a:off x="3804945" y="5246655"/>
                <a:ext cx="194760" cy="48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F275AB7-45BF-759B-7647-BC014006DE2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95945" y="5237655"/>
                  <a:ext cx="212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351431-75A2-8D3A-7975-176EA54A2DB8}"/>
                    </a:ext>
                  </a:extLst>
                </p14:cNvPr>
                <p14:cNvContentPartPr/>
                <p14:nvPr/>
              </p14:nvContentPartPr>
              <p14:xfrm>
                <a:off x="3363585" y="5325855"/>
                <a:ext cx="149040" cy="59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351431-75A2-8D3A-7975-176EA54A2DB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54945" y="5316855"/>
                  <a:ext cx="166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E57EE9-27A3-C889-7FB0-9F180912B0B3}"/>
                    </a:ext>
                  </a:extLst>
                </p14:cNvPr>
                <p14:cNvContentPartPr/>
                <p14:nvPr/>
              </p14:nvContentPartPr>
              <p14:xfrm>
                <a:off x="3349905" y="5334855"/>
                <a:ext cx="218520" cy="5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E57EE9-27A3-C889-7FB0-9F180912B0B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41265" y="5326215"/>
                  <a:ext cx="236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A3BBD6E-9401-AB32-426F-0221BF6090BB}"/>
                    </a:ext>
                  </a:extLst>
                </p14:cNvPr>
                <p14:cNvContentPartPr/>
                <p14:nvPr/>
              </p14:nvContentPartPr>
              <p14:xfrm>
                <a:off x="3004665" y="5262135"/>
                <a:ext cx="167400" cy="44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A3BBD6E-9401-AB32-426F-0221BF6090B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96025" y="5253135"/>
                  <a:ext cx="185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13EA57-03D1-F5C5-9981-95FC385BB4E3}"/>
                    </a:ext>
                  </a:extLst>
                </p14:cNvPr>
                <p14:cNvContentPartPr/>
                <p14:nvPr/>
              </p14:nvContentPartPr>
              <p14:xfrm>
                <a:off x="2996745" y="5231175"/>
                <a:ext cx="141120" cy="64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13EA57-03D1-F5C5-9981-95FC385BB4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88105" y="5222175"/>
                  <a:ext cx="15876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5338E27-9D0A-CE93-8467-9A89834255F8}"/>
              </a:ext>
            </a:extLst>
          </p:cNvPr>
          <p:cNvGrpSpPr/>
          <p:nvPr/>
        </p:nvGrpSpPr>
        <p:grpSpPr>
          <a:xfrm>
            <a:off x="2892705" y="5030655"/>
            <a:ext cx="151560" cy="101160"/>
            <a:chOff x="2892705" y="5030655"/>
            <a:chExt cx="15156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4140834-8A71-AFEE-54D9-3293F55786C7}"/>
                    </a:ext>
                  </a:extLst>
                </p14:cNvPr>
                <p14:cNvContentPartPr/>
                <p14:nvPr/>
              </p14:nvContentPartPr>
              <p14:xfrm>
                <a:off x="2892705" y="5058375"/>
                <a:ext cx="135360" cy="73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4140834-8A71-AFEE-54D9-3293F55786C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84065" y="5049375"/>
                  <a:ext cx="153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9AA3312-8637-5DFB-089B-B9A7F3BB8E82}"/>
                    </a:ext>
                  </a:extLst>
                </p14:cNvPr>
                <p14:cNvContentPartPr/>
                <p14:nvPr/>
              </p14:nvContentPartPr>
              <p14:xfrm>
                <a:off x="2935185" y="5030655"/>
                <a:ext cx="109080" cy="74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9AA3312-8637-5DFB-089B-B9A7F3BB8E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26185" y="5021655"/>
                  <a:ext cx="1267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EF1DEAF-6094-C496-F9CE-41DE8B3E9CCD}"/>
              </a:ext>
            </a:extLst>
          </p:cNvPr>
          <p:cNvGrpSpPr/>
          <p:nvPr/>
        </p:nvGrpSpPr>
        <p:grpSpPr>
          <a:xfrm>
            <a:off x="2837625" y="4740495"/>
            <a:ext cx="172080" cy="133200"/>
            <a:chOff x="2837625" y="4740495"/>
            <a:chExt cx="17208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F04A42C-52AC-88AA-617B-2DC12EAEA265}"/>
                    </a:ext>
                  </a:extLst>
                </p14:cNvPr>
                <p14:cNvContentPartPr/>
                <p14:nvPr/>
              </p14:nvContentPartPr>
              <p14:xfrm>
                <a:off x="2837625" y="4805295"/>
                <a:ext cx="172080" cy="68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F04A42C-52AC-88AA-617B-2DC12EAEA26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828625" y="4796295"/>
                  <a:ext cx="189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508B885-2B4D-1A4E-E183-9627DF3FEA74}"/>
                    </a:ext>
                  </a:extLst>
                </p14:cNvPr>
                <p14:cNvContentPartPr/>
                <p14:nvPr/>
              </p14:nvContentPartPr>
              <p14:xfrm>
                <a:off x="2881185" y="4740495"/>
                <a:ext cx="80280" cy="74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508B885-2B4D-1A4E-E183-9627DF3FEA7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72545" y="4731495"/>
                  <a:ext cx="979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DFFEA27-9CB3-87BF-DA32-8ED67B7A5595}"/>
              </a:ext>
            </a:extLst>
          </p:cNvPr>
          <p:cNvGrpSpPr/>
          <p:nvPr/>
        </p:nvGrpSpPr>
        <p:grpSpPr>
          <a:xfrm>
            <a:off x="2787585" y="4470855"/>
            <a:ext cx="213120" cy="106200"/>
            <a:chOff x="2787585" y="4470855"/>
            <a:chExt cx="21312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EB531C7-3224-B644-D33D-25233F94B5A8}"/>
                    </a:ext>
                  </a:extLst>
                </p14:cNvPr>
                <p14:cNvContentPartPr/>
                <p14:nvPr/>
              </p14:nvContentPartPr>
              <p14:xfrm>
                <a:off x="2787585" y="4513335"/>
                <a:ext cx="213120" cy="63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EB531C7-3224-B644-D33D-25233F94B5A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78945" y="4504695"/>
                  <a:ext cx="230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831EDA-C532-408B-A7BE-9B0718A4DE29}"/>
                    </a:ext>
                  </a:extLst>
                </p14:cNvPr>
                <p14:cNvContentPartPr/>
                <p14:nvPr/>
              </p14:nvContentPartPr>
              <p14:xfrm>
                <a:off x="2882625" y="4470855"/>
                <a:ext cx="100800" cy="67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831EDA-C532-408B-A7BE-9B0718A4DE2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73625" y="4462215"/>
                  <a:ext cx="11844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E6D39F3-7942-3B61-E77F-B767AE84E3C8}"/>
              </a:ext>
            </a:extLst>
          </p:cNvPr>
          <p:cNvGrpSpPr/>
          <p:nvPr/>
        </p:nvGrpSpPr>
        <p:grpSpPr>
          <a:xfrm>
            <a:off x="2914305" y="4243695"/>
            <a:ext cx="1044000" cy="150480"/>
            <a:chOff x="2914305" y="4243695"/>
            <a:chExt cx="10440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1A23FF-F6B4-4EBB-D2B6-158E3D3D35C7}"/>
                    </a:ext>
                  </a:extLst>
                </p14:cNvPr>
                <p14:cNvContentPartPr/>
                <p14:nvPr/>
              </p14:nvContentPartPr>
              <p14:xfrm>
                <a:off x="3001425" y="4266015"/>
                <a:ext cx="127080" cy="70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1A23FF-F6B4-4EBB-D2B6-158E3D3D35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92425" y="4257375"/>
                  <a:ext cx="144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D1D219E-5C73-2246-F779-D55E1CCAD6A4}"/>
                    </a:ext>
                  </a:extLst>
                </p14:cNvPr>
                <p14:cNvContentPartPr/>
                <p14:nvPr/>
              </p14:nvContentPartPr>
              <p14:xfrm>
                <a:off x="2964705" y="4243695"/>
                <a:ext cx="194760" cy="107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D1D219E-5C73-2246-F779-D55E1CCAD6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956065" y="4234695"/>
                  <a:ext cx="212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75E335A-9F10-5B4F-0057-09EAB9AE7D64}"/>
                    </a:ext>
                  </a:extLst>
                </p14:cNvPr>
                <p14:cNvContentPartPr/>
                <p14:nvPr/>
              </p14:nvContentPartPr>
              <p14:xfrm>
                <a:off x="3323625" y="4279695"/>
                <a:ext cx="112320" cy="75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75E335A-9F10-5B4F-0057-09EAB9AE7D6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14985" y="4270695"/>
                  <a:ext cx="129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5A23839-9C5D-512A-07CE-93040AE2594A}"/>
                    </a:ext>
                  </a:extLst>
                </p14:cNvPr>
                <p14:cNvContentPartPr/>
                <p14:nvPr/>
              </p14:nvContentPartPr>
              <p14:xfrm>
                <a:off x="3334065" y="4294815"/>
                <a:ext cx="133920" cy="85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A23839-9C5D-512A-07CE-93040AE259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325065" y="4286175"/>
                  <a:ext cx="151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4692295-8CE2-0419-2E91-30A82346D54E}"/>
                    </a:ext>
                  </a:extLst>
                </p14:cNvPr>
                <p14:cNvContentPartPr/>
                <p14:nvPr/>
              </p14:nvContentPartPr>
              <p14:xfrm>
                <a:off x="3680745" y="4263495"/>
                <a:ext cx="229680" cy="130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4692295-8CE2-0419-2E91-30A82346D54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1745" y="4254855"/>
                  <a:ext cx="247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1C55D36-0E6E-45D6-BB6D-96660833880C}"/>
                    </a:ext>
                  </a:extLst>
                </p14:cNvPr>
                <p14:cNvContentPartPr/>
                <p14:nvPr/>
              </p14:nvContentPartPr>
              <p14:xfrm>
                <a:off x="3732945" y="4309575"/>
                <a:ext cx="225360" cy="75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1C55D36-0E6E-45D6-BB6D-96660833880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23945" y="4300575"/>
                  <a:ext cx="243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27118DE-610C-2455-D5F1-5DAE7A15A1C6}"/>
                    </a:ext>
                  </a:extLst>
                </p14:cNvPr>
                <p14:cNvContentPartPr/>
                <p14:nvPr/>
              </p14:nvContentPartPr>
              <p14:xfrm>
                <a:off x="2914305" y="4336215"/>
                <a:ext cx="10800" cy="14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27118DE-610C-2455-D5F1-5DAE7A15A1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05665" y="4327215"/>
                  <a:ext cx="28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99CCDB-541F-F0AB-9FA6-1680D5F036A1}"/>
                    </a:ext>
                  </a:extLst>
                </p14:cNvPr>
                <p14:cNvContentPartPr/>
                <p14:nvPr/>
              </p14:nvContentPartPr>
              <p14:xfrm>
                <a:off x="2925825" y="4373295"/>
                <a:ext cx="11880" cy="54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099CCDB-541F-F0AB-9FA6-1680D5F036A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17185" y="4364295"/>
                  <a:ext cx="295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F90B3AF-8193-2FD5-199A-6A4E84AC76E1}"/>
              </a:ext>
            </a:extLst>
          </p:cNvPr>
          <p:cNvGrpSpPr/>
          <p:nvPr/>
        </p:nvGrpSpPr>
        <p:grpSpPr>
          <a:xfrm>
            <a:off x="6555705" y="3871095"/>
            <a:ext cx="3750840" cy="904680"/>
            <a:chOff x="6555705" y="3871095"/>
            <a:chExt cx="3750840" cy="90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97C42F-F879-C981-41E8-8E88BABCD863}"/>
                    </a:ext>
                  </a:extLst>
                </p14:cNvPr>
                <p14:cNvContentPartPr/>
                <p14:nvPr/>
              </p14:nvContentPartPr>
              <p14:xfrm>
                <a:off x="6555705" y="4006095"/>
                <a:ext cx="1064520" cy="88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97C42F-F879-C981-41E8-8E88BABCD8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46705" y="3997455"/>
                  <a:ext cx="1082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D9033F7-D9FB-8E3F-BD41-900EFF666866}"/>
                    </a:ext>
                  </a:extLst>
                </p14:cNvPr>
                <p14:cNvContentPartPr/>
                <p14:nvPr/>
              </p14:nvContentPartPr>
              <p14:xfrm>
                <a:off x="7089945" y="4056495"/>
                <a:ext cx="28440" cy="497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D9033F7-D9FB-8E3F-BD41-900EFF6668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80945" y="4047495"/>
                  <a:ext cx="460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41079D-B73C-4A6E-663A-2E015D30D891}"/>
                    </a:ext>
                  </a:extLst>
                </p14:cNvPr>
                <p14:cNvContentPartPr/>
                <p14:nvPr/>
              </p14:nvContentPartPr>
              <p14:xfrm>
                <a:off x="7238265" y="4186095"/>
                <a:ext cx="472320" cy="36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41079D-B73C-4A6E-663A-2E015D30D89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29625" y="4177095"/>
                  <a:ext cx="4899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DFB8816-DC1D-4B06-48AE-799C426BACB1}"/>
                    </a:ext>
                  </a:extLst>
                </p14:cNvPr>
                <p14:cNvContentPartPr/>
                <p14:nvPr/>
              </p14:nvContentPartPr>
              <p14:xfrm>
                <a:off x="7640025" y="4242255"/>
                <a:ext cx="222840" cy="205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DFB8816-DC1D-4B06-48AE-799C426BACB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631385" y="4233615"/>
                  <a:ext cx="240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EB0DF6C-D103-D81E-4607-6EC85D724B4B}"/>
                    </a:ext>
                  </a:extLst>
                </p14:cNvPr>
                <p14:cNvContentPartPr/>
                <p14:nvPr/>
              </p14:nvContentPartPr>
              <p14:xfrm>
                <a:off x="7989225" y="4302015"/>
                <a:ext cx="117720" cy="163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EB0DF6C-D103-D81E-4607-6EC85D724B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80225" y="4293375"/>
                  <a:ext cx="13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9561EE9-B76D-333E-B5A2-2960CC9150F5}"/>
                    </a:ext>
                  </a:extLst>
                </p14:cNvPr>
                <p14:cNvContentPartPr/>
                <p14:nvPr/>
              </p14:nvContentPartPr>
              <p14:xfrm>
                <a:off x="8235105" y="3871095"/>
                <a:ext cx="824400" cy="904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9561EE9-B76D-333E-B5A2-2960CC9150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26465" y="3862455"/>
                  <a:ext cx="84204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2EF13CA-8831-B154-C4EE-FC050607A0CF}"/>
                    </a:ext>
                  </a:extLst>
                </p14:cNvPr>
                <p14:cNvContentPartPr/>
                <p14:nvPr/>
              </p14:nvContentPartPr>
              <p14:xfrm>
                <a:off x="9203865" y="4042095"/>
                <a:ext cx="339120" cy="375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2EF13CA-8831-B154-C4EE-FC050607A0C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95225" y="4033095"/>
                  <a:ext cx="3567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2119F13-E2F9-D3E4-DBE0-39215DAF467E}"/>
                    </a:ext>
                  </a:extLst>
                </p14:cNvPr>
                <p14:cNvContentPartPr/>
                <p14:nvPr/>
              </p14:nvContentPartPr>
              <p14:xfrm>
                <a:off x="9595185" y="4148295"/>
                <a:ext cx="530640" cy="295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2119F13-E2F9-D3E4-DBE0-39215DAF467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586545" y="4139655"/>
                  <a:ext cx="5482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32C573-9994-4AE7-FDF7-90D27BB38D42}"/>
                    </a:ext>
                  </a:extLst>
                </p14:cNvPr>
                <p14:cNvContentPartPr/>
                <p14:nvPr/>
              </p14:nvContentPartPr>
              <p14:xfrm>
                <a:off x="10285665" y="4325775"/>
                <a:ext cx="20880" cy="43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32C573-9994-4AE7-FDF7-90D27BB38D4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77025" y="4317135"/>
                  <a:ext cx="3852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BC85502-D310-1B50-7B5F-3939F541137F}"/>
              </a:ext>
            </a:extLst>
          </p:cNvPr>
          <p:cNvGrpSpPr/>
          <p:nvPr/>
        </p:nvGrpSpPr>
        <p:grpSpPr>
          <a:xfrm>
            <a:off x="6935505" y="4731495"/>
            <a:ext cx="4045320" cy="1905120"/>
            <a:chOff x="6935505" y="4731495"/>
            <a:chExt cx="4045320" cy="19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10AF3DB-42EF-678F-BAD4-4ADB828F6864}"/>
                    </a:ext>
                  </a:extLst>
                </p14:cNvPr>
                <p14:cNvContentPartPr/>
                <p14:nvPr/>
              </p14:nvContentPartPr>
              <p14:xfrm>
                <a:off x="8053305" y="4731495"/>
                <a:ext cx="24120" cy="418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10AF3DB-42EF-678F-BAD4-4ADB828F68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44665" y="4722855"/>
                  <a:ext cx="417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9822734-EC4A-26E3-2973-900F0A4B9D1E}"/>
                    </a:ext>
                  </a:extLst>
                </p14:cNvPr>
                <p14:cNvContentPartPr/>
                <p14:nvPr/>
              </p14:nvContentPartPr>
              <p14:xfrm>
                <a:off x="7416825" y="5286615"/>
                <a:ext cx="556920" cy="115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9822734-EC4A-26E3-2973-900F0A4B9D1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7825" y="5277975"/>
                  <a:ext cx="574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9951099-77E5-0C67-FD99-0EA7AB67214C}"/>
                    </a:ext>
                  </a:extLst>
                </p14:cNvPr>
                <p14:cNvContentPartPr/>
                <p14:nvPr/>
              </p14:nvContentPartPr>
              <p14:xfrm>
                <a:off x="8073825" y="5206695"/>
                <a:ext cx="342000" cy="189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9951099-77E5-0C67-FD99-0EA7AB6721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065185" y="5197695"/>
                  <a:ext cx="359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788969-9BC0-1C9D-F992-19BACE7CB174}"/>
                    </a:ext>
                  </a:extLst>
                </p14:cNvPr>
                <p14:cNvContentPartPr/>
                <p14:nvPr/>
              </p14:nvContentPartPr>
              <p14:xfrm>
                <a:off x="6935505" y="5709615"/>
                <a:ext cx="41400" cy="342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788969-9BC0-1C9D-F992-19BACE7CB1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26865" y="5700615"/>
                  <a:ext cx="590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A191A52-97A4-DFB1-8CA7-1E76E19313D1}"/>
                    </a:ext>
                  </a:extLst>
                </p14:cNvPr>
                <p14:cNvContentPartPr/>
                <p14:nvPr/>
              </p14:nvContentPartPr>
              <p14:xfrm>
                <a:off x="7085265" y="5675415"/>
                <a:ext cx="1028880" cy="42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A191A52-97A4-DFB1-8CA7-1E76E19313D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76625" y="5666775"/>
                  <a:ext cx="10465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A7AD7E3-E005-9846-3387-337E782C1102}"/>
                    </a:ext>
                  </a:extLst>
                </p14:cNvPr>
                <p14:cNvContentPartPr/>
                <p14:nvPr/>
              </p14:nvContentPartPr>
              <p14:xfrm>
                <a:off x="7953945" y="5532495"/>
                <a:ext cx="1835640" cy="477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A7AD7E3-E005-9846-3387-337E782C110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45305" y="5523855"/>
                  <a:ext cx="1853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6F17C63-9E77-C371-CF6C-D47D2EBF7C01}"/>
                    </a:ext>
                  </a:extLst>
                </p14:cNvPr>
                <p14:cNvContentPartPr/>
                <p14:nvPr/>
              </p14:nvContentPartPr>
              <p14:xfrm>
                <a:off x="9693465" y="5726535"/>
                <a:ext cx="239040" cy="113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6F17C63-9E77-C371-CF6C-D47D2EBF7C0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684825" y="5717895"/>
                  <a:ext cx="256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AD24A01-F65C-405D-27BC-258A6BD630CF}"/>
                    </a:ext>
                  </a:extLst>
                </p14:cNvPr>
                <p14:cNvContentPartPr/>
                <p14:nvPr/>
              </p14:nvContentPartPr>
              <p14:xfrm>
                <a:off x="10062825" y="5576775"/>
                <a:ext cx="17640" cy="20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AD24A01-F65C-405D-27BC-258A6BD630C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53825" y="5567775"/>
                  <a:ext cx="35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EB9E324-FE94-8FBC-9957-BAFE1FB5F182}"/>
                    </a:ext>
                  </a:extLst>
                </p14:cNvPr>
                <p14:cNvContentPartPr/>
                <p14:nvPr/>
              </p14:nvContentPartPr>
              <p14:xfrm>
                <a:off x="10222665" y="5303895"/>
                <a:ext cx="534600" cy="607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EB9E324-FE94-8FBC-9957-BAFE1FB5F18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13665" y="5295255"/>
                  <a:ext cx="55224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D1185DA-F423-C0D7-F3FB-E3C519CBA4DC}"/>
                    </a:ext>
                  </a:extLst>
                </p14:cNvPr>
                <p14:cNvContentPartPr/>
                <p14:nvPr/>
              </p14:nvContentPartPr>
              <p14:xfrm>
                <a:off x="10973625" y="5760735"/>
                <a:ext cx="7200" cy="38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D1185DA-F423-C0D7-F3FB-E3C519CBA4D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64985" y="5752095"/>
                  <a:ext cx="2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74AB172-44CE-F3D9-D10C-1DA84166F45A}"/>
                    </a:ext>
                  </a:extLst>
                </p14:cNvPr>
                <p14:cNvContentPartPr/>
                <p14:nvPr/>
              </p14:nvContentPartPr>
              <p14:xfrm>
                <a:off x="10005225" y="5498655"/>
                <a:ext cx="111600" cy="461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74AB172-44CE-F3D9-D10C-1DA84166F45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96225" y="5489655"/>
                  <a:ext cx="12924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C18C102-3C95-DCEB-6BD9-862A76530689}"/>
                    </a:ext>
                  </a:extLst>
                </p14:cNvPr>
                <p14:cNvContentPartPr/>
                <p14:nvPr/>
              </p14:nvContentPartPr>
              <p14:xfrm>
                <a:off x="8542545" y="5956935"/>
                <a:ext cx="281160" cy="679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C18C102-3C95-DCEB-6BD9-862A7653068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33905" y="5948295"/>
                  <a:ext cx="29880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37CC25-7741-9A11-F0C9-27ADB06888C8}"/>
                    </a:ext>
                  </a:extLst>
                </p14:cNvPr>
                <p14:cNvContentPartPr/>
                <p14:nvPr/>
              </p14:nvContentPartPr>
              <p14:xfrm>
                <a:off x="8908305" y="6194895"/>
                <a:ext cx="354960" cy="305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37CC25-7741-9A11-F0C9-27ADB06888C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99305" y="6186255"/>
                  <a:ext cx="372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AF45CBA-A0D8-0C9A-FA13-14F2D6144A36}"/>
                    </a:ext>
                  </a:extLst>
                </p14:cNvPr>
                <p14:cNvContentPartPr/>
                <p14:nvPr/>
              </p14:nvContentPartPr>
              <p14:xfrm>
                <a:off x="9335985" y="6244215"/>
                <a:ext cx="1076760" cy="173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AF45CBA-A0D8-0C9A-FA13-14F2D6144A3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27345" y="6235575"/>
                  <a:ext cx="1094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B0515BE-12A6-89D5-AC6A-5CDD76DE5DF3}"/>
                    </a:ext>
                  </a:extLst>
                </p14:cNvPr>
                <p14:cNvContentPartPr/>
                <p14:nvPr/>
              </p14:nvContentPartPr>
              <p14:xfrm>
                <a:off x="10513185" y="6372015"/>
                <a:ext cx="35640" cy="28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B0515BE-12A6-89D5-AC6A-5CDD76DE5DF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504185" y="6363015"/>
                  <a:ext cx="53280" cy="4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903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62A903-8E74-6404-D79F-8CB290B78C77}"/>
              </a:ext>
            </a:extLst>
          </p:cNvPr>
          <p:cNvGrpSpPr/>
          <p:nvPr/>
        </p:nvGrpSpPr>
        <p:grpSpPr>
          <a:xfrm>
            <a:off x="1009545" y="353175"/>
            <a:ext cx="419400" cy="398520"/>
            <a:chOff x="1009545" y="353175"/>
            <a:chExt cx="41940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FC7652-A2F0-6550-F331-7D5CCBB2EF4D}"/>
                    </a:ext>
                  </a:extLst>
                </p14:cNvPr>
                <p14:cNvContentPartPr/>
                <p14:nvPr/>
              </p14:nvContentPartPr>
              <p14:xfrm>
                <a:off x="1009545" y="353175"/>
                <a:ext cx="22680" cy="398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FC7652-A2F0-6550-F331-7D5CCBB2EF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0545" y="344175"/>
                  <a:ext cx="403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42826C-F3A2-9D41-0950-14188220EB88}"/>
                    </a:ext>
                  </a:extLst>
                </p14:cNvPr>
                <p14:cNvContentPartPr/>
                <p14:nvPr/>
              </p14:nvContentPartPr>
              <p14:xfrm>
                <a:off x="1197465" y="455775"/>
                <a:ext cx="231480" cy="242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42826C-F3A2-9D41-0950-14188220EB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88465" y="447135"/>
                  <a:ext cx="24912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449B6B2-5EE3-3605-A89C-353D823EE877}"/>
              </a:ext>
            </a:extLst>
          </p:cNvPr>
          <p:cNvGrpSpPr/>
          <p:nvPr/>
        </p:nvGrpSpPr>
        <p:grpSpPr>
          <a:xfrm>
            <a:off x="1652145" y="502215"/>
            <a:ext cx="1017000" cy="299880"/>
            <a:chOff x="1652145" y="502215"/>
            <a:chExt cx="101700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738695-FD27-8870-E512-E6AE0C9A9D6C}"/>
                    </a:ext>
                  </a:extLst>
                </p14:cNvPr>
                <p14:cNvContentPartPr/>
                <p14:nvPr/>
              </p14:nvContentPartPr>
              <p14:xfrm>
                <a:off x="1652145" y="534615"/>
                <a:ext cx="18180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738695-FD27-8870-E512-E6AE0C9A9D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43505" y="525615"/>
                  <a:ext cx="1994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863F6A-6666-9793-6EB0-941904A1DF89}"/>
                    </a:ext>
                  </a:extLst>
                </p14:cNvPr>
                <p14:cNvContentPartPr/>
                <p14:nvPr/>
              </p14:nvContentPartPr>
              <p14:xfrm>
                <a:off x="1924305" y="511575"/>
                <a:ext cx="181440" cy="226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863F6A-6666-9793-6EB0-941904A1DF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5305" y="502575"/>
                  <a:ext cx="199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95AD51-0087-22A4-7321-C9804701D3DA}"/>
                    </a:ext>
                  </a:extLst>
                </p14:cNvPr>
                <p14:cNvContentPartPr/>
                <p14:nvPr/>
              </p14:nvContentPartPr>
              <p14:xfrm>
                <a:off x="2132745" y="591495"/>
                <a:ext cx="123840" cy="171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95AD51-0087-22A4-7321-C9804701D3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3745" y="582855"/>
                  <a:ext cx="141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8DACA2-007F-CD20-232E-95BFE74BBC44}"/>
                    </a:ext>
                  </a:extLst>
                </p14:cNvPr>
                <p14:cNvContentPartPr/>
                <p14:nvPr/>
              </p14:nvContentPartPr>
              <p14:xfrm>
                <a:off x="2376105" y="502215"/>
                <a:ext cx="293040" cy="29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8DACA2-007F-CD20-232E-95BFE74BBC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7105" y="493215"/>
                  <a:ext cx="310680" cy="31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5C3588-C22E-4556-ABF4-2AF7AB059088}"/>
                  </a:ext>
                </a:extLst>
              </p14:cNvPr>
              <p14:cNvContentPartPr/>
              <p14:nvPr/>
            </p14:nvContentPartPr>
            <p14:xfrm>
              <a:off x="2876865" y="708855"/>
              <a:ext cx="15120" cy="30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5C3588-C22E-4556-ABF4-2AF7AB0590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67865" y="700215"/>
                <a:ext cx="32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B02ADC0-8E18-CFCF-6043-AB52D153DCBF}"/>
                  </a:ext>
                </a:extLst>
              </p14:cNvPr>
              <p14:cNvContentPartPr/>
              <p14:nvPr/>
            </p14:nvContentPartPr>
            <p14:xfrm>
              <a:off x="6448425" y="450735"/>
              <a:ext cx="720" cy="2353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B02ADC0-8E18-CFCF-6043-AB52D153DC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30425" y="441735"/>
                <a:ext cx="36000" cy="23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BE072C2-26AD-7A76-3E76-1CA19508916B}"/>
                  </a:ext>
                </a:extLst>
              </p14:cNvPr>
              <p14:cNvContentPartPr/>
              <p14:nvPr/>
            </p14:nvContentPartPr>
            <p14:xfrm>
              <a:off x="6489825" y="2854815"/>
              <a:ext cx="2865960" cy="806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BE072C2-26AD-7A76-3E76-1CA1950891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80825" y="2845815"/>
                <a:ext cx="2883600" cy="8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2A9DE2E-A940-0840-C3F7-DAE6334BE665}"/>
                  </a:ext>
                </a:extLst>
              </p14:cNvPr>
              <p14:cNvContentPartPr/>
              <p14:nvPr/>
            </p14:nvContentPartPr>
            <p14:xfrm>
              <a:off x="3699825" y="2880375"/>
              <a:ext cx="2680560" cy="1397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2A9DE2E-A940-0840-C3F7-DAE6334BE6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90825" y="2871735"/>
                <a:ext cx="2698200" cy="14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1F7D6B-AFD2-5245-8282-69976F69F242}"/>
                  </a:ext>
                </a:extLst>
              </p14:cNvPr>
              <p14:cNvContentPartPr/>
              <p14:nvPr/>
            </p14:nvContentPartPr>
            <p14:xfrm>
              <a:off x="9091185" y="3504975"/>
              <a:ext cx="363960" cy="326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1F7D6B-AFD2-5245-8282-69976F69F24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82545" y="3495975"/>
                <a:ext cx="3816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D4223E8-021D-1CF7-D426-84EF1467BD3A}"/>
                  </a:ext>
                </a:extLst>
              </p14:cNvPr>
              <p14:cNvContentPartPr/>
              <p14:nvPr/>
            </p14:nvContentPartPr>
            <p14:xfrm>
              <a:off x="3551145" y="4094295"/>
              <a:ext cx="480600" cy="319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D4223E8-021D-1CF7-D426-84EF1467BD3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42145" y="4085655"/>
                <a:ext cx="498240" cy="33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47555EE-C94C-CD87-7858-7D02BB695ACE}"/>
              </a:ext>
            </a:extLst>
          </p:cNvPr>
          <p:cNvGrpSpPr/>
          <p:nvPr/>
        </p:nvGrpSpPr>
        <p:grpSpPr>
          <a:xfrm>
            <a:off x="9193065" y="4035615"/>
            <a:ext cx="343440" cy="190800"/>
            <a:chOff x="9193065" y="4035615"/>
            <a:chExt cx="34344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6B16E0-561E-A029-5CFF-35C7C3CF6442}"/>
                    </a:ext>
                  </a:extLst>
                </p14:cNvPr>
                <p14:cNvContentPartPr/>
                <p14:nvPr/>
              </p14:nvContentPartPr>
              <p14:xfrm>
                <a:off x="9297105" y="4035615"/>
                <a:ext cx="172800" cy="15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6B16E0-561E-A029-5CFF-35C7C3CF64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88105" y="4026975"/>
                  <a:ext cx="190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AF3016-BAC8-4DB3-CEC2-E64AC78E98E0}"/>
                    </a:ext>
                  </a:extLst>
                </p14:cNvPr>
                <p14:cNvContentPartPr/>
                <p14:nvPr/>
              </p14:nvContentPartPr>
              <p14:xfrm>
                <a:off x="9193065" y="4091415"/>
                <a:ext cx="343440" cy="135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AF3016-BAC8-4DB3-CEC2-E64AC78E98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84065" y="4082415"/>
                  <a:ext cx="36108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82B8BCF-F313-83E1-B9D2-3BAF7FFF884E}"/>
                  </a:ext>
                </a:extLst>
              </p14:cNvPr>
              <p14:cNvContentPartPr/>
              <p14:nvPr/>
            </p14:nvContentPartPr>
            <p14:xfrm>
              <a:off x="3328305" y="4622775"/>
              <a:ext cx="549000" cy="244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82B8BCF-F313-83E1-B9D2-3BAF7FFF88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19305" y="4614135"/>
                <a:ext cx="56664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E160692-51C4-2DF0-41DF-A2FB5DE26ABB}"/>
              </a:ext>
            </a:extLst>
          </p:cNvPr>
          <p:cNvGrpSpPr/>
          <p:nvPr/>
        </p:nvGrpSpPr>
        <p:grpSpPr>
          <a:xfrm>
            <a:off x="6253305" y="238695"/>
            <a:ext cx="585360" cy="430560"/>
            <a:chOff x="6253305" y="238695"/>
            <a:chExt cx="58536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790523-2F50-A616-C60E-AB691972BC27}"/>
                    </a:ext>
                  </a:extLst>
                </p14:cNvPr>
                <p14:cNvContentPartPr/>
                <p14:nvPr/>
              </p14:nvContentPartPr>
              <p14:xfrm>
                <a:off x="6253305" y="492855"/>
                <a:ext cx="155520" cy="8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790523-2F50-A616-C60E-AB691972BC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44305" y="483855"/>
                  <a:ext cx="173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EA56F0-F16C-2DA8-EF47-EA90BB43C377}"/>
                    </a:ext>
                  </a:extLst>
                </p14:cNvPr>
                <p14:cNvContentPartPr/>
                <p14:nvPr/>
              </p14:nvContentPartPr>
              <p14:xfrm>
                <a:off x="6579105" y="420855"/>
                <a:ext cx="46080" cy="145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EA56F0-F16C-2DA8-EF47-EA90BB43C3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70105" y="412215"/>
                  <a:ext cx="63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6B8336-E04A-1BA3-95B7-475840CF1346}"/>
                    </a:ext>
                  </a:extLst>
                </p14:cNvPr>
                <p14:cNvContentPartPr/>
                <p14:nvPr/>
              </p14:nvContentPartPr>
              <p14:xfrm>
                <a:off x="6454185" y="451815"/>
                <a:ext cx="80280" cy="21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6B8336-E04A-1BA3-95B7-475840CF13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45545" y="442815"/>
                  <a:ext cx="97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0AC79E-A260-71EC-E5F5-AC2A87A6C055}"/>
                    </a:ext>
                  </a:extLst>
                </p14:cNvPr>
                <p14:cNvContentPartPr/>
                <p14:nvPr/>
              </p14:nvContentPartPr>
              <p14:xfrm>
                <a:off x="6580185" y="238695"/>
                <a:ext cx="168480" cy="100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0AC79E-A260-71EC-E5F5-AC2A87A6C0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71185" y="230055"/>
                  <a:ext cx="186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72130D-DB20-38F3-D3D7-D986B6ABB723}"/>
                    </a:ext>
                  </a:extLst>
                </p14:cNvPr>
                <p14:cNvContentPartPr/>
                <p14:nvPr/>
              </p14:nvContentPartPr>
              <p14:xfrm>
                <a:off x="6692145" y="259575"/>
                <a:ext cx="146520" cy="308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72130D-DB20-38F3-D3D7-D986B6ABB7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83145" y="250575"/>
                  <a:ext cx="16416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4F9D7AB-4569-2013-F440-9A64D02BCF58}"/>
              </a:ext>
            </a:extLst>
          </p:cNvPr>
          <p:cNvGrpSpPr/>
          <p:nvPr/>
        </p:nvGrpSpPr>
        <p:grpSpPr>
          <a:xfrm>
            <a:off x="7182465" y="2075415"/>
            <a:ext cx="2502360" cy="573840"/>
            <a:chOff x="7182465" y="2075415"/>
            <a:chExt cx="2502360" cy="57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F6ECA7-8D71-14B7-9164-F0F9D7C57EAC}"/>
                    </a:ext>
                  </a:extLst>
                </p14:cNvPr>
                <p14:cNvContentPartPr/>
                <p14:nvPr/>
              </p14:nvContentPartPr>
              <p14:xfrm>
                <a:off x="7223505" y="2126535"/>
                <a:ext cx="186840" cy="93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F6ECA7-8D71-14B7-9164-F0F9D7C57E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17385" y="2120415"/>
                  <a:ext cx="199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B99E13-5ACB-3CDD-954B-B75D840CD7D1}"/>
                    </a:ext>
                  </a:extLst>
                </p14:cNvPr>
                <p14:cNvContentPartPr/>
                <p14:nvPr/>
              </p14:nvContentPartPr>
              <p14:xfrm>
                <a:off x="7182465" y="2123295"/>
                <a:ext cx="209520" cy="10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B99E13-5ACB-3CDD-954B-B75D840CD7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76345" y="2117175"/>
                  <a:ext cx="221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32D0AD-9129-C22A-C98B-435B490DC9B5}"/>
                    </a:ext>
                  </a:extLst>
                </p14:cNvPr>
                <p14:cNvContentPartPr/>
                <p14:nvPr/>
              </p14:nvContentPartPr>
              <p14:xfrm>
                <a:off x="7526625" y="2128695"/>
                <a:ext cx="221040" cy="90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32D0AD-9129-C22A-C98B-435B490DC9B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20505" y="2122575"/>
                  <a:ext cx="233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5811A1-3DCE-B69F-EF23-4B42C3E05F72}"/>
                    </a:ext>
                  </a:extLst>
                </p14:cNvPr>
                <p14:cNvContentPartPr/>
                <p14:nvPr/>
              </p14:nvContentPartPr>
              <p14:xfrm>
                <a:off x="7567665" y="2165415"/>
                <a:ext cx="210600" cy="79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5811A1-3DCE-B69F-EF23-4B42C3E05F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61545" y="2159295"/>
                  <a:ext cx="222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93EB9B-38D5-55D4-E231-25A72F7D9C21}"/>
                    </a:ext>
                  </a:extLst>
                </p14:cNvPr>
                <p14:cNvContentPartPr/>
                <p14:nvPr/>
              </p14:nvContentPartPr>
              <p14:xfrm>
                <a:off x="8043585" y="2121495"/>
                <a:ext cx="15984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93EB9B-38D5-55D4-E231-25A72F7D9C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7465" y="2115375"/>
                  <a:ext cx="172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200032-ADDD-0D9B-1698-D0C00F352448}"/>
                    </a:ext>
                  </a:extLst>
                </p14:cNvPr>
                <p14:cNvContentPartPr/>
                <p14:nvPr/>
              </p14:nvContentPartPr>
              <p14:xfrm>
                <a:off x="8158425" y="2161455"/>
                <a:ext cx="222120" cy="101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200032-ADDD-0D9B-1698-D0C00F3524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52305" y="2155335"/>
                  <a:ext cx="234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A9F765-BBB2-CBB8-5CFD-42DB4417C1BC}"/>
                    </a:ext>
                  </a:extLst>
                </p14:cNvPr>
                <p14:cNvContentPartPr/>
                <p14:nvPr/>
              </p14:nvContentPartPr>
              <p14:xfrm>
                <a:off x="8630745" y="2075415"/>
                <a:ext cx="246240" cy="144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A9F765-BBB2-CBB8-5CFD-42DB4417C1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4625" y="2069295"/>
                  <a:ext cx="258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F42800-B4EC-E09E-3081-A1D81BA4B246}"/>
                    </a:ext>
                  </a:extLst>
                </p14:cNvPr>
                <p14:cNvContentPartPr/>
                <p14:nvPr/>
              </p14:nvContentPartPr>
              <p14:xfrm>
                <a:off x="8680785" y="2155335"/>
                <a:ext cx="209520" cy="78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F42800-B4EC-E09E-3081-A1D81BA4B2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74665" y="2149215"/>
                  <a:ext cx="221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B5DBA19-9ABB-97CB-7B5C-06E78EF54E0D}"/>
                    </a:ext>
                  </a:extLst>
                </p14:cNvPr>
                <p14:cNvContentPartPr/>
                <p14:nvPr/>
              </p14:nvContentPartPr>
              <p14:xfrm>
                <a:off x="9147345" y="2112135"/>
                <a:ext cx="211680" cy="154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B5DBA19-9ABB-97CB-7B5C-06E78EF54E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41225" y="2106015"/>
                  <a:ext cx="223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7A12752-7655-4350-E811-269982EA8AB0}"/>
                    </a:ext>
                  </a:extLst>
                </p14:cNvPr>
                <p14:cNvContentPartPr/>
                <p14:nvPr/>
              </p14:nvContentPartPr>
              <p14:xfrm>
                <a:off x="9096945" y="2204655"/>
                <a:ext cx="370800" cy="76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7A12752-7655-4350-E811-269982EA8A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0825" y="2198535"/>
                  <a:ext cx="383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7D0848-7306-807A-6F60-8F958F84CC50}"/>
                    </a:ext>
                  </a:extLst>
                </p14:cNvPr>
                <p14:cNvContentPartPr/>
                <p14:nvPr/>
              </p14:nvContentPartPr>
              <p14:xfrm>
                <a:off x="7206585" y="2453055"/>
                <a:ext cx="313560" cy="79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7D0848-7306-807A-6F60-8F958F84CC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00465" y="2446935"/>
                  <a:ext cx="325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34CF4C-7EB3-9260-CCB1-8992590F0FE4}"/>
                    </a:ext>
                  </a:extLst>
                </p14:cNvPr>
                <p14:cNvContentPartPr/>
                <p14:nvPr/>
              </p14:nvContentPartPr>
              <p14:xfrm>
                <a:off x="7335465" y="2467095"/>
                <a:ext cx="147960" cy="59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34CF4C-7EB3-9260-CCB1-8992590F0F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29345" y="2460975"/>
                  <a:ext cx="160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F50E76-D712-F2FB-1E81-B20A1E94C65F}"/>
                    </a:ext>
                  </a:extLst>
                </p14:cNvPr>
                <p14:cNvContentPartPr/>
                <p14:nvPr/>
              </p14:nvContentPartPr>
              <p14:xfrm>
                <a:off x="7604025" y="2448375"/>
                <a:ext cx="291960" cy="129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F50E76-D712-F2FB-1E81-B20A1E94C6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97905" y="2442255"/>
                  <a:ext cx="304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8E2338-84EE-2637-5AB0-0BFDC3B7DE46}"/>
                    </a:ext>
                  </a:extLst>
                </p14:cNvPr>
                <p14:cNvContentPartPr/>
                <p14:nvPr/>
              </p14:nvContentPartPr>
              <p14:xfrm>
                <a:off x="7772145" y="2507055"/>
                <a:ext cx="196920" cy="60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8E2338-84EE-2637-5AB0-0BFDC3B7DE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6025" y="2500935"/>
                  <a:ext cx="209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6D2ECC-9B38-3863-1663-5A5DCB9CD59F}"/>
                    </a:ext>
                  </a:extLst>
                </p14:cNvPr>
                <p14:cNvContentPartPr/>
                <p14:nvPr/>
              </p14:nvContentPartPr>
              <p14:xfrm>
                <a:off x="7970145" y="2498775"/>
                <a:ext cx="200160" cy="8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D6D2ECC-9B38-3863-1663-5A5DCB9CD5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64025" y="2492655"/>
                  <a:ext cx="212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3B3333-C734-949C-B066-447475809D6D}"/>
                    </a:ext>
                  </a:extLst>
                </p14:cNvPr>
                <p14:cNvContentPartPr/>
                <p14:nvPr/>
              </p14:nvContentPartPr>
              <p14:xfrm>
                <a:off x="8249865" y="2535855"/>
                <a:ext cx="209520" cy="4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3B3333-C734-949C-B066-447475809D6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43745" y="2529735"/>
                  <a:ext cx="221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DF219FE-787C-82AD-6694-5AD4E8C560E4}"/>
                    </a:ext>
                  </a:extLst>
                </p14:cNvPr>
                <p14:cNvContentPartPr/>
                <p14:nvPr/>
              </p14:nvContentPartPr>
              <p14:xfrm>
                <a:off x="8352825" y="2526495"/>
                <a:ext cx="274680" cy="90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DF219FE-787C-82AD-6694-5AD4E8C560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46705" y="2520375"/>
                  <a:ext cx="286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CC15F16-9C9D-9020-77E8-6A045BED79D1}"/>
                    </a:ext>
                  </a:extLst>
                </p14:cNvPr>
                <p14:cNvContentPartPr/>
                <p14:nvPr/>
              </p14:nvContentPartPr>
              <p14:xfrm>
                <a:off x="8597625" y="2556735"/>
                <a:ext cx="218520" cy="45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CC15F16-9C9D-9020-77E8-6A045BED79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91505" y="2550615"/>
                  <a:ext cx="230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8EECE-F197-9508-7EBD-053D6FB43051}"/>
                    </a:ext>
                  </a:extLst>
                </p14:cNvPr>
                <p14:cNvContentPartPr/>
                <p14:nvPr/>
              </p14:nvContentPartPr>
              <p14:xfrm>
                <a:off x="8762145" y="2546295"/>
                <a:ext cx="158040" cy="88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8EECE-F197-9508-7EBD-053D6FB430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56025" y="2540175"/>
                  <a:ext cx="170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C75AE4-30FD-8D25-6A96-83DEB1A6240B}"/>
                    </a:ext>
                  </a:extLst>
                </p14:cNvPr>
                <p14:cNvContentPartPr/>
                <p14:nvPr/>
              </p14:nvContentPartPr>
              <p14:xfrm>
                <a:off x="9023865" y="2516415"/>
                <a:ext cx="347760" cy="12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C75AE4-30FD-8D25-6A96-83DEB1A624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17745" y="2510295"/>
                  <a:ext cx="360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BA56CD6-5B7E-2389-AFB5-AC6C03E5DAEE}"/>
                    </a:ext>
                  </a:extLst>
                </p14:cNvPr>
                <p14:cNvContentPartPr/>
                <p14:nvPr/>
              </p14:nvContentPartPr>
              <p14:xfrm>
                <a:off x="9510585" y="2527575"/>
                <a:ext cx="174240" cy="119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BA56CD6-5B7E-2389-AFB5-AC6C03E5DAE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04465" y="2521455"/>
                  <a:ext cx="186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03E2738-4A27-BF8E-1A4B-F3AB0FB7BB47}"/>
                    </a:ext>
                  </a:extLst>
                </p14:cNvPr>
                <p14:cNvContentPartPr/>
                <p14:nvPr/>
              </p14:nvContentPartPr>
              <p14:xfrm>
                <a:off x="9481065" y="2571855"/>
                <a:ext cx="192240" cy="77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03E2738-4A27-BF8E-1A4B-F3AB0FB7BB4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74945" y="2565735"/>
                  <a:ext cx="204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E9AB7C-F4CD-1A7E-262B-FECB586EF01B}"/>
                    </a:ext>
                  </a:extLst>
                </p14:cNvPr>
                <p14:cNvContentPartPr/>
                <p14:nvPr/>
              </p14:nvContentPartPr>
              <p14:xfrm>
                <a:off x="7883385" y="2334255"/>
                <a:ext cx="168120" cy="91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E9AB7C-F4CD-1A7E-262B-FECB586EF0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77265" y="2328135"/>
                  <a:ext cx="180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A3C2D7-5914-009A-C3D8-6164E82776A1}"/>
                    </a:ext>
                  </a:extLst>
                </p14:cNvPr>
                <p14:cNvContentPartPr/>
                <p14:nvPr/>
              </p14:nvContentPartPr>
              <p14:xfrm>
                <a:off x="7900305" y="2330295"/>
                <a:ext cx="170640" cy="5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A3C2D7-5914-009A-C3D8-6164E82776A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94185" y="2324175"/>
                  <a:ext cx="182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124D03-034D-3D45-E134-7D7CE7698CC9}"/>
                    </a:ext>
                  </a:extLst>
                </p14:cNvPr>
                <p14:cNvContentPartPr/>
                <p14:nvPr/>
              </p14:nvContentPartPr>
              <p14:xfrm>
                <a:off x="8546145" y="2392935"/>
                <a:ext cx="160560" cy="11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124D03-034D-3D45-E134-7D7CE7698CC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40025" y="2386815"/>
                  <a:ext cx="172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EE4F5F-57CC-E6EA-9BED-DB316CC99332}"/>
                    </a:ext>
                  </a:extLst>
                </p14:cNvPr>
                <p14:cNvContentPartPr/>
                <p14:nvPr/>
              </p14:nvContentPartPr>
              <p14:xfrm>
                <a:off x="8689065" y="2448375"/>
                <a:ext cx="151200" cy="41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EE4F5F-57CC-E6EA-9BED-DB316CC993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82945" y="2442255"/>
                  <a:ext cx="163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B9C272-3A8B-F320-B69F-64512DFE4554}"/>
                    </a:ext>
                  </a:extLst>
                </p14:cNvPr>
                <p14:cNvContentPartPr/>
                <p14:nvPr/>
              </p14:nvContentPartPr>
              <p14:xfrm>
                <a:off x="8801025" y="2490495"/>
                <a:ext cx="45000" cy="20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B9C272-3A8B-F320-B69F-64512DFE45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94905" y="2484375"/>
                  <a:ext cx="572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C6A14F6-F6E4-5DC6-A4C9-31F26C23F6CE}"/>
              </a:ext>
            </a:extLst>
          </p:cNvPr>
          <p:cNvGrpSpPr/>
          <p:nvPr/>
        </p:nvGrpSpPr>
        <p:grpSpPr>
          <a:xfrm>
            <a:off x="7257705" y="786975"/>
            <a:ext cx="2348280" cy="492480"/>
            <a:chOff x="7257705" y="786975"/>
            <a:chExt cx="234828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B50A08-CFB9-EADF-BA4B-6B6FE1B5D8DB}"/>
                    </a:ext>
                  </a:extLst>
                </p14:cNvPr>
                <p14:cNvContentPartPr/>
                <p14:nvPr/>
              </p14:nvContentPartPr>
              <p14:xfrm>
                <a:off x="7264185" y="1131855"/>
                <a:ext cx="154080" cy="147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B50A08-CFB9-EADF-BA4B-6B6FE1B5D8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55545" y="1122855"/>
                  <a:ext cx="171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FD507C-2E88-ECAF-7432-BF51AAB7143B}"/>
                    </a:ext>
                  </a:extLst>
                </p14:cNvPr>
                <p14:cNvContentPartPr/>
                <p14:nvPr/>
              </p14:nvContentPartPr>
              <p14:xfrm>
                <a:off x="7257705" y="1153455"/>
                <a:ext cx="174240" cy="7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FD507C-2E88-ECAF-7432-BF51AAB714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49065" y="1144455"/>
                  <a:ext cx="191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67DF49-D320-B51A-1536-54ECC9A92A0B}"/>
                    </a:ext>
                  </a:extLst>
                </p14:cNvPr>
                <p14:cNvContentPartPr/>
                <p14:nvPr/>
              </p14:nvContentPartPr>
              <p14:xfrm>
                <a:off x="7735785" y="1188375"/>
                <a:ext cx="195840" cy="66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67DF49-D320-B51A-1536-54ECC9A92A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26785" y="1179375"/>
                  <a:ext cx="213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529182-9696-24BE-EED0-9F2B7CD4A582}"/>
                    </a:ext>
                  </a:extLst>
                </p14:cNvPr>
                <p14:cNvContentPartPr/>
                <p14:nvPr/>
              </p14:nvContentPartPr>
              <p14:xfrm>
                <a:off x="7711665" y="1188375"/>
                <a:ext cx="213120" cy="82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529182-9696-24BE-EED0-9F2B7CD4A58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02665" y="1179375"/>
                  <a:ext cx="230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9A7D75-DD22-AC52-00C6-A485A9E9851A}"/>
                    </a:ext>
                  </a:extLst>
                </p14:cNvPr>
                <p14:cNvContentPartPr/>
                <p14:nvPr/>
              </p14:nvContentPartPr>
              <p14:xfrm>
                <a:off x="8084265" y="1128615"/>
                <a:ext cx="198000" cy="121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9A7D75-DD22-AC52-00C6-A485A9E985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75265" y="1119975"/>
                  <a:ext cx="215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F6EBF7-CD9F-8D03-A572-BFB0F5F16023}"/>
                    </a:ext>
                  </a:extLst>
                </p14:cNvPr>
                <p14:cNvContentPartPr/>
                <p14:nvPr/>
              </p14:nvContentPartPr>
              <p14:xfrm>
                <a:off x="8064825" y="1176855"/>
                <a:ext cx="25416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F6EBF7-CD9F-8D03-A572-BFB0F5F1602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56185" y="1168215"/>
                  <a:ext cx="271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709856-5466-94DF-75DA-FCE79752A4F1}"/>
                    </a:ext>
                  </a:extLst>
                </p14:cNvPr>
                <p14:cNvContentPartPr/>
                <p14:nvPr/>
              </p14:nvContentPartPr>
              <p14:xfrm>
                <a:off x="8629305" y="1174335"/>
                <a:ext cx="177480" cy="89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709856-5466-94DF-75DA-FCE79752A4F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20665" y="1165695"/>
                  <a:ext cx="195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017F72-840E-E4AE-334C-A4233B1D53FB}"/>
                    </a:ext>
                  </a:extLst>
                </p14:cNvPr>
                <p14:cNvContentPartPr/>
                <p14:nvPr/>
              </p14:nvContentPartPr>
              <p14:xfrm>
                <a:off x="8632905" y="1164615"/>
                <a:ext cx="253080" cy="102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017F72-840E-E4AE-334C-A4233B1D53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23905" y="1155975"/>
                  <a:ext cx="270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96F0A3-637B-A472-0D43-8EEB5D7DBE43}"/>
                    </a:ext>
                  </a:extLst>
                </p14:cNvPr>
                <p14:cNvContentPartPr/>
                <p14:nvPr/>
              </p14:nvContentPartPr>
              <p14:xfrm>
                <a:off x="9067065" y="1123575"/>
                <a:ext cx="246240" cy="72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96F0A3-637B-A472-0D43-8EEB5D7DBE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58425" y="1114935"/>
                  <a:ext cx="263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F98FBE-343E-E907-FAF8-D240006E873F}"/>
                    </a:ext>
                  </a:extLst>
                </p14:cNvPr>
                <p14:cNvContentPartPr/>
                <p14:nvPr/>
              </p14:nvContentPartPr>
              <p14:xfrm>
                <a:off x="9153105" y="1143015"/>
                <a:ext cx="300960" cy="90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F98FBE-343E-E907-FAF8-D240006E873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44105" y="1134375"/>
                  <a:ext cx="318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86BE94D-EE54-79AC-7ECB-A8AA517D4FF6}"/>
                    </a:ext>
                  </a:extLst>
                </p14:cNvPr>
                <p14:cNvContentPartPr/>
                <p14:nvPr/>
              </p14:nvContentPartPr>
              <p14:xfrm>
                <a:off x="7353825" y="786975"/>
                <a:ext cx="189000" cy="127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86BE94D-EE54-79AC-7ECB-A8AA517D4FF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185" y="778335"/>
                  <a:ext cx="206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34DF01-E473-BD68-19D3-C32FBE31C6D3}"/>
                    </a:ext>
                  </a:extLst>
                </p14:cNvPr>
                <p14:cNvContentPartPr/>
                <p14:nvPr/>
              </p14:nvContentPartPr>
              <p14:xfrm>
                <a:off x="7377945" y="822255"/>
                <a:ext cx="198000" cy="77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34DF01-E473-BD68-19D3-C32FBE31C6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68945" y="813255"/>
                  <a:ext cx="215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0FDECF-4C62-EEDE-378B-E2E5A256F2D2}"/>
                    </a:ext>
                  </a:extLst>
                </p14:cNvPr>
                <p14:cNvContentPartPr/>
                <p14:nvPr/>
              </p14:nvContentPartPr>
              <p14:xfrm>
                <a:off x="7732185" y="828375"/>
                <a:ext cx="232560" cy="70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0FDECF-4C62-EEDE-378B-E2E5A256F2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23545" y="819375"/>
                  <a:ext cx="250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EECC16-E12C-7AA7-7809-6779553F9938}"/>
                    </a:ext>
                  </a:extLst>
                </p14:cNvPr>
                <p14:cNvContentPartPr/>
                <p14:nvPr/>
              </p14:nvContentPartPr>
              <p14:xfrm>
                <a:off x="7813545" y="824055"/>
                <a:ext cx="191160" cy="97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1EECC16-E12C-7AA7-7809-6779553F99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04545" y="815415"/>
                  <a:ext cx="208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D04B4D-ADB8-61FC-391F-6811765FE775}"/>
                    </a:ext>
                  </a:extLst>
                </p14:cNvPr>
                <p14:cNvContentPartPr/>
                <p14:nvPr/>
              </p14:nvContentPartPr>
              <p14:xfrm>
                <a:off x="8124225" y="802455"/>
                <a:ext cx="276840" cy="7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D04B4D-ADB8-61FC-391F-6811765FE7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15585" y="793455"/>
                  <a:ext cx="294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1B81A6-F952-DDBB-4422-D3EEC28A1202}"/>
                    </a:ext>
                  </a:extLst>
                </p14:cNvPr>
                <p14:cNvContentPartPr/>
                <p14:nvPr/>
              </p14:nvContentPartPr>
              <p14:xfrm>
                <a:off x="8149425" y="871575"/>
                <a:ext cx="206280" cy="70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1B81A6-F952-DDBB-4422-D3EEC28A12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40425" y="862575"/>
                  <a:ext cx="223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B0A24F3-BD89-F918-6B1E-2D85F4A68640}"/>
                    </a:ext>
                  </a:extLst>
                </p14:cNvPr>
                <p14:cNvContentPartPr/>
                <p14:nvPr/>
              </p14:nvContentPartPr>
              <p14:xfrm>
                <a:off x="8657025" y="872295"/>
                <a:ext cx="224280" cy="15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B0A24F3-BD89-F918-6B1E-2D85F4A686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48385" y="863655"/>
                  <a:ext cx="241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EA341C-024F-7057-29FA-A5ED4BB1D756}"/>
                    </a:ext>
                  </a:extLst>
                </p14:cNvPr>
                <p14:cNvContentPartPr/>
                <p14:nvPr/>
              </p14:nvContentPartPr>
              <p14:xfrm>
                <a:off x="8609865" y="894975"/>
                <a:ext cx="242640" cy="128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EA341C-024F-7057-29FA-A5ED4BB1D75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01225" y="886335"/>
                  <a:ext cx="260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395AC55-4C39-6259-4724-4259EA3BE24C}"/>
                    </a:ext>
                  </a:extLst>
                </p14:cNvPr>
                <p14:cNvContentPartPr/>
                <p14:nvPr/>
              </p14:nvContentPartPr>
              <p14:xfrm>
                <a:off x="9032865" y="819015"/>
                <a:ext cx="232560" cy="190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395AC55-4C39-6259-4724-4259EA3BE2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24225" y="810015"/>
                  <a:ext cx="250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3D1E24B-0CC3-9BA0-3944-782146EDE2A2}"/>
                    </a:ext>
                  </a:extLst>
                </p14:cNvPr>
                <p14:cNvContentPartPr/>
                <p14:nvPr/>
              </p14:nvContentPartPr>
              <p14:xfrm>
                <a:off x="9055905" y="892095"/>
                <a:ext cx="273600" cy="136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3D1E24B-0CC3-9BA0-3944-782146EDE2A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46905" y="883455"/>
                  <a:ext cx="291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712B14F-8F62-EF75-513A-3BBECBD32081}"/>
                    </a:ext>
                  </a:extLst>
                </p14:cNvPr>
                <p14:cNvContentPartPr/>
                <p14:nvPr/>
              </p14:nvContentPartPr>
              <p14:xfrm>
                <a:off x="7267065" y="924855"/>
                <a:ext cx="146520" cy="105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712B14F-8F62-EF75-513A-3BBECBD320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58065" y="916215"/>
                  <a:ext cx="164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8842B7-B75E-F092-AA81-0AE51BED0FF8}"/>
                    </a:ext>
                  </a:extLst>
                </p14:cNvPr>
                <p14:cNvContentPartPr/>
                <p14:nvPr/>
              </p14:nvContentPartPr>
              <p14:xfrm>
                <a:off x="7273905" y="950775"/>
                <a:ext cx="145440" cy="81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8842B7-B75E-F092-AA81-0AE51BED0FF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64905" y="941775"/>
                  <a:ext cx="163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D6EE883-4AEF-7DB3-0451-4C166B3F555A}"/>
                    </a:ext>
                  </a:extLst>
                </p14:cNvPr>
                <p14:cNvContentPartPr/>
                <p14:nvPr/>
              </p14:nvContentPartPr>
              <p14:xfrm>
                <a:off x="9378825" y="1019535"/>
                <a:ext cx="129960" cy="83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D6EE883-4AEF-7DB3-0451-4C166B3F555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70185" y="1010535"/>
                  <a:ext cx="147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2D8A180-4E93-FAC8-2368-1205E80600CA}"/>
                    </a:ext>
                  </a:extLst>
                </p14:cNvPr>
                <p14:cNvContentPartPr/>
                <p14:nvPr/>
              </p14:nvContentPartPr>
              <p14:xfrm>
                <a:off x="9398625" y="1063815"/>
                <a:ext cx="207360" cy="104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2D8A180-4E93-FAC8-2368-1205E80600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89985" y="1055175"/>
                  <a:ext cx="2250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50456A0-F34E-3963-7F5B-B56D4B39B892}"/>
              </a:ext>
            </a:extLst>
          </p:cNvPr>
          <p:cNvGrpSpPr/>
          <p:nvPr/>
        </p:nvGrpSpPr>
        <p:grpSpPr>
          <a:xfrm>
            <a:off x="7032705" y="1490775"/>
            <a:ext cx="2689920" cy="312120"/>
            <a:chOff x="7032705" y="1490775"/>
            <a:chExt cx="268992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BD0FC8-3CE5-38FE-E993-93F912F2E861}"/>
                    </a:ext>
                  </a:extLst>
                </p14:cNvPr>
                <p14:cNvContentPartPr/>
                <p14:nvPr/>
              </p14:nvContentPartPr>
              <p14:xfrm>
                <a:off x="7032705" y="1515615"/>
                <a:ext cx="121320" cy="19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BD0FC8-3CE5-38FE-E993-93F912F2E8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23705" y="1506615"/>
                  <a:ext cx="13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7ED05CB-9D8A-B6EC-F364-D3DA137C13AF}"/>
                    </a:ext>
                  </a:extLst>
                </p14:cNvPr>
                <p14:cNvContentPartPr/>
                <p14:nvPr/>
              </p14:nvContentPartPr>
              <p14:xfrm>
                <a:off x="7168785" y="1490775"/>
                <a:ext cx="2553840" cy="94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7ED05CB-9D8A-B6EC-F364-D3DA137C13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59785" y="1481775"/>
                  <a:ext cx="2571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AC4C26-C579-30BD-CA0F-9808ADCF3F4A}"/>
                    </a:ext>
                  </a:extLst>
                </p14:cNvPr>
                <p14:cNvContentPartPr/>
                <p14:nvPr/>
              </p14:nvContentPartPr>
              <p14:xfrm>
                <a:off x="7079505" y="1686255"/>
                <a:ext cx="2615400" cy="11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AC4C26-C579-30BD-CA0F-9808ADCF3F4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70865" y="1677255"/>
                  <a:ext cx="2633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56A478E-6007-BBCF-AC02-3E2329221AD6}"/>
                    </a:ext>
                  </a:extLst>
                </p14:cNvPr>
                <p14:cNvContentPartPr/>
                <p14:nvPr/>
              </p14:nvContentPartPr>
              <p14:xfrm>
                <a:off x="9506265" y="1538295"/>
                <a:ext cx="181080" cy="245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56A478E-6007-BBCF-AC02-3E2329221A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97265" y="1529295"/>
                  <a:ext cx="1987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7A17EDA-3D72-A2DF-45E9-023A03C03E96}"/>
              </a:ext>
            </a:extLst>
          </p:cNvPr>
          <p:cNvGrpSpPr/>
          <p:nvPr/>
        </p:nvGrpSpPr>
        <p:grpSpPr>
          <a:xfrm>
            <a:off x="7136745" y="1236615"/>
            <a:ext cx="2676240" cy="284400"/>
            <a:chOff x="7136745" y="1236615"/>
            <a:chExt cx="267624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8CAA08-F676-B3A2-389A-A4D184667155}"/>
                    </a:ext>
                  </a:extLst>
                </p14:cNvPr>
                <p14:cNvContentPartPr/>
                <p14:nvPr/>
              </p14:nvContentPartPr>
              <p14:xfrm>
                <a:off x="7136745" y="1263255"/>
                <a:ext cx="86040" cy="7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8CAA08-F676-B3A2-389A-A4D18466715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27745" y="1254615"/>
                  <a:ext cx="103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2C01A23-282D-2BC8-E849-AE322EE95E64}"/>
                    </a:ext>
                  </a:extLst>
                </p14:cNvPr>
                <p14:cNvContentPartPr/>
                <p14:nvPr/>
              </p14:nvContentPartPr>
              <p14:xfrm>
                <a:off x="7245465" y="1236615"/>
                <a:ext cx="2567520" cy="192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2C01A23-282D-2BC8-E849-AE322EE95E6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36465" y="1227975"/>
                  <a:ext cx="2585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0DC994-197E-7368-1956-FBCCC95AC16F}"/>
                    </a:ext>
                  </a:extLst>
                </p14:cNvPr>
                <p14:cNvContentPartPr/>
                <p14:nvPr/>
              </p14:nvContentPartPr>
              <p14:xfrm>
                <a:off x="7159425" y="1266855"/>
                <a:ext cx="2619360" cy="254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0DC994-197E-7368-1956-FBCCC95AC16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50425" y="1258215"/>
                  <a:ext cx="263700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B75D25-DB3E-E7EF-007F-BEAFF7EB07E9}"/>
              </a:ext>
            </a:extLst>
          </p:cNvPr>
          <p:cNvGrpSpPr/>
          <p:nvPr/>
        </p:nvGrpSpPr>
        <p:grpSpPr>
          <a:xfrm>
            <a:off x="7152585" y="1799655"/>
            <a:ext cx="2463480" cy="309600"/>
            <a:chOff x="7152585" y="1799655"/>
            <a:chExt cx="24634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17795C5-475E-8840-4E47-73524D21709C}"/>
                    </a:ext>
                  </a:extLst>
                </p14:cNvPr>
                <p14:cNvContentPartPr/>
                <p14:nvPr/>
              </p14:nvContentPartPr>
              <p14:xfrm>
                <a:off x="7152585" y="1799655"/>
                <a:ext cx="172800" cy="156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17795C5-475E-8840-4E47-73524D2170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43945" y="1791015"/>
                  <a:ext cx="190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6F71C5-7DAB-8ED8-212E-A8CA57E424E4}"/>
                    </a:ext>
                  </a:extLst>
                </p14:cNvPr>
                <p14:cNvContentPartPr/>
                <p14:nvPr/>
              </p14:nvContentPartPr>
              <p14:xfrm>
                <a:off x="7302345" y="1827015"/>
                <a:ext cx="2313720" cy="22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6F71C5-7DAB-8ED8-212E-A8CA57E424E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93705" y="1818015"/>
                  <a:ext cx="2331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515DE1E-B15C-36F1-D042-A0A3AAE8E519}"/>
                    </a:ext>
                  </a:extLst>
                </p14:cNvPr>
                <p14:cNvContentPartPr/>
                <p14:nvPr/>
              </p14:nvContentPartPr>
              <p14:xfrm>
                <a:off x="7207305" y="1964895"/>
                <a:ext cx="2329920" cy="144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515DE1E-B15C-36F1-D042-A0A3AAE8E51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98665" y="1956255"/>
                  <a:ext cx="234756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3A1E846-06F9-904C-4B67-D0CF3EBE790D}"/>
                  </a:ext>
                </a:extLst>
              </p14:cNvPr>
              <p14:cNvContentPartPr/>
              <p14:nvPr/>
            </p14:nvContentPartPr>
            <p14:xfrm>
              <a:off x="9598425" y="1645215"/>
              <a:ext cx="80640" cy="201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3A1E846-06F9-904C-4B67-D0CF3EBE790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589425" y="1636215"/>
                <a:ext cx="982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843942-7FC2-B985-04D4-3C3EDC2A2789}"/>
              </a:ext>
            </a:extLst>
          </p:cNvPr>
          <p:cNvGrpSpPr/>
          <p:nvPr/>
        </p:nvGrpSpPr>
        <p:grpSpPr>
          <a:xfrm>
            <a:off x="9750705" y="1308615"/>
            <a:ext cx="128520" cy="66240"/>
            <a:chOff x="9750705" y="1308615"/>
            <a:chExt cx="12852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608F6B-565D-07DF-190A-CCBA02D32269}"/>
                    </a:ext>
                  </a:extLst>
                </p14:cNvPr>
                <p14:cNvContentPartPr/>
                <p14:nvPr/>
              </p14:nvContentPartPr>
              <p14:xfrm>
                <a:off x="9874185" y="1308615"/>
                <a:ext cx="5040" cy="2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608F6B-565D-07DF-190A-CCBA02D3226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65545" y="1299975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A46921-570B-09BF-4A89-E954272D95E1}"/>
                    </a:ext>
                  </a:extLst>
                </p14:cNvPr>
                <p14:cNvContentPartPr/>
                <p14:nvPr/>
              </p14:nvContentPartPr>
              <p14:xfrm>
                <a:off x="9750705" y="1366215"/>
                <a:ext cx="7200" cy="8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A46921-570B-09BF-4A89-E954272D95E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42065" y="1357575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4ABAD3F-11EA-A506-3F98-F060BFE64B18}"/>
              </a:ext>
            </a:extLst>
          </p:cNvPr>
          <p:cNvGrpSpPr/>
          <p:nvPr/>
        </p:nvGrpSpPr>
        <p:grpSpPr>
          <a:xfrm>
            <a:off x="9453345" y="-110865"/>
            <a:ext cx="1130760" cy="737640"/>
            <a:chOff x="9453345" y="-110865"/>
            <a:chExt cx="113076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CD8F28-72E4-22F6-14D2-DFD64C60FE45}"/>
                    </a:ext>
                  </a:extLst>
                </p14:cNvPr>
                <p14:cNvContentPartPr/>
                <p14:nvPr/>
              </p14:nvContentPartPr>
              <p14:xfrm>
                <a:off x="9637665" y="82455"/>
                <a:ext cx="241200" cy="378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CD8F28-72E4-22F6-14D2-DFD64C60FE4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28665" y="73455"/>
                  <a:ext cx="2588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B5585C-D50C-9746-01AE-7EC1540AF9EA}"/>
                    </a:ext>
                  </a:extLst>
                </p14:cNvPr>
                <p14:cNvContentPartPr/>
                <p14:nvPr/>
              </p14:nvContentPartPr>
              <p14:xfrm>
                <a:off x="10169025" y="169935"/>
                <a:ext cx="19800" cy="278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B5585C-D50C-9746-01AE-7EC1540AF9E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60385" y="160935"/>
                  <a:ext cx="37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8E60850-FD7A-F88B-56F9-66F44E789B70}"/>
                    </a:ext>
                  </a:extLst>
                </p14:cNvPr>
                <p14:cNvContentPartPr/>
                <p14:nvPr/>
              </p14:nvContentPartPr>
              <p14:xfrm>
                <a:off x="10207905" y="159495"/>
                <a:ext cx="218520" cy="285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8E60850-FD7A-F88B-56F9-66F44E789B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99265" y="150855"/>
                  <a:ext cx="2361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67A767-6C09-22D3-EEEF-A57321D91085}"/>
                    </a:ext>
                  </a:extLst>
                </p14:cNvPr>
                <p14:cNvContentPartPr/>
                <p14:nvPr/>
              </p14:nvContentPartPr>
              <p14:xfrm>
                <a:off x="9453345" y="-110865"/>
                <a:ext cx="1130760" cy="737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67A767-6C09-22D3-EEEF-A57321D910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44705" y="-119865"/>
                  <a:ext cx="1148400" cy="75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13E8DB8-A9BF-8B09-4086-492374332493}"/>
              </a:ext>
            </a:extLst>
          </p:cNvPr>
          <p:cNvGrpSpPr/>
          <p:nvPr/>
        </p:nvGrpSpPr>
        <p:grpSpPr>
          <a:xfrm>
            <a:off x="1693905" y="1487040"/>
            <a:ext cx="1912680" cy="570240"/>
            <a:chOff x="1693905" y="1487040"/>
            <a:chExt cx="191268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6F671C7-45F9-4F85-1288-1EC3B29F5D00}"/>
                    </a:ext>
                  </a:extLst>
                </p14:cNvPr>
                <p14:cNvContentPartPr/>
                <p14:nvPr/>
              </p14:nvContentPartPr>
              <p14:xfrm>
                <a:off x="1693905" y="1590720"/>
                <a:ext cx="614520" cy="466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6F671C7-45F9-4F85-1288-1EC3B29F5D0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84905" y="1582080"/>
                  <a:ext cx="6321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D8158F8-77FB-0F19-4777-B2C1F82E7BDD}"/>
                    </a:ext>
                  </a:extLst>
                </p14:cNvPr>
                <p14:cNvContentPartPr/>
                <p14:nvPr/>
              </p14:nvContentPartPr>
              <p14:xfrm>
                <a:off x="2299425" y="1579560"/>
                <a:ext cx="54000" cy="37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D8158F8-77FB-0F19-4777-B2C1F82E7B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90785" y="1570560"/>
                  <a:ext cx="71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FF4655-83A7-6229-89C7-4773413CD276}"/>
                    </a:ext>
                  </a:extLst>
                </p14:cNvPr>
                <p14:cNvContentPartPr/>
                <p14:nvPr/>
              </p14:nvContentPartPr>
              <p14:xfrm>
                <a:off x="2431905" y="1788000"/>
                <a:ext cx="334440" cy="145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FF4655-83A7-6229-89C7-4773413CD2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22905" y="1779000"/>
                  <a:ext cx="352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F5B94B-FC6C-1E33-5A20-EB10A34CC226}"/>
                    </a:ext>
                  </a:extLst>
                </p14:cNvPr>
                <p14:cNvContentPartPr/>
                <p14:nvPr/>
              </p14:nvContentPartPr>
              <p14:xfrm>
                <a:off x="2855625" y="1677120"/>
                <a:ext cx="347400" cy="264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F5B94B-FC6C-1E33-5A20-EB10A34CC2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846625" y="1668480"/>
                  <a:ext cx="365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61CD9EB-526B-CFEE-FDEE-7FCDA7E51293}"/>
                    </a:ext>
                  </a:extLst>
                </p14:cNvPr>
                <p14:cNvContentPartPr/>
                <p14:nvPr/>
              </p14:nvContentPartPr>
              <p14:xfrm>
                <a:off x="3138225" y="1602240"/>
                <a:ext cx="229320" cy="274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61CD9EB-526B-CFEE-FDEE-7FCDA7E512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29225" y="1593600"/>
                  <a:ext cx="246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3B04B5C-DBF8-CD00-7C72-31ACD6C71745}"/>
                    </a:ext>
                  </a:extLst>
                </p14:cNvPr>
                <p14:cNvContentPartPr/>
                <p14:nvPr/>
              </p14:nvContentPartPr>
              <p14:xfrm>
                <a:off x="3411825" y="1487040"/>
                <a:ext cx="194760" cy="425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3B04B5C-DBF8-CD00-7C72-31ACD6C7174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02825" y="1478040"/>
                  <a:ext cx="212400" cy="44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34AE39D-3E96-70AD-5B50-3DDD954C62DB}"/>
                  </a:ext>
                </a:extLst>
              </p14:cNvPr>
              <p14:cNvContentPartPr/>
              <p14:nvPr/>
            </p14:nvContentPartPr>
            <p14:xfrm>
              <a:off x="4223265" y="812760"/>
              <a:ext cx="383040" cy="10972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34AE39D-3E96-70AD-5B50-3DDD954C62D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214625" y="803760"/>
                <a:ext cx="400680" cy="11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7911F71-0490-F132-CFAC-BD39F9BA7AAF}"/>
              </a:ext>
            </a:extLst>
          </p:cNvPr>
          <p:cNvGrpSpPr/>
          <p:nvPr/>
        </p:nvGrpSpPr>
        <p:grpSpPr>
          <a:xfrm>
            <a:off x="4856865" y="905640"/>
            <a:ext cx="1112040" cy="855360"/>
            <a:chOff x="4856865" y="905640"/>
            <a:chExt cx="1112040" cy="85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48D5BE1-CF6A-B1B8-45E6-42CB6CC6916A}"/>
                    </a:ext>
                  </a:extLst>
                </p14:cNvPr>
                <p14:cNvContentPartPr/>
                <p14:nvPr/>
              </p14:nvContentPartPr>
              <p14:xfrm>
                <a:off x="4856865" y="923280"/>
                <a:ext cx="700560" cy="837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48D5BE1-CF6A-B1B8-45E6-42CB6CC6916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48225" y="914280"/>
                  <a:ext cx="71820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FBFB69-EBE3-E201-BFF3-B1676117989E}"/>
                    </a:ext>
                  </a:extLst>
                </p14:cNvPr>
                <p14:cNvContentPartPr/>
                <p14:nvPr/>
              </p14:nvContentPartPr>
              <p14:xfrm>
                <a:off x="5634105" y="905640"/>
                <a:ext cx="334800" cy="687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FBFB69-EBE3-E201-BFF3-B1676117989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5465" y="897000"/>
                  <a:ext cx="352440" cy="70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0CB3B31-C44A-9393-E890-EA25C9910155}"/>
              </a:ext>
            </a:extLst>
          </p:cNvPr>
          <p:cNvGrpSpPr/>
          <p:nvPr/>
        </p:nvGrpSpPr>
        <p:grpSpPr>
          <a:xfrm>
            <a:off x="2647545" y="2420880"/>
            <a:ext cx="2693880" cy="890280"/>
            <a:chOff x="2647545" y="2420880"/>
            <a:chExt cx="2693880" cy="89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22BD59A-AE7D-00D9-CA9A-222ADFB5E22B}"/>
                    </a:ext>
                  </a:extLst>
                </p14:cNvPr>
                <p14:cNvContentPartPr/>
                <p14:nvPr/>
              </p14:nvContentPartPr>
              <p14:xfrm>
                <a:off x="2647545" y="2591520"/>
                <a:ext cx="509760" cy="719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22BD59A-AE7D-00D9-CA9A-222ADFB5E22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38545" y="2582880"/>
                  <a:ext cx="52740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7F61CB-E74E-2739-3FB0-FF48C228601E}"/>
                    </a:ext>
                  </a:extLst>
                </p14:cNvPr>
                <p14:cNvContentPartPr/>
                <p14:nvPr/>
              </p14:nvContentPartPr>
              <p14:xfrm>
                <a:off x="2710905" y="2996880"/>
                <a:ext cx="387720" cy="82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7F61CB-E74E-2739-3FB0-FF48C228601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02265" y="2988240"/>
                  <a:ext cx="405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F427AA0-F6D4-40F5-55DD-92C19DF26281}"/>
                    </a:ext>
                  </a:extLst>
                </p14:cNvPr>
                <p14:cNvContentPartPr/>
                <p14:nvPr/>
              </p14:nvContentPartPr>
              <p14:xfrm>
                <a:off x="3441705" y="2611680"/>
                <a:ext cx="385200" cy="547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F427AA0-F6D4-40F5-55DD-92C19DF2628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33065" y="2602680"/>
                  <a:ext cx="40284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4C3FE81-44E2-55EE-F233-A33527A40B0B}"/>
                    </a:ext>
                  </a:extLst>
                </p14:cNvPr>
                <p14:cNvContentPartPr/>
                <p14:nvPr/>
              </p14:nvContentPartPr>
              <p14:xfrm>
                <a:off x="3895665" y="2644080"/>
                <a:ext cx="292680" cy="441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4C3FE81-44E2-55EE-F233-A33527A40B0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86665" y="2635080"/>
                  <a:ext cx="31032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35A6431-1D7B-6C70-9C33-E18B93DBC41C}"/>
                    </a:ext>
                  </a:extLst>
                </p14:cNvPr>
                <p14:cNvContentPartPr/>
                <p14:nvPr/>
              </p14:nvContentPartPr>
              <p14:xfrm>
                <a:off x="4574265" y="2601960"/>
                <a:ext cx="30960" cy="417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35A6431-1D7B-6C70-9C33-E18B93DBC4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65265" y="2593320"/>
                  <a:ext cx="486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3716A6-C488-D88B-AFAE-CFB335A8C348}"/>
                    </a:ext>
                  </a:extLst>
                </p14:cNvPr>
                <p14:cNvContentPartPr/>
                <p14:nvPr/>
              </p14:nvContentPartPr>
              <p14:xfrm>
                <a:off x="4409385" y="2549400"/>
                <a:ext cx="201600" cy="217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83716A6-C488-D88B-AFAE-CFB335A8C34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00745" y="2540760"/>
                  <a:ext cx="219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CF829EC-11FF-9085-D900-32CF8E1DFAEA}"/>
                    </a:ext>
                  </a:extLst>
                </p14:cNvPr>
                <p14:cNvContentPartPr/>
                <p14:nvPr/>
              </p14:nvContentPartPr>
              <p14:xfrm>
                <a:off x="4659945" y="2555520"/>
                <a:ext cx="223200" cy="182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CF829EC-11FF-9085-D900-32CF8E1DFAE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50945" y="2546880"/>
                  <a:ext cx="240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D28554C-FFF2-D38C-098D-23DC4E5E66A1}"/>
                    </a:ext>
                  </a:extLst>
                </p14:cNvPr>
                <p14:cNvContentPartPr/>
                <p14:nvPr/>
              </p14:nvContentPartPr>
              <p14:xfrm>
                <a:off x="5198145" y="2434200"/>
                <a:ext cx="143280" cy="224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D28554C-FFF2-D38C-098D-23DC4E5E66A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189505" y="2425560"/>
                  <a:ext cx="160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922096F-4739-538D-808F-67BF5FF6CE65}"/>
                    </a:ext>
                  </a:extLst>
                </p14:cNvPr>
                <p14:cNvContentPartPr/>
                <p14:nvPr/>
              </p14:nvContentPartPr>
              <p14:xfrm>
                <a:off x="4997985" y="2420880"/>
                <a:ext cx="281520" cy="277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922096F-4739-538D-808F-67BF5FF6CE6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89345" y="2411880"/>
                  <a:ext cx="299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3094F10-9B63-095F-D700-36BD60E03F87}"/>
                    </a:ext>
                  </a:extLst>
                </p14:cNvPr>
                <p14:cNvContentPartPr/>
                <p14:nvPr/>
              </p14:nvContentPartPr>
              <p14:xfrm>
                <a:off x="5226585" y="2562000"/>
                <a:ext cx="23400" cy="7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3094F10-9B63-095F-D700-36BD60E03F8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217945" y="2553000"/>
                  <a:ext cx="41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587504E-B62D-4E09-96CF-72CF99DAD3D6}"/>
                    </a:ext>
                  </a:extLst>
                </p14:cNvPr>
                <p14:cNvContentPartPr/>
                <p14:nvPr/>
              </p14:nvContentPartPr>
              <p14:xfrm>
                <a:off x="5068905" y="2543280"/>
                <a:ext cx="164880" cy="458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587504E-B62D-4E09-96CF-72CF99DAD3D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060265" y="2534640"/>
                  <a:ext cx="18252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C21B8C8-9EA5-15DF-BF90-E31994F7A3E2}"/>
                  </a:ext>
                </a:extLst>
              </p14:cNvPr>
              <p14:cNvContentPartPr/>
              <p14:nvPr/>
            </p14:nvContentPartPr>
            <p14:xfrm>
              <a:off x="2583105" y="3377760"/>
              <a:ext cx="2391840" cy="398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C21B8C8-9EA5-15DF-BF90-E31994F7A3E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574105" y="3368760"/>
                <a:ext cx="2409480" cy="4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4093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3320ED-71D9-7968-584F-A75C9D908B07}"/>
                  </a:ext>
                </a:extLst>
              </p14:cNvPr>
              <p14:cNvContentPartPr/>
              <p14:nvPr/>
            </p14:nvContentPartPr>
            <p14:xfrm>
              <a:off x="783825" y="2653215"/>
              <a:ext cx="6064200" cy="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3320ED-71D9-7968-584F-A75C9D908B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825" y="2635215"/>
                <a:ext cx="6081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29A9BA-6160-F3C8-D833-08560348F940}"/>
                  </a:ext>
                </a:extLst>
              </p14:cNvPr>
              <p14:cNvContentPartPr/>
              <p14:nvPr/>
            </p14:nvContentPartPr>
            <p14:xfrm>
              <a:off x="6605385" y="2451255"/>
              <a:ext cx="394560" cy="29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29A9BA-6160-F3C8-D833-08560348F9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6385" y="2442615"/>
                <a:ext cx="4122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B57588-60E7-22F1-140F-C24F08A3F850}"/>
                  </a:ext>
                </a:extLst>
              </p14:cNvPr>
              <p14:cNvContentPartPr/>
              <p14:nvPr/>
            </p14:nvContentPartPr>
            <p14:xfrm>
              <a:off x="613185" y="2408055"/>
              <a:ext cx="456840" cy="28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B57588-60E7-22F1-140F-C24F08A3F8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4185" y="2399415"/>
                <a:ext cx="4744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18CBBA6-8CB1-8C8B-A7F2-41AECF4F7F7D}"/>
                  </a:ext>
                </a:extLst>
              </p14:cNvPr>
              <p14:cNvContentPartPr/>
              <p14:nvPr/>
            </p14:nvContentPartPr>
            <p14:xfrm>
              <a:off x="2872185" y="2579055"/>
              <a:ext cx="15120" cy="1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18CBBA6-8CB1-8C8B-A7F2-41AECF4F7F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3185" y="2570415"/>
                <a:ext cx="327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A3BBD95-47D3-78B1-99CC-BD4B9363D40B}"/>
              </a:ext>
            </a:extLst>
          </p:cNvPr>
          <p:cNvGrpSpPr/>
          <p:nvPr/>
        </p:nvGrpSpPr>
        <p:grpSpPr>
          <a:xfrm>
            <a:off x="4956945" y="2588415"/>
            <a:ext cx="1320480" cy="140040"/>
            <a:chOff x="4956945" y="2588415"/>
            <a:chExt cx="132048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E09544-86D3-2E2E-D52B-C149F7F0BDE6}"/>
                    </a:ext>
                  </a:extLst>
                </p14:cNvPr>
                <p14:cNvContentPartPr/>
                <p14:nvPr/>
              </p14:nvContentPartPr>
              <p14:xfrm>
                <a:off x="4977465" y="2604975"/>
                <a:ext cx="137520" cy="103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E09544-86D3-2E2E-D52B-C149F7F0BD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68825" y="2595975"/>
                  <a:ext cx="155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120C87-9152-C03A-65C2-B48870F1FF6B}"/>
                    </a:ext>
                  </a:extLst>
                </p14:cNvPr>
                <p14:cNvContentPartPr/>
                <p14:nvPr/>
              </p14:nvContentPartPr>
              <p14:xfrm>
                <a:off x="4956945" y="2588415"/>
                <a:ext cx="178560" cy="11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8120C87-9152-C03A-65C2-B48870F1FF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48305" y="2579775"/>
                  <a:ext cx="196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7AFCA8-81C2-DFBC-7340-8C00DD07B4E1}"/>
                    </a:ext>
                  </a:extLst>
                </p14:cNvPr>
                <p14:cNvContentPartPr/>
                <p14:nvPr/>
              </p14:nvContentPartPr>
              <p14:xfrm>
                <a:off x="5296425" y="2626575"/>
                <a:ext cx="161640" cy="57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7AFCA8-81C2-DFBC-7340-8C00DD07B4E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87785" y="2617575"/>
                  <a:ext cx="179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D72610-E39A-AA62-BD8E-6BB8507EF201}"/>
                    </a:ext>
                  </a:extLst>
                </p14:cNvPr>
                <p14:cNvContentPartPr/>
                <p14:nvPr/>
              </p14:nvContentPartPr>
              <p14:xfrm>
                <a:off x="5383185" y="2622615"/>
                <a:ext cx="127080" cy="6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D72610-E39A-AA62-BD8E-6BB8507EF2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74545" y="2613975"/>
                  <a:ext cx="144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94DE39-D3A6-574A-0F2F-AF5C681AF795}"/>
                    </a:ext>
                  </a:extLst>
                </p14:cNvPr>
                <p14:cNvContentPartPr/>
                <p14:nvPr/>
              </p14:nvContentPartPr>
              <p14:xfrm>
                <a:off x="5536545" y="2669775"/>
                <a:ext cx="182160" cy="1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94DE39-D3A6-574A-0F2F-AF5C681AF7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27545" y="2660775"/>
                  <a:ext cx="199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F3C0CA-B282-4D33-9E6C-17F458BE821E}"/>
                    </a:ext>
                  </a:extLst>
                </p14:cNvPr>
                <p14:cNvContentPartPr/>
                <p14:nvPr/>
              </p14:nvContentPartPr>
              <p14:xfrm>
                <a:off x="5742105" y="2642775"/>
                <a:ext cx="217440" cy="85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F3C0CA-B282-4D33-9E6C-17F458BE821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3465" y="2634135"/>
                  <a:ext cx="235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F1DC4C-244E-3098-D399-558AA747453E}"/>
                    </a:ext>
                  </a:extLst>
                </p14:cNvPr>
                <p14:cNvContentPartPr/>
                <p14:nvPr/>
              </p14:nvContentPartPr>
              <p14:xfrm>
                <a:off x="6081585" y="2616135"/>
                <a:ext cx="138600" cy="8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F1DC4C-244E-3098-D399-558AA74745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72945" y="2607495"/>
                  <a:ext cx="156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27CE1E-B8C4-9C77-0403-C7CF770FD971}"/>
                    </a:ext>
                  </a:extLst>
                </p14:cNvPr>
                <p14:cNvContentPartPr/>
                <p14:nvPr/>
              </p14:nvContentPartPr>
              <p14:xfrm>
                <a:off x="6059985" y="2640975"/>
                <a:ext cx="217440" cy="5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27CE1E-B8C4-9C77-0403-C7CF770FD97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51345" y="2631975"/>
                  <a:ext cx="2350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72CC07D-8B66-093E-1FE9-AABB2A70F04B}"/>
              </a:ext>
            </a:extLst>
          </p:cNvPr>
          <p:cNvGrpSpPr/>
          <p:nvPr/>
        </p:nvGrpSpPr>
        <p:grpSpPr>
          <a:xfrm>
            <a:off x="2038785" y="2568255"/>
            <a:ext cx="1066680" cy="178200"/>
            <a:chOff x="2038785" y="2568255"/>
            <a:chExt cx="106668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778CA1-9BBF-FF3E-3342-E9DAE59CE665}"/>
                    </a:ext>
                  </a:extLst>
                </p14:cNvPr>
                <p14:cNvContentPartPr/>
                <p14:nvPr/>
              </p14:nvContentPartPr>
              <p14:xfrm>
                <a:off x="2038785" y="2568255"/>
                <a:ext cx="266760" cy="92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778CA1-9BBF-FF3E-3342-E9DAE59CE6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9785" y="2559615"/>
                  <a:ext cx="284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3743C2-455B-404D-12B0-6DAB55F382AD}"/>
                    </a:ext>
                  </a:extLst>
                </p14:cNvPr>
                <p14:cNvContentPartPr/>
                <p14:nvPr/>
              </p14:nvContentPartPr>
              <p14:xfrm>
                <a:off x="2074425" y="2586255"/>
                <a:ext cx="161640" cy="128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3743C2-455B-404D-12B0-6DAB55F382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65425" y="2577615"/>
                  <a:ext cx="179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794D3A-D7E1-F303-67FA-4FD62FFBC0CA}"/>
                    </a:ext>
                  </a:extLst>
                </p14:cNvPr>
                <p14:cNvContentPartPr/>
                <p14:nvPr/>
              </p14:nvContentPartPr>
              <p14:xfrm>
                <a:off x="2373945" y="2615055"/>
                <a:ext cx="219960" cy="5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794D3A-D7E1-F303-67FA-4FD62FFBC0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64945" y="2606415"/>
                  <a:ext cx="237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030891-7A20-9872-0C50-19C94129A119}"/>
                    </a:ext>
                  </a:extLst>
                </p14:cNvPr>
                <p14:cNvContentPartPr/>
                <p14:nvPr/>
              </p14:nvContentPartPr>
              <p14:xfrm>
                <a:off x="2506425" y="2596695"/>
                <a:ext cx="115920" cy="90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030891-7A20-9872-0C50-19C94129A1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97425" y="2587695"/>
                  <a:ext cx="133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5E37F6-A706-0389-0833-C93C5AC43F21}"/>
                    </a:ext>
                  </a:extLst>
                </p14:cNvPr>
                <p14:cNvContentPartPr/>
                <p14:nvPr/>
              </p14:nvContentPartPr>
              <p14:xfrm>
                <a:off x="2624145" y="2649975"/>
                <a:ext cx="204840" cy="46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5E37F6-A706-0389-0833-C93C5AC43F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15505" y="2641335"/>
                  <a:ext cx="222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2F9CABA-49F0-603C-B467-5B2056FF883D}"/>
                    </a:ext>
                  </a:extLst>
                </p14:cNvPr>
                <p14:cNvContentPartPr/>
                <p14:nvPr/>
              </p14:nvContentPartPr>
              <p14:xfrm>
                <a:off x="2762385" y="2647815"/>
                <a:ext cx="109080" cy="91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2F9CABA-49F0-603C-B467-5B2056FF88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53745" y="2639175"/>
                  <a:ext cx="126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53FFD0-2239-9B62-94C6-47F1361FE703}"/>
                    </a:ext>
                  </a:extLst>
                </p14:cNvPr>
                <p14:cNvContentPartPr/>
                <p14:nvPr/>
              </p14:nvContentPartPr>
              <p14:xfrm>
                <a:off x="2787585" y="2625855"/>
                <a:ext cx="192240" cy="87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53FFD0-2239-9B62-94C6-47F1361FE7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78945" y="2617215"/>
                  <a:ext cx="209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1A9CA9-4945-98D6-4914-3E043BD2DDEB}"/>
                    </a:ext>
                  </a:extLst>
                </p14:cNvPr>
                <p14:cNvContentPartPr/>
                <p14:nvPr/>
              </p14:nvContentPartPr>
              <p14:xfrm>
                <a:off x="2905305" y="2636655"/>
                <a:ext cx="72360" cy="10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1A9CA9-4945-98D6-4914-3E043BD2DD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96305" y="2628015"/>
                  <a:ext cx="90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3488C9-1519-525D-D905-0DFDC54C4080}"/>
                    </a:ext>
                  </a:extLst>
                </p14:cNvPr>
                <p14:cNvContentPartPr/>
                <p14:nvPr/>
              </p14:nvContentPartPr>
              <p14:xfrm>
                <a:off x="2913225" y="2624415"/>
                <a:ext cx="192240" cy="93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3488C9-1519-525D-D905-0DFDC54C40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04585" y="2615415"/>
                  <a:ext cx="2098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761FA59-9BB4-A77A-0923-2BDE69294800}"/>
              </a:ext>
            </a:extLst>
          </p:cNvPr>
          <p:cNvGrpSpPr/>
          <p:nvPr/>
        </p:nvGrpSpPr>
        <p:grpSpPr>
          <a:xfrm>
            <a:off x="525705" y="2853735"/>
            <a:ext cx="525960" cy="293400"/>
            <a:chOff x="525705" y="2853735"/>
            <a:chExt cx="52596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F2B20A1-ED47-52F3-A98B-D1BD264461A8}"/>
                    </a:ext>
                  </a:extLst>
                </p14:cNvPr>
                <p14:cNvContentPartPr/>
                <p14:nvPr/>
              </p14:nvContentPartPr>
              <p14:xfrm>
                <a:off x="547305" y="2966775"/>
                <a:ext cx="397080" cy="10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F2B20A1-ED47-52F3-A98B-D1BD264461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1185" y="2960655"/>
                  <a:ext cx="409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DA20A96-9276-2C6C-10F3-49248CA3B685}"/>
                    </a:ext>
                  </a:extLst>
                </p14:cNvPr>
                <p14:cNvContentPartPr/>
                <p14:nvPr/>
              </p14:nvContentPartPr>
              <p14:xfrm>
                <a:off x="525705" y="2873175"/>
                <a:ext cx="458640" cy="273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DA20A96-9276-2C6C-10F3-49248CA3B6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9585" y="2867055"/>
                  <a:ext cx="470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60306C-7DE6-636B-9DC2-C20650AA4E99}"/>
                    </a:ext>
                  </a:extLst>
                </p14:cNvPr>
                <p14:cNvContentPartPr/>
                <p14:nvPr/>
              </p14:nvContentPartPr>
              <p14:xfrm>
                <a:off x="926745" y="2853735"/>
                <a:ext cx="124920" cy="12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60306C-7DE6-636B-9DC2-C20650AA4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0625" y="2847615"/>
                  <a:ext cx="13716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4F95D40-2DD8-9E0D-DCED-0A2820935B09}"/>
                  </a:ext>
                </a:extLst>
              </p14:cNvPr>
              <p14:cNvContentPartPr/>
              <p14:nvPr/>
            </p14:nvContentPartPr>
            <p14:xfrm>
              <a:off x="8042865" y="2760135"/>
              <a:ext cx="720" cy="2583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4F95D40-2DD8-9E0D-DCED-0A2820935B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030625" y="2754015"/>
                <a:ext cx="25200" cy="259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659A2D3-FEC0-7229-4558-586330452F44}"/>
                  </a:ext>
                </a:extLst>
              </p14:cNvPr>
              <p14:cNvContentPartPr/>
              <p14:nvPr/>
            </p14:nvContentPartPr>
            <p14:xfrm>
              <a:off x="8050785" y="5344215"/>
              <a:ext cx="3481920" cy="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659A2D3-FEC0-7229-4558-586330452F4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44665" y="5331975"/>
                <a:ext cx="34941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5FADA672-3652-3163-1A95-C9EE5156AD13}"/>
              </a:ext>
            </a:extLst>
          </p:cNvPr>
          <p:cNvGrpSpPr/>
          <p:nvPr/>
        </p:nvGrpSpPr>
        <p:grpSpPr>
          <a:xfrm>
            <a:off x="8696985" y="5223615"/>
            <a:ext cx="1026720" cy="218520"/>
            <a:chOff x="8696985" y="5223615"/>
            <a:chExt cx="10267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F5A1398-5C99-AEED-C332-D27DD2984F50}"/>
                    </a:ext>
                  </a:extLst>
                </p14:cNvPr>
                <p14:cNvContentPartPr/>
                <p14:nvPr/>
              </p14:nvContentPartPr>
              <p14:xfrm>
                <a:off x="8742705" y="5223615"/>
                <a:ext cx="106560" cy="154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F5A1398-5C99-AEED-C332-D27DD2984F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34065" y="5214615"/>
                  <a:ext cx="124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E5391E-2F50-5CF3-288B-A644F59328D0}"/>
                    </a:ext>
                  </a:extLst>
                </p14:cNvPr>
                <p14:cNvContentPartPr/>
                <p14:nvPr/>
              </p14:nvContentPartPr>
              <p14:xfrm>
                <a:off x="8696985" y="5253855"/>
                <a:ext cx="162720" cy="12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E5391E-2F50-5CF3-288B-A644F59328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87985" y="5244855"/>
                  <a:ext cx="180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A75FC0-43EC-4606-27B7-78AB29F1DA8C}"/>
                    </a:ext>
                  </a:extLst>
                </p14:cNvPr>
                <p14:cNvContentPartPr/>
                <p14:nvPr/>
              </p14:nvContentPartPr>
              <p14:xfrm>
                <a:off x="8984985" y="5307135"/>
                <a:ext cx="190080" cy="91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A75FC0-43EC-4606-27B7-78AB29F1DA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75985" y="5298495"/>
                  <a:ext cx="207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74E52F-7157-F1D4-E8D5-D9CCAB3D130C}"/>
                    </a:ext>
                  </a:extLst>
                </p14:cNvPr>
                <p14:cNvContentPartPr/>
                <p14:nvPr/>
              </p14:nvContentPartPr>
              <p14:xfrm>
                <a:off x="9035385" y="5333055"/>
                <a:ext cx="170640" cy="84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74E52F-7157-F1D4-E8D5-D9CCAB3D13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26385" y="5324055"/>
                  <a:ext cx="188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044929B-28E1-1B87-EE69-1304EB5D0016}"/>
                    </a:ext>
                  </a:extLst>
                </p14:cNvPr>
                <p14:cNvContentPartPr/>
                <p14:nvPr/>
              </p14:nvContentPartPr>
              <p14:xfrm>
                <a:off x="9242025" y="5317575"/>
                <a:ext cx="149040" cy="79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044929B-28E1-1B87-EE69-1304EB5D00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33385" y="5308575"/>
                  <a:ext cx="166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DF2A9E-BA15-77DB-096A-74B0EC787185}"/>
                    </a:ext>
                  </a:extLst>
                </p14:cNvPr>
                <p14:cNvContentPartPr/>
                <p14:nvPr/>
              </p14:nvContentPartPr>
              <p14:xfrm>
                <a:off x="9421665" y="5380215"/>
                <a:ext cx="177480" cy="61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DF2A9E-BA15-77DB-096A-74B0EC7871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12665" y="5371575"/>
                  <a:ext cx="195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6E8427-56F2-9205-93FE-19067091E1DD}"/>
                    </a:ext>
                  </a:extLst>
                </p14:cNvPr>
                <p14:cNvContentPartPr/>
                <p14:nvPr/>
              </p14:nvContentPartPr>
              <p14:xfrm>
                <a:off x="9596625" y="5289855"/>
                <a:ext cx="127080" cy="101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6E8427-56F2-9205-93FE-19067091E1D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7625" y="5280855"/>
                  <a:ext cx="1447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95915F-3847-D601-3213-3F0B2AE7EBBF}"/>
              </a:ext>
            </a:extLst>
          </p:cNvPr>
          <p:cNvGrpSpPr/>
          <p:nvPr/>
        </p:nvGrpSpPr>
        <p:grpSpPr>
          <a:xfrm>
            <a:off x="10775985" y="5334135"/>
            <a:ext cx="702360" cy="101160"/>
            <a:chOff x="10775985" y="5334135"/>
            <a:chExt cx="70236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2DD57C-02AD-DEF3-3295-7E82F91CDECC}"/>
                    </a:ext>
                  </a:extLst>
                </p14:cNvPr>
                <p14:cNvContentPartPr/>
                <p14:nvPr/>
              </p14:nvContentPartPr>
              <p14:xfrm>
                <a:off x="10775985" y="5339175"/>
                <a:ext cx="179280" cy="87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2DD57C-02AD-DEF3-3295-7E82F91CDEC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67345" y="5330175"/>
                  <a:ext cx="196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CD003B-4BF9-9155-7D87-5EEDD8877CDF}"/>
                    </a:ext>
                  </a:extLst>
                </p14:cNvPr>
                <p14:cNvContentPartPr/>
                <p14:nvPr/>
              </p14:nvContentPartPr>
              <p14:xfrm>
                <a:off x="11050305" y="5365815"/>
                <a:ext cx="118080" cy="20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CD003B-4BF9-9155-7D87-5EEDD8877C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41665" y="5357175"/>
                  <a:ext cx="135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48FC0D-C7B7-E2E1-CE94-60E446A4ED02}"/>
                    </a:ext>
                  </a:extLst>
                </p14:cNvPr>
                <p14:cNvContentPartPr/>
                <p14:nvPr/>
              </p14:nvContentPartPr>
              <p14:xfrm>
                <a:off x="11166945" y="5334135"/>
                <a:ext cx="65520" cy="82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48FC0D-C7B7-E2E1-CE94-60E446A4ED0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57945" y="5325135"/>
                  <a:ext cx="83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DE96E02-469F-FA96-29DC-D977024C4599}"/>
                    </a:ext>
                  </a:extLst>
                </p14:cNvPr>
                <p14:cNvContentPartPr/>
                <p14:nvPr/>
              </p14:nvContentPartPr>
              <p14:xfrm>
                <a:off x="11210505" y="5359335"/>
                <a:ext cx="253080" cy="5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DE96E02-469F-FA96-29DC-D977024C45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01505" y="5350335"/>
                  <a:ext cx="270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31429B-0FCD-424F-18FD-FCA6C268AC63}"/>
                    </a:ext>
                  </a:extLst>
                </p14:cNvPr>
                <p14:cNvContentPartPr/>
                <p14:nvPr/>
              </p14:nvContentPartPr>
              <p14:xfrm>
                <a:off x="11364585" y="5352495"/>
                <a:ext cx="113760" cy="82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31429B-0FCD-424F-18FD-FCA6C268AC6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55945" y="5343855"/>
                  <a:ext cx="1314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ABD4FD4-7863-F77F-9999-7BB7CF0D7856}"/>
              </a:ext>
            </a:extLst>
          </p:cNvPr>
          <p:cNvGrpSpPr/>
          <p:nvPr/>
        </p:nvGrpSpPr>
        <p:grpSpPr>
          <a:xfrm>
            <a:off x="9843225" y="5256735"/>
            <a:ext cx="1016280" cy="205200"/>
            <a:chOff x="9843225" y="5256735"/>
            <a:chExt cx="101628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2DA012-E6DC-A2A9-4127-8AD0A58F98EF}"/>
                    </a:ext>
                  </a:extLst>
                </p14:cNvPr>
                <p14:cNvContentPartPr/>
                <p14:nvPr/>
              </p14:nvContentPartPr>
              <p14:xfrm>
                <a:off x="9895785" y="5282655"/>
                <a:ext cx="15120" cy="18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2DA012-E6DC-A2A9-4127-8AD0A58F98E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89665" y="5276535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E6F51DB-58B8-B082-DAF8-2C260A56A56B}"/>
                    </a:ext>
                  </a:extLst>
                </p14:cNvPr>
                <p14:cNvContentPartPr/>
                <p14:nvPr/>
              </p14:nvContentPartPr>
              <p14:xfrm>
                <a:off x="9865185" y="5275815"/>
                <a:ext cx="153360" cy="128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E6F51DB-58B8-B082-DAF8-2C260A56A5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59065" y="5269695"/>
                  <a:ext cx="165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161455-0F14-9A93-DF12-7FBB0F44FA19}"/>
                    </a:ext>
                  </a:extLst>
                </p14:cNvPr>
                <p14:cNvContentPartPr/>
                <p14:nvPr/>
              </p14:nvContentPartPr>
              <p14:xfrm>
                <a:off x="9843225" y="5256735"/>
                <a:ext cx="183240" cy="133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161455-0F14-9A93-DF12-7FBB0F44FA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37105" y="5250615"/>
                  <a:ext cx="195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18FFD85-433F-30F6-E7AF-018F543B2D3B}"/>
                    </a:ext>
                  </a:extLst>
                </p14:cNvPr>
                <p14:cNvContentPartPr/>
                <p14:nvPr/>
              </p14:nvContentPartPr>
              <p14:xfrm>
                <a:off x="10148145" y="5277255"/>
                <a:ext cx="216720" cy="126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18FFD85-433F-30F6-E7AF-018F543B2D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42025" y="5271135"/>
                  <a:ext cx="228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75D0694-ED04-253E-53E5-FFCB543C2582}"/>
                    </a:ext>
                  </a:extLst>
                </p14:cNvPr>
                <p14:cNvContentPartPr/>
                <p14:nvPr/>
              </p14:nvContentPartPr>
              <p14:xfrm>
                <a:off x="10374945" y="5308215"/>
                <a:ext cx="171720" cy="92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75D0694-ED04-253E-53E5-FFCB543C25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68825" y="5302095"/>
                  <a:ext cx="183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28A6494-A234-64FE-552A-1724208F9EBB}"/>
                    </a:ext>
                  </a:extLst>
                </p14:cNvPr>
                <p14:cNvContentPartPr/>
                <p14:nvPr/>
              </p14:nvContentPartPr>
              <p14:xfrm>
                <a:off x="10354425" y="5308575"/>
                <a:ext cx="299880" cy="153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28A6494-A234-64FE-552A-1724208F9E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48305" y="5302455"/>
                  <a:ext cx="31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A9D351-9E51-CB74-42E1-C970D13212BE}"/>
                    </a:ext>
                  </a:extLst>
                </p14:cNvPr>
                <p14:cNvContentPartPr/>
                <p14:nvPr/>
              </p14:nvContentPartPr>
              <p14:xfrm>
                <a:off x="10655025" y="5294535"/>
                <a:ext cx="204480" cy="95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A9D351-9E51-CB74-42E1-C970D13212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48905" y="5288415"/>
                  <a:ext cx="21672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391BB80-33AB-285D-64E1-ADC871F428AB}"/>
                  </a:ext>
                </a:extLst>
              </p14:cNvPr>
              <p14:cNvContentPartPr/>
              <p14:nvPr/>
            </p14:nvContentPartPr>
            <p14:xfrm>
              <a:off x="8810025" y="5286615"/>
              <a:ext cx="26640" cy="331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391BB80-33AB-285D-64E1-ADC871F428A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03905" y="5280495"/>
                <a:ext cx="38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4290D8E5-896E-7D3C-F9B8-9123BFF0140E}"/>
                  </a:ext>
                </a:extLst>
              </p14:cNvPr>
              <p14:cNvContentPartPr/>
              <p14:nvPr/>
            </p14:nvContentPartPr>
            <p14:xfrm>
              <a:off x="7228185" y="2136615"/>
              <a:ext cx="4487760" cy="20318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4290D8E5-896E-7D3C-F9B8-9123BFF0140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222065" y="2130495"/>
                <a:ext cx="4500000" cy="20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4181E44-B398-0395-5906-8427F6CCE854}"/>
              </a:ext>
            </a:extLst>
          </p:cNvPr>
          <p:cNvGrpSpPr/>
          <p:nvPr/>
        </p:nvGrpSpPr>
        <p:grpSpPr>
          <a:xfrm>
            <a:off x="4214625" y="5108055"/>
            <a:ext cx="396360" cy="685080"/>
            <a:chOff x="4214625" y="5108055"/>
            <a:chExt cx="39636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FC6F30-685E-8714-DD1D-3045547142AD}"/>
                    </a:ext>
                  </a:extLst>
                </p14:cNvPr>
                <p14:cNvContentPartPr/>
                <p14:nvPr/>
              </p14:nvContentPartPr>
              <p14:xfrm>
                <a:off x="4214625" y="5108055"/>
                <a:ext cx="385920" cy="685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FC6F30-685E-8714-DD1D-3045547142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08505" y="5101935"/>
                  <a:ext cx="3981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60AB363-C92A-37CF-9F94-471618085595}"/>
                    </a:ext>
                  </a:extLst>
                </p14:cNvPr>
                <p14:cNvContentPartPr/>
                <p14:nvPr/>
              </p14:nvContentPartPr>
              <p14:xfrm>
                <a:off x="4277985" y="5415135"/>
                <a:ext cx="333000" cy="106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60AB363-C92A-37CF-9F94-47161808559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71865" y="5409015"/>
                  <a:ext cx="3452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9FE6B9C-91BF-ED51-9424-65EEE8D57407}"/>
              </a:ext>
            </a:extLst>
          </p:cNvPr>
          <p:cNvGrpSpPr/>
          <p:nvPr/>
        </p:nvGrpSpPr>
        <p:grpSpPr>
          <a:xfrm>
            <a:off x="4942905" y="4897815"/>
            <a:ext cx="1660320" cy="654120"/>
            <a:chOff x="4942905" y="4897815"/>
            <a:chExt cx="1660320" cy="65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87EA307-3A27-B8BD-2A91-2B1DC494499C}"/>
                    </a:ext>
                  </a:extLst>
                </p14:cNvPr>
                <p14:cNvContentPartPr/>
                <p14:nvPr/>
              </p14:nvContentPartPr>
              <p14:xfrm>
                <a:off x="4942905" y="5128935"/>
                <a:ext cx="400680" cy="423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87EA307-3A27-B8BD-2A91-2B1DC494499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6785" y="5122815"/>
                  <a:ext cx="4129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4699ADE-E9BB-7C46-B070-0C0940A84B31}"/>
                    </a:ext>
                  </a:extLst>
                </p14:cNvPr>
                <p14:cNvContentPartPr/>
                <p14:nvPr/>
              </p14:nvContentPartPr>
              <p14:xfrm>
                <a:off x="5331345" y="5142615"/>
                <a:ext cx="244440" cy="322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4699ADE-E9BB-7C46-B070-0C0940A84B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25225" y="5136495"/>
                  <a:ext cx="256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4683612-A879-98CF-5E72-1F15241FAAC7}"/>
                    </a:ext>
                  </a:extLst>
                </p14:cNvPr>
                <p14:cNvContentPartPr/>
                <p14:nvPr/>
              </p14:nvContentPartPr>
              <p14:xfrm>
                <a:off x="5618985" y="5087175"/>
                <a:ext cx="255960" cy="306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4683612-A879-98CF-5E72-1F15241FAAC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12865" y="5081055"/>
                  <a:ext cx="268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D20EF3E-DAB2-9C68-2DD6-66EDF7F50103}"/>
                    </a:ext>
                  </a:extLst>
                </p14:cNvPr>
                <p14:cNvContentPartPr/>
                <p14:nvPr/>
              </p14:nvContentPartPr>
              <p14:xfrm>
                <a:off x="5879265" y="5004735"/>
                <a:ext cx="267840" cy="154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D20EF3E-DAB2-9C68-2DD6-66EDF7F501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73145" y="4998615"/>
                  <a:ext cx="280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84F3ADE-7CBB-D0B2-D8A9-83F05A9D10CA}"/>
                    </a:ext>
                  </a:extLst>
                </p14:cNvPr>
                <p14:cNvContentPartPr/>
                <p14:nvPr/>
              </p14:nvContentPartPr>
              <p14:xfrm>
                <a:off x="6314865" y="5014455"/>
                <a:ext cx="50760" cy="310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84F3ADE-7CBB-D0B2-D8A9-83F05A9D10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08745" y="5008335"/>
                  <a:ext cx="63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BF7A626-B955-4EF5-E9EA-D3E9CDDAEA66}"/>
                    </a:ext>
                  </a:extLst>
                </p14:cNvPr>
                <p14:cNvContentPartPr/>
                <p14:nvPr/>
              </p14:nvContentPartPr>
              <p14:xfrm>
                <a:off x="6059985" y="4948215"/>
                <a:ext cx="215280" cy="229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BF7A626-B955-4EF5-E9EA-D3E9CDDAEA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53865" y="4942095"/>
                  <a:ext cx="227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21556CC-A372-12D1-8C43-C7667A0650D8}"/>
                    </a:ext>
                  </a:extLst>
                </p14:cNvPr>
                <p14:cNvContentPartPr/>
                <p14:nvPr/>
              </p14:nvContentPartPr>
              <p14:xfrm>
                <a:off x="6359505" y="4897815"/>
                <a:ext cx="150120" cy="152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21556CC-A372-12D1-8C43-C7667A0650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53385" y="4891695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2405CAC-A3B4-7D80-33E6-95E38246AA44}"/>
                    </a:ext>
                  </a:extLst>
                </p14:cNvPr>
                <p14:cNvContentPartPr/>
                <p14:nvPr/>
              </p14:nvContentPartPr>
              <p14:xfrm>
                <a:off x="6571905" y="4992495"/>
                <a:ext cx="31320" cy="20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2405CAC-A3B4-7D80-33E6-95E38246AA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65785" y="4986375"/>
                  <a:ext cx="43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7B0FFB5-387D-DB90-E682-27ED4BC3E5D5}"/>
              </a:ext>
            </a:extLst>
          </p:cNvPr>
          <p:cNvGrpSpPr/>
          <p:nvPr/>
        </p:nvGrpSpPr>
        <p:grpSpPr>
          <a:xfrm>
            <a:off x="2094945" y="395295"/>
            <a:ext cx="8758080" cy="4211640"/>
            <a:chOff x="2094945" y="395295"/>
            <a:chExt cx="8758080" cy="42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592327-2F99-5BFB-8B77-B279E98B7B14}"/>
                    </a:ext>
                  </a:extLst>
                </p14:cNvPr>
                <p14:cNvContentPartPr/>
                <p14:nvPr/>
              </p14:nvContentPartPr>
              <p14:xfrm>
                <a:off x="3188625" y="2620815"/>
                <a:ext cx="200520" cy="129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592327-2F99-5BFB-8B77-B279E98B7B1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82505" y="2614695"/>
                  <a:ext cx="212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9DF659-7287-91E9-0131-C8859DCBDD39}"/>
                    </a:ext>
                  </a:extLst>
                </p14:cNvPr>
                <p14:cNvContentPartPr/>
                <p14:nvPr/>
              </p14:nvContentPartPr>
              <p14:xfrm>
                <a:off x="3248385" y="2587335"/>
                <a:ext cx="200520" cy="12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9DF659-7287-91E9-0131-C8859DCBDD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42265" y="2581215"/>
                  <a:ext cx="212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71BA56-6F4D-6ECA-E7F2-C973CCE5574F}"/>
                    </a:ext>
                  </a:extLst>
                </p14:cNvPr>
                <p14:cNvContentPartPr/>
                <p14:nvPr/>
              </p14:nvContentPartPr>
              <p14:xfrm>
                <a:off x="3612705" y="2585175"/>
                <a:ext cx="145440" cy="84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71BA56-6F4D-6ECA-E7F2-C973CCE557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06585" y="2579055"/>
                  <a:ext cx="157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06392D-7DF7-D022-9834-536FB5C5F72D}"/>
                    </a:ext>
                  </a:extLst>
                </p14:cNvPr>
                <p14:cNvContentPartPr/>
                <p14:nvPr/>
              </p14:nvContentPartPr>
              <p14:xfrm>
                <a:off x="3728265" y="2548095"/>
                <a:ext cx="164880" cy="12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06392D-7DF7-D022-9834-536FB5C5F72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22145" y="2541975"/>
                  <a:ext cx="177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0FD784-4464-7A55-DC07-40B4FD7DDE7E}"/>
                    </a:ext>
                  </a:extLst>
                </p14:cNvPr>
                <p14:cNvContentPartPr/>
                <p14:nvPr/>
              </p14:nvContentPartPr>
              <p14:xfrm>
                <a:off x="3920145" y="2626575"/>
                <a:ext cx="201600" cy="9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0FD784-4464-7A55-DC07-40B4FD7DDE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14025" y="2620455"/>
                  <a:ext cx="213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9FFEACE-F03D-C95D-FDA0-FA97B0BDF6EB}"/>
                    </a:ext>
                  </a:extLst>
                </p14:cNvPr>
                <p14:cNvContentPartPr/>
                <p14:nvPr/>
              </p14:nvContentPartPr>
              <p14:xfrm>
                <a:off x="4063065" y="2594535"/>
                <a:ext cx="216360" cy="16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9FFEACE-F03D-C95D-FDA0-FA97B0BDF6E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56945" y="2588415"/>
                  <a:ext cx="228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D81FBB-07A6-4096-7F31-4913F137545A}"/>
                    </a:ext>
                  </a:extLst>
                </p14:cNvPr>
                <p14:cNvContentPartPr/>
                <p14:nvPr/>
              </p14:nvContentPartPr>
              <p14:xfrm>
                <a:off x="4151265" y="2605695"/>
                <a:ext cx="311400" cy="104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D81FBB-07A6-4096-7F31-4913F137545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5145" y="2599575"/>
                  <a:ext cx="323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021649-C020-2942-E166-82B88377DD0D}"/>
                    </a:ext>
                  </a:extLst>
                </p14:cNvPr>
                <p14:cNvContentPartPr/>
                <p14:nvPr/>
              </p14:nvContentPartPr>
              <p14:xfrm>
                <a:off x="4420905" y="2620815"/>
                <a:ext cx="264240" cy="9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021649-C020-2942-E166-82B88377DD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14785" y="2614695"/>
                  <a:ext cx="276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1488BC-4D02-A217-DE39-8AE2C7383E08}"/>
                    </a:ext>
                  </a:extLst>
                </p14:cNvPr>
                <p14:cNvContentPartPr/>
                <p14:nvPr/>
              </p14:nvContentPartPr>
              <p14:xfrm>
                <a:off x="4608465" y="2540175"/>
                <a:ext cx="271080" cy="177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1488BC-4D02-A217-DE39-8AE2C7383E0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02345" y="2534055"/>
                  <a:ext cx="283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F035DC-C50C-BD87-B55D-28FB9A0A4FEC}"/>
                    </a:ext>
                  </a:extLst>
                </p14:cNvPr>
                <p14:cNvContentPartPr/>
                <p14:nvPr/>
              </p14:nvContentPartPr>
              <p14:xfrm>
                <a:off x="3202665" y="2590575"/>
                <a:ext cx="191160" cy="15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F035DC-C50C-BD87-B55D-28FB9A0A4FE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96545" y="2584455"/>
                  <a:ext cx="203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EE22C82-12EA-1F0D-5F68-3BD70F051F06}"/>
                    </a:ext>
                  </a:extLst>
                </p14:cNvPr>
                <p14:cNvContentPartPr/>
                <p14:nvPr/>
              </p14:nvContentPartPr>
              <p14:xfrm>
                <a:off x="3282585" y="2533695"/>
                <a:ext cx="217440" cy="19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EE22C82-12EA-1F0D-5F68-3BD70F051F0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76465" y="2527575"/>
                  <a:ext cx="229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4EA1BE-05A7-386F-E375-4192CAAC8C1E}"/>
                    </a:ext>
                  </a:extLst>
                </p14:cNvPr>
                <p14:cNvContentPartPr/>
                <p14:nvPr/>
              </p14:nvContentPartPr>
              <p14:xfrm>
                <a:off x="3633585" y="2519295"/>
                <a:ext cx="813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4EA1BE-05A7-386F-E375-4192CAAC8C1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27465" y="2513175"/>
                  <a:ext cx="93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F2CC85-B372-CE3A-3AE9-226A74110833}"/>
                    </a:ext>
                  </a:extLst>
                </p14:cNvPr>
                <p14:cNvContentPartPr/>
                <p14:nvPr/>
              </p14:nvContentPartPr>
              <p14:xfrm>
                <a:off x="3556905" y="2607855"/>
                <a:ext cx="37080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F2CC85-B372-CE3A-3AE9-226A741108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50785" y="2601735"/>
                  <a:ext cx="383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153B673-7CE7-9D65-7D05-26E3EC5A6FD6}"/>
                    </a:ext>
                  </a:extLst>
                </p14:cNvPr>
                <p14:cNvContentPartPr/>
                <p14:nvPr/>
              </p14:nvContentPartPr>
              <p14:xfrm>
                <a:off x="3659865" y="2565735"/>
                <a:ext cx="297720" cy="169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153B673-7CE7-9D65-7D05-26E3EC5A6F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53745" y="2559615"/>
                  <a:ext cx="309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D21D50-CE16-6A92-4C24-60CFFFC23BEB}"/>
                    </a:ext>
                  </a:extLst>
                </p14:cNvPr>
                <p14:cNvContentPartPr/>
                <p14:nvPr/>
              </p14:nvContentPartPr>
              <p14:xfrm>
                <a:off x="3891345" y="2571495"/>
                <a:ext cx="218880" cy="219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D21D50-CE16-6A92-4C24-60CFFFC23BE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85225" y="2565375"/>
                  <a:ext cx="231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608741-E155-F042-10ED-168285417AA7}"/>
                    </a:ext>
                  </a:extLst>
                </p14:cNvPr>
                <p14:cNvContentPartPr/>
                <p14:nvPr/>
              </p14:nvContentPartPr>
              <p14:xfrm>
                <a:off x="3995745" y="2598495"/>
                <a:ext cx="156960" cy="12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608741-E155-F042-10ED-168285417A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89625" y="2592375"/>
                  <a:ext cx="169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9D31FC-6508-1C82-58BB-7CB4C1763688}"/>
                    </a:ext>
                  </a:extLst>
                </p14:cNvPr>
                <p14:cNvContentPartPr/>
                <p14:nvPr/>
              </p14:nvContentPartPr>
              <p14:xfrm>
                <a:off x="4281585" y="2549175"/>
                <a:ext cx="230040" cy="18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C9D31FC-6508-1C82-58BB-7CB4C17636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75465" y="2543055"/>
                  <a:ext cx="242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AD03C6-73FB-2D49-6ACF-AE37B7E71034}"/>
                    </a:ext>
                  </a:extLst>
                </p14:cNvPr>
                <p14:cNvContentPartPr/>
                <p14:nvPr/>
              </p14:nvContentPartPr>
              <p14:xfrm>
                <a:off x="4312185" y="2566815"/>
                <a:ext cx="207360" cy="168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AD03C6-73FB-2D49-6ACF-AE37B7E7103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06065" y="2560695"/>
                  <a:ext cx="219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B507634-AF54-6CE2-6735-65BA8DE1B424}"/>
                    </a:ext>
                  </a:extLst>
                </p14:cNvPr>
                <p14:cNvContentPartPr/>
                <p14:nvPr/>
              </p14:nvContentPartPr>
              <p14:xfrm>
                <a:off x="4556625" y="2554935"/>
                <a:ext cx="204120" cy="180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B507634-AF54-6CE2-6735-65BA8DE1B4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50505" y="2548815"/>
                  <a:ext cx="216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F9EA33-4116-8888-3AE4-8562225EA8EE}"/>
                    </a:ext>
                  </a:extLst>
                </p14:cNvPr>
                <p14:cNvContentPartPr/>
                <p14:nvPr/>
              </p14:nvContentPartPr>
              <p14:xfrm>
                <a:off x="4630065" y="2596695"/>
                <a:ext cx="209520" cy="149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F9EA33-4116-8888-3AE4-8562225EA8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3945" y="2590575"/>
                  <a:ext cx="221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071F0F-271C-723A-EF1E-DAB875667CCD}"/>
                    </a:ext>
                  </a:extLst>
                </p14:cNvPr>
                <p14:cNvContentPartPr/>
                <p14:nvPr/>
              </p14:nvContentPartPr>
              <p14:xfrm>
                <a:off x="5918145" y="434895"/>
                <a:ext cx="348120" cy="69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071F0F-271C-723A-EF1E-DAB875667CC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12025" y="428775"/>
                  <a:ext cx="36036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87842A-DFB0-EAD9-7A1E-7452A97538FE}"/>
                    </a:ext>
                  </a:extLst>
                </p14:cNvPr>
                <p14:cNvContentPartPr/>
                <p14:nvPr/>
              </p14:nvContentPartPr>
              <p14:xfrm>
                <a:off x="6508185" y="616335"/>
                <a:ext cx="466560" cy="488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87842A-DFB0-EAD9-7A1E-7452A97538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02065" y="610215"/>
                  <a:ext cx="4788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14FFD4-739F-FEAA-D315-30B5175F8958}"/>
                    </a:ext>
                  </a:extLst>
                </p14:cNvPr>
                <p14:cNvContentPartPr/>
                <p14:nvPr/>
              </p14:nvContentPartPr>
              <p14:xfrm>
                <a:off x="7076625" y="586455"/>
                <a:ext cx="90000" cy="343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14FFD4-739F-FEAA-D315-30B5175F89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70505" y="580335"/>
                  <a:ext cx="102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BED29AB-FF94-72B3-EEA8-375F6FB7D77A}"/>
                    </a:ext>
                  </a:extLst>
                </p14:cNvPr>
                <p14:cNvContentPartPr/>
                <p14:nvPr/>
              </p14:nvContentPartPr>
              <p14:xfrm>
                <a:off x="7222425" y="415815"/>
                <a:ext cx="382680" cy="613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BED29AB-FF94-72B3-EEA8-375F6FB7D7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16305" y="409695"/>
                  <a:ext cx="39492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0C3563-AF80-2552-5867-37A5ABA7C32A}"/>
                    </a:ext>
                  </a:extLst>
                </p14:cNvPr>
                <p14:cNvContentPartPr/>
                <p14:nvPr/>
              </p14:nvContentPartPr>
              <p14:xfrm>
                <a:off x="8510145" y="395295"/>
                <a:ext cx="462600" cy="551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0C3563-AF80-2552-5867-37A5ABA7C32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04025" y="389175"/>
                  <a:ext cx="4748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58030EA-BEC0-663C-6277-E4B0A9817CFA}"/>
                    </a:ext>
                  </a:extLst>
                </p14:cNvPr>
                <p14:cNvContentPartPr/>
                <p14:nvPr/>
              </p14:nvContentPartPr>
              <p14:xfrm>
                <a:off x="9203505" y="662775"/>
                <a:ext cx="215640" cy="28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58030EA-BEC0-663C-6277-E4B0A9817CF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97385" y="656655"/>
                  <a:ext cx="227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A70B3CF-0A52-89DF-8191-4F87B647C21C}"/>
                    </a:ext>
                  </a:extLst>
                </p14:cNvPr>
                <p14:cNvContentPartPr/>
                <p14:nvPr/>
              </p14:nvContentPartPr>
              <p14:xfrm>
                <a:off x="9442185" y="578175"/>
                <a:ext cx="320400" cy="33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A70B3CF-0A52-89DF-8191-4F87B647C2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36065" y="572055"/>
                  <a:ext cx="3326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7B7CDA-9127-BE46-8EAA-4CCC7E92D5A7}"/>
                    </a:ext>
                  </a:extLst>
                </p14:cNvPr>
                <p14:cNvContentPartPr/>
                <p14:nvPr/>
              </p14:nvContentPartPr>
              <p14:xfrm>
                <a:off x="9851505" y="593655"/>
                <a:ext cx="265680" cy="252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7B7CDA-9127-BE46-8EAA-4CCC7E92D5A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845385" y="587535"/>
                  <a:ext cx="277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EDF55E-29DA-BD18-B323-218FA536BC19}"/>
                    </a:ext>
                  </a:extLst>
                </p14:cNvPr>
                <p14:cNvContentPartPr/>
                <p14:nvPr/>
              </p14:nvContentPartPr>
              <p14:xfrm>
                <a:off x="10282785" y="476655"/>
                <a:ext cx="337320" cy="369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EDF55E-29DA-BD18-B323-218FA536BC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76665" y="470535"/>
                  <a:ext cx="349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CB1F69-2D48-A08F-5992-DB7529CBB16C}"/>
                    </a:ext>
                  </a:extLst>
                </p14:cNvPr>
                <p14:cNvContentPartPr/>
                <p14:nvPr/>
              </p14:nvContentPartPr>
              <p14:xfrm>
                <a:off x="10822785" y="635775"/>
                <a:ext cx="30240" cy="67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CB1F69-2D48-A08F-5992-DB7529CBB16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16665" y="629655"/>
                  <a:ext cx="42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F101E4-9C35-56AC-D2B5-B0B658F8BB6F}"/>
                    </a:ext>
                  </a:extLst>
                </p14:cNvPr>
                <p14:cNvContentPartPr/>
                <p14:nvPr/>
              </p14:nvContentPartPr>
              <p14:xfrm>
                <a:off x="7444185" y="1418775"/>
                <a:ext cx="520560" cy="991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F101E4-9C35-56AC-D2B5-B0B658F8BB6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38065" y="1412655"/>
                  <a:ext cx="532800" cy="10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0DCD30-5FED-7F60-8A07-80EFA2EB9A25}"/>
                    </a:ext>
                  </a:extLst>
                </p14:cNvPr>
                <p14:cNvContentPartPr/>
                <p14:nvPr/>
              </p14:nvContentPartPr>
              <p14:xfrm>
                <a:off x="7611585" y="1369455"/>
                <a:ext cx="90000" cy="252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0DCD30-5FED-7F60-8A07-80EFA2EB9A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05465" y="1363335"/>
                  <a:ext cx="102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12210E1-3390-AC74-2032-1A0F5B7691EC}"/>
                    </a:ext>
                  </a:extLst>
                </p14:cNvPr>
                <p14:cNvContentPartPr/>
                <p14:nvPr/>
              </p14:nvContentPartPr>
              <p14:xfrm>
                <a:off x="8228265" y="1513455"/>
                <a:ext cx="225360" cy="85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12210E1-3390-AC74-2032-1A0F5B7691E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222145" y="1507335"/>
                  <a:ext cx="237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62827E-3773-48F9-9E75-CD862AEC162A}"/>
                    </a:ext>
                  </a:extLst>
                </p14:cNvPr>
                <p14:cNvContentPartPr/>
                <p14:nvPr/>
              </p14:nvContentPartPr>
              <p14:xfrm>
                <a:off x="8479905" y="1731615"/>
                <a:ext cx="164880" cy="5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62827E-3773-48F9-9E75-CD862AEC16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73785" y="1725495"/>
                  <a:ext cx="177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5C9714-9793-3BE4-0621-3562205531D1}"/>
                    </a:ext>
                  </a:extLst>
                </p14:cNvPr>
                <p14:cNvContentPartPr/>
                <p14:nvPr/>
              </p14:nvContentPartPr>
              <p14:xfrm>
                <a:off x="8888865" y="1419855"/>
                <a:ext cx="544320" cy="438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5C9714-9793-3BE4-0621-3562205531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82745" y="1413735"/>
                  <a:ext cx="5565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3FBF6A1-E1D8-1753-50B0-E3E64BE94859}"/>
                    </a:ext>
                  </a:extLst>
                </p14:cNvPr>
                <p14:cNvContentPartPr/>
                <p14:nvPr/>
              </p14:nvContentPartPr>
              <p14:xfrm>
                <a:off x="9590865" y="1218255"/>
                <a:ext cx="150120" cy="374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3FBF6A1-E1D8-1753-50B0-E3E64BE948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584745" y="1212135"/>
                  <a:ext cx="1623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31B713-5A5C-B3C9-87C0-04791410CA26}"/>
                    </a:ext>
                  </a:extLst>
                </p14:cNvPr>
                <p14:cNvContentPartPr/>
                <p14:nvPr/>
              </p14:nvContentPartPr>
              <p14:xfrm>
                <a:off x="10050225" y="1653135"/>
                <a:ext cx="23400" cy="71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31B713-5A5C-B3C9-87C0-04791410CA2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044105" y="1647015"/>
                  <a:ext cx="35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42B6AE-1DE5-CDD0-D3C2-778574FCB68A}"/>
                    </a:ext>
                  </a:extLst>
                </p14:cNvPr>
                <p14:cNvContentPartPr/>
                <p14:nvPr/>
              </p14:nvContentPartPr>
              <p14:xfrm>
                <a:off x="6850905" y="2892975"/>
                <a:ext cx="222120" cy="189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42B6AE-1DE5-CDD0-D3C2-778574FCB6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44785" y="2886855"/>
                  <a:ext cx="234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DD27F0-BB27-5895-C4DC-8E307E03F81C}"/>
                    </a:ext>
                  </a:extLst>
                </p14:cNvPr>
                <p14:cNvContentPartPr/>
                <p14:nvPr/>
              </p14:nvContentPartPr>
              <p14:xfrm>
                <a:off x="6696825" y="2875335"/>
                <a:ext cx="497520" cy="264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DD27F0-BB27-5895-C4DC-8E307E03F8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90705" y="2869215"/>
                  <a:ext cx="509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F0181F9-9E56-1FFD-10D6-9934EAC7183F}"/>
                    </a:ext>
                  </a:extLst>
                </p14:cNvPr>
                <p14:cNvContentPartPr/>
                <p14:nvPr/>
              </p14:nvContentPartPr>
              <p14:xfrm>
                <a:off x="7773225" y="2203575"/>
                <a:ext cx="11880" cy="21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F0181F9-9E56-1FFD-10D6-9934EAC718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67105" y="2197455"/>
                  <a:ext cx="24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3BEBB8-A9E5-46D7-86A4-01391920FC52}"/>
                    </a:ext>
                  </a:extLst>
                </p14:cNvPr>
                <p14:cNvContentPartPr/>
                <p14:nvPr/>
              </p14:nvContentPartPr>
              <p14:xfrm>
                <a:off x="8294505" y="2714775"/>
                <a:ext cx="207360" cy="92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3BEBB8-A9E5-46D7-86A4-01391920FC5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88385" y="2708655"/>
                  <a:ext cx="21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AB5C65-45E6-C015-0DBA-BAFEF41C3E31}"/>
                    </a:ext>
                  </a:extLst>
                </p14:cNvPr>
                <p14:cNvContentPartPr/>
                <p14:nvPr/>
              </p14:nvContentPartPr>
              <p14:xfrm>
                <a:off x="8390625" y="2700375"/>
                <a:ext cx="131760" cy="18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AB5C65-45E6-C015-0DBA-BAFEF41C3E3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84505" y="2694255"/>
                  <a:ext cx="144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8B7AC6-9970-1E6C-6962-9B617C658F90}"/>
                    </a:ext>
                  </a:extLst>
                </p14:cNvPr>
                <p14:cNvContentPartPr/>
                <p14:nvPr/>
              </p14:nvContentPartPr>
              <p14:xfrm>
                <a:off x="8456865" y="2922495"/>
                <a:ext cx="158040" cy="89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8B7AC6-9970-1E6C-6962-9B617C658F9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50745" y="2916375"/>
                  <a:ext cx="170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8C4D88C-9E71-1B21-0952-E0875A7B6328}"/>
                    </a:ext>
                  </a:extLst>
                </p14:cNvPr>
                <p14:cNvContentPartPr/>
                <p14:nvPr/>
              </p14:nvContentPartPr>
              <p14:xfrm>
                <a:off x="8508345" y="2960655"/>
                <a:ext cx="130680" cy="92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8C4D88C-9E71-1B21-0952-E0875A7B63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02225" y="2954535"/>
                  <a:ext cx="142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4E6DB1A-4814-A562-B123-558A7F419DC3}"/>
                    </a:ext>
                  </a:extLst>
                </p14:cNvPr>
                <p14:cNvContentPartPr/>
                <p14:nvPr/>
              </p14:nvContentPartPr>
              <p14:xfrm>
                <a:off x="8609865" y="3191055"/>
                <a:ext cx="114480" cy="85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4E6DB1A-4814-A562-B123-558A7F419DC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603745" y="3184935"/>
                  <a:ext cx="1267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326180-9F79-63E1-D660-0E2465B21A8C}"/>
                    </a:ext>
                  </a:extLst>
                </p14:cNvPr>
                <p14:cNvContentPartPr/>
                <p14:nvPr/>
              </p14:nvContentPartPr>
              <p14:xfrm>
                <a:off x="8668185" y="3246855"/>
                <a:ext cx="93960" cy="79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326180-9F79-63E1-D660-0E2465B21A8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62065" y="3240735"/>
                  <a:ext cx="106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B55BA4-0B0C-49C1-8904-E1CA42051B31}"/>
                    </a:ext>
                  </a:extLst>
                </p14:cNvPr>
                <p14:cNvContentPartPr/>
                <p14:nvPr/>
              </p14:nvContentPartPr>
              <p14:xfrm>
                <a:off x="8790585" y="3343335"/>
                <a:ext cx="249480" cy="209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B55BA4-0B0C-49C1-8904-E1CA42051B3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84465" y="3337215"/>
                  <a:ext cx="261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BF0CF2-2676-6935-CECF-A1E421A7FC3F}"/>
                    </a:ext>
                  </a:extLst>
                </p14:cNvPr>
                <p14:cNvContentPartPr/>
                <p14:nvPr/>
              </p14:nvContentPartPr>
              <p14:xfrm>
                <a:off x="8856825" y="3389415"/>
                <a:ext cx="215640" cy="140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BF0CF2-2676-6935-CECF-A1E421A7FC3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50705" y="3383295"/>
                  <a:ext cx="227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7BD12EA-FAD6-C10A-23B8-19EBF2891388}"/>
                    </a:ext>
                  </a:extLst>
                </p14:cNvPr>
                <p14:cNvContentPartPr/>
                <p14:nvPr/>
              </p14:nvContentPartPr>
              <p14:xfrm>
                <a:off x="9245625" y="3532695"/>
                <a:ext cx="246240" cy="50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7BD12EA-FAD6-C10A-23B8-19EBF289138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239505" y="3526575"/>
                  <a:ext cx="258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B19A598-34AF-A545-FBB0-66F290FE6A4A}"/>
                    </a:ext>
                  </a:extLst>
                </p14:cNvPr>
                <p14:cNvContentPartPr/>
                <p14:nvPr/>
              </p14:nvContentPartPr>
              <p14:xfrm>
                <a:off x="9379185" y="3466815"/>
                <a:ext cx="90720" cy="137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B19A598-34AF-A545-FBB0-66F290FE6A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73065" y="3460695"/>
                  <a:ext cx="102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204DB7E-9097-591A-584C-F2B4E092ED74}"/>
                    </a:ext>
                  </a:extLst>
                </p14:cNvPr>
                <p14:cNvContentPartPr/>
                <p14:nvPr/>
              </p14:nvContentPartPr>
              <p14:xfrm>
                <a:off x="9714345" y="3415335"/>
                <a:ext cx="210600" cy="25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204DB7E-9097-591A-584C-F2B4E092ED7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08225" y="3409215"/>
                  <a:ext cx="22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DC9EAA-2437-4E49-889C-E99241B369D1}"/>
                    </a:ext>
                  </a:extLst>
                </p14:cNvPr>
                <p14:cNvContentPartPr/>
                <p14:nvPr/>
              </p14:nvContentPartPr>
              <p14:xfrm>
                <a:off x="9807945" y="3321735"/>
                <a:ext cx="163800" cy="174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DC9EAA-2437-4E49-889C-E99241B369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01825" y="3315615"/>
                  <a:ext cx="176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E3250DD-1F5A-04F2-29B6-F403E6D7451B}"/>
                    </a:ext>
                  </a:extLst>
                </p14:cNvPr>
                <p14:cNvContentPartPr/>
                <p14:nvPr/>
              </p14:nvContentPartPr>
              <p14:xfrm>
                <a:off x="10022865" y="3042015"/>
                <a:ext cx="208440" cy="48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E3250DD-1F5A-04F2-29B6-F403E6D7451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16745" y="3035895"/>
                  <a:ext cx="220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95BB88-8414-5E9A-EDE5-1E09D29EB24C}"/>
                    </a:ext>
                  </a:extLst>
                </p14:cNvPr>
                <p14:cNvContentPartPr/>
                <p14:nvPr/>
              </p14:nvContentPartPr>
              <p14:xfrm>
                <a:off x="10093785" y="2927895"/>
                <a:ext cx="124920" cy="160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95BB88-8414-5E9A-EDE5-1E09D29EB24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87665" y="2921775"/>
                  <a:ext cx="137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8D171C-8C2D-030D-C207-8975C3A5B9DB}"/>
                    </a:ext>
                  </a:extLst>
                </p14:cNvPr>
                <p14:cNvContentPartPr/>
                <p14:nvPr/>
              </p14:nvContentPartPr>
              <p14:xfrm>
                <a:off x="10092345" y="2714055"/>
                <a:ext cx="286200" cy="15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8D171C-8C2D-030D-C207-8975C3A5B9D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86225" y="2707935"/>
                  <a:ext cx="298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62575D-D98C-6AEF-2F81-15400C37A946}"/>
                    </a:ext>
                  </a:extLst>
                </p14:cNvPr>
                <p14:cNvContentPartPr/>
                <p14:nvPr/>
              </p14:nvContentPartPr>
              <p14:xfrm>
                <a:off x="10180545" y="2585175"/>
                <a:ext cx="151200" cy="204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62575D-D98C-6AEF-2F81-15400C37A94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74425" y="2579055"/>
                  <a:ext cx="163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C618D75-1959-2851-BA6D-C5F8BF11A9AB}"/>
                    </a:ext>
                  </a:extLst>
                </p14:cNvPr>
                <p14:cNvContentPartPr/>
                <p14:nvPr/>
              </p14:nvContentPartPr>
              <p14:xfrm>
                <a:off x="10135905" y="2252895"/>
                <a:ext cx="259920" cy="88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C618D75-1959-2851-BA6D-C5F8BF11A9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29785" y="2246775"/>
                  <a:ext cx="272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320A7C7-D04C-D3B0-7822-08041EAACEA2}"/>
                    </a:ext>
                  </a:extLst>
                </p14:cNvPr>
                <p14:cNvContentPartPr/>
                <p14:nvPr/>
              </p14:nvContentPartPr>
              <p14:xfrm>
                <a:off x="10098105" y="2114295"/>
                <a:ext cx="97560" cy="200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320A7C7-D04C-D3B0-7822-08041EAACE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91985" y="2108175"/>
                  <a:ext cx="109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7BAF74E-5D7A-B6A3-53D6-070C56D7BE76}"/>
                    </a:ext>
                  </a:extLst>
                </p14:cNvPr>
                <p14:cNvContentPartPr/>
                <p14:nvPr/>
              </p14:nvContentPartPr>
              <p14:xfrm>
                <a:off x="10041585" y="2197455"/>
                <a:ext cx="188640" cy="128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7BAF74E-5D7A-B6A3-53D6-070C56D7BE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35465" y="2191335"/>
                  <a:ext cx="200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F59F74-22B0-E55A-5DB1-9C6F040E6375}"/>
                    </a:ext>
                  </a:extLst>
                </p14:cNvPr>
                <p14:cNvContentPartPr/>
                <p14:nvPr/>
              </p14:nvContentPartPr>
              <p14:xfrm>
                <a:off x="10138065" y="2147055"/>
                <a:ext cx="135360" cy="261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F59F74-22B0-E55A-5DB1-9C6F040E637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31945" y="2140935"/>
                  <a:ext cx="147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B61D9C-EC2B-5F88-1380-EF6FA2CF2CA6}"/>
                    </a:ext>
                  </a:extLst>
                </p14:cNvPr>
                <p14:cNvContentPartPr/>
                <p14:nvPr/>
              </p14:nvContentPartPr>
              <p14:xfrm>
                <a:off x="3453945" y="3847335"/>
                <a:ext cx="665640" cy="704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B61D9C-EC2B-5F88-1380-EF6FA2CF2CA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47825" y="3841215"/>
                  <a:ext cx="67788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8538709-123A-50BF-A323-2A85BB4D2785}"/>
                    </a:ext>
                  </a:extLst>
                </p14:cNvPr>
                <p14:cNvContentPartPr/>
                <p14:nvPr/>
              </p14:nvContentPartPr>
              <p14:xfrm>
                <a:off x="4147665" y="4027695"/>
                <a:ext cx="80280" cy="42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8538709-123A-50BF-A323-2A85BB4D278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41545" y="4021575"/>
                  <a:ext cx="925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2F9489-2BD3-3040-C6E9-49F7886CE5F5}"/>
                    </a:ext>
                  </a:extLst>
                </p14:cNvPr>
                <p14:cNvContentPartPr/>
                <p14:nvPr/>
              </p14:nvContentPartPr>
              <p14:xfrm>
                <a:off x="4330185" y="4224255"/>
                <a:ext cx="198720" cy="346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2F9489-2BD3-3040-C6E9-49F7886CE5F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24065" y="4218135"/>
                  <a:ext cx="2109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0C4A8F6-C0D8-62CE-6104-1ED97A08B5EC}"/>
                    </a:ext>
                  </a:extLst>
                </p14:cNvPr>
                <p14:cNvContentPartPr/>
                <p14:nvPr/>
              </p14:nvContentPartPr>
              <p14:xfrm>
                <a:off x="4723665" y="4286175"/>
                <a:ext cx="285120" cy="320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0C4A8F6-C0D8-62CE-6104-1ED97A08B5E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717545" y="4280055"/>
                  <a:ext cx="2973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DE1706B-2732-FE0B-1F3C-F4574A097540}"/>
                    </a:ext>
                  </a:extLst>
                </p14:cNvPr>
                <p14:cNvContentPartPr/>
                <p14:nvPr/>
              </p14:nvContentPartPr>
              <p14:xfrm>
                <a:off x="5030745" y="4075935"/>
                <a:ext cx="255960" cy="267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DE1706B-2732-FE0B-1F3C-F4574A09754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24625" y="4069815"/>
                  <a:ext cx="268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CC97FF5-6467-35A3-04FC-0FA5BC03046C}"/>
                    </a:ext>
                  </a:extLst>
                </p14:cNvPr>
                <p14:cNvContentPartPr/>
                <p14:nvPr/>
              </p14:nvContentPartPr>
              <p14:xfrm>
                <a:off x="5425665" y="3798015"/>
                <a:ext cx="265680" cy="437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CC97FF5-6467-35A3-04FC-0FA5BC03046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19545" y="3791895"/>
                  <a:ext cx="2779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0F44A63-8D46-0FC9-E2F0-9B13F2E04A79}"/>
                    </a:ext>
                  </a:extLst>
                </p14:cNvPr>
                <p14:cNvContentPartPr/>
                <p14:nvPr/>
              </p14:nvContentPartPr>
              <p14:xfrm>
                <a:off x="5958105" y="3528375"/>
                <a:ext cx="341640" cy="857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0F44A63-8D46-0FC9-E2F0-9B13F2E04A7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51985" y="3522255"/>
                  <a:ext cx="35388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8E44579-8778-AD2B-2B65-1986F9899EC0}"/>
                    </a:ext>
                  </a:extLst>
                </p14:cNvPr>
                <p14:cNvContentPartPr/>
                <p14:nvPr/>
              </p14:nvContentPartPr>
              <p14:xfrm>
                <a:off x="6488025" y="3565815"/>
                <a:ext cx="360000" cy="487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8E44579-8778-AD2B-2B65-1986F9899EC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481905" y="3559695"/>
                  <a:ext cx="37224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C61DF0F-D85F-C982-D933-A31BE8B1A9B2}"/>
                    </a:ext>
                  </a:extLst>
                </p14:cNvPr>
                <p14:cNvContentPartPr/>
                <p14:nvPr/>
              </p14:nvContentPartPr>
              <p14:xfrm>
                <a:off x="6938745" y="3399135"/>
                <a:ext cx="267120" cy="557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C61DF0F-D85F-C982-D933-A31BE8B1A9B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32625" y="3393015"/>
                  <a:ext cx="2793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9B47AC1-E34E-8211-460A-6340522C044B}"/>
                    </a:ext>
                  </a:extLst>
                </p14:cNvPr>
                <p14:cNvContentPartPr/>
                <p14:nvPr/>
              </p14:nvContentPartPr>
              <p14:xfrm>
                <a:off x="7331145" y="3659415"/>
                <a:ext cx="28800" cy="15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9B47AC1-E34E-8211-460A-6340522C04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325025" y="3653295"/>
                  <a:ext cx="41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31A47C6-CC59-F8E1-5938-03BEC7BAA2F5}"/>
                    </a:ext>
                  </a:extLst>
                </p14:cNvPr>
                <p14:cNvContentPartPr/>
                <p14:nvPr/>
              </p14:nvContentPartPr>
              <p14:xfrm>
                <a:off x="2094945" y="3176655"/>
                <a:ext cx="2326320" cy="91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31A47C6-CC59-F8E1-5938-03BEC7BAA2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88825" y="3170535"/>
                  <a:ext cx="2338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52B72A8-91E8-524B-4D89-37F00F0B69AE}"/>
                    </a:ext>
                  </a:extLst>
                </p14:cNvPr>
                <p14:cNvContentPartPr/>
                <p14:nvPr/>
              </p14:nvContentPartPr>
              <p14:xfrm>
                <a:off x="5263305" y="2856975"/>
                <a:ext cx="1092960" cy="318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52B72A8-91E8-524B-4D89-37F00F0B69A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57185" y="2850855"/>
                  <a:ext cx="1105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DD2A7A3-FFEF-EEC7-20B1-68BB8A9CE7EF}"/>
                    </a:ext>
                  </a:extLst>
                </p14:cNvPr>
                <p14:cNvContentPartPr/>
                <p14:nvPr/>
              </p14:nvContentPartPr>
              <p14:xfrm>
                <a:off x="7606905" y="2458815"/>
                <a:ext cx="2558520" cy="118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DD2A7A3-FFEF-EEC7-20B1-68BB8A9CE7E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00785" y="2452695"/>
                  <a:ext cx="2570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2540AC7-435E-3B9F-44F4-E1F609D077F5}"/>
                    </a:ext>
                  </a:extLst>
                </p14:cNvPr>
                <p14:cNvContentPartPr/>
                <p14:nvPr/>
              </p14:nvContentPartPr>
              <p14:xfrm>
                <a:off x="6907785" y="1207815"/>
                <a:ext cx="264960" cy="1112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2540AC7-435E-3B9F-44F4-E1F609D077F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901665" y="1201695"/>
                  <a:ext cx="277200" cy="11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3058B3-A1A6-3D8A-714E-17BF8945DD53}"/>
                    </a:ext>
                  </a:extLst>
                </p14:cNvPr>
                <p14:cNvContentPartPr/>
                <p14:nvPr/>
              </p14:nvContentPartPr>
              <p14:xfrm>
                <a:off x="7062585" y="1127535"/>
                <a:ext cx="3543840" cy="1194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3058B3-A1A6-3D8A-714E-17BF8945DD5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056465" y="1121415"/>
                  <a:ext cx="3556080" cy="12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461CA10-987A-69B2-0E4A-60CAFCBDC688}"/>
                    </a:ext>
                  </a:extLst>
                </p14:cNvPr>
                <p14:cNvContentPartPr/>
                <p14:nvPr/>
              </p14:nvContentPartPr>
              <p14:xfrm>
                <a:off x="6896625" y="2217615"/>
                <a:ext cx="1039320" cy="390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461CA10-987A-69B2-0E4A-60CAFCBDC68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90505" y="2211495"/>
                  <a:ext cx="1051560" cy="40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546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A9B6478-76F0-8AD3-EC64-22B0681AE794}"/>
              </a:ext>
            </a:extLst>
          </p:cNvPr>
          <p:cNvGrpSpPr/>
          <p:nvPr/>
        </p:nvGrpSpPr>
        <p:grpSpPr>
          <a:xfrm>
            <a:off x="661425" y="302775"/>
            <a:ext cx="3526920" cy="1566720"/>
            <a:chOff x="661425" y="302775"/>
            <a:chExt cx="3526920" cy="15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3E1FC5-5C3F-8314-414F-BFE26754314D}"/>
                    </a:ext>
                  </a:extLst>
                </p14:cNvPr>
                <p14:cNvContentPartPr/>
                <p14:nvPr/>
              </p14:nvContentPartPr>
              <p14:xfrm>
                <a:off x="661425" y="533895"/>
                <a:ext cx="48960" cy="616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3E1FC5-5C3F-8314-414F-BFE2675431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5305" y="527775"/>
                  <a:ext cx="6120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AF1702-3F54-B4B4-7048-D94CBC274054}"/>
                    </a:ext>
                  </a:extLst>
                </p14:cNvPr>
                <p14:cNvContentPartPr/>
                <p14:nvPr/>
              </p14:nvContentPartPr>
              <p14:xfrm>
                <a:off x="699225" y="302775"/>
                <a:ext cx="350280" cy="424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AF1702-3F54-B4B4-7048-D94CBC2740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3105" y="296655"/>
                  <a:ext cx="3625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444C6D-74D5-2F76-28A6-846508BED53F}"/>
                    </a:ext>
                  </a:extLst>
                </p14:cNvPr>
                <p14:cNvContentPartPr/>
                <p14:nvPr/>
              </p14:nvContentPartPr>
              <p14:xfrm>
                <a:off x="1068225" y="718575"/>
                <a:ext cx="226800" cy="290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444C6D-74D5-2F76-28A6-846508BED5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2105" y="712455"/>
                  <a:ext cx="239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F9C50B-0D22-DF6B-EEF1-B2727B16FC29}"/>
                    </a:ext>
                  </a:extLst>
                </p14:cNvPr>
                <p14:cNvContentPartPr/>
                <p14:nvPr/>
              </p14:nvContentPartPr>
              <p14:xfrm>
                <a:off x="1455945" y="396375"/>
                <a:ext cx="42480" cy="54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F9C50B-0D22-DF6B-EEF1-B2727B16FC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9825" y="390255"/>
                  <a:ext cx="547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0CF541-7971-A107-D846-4F552B5700B2}"/>
                    </a:ext>
                  </a:extLst>
                </p14:cNvPr>
                <p14:cNvContentPartPr/>
                <p14:nvPr/>
              </p14:nvContentPartPr>
              <p14:xfrm>
                <a:off x="1500225" y="615255"/>
                <a:ext cx="458640" cy="1254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0CF541-7971-A107-D846-4F552B5700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4105" y="609135"/>
                  <a:ext cx="470880" cy="12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84CA35-0F34-BFEE-691D-A1593D14BFE9}"/>
                    </a:ext>
                  </a:extLst>
                </p14:cNvPr>
                <p14:cNvContentPartPr/>
                <p14:nvPr/>
              </p14:nvContentPartPr>
              <p14:xfrm>
                <a:off x="2112225" y="735495"/>
                <a:ext cx="405000" cy="327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84CA35-0F34-BFEE-691D-A1593D14BF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06105" y="729375"/>
                  <a:ext cx="417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9AF60C-A9EB-518A-32F2-B964D64E6315}"/>
                    </a:ext>
                  </a:extLst>
                </p14:cNvPr>
                <p14:cNvContentPartPr/>
                <p14:nvPr/>
              </p14:nvContentPartPr>
              <p14:xfrm>
                <a:off x="2612625" y="660615"/>
                <a:ext cx="201240" cy="342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9AF60C-A9EB-518A-32F2-B964D64E63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6505" y="654495"/>
                  <a:ext cx="2134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D31AC1-6CD4-CE16-DD0F-EE8F663825C9}"/>
                    </a:ext>
                  </a:extLst>
                </p14:cNvPr>
                <p14:cNvContentPartPr/>
                <p14:nvPr/>
              </p14:nvContentPartPr>
              <p14:xfrm>
                <a:off x="2840145" y="708855"/>
                <a:ext cx="568440" cy="18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D31AC1-6CD4-CE16-DD0F-EE8F663825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4025" y="702735"/>
                  <a:ext cx="580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2CAA14-AE27-4B44-F3F5-A5F03437F443}"/>
                    </a:ext>
                  </a:extLst>
                </p14:cNvPr>
                <p14:cNvContentPartPr/>
                <p14:nvPr/>
              </p14:nvContentPartPr>
              <p14:xfrm>
                <a:off x="3442425" y="413655"/>
                <a:ext cx="38160" cy="118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2CAA14-AE27-4B44-F3F5-A5F03437F4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36305" y="407535"/>
                  <a:ext cx="50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F1F011-5BF0-6955-D1A1-86A18E4C0097}"/>
                    </a:ext>
                  </a:extLst>
                </p14:cNvPr>
                <p14:cNvContentPartPr/>
                <p14:nvPr/>
              </p14:nvContentPartPr>
              <p14:xfrm>
                <a:off x="3538545" y="597975"/>
                <a:ext cx="477000" cy="37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F1F011-5BF0-6955-D1A1-86A18E4C00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425" y="591855"/>
                  <a:ext cx="4892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6685FD8-CA00-4A4D-C3C7-EC71F46D5A76}"/>
                    </a:ext>
                  </a:extLst>
                </p14:cNvPr>
                <p14:cNvContentPartPr/>
                <p14:nvPr/>
              </p14:nvContentPartPr>
              <p14:xfrm>
                <a:off x="4090785" y="313215"/>
                <a:ext cx="97560" cy="61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6685FD8-CA00-4A4D-C3C7-EC71F46D5A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84665" y="307095"/>
                  <a:ext cx="109800" cy="62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2484C2-5767-5652-8A70-22058AD20504}"/>
              </a:ext>
            </a:extLst>
          </p:cNvPr>
          <p:cNvGrpSpPr/>
          <p:nvPr/>
        </p:nvGrpSpPr>
        <p:grpSpPr>
          <a:xfrm>
            <a:off x="5165745" y="195495"/>
            <a:ext cx="2302920" cy="732960"/>
            <a:chOff x="5165745" y="195495"/>
            <a:chExt cx="2302920" cy="7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322A25-61C0-0AED-4DC1-4776652C2714}"/>
                    </a:ext>
                  </a:extLst>
                </p14:cNvPr>
                <p14:cNvContentPartPr/>
                <p14:nvPr/>
              </p14:nvContentPartPr>
              <p14:xfrm>
                <a:off x="5165745" y="195495"/>
                <a:ext cx="49680" cy="73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322A25-61C0-0AED-4DC1-4776652C271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59625" y="189375"/>
                  <a:ext cx="6192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9054E3-B6F1-8104-E903-1A2C7CB1E9A8}"/>
                    </a:ext>
                  </a:extLst>
                </p14:cNvPr>
                <p14:cNvContentPartPr/>
                <p14:nvPr/>
              </p14:nvContentPartPr>
              <p14:xfrm>
                <a:off x="5327385" y="454695"/>
                <a:ext cx="272520" cy="360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9054E3-B6F1-8104-E903-1A2C7CB1E9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21265" y="448575"/>
                  <a:ext cx="284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91EE08-E53C-D6B0-D600-DB1516EA2869}"/>
                    </a:ext>
                  </a:extLst>
                </p14:cNvPr>
                <p14:cNvContentPartPr/>
                <p14:nvPr/>
              </p14:nvContentPartPr>
              <p14:xfrm>
                <a:off x="5681625" y="585015"/>
                <a:ext cx="236880" cy="28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91EE08-E53C-D6B0-D600-DB1516EA28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75505" y="578895"/>
                  <a:ext cx="249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8E884A9-7223-50CC-9525-A5D965BB798C}"/>
                    </a:ext>
                  </a:extLst>
                </p14:cNvPr>
                <p14:cNvContentPartPr/>
                <p14:nvPr/>
              </p14:nvContentPartPr>
              <p14:xfrm>
                <a:off x="6033705" y="469095"/>
                <a:ext cx="290520" cy="358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8E884A9-7223-50CC-9525-A5D965BB79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27585" y="462975"/>
                  <a:ext cx="3027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98360EA-A054-05EB-DA98-EA5FECC50E85}"/>
                    </a:ext>
                  </a:extLst>
                </p14:cNvPr>
                <p14:cNvContentPartPr/>
                <p14:nvPr/>
              </p14:nvContentPartPr>
              <p14:xfrm>
                <a:off x="6419985" y="508335"/>
                <a:ext cx="209520" cy="209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98360EA-A054-05EB-DA98-EA5FECC50E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13865" y="502215"/>
                  <a:ext cx="221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10A14D-5141-4C35-477E-40BD67CB3AFB}"/>
                    </a:ext>
                  </a:extLst>
                </p14:cNvPr>
                <p14:cNvContentPartPr/>
                <p14:nvPr/>
              </p14:nvContentPartPr>
              <p14:xfrm>
                <a:off x="6848745" y="344895"/>
                <a:ext cx="386640" cy="49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10A14D-5141-4C35-477E-40BD67CB3AF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42625" y="338775"/>
                  <a:ext cx="3988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84CCCA-C727-232B-8709-9879A054EB84}"/>
                    </a:ext>
                  </a:extLst>
                </p14:cNvPr>
                <p14:cNvContentPartPr/>
                <p14:nvPr/>
              </p14:nvContentPartPr>
              <p14:xfrm>
                <a:off x="7398465" y="591495"/>
                <a:ext cx="7020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84CCCA-C727-232B-8709-9879A054EB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2345" y="585375"/>
                  <a:ext cx="824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A6BDFD-4543-2A56-ED12-F2EAB99E000B}"/>
              </a:ext>
            </a:extLst>
          </p:cNvPr>
          <p:cNvGrpSpPr/>
          <p:nvPr/>
        </p:nvGrpSpPr>
        <p:grpSpPr>
          <a:xfrm>
            <a:off x="2402385" y="1852215"/>
            <a:ext cx="1113840" cy="872280"/>
            <a:chOff x="2402385" y="1852215"/>
            <a:chExt cx="1113840" cy="87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2FE9DA-2B94-F82E-EF13-2C94973E96F5}"/>
                    </a:ext>
                  </a:extLst>
                </p14:cNvPr>
                <p14:cNvContentPartPr/>
                <p14:nvPr/>
              </p14:nvContentPartPr>
              <p14:xfrm>
                <a:off x="2402385" y="2239575"/>
                <a:ext cx="65160" cy="48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2FE9DA-2B94-F82E-EF13-2C94973E96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96265" y="2233455"/>
                  <a:ext cx="7740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B76523-C547-7BC2-A0B8-84FE37FD0987}"/>
                    </a:ext>
                  </a:extLst>
                </p14:cNvPr>
                <p14:cNvContentPartPr/>
                <p14:nvPr/>
              </p14:nvContentPartPr>
              <p14:xfrm>
                <a:off x="2426145" y="1941855"/>
                <a:ext cx="388080" cy="67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B76523-C547-7BC2-A0B8-84FE37FD09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20025" y="1935735"/>
                  <a:ext cx="40032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F6AD41-A515-A998-E4AE-1B2654EB266F}"/>
                    </a:ext>
                  </a:extLst>
                </p14:cNvPr>
                <p14:cNvContentPartPr/>
                <p14:nvPr/>
              </p14:nvContentPartPr>
              <p14:xfrm>
                <a:off x="3008265" y="2344695"/>
                <a:ext cx="78120" cy="241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F6AD41-A515-A998-E4AE-1B2654EB26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02145" y="2338575"/>
                  <a:ext cx="90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CDD682-3E4F-2629-93F7-E110FA6F7E55}"/>
                    </a:ext>
                  </a:extLst>
                </p14:cNvPr>
                <p14:cNvContentPartPr/>
                <p14:nvPr/>
              </p14:nvContentPartPr>
              <p14:xfrm>
                <a:off x="3084945" y="1852215"/>
                <a:ext cx="431280" cy="66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CDD682-3E4F-2629-93F7-E110FA6F7E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78825" y="1846095"/>
                  <a:ext cx="443520" cy="67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2E5FBE-5E7A-713F-4B52-0E8A81CF15AA}"/>
                  </a:ext>
                </a:extLst>
              </p14:cNvPr>
              <p14:cNvContentPartPr/>
              <p14:nvPr/>
            </p14:nvContentPartPr>
            <p14:xfrm>
              <a:off x="3928425" y="1649175"/>
              <a:ext cx="285120" cy="101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2E5FBE-5E7A-713F-4B52-0E8A81CF15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922305" y="1643055"/>
                <a:ext cx="29736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448823B7-D2AB-539A-2ED7-630E8F678DC9}"/>
              </a:ext>
            </a:extLst>
          </p:cNvPr>
          <p:cNvGrpSpPr/>
          <p:nvPr/>
        </p:nvGrpSpPr>
        <p:grpSpPr>
          <a:xfrm>
            <a:off x="3905385" y="1970295"/>
            <a:ext cx="370800" cy="489960"/>
            <a:chOff x="3905385" y="1970295"/>
            <a:chExt cx="37080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0BA2CA-B8AF-22B1-1856-0421258033A7}"/>
                    </a:ext>
                  </a:extLst>
                </p14:cNvPr>
                <p14:cNvContentPartPr/>
                <p14:nvPr/>
              </p14:nvContentPartPr>
              <p14:xfrm>
                <a:off x="3905385" y="1970295"/>
                <a:ext cx="75960" cy="489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0BA2CA-B8AF-22B1-1856-0421258033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99265" y="1964175"/>
                  <a:ext cx="882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27D710-BDED-30F5-5727-54CF7B452E9D}"/>
                    </a:ext>
                  </a:extLst>
                </p14:cNvPr>
                <p14:cNvContentPartPr/>
                <p14:nvPr/>
              </p14:nvContentPartPr>
              <p14:xfrm>
                <a:off x="3973065" y="2061735"/>
                <a:ext cx="303120" cy="52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E27D710-BDED-30F5-5727-54CF7B452E9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66945" y="2055615"/>
                  <a:ext cx="3153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AE8F7D-6310-C861-3FB1-30FBA6E3E3E2}"/>
              </a:ext>
            </a:extLst>
          </p:cNvPr>
          <p:cNvGrpSpPr/>
          <p:nvPr/>
        </p:nvGrpSpPr>
        <p:grpSpPr>
          <a:xfrm>
            <a:off x="5939025" y="1524255"/>
            <a:ext cx="2557080" cy="921600"/>
            <a:chOff x="5939025" y="1524255"/>
            <a:chExt cx="2557080" cy="9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12086A-8663-6046-4068-3D1E0C55FCA8}"/>
                    </a:ext>
                  </a:extLst>
                </p14:cNvPr>
                <p14:cNvContentPartPr/>
                <p14:nvPr/>
              </p14:nvContentPartPr>
              <p14:xfrm>
                <a:off x="5939025" y="1977495"/>
                <a:ext cx="60480" cy="46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12086A-8663-6046-4068-3D1E0C55FC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32905" y="1971375"/>
                  <a:ext cx="727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A18457-6A0D-790E-0FF9-271AB7EF2286}"/>
                    </a:ext>
                  </a:extLst>
                </p14:cNvPr>
                <p14:cNvContentPartPr/>
                <p14:nvPr/>
              </p14:nvContentPartPr>
              <p14:xfrm>
                <a:off x="6018225" y="2062815"/>
                <a:ext cx="382680" cy="33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A18457-6A0D-790E-0FF9-271AB7EF22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12105" y="2056695"/>
                  <a:ext cx="394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7C8712-BB70-3B3B-38A4-19CEC49566EF}"/>
                    </a:ext>
                  </a:extLst>
                </p14:cNvPr>
                <p14:cNvContentPartPr/>
                <p14:nvPr/>
              </p14:nvContentPartPr>
              <p14:xfrm>
                <a:off x="6599625" y="2098815"/>
                <a:ext cx="219600" cy="254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7C8712-BB70-3B3B-38A4-19CEC49566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93505" y="2092695"/>
                  <a:ext cx="231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66A1E82-683A-E5C3-B0C0-B7D526BC1913}"/>
                    </a:ext>
                  </a:extLst>
                </p14:cNvPr>
                <p14:cNvContentPartPr/>
                <p14:nvPr/>
              </p14:nvContentPartPr>
              <p14:xfrm>
                <a:off x="7000665" y="1885695"/>
                <a:ext cx="299880" cy="378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66A1E82-683A-E5C3-B0C0-B7D526BC191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94545" y="1879575"/>
                  <a:ext cx="3121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BD07F8-C699-A619-B728-AD6D8EB39FC0}"/>
                    </a:ext>
                  </a:extLst>
                </p14:cNvPr>
                <p14:cNvContentPartPr/>
                <p14:nvPr/>
              </p14:nvContentPartPr>
              <p14:xfrm>
                <a:off x="7342665" y="1965975"/>
                <a:ext cx="358920" cy="20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BD07F8-C699-A619-B728-AD6D8EB39F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36545" y="1959855"/>
                  <a:ext cx="371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2142C0-76F6-7F19-959F-AD3B786CB878}"/>
                    </a:ext>
                  </a:extLst>
                </p14:cNvPr>
                <p14:cNvContentPartPr/>
                <p14:nvPr/>
              </p14:nvContentPartPr>
              <p14:xfrm>
                <a:off x="7883025" y="1524255"/>
                <a:ext cx="374040" cy="608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2142C0-76F6-7F19-959F-AD3B786CB87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76905" y="1518135"/>
                  <a:ext cx="38628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7D094E-0943-642E-752C-5F05A965DE06}"/>
                    </a:ext>
                  </a:extLst>
                </p14:cNvPr>
                <p14:cNvContentPartPr/>
                <p14:nvPr/>
              </p14:nvContentPartPr>
              <p14:xfrm>
                <a:off x="8488905" y="1932135"/>
                <a:ext cx="7200" cy="4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7D094E-0943-642E-752C-5F05A965DE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82785" y="1926015"/>
                  <a:ext cx="194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A5F1816-A7EF-9EE8-81B8-F07FEE9A7BB4}"/>
              </a:ext>
            </a:extLst>
          </p:cNvPr>
          <p:cNvGrpSpPr/>
          <p:nvPr/>
        </p:nvGrpSpPr>
        <p:grpSpPr>
          <a:xfrm>
            <a:off x="2450985" y="3115815"/>
            <a:ext cx="2663640" cy="1732680"/>
            <a:chOff x="2450985" y="3115815"/>
            <a:chExt cx="2663640" cy="173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6A6771-D1A8-E3FD-ED77-F39653F80852}"/>
                    </a:ext>
                  </a:extLst>
                </p14:cNvPr>
                <p14:cNvContentPartPr/>
                <p14:nvPr/>
              </p14:nvContentPartPr>
              <p14:xfrm>
                <a:off x="2450985" y="3201495"/>
                <a:ext cx="599040" cy="905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6A6771-D1A8-E3FD-ED77-F39653F808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44865" y="3195375"/>
                  <a:ext cx="61128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63B280-28A5-D78A-4B63-5EE04E56C3D3}"/>
                    </a:ext>
                  </a:extLst>
                </p14:cNvPr>
                <p14:cNvContentPartPr/>
                <p14:nvPr/>
              </p14:nvContentPartPr>
              <p14:xfrm>
                <a:off x="3161265" y="3454575"/>
                <a:ext cx="75960" cy="46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63B280-28A5-D78A-4B63-5EE04E56C3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55145" y="3448455"/>
                  <a:ext cx="88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94B600-CF1D-6166-BEB4-00E5ACDB35C1}"/>
                    </a:ext>
                  </a:extLst>
                </p14:cNvPr>
                <p14:cNvContentPartPr/>
                <p14:nvPr/>
              </p14:nvContentPartPr>
              <p14:xfrm>
                <a:off x="2885145" y="3556095"/>
                <a:ext cx="637560" cy="129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94B600-CF1D-6166-BEB4-00E5ACDB35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79025" y="3549975"/>
                  <a:ext cx="649800" cy="13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34AEA7-3341-6E76-555B-9932E62865CC}"/>
                    </a:ext>
                  </a:extLst>
                </p14:cNvPr>
                <p14:cNvContentPartPr/>
                <p14:nvPr/>
              </p14:nvContentPartPr>
              <p14:xfrm>
                <a:off x="3681825" y="3493455"/>
                <a:ext cx="885240" cy="25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34AEA7-3341-6E76-555B-9932E62865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5705" y="3487335"/>
                  <a:ext cx="897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2BBD36-12D5-038E-5488-7B35FFD4B649}"/>
                    </a:ext>
                  </a:extLst>
                </p14:cNvPr>
                <p14:cNvContentPartPr/>
                <p14:nvPr/>
              </p14:nvContentPartPr>
              <p14:xfrm>
                <a:off x="4698105" y="3439095"/>
                <a:ext cx="34200" cy="74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C2BBD36-12D5-038E-5488-7B35FFD4B6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1985" y="3432975"/>
                  <a:ext cx="46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296872-4D5E-05AA-022E-BD998D7A12C4}"/>
                    </a:ext>
                  </a:extLst>
                </p14:cNvPr>
                <p14:cNvContentPartPr/>
                <p14:nvPr/>
              </p14:nvContentPartPr>
              <p14:xfrm>
                <a:off x="4751385" y="3450255"/>
                <a:ext cx="35640" cy="414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296872-4D5E-05AA-022E-BD998D7A12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5265" y="3444135"/>
                  <a:ext cx="478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EE5AB1-F944-2CEA-9667-D30557AE4401}"/>
                    </a:ext>
                  </a:extLst>
                </p14:cNvPr>
                <p14:cNvContentPartPr/>
                <p14:nvPr/>
              </p14:nvContentPartPr>
              <p14:xfrm>
                <a:off x="4775145" y="3142815"/>
                <a:ext cx="70200" cy="57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EE5AB1-F944-2CEA-9667-D30557AE44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9025" y="3136695"/>
                  <a:ext cx="82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7965EC-A79F-2931-6D85-85D21E540CDA}"/>
                    </a:ext>
                  </a:extLst>
                </p14:cNvPr>
                <p14:cNvContentPartPr/>
                <p14:nvPr/>
              </p14:nvContentPartPr>
              <p14:xfrm>
                <a:off x="4988625" y="3115815"/>
                <a:ext cx="126000" cy="59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7965EC-A79F-2931-6D85-85D21E540C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82505" y="3109695"/>
                  <a:ext cx="138240" cy="60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5A06A29-4483-0ACC-8F27-0CB2BE860F11}"/>
              </a:ext>
            </a:extLst>
          </p:cNvPr>
          <p:cNvGrpSpPr/>
          <p:nvPr/>
        </p:nvGrpSpPr>
        <p:grpSpPr>
          <a:xfrm>
            <a:off x="7032345" y="2824575"/>
            <a:ext cx="2097000" cy="644040"/>
            <a:chOff x="7032345" y="2824575"/>
            <a:chExt cx="209700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AEE7C3-4060-34D0-362A-EF6EF3C7A101}"/>
                    </a:ext>
                  </a:extLst>
                </p14:cNvPr>
                <p14:cNvContentPartPr/>
                <p14:nvPr/>
              </p14:nvContentPartPr>
              <p14:xfrm>
                <a:off x="7032345" y="2943375"/>
                <a:ext cx="105480" cy="525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AEE7C3-4060-34D0-362A-EF6EF3C7A1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26225" y="2937255"/>
                  <a:ext cx="1177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7B7FE8-39C1-9471-B642-2C635BB67494}"/>
                    </a:ext>
                  </a:extLst>
                </p14:cNvPr>
                <p14:cNvContentPartPr/>
                <p14:nvPr/>
              </p14:nvContentPartPr>
              <p14:xfrm>
                <a:off x="7205865" y="3137775"/>
                <a:ext cx="295920" cy="221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7B7FE8-39C1-9471-B642-2C635BB674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99745" y="3131655"/>
                  <a:ext cx="3081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AEC430-9C5A-963E-6BFB-1D5644846F8F}"/>
                    </a:ext>
                  </a:extLst>
                </p14:cNvPr>
                <p14:cNvContentPartPr/>
                <p14:nvPr/>
              </p14:nvContentPartPr>
              <p14:xfrm>
                <a:off x="7539945" y="3203655"/>
                <a:ext cx="199440" cy="208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AEC430-9C5A-963E-6BFB-1D5644846F8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33825" y="3197535"/>
                  <a:ext cx="211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0B52C-4653-F38E-2A65-F7EE643B0D6A}"/>
                    </a:ext>
                  </a:extLst>
                </p14:cNvPr>
                <p14:cNvContentPartPr/>
                <p14:nvPr/>
              </p14:nvContentPartPr>
              <p14:xfrm>
                <a:off x="7830465" y="2977215"/>
                <a:ext cx="326160" cy="35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0B52C-4653-F38E-2A65-F7EE643B0D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4345" y="2971095"/>
                  <a:ext cx="3384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B7B85E-779D-FA44-5AE8-14C5D95FEBFE}"/>
                    </a:ext>
                  </a:extLst>
                </p14:cNvPr>
                <p14:cNvContentPartPr/>
                <p14:nvPr/>
              </p14:nvContentPartPr>
              <p14:xfrm>
                <a:off x="8230425" y="2824575"/>
                <a:ext cx="785520" cy="553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B7B85E-779D-FA44-5AE8-14C5D95FEB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4305" y="2818455"/>
                  <a:ext cx="7977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00B978-2A63-D4AD-931B-F1B05769850F}"/>
                    </a:ext>
                  </a:extLst>
                </p14:cNvPr>
                <p14:cNvContentPartPr/>
                <p14:nvPr/>
              </p14:nvContentPartPr>
              <p14:xfrm>
                <a:off x="9099105" y="3277455"/>
                <a:ext cx="30240" cy="7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00B978-2A63-D4AD-931B-F1B0576985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92985" y="3271335"/>
                  <a:ext cx="4248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63915B-5010-2568-A230-353FC41F0843}"/>
              </a:ext>
            </a:extLst>
          </p:cNvPr>
          <p:cNvGrpSpPr/>
          <p:nvPr/>
        </p:nvGrpSpPr>
        <p:grpSpPr>
          <a:xfrm>
            <a:off x="9510945" y="515895"/>
            <a:ext cx="927360" cy="3819240"/>
            <a:chOff x="9510945" y="515895"/>
            <a:chExt cx="927360" cy="38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079520-DBC6-CD0B-82A5-34FD321A91A0}"/>
                    </a:ext>
                  </a:extLst>
                </p14:cNvPr>
                <p14:cNvContentPartPr/>
                <p14:nvPr/>
              </p14:nvContentPartPr>
              <p14:xfrm>
                <a:off x="9510945" y="515895"/>
                <a:ext cx="927360" cy="3819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079520-DBC6-CD0B-82A5-34FD321A91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04825" y="509775"/>
                  <a:ext cx="939600" cy="38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F862EE-DF84-3A6D-D0E8-7C99B1A0B482}"/>
                    </a:ext>
                  </a:extLst>
                </p14:cNvPr>
                <p14:cNvContentPartPr/>
                <p14:nvPr/>
              </p14:nvContentPartPr>
              <p14:xfrm>
                <a:off x="10262985" y="3938055"/>
                <a:ext cx="25560" cy="34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F862EE-DF84-3A6D-D0E8-7C99B1A0B48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56865" y="3931935"/>
                  <a:ext cx="37800" cy="4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4129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02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2025-12-17T07:07:42Z</dcterms:created>
  <dcterms:modified xsi:type="dcterms:W3CDTF">2025-12-23T08:46:51Z</dcterms:modified>
</cp:coreProperties>
</file>