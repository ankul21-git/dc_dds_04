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6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86 6477,'1'-2'357,"0"-1"1,0 1 0,0-1 0,1 1 0,-1-1 0,0 1 0,1 0-1,0 0 1,-1 0 0,1 0 0,0 0 0,0 0 0,0 1-1,1-1 1,-1 0 0,0 1 0,0 0 0,1 0 0,-1-1 0,1 1-1,-1 1 1,1-1 0,0 0 0,-1 1 0,4-1 0,7-4 1158,-10 5-341,-3-1-1119,1 0-1,-1 1 1,0-1 0,1 1 0,-1 0 0,0-1 0,1 1 0,-1-1 0,1 1 0,-1-1-1,1 1 1,-1 0 0,1-1 0,-1 1 0,1 0 0,-1 0 0,1-1 0,-1 1 0,1 0-1,-1 0 1,1 0 0,0 0 0,-1 0 0,1 0 0,0 0 0,11-5 2283,-7 0 4479,4-15-5460,-9 29 182,-9 40-479,8-44-1335,-32 147 274,-105 553 0,130-645 0,3-17 0,-21 83 0,-18 28-231,32-101-2184,2-3-3342,9-47 2266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6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22 191 7501,'0'0'9005,"-2"-1"-7034,-13-8 666,11 9 953,16 20 2729,6 5-6543,134 285 2335,-8-15-2254,15-44 144,-133-216-4,0-2 1,3-1-1,0-2 1,66 54-1,-82-75-264,0-1 0,0 0 0,1-1 0,0 0 1,0-1-1,1 0 0,0-2 0,27 6 0,-33-8-24,0-1 0,1 0 0,-1-1 0,1 0 0,-1-1 0,0 1 0,1-2 0,-1 0 0,0 0 0,0 0 0,0-1 0,0-1-1,0 1 1,-1-1 0,13-9 0,0-2-502,-1-2 0,-1 0 0,0-1 0,-1-1 0,-1-1 0,-1 0 0,20-34 0,0-11-1253,39-91 0,25-122-83,-26-7 3981,-65 246-697,-2 1 0,-1-1 0,-2 0 0,-2 0 0,-2 0 0,-5-52 0,-4 57 1410,9 34-2523,0-1 0,0 1-1,0 0 1,-1-1-1,1 1 1,0 0-1,0-1 1,-1 1-1,1 0 1,0-1-1,0 1 1,-1 0 0,1-1-1,0 1 1,-1 0-1,1 0 1,0 0-1,-1-1 1,1 1-1,0 0 1,-1 0-1,1 0 1,0 0 0,-1 0-1,1-1 1,-1 1-1,1 0 1,0 0-1,-1 0 1,1 0-1,-1 0 1,1 0-1,0 0 1,-1 1 0,1-1-1,0 0 1,-1 0-1,1 0 1,-1 0-1,1 0 1,0 1-1,-1-1 1,1 0-1,0 0 1,-1 0 0,1 1-1,0-1 1,0 0-1,-1 1 1,1-1-1,0 0 1,0 1-1,-1-1 1,1 0-1,0 1 1,0-1 0,0 0-1,-1 1 1,-15 24 815,0 0 0,2 1 0,1 0 1,-13 38-1,-31 118-465,51-160-388,-72 311-1423,37-111-6223,32-143-86,7-2-5266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7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500 285 6181,'15'-37'2023,"-4"11"1822,12-41-1,-21 60-3275,0-1 0,-1 1 0,0-1 0,0 1 0,-1-1 0,0 1 0,0-1-1,-1 1 1,0-1 0,-3-10 0,3 15-379,0-1 1,0 1-1,-1 0 0,0-1 0,0 1 0,0 0 0,0 0 0,0 0 0,0 0 1,-1 0-1,1 1 0,-1-1 0,0 1 0,0 0 0,0 0 0,0 0 0,0 0 0,-1 0 1,1 0-1,0 1 0,-1 0 0,1 0 0,-1 0 0,0 0 0,1 0 0,-7 0 0,1 1-31,0 0 0,0 0 1,0 1-1,0 0 0,0 0 0,0 1 0,0 0 0,1 1 0,-10 3 0,-6 6 37,0 0 1,1 2 0,1 0 0,0 2 0,1 1-1,-23 23 1,17-13-23,1 2 0,2 1 1,-35 55-1,49-69-146,1 1-1,1 0 1,-12 36 0,17-45-65,1 0 1,0 0-1,1 0 1,0 1 0,0-1-1,1 0 1,0 1-1,0-1 1,1 0 0,0 1-1,3 12 1,-3-19 17,-1-1 0,1 1 0,0 0 0,0 0 0,0-1 0,-1 1 0,2 0 0,-1-1 0,0 1 0,0-1 0,0 1 0,1-1 0,-1 1 0,1-1 0,-1 0 0,1 0 0,-1 0 0,1 0 0,0 0 0,-1 0 0,1 0 0,4 0 0,-3 0-2,1-1 1,0 1-1,0-1 0,0 0 1,0-1-1,0 1 0,0-1 1,0 1-1,0-1 1,6-3-1,5-2-22,0-1 0,0 0 0,-1-1 1,20-15-1,116-101-229,-128 106 229,-18 14 37,1 0 0,-1 0 0,1 1 0,0-1 0,0 1 0,8-4 0,-10 7 2,-1-1-1,1 0 1,0 1-1,-1 0 1,1 0 0,-1-1-1,1 2 1,0-1 0,-1 0-1,1 0 1,-1 1-1,1-1 1,0 1 0,-1 0-1,1 0 1,-1 0-1,0 0 1,5 3 0,11 8 4,-1 1 1,0 1-1,-1 1 1,17 19-1,15 13 18,-38-38-11,0 0 1,0-1-1,1 0 0,0-1 1,1 0-1,-1-1 1,18 6-1,-22-9-4,0-2 0,0 1 0,0-1 0,1 0 0,-1 0 0,0-1 0,0 0 0,1 0-1,-1-1 1,0 0 0,0 0 0,0-1 0,0 0 0,10-3 0,-8 0-3,0 1 0,0-1 1,0-1-1,-1 1 0,0-2 0,0 1 1,0-1-1,-1 0 0,0-1 0,0 1 0,7-12 1,6-12-7,29-59 0,-31 54 25,-3 7-33,79-141 494,-92 166-413,14 13 117,-15-7-175,1-1 1,0 1-1,-1 0 0,1 0 1,-1-1-1,1 1 1,-1 0-1,0 0 1,0 0-1,0 0 0,0 1 1,0-1-1,-1 0 1,1 0-1,0 0 1,-1 1-1,1 2 0,1 50 57,-2-23-23,1 45-41,-1-56-537,0 0-1,1 0 0,1 0 1,6 29-1,11 7-4374,-2-24-4142,-2-20-1759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7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10985,'13'11'2352,"-29"-14"-248,0-3 2421,35 18-4161,0-1-692,-3 6-904,3 1-848,35 44-11626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7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43 13349,'-5'-36'2962,"4"29"6187,-7 26-6024,3-4-2469,0 0-1,1 0 0,1 1 0,1-1 1,-1 24-1,3 89-445,1-57-170,-1-40-40,6 159 0,-3-168 0,0 0 0,1-1 0,1 1 0,0-1 0,2 0 0,13 28 0,-19-46 0,0-1 0,1 0 0,-1 1 0,0-1 0,1 0 0,0 0 0,-1 0 0,1 0 0,0 0 0,0 0 0,0 0 0,0 0 0,0-1 0,1 0 0,-1 1 0,0-1 0,1 0 0,-1 0 0,1 0 0,-1 0 0,4 0 0,-3-1 0,1 0 0,0 0 0,-1 0 0,1-1 0,-1 1 0,1-1 0,-1 0 0,1 0 0,-1 0 0,0-1 0,1 1 0,-1-1 0,5-3 0,4-5 0,1 1 0,-2-2 0,0 0 0,0 0 0,18-25 0,85-133 9,31-43-161,-131 193-265,87-107-2734,-44 70-1472,-41 42 162,31-20 0,-8 14-8066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8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321 329 9449,'10'-27'2480,"0"16"1319,9 1-2456,-12 7-542,2-5 236,-1 1 1,1-1 0,-1 0-1,8-13 1,2 0 385,-10 12-1003,-1 0 0,0-1 0,0 0 0,-1 0 0,0-1 0,5-13 0,-9 18-340,0 1 1,-1 0 0,1-1 0,-1 0 0,0 1-1,-1-1 1,1 0 0,-1 1 0,0-1 0,0 0-1,-1 1 1,0-1 0,0 0 0,0 1 0,-3-7-1,3 10-39,0 1 0,0-1-1,0 0 1,-1 1 0,1-1 0,-1 1-1,1-1 1,-1 1 0,1 0 0,-1-1-1,0 1 1,1 0 0,-1 0-1,0 0 1,0 0 0,0 1 0,0-1-1,0 0 1,0 1 0,0 0-1,0-1 1,0 1 0,0 0 0,0 0-1,0 0 1,0 0 0,-1 0-1,1 1 1,0-1 0,-2 1 0,-7 2 179,0-1 0,0 2 0,0-1 1,-11 6-1,0 3-18,0 0-1,0 1 1,1 1 0,1 2 0,0 0-1,1 0 1,1 2 0,-18 23 0,7-5-234,2 2 0,1 1 0,-31 63 0,53-93 32,0 0 0,0 0 0,1 1 0,0-1 0,0 1 0,1 0 0,0-1 0,1 1 0,0 0 0,2 19 0,-1-23 0,1 0 0,1 0 0,-1 0 0,1 0 0,0-1 0,0 1 0,1-1 0,0 1 0,0-1 0,0 0 0,0 0 0,1 0 0,0 0 0,0-1 0,0 0 0,1 1 0,-1-2 0,11 8 0,0-2 4,1-1-1,0-1 1,1 0-1,0-1 1,0-1-1,0 0 1,0-1-1,25 2 1,147 2-371,-175-8 273,87-5-3335,141-25 1,-145 16 756,57-9-4742,-6-6-4997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9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92 289 12113,'0'0'2096,"-1"3"47,-10 113 6142,7-59-6296,-33 264 2997,5-50-3831,26-54-1280,6-161-321,0-47 161,0-1 0,1 1-1,0 0 1,1 0-1,0 0 1,0-1 0,1 1-1,5 12 1,-6-17 25,0 0 0,1-1 1,-1 1-1,1 0 0,-1-1 0,1 0 0,0 1 1,1-1-1,-1-1 0,0 1 0,1 0 0,-1-1 0,1 0 1,0 1-1,0-2 0,0 1 0,0 0 0,6 1 1,-7-3 20,0 0 1,-1 1-1,1-1 1,0-1-1,0 1 1,0 0-1,-1-1 1,1 1-1,0-1 1,-1 0-1,1 0 1,-1 0-1,1 0 1,-1-1-1,1 1 1,4-4-1,27-26-1708,-25 21 1474,-1 0-1,-1-1 1,0 0 0,-1 0-1,0-1 1,0 0-1,5-17 1,-2-2-348,11-57 0,22-164 799,19-132 5920,-39 249-3140,-19 115-2452,1 1-1,0-1 1,2 1-1,1 0 1,0 0 0,1 1-1,1-1 1,1 2-1,0 0 1,1 0-1,1 1 1,1 0-1,0 1 1,1 0-1,1 1 1,0 1-1,0 1 1,2 0 0,-1 1-1,2 0 1,-1 1-1,32-11 1,-12 7-73,1 2 1,0 1-1,1 2 1,0 2-1,42-2 1,-51 7-158,-1 1 0,0 2 1,1 1-1,-1 1 0,0 1 1,0 2-1,43 15 0,-63-18-62,0 0 1,-1 1-1,1 1 0,-1 0 0,0 0 1,0 0-1,-1 1 0,1 0 0,-1 0 1,-1 1-1,11 13 0,-14-16-18,0 1 1,0-1-1,-1 1 0,0 0 0,0 0 1,0 0-1,-1 0 0,0 0 0,0 0 1,0 0-1,0 1 0,-1-1 0,0 0 1,0 0-1,0 1 0,-1-1 0,1 0 1,-2 0-1,1 1 0,0-1 0,-1 0 1,-4 8-1,-2 3-59,-1 0 0,-1-1 0,0 0-1,-1 0 1,-1-1 0,0-1 0,-24 20 0,-110 76-553,108-82 453,-34 24-350,-72 68 0,132-109 433,1 0 0,0 1 0,0 0-1,2 0 1,-17 24 0,24-30 59,0-3 12,1 0 1,0 0 0,0 0 0,0 0 0,1 0 0,-1 1-1,0-1 1,1 0 0,0 1 0,-1-1 0,1 1-1,0-1 1,0 0 0,0 1 0,1-1 0,-1 0 0,1 1-1,-1-1 1,1 0 0,0 1 0,-1-1 0,1 0 0,0 0-1,1 0 1,-1 0 0,0 0 0,3 3 0,0 0 0,0 0 0,1-1 0,-1 1 0,1-1 1,0 0-1,0 0 0,1-1 0,10 6 0,53 18-85,106 27 0,41 15 91,-191-60 28,0 2 0,-1 1-1,-1 1 1,0 1 0,-1 1 0,35 31-1,-51-40 2,0 0-1,0 0 0,-1 1 0,0 0 1,-1 0-1,1 0 0,-1 1 0,-1 0 0,1-1 1,3 16-1,-5-16 2,-1 1 0,-1-1 0,1 0 0,-1 0 0,-1 0 0,1 0 0,-1 0 0,0 0 0,-1 0 0,0 0 0,0 0 0,0 0 1,-1 0-1,-6 10 0,-1 0 20,-1-1 0,-1 0 1,-1-1-1,0 0 0,-1-1 0,-1 0 1,0-1-1,-1-1 0,-20 13 1,-14 5 75,-101 45 0,90-49-293,-2-3 0,-1-3 1,0-3-1,-1-2 0,0-4 0,-2-2 0,1-3 0,-88-4 1,148-2-178,1 0 0,-1-1 0,1 1 1,0-1-1,-1-1 0,1 1 1,0-1-1,0 0 0,-10-5 1,14 6-1,-1 0 0,1-1 0,-1 1 0,1-1 0,-1 1 0,1-1-1,0 1 1,0-1 0,0 0 0,0 0 0,0 0 0,0 0 0,1 1 0,-1-1 0,1 0 0,-1 0 0,1 0 0,0 0 0,0 0 0,0 0 0,0-1 0,0 1 0,0 0 0,0 0 0,1 0 0,-1 0 0,1 0 0,0-3 0,20-37-10999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49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745 83 12421,'-58'-65'6722,"56"63"-6514,0 0 0,0 1-1,0-1 1,-1 1 0,1-1-1,0 1 1,-1 0 0,1 0 0,-1 0-1,0 0 1,1 0 0,-1 1-1,1-1 1,-1 1 0,0 0 0,1-1-1,-4 2 1,-53 5 1544,22 2-1282,0 2 0,0 1 1,1 2-1,0 1 0,-57 34 1,36-14-359,1 3 1,-76 66-1,118-89-225,0 0-1,-13 17 1,22-25 63,5-5 44,0 0 1,0 0 0,0 1 0,0-1-1,1 0 1,-1 0 0,0 0 0,1 0-1,-1 1 1,0-1 0,1 0 0,-1 0-1,1 0 1,0 0 0,-1 0 0,2 1-1,-1-1-5,0 0 8,0 1 0,0-1 0,0 0 0,0 0-1,0 0 1,0 0 0,0 0 0,1 0 0,-1-1 0,0 1 0,0 0 0,1-1 0,-1 1 0,1-1 0,-1 1-1,0-1 1,1 0 0,-1 1 0,1-1 0,-1 0 0,1 0 0,-1 0 0,1 0 0,-1 0 0,3-1 0,42-10 62,-35 8-32,147-54 733,-124 42-404,1 1 0,1 2 0,74-15-1,-103 26-354,1 0 0,-1 1 0,0-1-1,1 1 1,-1 1 0,1-1-1,-1 1 1,1 1 0,-1-1 0,0 1-1,0 0 1,0 1 0,0 0-1,0 0 1,0 1 0,-1-1 0,1 1-1,-1 1 1,0-1 0,-1 1-1,1 0 1,-1 1 0,0-1 0,0 1-1,7 10 1,49 77-4675,-3 0-7115,-38-57 1726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0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911 66 13953,'-32'3'2204,"31"-3"-1969,0 0 0,-1 0-1,1 1 1,0-1 0,-1 1-1,1-1 1,0 1-1,-1-1 1,1 1 0,0 0-1,0 0 1,0-1 0,-1 1-1,1 0 1,0 0-1,0 0 1,0 0 0,1 0-1,-1 1 1,0-1 0,0 0-1,1 0 1,-1 1-1,0-1 1,1 0 0,-1 1-1,1-1 1,-1 3 0,0 1 121,1 0 1,-1 0-1,1 0 0,0 0 1,1 9-1,1-1-101,1 0-1,1 0 1,0 0-1,1 0 0,0-1 1,1 1-1,0-1 1,1-1-1,1 1 0,0-1 1,0-1-1,16 16 1,-13-15-283,0 0 1,1-1-1,0 0 0,1-1 1,0-1-1,1 0 1,0-1-1,0 0 1,0-1-1,24 7 1,-25-11-93,-1 1 0,0-2 0,0 0 0,1 0 0,-1-1 0,1-1 0,-1 0 0,0-1 0,1 0 0,-1-1 0,0 0 0,-1-1 0,1 0 0,0-1 1,-1 0-1,0-1 0,-1 0 0,1-1 0,10-9 0,5-6 144,-1-1-1,-1-2 1,-1 0 0,-2-2 0,28-44-1,-24 33 657,-8 11 669,30-37 1,-41 56-829,-5 6-403,0 0 0,0 0 0,0 0 0,0 0 0,1 1 0,-1-1 0,1 0 0,-1 1 0,1 0 0,2-2 0,-3 2-74,-1 1 1,1 0-1,0 0 0,-1 0 1,1 0-1,0 0 0,-1 0 1,1 0-1,0 0 0,0 1 0,-1-1 1,1 0-1,0 0 0,-1 0 1,1 1-1,-1-1 0,1 0 1,0 1-1,-1-1 0,1 1 1,-1-1-1,1 0 0,-1 1 0,1-1 1,-1 1-1,1 0 0,-1-1 1,1 1-1,-1-1 0,0 1 1,0 0-1,1-1 0,-1 1 0,0-1 1,1 2-1,-1 1-31,0-1-1,1 1 1,-1 0-1,0-1 1,-1 1 0,1-1-1,0 1 1,-1-1-1,0 4 1,-51 185-13,-189 589 0,77-360 0,-109 155 73,208-460-1000,-5-3-1,-153 185 1,195-264 413,-2-2-1,-1-2 1,-1 0 0,-39 25-1,58-45 373,-1 0-1,0-1 0,0-1 1,-1 0-1,0-1 1,0 0-1,0-1 1,-1-1-1,1 0 1,-1-2-1,0 0 0,0 0 1,-31-2-1,41 0 155,0-1 1,1 0-1,-1 0 0,0-1 0,1 1 0,-1-1 0,0 0 0,1-1 1,0 1-1,0-1 0,0 0 0,0-1 0,0 1 0,1-1 0,-1 0 0,-7-8 1,8 5 56,0 1 1,0 0 0,1-1 0,0 0 0,0 0-1,1 0 1,-1 0 0,2 0 0,-1-1 0,1 1-1,-1-14 1,3-4 127,0 0 0,2-1 0,0 1 0,2 0 0,1 1 0,16-45 0,3 10-37,3 0 1,2 2-1,2 2 1,3 1-1,61-72 1,235-231 202,-111 146-1667,335-250-1,-285 267-1749,-129 104-322,3 9-3421,-25 22-3622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0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1 683 7749,'8'0'602,"0"1"0,0-2 0,1 1 0,-1-1 0,0-1 0,0 1 0,0-1 0,0-1 0,-1 1 0,1-1 0,-1-1 0,1 1 0,-1-1 0,0-1 0,8-6 0,12-9 718,0-1 0,31-35 0,-44 41-1178,-2 0-1,0-1 0,-1-1 1,0 0-1,-1 0 1,-1-1-1,-1 0 0,-1 0 1,0-1-1,-1 0 0,-1 0 1,-1-1-1,-1 1 1,-1-1-1,0 0 0,-1 0 1,-2 0-1,0 1 0,-6-37 1,6 53-84,0 1 1,0-1 0,0 1-1,0 0 1,0-1-1,0 1 1,-1 0-1,1 0 1,-1 0-1,0 0 1,1 0-1,-1 0 1,0 0 0,0 1-1,0-1 1,0 1-1,-1-1 1,1 1-1,0 0 1,-1 0-1,1 0 1,0 0-1,-1 0 1,1 0 0,-1 1-1,1-1 1,-1 1-1,0 0 1,1 0-1,-4 0 1,-3 0 128,0 0 0,0 1-1,1 1 1,-1-1 0,0 2 0,-16 5 0,15-3-3,1 0 0,-1 1 0,1 0 0,0 0 0,1 1 0,-1 0 0,1 1 0,1-1 0,-1 2 0,-10 14 0,5-3 207,1 1 0,0-1 0,-15 40-1,20-42-272,1-1 0,0 1-1,1 0 1,1 0 0,1 0-1,0 0 1,2 1 0,0 0-1,1-1 1,1 1-1,0-1 1,2 1 0,0-1-1,1 0 1,13 35 0,-10-34-118,1 0 1,1-1 0,1 0 0,1 0-1,0-1 1,27 30 0,-21-29-1,1-1 0,0-1 0,1-1 0,1-1 0,0 0 0,1-2 0,23 11 0,-27-16 0,0 0 0,1-1 0,0-1 0,0-1 0,0-1 0,1 0 0,-1-1 0,1-1 0,33-2 0,-25-2 0,0-2 0,-1 0 0,0-2 0,0 0 0,0-2 0,-1-1 0,0-1 0,-1-1 0,0-2 0,-1 0 0,31-25 0,-15 6 0,-2-2 0,-2-1 0,-1-2 0,-2-2 0,33-51 0,79-147 0,44-63 0,-187 300 0,0-1 0,1 0 0,-1 1 0,0-1 0,1 1 0,-1-1 0,1 1 0,0 0 0,-1 0 0,1 0 0,0 0 0,0 0 0,0 0 0,0 0 0,0 0 0,-1 1 0,2-1 0,-1 1 0,0-1 0,0 1 0,0 0 0,0 0 0,0 0 0,0 0 0,0 0 0,0 1 0,0-1 0,0 0 0,0 1 0,0 0 0,0-1 0,0 1 0,0 0 0,0 0 0,-1 0 0,4 2 0,2 2 0,-1 0 0,0 0 0,0 1 0,0 0 0,0 0 0,-1 0 0,8 13 0,6 13 0,-2 2 0,-1 0 0,-1 1 0,-2 1 0,12 55 0,-14-41 0,-3 0 0,-2 1 0,-1 81 0,-6-102 0,-1-1 0,-2 1 0,0-1 0,-2 0 0,-2-1 0,0 1 0,-2-2 0,-14 31 0,13-36 0,-1-2 0,-1 0 0,-1 0 0,0-1 0,-2-1 0,0 0 0,-1-1 0,0-1 0,-1 0 0,-31 18 0,21-16-153,-1-1 0,0-2 1,-1-1-1,-1-1 0,0-2 0,0-1 0,-1-1 1,-1-2-1,1-2 0,-37 3 0,-60-16-3801,41 0 241,-6 7-3929,10-3-5151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2.5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114 287 5348,'3'-13'1523,"1"1"-1,0 0 0,0 0 1,1 1-1,8-14 0,7-19 1722,-18 39-2966,-1 0-1,0 0 0,-1 0 0,1 0 1,-1 0-1,0 0 0,0 0 0,0 0 1,-2-8-1,1 7-74,0 0 0,0 1 0,1-1 0,0 0 0,1-7 0,0 4 344,0 0-1,-1 0 1,-1-18 0,0 24 111,-2 3 126,-3 0-639,0 0 1,0 1-1,0-1 1,0 1 0,0 1-1,1-1 1,-1 1-1,1 0 1,-1 0 0,1 1-1,0 0 1,-1 0-1,1 0 1,1 0 0,-1 1-1,0 0 1,1 0-1,0 0 1,0 0 0,-5 8-1,2-4-129,2 1-1,-1 0 0,1 0 1,0 1-1,1-1 0,0 1 1,0 0-1,1 0 0,-2 15 1,3-10-638,1 0 0,1 0 0,1 0 0,0-1 0,1 1 0,4 19 0,20 82-9696,-8-56-583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3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1113 9433,'-3'-1'2340,"-41"-24"7599,39 21-9382,3 3 555,-2 2-73,-6 5-657,-1 0 1,1 0-1,0 1 1,0 1-1,1 0 0,0 0 1,-9 11-1,-57 75 655,52-62-763,-32 32-1,37-40-131,16-22 12,2-6-118,1-7-23,0 1 0,1-1-1,0 1 1,1-1-1,0 1 1,1 0-1,5-11 1,41-76 73,-32 65-39,74-133 79,7 4-1,153-190 0,-190 275-40,6-9 486,150-147 0,-207 222-400,1 0 0,0 1 0,0 0 1,27-13-1,-36 21-146,0-1 0,0 1 0,1 0 0,-1 0 0,1 0 1,-1 0-1,0 1 0,1-1 0,-1 1 0,1 0 0,-1 0 1,1 0-1,-1 1 0,1-1 0,-1 1 0,1 0 0,-1-1 1,0 2-1,1-1 0,-1 0 0,0 1 0,0-1 0,0 1 1,0 0-1,0 0 0,4 4 0,-1 1-25,0-1 0,-1 1 0,0 0 0,0 0 0,-1 1 0,0 0 0,0-1 0,0 1 0,-1 0 0,3 15 0,1 10 0,5 49 0,-10-63 0,5 75 0,-9 184 0,-34 97 0,20-236 0,-23 189 0,-22 230 0,55-381-1389,7-153 799,2 1-1,0 0 1,1-1 0,14 43 0,-16-62-91,-1 0 1,2-1-1,-1 1 1,0-1 0,1 1-1,0-1 1,0 0-1,7 7 1,-8-9-102,0 0 1,0 0-1,1-1 1,-1 1-1,1-1 1,-1 1-1,1-1 0,-1 0 1,4 1-1,25-2-10721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3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51 731 9153,'-11'-13'789,"6"9"-245,1 0 0,0 0 0,0 0 0,1-1 0,-1 1 0,1-1 0,0 0 0,0 0-1,-3-10 1,6 13-416,0 0 0,1 0-1,0 0 1,-1 0-1,1 1 1,0-1 0,0 0-1,0 1 1,0-1-1,0 0 1,0 1 0,1-1-1,-1 1 1,0 0-1,1-1 1,-1 1 0,1 0-1,0 0 1,-1 0-1,3-1 1,37-17 794,12 4-496,0 1 0,1 4 0,0 1 0,57 0 0,-10-1-208,261-37-615,33-4-1006,-126 19-257,300-74-1,-541 98 1926,-1 0-1,0-2 0,-1-1 1,0-1-1,0-1 0,-1-1 1,-1-2-1,-1 0 0,0-1 1,-1-2-1,31-33 0,-51 49-119,1 0 0,-2 0-1,1 0 1,0 0-1,-1 0 1,1 0-1,-1-1 1,0 1-1,0-1 1,0 1-1,-1-1 1,1 1-1,-1-5 1,6-20 1704,-6 26-1733,0 1 1,0 0 0,0 0 0,1-1-1,-1 1 1,0 0 0,-1 0-1,1-1 1,0 1 0,0 0-1,0 0 1,-1-1 0,1 1-1,-1 0 1,1 0 0,-1 0-1,1 0 1,-1 0 0,0-1-1,1 1 1,-1 0 0,0 0-1,0 1 1,0-1 0,0 0-1,0 0 1,0 0 0,-1 0-1,-3 2 903,-3 5-714,0 0 0,1 0 1,0 1-1,0 1 0,1-1 1,0 1-1,0 0 1,1 0-1,0 0 0,0 1 1,-6 17-1,-3 12 350,-13 63-1,16-57-548,-26 108-172,-17 158 1,31 2-5181,23-275 2468,6 59 0,-3-76 202,1 0 0,9 25 0,11 19-8515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844 253 9809,'0'-2'285,"1"0"1,-1-1 0,0 1-1,-1 0 1,1 0-1,0 0 1,0 0 0,-1 0-1,1 0 1,-1 0-1,0 0 1,0 1-1,0-1 1,1 0 0,-2 0-1,1 0 1,0 1-1,-2-3 1,-10-23 3570,10 17-2394,0 1 1,0 0-1,-8-16 1,5 15-931,1 1 0,-1-1 1,-1 1-1,1 1 0,-16-15 1,13 15-321,0 2 0,-1-1 0,0 2 0,0-1 0,0 1 0,-1 1 0,1-1 0,-1 2 0,0 0 1,-1 0-1,-14-1 0,-9 0 143,0 2 1,-50 3-1,58 1-239,1 1-1,-1 1 0,1 2 1,0 0-1,1 2 1,-27 11-1,34-11-109,1 0 0,0 1 1,0 1-1,1 1 0,0 0 0,1 1 1,1 0-1,0 2 0,-16 17 0,25-23-57,0-1 0,0 1 0,1 0 0,-1 0-1,2 0 1,-1 1 0,1-1 0,1 1 0,-4 15 0,5-19-15,1 1 1,-1-1-1,1 1 0,0-1 1,1 1-1,-1 0 1,1-1-1,0 1 1,0-1-1,1 0 1,-1 1-1,1-1 1,1 0-1,-1 0 0,1 0 1,-1 0-1,5 5 1,3 0-106,0-1 0,0 1 0,1-2 0,0 1 0,0-2 0,1 1 0,0-2 1,1 1-1,-1-2 0,1 0 0,0 0 0,0-1 0,1-1 0,-1 0 0,1-1 0,0 0 0,17-1 0,-6 0 35,1-2 0,0 0 0,-1-2 0,1-1 0,-1-1 0,0-1 0,-1-1 0,36-15 0,-44 14 149,0 0 0,0-2 0,-1 0 0,0 0 0,0-1 0,-2-1 0,19-19 0,-5-1 569,-2-1 0,24-41 0,3-3 1259,-50 74-1544,17 12 318,-17-8-585,0 0 1,-1 1 0,1-1-1,-1 1 1,1-1 0,-1 1-1,0 0 1,0-1-1,0 1 1,1 0 0,-2 0-1,1 0 1,0 0-1,0 0 1,-1 0 0,1 0-1,-1 0 1,1 0-1,-1 4 1,1 46 312,-2-36-244,-2 50 60,-4-1 0,-27 114 1,27-144-152,-26 91-8,-73 182 0,87-259 0,-228 483 0,194-431 0,-5-2 0,-72 95 0,120-182 0,0 1 0,-1-1 0,-1-1 0,0 0 0,0 0 0,-26 16 0,36-26 0,0 0 0,0 0 0,0-1 0,1 1 0,-1 0 0,0-1 0,0 1 0,0-1 0,0 0 0,0 1 0,0-1 0,0 0 0,0 0 0,0 0 0,0-1 0,0 1 0,0 0 0,0-1 0,0 1 0,0-1 0,0 0 0,0 0 0,0 1 0,1-1 0,-1-1 0,-2-1 0,1 1 0,1 0 0,0 0 0,0 0 0,0 0 0,0-1 0,0 1 0,0-1 0,1 1 0,-1-1 0,1 0 0,0 0 0,-1 0 0,1 0 0,1 1 0,-1-1 0,0-6 0,0-14-48,2-1-1,0 0 1,2 0-1,1 1 1,0 0-1,2 0 1,1 0 0,13-30-1,10-15-313,54-89-1,-10 40-693,4 3 1,104-114-1,209-186-1444,-44 86 1266,29 36 951,-366 285 403,1 0 1,1 0-1,-1 1 1,18-6-1,-26 11-69,-1 0-1,0 0 1,1 1 0,-1-1-1,1 1 1,-1-1 0,1 1-1,-1 0 1,1 0-1,0 0 1,-1 0 0,1 1-1,-1-1 1,1 1 0,-1-1-1,0 1 1,1 0-1,-1 0 1,0 0 0,1 0-1,-1 0 1,0 1 0,0-1-1,0 1 1,0-1 0,0 1-1,0 0 1,3 3-1,-1 2 62,0 1-1,0-1 0,-1 0 0,0 1 0,0 0 0,-1-1 0,0 1 0,0 0 0,-1 0 0,0 0 0,0 14 1,-2 9 149,-7 53 0,4-49-116,-3 18-13,4 0-1,1 0 0,3 0 0,2 0 1,15 79-1,-13-111-119,1-1 0,0 0 0,2 0 1,0-1-1,1 0 0,1-1 0,15 22 1,-15-28-25,-1 0-1,2-1 1,-1 0 0,1-1 0,1-1 0,0 1 0,0-2 0,1 0 0,0 0 0,0-1-1,18 6 1,-22-9 7,0-1 0,1 0-1,0-1 1,-1 0 0,1-1-1,0 0 1,0 0 0,0-1-1,0 0 1,0-1 0,0 0-1,14-3 1,-17 1 1,1 1-1,-1-1 1,1 0 0,-1-1 0,0 1-1,0-2 1,-1 1 0,1-1 0,-1 0-1,0 0 1,0 0 0,-1-1-1,0 0 1,0 0 0,0-1 0,4-8-1,2-4 0,-2-1 1,-1 0-1,0 0 0,-1-1 0,-2 0 0,0 0 0,-1 0 0,-1-1 0,-1 0 0,-1-35 0,-3 22 2,-1-1-1,-2 0 0,-2 1 0,-1 0 0,-21-57 1,19 67 21,-1 0 0,-1 1 0,-1 1 0,-29-39 0,31 48-73,0 1-1,-1 0 1,0 1 0,-1 0 0,-1 1 0,0 1-1,0 0 1,-24-12 0,33 20-175,-1-1 0,0 1 0,0 0 0,-1 1-1,1-1 1,0 1 0,0 1 0,-1-1 0,1 1 0,-1 0 0,1 0 0,0 1 0,-1 0-1,1 0 1,0 0 0,0 1 0,0 0 0,-8 4 0,8-3-772,-1 0-1,1 1 1,-1 0-1,1 1 1,1-1 0,-1 1-1,1 0 1,-1 1-1,-7 10 1,-14 30-10226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5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0 206 9349,'1'-3'2434,"2"-20"199,-3 16-1911,1 1-1,-1-1 1,2 0 0,-1 1 0,1-1-1,0 1 1,0 0 0,0-1-1,1 1 1,0 0 0,0 0-1,1 1 1,8-11 0,-7 11-439,0 0 0,1 0 0,0 1 1,0 0-1,1 0 0,-1 0 1,1 1-1,0 0 0,-1 0 1,2 1-1,-1 0 0,0 0 1,0 0-1,1 1 0,-1 0 0,11 0 1,-8 2-152,-1-1 0,1 1 0,0 0 0,-1 1 0,1 1 0,-1-1 0,0 1 0,0 1 0,0 0 0,0 0 0,0 0 0,10 9 0,-4-1-66,0 0 1,-1 2 0,0-1 0,-1 2 0,0 0-1,-2 0 1,0 1 0,0 1 0,-2 0 0,0 0 0,-1 1-1,-1 0 1,0 0 0,-1 1 0,5 31 0,-7-21-43,0 1-1,-2 1 1,-2-1 0,0 0 0,-2 0 0,-1 0 0,-2 0 0,-1 0 0,-13 38 0,6-27-34,-3 0 0,-1-2 1,-2 0-1,-1-1 0,-46 64 1,37-61-15,20-27 78,-1 0 0,-1 0 0,-17 17 0,27-30-48,0 0-1,0 0 0,0-1 1,0 1-1,0 0 1,0 0-1,0 0 0,0-1 1,-1 1-1,1-1 1,0 1-1,-1-1 0,1 1 1,0-1-1,0 0 0,-4 1 1,5-2-3,-1 1 1,1 0-1,-1 0 1,0 0 0,1-1-1,-1 1 1,1 0-1,-1-1 1,1 1-1,-1-1 1,1 1-1,-1-1 1,1 1-1,-1-1 1,1 1-1,-1-1 1,1 1-1,0-1 1,-1 1-1,1-1 1,0 0 0,0 1-1,-1-1 1,1 0-1,-1-4 6,0 1 1,1-1-1,0 1 0,-1-1 1,2 0-1,-1 1 0,0-1 0,1 1 1,2-8-1,10-29-9,2 1 0,2 1 0,1 1 0,43-67 0,115-135 0,-154 212 0,36-46-1936,3 3 0,101-93 0,-132 138 1058,1 2 1,1 1-1,1 1 0,1 2 0,1 1 0,1 1 0,0 3 0,61-18 0,-20 19-5230,-6 11-3858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5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218 25 13065,'-3'-3'357,"0"1"0,0-1 0,0 1 0,0-1-1,-1 1 1,1 0 0,-1 1 0,1-1 0,-1 1 0,-6-2-1,9 3-154,-1-1 0,1 1-1,-1 0 1,1 1 0,0-1 0,-1 0-1,1 0 1,-1 1 0,1-1-1,0 1 1,-1-1 0,1 1-1,0-1 1,-1 1 0,1 0-1,0 0 1,0-1 0,0 1 0,0 0-1,0 0 1,0 0 0,0 0-1,0 1 1,0-1 0,0 0-1,1 0 1,-1 0 0,0 1-1,1-1 1,-1 0 0,1 1-1,-1 2 1,-16 50 3140,-17 98-1,8-30-903,18-89-2620,-10 36-2415,3 1 1,-6 72-1,22-97-1869,4-15-1634,7 4-5145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5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 11925,'0'0'5289,"19"0"-4209,0-3-312,0 9-508,19 11-628,-6 3-852,3-3-577,0 12-2859,0-1-3641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5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0 12089,'1'1'130,"-1"0"1,1 0-1,-1 0 0,1 0 1,-1-1-1,0 1 0,1 0 1,-1 0-1,0 0 1,0 0-1,0 0 0,0 0 1,0 0-1,0 0 0,0 0 1,0 0-1,0 0 0,0 0 1,0 0-1,-1 0 0,1 0 1,0 0-1,-1 0 0,1 0 1,-1-1-1,1 1 0,-2 1 1,-22 25 2220,6-7-844,12-9-850,1 0-1,1 0 1,-1 0-1,2 1 1,0-1-1,-3 16 1,-2 9 462,-57 228 2850,-1 2-3593,54-219-1293,2 1 0,-5 59 0,14-77-1083,2 42 0,2-48-1127,0 0 0,8 30 0,4-8-7414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6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97 421 10829,'-4'0'158,"-5"0"371,-1-1 1,1-1-1,-15-3 1,21 4-171,0-1 0,0 1 0,0-1 0,0 1 0,0-1 0,0 0 0,1 0 0,-1 0 0,1 0-1,-1-1 1,1 1 0,0-1 0,-4-4 0,6 5-115,0 0 0,0 0 0,0 1-1,1-1 1,-1 0 0,0 0 0,1 0-1,0 0 1,-1 1 0,1-1-1,0 0 1,0 1 0,0-1 0,0 0-1,0 1 1,0-1 0,0 1 0,3-3-1,2 1-68,1 1-1,-1-1 1,1 1 0,-1 1-1,1-1 1,0 1-1,-1 0 1,8 0-1,5-1 94,75-7 255,154 6-1,10-1-1317,-204 0 647,-1-2 1,0-3-1,87-26 1,-113 26 111,0-2 0,-1 0 0,-1-2 0,0-1 0,0-1 1,-2-1-1,0-1 0,34-33 0,-22 16-28,46-34 0,-75 88-29,-5-7 92,-1-1-1,0 0 1,-1 1-1,0-1 1,-6 22-1,-22 64 57,14-52-102,-85 225 83,24-76-55,48-92-10,21-76 40,6-25-10,0 1 0,1-1 0,-1 1-1,1 0 1,-1-1 0,1 1 0,0 0 0,0-1-1,0 1 1,0 0 0,0 0 0,1-1 0,-1 1-1,1-1 1,0 1 0,0 0 0,0-1 0,0 1-1,0-1 1,0 0 0,1 1 0,-1-1 0,3 3-1,-1-4 3,-1 1-1,1-1 0,0 1 0,-1-1 0,1 0 1,0 0-1,0 0 0,0-1 0,0 1 0,0-1 1,0 0-1,0 1 0,0-1 0,0-1 0,0 1 1,-1 0-1,1-1 0,0 1 0,0-1 0,5-2 1,58-19 28,90-45 0,-135 57-24,0 1 1,0 2 0,26-7 0,-39 12 10,0 1 0,-1 0 0,1 0 0,0 0-1,0 1 1,-1 0 0,1 1 0,0 0 0,0 0 0,-1 1 0,1 0 0,-1 0 0,10 4 0,-9-2 33,-1 1 0,1-1 0,-1 1 0,0 1 0,-1-1 0,1 1 0,-1 0 0,0 1 1,-1 0-1,8 11 0,-2 1 122,0 1 0,-2 0 0,8 24 0,-12-30-96,2 5 40,0-1 1,1 1-1,1-1 0,16 24 0,-22-38-115,0 0 0,0 0 0,0 0 0,1 0 0,-1-1 0,1 0 0,0 0 0,0 0 0,0 0 0,0 0 0,1-1-1,-1 0 1,1 0 0,0 0 0,-1 0 0,1-1 0,0 0 0,0 0 0,0 0 0,0-1 0,0 1 0,0-1 0,8-1 0,0-1-81,1-1 1,-1-1-1,0 0 1,-1 0-1,1-2 0,-1 1 1,0-2-1,0 1 1,-1-2-1,0 1 1,11-11-1,16-16-377,54-64 0,-50 51 291,-27 31 51,0 1-1,20-16 0,-32 29 79,0 2 46,0 0-15,-1 0 1,1 0 0,-1 0 0,1 0 0,-1 1 0,1-1 0,-1 1-1,0 0 1,1-1 0,-1 1 0,0 0 0,1 0 0,-1 1 0,0-1-1,2 2 1,0 1 3,0 0 1,-1 0-1,0 1 0,0 0 0,0-1 0,3 9 1,2 2 22,0 0 0,1 0 0,1-1 0,0-1 0,16 18 1,-21-27-22,-1 1 1,1-1 0,0-1-1,0 1 1,0-1 0,1 0 0,-1 0-1,1 0 1,0-1 0,0 0-1,0 0 1,0 0 0,0-1 0,0 0-1,0 0 1,0 0 0,11-1 0,5-3 60,-1 0 0,1-2 0,22-7 1,37-8 255,-76 19-306,-1 0 1,1 1-1,-1 0 0,0 0 0,1 1 1,-1-1-1,1 1 0,-1 0 1,0 0-1,1 0 0,-1 1 1,6 2-1,2 3-3,-1 0 0,20 16 0,20 12-1061,-35-25-10,1-2 1,0 0-1,36 11 0,-43-17-494,1 1 0,-1-2 0,1 0 1,0 0-1,17-1 0,17-3-5370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6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0 3988,'-25'0'1092,"47"0"-175,0 0 759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7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66 8669,'0'0'2152,"7"-14"-356,2 0 2497,-12-6-8322,3 3 281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9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11197,'0'0'15656,"-1"3"-14639,-14 124 3204,5-39-3574,3-18-1924,2-1 0,6 100 0,10-67-4234,8-3-3645,-3-37-2100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6:59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944 594 12053,'-10'11'428,"6"-6"-150,0 0-1,-1-1 0,1 0 1,-1 1-1,0-1 1,0-1-1,0 1 1,-1-1-1,1 0 1,-1 0-1,1-1 1,-1 0-1,-10 3 1,-4 4 666,1 0 1,1 1-1,0 1 1,0 1-1,1 0 1,-16 17-1,6-8-135,-17 15 718,2 3 0,-61 70 0,-58 103 815,104-127-1930,4 2 0,-43 96-1,71-126-246,2 0-1,3 2 1,2 0-1,-16 101 1,31-133-165,1 0 0,1 0 0,1 0 0,1 0 0,2 1 0,0-2 0,2 1 0,1 0 0,1-1 0,1 0 0,2-1 0,0 0 0,2 0 0,0-1 0,2-1 0,1 0 0,0-1 0,2 0 0,0-1 0,2-2 0,0 1 0,1-2 0,37 26 0,-15-18-56,0-1 1,2-2-1,1-2 0,0-2 1,1-2-1,1-3 0,60 12 1,-18-10-123,0-5 1,1-3-1,97-4 1,-96-7-208,-1-4 1,1-5 0,-2-3-1,0-4 1,154-53 0,-184 49 172,0-3 0,-1-2-1,-2-2 1,-1-3 0,-2-3 0,-1-1 0,-2-3 0,-1-2 0,43-49-1,-48 39 88,-3-1 0,-2-3 0,-2 0-1,-3-3 1,-2-1 0,-3-1 0,-3-1-1,-2-2 1,-4 0 0,-2-1 0,10-68-1,-20 78 88,-2 0 0,-3 0-1,-2-1 1,-2 1 0,-3 0 0,-2 0-1,-3 0 1,-2 1 0,-2 1-1,-3 0 1,-2 0 0,-2 2-1,-50-92 1,40 96 86,-1 2 1,-3 0-1,-1 2 1,-3 2-1,-1 1 1,-65-50-1,64 60-14,0 1-1,-2 3 1,-2 1-1,0 3 1,-1 1-1,-1 2 1,-71-19-1,87 32-197,0 0-1,0 2 1,-1 1-1,1 1 1,-1 2-1,0 1 1,1 2-1,0 0 0,-1 3 1,1 0-1,-50 18 1,52-13-1026,1 1 1,-43 26 0,46-22-1115,1 1 1,-40 36-1,-10 28-8011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0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492 61 10313,'-1'-3'360,"1"1"-1,0-1 1,-1 1-1,1-1 1,0 1 0,0-1-1,0 1 1,1-1 0,-1 1-1,1-1 1,-1 1-1,1 0 1,0-1 0,0 1-1,0 0 1,0-1 0,2-2-1,-5 3 426,1 1 1,-1 0-1,1-1 0,-1 1 0,0 0 1,0 0-1,0 0 0,0 0 0,0 0 0,-2-1 1,-4 15 251,1 1 0,0-1 0,1 1 0,-9 28 0,-9 65 763,12-49-1491,-154 579-248,-13 62-73,160-608-1504,3 1 0,-3 96 0,19-178 294,0 1 0,1-1 0,0 1 1,3 13-1,-3-20 365,0-1 1,0 0-1,0 0 1,1 0-1,-1 0 1,1 0-1,0 0 1,2 3-1,-3-5-21,0 0 0,1 0 0,-1 0-1,0 0 1,1 0 0,-1 0 0,0-1-1,1 1 1,-1 0 0,1-1 0,-1 0 0,3 1-1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1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455 0 11897,'-1'1'151,"0"1"1,0-1-1,0 0 1,0 0-1,0 0 0,0 0 1,0 0-1,0 0 1,0 0-1,0-1 0,-1 1 1,1 0-1,0-1 1,-1 1-1,1-1 0,0 1 1,-1-1-1,1 0 1,-1 1-1,1-1 0,0 0 1,-1 0-1,1 0 1,-1 0-1,-5-2 4125,10 5-2955,34 20-9,0-1 0,68 28 0,-53-27-875,27 14-27,115 56 253,-161-74-571,-1 1 0,-1 1 0,46 40 0,-68-52-81,0-1 0,-1 1 0,0 0 0,-1 1 0,1 0 0,-2 0 0,9 17-1,-13-22-7,0 0 0,-1 0-1,1 1 1,-1-1-1,0 0 1,0 1-1,-1-1 1,1 0 0,-1 1-1,-1-1 1,1 1-1,-1-1 1,0 0-1,0 1 1,0-1 0,-1 0-1,1 0 1,-2 0-1,-2 6 1,-4 4-10,0-1-1,-2 0 1,0 0 0,0-1-1,-1-1 1,-1 0 0,0 0 0,-15 9-1,-10 6-90,-75 38 0,-221 78-1217,60-28-1179,88-30-2565,174-79 3604,0 0 0,0 1 0,-14 10 0,19-10-404,0-1-1,1 1 1,0 0-1,-5 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1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31 429 12065,'-5'-9'926,"1"0"0,0 0 0,0 0 0,1-1 0,0 1 0,0-1 0,-1-11 0,4 17-574,0 0 0,-1 0 0,2 0 1,-1 0-1,0 0 0,1 1 0,0-1 0,-1 0 0,2 0 0,-1 1 0,0-1 0,1 0 0,-1 1 0,1-1 0,0 1 1,1 0-1,-1 0 0,0 0 0,1 0 0,-1 0 0,1 0 0,6-4 0,4-1-156,1 0 0,0 1 0,0 0 0,1 1-1,0 0 1,0 1 0,1 1 0,-1 1 0,1 0-1,0 1 1,0 0 0,0 2 0,0 0 0,21 2 0,-3 2 180,0 1 0,-1 2 1,1 1-1,-1 2 1,55 24-1,-64-24-376,-1 2 0,-1 1 0,0 0 0,-1 2 0,0 0 0,-1 2 0,-1 0 0,-1 1 0,0 1 0,15 22 0,-25-29 0,0-1 0,-1 1 0,-1 0 0,0 1 0,-1-1 0,0 1 0,-1 1 0,0-1 0,-1 0 0,0 1 0,-2-1 0,1 1 0,-2 0 0,0 0 0,0 0 0,-1-1 0,-1 1 0,0-1 0,-1 1 0,-7 18 0,6-21-14,0 0 1,-1 0-1,0-1 1,-1 1-1,0-2 1,-1 1-1,0-1 1,0 1-1,-1-2 1,0 1-1,-1-1 1,1-1-1,-2 0 1,1 0-1,-1 0 1,-19 8-1,27-14 11,0 0 0,0 0-1,0-1 1,0 1 0,0-1 0,0 1 0,0-1 0,0 0-1,0 0 1,0 0 0,0 0 0,0 0 0,0 0-1,0-1 1,0 1 0,0-1 0,0 1 0,0-1 0,0 0-1,1 1 1,-4-3 0,3 1 7,0 0-1,0 0 1,0 0 0,1 0-1,-1 0 1,1-1 0,0 1-1,-1 0 1,1-1 0,0 1-1,0-1 1,1 1-1,-1-1 1,0-3 0,-1-5 14,1 0 0,1 0 0,0 0 0,1 0 0,0 0 0,0 0 0,4-13 0,2 3-23,0 0-1,1 1 0,21-36 1,41-56-215,-56 92 126,19-25-915,1 1 0,3 2 0,1 1 0,3 2 1,0 2-1,3 2 0,1 2 0,1 2 0,92-47 0,-107 64-195,0 1-1,1 1 1,0 2 0,42-8 0,-38 10 99,-19 3 622,1 0 0,0 2 0,0 0 0,0 1 0,1 1 0,-1 0 0,0 2 0,30 4 0,-40-5 153,-2 1 920,-1-1-1,1 1 1,0 0 0,0 1-1,-1-1 1,9 4-1,-13-4-371,0 0 0,0 0 0,1-1 0,-1 1 0,0 0 1,0 0-1,0 1 0,0-1 0,0 0 0,0 0 0,0 0 0,0 1 0,-1-1 0,1 0 0,0 1 0,-1-1 0,1 1 0,-1-1 0,0 1 0,1-1 0,-1 1 0,0-1 0,0 1 0,0-1 0,0 1 0,0-1 0,0 1 0,-1-1 0,0 3 0,-22 73 4892,13-27-4500,3 0 0,2 0 0,2 0 0,3 1-1,6 64 1,-2-88-207,1 0-1,2 0 1,0 0-1,19 43 0,-18-52-292,1-1 0,1-1 0,0 1 0,1-2 0,1 1 0,0-2 0,23 22 0,-27-29-110,2 1 0,-1-1 0,1 0 0,0-1 0,0 0 0,1-1 0,0 0 0,0-1 0,0 0 0,0-1 0,1 0 0,20 2 0,-25-4 0,0-1 0,0 0 0,0 0 0,0-1 0,-1 0 0,1 0 0,0-1 0,-1 0 0,1 0 0,-1 0 0,1-1 0,-1 0 0,0 0 0,0-1 0,0 0 0,-1 0 0,0 0 0,1 0 0,-1-1 0,-1 0 0,1 0 0,-1 0 0,5-7 0,-2 0 0,-1 0 0,0 0 0,-1 0 0,0 0 0,-1-1 0,-1 0 0,0 0 0,0 0 0,1-22 0,-3 1 0,-1 0 0,-7-56 0,2 67-180,0-1-1,-1 1 1,-2 0-1,0 1 1,-1-1-1,-2 2 1,0-1-1,-1 2 1,-1-1 0,-1 2-1,0 0 1,-2 1-1,0 0 1,-31-25-1,30 28-57,0 2-1,-1 0 1,0 1-1,-1 1 0,0 1 1,0 0-1,-1 2 0,-1 0 1,0 1-1,0 1 0,0 1 1,0 1-1,-1 1 1,1 1-1,-1 1 0,-32 2 1,42 1-917,0 0 1,1 1 0,-15 4 0,-10 9-5052,-4 4-5991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2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268 159 13745,'26'-92'6124,"-24"86"-5276,1 1 1,0-1-1,0 1 0,0 0 0,1 0 1,0 1-1,0-1 0,0 1 0,0 0 1,8-6-1,-3 3 1725,-8 7-2518,0 1 0,0-1 1,0 0-1,0 1 0,0-1 0,-1 1 0,1 0 1,0-1-1,0 1 0,0 0 0,-1-1 1,1 1-1,0 0 0,-1 0 0,1 0 1,-1 0-1,2 1 0,1 4-55,0 0 0,-1 0 0,1 0 0,-1 1 0,-1-1 0,1 1 0,-1-1 0,0 1 0,0-1 0,-1 1 0,0 0 0,-1 10 0,-2 12 0,-11 43 0,14-72 0,-107 382 0,-13 60 0,113-403 0,-6 29 0,-7 102 0,19-148 0,1 0 0,1 0 0,1 0 0,1 0 0,1-1 0,1 1 0,0-1 0,17 38 0,-18-51 0,0 1 0,1-1 0,0 0 0,0 0 0,1-1 0,0 0 0,0 0 0,1 0 0,0-1 0,0 0 0,1 0 0,-1-1 0,1 0 0,1 0 0,-1-1 0,0 0 0,14 4 0,-12-5 0,1 0 0,-1-1 0,1-1 0,0 1 0,0-2 0,0 0 0,0 0 0,0-1 0,-1 0 0,1-1 0,0 0 0,-1-1 0,1 0 0,17-8 0,-9 2 0,0-1 0,-1-1 0,-1-1 0,1-1 0,-2 0 0,0-1 0,0-1 0,-2 0 0,24-32 0,-30 36 0,-2 1 0,1-2 0,-1 1 0,-1-1 0,0 0 0,-1 0 0,5-22 0,-8 25 0,0 0 0,0 0 0,-1 0 0,0 0 0,0 0 0,-1 1 0,0-1 0,-1 0 0,0 0 0,0 0 0,-8-15 0,5 15-4,0 0 0,-1 0 0,0 0 0,0 1 0,-1 0 0,0 1-1,-1-1 1,0 1 0,0 1 0,0-1 0,-1 2 0,0-1 0,0 1 0,0 0 0,-1 1 0,1 0 0,-1 1 0,-15-4-1,-6 0-99,-1 1-1,0 1 0,0 2 0,-54 2 0,64 2-598,1 1 1,0 1-1,0 0 0,0 2 0,0 1 1,-38 15-1,45-14-574,1 0-1,0 0 1,0 1-1,0 1 1,-22 20-1,34-28 827,0 0 0,0 0 0,0 0 0,0 0 0,0 0 0,1 0 0,-1 0 0,0 0 0,1 0 0,-1 0 0,1 0 0,-1 0 0,0 2 0,2 21-9832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2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43 12449,'-14'-4'753,"11"4"-498,0-1 0,0 0 0,0 0-1,0 0 1,1 0 0,-1 0 0,0-1 0,1 1-1,-1-1 1,1 0 0,-1 0 0,1 0 0,0 0-1,-3-2 1,4 2-42,-1 1 0,0-1 0,0 1 0,0-1 0,0 1 0,0 0 0,0 0 1,0 0-1,-1 0 0,1 0 0,0 1 0,-1-1 0,1 1 0,0-1 0,-1 1 0,1 0 0,-1 0 0,1 0 0,0 0 0,-1 1 0,1-1 0,0 0 0,-1 1 0,1 0 0,0-1 0,-1 1 0,1 0 0,0 0 0,0 1 0,0-1 0,0 0 0,0 1 0,-3 2 0,-3 2 70,0 1 0,1 0 0,0 0-1,0 0 1,-11 17 0,13-17-245,1 1 1,0 0-1,0 0 0,1 0 1,0 1-1,0-1 0,1 1 1,0-1-1,1 1 1,0 0-1,0 10 0,1-12-152,0-1 1,0 0-1,1 0 0,0 1 0,0-1 0,1 0 0,0 0 0,0 0 0,0-1 0,1 1 0,0 0 0,0-1 0,0 0 0,0 1 0,9 8 0,-10-12 81,1 0 0,0 0 0,0 0 0,0-1 1,-1 1-1,1-1 0,1 0 0,-1 0 0,0 0 0,0 0 0,0 0 0,1 0 1,-1-1-1,0 0 0,4 0 0,55-5-216,-30 2 163,1-1 135,-27 3-57,0 0 1,-1 0-1,1 0 1,0 1-1,0 0 0,0 0 1,0 1-1,-1 0 1,1 0-1,0 0 1,-1 0-1,1 1 0,8 4 1,-3 0-228,-1 0 1,1 1 0,-2 0-1,11 10 1,-1 4-3073,-3 2-3755,-4-3-2096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349 106 8573,'19'-64'2636,"-18"62"-2368,-1 1 0,1-1 0,-1 1 1,1-1-1,-1 0 0,1 1 0,-1-1 0,0 1 0,0-1 0,0 0 0,0 1 1,0-1-1,0 0 0,-1 1 0,1-1 0,0 0 0,-1 1 0,1-1 0,-2-2 1,0 0 711,1 1 597,-1 7 125,-6 8-1043,1 1 0,1 0 0,0 0 0,1 0 0,0 1 0,1 0-1,0 0 1,-1 21 0,-8 22 599,-62 187 2175,25-96-2250,-65 285-1018,92-314-181,-12 205-1,33-287 18,3-1 0,0 1-1,3 0 1,1-1 0,2 0 0,19 61 0,-20-81-7,0 0 1,2-1-1,0 0 1,0-1-1,1 1 1,1-2-1,14 16 1,-15-20-5,-1-1 0,2 0 0,-1 0 0,1-1 0,0-1 0,1 0 0,-1 0 0,1-1 0,0 0 0,1-1 0,12 4 0,-11-6-108,1 0 0,-1-1 0,1 0-1,-1-1 1,1-1 0,-1 0 0,1 0 0,-1-2 0,0 1 0,0-2 0,0 0-1,0 0 1,-1-1 0,1-1 0,-1 0 0,0-1 0,14-11 0,-10 7 34,-1 0 1,0-2-1,-1 0 1,0-1-1,-1 0 1,0-1-1,-1 0 1,-1-1-1,-1-1 1,0 1-1,12-30 1,-18 34 74,-1 0 0,0 0 1,0-1-1,-1 1 0,-1-1 1,0 1-1,-1-1 0,0 0 0,-1 1 1,0-1-1,-1 0 0,-1 1 1,0 0-1,0 0 0,-1 0 1,-1 0-1,0 0 0,0 1 0,-2 0 1,1 0-1,-1 0 0,-12-13 1,2 4-29,-1 1 0,0 1 0,-2 0 0,0 2 0,-1 0 0,0 1 0,-2 1 0,1 1 0,-49-19 0,66 30-241,0 0-1,-1 0 0,1 1 0,0 0 1,-1 0-1,0 0 0,1 0 1,-1 1-1,1 0 0,-1 0 0,0 1 1,1 0-1,-1 0 0,1 0 0,-1 0 1,1 1-1,0 0 0,0 0 1,0 0-1,-6 5 0,9-7-71,1 1 1,0 0-1,0 1 0,0-1 0,-1 0 1,1 0-1,0 0 0,0 1 0,1-1 1,-1 0-1,0 1 0,0-1 1,1 1-1,-1-1 0,1 1 0,-1-1 1,1 1-1,0 0 0,-1-1 0,1 1 1,0 1-1,-1 4-1503,-2 30-8674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11045,'16'14'5981,"-20"9"-4569,4 5-372,4-2-36,5 20-360,1-6-164,-4 3-308,4-1-644,-4 1-892,0 3-644,4-3-3329,-7 6-4276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9681,'16'-29'2112,"-7"18"-376,1-1 1857,-1 27-3837,4 2-765,-7-3-535,4 23-2576,3-5-3101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396 1 13921,'-1'0'212,"-1"0"-1,1-1 1,0 1-1,-1 0 1,1 0-1,0 1 0,0-1 1,-1 0-1,1 0 1,0 1-1,-1-1 1,1 0-1,0 1 1,0 0-1,0-1 0,-1 1 1,1 0-1,0-1 1,0 1-1,0 0 1,0 0-1,0 0 1,-1 1-1,1 2 209,0 0 1,0-1-1,0 1 0,0 0 0,1-1 0,0 1 1,0 0-1,0 5 0,0 66 2077,-4-1 1,-3 1-1,-24 103 0,-94 257-2497,78-282 0,-1-11-327,22-70-991,-28 126 1,47-165-611,-4 35-4090,11-62 4786,0-1-1,0 1 1,0 0 0,1-1 0,2 10 0,13 21-10250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1 12189,'-19'43'2188,"0"-38"-312,3 1-331,7 3-377,-1 2 532,4 15-1152,0-3-392,-4-3-764,1 3-928,2-9-1100,4 3-2245,9 0-3844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3.9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18 11549,'10'11'2372,"-20"-25"-436,7-1 2489,16 27-3737,2-1-576,-5-2-584,9 14-760,-6 5-704,-1-2-3233,-2 3-4120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4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35 10937,'-37'-29'2788,"29"24"27,6 9 673,-2 9-2642,3-10-171,-220 790 10543,184-668-11351,18-68-328,3 1 0,2 0-1,-8 86 1,21-131-213,-1 39-4122,4-21-6534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4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1 207 12685,'0'0'59,"0"0"-1,0 0 1,0 1-1,0-1 1,0 0-1,0 0 1,0 1-1,0-1 1,0 0-1,0 1 1,0-1-1,0 0 1,0 0-1,0 1 1,0-1-1,1 0 1,-1 0-1,0 1 1,0-1-1,0 0 1,0 0-1,0 0 1,1 1-1,-1-1 1,0 0-1,0 0 1,0 0-1,1 1 1,-1-1-1,0 0 1,0 0-1,1 0 1,-1 0-1,0 0 1,0 0-1,1 0 1,-1 0-1,0 1 1,0-1-1,1 0 1,-1 0-1,0 0 1,1 0-1,-1 0 1,0 0-1,0 0 1,1-1-1,-1 1 1,0 0-1,0 0 1,1 0-1,-1 0 1,0 0-1,0 0 1,1-1-1,20-12 1653,2 0-692,-10 9-465,-1 1 1,1 0-1,0 1 0,22 0 1,3-2 362,98-11 984,-28 4-936,180-43 0,-185 17-781,-72 24-231,59-16-1,-85 27 41,0 1 0,1 0 0,-1 1-1,1-1 1,-1 1 0,1 0-1,0 0 1,-1 1 0,1 0-1,-1-1 1,0 2 0,9 2 0,-9-2-1,-1 1 0,0-1 1,0 1-1,0 0 0,0 0 1,-1 1-1,1-1 0,-1 1 0,1 0 1,-1 0-1,-1 0 0,1 0 1,0 0-1,3 9 0,11 33-114,13 54 0,-29-98 104,0 5-92,1 0 0,0-1 0,1 1 0,0-1 1,0 1-1,0-1 0,1 0 0,7 10 0,-8-13 63,1 0 0,0 0 0,-1 0 0,1 0 0,1-1 0,-1 1-1,0-1 1,0 0 0,1-1 0,-1 1 0,1-1 0,0 0 0,-1 0 0,1 0 0,7 0 0,5 1-48,-7-1 37,1 0 1,0 0-1,0-1 1,-1 0 0,1-1-1,0 0 1,-1-1 0,11-3-1,8-4-32,-1-1-1,-1-1 1,0-2 0,40-24-1,91-79 48,-136 96 434,22-27-1,5-4 897,-47 49-695,-17 36 1498,9-10-1621,0 0 1,2 0 0,1 1 0,-1 27 0,5 103 1183,-1-151-1606,13 155 391,35 169 0,-13-106-325,-26-157-113,-4 1 0,-2 0 0,-3 0 0,-3 0 0,-3 0 0,-19 86 0,14-106 0,-2-1 0,-2-1 0,-2 0 0,-2-1 0,-1-1 0,-3-1 0,-1-1 0,-2-1 0,-52 61 0,43-64-163,-1-1 0,-2-1 0,-1-2 0,-1-2 0,-55 31 0,60-42 25,0-1-1,-1-2 1,0-2 0,-1-1 0,-1-2 0,0-1 0,-51 6-1,74-14 96,-1-1-1,0-1 0,1 0 0,-1-1 0,1-1 0,-1-1 0,1 0 0,0 0 1,0-2-1,-16-6 0,25 8 33,0 0 0,0-1 0,0 1 0,0-1-1,1 0 1,-1-1 0,1 0 0,0 0 0,0 0 0,1 0 0,0-1 0,0 1 0,0-1 0,0 0 0,1 0-1,0-1 1,1 1 0,-1-1 0,1 1 0,0-1 0,1 0 0,-1 0 0,2 0 0,-1 0 0,1 0-1,0-11 1,1-2-36,1 1 0,0 0 0,1 0 0,1 0 0,1 0 0,1 1-1,0 0 1,2 0 0,11-21 0,3 5-390,1 0 0,2 2 0,2 1 0,35-33 1,134-106-2594,-169 147 2511,263-202-9287,-135 111-1101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4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12 9305,'-16'-6'1984,"-3"1"-48,-3 7 12,3 4 1117,-10-3-1965,7 0 512,3 3-1044,0 2-104,9 6-120,4 4-288,3 2-2304,3 0-580,-7-3-2293,1 3-4080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5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270 289 8377,'-35'-36'2271,"33"34"-1724,0 0 0,-1-1 1,1 1-1,-1 0 0,0 0 1,0 1-1,0-1 0,-5-2 1,8 4-437,-1 0-1,0-1 1,0 1 0,0 0-1,0-1 1,0 1 0,1-1-1,-1 1 1,0-1 0,0 0 0,1 1-1,-1-1 1,0 0 0,1 1-1,-1-1 1,1 0 0,-1 0 0,1 0-1,-1 0 1,1 1 0,0-1-1,-1 0 1,1 0 0,0 0 0,0 0-1,-1 0 1,1 0 0,0-1-1,-11-24 2594,10 24-2560,0 1 0,0-1 1,0 1-1,0-1 0,0 0 0,0 1 0,1-1 0,-1 0 0,1 0 1,-1 0-1,1 1 0,0-1 0,-1 0 0,1 0 0,0 0 0,0 0 1,0 0-1,1 0 0,-1 1 0,0-1 0,1 0 0,-1 0 1,2-2-1,2-2 55,0-1 1,0 1-1,1-1 0,-1 1 1,2 1-1,-1-1 1,1 1-1,-1 0 1,2 0-1,-1 0 1,0 1-1,1 0 1,0 0-1,12-4 0,9-3 147,0 1 0,45-9 0,-46 13-150,1 1 0,46-2-1,-62 7-152,1 1-1,-1-1 0,1 2 0,-1 0 1,0 0-1,0 1 0,0 1 0,16 6 1,-24-8-34,-1-1 0,0 1 0,0 0 0,0 0 0,0 0 0,0 0 0,0 0 0,0 1 0,-1 0 0,1-1 0,-1 1 0,0 0-1,0 0 1,0 0 0,0 0 0,0 1 0,2 6 0,-3-5-2,0-1-1,0 1 0,-1 0 0,0 0 0,0 0 0,0 0 0,0 0 1,-1 0-1,0 0 0,0 0 0,-3 8 0,-3 5 11,-2 0 1,0 0-1,0-1 0,-2 0 0,-18 22 0,-33 33 25,-4-3 0,-97 80 1,80-75 12,-84 94 1,154-153-28,1 0 0,1 1 0,0 0 0,-12 25 0,21-37-20,0 1 0,0 0 0,1 0 0,0-1 0,-1 1 0,2 0-1,-1 0 1,1 0 0,0 10 0,0-12-8,0-1 1,1 1-1,0 0 0,0-1 0,0 1 0,0-1 1,0 1-1,0-1 0,1 1 0,-1-1 0,1 0 1,-1 0-1,1 0 0,0 0 0,0 0 0,0 0 1,0 0-1,0-1 0,4 3 0,4 1-27,0 0 0,0-1-1,0-1 1,1 1 0,-1-2 0,1 1-1,0-2 1,-1 1 0,1-1 0,11-1-1,20-1-568,53-8 0,-8-5-2229,156-46 0,-28-13-7040,-106 31-888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6.3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1155 8 11649,'-31'-3'714,"18"1"-242,0 1 1,0 0-1,-1 1 0,1 0 1,0 1-1,0 1 0,-17 3 0,-3 6 575,1 1-1,0 1 1,1 2-1,0 1 1,1 1-1,2 2 0,-1 1 1,2 1-1,-43 44 1,1 7 257,3 4 0,-60 90 1,58-69-849,4 2 1,-98 202-1,140-247-301,3 0 0,1 1 0,-9 57 0,20-71-104,2 0 1,1 0 0,3 0 0,6 82 0,-1-93-54,2-1 0,1 1 0,1-1 0,1 0 0,1-1 0,2 0 0,1-1 0,1 0-1,23 32 1,-13-27-7,1-1-1,1-1 0,2-2 0,0-1 1,2-1-1,49 33 0,-26-26-21,1-2 0,1-2 0,92 34-1,-67-36-32,0-4 0,88 15 1,-91-27-168,0-2 0,0-4 0,0-3 0,0-4 0,0-2 1,0-5-1,0-2 0,92-28 0,-113 22 120,-1-2-1,0-3 1,-1-3 0,85-52 0,-100 50 50,-1-1 0,-1-1 1,-1-3-1,-2 0 1,-1-3-1,38-51 0,-44 46 47,-2-1-1,-2-1 0,-1-2 0,-2 0 1,-3-1-1,-1 0 0,-2-2 1,-2 0-1,-3 0 0,-1-1 0,-3 0 1,-1 0-1,-4-52 0,-2 47 52,-3 1 1,-1-1-1,-3 1 0,-3 0 1,-1 1-1,-3 0 0,-2 1 1,-2 1-1,-2 1 0,-3 1 0,-51-75 1,33 67 5,-2 2-1,-68-61 1,88 90-105,-2 2-1,-50-31 1,-131-60-1083,196 107 914,-1 0 0,0 1 0,0 1 1,-1 0-1,-23-3 0,28 7-116,-1 0-1,1 1 1,-1 0-1,1 0 1,-12 4-1,15-4 131,-5 1-521,1 1 0,1 0 1,-1 1-1,0 0 0,-15 9 1,-18 20-5112,-6 16-5546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7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0 9913,'0'0'6455,"-3"3"-4306,-5 7-1216,0 1 1,0 0-1,1 0 1,0 0-1,1 1 0,-7 19 1,-23 85 1801,11-29-1605,-60 192 13,43-90-3723,23-98-102,-3 21-2336,12-39-1516,4-11-3727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7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704 220 11277,'134'-86'3924,"-104"67"-3150,1 2 1,0 1-1,1 1 1,1 2 0,0 1-1,0 2 1,52-10-1,-52 15-513,-1 1 0,1 2 0,-1 1 0,39 4 0,-56-1-195,0 0 1,0 1-1,0 0 0,0 1 1,-1 1-1,0 0 0,0 1 1,0 1-1,0 0 0,-1 1 1,13 10-1,-20-13-46,0 1-1,0 0 0,0 0 1,-1 1-1,0-1 1,0 1-1,-1 0 0,0 1 1,0-1-1,-1 1 1,0 0-1,0-1 1,0 1-1,-1 1 0,-1-1 1,1 0-1,-1 0 1,-1 1-1,0-1 0,0 0 1,0 1-1,-3 9 1,-1 8 12,-2 0 1,-1-1 0,-1 0-1,0-1 1,-24 45 0,-3-7 16,-3-1 0,-2-2 0,-90 102 0,-168 137-44,229-238 28,48-43-15,0 0 0,2 1 0,0 1 0,0 0-1,2 2 1,-16 24 0,32-44-14,1 1 0,-1 0-1,0-1 1,1 1-1,-1 0 1,1 0 0,0 0-1,-1-1 1,1 1 0,0 0-1,0 0 1,0 0-1,1 0 1,-1-1 0,0 1-1,1 0 1,-1 0 0,1-1-1,-1 1 1,1 0-1,0-1 1,0 1 0,1 2-1,28 29 43,-28-32-41,24 20 15,1-2 1,0-2-1,2 0 0,40 17 0,-10-5-13,169 98 66,-183-99-69,-1 3-1,73 65 0,-103-82 0,-1 0 1,-1 0 0,1 2-1,-2 0 1,-1 0-1,0 1 1,0 0-1,-2 0 1,11 32-1,-16-38 6,0 0-1,-1 1 1,0-1-1,-1 0 1,0 1-1,-1-1 1,0 1-1,0-1 1,-2 1-1,1-1 1,-1 1-1,-1-1 1,0 0 0,-1 0-1,0 0 1,-1-1-1,-7 13 1,1-5 49,-2-1 1,0 0 0,-1-1-1,-1-1 1,0 0 0,-1-1-1,0 0 1,-1-2 0,-1 0 0,0-1-1,-1 0 1,0-2 0,0 0-1,-40 11 1,6-5 112,-1-3 0,-1-3-1,1-2 1,-88 1 0,20-8-69,1-5-1,0-5 1,-199-43 0,297 47-396,0 0 0,1-1 0,0-2 1,0 0-1,0-1 0,-34-22 0,51 28-9,0 0-1,0-1 1,0 1 0,1-1-1,-1 0 1,1 0 0,0 0-1,0 0 1,1-1 0,0 0-1,0 0 1,-3-8 0,5 9-195,-1-1 0,2 1 0,-1-1-1,1 1 1,-1-1 0,2 0 0,-1 1 0,0-1 0,1 1 0,0-1 0,1 1 0,-1-1 0,1 1-1,0 0 1,0 0 0,5-8 0,31-48-9209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8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64 13449,'-50'-47'2113,"47"45"-1904,1 1 0,0-1 1,-1 0-1,1 1 0,-1-1 0,0 1 0,1 0 1,-1 0-1,0 0 0,0 0 0,0 1 0,1-1 0,-1 1 1,0-1-1,0 1 0,0 0 0,0 0 0,0 0 1,0 1-1,0-1 0,-5 2 0,-2 0 519,-4 1-400,0 1 0,0 0 1,0 1-1,1 1 0,0 0 1,0 1-1,0 0 0,1 1 0,0 0 1,1 1-1,-19 18 0,-9 13 348,-57 77-1,76-92-522,-67 95 288,76-101-382,0 0 0,1 0-1,1 1 1,-11 36 0,19-51-49,0 1 0,0 0 0,0 0-1,1 0 1,0 0 0,0 0 0,2 10 0,-2-14-3,1 1-1,-1-1 1,1 1-1,0-1 1,-1 0-1,1 1 1,0-1-1,1 0 1,-1 0-1,0 0 0,1 1 1,-1-2-1,1 1 1,-1 0-1,1 0 1,0 0-1,0-1 1,0 1-1,0-1 1,0 1-1,4 1 1,7 1 46,-1-1 0,1-1 1,-1 0-1,1 0 0,0-1 0,-1-1 1,1 0-1,0-1 0,0 0 1,-1-1-1,20-5 0,19-8 533,72-30 1,-81 29-245,-25 9-207,17-8 273,1 2 1,0 2 0,1 1 0,0 2 0,43-5 0,-74 13-378,0 0 1,-1 0 0,1 0 0,0 1 0,0-1-1,0 1 1,0 0 0,-1 1 0,1-1 0,-1 1-1,1 0 1,-1 0 0,1 1 0,-1-1 0,0 1-1,0 0 1,0 0 0,-1 0 0,1 1 0,-1-1-1,0 1 1,0 0 0,0 0 0,0 0 0,2 5-1,4 9-111,-2 0 0,0 0 0,-1 0-1,6 39 1,-1-11-546,24 66-4213,-10-35-1598,-10-37 617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8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694 0 14593,'1'3'2389,"1"8"-1420,1 0 1,0 0 0,0 0 0,1-1 0,1 1-1,8 15 1,-3-11-242,0 0 0,1-1-1,20 21 1,0-6-120,1-2 0,64 43 0,-61-49-750,0-2 1,1-1-1,0-1 0,2-3 0,0-1 0,0-1 0,1-2 1,0-2-1,1-2 0,57 2 0,-86-7 98,-1-2-1,1 1 1,-1-1 0,1-1-1,-1 0 1,17-5 0,-22 5 65,1 0 1,-1-1 0,1 0-1,-1 0 1,0 0 0,0 0-1,-1-1 1,1 0 0,-1 0-1,1 0 1,-1-1 0,5-7-1,-6 7 79,-1-1-1,0 0 0,-1 1 0,1-1 0,-1 0 0,0 0 1,0 0-1,-1-1 0,0 1 0,0 0 0,-1-8 0,1-8 182,16-192 4099,-13 203-4380,1 11 0,2 12 0,-6-12 0,5 20 0,-1 0 0,0 0 0,-1 0 0,-2 0 0,0 1 0,-3 39 0,1-26 0,-4 69 0,-5-1 0,-26 120 0,-77 195 0,-116 201 0,188-528 0,-4-2 0,-4-2 0,-3-3 0,-104 127 0,146-198 0,-1 0 0,0-1 0,0 0 0,-1-1 0,-1 0 0,1-1 0,-2 0 0,1-1 0,-1-1 0,0 0 0,-1-1 0,0 0 0,0-1 0,0-1 0,0-1 0,-1 0 0,1-1 0,-1 0 0,0-1 0,0-1 0,1-1 0,-1 0 0,0-1 0,-17-4 0,4-2 0,0-1 0,1-2 0,0-1 0,1-1 0,0-1 0,1-1 0,-27-21 0,24 14 0,2-1 0,0-1 0,2-2 0,1 0 0,-35-50 0,46 58 0,2-1 0,1 0 0,0 0 0,1-1 0,2 0 0,0-1 0,0 0 0,2 0 0,1 0 0,1 0 0,-1-25 0,4 28 0,0 0 0,2 1 0,0-1 0,1 1 0,1-1 0,1 1 0,0 0 0,1 1 0,1-1 0,0 1 0,1 0 0,1 1 0,0 0 0,13-14 0,4-1-216,1 1-1,1 2 1,2 0-1,0 3 1,2 0 0,37-20-1,217-105-2760,-271 142 2814,364-156-5807,-116 71-1623,-21 16-3972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9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7 637 13205,'0'-1'158,"1"0"-1,-1 1 1,0-1 0,1 0-1,-1 0 1,0 0-1,0 0 1,1 1 0,-1-1-1,0 0 1,0 0-1,0 0 1,0 0-1,0 0 1,0 0 0,0 1-1,0-1 1,-1 0-1,1 0 1,0 0 0,0 0-1,-1 0 1,1 1-1,0-1 1,-1 0 0,1 0-1,-1 1 1,1-1-1,-1 0 1,0 1 0,1-1-1,-2 0 1,0-1 2131,4 0-408,1-2-1638,0 1 0,0 0 0,0 0-1,0 0 1,1 0 0,-1 0 0,1 1 0,-1-1-1,1 1 1,0 0 0,0 0 0,0 1 0,0-1 0,6-1-1,74-19 997,106-33 199,-162 45-1280,0-1-1,-1-2 1,0 0 0,38-28 0,-55 33-112,0 0 1,0-1-1,-1-1 0,-1 1 1,0-1-1,0-1 0,-1 1 0,10-20 1,-13 21-6,0 0 1,0 0 0,-1-1-1,0 0 1,-1 0 0,0 0-1,0 0 1,-1 0-1,0 0 1,-1 0 0,0 0-1,-1 0 1,0 0 0,0 0-1,-1 0 1,-1 0-1,0 0 1,-7-17 0,7 21 8,0 0 1,0 0 0,0 1-1,0-1 1,-1 1 0,0 0-1,0 0 1,-1 1 0,1-1 0,-1 1-1,0 0 1,0 0 0,0 0-1,-1 1 1,1 0 0,-1 0-1,0 0 1,0 1 0,0 0-1,0 0 1,0 0 0,0 1-1,0 0 1,-1 0 0,1 1 0,-1-1-1,1 2 1,0-1 0,-8 2-1,0 1-32,0 1-1,0 0 1,0 1-1,1 1 1,0 0-1,0 1 1,0 0-1,1 1 0,0 1 1,1 0-1,0 0 1,0 1-1,1 0 1,0 1-1,-12 18 1,3-2-6,2 0 1,0 2-1,2 0 1,1 1-1,-18 57 1,24-61-13,2 0 0,0 1 0,2 0 0,1 0 0,2 0 0,0 0 0,2 0 0,6 46 0,-3-52 0,0 0 0,2-1 0,0 0 0,2 0 0,0 0 0,1-1 0,1 0 0,0-1 0,2 0 0,0-1 0,24 26 0,-19-25-55,1 0 1,0-1-1,2-1 1,0-1-1,0-1 0,2-1 1,0-1-1,0-1 0,1 0 1,0-2-1,34 9 1,4-5-2267,1-2 0,68 3 0,42-15-9001,-90-9 479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32 13121,'6'-20'2276,"-12"8"2381,-7 21-2693,0 2-304,10 6-332,-3 3-256,2 12-256,-2 19-183,3-8-521,6 3-969,7 8-591,-4 0-1056,-3 9-1216,7 9-1973,12 2-4740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09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176 605 14149,'-51'-27'2937,"41"22"-283,11 1-354,1-2-1750,0 1-1,0-1 1,1 0 0,0 1-1,0 0 1,0-1 0,1 1-1,-1 1 1,8-9 0,-1 4 0,0 0 1,0 1 0,23-13-1,8-3 56,-2-2-1,-1-1 1,-1-2-1,38-39 1,-43 32-606,43-64 0,9-11 0,-81 107 0,1 0 0,0 0 0,-1 1 0,2-1 0,-1 1 0,0 0 0,0 0 0,1 1 0,9-5 0,-12 7 0,1-1 0,-1 0 0,1 1 0,-1 0 0,1-1 0,-1 1 0,1 0 0,0 0 0,-1 0 0,1 1 0,-1-1 0,1 1 0,-1-1 0,1 1 0,-1 0 0,0 0 0,1 0 0,-1 0 0,0 0 0,0 1 0,0-1 0,0 1 0,4 2 0,1 4 0,0-1 0,0 1 0,0 0 0,-1 1 0,0-1 0,-1 1 0,0 1 0,0-1 0,-1 1 0,0-1 0,2 12 0,-1-4 0,-2 1 0,0-1 0,-1 1 0,-1 0 0,-1 0 0,-2 18 0,-2 0 0,-2-1 0,-1 0 0,-2 0 0,-2-1 0,0 0 0,-19 35 0,10-31-103,-1 0 0,-2-2 0,-2-1-1,-1-1 1,-1-1 0,-2-1 0,-1-1 0,-2-2 0,0-2-1,-2 0 1,-1-2 0,-1-2 0,-47 22 0,68-38-738,-1 0 1,0-2 0,0 0-1,0 0 1,-1-2 0,-20 3-1,-55-3-8262,21-3-4250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10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0 300 11377,'489'-80'7661,"-277"58"-6457,422-45 409,-8-32 423,-514 68-1745,-176 43-3534,48-10 1019,-1 1 0,1 0 0,-22 8-1,-1 8-6833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10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0 15057,'-7'9'817,"5"-7"-603,0-1-1,1 1 1,-1 0-1,1-1 1,-1 1-1,1 0 1,0 0-1,0 0 1,0 0-1,0 0 1,0 0-1,0 0 1,0 1-1,1-1 1,-1 0-1,1 0 1,0 1-1,0-1 1,-1 0-1,2 0 1,-1 1-1,0-1 1,0 0-1,1 1 1,0 2-1,4 20 1968,-1 0 0,-1 1 0,-1 44 0,-4-15-1257,-2 1 0,-17 84-1,-39 99-1272,2-4-4438,44-173 2300,4-21-3219,-6 62 0,14-40-5195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11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1 12541,'0'0'4126,"-2"2"-2051,0 5-1160,-1 0 1,1 0 0,0 0 0,-1 11-1,0 58 927,3-36-880,-33 341 2440,29-341-3225,-1 2 62,-2-1 0,-20 70-1,16-66-100,10-41-42,5-4-63,7-2-26,-1-1 0,1 1 0,-1-2 0,0 0 0,13-6 0,-7 2-16,-1 2 0,1 0 0,21-4 0,-18 6 11,0 0-1,1 2 1,-1 0 0,1 2-1,-1 0 1,38 5-1,26 15-3,133 52 0,-134-42 10,-52-19 8,1-1 0,0-2 0,0 0 1,44 3-1,-64-10-18,-1-1 0,1 0-1,-1 0 1,0-1 0,1-1 0,-1 0 0,0 0 0,0-1-1,0 0 1,0-1 0,-1 0 0,1 0 0,-1-1-1,0 0 1,-1-1 0,1 0 0,11-11 0,-9 6-5,0-1 0,-1-1 0,0 0 0,-1 0 0,-1-1 0,0 0 0,7-18 0,0-8-4,16-63 0,-26 82 5,-1-1 0,2-26-1,-5 38-2,-1 1-1,0-1 0,-1 1 0,1-1 0,-2 1 0,1 0 0,-6-16 0,6 24 9,0-1 0,0 1 0,0 0 0,0 0 0,0 0 0,0 0 0,0 0 0,0 0 0,0 0 0,0 0-1,-1 1 1,1-1 0,0 0 0,-1 1 0,1-1 0,0 1 0,-1-1 0,1 1 0,-1 0 0,1 0 0,-1-1-1,1 1 1,-1 0 0,1 0 0,-1 1 0,1-1 0,0 0 0,-1 0 0,1 1 0,-1-1 0,1 1 0,-2 0-1,-4 1 13,1 0 0,0 0-1,0 1 1,0 0 0,0 0-1,-9 7 1,0 3 63,1 1-1,0 0 1,0 1 0,2 0-1,0 1 1,1 1-1,0 0 1,-12 28 0,17-33-36,1 1 1,0-1 0,1 1 0,1 0 0,0 0 0,0 0-1,2 0 1,-1 1 0,2-1 0,0 0 0,0 1 0,1-1-1,5 22 1,-2-21-46,1-1 0,0 0 0,1 0 1,0-1-1,1 1 0,0-1 0,1-1 0,0 1 0,1-2 0,1 1 0,-1-1 0,2 0 0,-1-1 0,1 0 0,0-1 0,25 13 1,-17-11-167,1-2 1,1 0-1,0-1 1,0-1 0,0-1-1,0-1 1,1-1-1,0-1 1,-1-1-1,28-1 1,-17-2-31,-1-1-1,1-1 1,-1-2-1,-1-1 1,40-15 0,-51 15 142,-1-1 1,-1-1-1,0-1 1,0 0-1,0-1 1,-2-1 0,1-1-1,-1 0 1,21-25-1,10-21 547,55-93 0,-80 122-149,11-20 397,-30 46-663,0-1 0,0 1 0,0 0 1,1 0-1,0 0 0,-1 0 0,2 0 0,-1 0 0,7-6 0,-9 10-47,-1-1-1,1 1 1,0 0-1,0-1 1,0 1-1,0 0 1,0-1-1,-1 1 1,1 0-1,0 0 0,0 0 1,0 0-1,0 0 1,0 0-1,0 0 1,0 0-1,0 0 1,-1 1-1,1-1 1,1 1-1,1 0 3,-1 0 1,0 0-1,0 1 0,0 0 0,0-1 1,0 1-1,0 0 0,-1 0 0,1 0 1,1 2-1,2 4 68,0 0 0,-1 0 0,0 0 0,0 0 0,-1 1 0,0 0 0,1 9 0,10 68 379,-8-46-450,-5-29-22,29 142 3,-25-131-4,2 0 0,1 0-1,1-1 1,19 36 0,-24-51-3,0 0 0,0-1 1,1 1-1,0-1 0,0 0 0,0 0 1,1-1-1,-1 1 0,1-1 0,0 0 1,0-1-1,0 1 0,1-1 0,0-1 1,-1 1-1,1-1 0,0 0 0,0-1 1,0 0-1,0 0 0,0 0 0,0-1 1,0 0-1,0 0 0,0-1 0,1 0 1,-1 0-1,-1 0 0,1-1 0,0 0 1,0-1-1,-1 0 0,1 0 0,-1 0 1,0 0-1,0-1 0,6-5 0,0-2-49,0-1 0,-1-1 0,0 0 0,-1 0 0,-1-1-1,0 0 1,0-1 0,-2 0 0,0 0 0,-1 0 0,0-1-1,-1 0 1,-1-1 0,3-18 0,1-22-25,-3 0 0,-2-102 0,-4 127 59,0 1 0,-2-1 0,-2 1-1,-14-53 1,16 74-41,-1-1-1,0 1 0,0 0 1,-1 0-1,-1 1 1,0 0-1,0-1 0,-1 2 1,0-1-1,0 1 0,-1 0 1,0 1-1,0 0 1,-1 0-1,0 1 0,-17-10 1,19 14-217,0 0-1,0 0 1,0 1 0,0 0 0,0 0-1,0 1 1,0 0 0,0 0 0,0 1-1,0 0 1,0 0 0,0 1 0,0-1 0,1 2-1,-8 2 1,5-1-375,0 0 1,0 0-1,1 1 1,0 1-1,0-1 1,0 1-1,-9 9 0,-22 29-6517,11 3-3600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11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55 343 11569,'37'30'2549,"-28"-24"-1740,-1 1-1,1-1 0,-1 2 0,9 9 1,-5-2-373,-1 0 0,0 1 0,-1 1 0,-1-1 1,10 26-1,-14-30-333,-2 0 1,1 0-1,-2 1 1,0-1-1,0 0 1,-1 1-1,0-1 1,-1 1-1,-3 17 1,0-6 15,-2-1 0,-1 0 0,-1-1 0,-1 0 1,0 0-1,-2 0 0,-1-1 0,0-1 0,-1 0 0,-2 0 0,0-1 0,-1-1 1,0-1-1,-28 24 0,40-38 108,-1 0 0,1-1 0,-1 0-1,1 0 1,-1 0 0,0 0 0,-6 2 0,-5 2 671,17-33 638,1 17-1354,1 0 0,0 0 0,0 1 0,1-1 0,0 1 1,9-12-1,46-54 583,-41 53-599,90-96 153,197-163-1,-277 256-492,281-213-4331,-86 107-2912,-157 103 1431,-6 13-3639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1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144 208 7373,'14'-24'7209,"-8"18"-6723,0 1 0,0-1 0,1 2 0,0-1 1,-1 1-1,1 0 0,1 0 0,-1 1 0,11-4 0,-7 4-26,-1-2-1,0 1 1,18-13 0,-25 14-356,0 1 0,0-1 1,0 0-1,0 0 0,-1 0 0,1 0 1,-1 0-1,0-1 0,0 1 1,0-1-1,0 1 0,-1-1 1,1 0-1,1-7 0,-3 9-86,1 1 1,0-1-1,-1 1 0,0 0 0,1-1 1,-1 1-1,0-1 0,0 1 0,1-1 1,-1 1-1,-1-1 0,1 1 1,0-1-1,0 1 0,0-1 0,-1 1 1,1-1-1,-1 1 0,1-1 0,-1 1 1,0 0-1,1-1 0,-1 1 0,0 0 1,0 0-1,0-1 0,0 1 1,0 0-1,0 0 0,0 0 0,0 0 1,-1 0-1,1 1 0,0-1 0,-1 0 1,1 1-1,0-1 0,-1 0 0,1 1 1,-1 0-1,1-1 0,-1 1 0,1 0 1,-1 0-1,1 0 0,-3 0 1,-3 0 88,0 1 1,0-1 0,0 2 0,0-1 0,0 1 0,0 0 0,1 0 0,-9 5 0,-3 3 116,0 1 1,0 0-1,1 2 1,1 0-1,0 1 1,1 0-1,0 2 1,-20 27-1,28-34-165,0 1-1,0 1 1,2-1-1,-1 1 1,1 0 0,1 0-1,0 1 1,0-1 0,1 1-1,1 0 1,0 0-1,0 0 1,2 0 0,-1 0-1,1 0 1,3 15 0,-1-16-37,1-1 0,1 1 0,-1-1 0,2 0 0,-1 0 0,1 0 1,1-1-1,0 0 0,0 0 0,1 0 0,0-1 0,1 0 0,-1 0 1,2-1-1,14 11 0,-10-9-76,0-1 1,0 0 0,1-1-1,0-1 1,0 0-1,0-1 1,1 0-1,0-2 1,0 1 0,24 1-1,-18-4 2,-1-1 0,1-2 0,0 0-1,-1-1 1,1 0 0,-1-2 0,0-1 0,0 0-1,-1-1 1,1-2 0,-2 0 0,1 0 0,-2-2-1,1 0 1,-1-1 0,-1-1 0,0-1-1,-1 0 1,22-27 0,-20 21 71,60-64 93,-71 84-108,9 4-19,-12-4 14,1 1 0,0 0 0,-1 0 0,1 0 0,-1 1-1,1-1 1,-1 1 0,0-1 0,0 1 0,0 0 0,0 1 0,0-1 0,0 0 0,0 1 0,-1 0-1,1-1 1,-1 1 0,0 0 0,3 4 0,12 36 42,-1 0-1,16 74 0,-32-115-34,0 0 1,1 0-1,-1 0 0,1-1 0,-1 1 0,1 0 0,0 0 0,0 0 0,0 0 0,0-1 0,0 1 0,0-1 0,0 1 0,1 0 0,-1-1 0,1 0 0,-1 1 0,1-1 0,-1 0 0,1 0 0,0 0 0,-1 0 0,1 0 0,0 0 0,0 0 0,0-1 0,0 1 0,0-1 1,0 1-1,0-1 0,0 0 0,0 0 0,0 0 0,0 0 0,0 0 0,0 0 0,0-1 0,-1 1 0,1 0 0,0-1 0,0 0 0,2 0 0,11-5 17,-1-1 0,-1 1 0,1-2-1,18-14 1,-25 18-7,9-7-15,1 0-1,1 1 0,29-11 0,-40 18-4,1 0 0,0 1-1,0 1 1,-1-1 0,1 1-1,0 0 1,0 1 0,0 0-1,0 0 1,0 1 0,0 0-1,13 3 1,71 30 34,-62-21-41,0-1 0,40 8 0,-61-17 33,0-2-1,1 0 0,-1 0 1,0 0-1,1-1 0,-1-1 0,1 1 1,-1-2-1,0 1 0,0-1 1,0-1-1,12-4 0,162-80 1667,-177 85-1734,0 0 0,0 1 1,0-1-1,-1 1 0,1 1 0,0-1 0,1 1 0,-1 0 0,0 0 0,0 1 0,0 0 0,-1 0 0,1 0 0,0 1 0,0 0 1,0 0-1,-1 0 0,7 4 0,12 7-1231,-1 1 0,38 30 0,-39-28 55,156 109-8479,-171-121 9329,1 0 1,-1 0-1,0-1 0,11 3 1,-5-2 272,-10-3 235,1-1-1,0 1 0,0-1 0,-1 0 0,1 0 0,0-1 0,-1 1 1,1-1-1,0 0 0,-1 0 0,1 0 0,0-1 0,3-1 1,-2 1 213,-1 0 0,0-1 1,1 1-1,-1-1 1,0 0-1,0 0 1,-1 0-1,1-1 0,-1 1 1,1-1-1,4-7 1,-3 1 595,0 0 1,0 0-1,5-19 1,-8 21-581,28-72 3307,-28 78-3866,-1 1 0,1-1 0,0 0 1,0 0-1,0 1 0,0-1 0,0 1 0,0 0 0,4-2 1,-2 1-3353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29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23 6897,'-3'-2'1970,"-29"-16"7323,29 18-5766,-5-2-2063,-9 1 4562,16 2-5898,1-1 1,-1 0-1,1 1 0,-1-1 0,1 1 0,-1-1 1,1 1-1,0 0 0,-1-1 0,1 1 0,0-1 1,-1 1-1,1-1 0,0 1 0,0 0 1,0-1-1,-1 1 0,1 0 0,0-1 0,0 1 1,0 0-1,0-1 0,0 1 0,0 0 0,0-1 1,0 1-1,1 1 0,0 28-128,-1 0 0,-2 0 0,-1 0 0,-8 37 0,-37 119 0,10-50 0,-14 117 0,0 1 0,5-17-2892,40-184 1421,3 0-1,2 79 0,5-107-3162,1-10-1547,-1 2-5480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29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12 191 9609,'-5'-21'1316,"4"19"-1046,0 0 0,0 0-1,0-1 1,0 1 0,0 0 0,1-1 0,0 1 0,-1 0-1,1-1 1,0 1 0,0-1 0,0 1 0,0-1 0,1 1-1,-1 0 1,1-1 0,-1 1 0,1 0 0,0-1 0,0 1-1,0 0 1,0 0 0,0 0 0,1 0 0,-1 0-1,3-3 1,5-2 99,0 0 0,0 0 0,1 0 0,0 2-1,0-1 1,1 1 0,0 1 0,0 0 0,21-5 0,9 0 317,59-3 0,-57 7-362,97-8 640,221 7 1,-257 12-1501,-1 5-1,186 43 1,-258-45-279,0 0 0,53 25 1,-73-28 183,0 0 0,0 1 1,-1 0-1,12 11 0,-16-13-164,-1 0 0,0 1-1,0 0 1,-1 0 0,0 0-1,0 0 1,0 0 0,3 10 0,7 26-7381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29.6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0 9761,'-45'46'2328,"33"-29"2345,-4-14-2505,-3 0 1868,38 5-2424,22 4-312,10-7-220,19 1-279,15 0-377,14-6-556,15-6-817,7-3-415,-4-2-816,7-12-864,-3 3-3041,-1-3-5360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0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0 11805,'0'0'2253,"-3"0"-71,-29 0 1827,29 0-2291,-1 1-174,-33 6 968,33-6-772,1-1-1028,-32 8 502,32-7 401,1 0-1454,0 1 1,1 0-1,-1 0 0,0 1 0,1-1 0,0 0 1,-1 0-1,0 3 0,14 18-159,-1 1 0,-2-1 0,0 2 0,-1-1-1,-2 1 1,-1 0 0,4 37 0,-6-17-3,-2 0 0,-3 0 1,-10 69-1,3-44 1,9-76 0,1-8 0,0 1 0,1 0 0,4-18 0,7-10 0,3 1 0,0 1 0,3 0 0,28-43 0,-36 65 0,1 0 0,1 1 0,1 0 0,0 1 0,1 1 0,1 0 0,0 1 0,1 0 0,0 2 0,32-17 0,-41 24 0,1 1 0,0 0 0,0 0 0,0 1 0,1 0 0,-1 0 0,0 1 0,1 1 0,-1-1 0,0 1 0,1 1 0,-1 0 0,1 0 0,-1 1 0,0 0 0,0 1 0,0 0 0,0 0 0,10 6 0,-8-3 0,-1 0 0,1 1 0,-1 1 0,-1 0 0,1 0 0,-1 1 0,-1 0 0,1 0 0,-2 1 0,1 0 0,-1 1 0,-1-1 0,0 1 0,5 14 0,-1 1 8,-2 0 0,-1 1 1,-1-1-1,4 40 0,-1 112-12,1 8-260,-7-165-805,1 0 0,0 0-1,14 34 1,-13-43-246,0 0-1,1-1 1,7 11 0,-9-16-64,0-1-1,1 0 1,-1 0-1,1 0 1,0 0-1,9 6 1,22 10-8983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0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641 864 11161,'-37'-13'2521,"-64"-30"0,88 38-1679,-1 0 1,-1 0 0,1 2-1,-1-1 1,1 2 0,-1 0-1,0 1 1,-18 0 0,15 2-220,0 0 0,0 1 1,0 1-1,0 0 1,1 2-1,-24 8 1,27-7-498,1 2 1,0-1-1,0 2 0,1 0 1,0 0-1,0 1 1,1 1-1,1-1 1,-1 2-1,2 0 1,0 0-1,0 0 1,1 1-1,1 1 0,0-1 1,1 1-1,0 0 1,1 1-1,-5 23 1,7-26-44,1 0 1,0 0-1,0 0 1,1 0-1,1 1 1,0-1-1,1 0 1,0 0-1,1 0 1,1 0-1,-1 0 1,2 0-1,0 0 1,0-1-1,1 0 1,0 0-1,1 0 1,1 0-1,-1-1 1,1 0-1,1-1 1,0 1-1,1-2 1,13 13-1,-16-17-88,0 1-1,0-1 1,0-1 0,0 1-1,1-1 1,-1 0 0,1 0-1,0-1 1,-1 0 0,1 0-1,0-1 1,1 0 0,-1 0-1,0-1 1,0 1 0,0-1-1,0-1 1,1 0 0,-1 0-1,0 0 1,0-1 0,0 0-1,-1 0 1,1-1 0,0 0-1,-1 0 1,0 0 0,1-1-1,6-6 1,6-4-18,-1-2 0,-1 0 0,-1-1 0,0 0 0,-1-2 0,-1 0-1,19-34 1,30-67-230,84-231 0,-128 302 155,173-509-450,-166 459 323,-25 97 220,-3 7 99,-40 118 410,-15 51 11,40-110-462,-47 202 292,58-229-309,1 1 0,2-1 0,2 1 0,2-1 0,6 48 0,-5-67-36,2 0 1,0 0-1,1 0 0,1-1 0,1 0 1,0 0-1,1 0 0,1-1 0,14 21 1,-16-29-2,0 0 0,0 0 0,0 0 1,1-1-1,0-1 0,0 1 0,1-1 1,0 0-1,0-1 0,0 0 1,1-1-1,0 0 0,0 0 0,0-1 1,0 0-1,0-1 0,17 2 0,-4-3-98,0-2 0,1 0-1,-1-1 1,0-1 0,-1-2-1,1 0 1,-1-1 0,0-1-1,0-2 1,-1 0 0,28-16-1,12-11-285,-1-3 0,75-64 0,-6-12-151,-107 93 418,-2-1 0,0-1 0,24-41 0,-43 64 111,0 0 0,0-1 0,0 1 0,0 0 0,0-1 0,0 1 0,-1-1 0,1 1 0,-1-1 0,1 0 0,-1 1 0,0-1 0,1 0 0,-1 1 0,0-1 0,0 1 0,0-1 0,0 0-1,-1 1 1,1-1 0,0 0 0,-2-1 0,1 1 11,0 1 0,0 0 0,0 0 0,0 0 0,0 0 0,0 1 0,-1-1 0,1 0 0,0 0 0,-1 1 0,1-1 0,-1 1 0,1-1 0,-1 1 0,1-1 0,-1 1 0,1 0 0,-1 0 0,-1 0 0,-8 0 71,1 0 0,-1 1 0,1 1 1,-1-1-1,-16 6 0,-11 6 269,1 1-1,1 2 0,-44 26 1,59-30-185,1 1 0,1 1 0,0 1 0,1 1 0,0 0 1,-26 33-1,39-43-137,1 0 0,0 1 1,0-1-1,0 1 1,1-1-1,0 1 0,0 0 1,0 1-1,1-1 0,1 0 1,-1 1-1,1-1 1,0 1-1,0 11 0,2-12-11,0-1-1,1 1 0,0-1 0,0 1 0,0-1 1,0 0-1,1 0 0,0 0 0,1 0 0,-1 0 1,1-1-1,0 0 0,0 0 0,1 0 1,0 0-1,10 8 0,3 0-28,1 0 0,1-1 0,0-1 0,1-1 0,0-1 0,1 0 0,0-2 0,35 8 0,188 20-306,-217-33 284,-16 0 2,269 18-966,-234-19 726,1-2 1,0-2-1,84-17 1,-116 16-228,0 0 0,-1 0 0,1-2 0,-1 0 1,15-8-1,-28 13 238,-1-1 0,1 1 0,-1-1-1,1 1 1,-1-1 0,0 0 0,1 0 0,-1 0 0,0 0 0,0 0 0,0 0 0,-1 0 0,1 0 0,-1 0 0,1 0 0,-1 0-1,1-4 1,-3-34-8654,-3 20-1426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1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83 108 10589,'-3'-8'1037,"-1"0"0,1 0 0,-1 1 0,-1-1 0,0 1 0,0 0 0,0 0 0,-1 0 1,0 1-1,-9-8 0,4 2 2360,1 4 1321,17 59-3814,14 54 0,7 42-57,-20-77-847,32 360 0,-36-318 0,13 470 0,-23-464-383,0 17-773,6-118 894,2 0 1,0 0 0,0 0 0,2 0 0,8 26 0,-12-42-8,1 1 0,-1-1 0,1 0 0,-1 1-1,1-1 1,0 0 0,0 1 0,-1-1 0,1 0 0,0 0 0,0 0 0,0 0 0,0 0 0,0 0 0,1 0 0,-1 0 0,0 0 0,0 0 0,1-1 0,-1 1 0,0 0 0,1-1 0,1 1 0,-1-1-273,-1 0 1,1 0-1,0 0 1,0 0 0,0-1-1,0 1 1,-1-1 0,1 1-1,0-1 1,0 0 0,-1 0-1,1 0 1,0 0 0,-1 0-1,1 0 1,-1 0 0,3-3-1,31-29-9933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1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60 112 11289,'1'-2'217,"0"0"0,0 0-1,-1 0 1,1 0 0,-1 0-1,1 0 1,-1 0 0,0 0 0,0 0-1,0 0 1,0 0 0,0 0 0,-1 0-1,1 0 1,0 0 0,-1 0 0,0 0-1,1 0 1,-1 0 0,0 0-1,0 1 1,0-1 0,0 0 0,0 0-1,-1 1 1,1-1 0,-3-1 0,4 1-49,0 1 1,0-1 0,0 1-1,0-1 1,0 1 0,0-1 0,0 0-1,0 1 1,1-1 0,-1 1-1,0-1 1,1 1 0,0 0 0,-1-1-1,1 1 1,0 0 0,0-1-1,-1 1 1,1 0 0,0 0 0,1-2-1,2 1-47,-1 0 0,0-1 0,1 1 0,-1 1 0,1-1 0,0 0 0,0 1 0,-1 0-1,1 0 1,7-1 0,42-2 521,-46 4-519,25 1 82,1 1 0,-1 2 0,0 1-1,48 13 1,-59-12-102,-1 1-1,1 1 1,37 21-1,-51-25-97,0 0 0,-1 0 0,0 1 1,1 0-1,-2 1 0,1-1 0,-1 1 0,1 0 0,-2 0 0,1 1 1,-1 0-1,6 11 0,-8-14-3,-1 0 1,0 0 0,0 0-1,0 1 1,-1-1-1,0 0 1,0 0-1,0 1 1,0-1-1,0 0 1,-1 0-1,0 1 1,0-1-1,0 0 1,0 0-1,-1 0 1,1 0-1,-4 4 1,1 1-2,-2-1 0,1 0 0,-1 0 0,0-1 0,-1 1 0,-12 9 0,-6 4-31,-1-2-1,-1-1 0,0-1 1,-2-2-1,-46 19 0,27-16-686,1-3-1,-90 17 0,82-29-3633,42-4 1991,13 1 2283,0 1 1,0-1-1,0 0 0,-1 0 1,1 0-1,0 0 0,0 0 0,0 0 1,0 0-1,0 0 0,0 0 1,0 0-1,0 0 0,0 0 0,-1 0 1,1 0-1,0 0 0,0 0 1,0 0-1,0 0 0,0 0 0,0 0 1,0 0-1,0 0 0,0 0 1,-1 0-1,1 0 0,0 0 0,0 0 1,0 0-1,0-1 0,0 1 1,0 0-1,0 0 0,0 0 0,0 0 1,0 0-1,0 0 0,0 0 1,0 0-1,0 0 0,-1 0 0,1 0 1,0 0-1,0-1 0,0 1 1,0 0-1,0 0 0,0 0 0,0 0 1,0 0-1,0 0 0,0 0 1,0 0-1,0-1 0,0 1 0,0 0 1,0 0-1,0 0 0,0 0 1,0 0-1,1 0 0,-1 0 0,0 0 1,2-15-7626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2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0 252 8721,'24'-16'2253,"-13"12"174,139-16 4356,-99 10-6076,-1-2 0,79-29 0,-118 36-586,0-1 0,-1-1 0,1 0 0,-1 0 0,-1 0 0,0-2 0,0 1 0,8-10-1,-16 17-111,-1-1-1,0 1 0,0 0 0,1 0 0,-1 0 0,0 0 0,0 0 0,0-1 0,-1 1 0,1 0 0,0 0 0,0 0 0,-1 0 0,1 0 0,0 0 0,-1 0 0,1-1 0,-2 0 1,1-1 12,0 0 7,0 1 0,-1-1 0,1 0 0,-1 0 0,1 1 0,-1-1 0,0 0 0,0 1 0,0 0 0,-1 0 1,1-1-1,0 1 0,-1 0 0,1 1 0,-1-1 0,0 0 0,0 1 0,0 0 0,1 0 0,-1-1 0,0 2 0,-1-1 0,1 0 0,0 1 0,0-1 0,0 1 0,0 0 0,-6 0 0,-5 1 150,0-1-1,1 2 1,-1 0-1,0 1 1,-13 4-1,5 0 104,1 1 0,0 1 0,1 1 0,0 0 0,-29 22 0,38-25-188,1 1 0,1 0-1,0 0 1,0 1 0,1 1 0,0-1 0,0 1 0,1 0 0,0 1 0,1 0 0,-7 17 0,11-24-70,1 1-1,0-1 1,-1 0 0,2 1 0,-1 0 0,0-1 0,1 1 0,0-1 0,0 1 0,1 0 0,-1-1 0,1 1 0,0-1 0,0 1 0,0-1 0,1 1 0,-1-1 0,1 0-1,0 0 1,1 0 0,-1 0 0,1 0 0,3 4 0,1 0 5,1 0-1,1-1 1,0 0-1,0-1 1,0 1 0,0-2-1,1 1 1,12 4-1,-14-7-15,1-1 0,-1 0 0,0 0 0,0-1-1,1 0 1,-1 0 0,1-1 0,-1-1 0,0 1 0,11-3-1,0 1 3,6 0-10,0-2 0,0-1 0,-1 0 0,0-2 0,46-20 0,100-66 77,-147 79-99,25-10-3,-45 24 18,0-1 0,0 1-1,0 0 1,0 0 0,0 0-1,0 0 1,1 1-1,-1-1 1,0 1 0,0 0-1,-1 0 1,1 0 0,0 0-1,0 0 1,0 1 0,-1-1-1,1 1 1,0 0-1,-1 0 1,0 0 0,4 3-1,5 9 8,-1 1-1,0-1 1,-1 2-1,-1-1 1,8 21-1,-11-23-4,0-1-1,1 1 0,0-1 0,1-1 0,0 1 1,1-1-1,0-1 0,1 1 0,0-1 0,13 11 1,-19-20 3,-1 1 1,1-1 0,0 0-1,-1 0 1,1 0-1,0 0 1,0 0 0,0 0-1,0-1 1,0 0 0,0 1-1,-1-1 1,1 0-1,0 0 1,0-1 0,0 1-1,0-1 1,0 1 0,0-1-1,0 0 1,-1 0 0,1 0-1,0 0 1,-1-1-1,1 1 1,-1-1 0,5-2-1,7-7 1,0-1-1,-1 0 0,18-22 1,-10 12 40,25-26 49,-11 11-20,41-34-1,-66 62-66,1 1 0,0 0-1,0 1 1,1 0 0,0 1-1,0 0 1,0 1 0,25-7 0,-29 12-8,0 0 1,-1 0 0,1 0 0,0 1 0,-1 0 0,1 0-1,-1 1 1,1 0 0,-1 1 0,0-1 0,0 1-1,0 1 1,0-1 0,0 1 0,-1 1 0,7 4-1,-3 0 39,0 0 0,0 1 0,-1 0-1,-1 0 1,0 1 0,0 1 0,-1-1 0,0 1-1,-1 0 1,8 23 0,1 10 70,16 77 0,-26-95-215,-1-6-292,0 0 0,2-1 0,0 1 0,15 31 0,-17-46-24,-1 0-1,1-1 1,0 1 0,0-1 0,0 0 0,1 0 0,0 0 0,6 4 0,-6-6-229,0 0 0,0 0 0,1 0-1,-1 0 1,1-1 0,-1 0 0,1 0 0,0-1-1,0 0 1,8 1 0,25-1-4845,18-1-3037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3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757 878 9485,'-1'-3'2365,"-3"-2"-1576,0-1 0,0 1 0,0-1 0,-1 1 0,0 0 0,0 1 0,0-1 0,0 1 0,-1 0 0,1 1 1,-1-1-1,0 1 0,-12-5 0,-8-2 833,-1 0 1,-31-6 0,40 13-1317,0 0 1,0 1-1,-1 1 1,1 1 0,-1 1-1,1 0 1,0 2 0,-30 6-1,19-1 143,1 1-1,1 0 1,0 3-1,-44 24 1,53-26-449,1 2 0,1 0 0,0 1 0,1 1 0,-18 19 0,25-23 0,0 0 0,0 0 0,1 0 0,1 1 0,0 0 0,0 1 0,1-1 0,1 1 0,-6 21 0,9-28-5,0 1 0,0 0 0,1 1 0,0-1-1,0 0 1,0 0 0,1 0 0,0 0 0,0 0 0,0 0 0,1-1 0,0 1 0,0 0-1,1-1 1,-1 1 0,1-1 0,0 0 0,1 0 0,-1 0 0,1 0 0,0-1 0,0 1-1,1-1 1,-1 0 0,1 0 0,0-1 0,0 1 0,7 3 0,-2-2-23,1 0 1,0 0 0,0-1-1,0 0 1,0-1 0,1 0-1,0-1 1,-1 0-1,1-1 1,0 0 0,0-1-1,-1 0 1,20-4 0,-16 1-133,0-1 1,0 0 0,-1-1 0,0-1 0,0 0 0,0-1 0,-1 0 0,21-16-1,-17 9 55,0-1-1,-2 0 1,0-1-1,0-1 0,16-24 1,3-16 22,-2-1 0,48-125 1,-62 138 27,182-478 62,-172 447 32,24-52 35,-53 128-72,1-1 0,0 1 1,0 0-1,0 0 0,0-1 1,1 1-1,-1 0 0,0 0 1,0-1-1,0 1 0,0 0 1,0 0-1,0-1 0,0 1 1,0 0-1,0 0 1,1 0-1,-1-1 0,0 1 1,0 0-1,0 0 0,0 0 1,1 0-1,-1-1 0,0 1 1,0 0-1,0 0 0,1 0 1,-1 0-1,0 0 0,0 0 1,0 0-1,1 0 0,-1 0 1,0 0-1,0-1 0,1 1 1,-1 0-1,0 0 0,0 0 1,1 1-1,-1-1 0,0 0 1,1 0-1,1 13 113,-3 27 92,-44 277 802,25-205-802,-8 133 1,26-198-150,2 0 1,9 66 0,-7-98-99,0-1 0,2 1 0,-1-1 0,2 0 0,0-1 1,1 1-1,0-1 0,1 0 0,0 0 0,1-1 0,18 22 1,-22-30-19,1 1 0,0-1 0,0 0 1,0 0-1,0-1 0,1 1 1,-1-1-1,1-1 0,0 1 0,0-1 1,0 0-1,0 0 0,8 1 1,-5-2-26,1 0 1,0-1-1,-1 0 1,1-1-1,-1 0 1,1 0-1,-1-1 1,11-3 0,1-2-163,-1-1 0,1-1 0,-2-1 0,1-1 0,-2-1 0,1 0 0,16-16 0,-11 8-30,0-1 0,-2-1 1,0-1-1,-2-1 0,-1-1 0,21-35 0,-22 34 108,9-16-52,-26 41 201,0-1 0,0 0 0,0 0 0,-1 0 0,1 1 0,0-1-1,-1 0 1,0 0 0,1 0 0,-1 0 0,0 0 0,0 0 0,0 0-1,0 0 1,-1 0 0,1 0 0,0 0 0,-2-4 0,1 5 15,0 0 1,0-1-1,-1 1 1,1 0 0,0-1-1,-1 1 1,1 0-1,0 0 1,-1 0 0,1 0-1,-1 0 1,0 1-1,1-1 1,-1 0 0,0 1-1,1-1 1,-1 1-1,0 0 1,1-1 0,-1 1-1,0 0 1,0 0-1,0 0 1,1 0 0,-1 1-1,0-1 1,-2 1-1,-3 0 46,-1 1 1,1 0-1,0 0 0,0 1 0,-9 4 0,1 2 54,0 0 1,1 1-1,0 1 0,1 1 0,0 0 1,1 0-1,0 1 0,1 1 0,1 0 1,0 0-1,1 1 0,0 0 0,1 1 1,-11 32-1,18-44-80,0 0 0,0 0 0,1 0 0,0 0 0,0 0 0,0 0 0,0 0 0,1 0 0,-1 0 0,1 0 0,0 0 0,0 0 0,0 0 0,1 0 0,0 0 0,-1-1 0,1 1 0,5 5 0,-3-3-3,1 1 0,0-2 1,0 1-1,0-1 0,1 1 0,0-2 0,0 1 0,11 6 1,-2-4-82,-1-1 0,1-1 1,0 0-1,0-1 0,0-1 1,31 3-1,96-3-750,-140-3 804,54-2-414,0-2 0,87-18 0,-113 15 333,-1-1 0,0-2 0,0 0 0,-1-2 0,-1-2 1,37-23-1,38-32 252,-98 67-160,-1 6 14,-1 0-10,-1-1-1,1 1 0,-1 0 0,0-1 1,1 1-1,-2 0 0,1 0 1,0 0-1,-1 0 0,0 0 1,0 0-1,0 0 0,0 0 0,-1 0 1,-1 5-1,1 1 4,4 64 40,-4-63-35,1 0 1,1 0 0,0 0-1,1 0 1,3 14-1,-4-20 7,0-1-1,1 1 0,0 0 1,0-1-1,0 1 1,1-1-1,-1 0 1,1 0-1,0 0 1,0 0-1,0 0 0,1-1 1,4 5-1,-6-7-15,-1-1 1,0 1-1,0-1 0,0 1 0,0-1 0,0 0 0,0 1 1,1-1-1,-1 0 0,0 0 0,0 0 0,0 0 1,1 0-1,-1 0 0,0 0 0,0 0 0,2-1 0,4 0 1,-2 1 26,0 0 1,0-1-1,0 1 1,0-1-1,0 0 1,0-1-1,0 1 1,-1-1-1,1 0 0,0 0 1,-1-1-1,1 1 1,-1-1-1,0 0 1,5-5-1,7-6 344,-1-2-1,19-24 1,-3 3 172,-3 5-186,-16 17-159,1 0 0,25-22 1,-35 35-190,-1 1 1,1-1 0,-1 0 0,1 1 0,0 0-1,-1 0 1,1 0 0,0 0 0,0 0-1,0 0 1,0 1 0,0-1 0,0 1 0,0 0-1,0 0 1,0 0 0,0 0 0,0 0 0,-1 1-1,1 0 1,0-1 0,5 3 0,3 2 10,0 1 1,-1-1-1,1 2 0,12 10 1,2 1-1,10 9-41,-28-21 26,0-1 0,0 1 0,1-1 0,-1 0 0,1-1 0,1 1 0,7 2 0,-7-4-53,0 0 0,0-1 0,0 0 0,1-1 0,-1 1 0,0-2 0,16 0 0,-4-1-194,-1-1 0,0-1 0,0-1 1,0-1-1,34-12 0,-29 4 114,-2 0 0,0-1 1,0-2-1,-2 0 1,0-2-1,0 0 0,-2-1 1,-1-1-1,0 0 0,-1-2 1,24-41-1,-14 15 493,-2-1 1,-3-1-1,-1-1 0,24-97 1,-44 144-294,8-31 1480,24-64 1,-100 239-139,-88 273-1,149-382-1915,0 0 1,2 1-1,2-1 1,1 1-1,3 32 0,-2-52-218,6 36-2615,3-30-934,7-6-3684,9-5-2554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3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52 126 13869,'-51'-29'13217,"82"24"-11768,23-1-221,-3 0-268,13-2-448,9-1-636,16 1-672,19-4-716,3 1-685,0-1-811,-3 4 332,-3 2-3521,-10 0-5544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4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402 481 9457,'-9'-6'-345,"2"4"3642,-1-4 4986,7-5-6324,2 8-1850,0 0 0,0 1-1,0-1 1,0 0 0,0 1 0,0 0 0,1-1 0,-1 1 0,1 0 0,0-1 0,0 1 0,0 0-1,0 0 1,0 1 0,0-1 0,0 0 0,0 1 0,5-3 0,52-25 608,-48 25-503,261-136 1361,-249 127-1471,-1-1 0,37-29-1,-54 38-87,0 1 0,0-1-1,0 0 1,-1 0-1,0 0 1,0-1-1,0 1 1,0-1-1,-1 0 1,0 0-1,0 0 1,-1-1-1,0 1 1,0-1-1,2-10 1,-4 14-2,0 0 1,0 1-1,-1-1 1,1 1-1,-1-1 1,1 1-1,-1-1 1,0 1-1,0 0 1,0-1-1,0 1 1,0 0-1,-1 0 1,1-1 0,-1 1-1,1 0 1,-1 1-1,0-1 1,0 0-1,0 0 1,0 1-1,0-1 1,0 1-1,0 0 1,-1 0-1,1-1 1,0 1-1,-1 1 1,1-1-1,-1 0 1,-4 0-1,-4-2 85,-1 1 0,1 1 0,0 0 0,-1 0-1,1 2 1,-14 0 0,-16 5 236,1 2 1,0 2-1,0 1 1,1 2-1,-62 30 1,46-15 117,0 3 0,2 2 0,-52 44 0,79-57-453,1 1 0,0 2 0,2 0 0,1 2 0,-19 27 0,35-44 0,1 1 0,0-1 0,0 2 0,1-1 0,1 0 0,-1 1 0,2 0 0,-1-1 0,0 11 0,2-13 0,1 0 0,0 0 0,1 0 0,-1 0 0,1 0 0,1 0 0,-1 0 0,1 0 0,0-1 0,1 1 0,0-1 0,0 1 0,0-1 0,6 8 0,-2-6 0,-1 0 0,2 0 0,-1 0 0,1-1 0,0-1 0,0 1 0,1-1 0,0-1 0,0 1 0,0-2 0,19 8 0,5-1 0,1-1 0,42 6 0,-10-6-183,0-2 1,70-1-1,-101-6-63,67 0-1583,1-6 0,-2-3 0,1-5 0,145-38-1,-13-11-7716,-125 28-751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4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 11 12141,'-47'8'3573,"38"-7"-2729,1 0-1,0 0 1,-1 1-1,-10 3 1,16-4-610,1 0 1,-1 1-1,1-1 1,-1 0-1,1 1 0,0 0 1,0-1-1,-1 1 0,1 0 1,1 0-1,-1 0 1,0 1-1,0-1 0,1 0 1,-1 1-1,1-1 0,-2 5 1,0 3 194,0 1-1,1-1 1,0 1 0,1-1 0,0 1 0,1 0 0,0-1-1,1 1 1,1 12 0,24 100 1537,-18-93-1559,46 154 928,-4-15-738,-40-128-580,19 68-6,-23-94-11,-1 0-1,2-1 0,0 0 0,1 0 0,9 13 0,-16-25 1,0-1 0,0 0 0,0 0 0,1 1 0,-1-1 0,0 0 0,1 0 0,-1 0 0,0 0 0,1 0 0,-1-1 0,1 1 0,0 0 0,-1-1 0,1 1 0,0-1 0,-1 1 0,1-1 0,0 0 0,-1 0 0,1 0 0,0 0 0,0 0 0,-1 0 0,1 0 0,0-1 0,-1 1 0,1 0 0,0-1 0,-1 0 0,1 1 0,-1-1 0,1 0 0,-1 0 0,1 0 0,-1 0 0,3-2 0,15-11 0,0-1 0,0-1 0,-2 0 0,0-1 0,24-34 0,74-113 0,-108 153-5,52-78-1200,95-112 1,21 21-3197,-78 101 117,-64 57-73,41-22-1,-22 17-5611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5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134 446 6813,'0'0'5958,"13"-5"-2874,-1-1-2365,0 0 0,0 0 0,-1-1 1,1 0-1,-2-1 0,1-1 0,-1 0 0,0 0 1,-1-1-1,0 0 0,-1 0 0,0-1 0,13-23 1,-20 30-627,1 1 0,-1-1 1,0 1-1,0-1 1,0 0-1,0 0 0,-1 1 1,1-1-1,-1 0 0,0 0 1,-1 0-1,1 1 0,0-1 1,-1 0-1,0 0 0,0 1 1,0-1-1,0 0 1,-1 1-1,0-1 0,1 1 1,-4-5-1,3 6-49,0-1 0,0 1 1,0 0-1,0 0 0,-1 0 0,1 0 0,0 0 1,-1 0-1,0 1 0,1-1 0,-1 1 0,0 0 1,0 0-1,1 0 0,-1 0 0,0 0 0,0 1 1,0-1-1,0 1 0,0 0 0,0 0 0,0 0 0,0 0 1,0 0-1,0 1 0,0 0 0,0-1 0,-4 3 1,-2 1 38,0 0 0,1 1 0,-1 0 1,1 0-1,0 1 0,1 0 0,-1 1 1,1 0-1,1 0 0,-9 11 0,-3 6 109,2 0 0,-17 31-1,25-39-132,0 1-1,1 0 0,1 0 0,0 1 0,2 0 0,0 0 0,-3 29 0,6-40-45,1 0 1,0 0-1,0 0 0,0 0 1,1 0-1,0 0 0,0 0 1,1 0-1,0-1 0,0 1 0,1 0 1,0-1-1,0 0 0,0 0 1,1 0-1,0 0 0,0 0 1,0-1-1,1 0 0,0 1 1,0-2-1,8 7 0,-8-8-8,1 0-1,-1 0 0,1-1 1,-1 1-1,1-1 0,0-1 1,0 1-1,0-1 0,0 0 1,10 0-1,1-1 3,0-1-1,25-4 1,-8-1-35,1-3 0,-1 0 0,0-3 0,-1-1 0,-1-1 0,0-1 0,46-31 0,-45 25-121,39-17 0,-69 36 69,20 7-42,-21-4 121,-1-1 0,1 0 1,-1 1-1,1-1 0,-1 1 0,0-1 0,1 1 0,-1 0 0,1 0 0,-1 0 1,0-1-1,0 1 0,1 0 0,-1 1 0,0-1 0,0 0 0,0 0 0,0 0 1,0 1-1,-1-1 0,2 2 0,7 36-26,-8-36 18,3 24-6,2 1 0,0-1 0,11 26 0,-11-50 9,3-3 5,0-1 0,1 0 0,-1-1 0,0 1 0,0-2 0,0 1 0,0-2 0,0 1 0,10-6 0,34-20 0,-13 6 8,1 2-1,75-27 0,-108 47 2,0-1-1,1 1 0,-1 1 1,0-1-1,1 1 0,-1 1 0,0 0 1,1 0-1,8 3 0,0-1 24,0 0-8,0 1 0,0 1 0,0 0 0,0 2 0,15 7 0,75 48 74,-70-38-100,46 20 1,-69-38-23,0 0 0,0-1 0,1-1 0,0 0 0,0-1 0,0 0 0,17-1 0,-18-1-6,0-2 0,1 0 0,-1 0 0,0-2 0,0 1 0,0-2 0,-1 0 0,1-1 0,-1 0 0,0-1 0,0 0 0,-1-1 0,1-1 0,-2 0 0,1 0 0,-1-1 0,0-1 0,-1 1 0,0-2 0,-1 0 0,0 0 0,13-22 0,12-28-24,44-113 0,-56 119 170,2 1 0,2 1 0,35-51-1,-56 97-95,4-8 83,1 2 0,0-1 1,1 1-1,1 1 0,21-19 1,-31 30-66,0 0 1,0 0-1,0 0 1,0 0-1,0 0 1,0 0-1,0 1 1,0-1-1,0 1 1,0 0 0,0 0-1,0-1 1,0 1-1,1 1 1,-1-1-1,0 0 1,0 0-1,0 1 1,0-1-1,0 1 1,0 0 0,0-1-1,0 1 1,0 0-1,0 0 1,3 3-1,-2-2 3,1 1 0,-1 0 0,1 0 0,-1 0 0,0 0 0,0 1 0,0-1 0,-1 1 0,1 0 0,-1 0-1,3 6 1,-1 4-35,0 0-1,-1 0 0,-1 0 0,0 0 0,-1 0 0,-1 1 1,-2 23-1,-18 100-11,-26 67 7,18-84 0,24-99-1059,2 1-1,0-1 1,3 40-1,0-17-869,-1-42 890,0 1 0,0-1-1,1 0 1,-1 0 0,1 0-1,0 0 1,-1 0-1,2 0 1,-1 0 0,3 5-1,10 5-11143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5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43 13073,'-10'3'2620,"14"-20"-39,11 8-629,-2 3-304,13 1-316,18-1-264,0 3-236,14 3-296,5 0-680,10 3-476,3-3-544,7-3-684,9 6-496,-10-3-869,-2 3-1571,-4 5-3757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6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21 234 8573,'0'-3'2149,"0"-2"-1332,0-1 1,1 1-1,0 0 1,0-1-1,0 1 1,1 0-1,0 0 1,0 0-1,0 0 1,1 0-1,-1 0 1,5-5-1,-1 2 45,1 0 0,1 0 1,-1 0-1,1 1 0,15-11 0,4 0 80,1 2 1,1 1-1,36-13 0,-50 23-813,0 0-1,1 1 0,0 1 0,0 0 0,0 1 0,1 1 0,-1 0 0,0 1 0,0 1 0,1 0 0,-1 2 1,0 0-1,0 0 0,-1 2 0,22 8 0,-30-11-116,0 1 0,-1 0 0,1 1 1,0-1-1,-1 1 0,0 1 0,0-1 0,0 1 1,-1 0-1,1 1 0,-1-1 0,-1 1 0,1 0 0,-1 0 1,0 0-1,0 1 0,-1-1 0,1 1 0,-1 0 0,-1 0 1,0 0-1,0 1 0,0-1 0,-1 0 0,0 1 0,0-1 1,-1 1-1,0-1 0,0 1 0,-1-1 0,0 0 0,0 1 1,-1-1-1,-3 12 0,-2-2-12,-1 0 0,0 0 0,-2 0 0,0-1 0,0 0 0,-1-1 0,-1 0 0,-1-1 0,0 0 0,-1-1 0,-18 13 0,-16 10 0,0-3 0,-69 34 0,54-35-531,-52 29-1904,103-54 2086,0 2 1,1-1-1,0 1 0,0 1 0,0 0 1,-12 16-1,22-25 192,1 0-1,-1 0 1,1 0 0,-1 1-1,1-1 1,-1 0 0,1 0 0,0 0-1,0 0 1,-1 0 0,1 1 0,0-1-1,0 0 1,0 0 0,0 0-1,1 0 1,-1 1 0,0-1 0,0 0-1,1 0 1,-1 0 0,1 0-1,-1 0 1,1 0 0,-1 0 0,1 0-1,-1 0 1,1 0 0,0 0-1,0 0 1,0 0 0,1 1 0,31 23-3324,-30-23 3018,2 1-529,0 0 0,1-1 0,-1 1 1,1-1-1,8 2 0,46 6-8299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6.2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49 10977,'-41'-8'2328,"25"13"2069,-3-10-2417,3 2 3124,29-26-6028,2 26-2792,1-2 408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9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109 165 8613,'6'-14'792,"-4"11"-544,-1 0-1,1 0 0,-1 0 1,0 0-1,0 0 1,0 0-1,-1 0 1,1 0-1,-1 0 1,1 0-1,-1-1 1,0 1-1,0 0 1,-2-5-1,-1-8 2725,-1 0-1,-10-24 1,8 23-1644,2 7 2550,3 19 43,-1 16-2313,-64 579-1608,51-458 0,7 1 0,13 187 0,-5-327-8,17 175-5421,-11-142 1867,1-2-1,21 61 1,-22-80-10097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9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134 333 12033,'1'-39'1922,"-1"26"-664,0 0 0,1 0 0,3-15 0,-3 23-865,1 0 1,-1 0 0,1 0 0,0 1 0,0-1 0,1 0 0,-1 1-1,1 0 1,0-1 0,1 1 0,6-7 0,11-7 171,1 0 1,0 1-1,1 1 1,1 1-1,1 2 1,30-14-1,-35 19-434,0 1 0,1 0 0,-1 2 0,1 0 0,0 1 0,1 1 0,-1 2 0,39 0 0,-53 2-114,0-1 1,-1 1-1,1 1 0,0-1 1,-1 1-1,0 0 0,1 1 1,-1 0-1,0 0 0,0 0 1,-1 0-1,1 1 0,-1 0 0,1 0 1,7 9-1,-8-7-2,0 1 0,-1 0-1,1 0 1,-1 0 0,-1 0 0,1 1 0,-1 0-1,-1-1 1,1 1 0,-1 0 0,-1 1 0,2 10-1,-2 2-6,-1 1-1,-1-1 0,0 0 0,-2 0 0,0 0 1,-1 0-1,-2-1 0,-7 22 0,-7 7-146,-1 0-1,-30 48 1,2-17-818,-95 120 0,-77 60-1004,194-230 1752,-84 79-429,108-106 622,-3 2-52,1 0 1,-1 0 0,0-1-1,0 1 1,-13 5 0,5-2-40,11-7-2,3-5 29,0-2 74,0 0 1,1 0-1,0 0 0,0 0 0,1 0 0,-1 0 0,1 0 1,0 0-1,1 0 0,3-5 0,2-2 96,1 1-1,0 0 0,15-15 1,-22 25-43,1 0 1,-1 0-1,1 0 1,-1 0-1,1 0 1,0 1-1,0-1 1,0 1 0,0 0-1,0 0 1,0 0-1,0 0 1,0 0-1,0 1 1,0 0 0,1-1-1,-1 1 1,0 0-1,0 0 1,0 1-1,0-1 1,6 2 0,-3 0 58,0 0 1,1 0-1,-1 1 1,0 0 0,-1 0-1,1 0 1,0 0 0,-1 1-1,0 0 1,7 7-1,96 107 980,-68-72-1424,1-1 1,2-3-1,81 62 1,-85-78-1983,71 36 1,-86-51-809,1-1-1,35 9 1,-7-9-5688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39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56 9905,'-2'2'2064,"-22"21"2707,20-20-4367,1 0 0,-1 0 0,0 1 1,1-1-1,0 1 0,0 0 0,0 0 0,0 0 0,0 0 1,1 1-1,0-1 0,-2 6 0,-2 11 198,0 0 0,2 0-1,1 0 1,0 1 0,2-1 0,1 1-1,0 0 1,1-1 0,7 35 0,-5-44-521,0-1 0,0 1 0,1-1 0,0 0 0,1 0 0,0-1 0,1 0 1,0 1-1,1-2 0,0 1 0,0-1 0,1 0 0,0-1 0,1 0 0,0 0 1,0-1-1,1 0 0,0 0 0,12 5 0,-17-9-73,0-1 0,0-1-1,0 1 1,0-1 0,0 0 0,0 0-1,0 0 1,0-1 0,1 0 0,-1 0-1,0 0 1,0 0 0,0-1 0,1 0-1,-1 0 1,0-1 0,0 1 0,0-1-1,-1 0 1,1 0 0,0-1 0,-1 1-1,1-1 1,-1 0 0,0 0 0,0-1-1,0 1 1,0-1 0,-1 0-1,1 0 1,-1 0 0,0-1 0,-1 1-1,1-1 1,-1 1 0,1-1 0,-1 0-1,-1 0 1,1 0 0,-1 0 0,0 0-1,0 0 1,0 0 0,-1-7 0,0-8-6,-1 1 1,-1 0-1,-1-1 1,0 1-1,-2 0 0,0 1 1,-1-1-1,-1 1 1,-13-26-1,6 19-31,0 1 0,-2 0-1,0 1 1,-2 0 0,-37-36-1,42 47-201,0 0-1,-28-17 1,35 25-46,1 1 0,-1 0 1,0 1-1,0-1 0,-1 1 0,1 0 1,0 1-1,-1-1 0,1 1 0,0 1 0,-12-1 1,12 1-326,-1 1 0,0 0 0,0 0 1,1 1-1,-1-1 0,-11 5 0,14-4-489,0 1-1,0-1 1,1 0-1,-1 1 1,0 0-1,1 0 1,-5 4-1,-5 12-8795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0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1563 11233,'-8'7'981,"0"-1"0,1 2 0,0-1-1,0 1 1,0 0 0,-8 14 0,14-19 2017,13 12-1446,-10-13-1453,0 1 0,1-1-1,-1 0 1,1 0 0,-1 0 0,1 0 0,0 0 0,-1-1 0,1 1 0,0-1 0,0 0 0,0 0-1,0 0 1,0 0 0,1 0 0,-1-1 0,0 1 0,0-1 0,0 0 0,1 0 0,-1 0 0,0 0-1,6-2 1,-3 1 29,0 0 0,0 0 0,-1-1-1,1 0 1,-1 0 0,1 0-1,-1-1 1,0 1 0,0-1 0,0-1-1,0 1 1,0-1 0,6-6-1,6-11 56,-1 0 0,-1-1 0,-1-1-1,-1 0 1,-1-1 0,-1 0-1,12-38 1,193-780 372,-188 704-535,20-106-50,-40 188 78,-5 29-1,2-1 0,13-46 0,-17 71 347,-2 27 71,-1-1-1,-8 36 1,-1 13-16,-56 661 1075,56-636-1524,5 0 0,10 161 0,-3-238 0,1 8 0,1-1 0,1 1 0,1-1 0,2 0 0,11 31 0,-14-47 0,1-1 0,0 0 0,0 0 0,1 0 1,0 0-1,1-1 0,0 0 0,0 0 0,15 13 0,-17-18 0,0-1 0,0 1-1,0-1 1,0 0 0,0-1 0,0 1-1,1-1 1,0 0 0,-1 0 0,1-1-1,0 0 1,0 0 0,0 0 0,0-1-1,-1 0 1,1 0 0,0 0 0,0-1-1,0 1 1,6-3 0,5-2-83,-1-1 1,1-1-1,-1 0 0,-1-2 1,0 1-1,0-2 0,-1 0 1,0-1-1,0 0 0,-1-1 1,-1 0-1,0-1 0,12-17 1,5-10-111,-2-1 0,-1-2 0,27-64-1,-4-7 47,-5-2-1,-6-2 0,-5-1 0,25-167 0,-57 278 139,0 0 0,-1-1 0,0 1 0,0 0 0,-3-15 0,2 16 20,1 7-10,0 0 0,0 0 0,0 0 0,0 0-1,0 0 1,0 0 0,0 0 0,-1 0-1,1 0 1,0 0 0,0 1 0,0-1 0,0 0-1,0 0 1,0 0 0,0 0 0,0 0 0,0 0-1,0 0 1,-1 0 0,1 0 0,0 0-1,0 0 1,0 0 0,0 0 0,0 0 0,0 0-1,0 0 1,0 0 0,-1 0 0,1 0 0,0 0-1,0 0 1,0 0 0,0 0 0,0 0-1,0 0 1,0-1 0,0 1 0,0 0 0,-1 0-1,1 0 1,0 0 0,0 0 0,0 0 0,0 0-1,0 0 1,0 0 0,0 0 0,0 0-1,0-1 1,0 1 0,0 0 0,0 0 0,0 0-1,0 0 1,0 0 0,0 0 0,0 0 0,0 0-1,0-1 1,0 1 0,0 0 0,0 0-1,0 0 1,0 0 0,0 0 0,-7 4 33,0 1 0,0 1 0,1-1-1,-1 1 1,1 0 0,1 0 0,-1 1 0,1 0 0,0 0 0,1 0 0,0 1 0,-5 9 0,-5 17 204,-16 52 0,4 2 112,5 0 1,-18 149-1,37-208-306,1 0 1,1 0-1,2 0 0,1 0 1,1 0-1,1 0 1,2-1-1,1 0 0,16 39 1,-17-50-32,1-1-1,1 0 1,0-1 0,1 0 0,1-1 0,0 0 0,1 0-1,0-1 1,1-1 0,0 0 0,1-1 0,1 0 0,0-1-1,0-1 1,1-1 0,0 0 0,23 8 0,-9-5-63,0-2 0,0-2 0,1 0 0,50 3 0,-56-9-44,-1 0 1,1-2 0,-1-1-1,1-1 1,-1-1 0,0-1-1,42-15 1,-50 13 25,0 0 0,0-1 1,-1 0-1,0-2 0,0 0 0,-1 0 0,-1-1 1,1-1-1,-2 0 0,0-1 0,18-24 1,10-33-113,-38 68 597,-11 27-27,2-8-203,-2 11-93,-11 57 1,18-74-705,1 1-1,0-1 0,1 0 1,1 1-1,-1-1 1,2 0-1,-1 0 0,6 18 1,-5-25-136,0-1 1,-1 0-1,1 0 0,0 0 1,1 0-1,-1-1 1,0 1-1,1 0 1,4 3-1,-3-3-630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0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75 9749,'-13'-35'2352,"20"24"-144,2-6 1125,4 11-2169,3 0 416,3 15-1076,0-3-340,0 5-532,13 12-740,-7 0-596,-6 0-713,3 8-2075,1 9-3489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1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0 106 8105,'2'-4'-81,"0"1"871,0 1-1,-1-1 0,1 0 1,-1 0-1,1 0 1,-1-1-1,0 1 0,0 0 1,-1 0-1,1-1 1,-1 1-1,1-6 0,-8-44 5974,7 50-4756,3 4-1555,3 0-358,1 0 1,-1 1-1,0 0 1,1 0-1,-1 1 1,0-1-1,-1 1 1,1 1-1,0-1 1,-1 1-1,0 0 1,0 0-1,0 1 1,5 5-1,6 8-31,0 1-1,-1 1 1,-1 0-1,-1 1 0,-1 1 1,0 0-1,-2 0 1,-1 1-1,9 34 0,-13-41-95,1-1 0,0 0 0,9 16 0,-13-28 14,0 1 0,0-1-1,0 0 1,0 0 0,0 0-1,1-1 1,-1 1 0,1 0 0,0-1-1,0 0 1,0 1 0,0-1-1,0 0 1,0-1 0,1 1-1,-1-1 1,1 1 0,-1-1 0,1 0-1,3 1 1,1-2 9,-1 0 0,1-1-1,-1 1 1,1-1 0,-1-1 0,1 0-1,-1 0 1,0 0 0,0-1 0,10-5 0,6-4-28,37-28 1,-21 13 50,105-72-63,-122 82 57,-1-1-1,-1 0 1,0-2 0,20-26-1,-38 43-10,0 1 0,0-1 0,0 0 0,0 1 0,0-1 0,-1 0 0,0 0 0,1-1 0,0-4 0,-2 8 5,0 0 0,0-1-1,0 1 1,0 0 0,0 0-1,0 0 1,0-1 0,0 1-1,-1 0 1,1 0 0,0-1-1,0 1 1,0 0 0,0 0-1,0 0 1,-1 0 0,1-1-1,0 1 1,0 0 0,0 0-1,-1 0 1,1 0 0,0 0-1,0 0 1,0-1 0,-1 1-1,1 0 1,0 0 0,0 0-1,-1 0 1,1 0 0,0 0-1,0 0 1,0 0 0,-1 0-1,1 0 1,0 0 0,0 0-1,-1 0 1,-22 8 8,13-3-11,-1 1-1,1 1 0,0 0 0,1 0 0,-1 1 1,1 0-1,1 0 0,0 1 0,0 0 0,0 1 1,2 0-1,-1 0 0,1 1 0,-5 12 0,10-21-27,0 1 0,0-1 0,0 1 0,0-1 1,1 1-1,0 0 0,-1-1 0,1 1 0,0 0 0,0-1 0,0 1 0,1 0 0,-1-1 0,1 1 0,-1-1 0,1 1 0,0 0 0,0-1 0,0 1 0,2 2 0,-1-2-37,0-1 1,1 1-1,-1-1 0,1 0 0,0 1 0,0-1 0,0 0 1,0-1-1,0 1 0,0-1 0,0 1 0,1-1 1,4 1-1,9 2-212,-1-1 0,1-1 0,0-1-1,1 0 1,16-3 0,-21 2 148,0-1-1,0-1 0,-1 0 1,1 0-1,-1-1 0,20-8 1,-27 9 187,0-1 1,-1 1-1,1-1 1,0 0 0,-1-1-1,0 1 1,0-1 0,0 0-1,0 0 1,0 0-1,-1 0 1,0-1 0,0 1-1,0-1 1,0 0-1,3-9 1,-2-16 1336,-4 20-1027,0 7 1603,15 35-739,-14-19-1042,1-1-1,-2 1 0,1 0 1,-2 0-1,-2 16 0,-15 70 642,5-36-582,-51 253-215,-122 391-148,72-313-211,98-317-833,12-54 583,-1 1 0,-1-1 0,-10 26 0,15-45 530,-1-1-1,0 1 1,1-1 0,-2 0 0,1 0-1,0 0 1,0 0 0,-1 0 0,0 0-1,0-1 1,1 1 0,-2-1-1,1 0 1,0 0 0,0 0 0,-1 0-1,1-1 1,0 1 0,-1-1 0,0 0-1,1 0 1,-1 0 0,0-1 0,0 1-1,1-1 1,-1 0 0,0 0-1,0 0 1,1 0 0,-1-1 0,0 0-1,0 1 1,-4-3 0,-7-2 112,-1 0 0,1-1 1,0-1-1,0 0 0,1-1 1,-19-14-1,21 13 88,0 0 1,0-1 0,1-1-1,0 0 1,1 0-1,0-1 1,1-1 0,1 1-1,0-1 1,0-1-1,-8-22 1,9 17 18,1 0 1,1 0-1,1-1 1,1 0-1,1 1 1,0-1-1,2 0 1,1-23-1,3 8-42,1 1 0,2 1 1,2-1-1,0 2 0,2-1 0,2 1 0,1 1 0,1 0 1,2 1-1,23-33 0,-6 19-456,1 1 0,3 1 0,1 3 0,79-63 0,-62 62-932,2 2-1,1 2 1,96-41 0,37 0-4193,-61 36-1931,-29 15-2671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2.1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720 157 8381,'2'-3'266,"0"1"0,0-1 0,-1 0 0,1 0 0,-1 1 0,1-1 0,-1 0-1,0 0 1,0 0 0,-1 0 0,1-1 0,0 1 0,-1 0 0,0 0 0,0 0 0,0 0 0,0-1 0,0 1 0,-1 0 0,1 0 0,-1 0 0,0 0 0,0 0 0,0 0 0,-1 0 0,1 0 0,-1 0 0,1 0 0,-1 1 0,-3-4 0,2 1 177,-1 0 1,0 0-1,0 1 1,0-1 0,0 1-1,-1 0 1,1 0-1,-1 1 1,0-1 0,-1 1-1,1 0 1,0 1-1,-1-1 1,1 1 0,-1 0-1,-9-1 1,4 2-150,0 1 1,1 1-1,-1-1 0,0 2 1,1 0-1,-1 0 1,1 1-1,0 0 0,0 1 1,0 0-1,0 0 0,1 1 1,0 1-1,0-1 1,-13 12-1,-13 11 146,2 3 1,-41 47-1,42-44-154,-10 10-173,1 2-1,2 2 1,3 2 0,1 1 0,-27 56-1,58-97-146,0 0 1,0 0-1,1 0 0,0 0 1,1 0-1,0 1 0,-1 11 1,3-20 27,0 0 0,0 1 0,0-1 1,0 0-1,0 1 0,0-1 1,1 0-1,-1 0 0,1 1 1,0-1-1,-1 0 0,1 0 1,0 0-1,0 0 0,1 0 0,-1 0 1,0 0-1,1 0 0,-1-1 1,1 1-1,-1 0 0,1-1 1,0 1-1,0-1 0,0 0 1,0 1-1,0-1 0,0 0 0,0 0 1,0 0-1,0-1 0,0 1 1,0 0-1,1-1 0,-1 0 1,0 1-1,0-1 0,1 0 0,2 0 1,8-1 3,1 0 0,-1-1 1,1-1-1,-1 0 0,0 0 1,0-1-1,0-1 0,0 0 1,-1-1-1,0-1 0,0 0 1,21-16-1,9-10 146,72-75-1,78-84 883,-190 190-1013,-1 1-1,1-1 0,-1 0 0,1 1 1,0-1-1,-1 1 0,1-1 0,0 1 1,0 0-1,0 0 0,0 0 0,0 0 1,1 0-1,-1 0 0,0 0 0,0 1 1,0-1-1,1 1 0,-1 0 0,3 0 1,-3 0-11,-1 1 0,1-1 1,0 1-1,-1 0 0,1 0 1,-1 0-1,1 0 0,-1 0 0,1 0 1,-1 0-1,0 1 0,1-1 1,-1 0-1,0 1 0,0-1 1,0 1-1,0-1 0,0 1 1,1 2-1,2 7-180,-1-1 0,1 1 0,-2 0 0,1 0 0,-2 0 0,2 16-1,-1-1-1330,1-1 0,1 1 0,10 30 0,14 30-9000,-10-43-973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2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878 1318 11881,'-31'-53'2080,"-23"-35"4702,47 78-5917,0 1 0,-1 0 1,0 1-1,0-1 1,-1 2-1,-14-11 0,18 15-608,-1 0-1,1 1 1,-1 0-1,1 0 1,-1 0 0,0 1-1,0 0 1,1 0-1,-1 1 1,0-1-1,-10 2 1,-1 0 322,0 1 0,-29 7 0,12 1-445,1 2 1,0 1 0,1 1 0,0 2 0,-54 36 0,41-20-50,1 3 1,2 1-1,-38 42 1,67-63-86,0 0 0,2 1 0,0 0 0,0 1 0,2 0 0,0 0 0,1 1 0,-7 21 0,14-36-3,0 0-1,1 1 1,-1-1-1,1 0 1,-1 1-1,1-1 1,0 1 0,0-1-1,1 0 1,-1 1-1,0-1 1,1 1-1,0-1 1,0 0 0,0 0-1,1 1 1,-1-1-1,0 0 1,1 0-1,0 0 1,0-1 0,0 1-1,0 0 1,0-1-1,1 1 1,-1-1-1,1 0 1,0 0-1,-1 0 1,1 0 0,0 0-1,0 0 1,6 1-1,2 1-46,-1 0 1,0-1-1,1 0 0,-1-1 0,1-1 0,0 1 0,0-2 0,19 0 1,-4-3-223,-1-2 0,0 0 0,0-1 1,-1-2-1,0-1 0,0 0 0,-1-2 1,0 0-1,-1-2 0,-1-1 0,0 0 1,36-33-1,-27 18 141,-1 0-1,-2-2 1,-1-1-1,-2-1 1,-1-1-1,-2-1 1,24-50-1,0-23 163,-5-2-1,41-179 1,18-235 1139,-97 512-1135,3-15 91,-1-1 0,-1 0 0,-3-54 0,-3 66 11,2 16-132,1 0-1,0 0 0,0 0 0,0 0 1,0-1-1,-1 1 0,1 0 1,0 0-1,0 0 0,0 0 0,-1 0 1,1 0-1,0 0 0,0 0 0,0 0 1,-1 0-1,1 0 0,0 1 1,0-1-1,0 0 0,-1 0 0,1 0 1,0 0-1,0 0 0,0 0 0,0 0 1,-1 0-1,1 0 0,0 1 1,0-1-1,0 0 0,0 0 0,0 0 1,-1 0-1,1 1 0,0-1 0,0 0 1,0 0-1,0 0 0,0 1 0,-15 36 306,4 19-3,2 1-1,-2 77 1,7-82-201,-7 402 580,15-391-643,2-1 0,3 0 0,3 0 0,2-1 0,28 74 0,-32-111-29,0 0 1,22 35 0,-24-47-9,0 0 1,1-1-1,0 0 1,1-1 0,1 0-1,-1-1 1,14 10-1,-11-10-2,1 0 0,-1 0-1,2-1 1,-1-1 0,1 0 0,0-1-1,0-1 1,1 0 0,21 3 0,-19-7-8,1 0 1,-1-1 0,1-1 0,-1-1-1,0 0 1,1-2 0,-1 0 0,-1-1-1,1 0 1,-1-2 0,0 0 0,32-19-1,-12 3 1,-2-1-1,-1-2 0,-1-1 1,44-47-1,-75 72 7,43-41 6,-41 40-9,0 0 0,0 0 0,0 0 1,1 0-1,-1 1 0,1 0 0,0 0 0,-1 0 0,7-1 0,-10 3 5,0 0 0,0 0 0,0 0 0,0 1-1,0-1 1,0 0 0,0 1 0,0-1 0,0 0-1,0 1 1,0-1 0,0 1 0,0 0 0,0-1 0,0 1-1,-1 0 1,1 0 0,0-1 0,-1 1 0,2 2-1,0-1 3,2 3-10,0 0 1,-1 1-1,0-1 1,0 1-1,0 0 1,-1-1-1,0 1 1,0 0-1,0 1 1,-1-1-1,0 0 1,0 7-1,2 19 39,-2 34 1,-1-46 19,0 11-424,-1 8-721,8 64 0,-5-90 117,1 1 0,0 0 0,6 13-1,-6-19-296,1 0-1,0-1 0,0 1 1,1-1-1,9 13 1,-1-8-4685,3-1-3356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2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10689,'10'-18'6941,"2"30"-5917,1-4-252,3 4-200,13 8-488,-4 0-392,7 8-672,-1 1-680,-5-6-661,2 8-1951,7 9-3285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3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392 19 8989,'0'0'4718,"-1"-2"-4108,0 0 0,0 1 0,0-1-1,0 1 1,-1-1 0,1 1 0,0-1-1,-1 1 1,1 0 0,-1 0 0,-2-2 0,-3 8 58,0 0 1,1 1 0,-1-1 0,1 1-1,0 0 1,1 1 0,0 0-1,-6 8 1,4-3-603,-149 253 3141,121-199-2390,3 3 0,-23 72 0,48-121-817,1 1 0,1-1 0,1 1 0,1 0 0,1 0 0,1 0 0,1 0 0,3 29 0,-2-39 0,1 0 0,0-1 0,1 0 0,1 1 0,-1-1 0,1-1 0,1 1 0,0 0 0,1-1 0,-1 0 0,2-1 0,-1 1 0,1-1 0,0 0 0,1-1 0,0 1 0,0-2 0,11 8 0,0-4-434,0 0 0,0-1 0,1-1 0,0-1 0,0-1 0,0-1 0,1 0 0,0-2 1,32 2-1,15-3-2345,111-11 0,-149 6 1777,126-16-4171,-133 14 2971,0 0 0,33-15 1,1-5-4905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3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134 223 9997,'16'-9'709,"-13"8"-399,1-1 0,0 0 0,-1 0-1,1-1 1,-1 1 0,0-1 0,0 1 0,0-1 0,3-4 0,-7 6-39,1 0 1,-1 0 0,0 0-1,1-1 1,-1 1 0,0 0-1,0 0 1,0 0 0,0 0 0,0 0-1,0 0 1,0 0 0,-2 0 180,2 0-214,0 1 1,1 0-1,-1 0 1,1-1-1,-1 1 0,0-1 1,1 1-1,-1-1 1,1 1-1,-1-1 0,1 1 1,-1-1-1,1 1 1,0-1-1,-1 0 0,1 1 1,0-1-1,-1 1 1,1-1-1,0 0 0,0 0 1,0 1-1,-1-1 1,1 0-1,0 1 0,0-1 1,0 0-1,0 1 1,0-1-1,0 0 0,0 0 1,1 1-1,-1-1 1,0 0-1,0 1 0,1-2 1,13-6 155,-3 5-92,0 1 0,0 1 0,0 0 0,0 0 0,0 1 0,1 0 1,17 3-1,25 1 172,-18-4-252,-15 1-106,0 0 0,0-2 0,0 0 0,0-2-1,39-9 1,-46 4-104,-13 7-12,1 1-1,-1-1 1,1 0 0,-1 0-1,0 0 1,1 0 0,-1 0-1,0 0 1,0 0 0,0 0-1,0-1 1,0 1 0,0 0-1,0-1 1,0 1 0,0 0-1,-1-1 1,1 1 0,-1-1-1,1 0 1,-1 1 0,1-1-1,-1 1 1,0-1 0,0 0-1,0 1 1,0-1 0,0 0-1,0 1 1,0-1 0,0 1-1,-1-1 1,1 0 0,-1 1-1,1-1 1,-1 1 0,0-1-1,1 1 1,-1 0-1,0-1 1,0 1 0,-2-2-1,-1-2 34,1 0 0,-1 1-1,-1 0 1,1 0-1,0 0 1,-1 0-1,0 1 1,0 0-1,0 0 1,0 0-1,-1 0 1,1 1-1,-1 0 1,1 0 0,-1 1-1,0-1 1,0 1-1,0 0 1,0 1-1,1 0 1,-1 0-1,0 0 1,0 0-1,-10 3 1,-4 1 126,1 1 0,-1 1 0,1 0 0,1 2 0,-1 0 0,-18 12 0,12-5-153,2 0-1,-1 1 1,2 2-1,0 0 1,2 1-1,-21 24 1,30-30-7,1 0 0,0 1 1,1 0-1,0 1 0,1 0 1,1 0-1,0 0 1,1 1-1,1 0 0,0 1 1,-3 23-1,8-32-42,-1 1 0,1-1-1,0 1 1,1 0 0,0-1 0,0 1-1,1-1 1,0 1 0,0-1 0,1 0 0,7 15-1,-4-13-118,0 0 0,1 0-1,1 0 1,-1-1 0,1 0 0,1 0-1,15 12 1,0-5-322,0 0 0,1-2 0,0-1 0,1 0 0,0-2 0,39 10 0,46 9-4825,-36-14-1008,23 2-6635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0 157 7453,'0'0'10425,"7"-12"-7750,-1 4-2290,1 0 0,0 1 0,1 0 1,0 0-1,0 0 0,0 1 0,16-8 0,2 0-65,40-15-1,-43 20-721,-1 2 0,2 1 0,44-7 0,-52 12-800,0 0 1,24 2 0,-29 0-530,-1 0 0,1 1 0,-1 1 0,15 5 0,-3 0-5691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4.8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23 103 9473,'-23'0'8233,"46"-28"-5757,-11 19-1660,1 3-192,16-2-320,25-4-432,-7 4-840,4-4-856,6 1-3841,13 2-4692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5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821 277 7273,'6'-16'1603,"-1"0"0,0 0-1,3-30 1,-7 39-1011,0 1 0,-1-1-1,0 0 1,-1 1 0,1-1-1,-1 0 1,-1 1 0,1-1-1,-1 0 1,0 1 0,-1 0-1,-5-12 1,7 17-478,-5-9 797,0-1 1,-1 1-1,0 1 0,-9-10 0,13 17-769,0-1 1,1 1-1,-1 0 1,0 0 0,0 0-1,-1 0 1,1 0-1,0 1 1,-1-1-1,1 1 1,0 0 0,-1 0-1,0 0 1,1 1-1,-1-1 1,1 1-1,-1 0 1,-5 0 0,-15 4 157,0 0 0,1 1 0,-1 2 0,1 1 0,0 0 0,1 2 0,-23 12 0,-6 7 159,-85 65 1,4 16-181,115-94-250,1 1-1,0 0 1,2 2-1,0 0 1,-14 25-1,26-39-33,0-1 0,0 1 0,0 0 0,0 0 0,1 0 0,0 0 0,0 1 0,1-1-1,-1 0 1,1 0 0,0 0 0,1 1 0,-1-1 0,1 0 0,0 0 0,0 0 0,0 0 0,1 0-1,0 0 1,0 0 0,0-1 0,1 1 0,-1 0 0,7 6 0,0 1-68,0-1 0,1-1 0,1 0 0,0 0 0,0-1 0,1 0 0,21 12 1,14 6-99,141 89-430,-165-99 503,0 1-1,-2 1 0,-1 1 1,0 1-1,30 43 0,-33-38-45,-2 1-1,-1 0 0,-2 1 1,0 1-1,-2 0 1,-1 0-1,-1 1 1,-2 0-1,0 0 0,-3 1 1,0 0-1,-2-1 1,-1 1-1,-2 0 1,-1-1-1,-1 1 0,-2-1 1,-1 0-1,-1 0 1,-2-1-1,0 0 1,-2-1-1,-30 51 0,16-37-76,-2-1-1,-2-2 0,-2-1 0,-51 48 1,-106 79-336,164-146 605,-1-1 0,0-1-1,-37 16 1,61-32-8,0 1 1,-1-2-1,1 1 0,0 0 0,-1 0 0,1-1 0,-1 1 0,0-1 0,1 0 0,-1 0 0,1 0 0,-1 0 1,1 0-1,-1-1 0,1 1 0,-1-1 0,1 1 0,-1-1 0,1 0 0,0 0 0,-1 0 0,1 0 0,0-1 1,-4-2-1,5 3-13,-1-1 1,1 1 0,0-1-1,-1 0 1,1 1-1,0-1 1,0 0 0,0 0-1,1 0 1,-1 0-1,0 0 1,1 0 0,-1 0-1,1 0 1,0 0 0,-1 0-1,1 0 1,0 0-1,0 0 1,1 0 0,-1 0-1,0 0 1,1 0-1,-1 0 1,1 0 0,0 0-1,-1 0 1,1 0 0,1-2-1,3-4 75,0-1 0,0 1-1,1 0 1,0 1 0,0-1 0,1 1 0,0 0-1,10-7 1,-13 11-52,-1 0 1,1 1-1,0 0 1,0-1-1,0 1 1,0 1-1,0-1 1,1 0-1,-1 1 1,1 0-1,-1 0 1,1 0-1,-1 1 0,1 0 1,-1 0-1,1 0 1,-1 0-1,1 1 1,-1-1-1,6 2 1,-7 0-33,1 0 1,-1-1-1,0 1 1,0 0-1,0 1 1,-1-1 0,1 0-1,0 1 1,-1 0-1,0-1 1,1 1-1,-1 0 1,0 0 0,-1 0-1,1 1 1,0-1-1,-1 0 1,0 1-1,0-1 1,0 1-1,1 4 1,2 12 21,-1 0 0,1 33 0,-2-30-18,-1-5-331,1 0-1,2 0 0,0 0 0,0-1 0,2 1 0,0-1 0,15 29 0,-15-37-338,-1 1 0,2-2-1,-1 1 1,1-1 0,0 0-1,0 0 1,1-1 0,0 0-1,1-1 1,0 1-1,0-2 1,0 1 0,0-1-1,16 6 1,28 6-5065,7 0-3249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6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260 115 11797,'1'-8'670,"0"1"0,1 0 1,0-1-1,0 1 0,1 0 0,0 0 0,0 1 0,0-1 1,6-7-1,-7 11-479,1 0 1,0 0-1,0 0 1,0 1-1,0-1 1,0 1-1,1-1 1,-1 1-1,1 0 0,0 0 1,-1 1-1,1-1 1,0 1-1,0 0 1,0 0-1,0 0 1,0 0-1,7 1 1,-4 0-44,-1 0 0,1 1 1,-1 0-1,1 0 0,-1 0 1,1 1-1,-1 0 0,0 0 1,11 6-1,-15-6-116,0-1-1,0 1 1,0 0-1,0 0 1,0 0-1,-1 0 1,1 0-1,-1 0 1,0 0-1,1 1 1,-1-1-1,0 0 1,0 1-1,-1-1 1,1 1-1,0 3 1,5 39 110,-6-39-102,0 6 4,0-1-1,-1 1 1,-1-1-1,0 1 1,0-1-1,-2 0 1,1 0-1,-1 0 1,-11 20-1,-5 6 57,-33 45-1,46-72-99,-48 62 82,-73 75-1,-29 37 1569,156-182-1615,0-1 1,-1 0-1,1 1 0,0 0 0,0-1 0,0 1 1,0 0-1,0 0 0,0-1 0,1 1 1,-1 0-1,0 0 0,1 0 0,0 0 1,-1 0-1,1 0 0,0 0 0,0 0 0,0 0 1,0 0-1,1 0 0,-1 0 0,0 0 1,1 0-1,-1-1 0,1 1 0,0 0 0,0 0 1,0 0-1,-1-1 0,2 1 0,-1 0 1,0-1-1,0 1 0,0-1 0,1 1 0,-1-1 1,1 0-1,-1 1 0,1-1 0,0 0 1,-1 0-1,1 0 0,3 1 0,6 3-110,0 0 1,1-1-1,-1-1 0,1 0 0,23 3 0,14-1-1395,0-3 0,69-5 1,99-20-9553,-141 14 1516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6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1 8969,'0'0'2356,"-16"11"-20,0 0-140,-41 38 4153,35-26-4861,3 3-296,0-1-232,-3 7-236,3-1-184,3 1-428,3-4-896,-3 4-520,7-4-972,-4 4-868,7-12-2721,2 3-5000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6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72 10681,'36'-17'3170,"1"3"1,60-17-1,-84 28-2904,1 0-1,-1 2 1,1-1 0,0 1 0,-1 1-1,1 1 1,0 0 0,0 0-1,-1 1 1,26 8 0,-38-10-243,1 1-1,0-1 1,0 1 0,0 0 0,0 0 0,0 0 0,-1 0 0,1 0-1,0 0 1,-1 0 0,1 0 0,-1 0 0,1 1 0,-1-1-1,0 1 1,0-1 0,1 1 0,-1 0 0,0-1 0,0 1 0,-1 0-1,1 0 1,0-1 0,0 1 0,-1 0 0,1 0 0,-1 0-1,0 0 1,0 0 0,0 0 0,1 0 0,-2 0 0,1 0 0,0 0-1,-1 3 1,-2 5 6,-1 0-1,0 0 0,0 0 1,-1-1-1,-9 14 1,2-3 25,7-11-44,0 1 0,0-1 1,1 1-1,0 0 1,1 0-1,0 0 1,1 0-1,0 0 1,0 1-1,1-1 1,1 1-1,0-1 1,0 1-1,1 0 1,0-1-1,1 0 1,0 1-1,1-1 1,0 0-1,0 0 0,1 0 1,0-1-1,7 11 1,12 22 7,-10-20-25,-1 0 0,-1 1 0,16 45-1,-26-62 13,1-1 0,-1 1 0,0 0 0,0 0-1,-1 0 1,1 0 0,-1 1 0,-1-1 0,1 0 0,-1 0-1,0 0 1,0-1 0,-1 1 0,0 0 0,0 0-1,0-1 1,-1 1 0,0-1 0,0 0 0,0 1-1,-6 6 1,-4 0 79,0 1 0,0-2 0,-1 0 0,-1 0 0,1-2 0,-2 0 0,-29 13 0,-123 38 528,135-50-576,-33 10-306,-63 21-17,47-8-7695,83-33 7889,-1 0 0,0 0 0,0 0 0,0 0-1,0 0 1,15 15-13653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7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 14 12345,'-13'-14'2468,"-9"20"449,3 2-401,6 1-452,1 0-392,-4 2-340,6-2-284,-6 5-240,-9 12-159,15-15-413,-2 9-1037,2 3-443,-6-6-1112,4 3-760,-4-3-2973,-3 15-5376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7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1 10449,'-35'21'2365,"35"-21"-2252,-1 1-1,1-1 1,-1 1 0,0-1 0,1 0 0,-1 1-1,1-1 1,-1 0 0,0 0 0,1 0-1,-1 1 1,0-1 0,1 0 0,-1 0 0,0 0-1,1 0 1,-1 0 0,0 0 0,1 0-1,-1 0 1,0-1 0,1 1 0,-1 0 0,0 0-1,1 0 1,-1-1 0,0 1 0,1 0-1,-1-1 1,1 1 0,-2-1 0,0-1 434,0 1-334,1 1 1,-1-1 0,0 1 0,0 0 0,0 0-1,1-1 1,-1 1 0,0 0 0,0 1 0,1-1-1,-1 0 1,0 0 0,0 1 0,0-1 0,1 1-1,-1-1 1,0 1 0,1 0 0,-4 1 0,1 1 140,-1 1 1,1-1-1,0 1 1,0 0-1,0 0 0,-5 7 1,1 0 148,1 1 0,0 0 0,0 0 0,-8 26 0,11-26-332,1 0 0,1 1-1,0-1 1,1 1-1,1 0 1,-1 0-1,2-1 1,0 1-1,1 0 1,0-1-1,5 19 1,-3-20-116,-1 0 0,2 0 0,-1-1 0,1 0 0,1 0 0,0 0 0,0 0 0,1-1 0,0 0 0,1 0 0,0-1 0,17 14 0,-17-16-47,0 0 0,1 0 0,-1-1 0,1-1 0,0 1 1,0-1-1,1-1 0,-1 0 0,1 0 0,-1-1 0,1 0 0,0 0 0,0-2 0,17 1 0,-16-1-7,-1 0 0,1-1 0,-1-1 0,1 0 0,-1 0 0,0-1 0,1 0 0,-1 0 0,-1-2-1,1 1 1,-1-1 0,0 0 0,0-1 0,0 0 0,8-8 0,-1-2 185,-1-1 0,0-1-1,-2 0 1,0-1 0,-1-1 0,11-22 0,-22 39 216,-13 29 487,-8 28-977,2 1 0,-15 79 0,8 40-6108,20-69-4463,7-56-970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7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41 12961,'-9'-40'4457,"-7"42"-2325,0 4-236,0 8-328,3-2-196,-6 5-260,-9 12-248,5-4-184,4 7-135,0-1-429,7 3-817,-4 4-347,0-4-888,3 0-744,1 1-3637,2-4-5720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8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343 38 11049,'13'-18'6344,"-15"16"-4540,1 1-1544,0-1 0,0 1-1,0 0 1,0 0 0,0-1 0,0 1 0,0 0-1,-1 0 1,1 0 0,0 1 0,-1-1 0,1 0-1,-1 0 1,1 1 0,-1-1 0,1 1-1,-1-1 1,1 1 0,-1 0 0,1-1 0,-3 1-1,0 0-13,0 1-1,0-1 0,-1 1 1,1 0-1,0 0 0,0 0 1,-7 4-1,-1 1 8,0 1-1,0 0 0,1 1 1,0 1-1,0 0 1,1 0-1,-18 21 0,1 2 435,-29 48-1,52-73-642,0 1 0,0-1 0,0 1 0,1 0 0,1 0 0,-1 0 0,1 0 0,0 1 0,1-1 0,0 0 0,1 1 0,-1-1 0,1 1 0,1-1 0,0 1 0,0-1 0,1 0 0,0 1 0,0-1 0,7 14 0,5 9 40,2-2 0,0 0 0,42 53 0,-21-30-109,-30-42 7,0 0-1,-1 0 1,0 1-1,-1 0 1,-1 0-1,1 0 1,-2 1-1,5 22 1,-7-30 11,-1 1-1,0-1 1,0 1 0,0-1 0,-1 1 0,1-1-1,-1 0 1,0 1 0,0-1 0,-1 0-1,1 0 1,-1 1 0,0-1 0,0-1 0,-1 1-1,1 0 1,-1 0 0,0-1 0,0 0-1,0 1 1,0-1 0,0 0 0,-1-1 0,1 1-1,-1 0 1,-7 3 0,-12 6-750,-2 0-1,-41 13 1,-15-4-9292,61-17-5787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8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 7853,'118'-28'2196,"-77"13"-192,0 10-412,-6-1-184,-16 3-236,13 3-239,19 6-189,-13-3-232,-3 5-128,0 7-228,-7 2-348,-12-6-540,-6 12-436,6 0-233,-16 0-507,0 2-2012,-13 1-2729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8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1 6277,'-22'26'4628,"18"-6"-2524,1-3-172,-13-3-291,4 3-173,-10-3-312,-17 12-236,11-6-176,-1 0-152,1 6-28,-4 0-232,7-1-296,-1 4-672,4-3-880,6-1-776,7-13-3049,5 16-4284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8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1 10809,'0'1'124,"0"-1"-1,0 1 1,-1 0 0,1 0 0,0 0-1,-1-1 1,1 1 0,-1 0-1,1-1 1,-1 1 0,1 0 0,-1-1-1,1 1 1,-1-1 0,0 1 0,1-1-1,-1 1 1,0-1 0,1 1-1,-1-1 1,0 1 0,0-1 0,1 0-1,-1 0 1,0 1 0,0-1-1,0 0 1,1 0 0,-1 0 0,0 0-1,0 0 1,0 0 0,0 0-1,1 0 1,-1 0 0,0 0 0,0-1-1,0 1 1,1 0 0,-1-1 0,0 1-1,0 0 1,0-1 0,-2 0 187,0 0 0,0 0 0,0 1 0,0-1 0,0 1 0,0 0 0,0 0 0,0 0 0,0 0 0,-4 1 0,-11 3 390,1 2-1,0 0 0,0 1 0,0 0 1,1 2-1,0 0 0,1 0 0,-16 14 0,8-4-288,0 0-1,2 2 1,1 1-1,-24 31 1,36-42-303,1 1 0,0 0 0,-8 19 0,-32 91 445,42-111-547,2 1 0,-1 0 1,2 0-1,-1 0 0,2 0 0,0 0 1,0 1-1,1-1 0,0 0 0,1 0 0,4 18 1,-3-22-99,-1-1 1,2 1-1,-1-1 1,1 1-1,0-1 1,1 0 0,0 0-1,0 0 1,8 9-1,1 0-467,1-1 0,19 17 0,-30-29 430,0-1-1,0 0 1,0 0-1,1 0 0,-1 0 1,0-1-1,6 3 0,-2-1-120,-5-4 210,0 1 0,0-1 0,0 1 0,-1-1 0,1 0 0,0 0 1,-1 0-1,1 0 0,-1 0 0,1-1 0,-1 1 0,0 0 0,1-1 1,-1 1-1,0-1 0,1-1 0,-3-1 19,0 1 0,0 0 0,0 0 0,-1 0-1,0 0 1,0 0 0,1 1 0,-2-1 0,1 0 0,0 1 0,0 0 0,-1-1 0,-4-2 0,6 4 10,-11-10-18,0 2 0,-1 0 0,0 0 0,-1 1 0,0 1 0,-28-11 0,4 6-397,-53-10-1,79 20 254,6 0-239,0 2 1,0-1-1,0 1 1,0 0 0,-11 1-1,-8 1-8049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9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1680 136 5324,'0'0'1761,"1"-3"-61,3-4-845,0-1 0,0 1 0,1 0 0,0 0 0,0 1 0,1-1 0,0 1 0,0 0 0,10-7 0,-10 8-603,0 1-1,0 0 1,0 0 0,1 0 0,-1 1-1,1 0 1,0 0 0,8-2-1,5-1 29,1 1 0,0 1 0,0 1 0,36-2 0,-44 5-189,0 0 0,1 1 0,-1 0 0,0 1 0,0 0 0,-1 1 0,1 1 0,20 8 0,-23-7-61,0 1 0,-1 0 0,1 0 1,-2 1-1,1 1 0,-1-1 1,0 1-1,0 1 0,-1-1 0,0 1 1,-1 1-1,0-1 0,0 1 0,-1 0 1,-1 0-1,1 1 0,-2-1 1,1 1-1,-1 0 0,-1 0 0,1 15 1,-1-8-10,-1 0 0,-2 0 0,0 0 1,0 0-1,-2 0 0,0 0 0,-1 0 1,-1 0-1,-1-1 0,0 0 0,-1 0 0,-14 23 1,-145 193 11,132-189-18,-6 6 47,11-13-72,-41 63 0,63-87 16,0 0-1,1 0 1,0 1-1,1 0 1,0 0 0,1 1-1,1-1 1,1 1-1,-2 18 1,4-27-26,0 1 0,0-1 1,1 0-1,0 0 0,0 0 1,1 0-1,0 0 0,0 0 1,0 0-1,0 0 0,1-1 0,0 1 1,0-1-1,1 0 0,0 1 1,-1-2-1,2 1 0,-1 0 1,0-1-1,1 0 0,0 0 1,0 0-1,0-1 0,1 0 0,-1 0 1,1 0-1,7 3 0,1-1-57,0-1 0,0 0 0,1 0 0,-1-1 0,1-1-1,-1-1 1,1 0 0,0-1 0,-1 0 0,24-4 0,-24 1 31,1 0 0,-1-1 0,0-1 0,-1 0 1,1-1-1,-1 0 0,23-15 0,-31 17 44,0 1 0,0-1-1,0 0 1,0-1 0,-1 1 0,0-1-1,0 0 1,0 0 0,0 0-1,-1 0 1,0-1 0,0 1 0,-1-1-1,1 0 1,-1 0 0,0 0 0,-1 0-1,1 0 1,-1-1 0,0-9 0,-1 12 8,-1-1 0,0 1 1,0 0-1,0-1 1,0 1-1,-1 0 0,0 0 1,1 0-1,-2 0 0,1 0 1,-5-6-1,6 8 327,-15 11 100,1 2-169,0 1-1,1 0 1,0 1 0,1 0-1,0 1 1,-16 25-1,-113 187 2106,15-23-1526,-59 94-276,93-142-375,35-58-102,5 3 0,-81 210 0,107-227-72,3 1 1,4 1 0,3 1-1,-7 125 1,23 184-80,3-285-160,-2-100 209,2 30-30,-2 0 1,-2 0 0,-12 64-1,11-92 37,0-1-1,-1 1 0,0-1 0,-1 0 0,0 0 1,-1-1-1,-7 11 0,8-14 3,0-1 0,0 0 0,-1-1 0,0 1-1,0-1 1,0 0 0,-1-1 0,1 1 0,-1-1 0,0 0 0,-14 4 0,6-3 7,0-1 1,-1-1 0,0 0 0,0-1 0,1-1 0,-1-1 0,0 0 0,0-1 0,-19-3 0,-21-6-200,-66-22-1,71 18-105,-256-79-3828,67 19-5881,130 42 205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2.5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94 10053,'4'-14'994,"-4"10"-622,1 1 0,0 0 0,0-1 0,0 1 0,0 0 0,1 0 0,-1 0 1,1 0-1,0 0 0,3-3 0,-2-2 3736,-4-17-1472,0 16 5201,21 26-5291,-15-12-2506,-1 1 0,0 0 0,0 1 0,0-1 0,-1 1 0,0-1 0,0 1 0,0 0 0,-1 0-1,2 11 1,1 12-9,2 39 0,-5-48-32,1 62 1,-4 0 0,-3 0 0,-4 0 0,-3-1 0,-44 157 0,30-135-2500,4 1 0,-8 116 0,27-195-335,1 0 0,1 0 0,3 27 0,9 3-8108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2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417 72 8945,'-18'-49'7995,"17"46"-5603,1 2-2257,1-1 1,-1 1 0,1-1 0,0 1-1,-1 0 1,1-1 0,0 1-1,0 0 1,0-1 0,0 1-1,0 0 1,0 0 0,1 0 0,0-1-1,1 2-88,0 1 0,0-1 0,0 1 0,0 0 0,0 0 0,-1 0 0,1 0-1,0 0 1,0 1 0,-1-1 0,1 1 0,-1-1 0,3 3 0,3 2 48,19 11-4,-1 1-1,0 2 1,-2 0-1,0 2 1,-1 0-1,-1 2 1,-1 1-1,-2 0 1,0 1-1,-2 2 1,0-1-1,-2 2 1,21 57-1,-32-73-84,-1 0 0,0 0 0,0 0 0,-2 1 0,0-1 0,0 1 0,-1-1 0,-1 1 0,0-1 0,-1 1 0,0-1 0,-1 0 0,0 0 1,-2 0-1,1-1 0,-10 18 0,4-11 7,-2-1 0,-1 0 0,0 0 0,-1-2 0,-1 1 1,0-2-1,-1 0 0,-1-1 0,-26 18 0,-20 8-390,-2-2 0,-1-3-1,-2-3 1,-134 44 0,183-71-606,0 0 1,-31 2-1,13-5-5992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3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11905,'17'6'1224,"-1"0"-1,-1 1 1,0 1-1,29 19 1,-25-12-412,0 1 1,32 34-1,-15-6-407,-1 1 1,35 63-1,-55-82-333,-1 1 1,-1 1-1,-2-1 0,-1 2 1,0 0-1,-3 0 0,5 32 1,-9-41-57,-1 0 1,0 1-1,-2-1 0,0 0 1,-2 1-1,0-1 0,-1 0 1,-1 0-1,-1 0 1,-1-1-1,-11 27 0,14-41 8,0 0-1,0 1 1,0-1-1,-1-1 1,0 1-1,-8 8 1,11-12 16,1 0-1,-1 0 1,0-1 0,0 1 0,0 0 0,0-1-1,0 1 1,0 0 0,0-1 0,-1 1 0,1-1 0,0 0-1,0 1 1,0-1 0,0 0 0,-1 0 0,1 0 0,0 1-1,0-1 1,0-1 0,-1 1 0,1 0 0,0 0-1,0 0 1,0-1 0,0 1 0,-1 0 0,1-1 0,0 1-1,0-1 1,0 1 0,0-1 0,0 0 0,0 0-1,0 1 1,0-1 0,0 0 0,1 0 0,-1 0 0,0 0-1,-1-2 1,-2-4 111,-1-1 0,1 0 0,1 0 0,0-1 0,0 1-1,0-1 1,1 1 0,1-1 0,-1 0 0,2 0 0,-1 0 0,1 0 0,0 0-1,2-10 1,1-4-6,1 0 0,1-1 0,0 2 0,14-33 0,-1 12-336,3 2-1,1 0 0,2 1 0,1 2 0,2 0 1,2 2-1,39-38 0,-29 36-1434,2 2 0,1 2 1,1 1-1,2 3 0,89-45 0,-61 44-3513,0 5-2725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3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4 11125,'13'-3'2079,"-13"3"-1840,0 0 0,1 0 0,-1 0 0,0 0 0,1 0 1,-1 0-1,0 0 0,1 0 0,-1 0 0,0 0 0,1 1 1,-1-1-1,0 0 0,0 0 0,1 0 0,-1 0 0,0 1 1,0-1-1,1 0 0,-1 0 0,0 1 0,0-1 0,1 0 1,-1 0-1,0 1 0,0-1 0,0 0 0,0 0 0,1 1 1,-1-1-1,0 1 0,0 13 7361,-3-1-5616,1 0-4052,-9 31 2874,-2-1 1,-1 0 0,-29 56-1,12-27-571,-17 48-1133,-2 6-2120,-4-2-3842,31-72 27,8-1-4408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4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600 3 9345,'-14'-1'855,"0"0"0,0 0 0,0 2-1,0 0 1,0 0 0,0 1 0,1 1 0,-1 1 0,1 0 0,-1 0 0,1 1 0,1 1-1,-1 0 1,-15 11 0,12-6-246,1 2 0,0-1 0,1 2 0,0 0 0,1 1 0,1 0 0,0 1 0,1 1 0,-14 27 0,-16 37-45,5 2-1,3 1 1,3 2-1,4 1 1,5 1 0,3 0-1,-7 98 1,22-142-1038,1-1 1,3 1-1,2-1 1,13 71-1,-10-90 144,0-1 0,2 0 0,0 0-1,2 0 1,0-2 0,1 1 0,2-1 0,0-1 0,29 34 0,-27-37-357,1-1 0,1-1 0,1-1 0,0 0 0,0-1 1,1-1-1,22 10 0,-16-11-1412,0 0 1,1-2-1,28 6 1,31 1-8127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4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1057 6 9809,'-2'-5'2357,"7"12"-427,6 26 1200,13 87 878,2 6-1584,-13-16-1322,-4-1 0,-5 2 0,-20 210 0,7-263-958,-2-1-1,-3-1 1,-33 86 0,30-101-80,-2-1-1,-1-1 1,-2-1 0,-2 0-1,-40 46 1,32-47-328,-2-1-1,-2-2 1,-1-1 0,-1-2 0,-2-2 0,-1-2 0,-1-1 0,-87 38 0,84-46-1887,-81 19 0,79-27-2014,-85 7-1,27-12-6863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4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1 138 11561,'0'0'4156,"3"-20"-2535,0 5-321,16 1-312,13-6-204,3 6-176,6 2-164,4 1-204,2-1-376,7 4-796,3-1-556,1 6-572,-1 6-2989,-13 0-4004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5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0 175 10337,'7'-29'11985,"-1"12"-10573,20-8-284,5 16-232,11-2-436,12 2-652,15 0-416,8-2-480,2 0-864,7-7-764,6 4-3129,6 3-4988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5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82 9833,'2'-6'594,"0"1"-1,-1-1 1,1-1 0,-1 1 0,0-9-1,-1 14-374,0-1 0,0 1-1,0-1 1,0 1 0,0-1-1,-1 1 1,1-1 0,0 1-1,-1-1 1,0 1 0,1 0 0,-1-1-1,1 1 1,-1 0 0,0-1-1,0 1 1,0 0 0,0 0-1,0 0 1,0 0 0,0 0-1,0 0 1,-1 0 0,1 0-1,0 0 1,0 1 0,-2-2-1,2 2 116,0 0-1,0-1 0,0 1 0,0 0 0,-1 0 0,1-1 0,0 1 0,0 0 0,0 0 0,0 0 0,0 1 0,0-1 0,0 0 0,0 0 0,0 0 0,0 1 0,0-1 0,0 1 0,0-1 1,-1 1-1,-17 19 2585,13-9-2473,1 0 1,-8 21 0,10-25 100,-47 159 832,41-131-1303,-47 176-75,40-153-1988,-13 115 0,11 61-6857,13-155 5553,-1-6-10378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5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 13397,'1'-2'192,"-1"0"1,0 0-1,1 0 0,-1 0 0,1 0 1,0 0-1,0 0 0,0 0 0,0 1 0,0-1 1,0 0-1,0 0 0,0 1 0,1-1 0,-1 1 1,1-1-1,-1 1 0,1 0 0,3-3 1,0 3 226,0 0 0,0 0 1,0 0-1,0 0 0,1 1 1,-1 0-1,6 0 1,-3 0-321,252 13 4448,-129-4-3698,1002 45 1786,-862-39-2416,192 12-615,-433-25-62,-1 1 0,1 1 0,-1 1 1,0 2-1,46 18 0,-74-25 256,1 1 1,-1-1-1,0 1 0,0 0 0,0 0 1,0 0-1,-1-1 0,1 1 1,0 0-1,0 0 0,0 0 1,-1 0-1,1 0 0,-1 1 0,1-1 1,-1 0-1,1 0 0,-1 0 1,1 0-1,-1 1 0,0-1 0,0 0 1,0 0-1,1 1 0,-1-1 1,-1 0-1,1 0 0,0 1 0,0-1 1,0 0-1,-1 0 0,1 1 1,0-1-1,-2 2 0,-6 12-5328,-16 9-4699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6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729 19 9121,'-5'-3'673,"1"1"0,-1 0 0,0-1 0,0 2 0,0-1 0,0 0 0,-1 1 0,1 0 0,0 0 0,-1 1 0,1 0 0,-10 0 0,7 1-65,0 1 0,1-1 0,-1 1 0,1 1-1,-1 0 1,1 0 0,0 0 0,-7 5 0,-10 8 763,1 2 0,1 0-1,-37 41 1,29-29-168,6-7-1050,-156 159 1451,144-141-1276,0 2-1,-45 74 1,71-99-328,0 0 0,1 1 0,1 0 0,0 0 0,-4 21 0,10-32 0,0 0 0,1 0 0,0 0 0,0 0 0,1 0 0,0 1 0,1-1 0,0 0 0,0 0 0,0 0 0,1 0 0,0-1 0,1 1 0,0 0 0,7 12 0,-2-8-99,0 0 0,2-1 0,-1 0 1,1 0-1,1-1 0,0-1 0,0 0 0,1 0 0,0-1 0,1 0 0,0-1 1,0-1-1,0 0 0,1-1 0,-1 0 0,25 4 0,-6-3-170,1-1 0,0-1-1,0-2 1,0-1 0,0-2 0,42-6-1,-53 3 145,0 0 0,0-1 0,-1-2 0,1 0 0,20-10 1,-33 13 84,-1 0 1,1-1 0,-1 0 0,0 0 0,-1 0-1,0-1 1,0-1 0,0 1 0,0-1 0,-1 0 0,0 0-1,-1-1 1,1 0 0,5-13 0,-10 18 41,0 0 0,0 0 0,0-1 0,-1 1 0,1 0 0,-1-1 0,0 1 0,0-1 0,0 1 0,-1 0 0,1-1 0,-1 1 0,0 0 0,1-1 0,-2 1 0,1 0 0,0 0 0,-1 0 0,1 0 0,-1 0 0,0 0 0,0 0 0,0 1 0,0-1 0,-1 1 0,1-1 0,-1 1 0,1 0 1,-6-4-1,-6-4 17,-1 1 0,0 0 1,0 1-1,-26-9 0,7 4-489,-2 2 0,0 1-1,0 2 1,0 1 0,-1 3-1,0 0 1,0 3 0,-59 4-1,92-3-194,0 1 0,0 0-1,0 0 1,0 1-1,0-1 1,-6 4 0,9-4 278,0-1-1,0 1 1,0-1 0,1 1 0,-1-1 0,0 1-1,0-1 1,1 1 0,-1 0 0,0 0 0,1-1-1,-1 1 1,1 0 0,-1 0 0,1-1 0,-1 2-1,9 12-9176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6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 10877,'-8'0'2011,"-1"0"0,1 1 0,0 1 0,-14 3-1,-32 18 3072,21-4-3182,-33 25 0,54-36-1352,3-1-462,-23 15 635,-41 38 0,62-50-1930,1 1 1,1 0-1,0 1 1,-9 14-1,15-21 200,0 0 0,1 0-1,0 1 1,0-1 0,0 0-1,1 1 1,0 0-1,0-1 1,0 1 0,0 6-1,8 26-10749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7.2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0 10673,'0'0'6448,"-3"2"-4377,-1 1-1693,-1 0-1,1 1 0,0-1 1,0 1-1,0-1 0,0 1 0,1 0 1,-1 1-1,1-1 0,0 0 1,0 1-1,1 0 0,0 0 0,0 0 1,0 0-1,-2 7 0,-4 37 802,2-1 0,0 66-1,13 102-1731,5-68-2595,-1-25-2683,-4-57-530,7 2-3904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7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19 11605,'0'0'2076,"2"-1"-248,0-1-1663,0 0-1,0 1 0,-1-1 1,2 1-1,-1-1 0,0 1 1,0 0-1,0 0 0,0 0 0,1 0 1,-1 0-1,0 1 0,1-1 1,-1 1-1,1 0 0,-1-1 1,1 1-1,-1 0 0,1 0 1,-1 1-1,0-1 0,1 0 0,-1 1 1,1 0-1,1 0 0,11 4 37,0 0 1,-1 2-1,14 7 0,-12-6 74,25 12-3,4 2 106,79 53-1,-111-67-337,0 1 0,0 1-1,-1 0 1,0 1 0,-1 0 0,0 1 0,-1 0-1,-1 0 1,16 27 0,-23-36-38,-1-1 1,-1 1-1,1-1 1,0 1-1,-1-1 0,1 1 1,-1-1-1,0 1 0,1 0 1,-1-1-1,-1 1 1,1-1-1,0 1 0,-1 0 1,1-1-1,-1 1 1,0-1-1,0 1 0,0-1 1,0 1-1,0-1 0,0 0 1,-3 4-1,0-1 6,0 0 0,0 0 0,-1-1 0,1 0 0,-1 0 0,0 0 0,0 0 0,-10 5 0,-3 0 12,-1 0 1,-1-2 0,1 0 0,-39 7-1,26-6 2,-39 6-267,-129 10 1,9-1-6426,173-19 1820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7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 9189,'22'19'1216,"-10"-9"426,0 1-1,-1-1 1,18 24 0,-16-15-1341,-2 1 1,0 0 0,-1 1 0,-1 0 0,-1 1 0,-1-1 0,-1 2 0,-1-1 0,-1 1 0,-1-1-1,-1 1 1,-1 0 0,-1 0 0,-1 0 0,-5 35 0,4-51 67,1 0 0,-1-1 0,0 1 0,-1-1 0,0 0 0,0 0 0,0 0 0,-1 0-1,1 0 1,-6 4 0,-2-43 1762,13 22-2020,0 0 1,1 1 0,0-1 0,1 0 0,0 1 0,1 0 0,0 0 0,0 0 0,8-9 0,9-13 119,36-38 1,-27 35-826,2 2 0,2 1 0,0 1 1,3 3-1,0 0 0,1 3 0,2 1 1,45-18-1,23-3-3493,-35 25-3266,-25 13-2452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8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58 9237,'9'-6'578,"0"-1"-1,1 1 1,0 0 0,0 1 0,0 0-1,1 1 1,0 0 0,-1 0 0,1 1-1,1 1 1,-1 0 0,20-1 0,-24 3-426,0-1 1,1 2-1,-1-1 0,0 1 1,0 0-1,0 1 1,0 0-1,0 0 1,0 0-1,0 1 1,0 0-1,-1 0 1,0 1-1,1 0 0,-1 0 1,-1 0-1,1 1 1,0 0-1,-1 0 1,7 9-1,-11-12-127,0 0-1,0 0 0,0 1 1,0-1-1,0 1 1,-1-1-1,1 1 0,-1-1 1,1 1-1,-1-1 1,0 1-1,0-1 0,0 1 1,-1-1-1,1 1 1,0-1-1,-1 1 0,-1 4 1,-18 38 115,18-41-106,-15 23 111,0 0-1,-2-1 0,-1-2 1,-32 31-1,25-26-38,-48 47 133,42-45-76,2 1-1,2 1 0,-27 39 0,11 0 444,44-70-566,0 0 1,0 0-1,0 0 1,1 0-1,-1 0 1,1 0-1,-1 1 1,1-1 0,0 0-1,0 0 1,0 0-1,0 0 1,0 1-1,0-1 1,1 0-1,-1 0 1,1 0-1,0 0 1,-1 0-1,1 0 1,0 0-1,0 0 1,0 0-1,2 2 1,-1 0-4,1-1 0,0 0 0,0 0 0,0 0 0,0 0 0,0 0 1,1-1-1,-1 1 0,1-1 0,0 0 0,4 2 0,7 1 34,-1-1 1,1 0-1,0-1 1,1-1-1,-1 0 0,0-1 1,0-1-1,17-2 1,123-20-399,-147 21 262,18-4-516,0-2 0,0-1 0,-1 0 0,0-2-1,35-19 1,-40 17-1883,0-1-1,-1 0 1,29-27-1,-22 15-5824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8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519 1 10213,'-127'88'4422,"102"-71"-3133,1 1 1,1 1-1,1 1 1,-37 44-1,23-20-71,-41 68-1,59-79-1100,0 2-1,3 0 0,1 0 1,1 2-1,-8 42 0,15-58-198,0 2-204,1 0-1,1 1 1,1 0 0,1 0 0,1 0-1,1 0 1,5 32 0,-3-41-165,1 1-1,1-1 1,0 0 0,1 0 0,1 0-1,0-1 1,1 0 0,1 0 0,0-1 0,1 0-1,0 0 1,12 12 0,-10-13-877,1 0 0,1-1-1,0 0 1,26 16 0,19 4-5024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8.9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471 11 8733,'17'-11'1208,"-16"11"526,-7 18 1701,7-15-3143,0 1-1,0 0 0,0 0 1,1 0-1,-1 0 1,1-1-1,0 1 1,0-1-1,0 1 1,1-1-1,4 5 1,8 14 539,3 17-332,-1 1 0,-1 1 0,-3 0-1,-1 1 1,-2 1 0,-2 0 0,-2 0 0,-1 0 0,-3 0-1,-2 1 1,-6 63 0,-1-54-324,-2 1 1,-2-1-1,-3 0 0,-1-1 1,-3-1-1,-3-1 0,-1 0 1,-53 85-1,43-89-229,-2-1 0,-2-2 0,-2-1 0,-51 43-1,55-55-1099,-2-3-1,-1-1 0,-42 23 0,69-45 844,3-1-1853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9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58 11181,'19'-26'3388,"-13"12"-2156,4 6 561,6 2-1497,3 3-372,-3 12-692,6-1-469,3 4-299,1 2-688,-4 3-1304,3 20-2009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9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42 146 8549,'-41'6'8413,"47"-23"-6885,10-12-396,9 15-236,17 3-176,-1 2-148,3 1-300,14-4-476,2 1-708,3-4-960,4 4-977,6 5-1911,10-2-3741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414 2 10689,'-4'1'489,"1"1"1,0-2-1,-1 1 0,1 0 0,0-1 1,-1 0-1,1 1 0,-1-1 1,1-1-1,0 1 0,-1 0 0,-5-2 1,-18-2 1929,19 4-2021,0 1 0,0 0 0,0 0 0,1 1-1,-1 0 1,0 1 0,1-1 0,-1 1 0,1 1 0,0 0 0,0 0 0,0 0-1,1 0 1,-8 8 0,-1 1 93,0 0 0,1 1 0,1 1-1,-21 28 1,23-25-398,1 1-1,0 0 0,1 0 1,1 1-1,1 0 0,-8 35 1,-9 127-2940,7-39-1395,10-100-361,-2 68-1,9-26-4654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59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1 157 14589,'0'-4'321,"0"0"1,0 0-1,0 0 0,1 0 0,0 0 0,-1 0 0,2 0 0,-1 0 0,0 1 0,1-1 1,0 0-1,-1 1 0,6-7 0,-3 5 34,1 1-1,-1 0 1,1 0 0,0 0-1,0 0 1,1 1 0,-1 0 0,9-4-1,5-1 317,0 1 0,1 0 0,0 2-1,35-6 1,87-2 884,-116 11-1332,948-3 832,-497 52-4076,-304-27 410,19 8-3611,-168-22 996,-7 6-3174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00.0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961 21 9785,'-2'-2'456,"1"0"0,-1 0 0,0 1 0,1-1 0,-1 1 0,0 0 0,0-1 0,0 1 0,0 0 0,0 0 0,0 0 0,0 1 0,-1-1 0,1 0 0,0 1 0,-3-1 0,0 1-50,1 0 0,0 0-1,0 0 1,0 1 0,-1 0-1,1 0 1,0 0 0,-5 2-1,-7 4 425,1 0-1,1 1 0,-22 16 1,33-22-598,-48 35 1895,-61 57 0,57-40-1439,2 2 0,-49 68 0,86-103-582,1 1 0,1 1-1,1 0 1,1 1 0,1 0 0,-15 50-1,23-62-146,0 1 1,1 0-1,0-1 0,1 1 0,1 0 0,0 0 0,0 0 1,2 0-1,-1 0 0,2 0 0,0-1 0,0 1 1,1-1-1,0 1 0,1-1 0,8 12 0,-9-17-10,1 0 0,-1-1-1,2 1 1,-1-1 0,1 0 0,-1-1-1,2 0 1,-1 1 0,1-2 0,10 7-1,-12-8 27,0-1 0,0 0 0,0 0-1,0 0 1,0-1 0,0 1 0,0-1 0,1-1-1,-1 1 1,0-1 0,1 1 0,-1-2-1,0 1 1,1 0 0,9-3 0,-15 2 21,1 0 1,-1 0-1,1 0 1,-1 0-1,1 0 1,-1 0 0,0-1-1,0 1 1,1 0-1,-1 0 1,0 0-1,0 0 1,0 0-1,0 0 1,0 0-1,0 0 1,-1 0-1,1-1 1,0 1 0,-1-2-1,0 2-4,1-3 4,-1 1-1,0 0 1,-1-1-1,1 1 1,0 0-1,-1 0 1,0-1-1,0 1 1,0 1-1,0-1 1,0 0-1,-1 0 1,1 1-1,-1-1 1,0 1-1,1 0 1,-1 0-1,0 0 1,-5-2-1,-9-4-8,0 1 0,-1 0 0,-18-4 0,-12-3-21,-67-10-1,114 24 36,-96-11-1012,87 11 419,0-1 0,1 2 0,-1-1 0,0 1 0,1 1 1,-1 0-1,1 0 0,-10 4 0,17-5 242,1 0 0,-1 0 1,0 0-1,1 0 0,0 0 0,-1 0 0,1 1 0,0-1 0,-1 1 1,-1 2-1,0 11-5615,18 8-4744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00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0 12981,'0'1'143,"0"0"0,0 0 0,-1 0 0,1 1 0,-1-1-1,1 0 1,-1-1 0,0 1 0,1 0 0,-1 0 0,0 0 0,1 0-1,-1 0 1,0-1 0,0 1 0,0 0 0,0-1 0,0 1 0,0 0-1,0-1 1,0 1 0,0-1 0,0 0 0,0 1 0,0-1 0,0 0-1,0 0 1,0 0 0,0 1 0,-1-1 0,1 0 0,0-1 0,0 1 0,0 0-1,0 0 1,0 0 0,-1-1 0,-1 1 152,1-1 0,-1 1 0,1 0 0,0 0 0,-1 0-1,1 0 1,-1 1 0,1-1 0,0 0 0,-1 1 0,1 0 0,0 0 0,0-1 0,-1 1 0,1 1 0,-2 0-1,-4 4 235,0 1 0,1-1-1,0 1 1,1 0-1,-1 1 1,1 0-1,1 0 1,-8 13 0,7-11-725,1 1 1,1 0 0,0 1 0,0-1 0,1 1 0,-2 16-1,5-20-717,0 0-1,1 0 0,0 0 0,0 0 1,1-1-1,0 1 0,0 0 0,1-1 0,0 0 1,0 1-1,1-1 0,0-1 0,0 1 1,6 6-1,12 21-9210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01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10673,'66'-37'1776,"-34"25"-328,-13 12-252,7-2-424,2 2-780,10 0-976,29 5-552,-13 10-2328,13-4-2625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01.2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49 5264,'-1'-1'49,"1"1"-1,-1 0 0,1-1 0,-1 1 0,1 0 1,0-1-1,-1 1 0,1-1 0,-1 1 0,1-1 0,0 1 1,-1-1-1,1 1 0,0-1 0,0 1 0,-1-1 0,1 1 1,0-1-1,0 1 0,0-1 0,0 0 0,0 1 0,-1-1 1,1 1-1,0-1 0,1 0 0,-1 1 0,0-1 0,0 1 1,0-1-1,0 1 0,0-1 0,1-1 0,0 1 39,0 0-1,1 0 0,-1 0 1,0 0-1,1 0 0,-1 0 1,1 0-1,-1 0 1,1 1-1,-1-1 0,1 1 1,1-1-1,60-10 1019,-1 6-638,0 2 0,94 9 0,-118-2 188,0 2 0,-1 1 0,0 2 0,0 2 0,50 21 0,-53-15-548,-21-10-657,1 0-1,-1-1 0,22 5 1,51 9-4389,-39-9 496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5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44 12681,'-10'-15'1083,"-1"-1"271,0 4 5021,-1 29-413,1 16-3878,8-22-1410,-37 113 324,-61 211 558,94-308-3124,1 1 0,2-1 1,-2 46-1,6-57 156,0-1 0,1 1 0,1-1 0,1 1 0,0-1 0,0 0-1,11 26 1,13 4-10803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7:45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20 12557,'-1'0'107,"1"0"0,-1 1 0,1-1 0,-1 0 0,0 0 0,1 0-1,-1 0 1,1 0 0,-1 0 0,0 0 0,1 0 0,-1 0 0,1 0 0,-1 0 0,1-1-1,-1 1 1,1 0 0,-1 0 0,0 0 0,1-1 0,-1 1 0,1 0 0,0-1 0,-1 1 0,1-1-1,-1 1 1,1 0 0,-1-1 0,1 1 0,0-1 0,-1 1 0,1-1 0,0 1 0,0-1-1,-1 1 1,1-1 0,-11-11 4296,-7 41 522,4-4-2842,9-14-1583,0-1 0,-1-1-1,-12 17 1,-37 38 638,-39 43-2910,88-101 1057,0 1 0,1 1 0,-1-1 0,1 1 0,-4 9 0,-5 24-9936,7-16-712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11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26 5505,'-13'8'3312,"7"-25"-2412,3 0 1168,15 29-2652,1 2-740,6 0-1608,16 12-1029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14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15 5416,'0'0'53,"0"0"-1,0 0 0,0 1 0,0-1 0,0 0 0,-1 0 0,1 1 0,0-1 0,0 0 0,0 0 0,0 1 0,0-1 0,0 0 0,0 0 0,0 0 0,-1 1 0,1-1 0,0 0 0,0 0 0,0 0 0,0 1 0,-1-1 0,1 0 0,0 0 0,0 0 0,0 0 0,-1 0 0,1 1 0,0-1 0,0 0 0,-1 0 0,1 0 0,0 0 0,0 0 0,-1 0 0,1 0 0,0 0 0,0 0 1,-1 0-1,1 0 0,0 0 0,0 0 0,-1 0 0,1 0 0,0 0 0,0 0 0,-1 0 0,1-1 0,0 1 0,-1 0 0,-4-14 2260,4 8 1099,4 6-3741,62 1-4507,-6 4-805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0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208 156 10133,'-2'-3'1812,"0"1"-1425,1 0-1,-1 0 1,1 0-1,0-1 1,-1 1-1,1 0 1,0-1-1,0 1 1,1-1-1,-1 1 1,0-1-1,1 1 1,0-1-1,0 0 1,-1 1-1,2-5 1,2-12 686,-3 13-613,1 0 0,0 0 0,1 0 0,-1 0 0,5-9 0,-5 13-363,0-1 1,1 1-1,-1 0 0,1 0 0,0 0 0,0 0 1,0 0-1,0 0 0,0 1 0,0-1 0,1 1 1,-1-1-1,0 1 0,1 0 0,-1 0 0,4-1 1,3-1 116,0 0 1,1 0-1,-1 1 1,1 1 0,-1 0-1,1 0 1,18 2-1,-26-1-164,1 0 0,-1 0-1,1 0 1,-1 1-1,1-1 1,-1 1-1,0 0 1,1 0-1,-1 0 1,0 0-1,0 0 1,1 0-1,-1 1 1,0-1 0,0 1-1,-1-1 1,1 1-1,0 0 1,0 0-1,-1 0 1,1 0-1,-1 0 1,0 0-1,1 0 1,-1 0-1,0 1 1,0-1 0,-1 0-1,1 1 1,0-1-1,-1 0 1,0 1-1,1-1 1,-1 1-1,0 3 1,-1 5 56,-1 0 1,0 0-1,0 1 1,-1-2-1,0 1 1,-1 0-1,-1-1 1,1 1-1,-2-1 0,-9 15 1,-12 13 168,-37 41 0,54-66-231,-78 81 164,57-64-125,2 2-1,1 1 0,-31 48 1,58-79-80,0-1 1,0 0-1,0 1 1,0-1-1,0 1 1,0 0 0,1-1-1,-1 1 1,0 0-1,1-1 1,0 1-1,-1 0 1,1 0-1,0-1 1,0 1 0,0 0-1,0 0 1,0-1-1,0 1 1,1 0-1,-1 0 1,1-1-1,-1 1 1,1 0-1,1 2 1,0-3-5,0 1-1,0 0 1,0-1-1,0 0 1,0 1 0,0-1-1,1 0 1,-1 0-1,1 0 1,-1 0-1,1-1 1,-1 1 0,1-1-1,-1 1 1,1-1-1,-1 0 1,1 0 0,0 0-1,3-1 1,54-6-948,-1-2 1,1-4 0,68-22-1,-113 30 676,172-60-4359,-67 8-3691,-55 20-1540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912 68 11181,'-91'-7'2545,"32"1"-54,45 6-1782,-1 1-1,1 0 1,0 1 0,0 0 0,1 1 0,-1 1-1,0 0 1,1 1 0,0 0 0,0 1 0,-22 14-1,-11 10 1888,-70 60 0,106-81-2393,-33 26 206,2 3-1,1 1 0,3 2 0,1 2 0,2 1 0,-51 89 0,71-108-422,1 2 1,2-1-1,0 2 0,2-1 0,1 1 0,1 1 1,2-1-1,0 1 0,2 0 0,2 0 0,0 0 0,2 0 1,1 0-1,11 52 0,-3-44 13,1-1 1,2 0-1,2 0 0,1-2 1,2 0-1,2 0 1,27 35-1,-20-34 3,1-1 0,2-2-1,1 0 1,2-3 0,1 0 0,45 28 0,-47-38-4,0 0 0,1-2 1,1-2-1,0 0 1,1-3-1,1-1 0,57 10 1,-64-17-6,0-1-1,0-1 1,0-2-1,0-1 1,1-1 0,-1-2-1,-1 0 1,1-2 0,-1-2-1,34-12 1,-42 11-33,-1 0 1,0-1-1,0 0 1,-1-2-1,-1 0 0,0-1 1,-1-1-1,0-1 0,21-24 1,-19 16 14,0-2-1,-1 0 1,-2-2 0,-1 1 0,0-2-1,9-30 1,-4-4 16,-2-2 1,-4 0-1,-2 0 0,-3-1 0,0-101 1,-8 96-25,-3 0 0,-4 1 1,-26-123-1,23 151 24,-2 1 0,-2 0 0,-2 1 0,-1 1 0,-2 0 0,-1 2 0,-41-55 0,51 78-81,-1 0 0,0 1 0,-1 0 0,-1 0 0,0 1 0,0 1 0,-1 1 0,-26-15 0,32 21-142,0 0 0,1 0 0,-1 0 0,-1 1 0,1 0 0,0 1 0,0 0 0,-1 0-1,1 1 1,0 0 0,-1 0 0,1 1 0,0 0 0,0 0 0,-1 1 0,1 0-1,0 1 1,0 0 0,-9 4 0,8-1-392,0-1 0,0 1-1,1 0 1,0 1 0,0 0 0,0 0 0,-6 9 0,-24 35-6724,11-1-3728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0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65 14985,'-18'-37'6076,"17"34"-3189,2-2 1093,5-14-1382,-6 19-2521,1 0-1,0 1 1,-1-1 0,1 0-1,0 1 1,-1-1 0,1 1-1,0-1 1,-1 1 0,1-1-1,-1 1 1,1 0 0,-1-1-1,1 1 1,-1 0 0,0-1-1,1 1 1,-1 0 0,0 0-1,1-1 1,-1 1-1,0 0 1,0 0 0,0 0-1,0-1 1,0 1 0,0 2-1,4 29 19,-4 32-95,-4 0 0,-2-1 0,-3 1 0,-26 91 0,-57 256 0,71-251-1351,16-115-1153,5-41 1708,0 1 1,0-1-1,0 0 1,0 1-1,1-1 0,-1 0 1,3 8-1,8 7-6786,6-13-4399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1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 53 13001,'-10'-7'443,"-1"-1"84,0 1-1,-1 0 1,-17-8 0,-6 7 2505,-8 8 3287,42 1-6186,0 0 1,1 0 0,-1-1-1,1 1 1,0 0 0,-1 0-1,1 0 1,0 0 0,-1-1-1,1 1 1,0 0 0,0 0-1,0 0 1,0 0 0,0 0-1,0 0 1,0 0 0,0 0-1,0-1 1,0 1 0,1 2-1,-1-1 253,1 9-20,0 1 1,2 0-1,-1-1 1,1 0 0,1 0-1,0 0 1,0 0-1,1 0 1,1-1-1,10 16 1,11 13-114,37 41 1,-62-78-254,70 76 0,100 83 0,-108-106 0,-4 2 0,-1 4 0,59 78 0,-109-126 0,0 1 0,0 0 0,-1 0 0,-1 1 0,0 0 0,-2 0 0,1 0 0,4 25 0,-9-32 0,0 1 0,-1-1 0,0 0 0,0 1 0,-1-1 0,0 0 0,0 0 0,-1 0 0,0 0 0,0 0 0,-1 0 0,0 0 0,-1-1 0,1 1 0,-1-1 0,-1 0 0,0 0 0,-8 9 0,-2 0 0,0-1 0,-1-1 0,0-1 0,-1 0 0,-1-1 0,-26 13 0,-122 49 0,131-59 0,-166 63-253,9-4-1761,8 8-4721,169-71 3324,15-11 3189,0 1 0,0-1 0,0 1-1,0-1 1,0 1 0,0-1 0,0 0 0,0 1 0,0-1-1,0 1 1,0-1 0,1 1 0,-1-1 0,0 1 0,0-1 0,1 0-1,-1 1 1,0-1 0,0 0 0,1 1 0,-1-1 0,0 0-1,1 1 1,-1-1 0,0 0 0,1 1 0,-1-1 0,1 0 0,-1 0-1,1 1 1,22 13-10261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1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116 814 11577,'22'-5'472,"-15"4"-224,1-1 0,0 0 0,-1 0 0,1 0 0,-1-1 0,0-1 0,0 1-1,0-1 1,0 0 0,6-6 0,8-4 895,1 0 0,1 1 0,42-17-1,-38 19-576,1-2 0,26-19 0,-49 29-490,0-1 0,-1 0-1,0 0 1,0-1 0,0 1-1,-1-1 1,0 0 0,0 0-1,0 0 1,0-1 0,-1 1-1,1-1 1,-2 1 0,1-1-1,0 0 1,-1 1 0,0-1-1,-1 0 1,1 0-1,-1 0 1,0 0 0,-1 0-1,1 0 1,-1 1 0,0-1-1,-4-9 1,4 11 28,0 1 0,0 0-1,-1 0 1,1-1 0,-1 1 0,0 1 0,0-1-1,0 0 1,0 0 0,-1 1 0,1-1 0,-1 1-1,0 0 1,1 0 0,-1 0 0,-5-3-1,2 2 95,-1 0 0,1 0-1,-1 1 1,0-1 0,0 2-1,-9-3 1,6 3 3,1 0 0,-1 1 0,1 0 0,0 0 0,-1 1 1,1 0-1,0 1 0,-1 0 0,1 1 0,0-1 0,-12 7 1,8-3 116,0 1 0,1 1 1,0 0-1,1 1 0,0 0 1,-18 19-1,3 3 60,1 1 0,2 1-1,1 1 1,-24 51 0,38-68-378,1 0 0,0 0 0,1 1 0,1-1 0,1 1 0,0 0 0,2 1 0,0-1 0,1 0 0,1 26 0,1-34 0,0 1 0,0-1 0,1 0 0,1 0 0,0 0 0,0-1 0,1 1 0,0-1 0,0 0 0,1 0 0,1 0 0,-1-1 0,1 1 0,1-1 0,0-1 0,0 1 0,0-1 0,1 0 0,0-1 0,12 8 0,-5-7-41,0 1 0,1-2 0,0 0 0,1-1 0,-1 0 1,1-2-1,0 0 0,0 0 0,0-2 0,0 0 0,0-1 0,0-1 0,1 0 0,21-6 0,-7 1-172,-1-2-1,0-2 1,-1 0-1,0-2 1,0-1-1,47-30 1,-39 16 119,-1-2 1,-1-1-1,-2-1 1,-1-2-1,-2-2 1,-1 0-1,-2-2 1,-1-2-1,22-42 1,18-47 94,79-210 1,-124 281 139,32-89 472,-47 117-158,-7 23-129,-4 19 87,-144 582 679,-58 157-1243,195-718-826,2 0 0,1 1 0,2 0 0,1 1 0,1-1 0,3 57 0,1-91 836,0 0 0,-1 0 0,1 1 0,0-1 0,0 0 0,1 0 0,-1 0 0,0 0 1,0 0-1,0 0 0,1 0 0,-1 0 0,0 0 0,1 0 0,-1 0 0,1 0 0,0 0 0,-1 0 0,1 0 0,-1 0 0,1 0 0,0-1 0,0 1 0,0 0 0,-1-1 1,1 1-1,0 0 0,0-1 0,0 1 0,0-1 0,0 1 0,0-1 0,0 0 0,0 1 0,0-1 0,2 0 0,-1 0-114,0-1-1,0 0 1,0 1 0,-1-1-1,1 0 1,0 0-1,-1 0 1,1-1 0,0 1-1,-1 0 1,0-1-1,1 1 1,-1-1 0,0 1-1,1-1 1,-1 1-1,0-1 1,0 0 0,-1 0-1,2-3 1,8-17-4461,3 2-2783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1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47 11273,'4'-4'142,"0"0"320,0 0 0,0 1 0,0-1-1,0 1 1,1 0 0,0 0 0,-1 0-1,1 0 1,0 1 0,1 0-1,-1 0 1,0 0 0,0 1 0,1 0-1,6-1 1,-1 1-297,-1 1 1,1 1-1,0 0 0,0 0 0,-1 1 1,1 0-1,-1 0 0,1 2 0,-1-1 1,0 1-1,0 1 0,-1 0 0,1 0 1,-1 1-1,0 0 0,-1 0 1,0 1-1,0 0 0,0 1 0,0 0 1,-1 0-1,-1 0 0,11 17 0,-16-22-133,1 1-1,-1-1 0,1 0 0,-1 1 0,0-1 0,-1 0 0,1 1 0,0-1 1,-1 1-1,0-1 0,0 1 0,0 0 0,0-1 0,-1 1 0,1-1 0,-1 1 1,0-1-1,0 0 0,0 1 0,0-1 0,-3 5 0,0-1 8,0 0 0,-1 0-1,0-1 1,0 0 0,0 0-1,0 0 1,-1 0 0,-10 7-1,-17 9 132,-1-1-1,0-2 0,-49 19 1,-15 0-1274,2-4-4408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2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19 278 8105,'25'-11'2117,"0"1"1,38-10 0,5-2 1230,-55 17-2905,0-1 0,-1 0 0,0 0 1,0-2-1,0 1 0,-1-1 0,19-19 1,-28 25-380,1-1 1,0 0 0,-1 0 0,1 0 0,-1 0-1,0 0 1,0 0 0,0 0 0,-1-1 0,1 1-1,-1-1 1,0 0 0,0 1 0,0-1 0,0 0-1,0 1 1,-1-1 0,0 0 0,0 0 0,0 0-1,0 1 1,-1-1 0,1 0 0,-1 0 0,0 1-1,0-1 1,0 0 0,-1 1 0,1-1 0,-1 1-1,0 0 1,0-1 0,-3-2 0,4 4 18,0 0 1,-1 1-1,1-1 0,-1 1 1,0-1-1,1 1 0,-1 0 1,0-1-1,0 1 1,0 0-1,0 0 0,0 0 1,0 1-1,0-1 0,0 0 1,0 1-1,0-1 1,0 1-1,0 0 0,-4 0 1,0 0 65,0 1 1,0 0 0,0 0-1,1 0 1,-1 1-1,-6 2 1,2 1 8,0 1 0,0 0 0,0 1 1,1 0-1,0 0 0,0 1 0,1 0 0,0 1 0,-12 15 0,11-13-40,-9 10 104,1 1 0,1 1 0,-27 48 0,38-59-185,0 1 1,0-1 0,1 1-1,1 0 1,0 0-1,1 0 1,0 0-1,1 0 1,1 24-1,0-31-53,1-1-1,0 0 0,0 1 0,0-1 0,1 0 0,-1 0 1,1 0-1,0 0 0,1 0 0,-1 0 0,1-1 1,0 1-1,1-1 0,-1 0 0,0 0 0,1 0 0,0 0 1,0-1-1,0 1 0,1-1 0,-1 0 0,1 0 1,0-1-1,-1 1 0,1-1 0,0 0 0,1 0 0,-1-1 1,0 0-1,9 2 0,-4-2-11,0 0 0,0 0 1,1-1-1,-1 0 0,0 0 0,1-2 1,-1 1-1,0-1 0,0 0 0,0-1 0,0-1 1,0 1-1,-1-1 0,17-10 0,-12 3 11,0 0 0,-1-1 0,-1 0 0,22-26 0,34-62-39,-15 21 47,-51 76-41,1 5 49,1 0 6,-1 0 1,1 0-1,-1 1 0,1 0 1,-1-1-1,0 1 0,0 1 1,0-1-1,0 0 0,2 5 1,0 0-13,-1 1 0,0 1 0,0-1 0,2 10 1,1 3 3,-1 0 27,0 0 0,2 0 0,1-1-1,0 0 1,2-1 0,14 22 0,-24-40 18,5-3-16,-1 0 1,1 0 0,-1 0 0,0-1 0,0 0-1,0 0 1,0 0 0,0-1 0,0 0 0,-1 0-1,1 0 1,-1 0 0,0-1 0,0 0 0,0 0-1,6-7 1,16-14 82,0 3-5,1 1-1,2 1 1,0 2-1,1 0 1,0 2-1,1 2 1,1 0-1,1 3 1,0 0-1,0 2 1,51-7-1,-73 15 10,0 0 0,0 1-1,-1 0 1,1 1 0,0 0-1,0 1 1,0 0 0,-1 1-1,1 0 1,-1 0-1,0 1 1,19 11 0,-22-11-53,0 1 1,-1 0-1,0 1 1,1-1-1,-2 1 1,1 1-1,-1-1 1,0 1-1,0 0 1,0 0-1,-1 0 1,-1 1-1,1-1 1,-1 1-1,0 0 1,-1 0-1,3 11 1,-1 18-408,-2 0 1,-1 0-1,-6 52 0,3-40-2002,-6 36-11673,13-67 1997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3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1010 8145,'1'-7'949,"1"1"0,-1 0 0,-1-1 0,1 1 1,-1-1-1,0 1 0,-1-1 0,1 1 0,-1 0 1,-1-1-1,1 1 0,-1 0 0,0 0 0,0 0 1,-1 0-1,-4-7 0,-20-37 5870,26 49-6736,0 1-1,-1-1 1,1 1-1,0-1 1,0 1-1,-1 0 1,1 0-1,0-1 1,-1 1-1,1 0 1,0 0-1,0 0 1,-1 0-1,1 1 1,0-1-1,-1 0 1,-1 1-1,-2 0 51,-6 1-127,0 1 1,-1 0 0,1 1 0,0 0-1,1 0 1,-1 1 0,-13 9 0,-69 52-16,51-35 13,6-4-4,1 1 0,-48 49 0,74-66 0,-1-1 0,1 1 0,0 1 0,1 0 0,1 0 0,0 0 0,1 1 0,0 0 0,0 0 0,2 0 0,-7 29 0,11-39 0,-1 1 0,1-1 0,0 1 0,0-1 0,0 1 0,0-1 0,1 1 0,-1-1 0,1 1 0,0-1 0,0 1 0,0-1 0,1 0 0,-1 1 0,1-1 0,0 0 0,-1 0 0,1 0 0,1-1 0,-1 1 0,0 0 0,1-1 0,-1 1 0,1-1 0,0 0 0,0 0 0,0 0 0,0 0 0,0-1 0,0 1 0,1-1 0,-1 1 0,4 0 0,4 0 0,-1 0 0,0 0 0,1-1 0,-1 0 0,1-1 0,-1 0 0,1 0 0,0-1 0,17-5 0,0 0 3,-1-2-1,-1-1 1,43-20-1,-51 19-20,-1-1 0,-1 0 0,0-1 0,0 0 0,-2-1 0,25-28 0,-3-4-264,-1-2 0,-3-1 0,29-60 0,231-619-624,-241 583 845,-11 46 210,-39 95 387,-4 6-153,-7 7-219,1 0 0,0 1 0,1 0 0,0 0 1,-11 20-1,-29 71 7,25-50-184,-10 23 13,3 2 0,4 1 0,3 2 0,-14 92 0,33-150 0,2 0 0,0 0 0,2 1 0,0-1 0,2 0 0,0 0 0,2 0 0,0 0 0,13 38 0,-12-47 0,1 0 0,0 0 0,0-1 0,1 1 0,1-2 0,0 1 0,1-1 0,0 0 0,1-1 0,0 0 0,0-1 0,1 0 0,1 0 0,-1-1 0,1-1 0,19 10 0,-13-10-58,0 0 1,1-1-1,0-1 0,0-1 1,0 0-1,0-1 0,1-1 1,-1-1-1,1-1 0,-1-1 1,36-6-1,-41 5-33,0-2 1,0 0-1,0 0 0,-1-1 0,1-1 1,-2 0-1,1-1 0,-1 0 1,1-1-1,-2-1 0,0 0 0,0 0 1,0-1-1,-1 0 0,-1-1 1,14-19-1,-12 10 2,0 0 0,-2-1-1,-1 0 1,0 0 0,6-31 0,-13 49 77,-1-1-1,1 0 1,-1 1 0,0-1-1,0 0 1,0 1 0,-1-1-1,1 0 1,-1 1 0,0-1-1,0 1 1,0-1 0,0 1 0,-3-6-1,3 8 16,0-1 0,0 1 1,0-1-1,0 1 0,0 0 0,0 0 0,0-1 0,0 1 1,0 0-1,0 0 0,-1 0 0,1 0 0,-1 0 0,1 1 0,0-1 1,-1 0-1,1 1 0,-1-1 0,1 1 0,-1-1 0,0 1 0,1 0 1,-1 0-1,0-1 0,1 1 0,-1 0 0,1 0 0,-1 1 0,0-1 1,1 0-1,-1 1 0,1-1 0,-1 1 0,-2 0 0,-1 1 16,0 1-1,0-1 1,1 1-1,-1 0 0,0 0 1,1 1-1,0-1 1,0 1-1,0 0 0,0 0 1,1 0-1,-1 1 1,1-1-1,0 1 0,0 0 1,-3 8-1,3-5 1,1 0 0,0 0 0,0 0 0,1 0 1,0 0-1,1 1 0,-1-1 0,2 0 0,-1 1 0,3 11 0,-1-7-7,1-1 0,1 0 0,-1 0 0,2-1 0,0 1 0,0-1 0,1 0-1,0 0 1,1 0 0,1-1 0,-1 0 0,1-1 0,1 0 0,0 0 0,13 9 0,-8-8-3,0-1 1,1-1-1,0 0 0,24 8 1,-32-14-10,0 0 1,1 0 0,-1-1-1,0 0 1,1 0 0,-1 0 0,1-1-1,-1-1 1,1 1 0,-1-1-1,1 0 1,-1-1 0,11-3-1,-4-1-2,-1 0-1,-1-1 0,1 0 0,-1-1 0,0 0 0,-1-1 0,20-19 0,2-5 1,-12 9-16,2 1-1,1 1 1,1 1-1,44-28 0,-65 47 18,-1 0 0,1 0 0,0 0 0,0 0 0,0 1 0,0 0 0,1 0 0,-1 0 0,0 0 0,0 1 0,1-1 0,-1 1 0,0 0 0,1 0 0,-1 1 0,0 0 0,1-1 0,-1 1 0,0 1 0,0-1 0,5 3 0,-5-2-4,0 1 1,0 0 0,0 0 0,0 0 0,-1 0 0,0 1 0,1-1 0,-1 1 0,0 0 0,-1 0 0,1 0 0,-1 1 0,1-1 0,-1 0 0,-1 1 0,1 0 0,1 7-1,10 57-6,-13-66 15,12-4-4,-1 0 2,0 0 0,-1-1 0,1-1 1,0 0-1,0 0 0,-1-1 0,19-9 0,7-2 3,-26 11 5,1 1-1,-1 0 1,1 0-1,0 1 1,-1 1 0,1 0-1,0 0 1,0 1-1,0 0 1,-1 1 0,1 1-1,0-1 1,0 2-1,-1-1 1,0 2 0,1-1-1,-1 1 1,0 1-1,-1 0 1,1 0 0,-1 1-1,0 0 1,0 0-1,-1 1 1,14 14-1,-5 2 22,0 0 0,-2 1 0,17 34-1,20 31-573,-50-87 489,0 1-1,1-1 1,-1 1-1,0-1 1,1 0-1,0 0 1,-1 0-1,1 0 1,0 0-1,0 0 1,0-1-1,0 0 0,0 1 1,0-1-1,0 0 1,1-1-1,-1 1 1,0 0-1,0-1 1,1 0-1,-1 0 1,0 0-1,1 0 1,-1 0-1,0-1 0,1 0 1,-1 1-1,0-1 1,0 0-1,0-1 1,4-1-1,4-2-13,0 0-1,0-1 1,-1 0-1,0-1 1,0 0-1,-1-1 1,14-13 0,5-13 162,-1-2 1,-1-1 0,29-57 0,-37 62 12,55-96 345,96-150 735,-153 256-1027,26-36 834,63-69 0,-102 125-962,-1-1 0,0 1 1,1 0-1,-1 0 1,1 0-1,0 0 0,-1 0 1,1 1-1,0-1 1,0 1-1,0 0 1,0 0-1,1 0 0,2 0 1,-5 1-34,1 0 0,-1 0 0,1 0 1,-1 0-1,1 1 0,-1-1 0,0 0 1,1 1-1,-1-1 0,1 1 0,-1 0 1,0-1-1,0 1 0,1 0 0,-1 0 1,0 0-1,0 0 0,0 0 0,0 0 1,0 0-1,0 0 0,0 0 0,0 0 1,-1 1-1,1-1 0,0 0 0,-1 1 1,1-1-1,0 2 0,2 9 1,0 0 0,-1 0 0,0 0 0,-1 0 0,0 0 0,-1 0 0,0 0 0,-1 0 0,0 0 0,-4 13 0,-6 24 0,-18 49 0,26-88 0,-116 286 570,60-161-1668,7 3-4673,45-109 2200,11-10-4020,7-4-4731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4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 14625,'-3'-3'2741,"25"-3"-377,0 9-444,16 3-372,3 0-316,4-3-240,9 2-348,13-2-464,18 0-856,4-3-772,6-6-932,7 1 4,6 10-3389,3-13-4852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5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389 535 13481,'0'0'6247,"3"1"-4407,9 2-1097,0 0 0,-1-1 0,2 0 0,-1-1 0,0-1 0,14 0 0,-7-2-296,-1-1 0,0 0 1,27-9-1,-9-1-220,-1-1 1,0-3-1,43-26 1,-57 30-162,0 0 1,-1-2-1,-1 0 0,-1-2 1,0 0-1,-1 0 0,16-23 1,-27 33-58,-1 0 0,0-1 1,0 0-1,-1 0 0,0 0 0,-1 0 1,1-1-1,-2 0 0,1 1 1,-1-1-1,0 0 0,-1 0 1,0 0-1,-1 0 0,0-1 1,0 1-1,-1 0 0,0 0 1,0 0-1,-1 0 0,-6-16 0,6 20 19,0 0-1,-1 0 1,0 0-1,0 0 1,0 1 0,0 0-1,0 0 1,-1-1-1,0 2 1,0-1-1,0 0 1,0 1-1,-10-6 1,6 6 66,0-1 1,0 1-1,0 0 0,-1 1 1,1 0-1,-1 0 1,1 1-1,-10-1 1,-9 2 160,0 1-1,0 1 1,1 2 0,-44 10 0,32-3-247,1 1 1,0 2-1,1 1 1,0 2-1,1 1 0,-43 31 1,38-19-10,0 1 0,3 1 0,0 2 0,-50 62 0,72-76 1,0-1 0,1 2 0,2 0 0,0 0 0,1 1 0,1 1 0,-9 28 0,16-40 0,0-1 0,1 1 0,1-1 0,-1 1 0,2 0 0,-1-1 0,2 1 0,-1 0 0,2-1 0,-1 1 0,1 0 0,1-1 0,0 0 0,0 0 0,1 0 0,0 0 0,1 0 0,10 15 0,-5-13 0,0 0 0,0-1 0,1 0 0,0 0 0,1-1 0,0-1 0,1 0 0,0-1 0,1 0 0,24 11 0,-3-6 0,0-1 0,1-2 0,50 8 0,-50-12-130,1-2 1,0-1-1,0-2 0,0-2 1,1-1-1,-2-2 0,1-2 1,0-1-1,-1-2 0,-1-1 1,0-2-1,0-1 0,-1-2 0,-1-1 1,0-2-1,-1-1 0,-1-2 1,-1-1-1,-1-1 0,-1-1 1,45-52-1,39-61 191,-112 137-45,0-1 0,1 1 0,-1-1 0,0 0 0,1 1 0,-1-1 0,1 1 0,-1 0 0,1-1 0,-1 1 0,1-1 0,-1 1 0,1 0 0,0-1 0,-1 1 0,1 0 0,-1 0 0,1-1 0,0 1 0,-1 0-1,1 0 1,0 0 0,-1 0 0,1 0 0,-1 0 0,1 0 0,0 0 0,-1 0 0,1 0 0,0 0 0,-1 0 0,1 1 0,0-1 0,-1 0 0,1 0 0,0 1 0,1 1 44,0-1 1,0 1-1,-1 0 0,1 0 0,-1 0 0,1 0 1,-1 1-1,0-1 0,0 0 0,1 3 0,3 8 192,-1 0 0,0 0-1,2 16 1,11 177 332,-13-124-610,17 90 0,-18-160 26,0 0 0,1-1 0,0 1 0,1-1 0,1 0 0,6 10 0,-11-18 0,1-1 0,-1 0 0,1 0 0,0 0 0,0 0 0,0-1 0,0 1 0,0 0 0,0-1 0,0 0 0,1 1 0,-1-1 0,0 0 0,1 0 0,-1 0 0,1-1 0,-1 1 0,1 0 0,0-1 0,-1 0 0,1 0 0,0 0 0,-1 0 0,1 0 0,-1 0 0,1 0 0,2-2 0,5 0 0,0 0 0,0-2 0,0 1 0,18-10 0,-15 5 0,1 0 0,-1-2 0,0 1 0,-1-1 0,14-15 0,51-65 0,-26 30 0,10-9-321,105-110-2327,-75 99-2315,-61 57 325,40-23-1,-12 15-7935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241 754 9909,'8'-5'817,"0"0"1,1 0-1,-1-1 1,-1 0-1,1 0 1,8-10-1,-14 14-600,0 1-1,0-1 0,0 1 0,0 0 1,0 0-1,1 0 0,-1 0 1,0 0-1,1 0 0,-1 1 0,0-1 1,1 1-1,-1 0 0,5-1 0,4 0 410,-7 0-429,0 0-1,-1 0 1,1 0-1,0-1 1,-1 1-1,1-1 1,-1 0-1,1 0 1,-1 0-1,0 0 1,0-1-1,0 1 1,0-1 0,0 0-1,0 0 1,-1 0-1,0 0 1,1-1-1,-1 1 1,0 0-1,-1-1 1,1 0-1,-1 1 1,1-1-1,0-7 1,0 0 365,-2-1-1,1 0 1,-2 1 0,1-1 0,-2 1 0,1-1 0,-6-16-1,6 25-458,1 1-1,-1-1 0,0 0 0,0 1 1,0-1-1,0 1 0,0-1 0,-1 1 1,1 0-1,-1-1 0,1 1 0,-1 0 0,0 0 1,0 0-1,0 0 0,0 0 0,0 1 1,-1-1-1,1 1 0,-5-3 0,3 3-5,-1 0 0,1 0-1,-1 0 1,1 0-1,0 1 1,-1 0 0,1 0-1,-1 0 1,1 0-1,-1 1 1,-7 2 0,-1 0-58,1 2 1,0-1-1,0 2 1,0-1-1,0 2 1,1-1-1,0 2 1,-12 10-1,1 3-39,1 0 0,1 2 0,1 1 0,1 0 0,1 1 0,1 1 0,-13 28 0,22-40 0,1 1 0,0 0 0,1 0 0,0 0 0,2 0 0,0 1 0,0-1 0,2 1 0,-1 0 0,2 0 0,1 0 0,0-1 0,0 1 0,2 0 0,5 18 0,-5-25-1,0-1 1,1 1-1,1-1 1,-1 0-1,1 0 0,1-1 1,-1 0-1,1 0 1,1 0-1,-1 0 0,1-1 1,0 0-1,1-1 1,-1 0-1,1 0 0,0 0 1,0-1-1,1 0 1,-1-1-1,1 1 0,0-2 1,0 1-1,15 1 1,-6-2-69,-1 0 1,1-1 0,-1-1 0,1-1 0,-1-1 0,1 0 0,-1-1 0,0-1 0,0 0 0,0-1 0,28-14 0,-23 8-20,0-2 0,0-1-1,-1-1 1,22-20 0,69-79-131,-102 104 198,2-1 0,-1 2 1,1-1-1,1 1 0,24-12 0,-36 21 18,-1 0 0,1 0 0,0 0 0,0 1 0,-1-1 0,1 0 0,0 0 0,-1 1 0,1-1 0,0 0 0,0 1-1,-1-1 1,1 1 0,-1-1 0,1 1 0,-1-1 0,1 1 0,0-1 0,-1 1 0,0 0 0,2 1 0,-1-1-5,1 2 5,1 0 0,-1 0 1,0 0-1,0 1 0,0-1 0,-1 0 0,1 1 0,-1 0 0,0-1 0,0 1 1,1 4-1,4 50-8,-2-13-15,0-25 22,-2-7 16,0 0-1,8 22 1,-9-31-14,1 0 1,0 0-1,0 0 1,0-1-1,0 1 0,1-1 1,-1 1-1,1-1 1,0 0-1,0 0 1,0 0-1,6 4 1,-8-7-1,1 0 1,-1 1 0,0-1 0,1 0 0,-1 1 0,0-1-1,1 0 1,-1 0 0,0 0 0,1 0 0,-1 0 0,1-1-1,-1 1 1,0 0 0,1-1 0,-1 1 0,2-1 0,1 0-2,7-3 2,1 1 1,-1-1-1,1-1 1,-1 0-1,0-1 1,-1 0-1,0 0 1,19-16-1,24-15-31,-38 29 37,1-1-1,0 2 0,0 0 0,27-8 1,-37 14 18,0-1 0,0 1 0,0 0 0,0 1 0,0-1 0,0 1 0,1 1 0,-1-1 0,0 1 1,0 0-1,0 0 0,0 1 0,0-1 0,0 1 0,-1 1 0,1-1 0,5 4 0,5 5 104,-1 0-1,-1 1 0,0 1 1,0 0-1,15 20 0,-7-8-51,2-2 0,42 31-1,-61-50-121,0-1-1,0-1 0,0 1 1,0-1-1,0 1 0,0-2 1,1 1-1,-1 0 0,1-1 0,-1 0 1,1-1-1,0 1 0,-1-1 1,1 0-1,0 0 0,-1-1 1,1 1-1,0-1 0,-1-1 1,1 1-1,-1-1 0,0 0 1,0 0-1,7-4 0,-1 0-29,0 0 0,-1-1 0,0-1 1,0 0-1,-1 0 0,0 0 0,0-1 0,-1-1 0,12-17 0,4-10-35,25-54 0,-39 73 93,67-146-29,32-59 145,61-51 530,-123 208 310,109-117 0,-151 177-930,0 1-1,1 0 0,0 1 0,0 0 1,0-1-1,0 2 0,8-4 1,-12 6-8,0 0 1,-1 0 0,1 1 0,0-1 0,0 1 0,-1 0 0,1-1 0,0 1 0,0 0-1,0 0 1,0 0 0,-1 0 0,1 0 0,0 1 0,0-1 0,0 1 0,-1-1 0,1 1-1,0-1 1,-1 1 0,1 0 0,0 0 0,-1 0 0,1 0 0,-1 0 0,1 0 0,-1 0-1,0 1 1,1-1 0,-1 0 0,1 3 0,0 1 0,0 0 0,-1 0 0,0 0 0,0 0 0,-1 1 0,0-1 0,1 0 0,-2 0 0,1 1 0,-1-1 0,1 0 0,-3 7 0,1-3 0,-8 36 0,-2 0 0,-2-1 0,-2-1 0,-22 42 0,22-48 0,-50 119 0,-93 196 0,110-250-339,-4 7-7259,46-89-510,11 4-5630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6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77 15625,'-93'-43'3323,"75"29"32,18 14-3159,0-1-1,-1 1 1,1 0-1,0-1 1,0 1-1,0 0 0,0 0 1,0-1-1,-1 1 1,1 0-1,0-1 0,0 1 1,0 0-1,0-1 1,0 1-1,0 0 1,0-1-1,0 1 0,0 0 1,0-1-1,0 1 1,1 0-1,-1-1 1,0 1-1,0 0 0,0 0 1,0-1-1,0 1 1,1-1-1,10-5 4642,-4 4-6073,6 1 1357,-1 0 1,0 1-1,1 1 0,-1 0 1,0 0-1,0 1 0,13 4 1,13 1-93,366 72-1251,-1 14-8867,-298-66 3114,0 2-4522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6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10145,'3'-37'3160,"3"23"-1984,1 2 44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7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95 13385,'-3'-7'2063,"1"-1"-1,0 1 0,0-1 1,1 0-1,-2-11 0,3-12 2485,1 25-2494,30 19-1986,-27-10-277,92 65-8279,-53-41 1948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7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61 13681,'-73'-26'2364,"57"23"225,-9-3-377,6 4 2400,38-4-5092,25-6-576,1 7-932,6 5-960,12 3-2709,17 2-4688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27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12613,'13'-34'2160,"9"17"-195,-13-3-153,14-9-296,-8 23-396,14-5-180,19-6-184,-10 14-280,6 0-516,4 0-584,60 3-2844,-48 6-2257,-3-3-4792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1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 69 5649,'0'0'1742,"1"-3"-13,11-20 875,10-19 9826,-25 43-11780,-1 2-450,0-1-1,0 1 0,0 0 1,0 0-1,1 0 1,-1 1-1,1 0 0,0-1 1,0 1-1,0 0 1,1 0-1,-1 0 0,1 1 1,0-1-1,0 1 0,1-1 1,-3 7-1,-5 21 988,-7 43 1,0 2 48,-165 870-491,112-522-727,50-312-18,-25 125 0,27-154 0,-20 79 0,19-107 0,-31 64 0,31-62 0,7-20 0,2-9 0,8-29 0,1 1 0,-1 0 0,1 0 0,-1 0 0,1 0 0,-1 0 0,1 0 0,0-1 0,-1 1 0,1 0 0,0 0 0,0 0 0,0 0 0,0 0 0,0 0 0,0 0 0,0 0 0,0 0 0,0 0 0,1 0 0,-1 0 0,0 0 0,1 0 0,-1 0 0,0 0 0,1 0 0,-1 0 0,2 1 0,0 0 0,-2-2-3,0 0 1,0 1-1,0-1 0,1 0 0,-1 0 1,0 0-1,0 1 0,0-1 0,1 0 1,-1 0-1,0 0 0,0 0 0,1 0 1,-1 0-1,0 0 0,0 0 0,0 1 1,1-1-1,-1 0 0,0 0 0,0 0 1,1 0-1,-1 0 0,0 0 0,0 0 1,1 0-1,-1-1 0,0 1 0,0 0 1,1 0-1,-1 0 0,0 0 0,0 0 1,1 0-1,-1 0 0,0 0 0,0-1 1,0 1-1,1 0 0,-1 0 0,0 0 1,0-1-1,0 1 0,0 0 0,1 0 1,-1 0-1,0-1 0,0 1 0,0 0 1,0 0-1,0-1 0,0 1 0,0 0 1,0 0-1,0-1 0,0 1 0,13-20-781,-10 15 278,11-19-1776,-1 0-1,12-30 1,17-34-8095,-16 38-735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2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92 4028,'-1'0'263,"-1"-1"0,0 0 0,0 0 0,0 0 0,1 0 1,-1 0-1,1 0 0,-1-1 0,1 1 0,-1 0 0,1-1 0,0 1 0,-1-1 0,1 0 0,0 1 0,0-1 0,-2-5 2221,1 5-1450,-18-19 2769,20 17-2919,-3-29 653,2 30 272,56 6-1439,0 3 1,70 17 0,-35-6-250,665 60 128,-7-45-227,-321-16 2,-395-15-24,723 43-38,-500-24-21,205 23-280,-45 2 146,-265-35 170,-134-11 129,1-1 0,0 0 1,28-9-1,-44 10-89,1 0-1,0-1 1,-1 1-1,1 0 1,-1-1 0,0 1-1,1-1 1,-1 1-1,0-1 1,0 0 0,0 1-1,0-1 1,-1 0-1,1 0 1,0 0 0,-1 0-1,1 0 1,-1 0-1,1 0 1,-1 1 0,0-1-1,0 0 1,0 0-1,0-3 1,1-3-19,-2 5 9,0 1 0,0 0 0,0-1 0,0 1 0,-1 0 0,1 0 0,-1 0 0,1 0 0,-1 0 0,0 0 0,0 0 0,1 0 0,-4-2 0,-1-1 5,-26-22 146,30 26-68,-1-1-48,2 1-33,0 1 1,0-1 0,0 0 0,0 0-1,0 0 1,0 1 0,0-1 0,0 0-1,0 0 1,0 0 0,1-1 0,-1 1 0,0 0-1,1 0 1,-1 0 0,0 0 0,1-1-1,0 1 1,-1 0 0,1 0 0,0-1-1,-1 1 1,1 0 0,0-1 0,0 1-1,0 0 1,0-1 0,1 1 0,-1 0-1,0-1 1,0 1 0,1 0 0,-1 0-1,1-1 1,-1 1 0,1 0 0,1-2-1,-1 1 806,-4 4-435,-7 7-46,1 0 0,0 0 1,1 1-1,0-1 0,1 2 1,-11 18-1,-35 77 1355,48-96-1577,-91 239 2037,59-146-1597,-167 538 1169,115-342-1366,-3 21-228,-70 209-135,134-458 8,-71 126 0,-56 53 0,151-245 0,-34 59 0,-34 80 0,62-123 0,-7 14 0,0-1 0,-3-1 0,-40 55 0,25-44-35,33-41-110,0-1 0,-1 1 0,1-1-1,0 0 1,-1 0 0,0 0 0,0 0-1,1 0 1,-1-1 0,0 1 0,0-1-1,-1 0 1,1 0 0,0 0 0,-4 1-1,-3 0-467,20-36-5405,-15-45-4435,10 42 113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3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12 5937,'8'-4'1030,"-8"2"-115,-27-3 12138,29 7-12581,11 6-288,0-1 1,0 0-1,0 0 0,1-1 0,0-1 0,14 3 0,94 18 247,-54-14-328,738 114 330,-697-112-404,494 52 35,-288-35-18,-29-9-81,-36-3-4,-129-8 56,277 35-68,-41 7 49,-162-31 45,-137-18-79,18 2 59,0-3 1,118-11-1,-137-1-1,87-25 1,-121 27-22,0 1 1,0 2 0,1 0-1,0 1 1,39 1 0,-14 4 89,-20-2-127,38 6 1,-32-2 60,51-1 1,-80-3-28,-3 0 81,-4-3-404,-1 0 154,0-1 0,-1 0 0,1 1 0,-1 0 0,0 0 0,0 0-1,-1 0 1,1 0 0,0 0 0,-1 1 0,0 0 0,1 0-1,-1 0 1,-4-2 0,-10-3-2878,0 1-1,-19-5 1,0 4-5899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8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67 7025,'-13'-1'2671,"-9"-8"14336,17 5-15570,-1-1-4723,4 4 4720,-19 6 43,16-3-1280,-1 0 0,1 0 0,0 1 0,1-1 0,-1 1 0,0 0 0,1 0 0,0 1 0,0-1 0,0 1 0,0 0 0,-6 7 1,1 3 346,0 0 1,-11 27 0,-4 3-258,17-31-218,1 0 0,1 0 0,0 0 0,0 0 0,-3 18 0,1-3 22,5-21-90,0 0-1,1 0 1,0 0 0,0 0 0,1 0-1,-1 0 1,2 1 0,-1-1 0,1 0-1,0 0 1,1 0 0,-1 0-1,1 0 1,1 0 0,-1 0 0,1-1-1,0 1 1,1-1 0,0 0 0,6 8-1,-2-5 0,0 0 0,1 0 0,-1-1 0,2-1 0,-1 0 0,1 0 0,0-1-1,1 0 1,-1 0 0,1-1 0,17 5 0,-2-1-22,1-1 0,0-1 0,0-2 0,47 5 0,-50-10-82,-1 0 1,1-2-1,0 0 1,27-8-1,-40 8 58,-1-1-1,0 0 1,0-1-1,0 0 1,-1-1-1,0 0 1,0 0-1,0-1 0,0 0 1,-1 0-1,12-12 1,-15 11 24,0 0 1,0-1 0,0 1-1,-1-1 1,0 0-1,3-8 1,-2 2 3,-2 5 4,0 0 1,-1 0-1,-1-1 1,0 1-1,0-1 1,0 0-1,-1 1 1,-1-1-1,0 1 0,0-1 1,-1 1-1,-4-15 1,2 11 14,-1 1 0,0 0 1,-1 0-1,-1 0 0,1 1 0,-2 0 1,0 0-1,0 1 0,0 0 0,-2 1 1,1 0-1,-1 0 0,0 1 0,-1 0 1,0 0-1,-22-10 0,-11-3 6,-2 2-1,0 2 1,-53-12-1,88 25-6,-138-43-2075,146 46 811,22 6-2355,6 2-607,-9 1-1577,3 6-5510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8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159 105 7293,'0'-1'446,"1"0"0,0-1 0,-1 1 0,1 0 0,-1-1 0,0 1 0,1-1 0,-1 1 0,0 0 0,0-1 0,0 1 0,0-1 0,0 1 0,0-1 0,0 1 0,0 0 0,0-1 0,-1 1 0,1-1 0,-1 1 0,0-2 0,-4-19 2976,21-7-1208,-16 28-2061,-1 0 0,1-1 1,-1 1-1,0 0 0,1 0 0,-1 0 1,0-1-1,0 1 0,0 0 0,0 0 1,0 0-1,0 0 0,0 1 0,0-1 1,0 0-1,-1 0 0,1 1 0,0-1 1,0 1-1,-1-1 0,1 1 0,0-1 1,-1 1-1,1 0 0,0 0 0,-1-1 1,1 1-1,-1 0 0,1 0 0,0 1 1,-1-1-1,1 0 0,0 0 0,-3 1 1,0 1-10,0 0 1,0 1-1,-1-1 1,1 1-1,1 0 1,-1 0-1,0 0 1,1 0 0,0 1-1,-1-1 1,1 1-1,1 0 1,-6 8-1,-1 6 507,-15 36 0,16-31-280,-6 39 0,6-23-204,4-22-117,1 1 1,1 0-1,0 0 0,1 0 0,1 0 1,1 0-1,0-1 0,7 30 1,-6-38-57,1 0 0,0 0 0,0 0 0,1 0 0,0 0 1,0-1-1,1 0 0,0 0 0,0 0 0,1-1 1,0 0-1,1 0 0,0 0 0,0-1 0,0 0 1,0 0-1,17 9 0,-11-9-74,0 0-1,0 0 1,1-1-1,-1-1 1,1 0-1,0-1 1,0-1-1,1 0 1,-1-1-1,0 0 1,1-1-1,-1-1 1,20-3-1,-23 1 58,-1 1 1,1-2-1,0 0 0,-1 0 1,0 0-1,0-2 0,0 1 0,-1-1 1,0 0-1,0-1 0,0 0 1,-1-1-1,0 0 0,-1 0 1,1 0-1,-2-1 0,12-19 1,-13 19 21,0 0 1,0 0 0,-1-1 0,-1 1 0,1-1 0,-2 0 0,1 0 0,-1-1 0,-1 1 0,0 0 0,0 0-1,-1-1 1,-1 1 0,1 0 0,-2-1 0,1 1 0,-2 0 0,1 0 0,-1 0 0,-1 0 0,1 1 0,-2-1 0,1 1-1,-2 0 1,1 0 0,-1 1 0,0-1 0,-1 2 0,0-1 0,-11-10 0,4 6 8,0 1 1,-1 0-1,0 0 1,-1 2 0,0 0-1,-1 1 1,1 0-1,-29-8 1,-10 2-140,-79-12 0,72 16-324,59 9-106,12-8-7154,-8 8 7376,0 1 1,0-1-1,0 0 1,1 1-1,-1-1 0,0 0 1,0 1-1,0 0 1,3-1-1,14 6-6076,8 11-3033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39.5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376 80 6845,'14'-21'2209,"-12"17"1410,-34-7 844,29 10-3267,1 0-128,-3-3-638,-3-2 531,0 1 1,0 0 0,-18-7-1,23 11-24,1 0-723,-1 0 1,0 0-1,1 0 1,-1 0-1,0 0 1,1 1-1,-1-1 1,-4 0-1,3 1 128,1-1 1163,3 2-1448,-1 0-1,1 0 1,-1-1 0,1 1 0,-1 0-1,0-1 1,1 1 0,-1 0 0,0-1-1,1 1 1,-1-1 0,0 1-1,0-1 1,1 0 0,-1 1 0,-2 0-1,-15 11 1114,-6 19-69,-34 30 0,-16 19-1060,65-69-41,1 1 0,0 0 0,0 0 0,2 1 0,-1 0 0,2 1 0,-1-1 0,2 1 0,0 0 0,-3 21 0,6-27 0,0 0 0,1-1 0,0 1 0,0 0 0,1-1 0,0 1 0,0 0 0,1-1 0,0 1 0,0-1 0,1 0 0,0 1 0,0-1 0,0-1 0,1 1 0,0 0 0,1-1 0,0 0 0,0 0 0,9 9 0,-3-6-104,1 0 0,0 0 0,0-2-1,1 1 1,-1-2 0,2 0 0,-1 0 0,0-1 0,1-1-1,0 0 1,0-1 0,1 0 0,-1-1 0,15-1 0,-19 0 46,1-1 1,-1-1 0,0 0 0,0-1 0,0 0 0,0 0-1,0-1 1,0 0 0,0-1 0,-1 0 0,0 0 0,1-1-1,-2 0 1,1-1 0,-1 0 0,0 0 0,0-1 0,0 0-1,-1-1 1,9-11 0,-7 6 43,0 1 0,-2-1 0,1-1 0,-2 0 0,1 0 0,-2 0 0,0 0 0,-1-1 0,0 0 0,-1 0 0,-1 0 0,-1 0 0,0-1 0,0 1 0,-3-16 0,1 19 18,-1 0-1,0 1 1,0-1-1,-1 1 1,-1 0-1,0 0 1,0 0-1,-1 0 1,0 1-1,-1 0 1,-1 0-1,1 0 1,-1 1-1,-16-16 1,14 17-13,0 0 1,0 1 0,-1 0 0,0 1-1,0 0 1,-1 1 0,1 0-1,-1 0 1,-1 1 0,-12-3-1,13 5-574,0 0 0,-1 1 0,1 0 0,-1 0 0,1 2 0,-17 1 0,24-1-209,0 0 1,0 0 0,0 0 0,0 0-1,0 1 1,-7 3 0,-5 11-6114,13 4-3327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44.4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332 234 5973,'-4'-13'2472,"4"11"-1177,0 0-1,-1-1 1,1 1 0,0 0-1,0 0 1,1 0-1,-1 0 1,0 0 0,1 0-1,0-3 1,2-3 77,1 1-3735,-2 4 2931,4-16 801,-5 17-1046,-1 1 1,1-1 0,-1 1 0,0-1 0,1 1 0,-1-1-1,0 1 1,0-1 0,0 1 0,0-1 0,0 1 0,0-1-1,-1 1 1,1-1 0,0 1 0,-2-4 0,-4-7 2068,-3 12-2127,2 0-126,-1 0 0,0 1 0,0 0 0,0 0 0,1 1 0,-16 5 0,12-2-139,0-1 0,0 2 0,0 0 0,0 0 0,1 1 0,0 0 0,0 0 0,1 1 0,0 1 0,1 0 0,-11 13 0,1 1 0,1 2 0,2-1 0,-23 47 0,30-53 0,0-1 0,2 1 0,-1 1 0,-4 24 0,10-35 0,0-1 0,1 1 0,0 0 0,0-1 0,0 1 0,1 0 0,0-1 0,1 1 0,0-1 0,0 1 0,0-1 0,1 0 0,0 0 0,0 0 0,6 8 0,-2-3 0,1-1 0,1 0 0,-1-1 0,1 0 0,1 0 0,0-1 0,1-1 0,-1 1 0,1-2 0,13 8 0,-3-6 0,0-1 0,0 0 0,1-2 0,0 0 0,1-2 0,-1 0 0,1-1 0,-1-2 0,1 0 0,0-2 0,27-3 0,-32 2 0,-1-1 0,1-1 0,-1-1 0,0 0 0,0-1 0,-1-1 0,1 0 0,-2-1 0,1-1 0,-1-1 0,0 0 0,-1-1 0,-1 0 0,23-24 0,-27 25 0,0 0 0,-1-1 0,0 0 0,-1 0 0,0-1 0,-1 0 0,0 0 0,-1 0 0,0-1 0,-1 1 0,-1-1 0,0 0 0,0 0 0,-2-1 0,1-17 0,-2 9 0,-1-1 0,-1 2 0,-1-1 0,-1 0 0,-1 1 0,-1-1 0,-15-34 0,15 42 0,-1 1 0,-1 0 0,0 0 0,-1 0 0,0 1 0,-1 0 0,0 1 0,-1 0 0,0 1 0,-1 0 0,-26-16 0,24 18 0,0 0 0,0 1 0,-1 0 0,0 2 0,-1 0 0,1 0 0,-1 2 0,0 0 0,0 0 0,0 2 0,0 0 0,-1 0 0,1 2 0,0 0 0,0 1 0,-25 6 0,33-4-178,0 0-1,0 0 1,1 1-1,-1 0 1,1 0-1,0 1 1,-9 8-1,14-12-239,2-1 225,-1 1-1,1-1 0,0 1 1,-1-1-1,1 0 0,0 1 0,0-1 1,0 1-1,0-1 0,0 1 1,1-1-1,-1 0 0,0 1 0,1-1 1,0 2-1,0 0-328,0 12-1161,6 30-10977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45.3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358 60 8165,'-11'-3'1869,"10"-1"1106,20-6 6907,-20 7-9318,1 1-1,-1-1 1,0 1 0,0-1 0,0 1 0,-1-1 0,1 1 0,0 0-1,-1-1 1,0 1 0,1 0 0,-1 0 0,0 0 0,-3-3 0,-14 0-593,12 6 177,0 0-1,0 0 0,-1 1 0,1 0 1,0 0-1,0 1 0,1 0 1,-9 4-1,-46 30-24,60-36-125,-10 7 2,0 0 0,1 1 0,1 0 0,-1 0 0,2 1 0,-13 17 0,3 1 0,-19 39 0,26-42 0,2 0 0,1 1 0,0-1 0,2 1 0,-4 41 0,9-52 0,0 0 0,1 0 0,0-1 0,1 1 0,1 0 0,0 0 0,1-1 0,1 0 0,0 1 0,1-1 0,0 0 0,1-1 0,1 0 0,0 0 0,1 0 0,0-1 0,1 0 0,0 0 0,1-1 0,1-1 0,-1 1 0,1-2 0,1 0 0,0 0 0,0-1 0,1 0 0,0-1 0,1-1 0,-1 0 0,23 7 0,-17-8 0,0 0 0,-1-1 0,1-1 0,1-1 0,-1-1 0,26-1 0,-34-1 0,0 0 0,0 0 0,1-2 0,-1 1 0,0-1 0,-1-1 0,1 0 0,-1-1 0,1 0 0,-1 0 0,-1-1 0,11-8 0,-8 5 0,0-2 0,-1 0 0,0 0 0,0-1 0,-1 0 0,-1-1 0,0 0 0,-1 0 0,0-1 0,-1 0 0,-1-1 0,0 1 0,-1-1 0,0 0 0,-2-1 0,0 1 0,0-1 0,-1 1 0,-1-28 0,-1 14 0,-1 0 0,-2 0 0,-1 0 0,-1 0 0,-2 1 0,0 0 0,-2 0 0,-1 1 0,-17-32 0,22 50 1,-1 1 0,1 0 0,-2 0 0,1 0 0,-1 1 0,0 0 0,-1 1 0,1-1 0,-1 2 0,-1-1 0,1 1 0,-1 0 0,0 1 0,0 0 0,-13-4 0,7 3-21,0 2 1,1 0 0,-1 1-1,0 0 1,-1 1 0,1 1 0,0 0-1,0 1 1,-16 3 0,21-1-867,0 0 1,0 0-1,0 1 1,1 0-1,0 1 0,0 0 1,0 1-1,0-1 1,-9 10-1,-7 3-3768,10-4-1572,9 4-3644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5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9 10065,'0'0'5464,"-2"0"-3857,-31-8 9286,53 17-9581,25 6-839,0-3 1,75 10-1,-80-15-332,856 104-384,-890-110 227,761 41-2518,-727-42 1759,77-13 0,-114 13-38,-69-6-12575,37 6 4014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8:5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727 51 9117,'0'-2'271,"0"1"0,0 0 0,0 0 0,0 0 0,0-1 0,0 1 0,-1 0 0,1 0-1,-1 0 1,1-1 0,-1 1 0,1 0 0,-1 0 0,1 0 0,-1 0 0,0 0 0,0 0 0,0 0 0,1 0 0,-1 0 0,0 1 0,0-1 0,-2-1 0,-12-14 3106,11 9 183,2 7-1430,4 17-823,10 23-1168,9 6 508,46 74 1,-9-20-359,-39-62-206,-1 1 0,-2 1 0,-2 1 1,-1 0-1,13 83 0,-23-100-63,-1-1 0,-1 1 0,-1 0 0,-1 0 0,0 0 0,-2-1 0,-2 1 0,0-1 0,-1 0 0,-1 0-1,-1 0 1,-14 26 0,3-16-42,-2-2-1,-2 0 0,0-2 0,-2 0 0,-1-2 1,-1-1-1,-2-1 0,-42 29 0,-14 3-1687,-169 82 0,175-101-131,-35 17-2196,42-14-2945,34-15-2024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3836,'57'-32'3272,"-45"27"-2577,-1-1 0,1 0 0,-1 0-1,-1-2 1,19-15 0,-10 5 594,-10 9 99,1-1 0,14-19 0,-22 27-170,-2-2-128,1 1-1289,-1 1 510,1 0 1,-1 0 0,1 0 0,-1 0-1,0 0 1,0 0 0,0 0 0,0 0-1,0 0 1,-1 0 0,1 0 0,-1 0-1,1 0 1,-1 0 0,0 0 0,0 0-1,1 0 1,-1 0 0,-2-2 0,-5-8 1131,-4-5 2530,8 19-2355,5 11-959,0 0-659,-1 0 0,-1-1 0,0 1 0,-1 0 0,0-1 0,-1 1 0,-1-1 0,0 1 0,-5 11 0,-6 21 0,-9 42 0,-19 129 0,38-179 0,2 1 0,2-1 0,1 1 0,2 0 0,1-1 0,11 46 0,-11-73 0,0 0 0,1 0 0,0-1 0,1 1 0,0-1 0,0 0 0,1 0 0,1-1 0,-1 0 0,1 0 0,12 10 0,-16-15 0,1 0 0,-1-1 0,1 0 0,0 0 0,-1 0 0,1 0 0,0-1 0,0 1 0,0-1 0,0 0 0,1 0 0,-1 0 0,0-1 0,0 0 0,0 0 0,1 0 0,-1 0 0,0 0 0,0-1 0,1 0 0,-1 0 0,0 0 0,6-3 0,5-3 0,-1 0 0,0-1 0,0-1 0,20-16 0,-16 12 0,-1 1 0,11-9 0,32-29 0,-48 39 0,0 0 0,0 1 0,1 1 0,1 0 0,20-11 0,-29 18 0,1-1 0,-1 1 0,0 1 0,1-1 0,0 1 0,-1 0 0,1 0 0,0 0 0,-1 1 0,1 0 0,0 0 0,0 0 0,-1 1 0,1 0 0,0 0 0,-1 1 0,1-1 0,-1 1 0,8 4 0,90 56 0,-73-42 0,1-1 0,1-1 0,39 14 0,-61-28 0,1-1 0,0-1 0,1 0 0,-1 0 0,0-1 0,0 0 0,1-1 0,-1-1 0,0 0 0,1 0 0,-1-1 0,0 0 0,0-1 0,0 0 0,11-6 0,-15 6 0,0 0 0,0-1 0,0 0 0,-1 0 0,1 0 0,-1-1 0,0 0 0,-1-1 0,1 1 0,-1-1 0,0 0 0,0 0 0,-1-1 0,1 1 0,-2-1 0,1 0 0,-1 0 0,0-1 0,0 1 0,-1-1 0,0 1 0,1-9 0,0-13 0,-2 1 0,-1-1 0,-2 0 0,0 0 0,-11-45 0,-45-138 0,56 206 0,-39-113-1733,40 115 2368,-2-4-1616,-2-1-4826,5 9 5517,-1 0 0,1 0 1,-1 0-1,1 0 0,0 0 0,-1 0 1,1 0-1,-1 0 0,1 0 0,0 0 0,-1 0 1,1 0-1,-1 0 0,1 0 0,0 0 1,-1 0-1,1 0 0,-1 1 0,1-1 1,0 0-1,-1 0 0,1 0 0,0 1 1,-1-1-1,1 0 0,0 0 0,0 1 0,-1-1 1,1 0-1,0 1 0,0-1 0,-1 0 1,1 1-1,0-1 0,0 0 0,0 1 1,-1-1-1,1 0 0,0 1 0,0 0 1,-9 13-9728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23 13669,'-19'-23'8983,"17"25"-7360,0 2-1155,0-2-266,0 0 0,0 0-1,1 0 1,-1 0 0,1 0 0,-1 0 0,1 1 0,0-1-1,0 1 1,0-1 0,0 1 0,1-1 0,-1 1 0,1 0-1,-1-1 1,1 1 0,0 3 0,-39 335 2917,9-122-1847,28-188-1272,1 0 0,1 1 0,4 30 0,-4-58 0,1-1 0,-1 0 0,1 1 0,0-1 0,0 0 0,0 1 0,0-1 0,0 0 0,1 0 0,0 0 0,-1 0 0,1 0 0,0 0 0,1-1 0,-1 1 0,0-1 0,1 1 0,3 2 0,-3-4 0,1 1 0,-1-1 0,1 1 0,0-1 0,-1 0 0,1 0 0,0-1 0,0 1 0,0-1 0,-1 0 0,1 0 0,0 0 0,0-1 0,0 1 0,7-3 0,76-22 0,-60 16 0,1 1 0,35-6 0,-54 13 0,0 0 0,0 1 0,-1 0 0,1 0 0,0 1 0,0 0 0,-1 0 0,1 1 0,0 0 0,-1 1 0,14 5 0,-11 0 0,0-1 0,0 2 0,-1-1 0,0 1 0,0 1 0,-1 0 0,0 0 0,-1 1 0,10 16 0,24 47 0,-33-56 0,1 1 0,1-2 0,25 32 0,-33-45-18,1 0 1,0 0-1,1-1 1,-1 1-1,1-1 0,-1 0 1,1 0-1,0-1 1,0 1-1,0-1 0,1 0 1,-1-1-1,0 1 1,1-1-1,-1 0 0,1 0 1,-1-1-1,1 0 1,-1 0-1,1 0 0,0 0 1,-1-1-1,1 0 1,-1 0-1,0-1 0,1 1 1,-1-1-1,8-4 1,1-1-45,0-1 0,-1 0 1,0-1-1,0 0 0,-1-1 1,0-1-1,0 0 1,-2 0-1,11-14 0,97-157-571,-90 136 562,33-71 73,-58 114 55,-5 0-44,0 1 1,-1-1 0,1 1-1,0 0 1,-1 0-1,1 0 1,-6-4 0,5 7-10,-1 0 1,1 1 0,0-1-1,0 0 1,0 1 0,1 0-1,-1-1 1,0 1 0,0 0-1,1 0 1,-4 5 0,-2-1-1,-15 15-11,2 1 0,0 0 0,-36 51 1,-12 15-986,68-87 980,1 0-1,-1 0 1,1-1-1,0 1 1,0 0-1,-1 0 1,1 0-1,0 0 0,0 0 1,0-1-1,0 1 1,0 0-1,0 0 1,0 0-1,0 0 0,0 0 1,0 0-1,0-1 1,1 1-1,-1 0 1,1 1-1,0 1-32,-1-3 35,0 1 0,0 0-1,0-1 1,0 1 0,0 0-1,0 0 1,1-1 0,-1 1 0,0 0-1,0-1 1,1 1 0,-1 0-1,1-1 1,-1 1 0,0-1 0,1 1-1,-1-1 1,1 1 0,-1-1 0,1 1-1,0-1 1,-1 1 0,1-1-1,-1 0 1,1 1 0,0-1 0,-1 0-1,2 1 1,0-1-1,1 1 0,-1-1-1,0 0 1,1 0 0,-1 0 0,0-1-1,0 1 1,1 0 0,3-2-1,8-3 4,0 0 0,18-11 0,-22 11-18,46-16 290,-55 20-252,1 1 0,-1 0 0,0-1 0,0 1-1,0 0 1,1 0 0,-1 0 0,0 0 0,0 0 0,0 0 0,1 0 0,-1 0 0,0 1 0,0-1 0,0 1 0,0-1 0,2 1 0,3 1 34,1 0 3,0 1 0,-1-1 0,1 1 0,-1 1 0,0-1 0,0 1 0,0 0 0,0 0 0,0 1 0,-1 0 0,0 0 0,0 0 0,8 12 0,-5-8-9,-1-1 0,2 0 1,-1 0-1,15 10 0,-13-12-33,0 0-1,-1-1 0,2 0 1,-1-1-1,16 5 0,-20-8-21,0 0-1,0 0 0,0-1 1,0 1-1,0-1 0,0-1 1,-1 1-1,1-1 0,0 0 1,0 0-1,0-1 0,8-3 0,3-3-9,0-1-1,-1-1 0,1 0 0,-2-1 1,0-1-1,0-1 0,-1 0 1,-1 0-1,0-2 0,-1 0 0,16-25 1,10-21-7,51-117 1,-58 112 34,-29 63-4,60-128 197,109-170 0,-168 296-133,1 0-1,0 1 0,0-1 1,0 1-1,0-1 1,0 1-1,1 1 0,9-7 1,-13 9-41,0 1 0,0 0 1,-1-1-1,1 1 0,0 0 0,0 0 1,0-1-1,-1 1 0,1 0 0,0 0 1,0 0-1,0 0 0,0 0 1,-1 0-1,1 0 0,0 0 0,0 1 1,0-1-1,-1 0 0,1 0 0,0 1 1,0-1-1,0 0 0,-1 1 0,2 0 1,-1 1 6,1-1 1,-1 1-1,0 0 1,0 0-1,0 0 1,0 0-1,0 0 1,0 0-1,0 1 1,-1-1-1,1 0 1,-1 0-1,0 0 0,0 4 1,1 26 82,-2-1-1,-1 1 1,-1-1-1,-10 41 1,-1 10-339,0 52-3193,9-71-1672,5-58 3508,-1 1-1,1 0 0,1 0 1,-1-1-1,3 10 0,-3-12 699,6 14-9770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39 235 15113,'-38'-32'3045,"47"12"-613,14 3-468,15-8-396,-3 10-312,9 4-272,10-3-260,13-4-355,15 7-982,13-6-671,4-6-1268,9 9-204,6 5-3253,7 1-5248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2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13621,'0'0'5081,"19"8"-4665,-3 4-540,-4-7-820,4 1-813,3 11-3019,10 6-3757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2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29 14501,'-37'-24'3134,"30"19"2106,20 10-1215,19 24-347,-23-16-3527,0 0 0,-1 0-1,-1 0 1,0 1 0,0 0-1,-2 1 1,1-1 0,-2 1-1,5 25 1,-4-10 20,-1 1-1,-2 0 1,-2 59-1,-16 20-3166,10-76 647,1 0 0,0 36-1,5-63-5046,3 10-4947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3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23 303 12501,'-8'9'1596,"3"-12"-272,-1-19 1093,4 11-996,1 7 670,19-45 6239,-6 30-7987,1 1 0,0 0 0,1 1 0,1 0 0,1 1 0,0 1 0,1 1 0,31-20 0,-36 26-343,1 0 0,-1 2 0,2-1 0,-1 2 0,1 0 0,0 0 0,19-3 0,-27 7 0,0 1 0,0-1 0,1 1 0,-1 0 0,0 0 0,0 1 0,1 0 0,-1 0 0,0 1 0,0-1 0,0 1 0,0 1 0,-1-1 0,1 1 0,-1 0 0,1 0 0,-1 1 0,0-1 0,8 8 0,-2 1 0,0 1 0,0-1 0,-1 2 0,-1-1 0,-1 2 0,0-1 0,0 1 0,-1 0 0,-1 0 0,-1 1 0,0 0 0,-1 0 0,-1 0 0,-1 0 0,0 1 0,-1-1 0,0 1 0,-1-1 0,-4 26 0,1-19 0,-2 0 0,0-1 0,-1 1 0,-1-1 0,-1 0 0,-1-1 0,-1 0 0,-1 0 0,-1-1 0,0 0 0,-2-1 0,0-1 0,-23 23 0,22-25-451,-1-2 1,-1 0-1,0-1 0,-1 0 1,0-2-1,-1 0 0,0-1 1,0-1-1,-1-1 0,-1 0 1,1-2-1,-1 0 0,-30 3 1,42-9-5477,2-3 2993,3 1 299,-9-4-9343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3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11817,'7'-14'7991,"-5"14"-5566,1 1-2271,1 0 0,-1 0 1,0 0-1,0 0 0,0 1 0,0-1 1,0 1-1,-1 0 0,1-1 1,0 1-1,-1 1 0,1-1 0,-1 0 1,3 4-1,0 0 353,-1 0-1,0 1 1,-1-1 0,0 0 0,0 1-1,3 9 1,-1 2 428,-1 1-1,0 0 1,-2 0-1,1 24 1,-4-1-935,-3 0 0,-1-1 0,-11 43 0,8-44 0,-42 154 0,15-69 0,12-48 44,13-46-428,-10 53-1,12-52-3200,2 0-2553,7-11-1743,2-6-3573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0 546 12405,'3'-1'1839,"21"-4"-794,-1 2 1,1 0-1,0 1 1,29 2-1,26-2-80,2-4-524,0-4 0,0-3 0,-2-4 0,121-41 0,-173 46-400,1-1 0,-1-1 0,-1-2 1,-1 0-1,0-2 0,27-25 0,-8 2 428,-2-2 0,41-55 0,0-11 2313,-81 107-2315,-1 32 533,0-23-908,-1 0 1,0 1-1,0-1 0,-1 1 1,1-1-1,-5 14 0,-94 248 1055,67-195-979,3 2-1,-32 137 1,61-210-165,-1 0 1,0 0-1,1 0 1,0 0-1,0 0 0,0 0 1,0 0-1,0 0 1,1 0-1,-1 0 1,1 0-1,0 0 1,-1 0-1,1-1 0,1 1 1,2 5-1,-3-7 3,1 1 1,-1 0-1,1 0 0,0-1 0,0 1 0,0-1 0,0 0 0,0 0 0,0 1 1,1-1-1,-1 0 0,0-1 0,0 1 0,1 0 0,-1-1 0,3 1 0,7 0 15,-1-1-1,0-1 1,0 1-1,0-2 1,0 1-1,18-6 1,98-32 23,36-7-6,-144 42-43,1 1 1,0 0 0,0 2-1,-1 0 1,1 1 0,0 2-1,0 0 1,-1 0-1,1 2 1,-1 1 0,33 11-1,-48-14 3,31 12-8,1-1 1,55 12-1,-77-23-2,0 0-1,-1-1 1,1 0-1,0-1 0,0-1 1,0 0-1,0-1 1,-1 0-1,1-1 0,24-9 1,-29 9-3,0-1 0,0 1 0,0-2 0,-1 1 0,1-1 0,-1 0 0,0-1 0,0 0 0,11-12 0,-10 6 56,-1-1 1,-1 0-1,0 0 1,0-1-1,-2 0 1,0 0-1,0-1 1,-1 1-1,-1-1 1,0 0-1,-1 0 1,-1 0-1,-1-27 1,0 40-12,0 0 1,0 0 0,0 0-1,0 0 1,0 1 0,0-1-1,0 0 1,-1 0 0,1 0 0,-1 0-1,0 0 1,0 1 0,1-1-1,-1 0 1,0 1 0,0-1-1,0 0 1,-1 1 0,1 0 0,0-1-1,-1 1 1,1 0 0,0-1-1,-1 1 1,0 0 0,1 0-1,-1 0 1,0 0 0,1 1 0,-1-1-1,0 0 1,0 1 0,0-1-1,0 1 1,1 0 0,-1-1-1,0 1 1,0 0 0,0 0 0,0 0-1,-3 1 1,0 1-31,-1 0 0,1 0 0,0 1 0,-1 0 0,1 0 0,0 0 0,1 1 0,-1-1 0,1 1 0,-1 0 0,1 0 0,0 1 0,1 0 0,-1-1 0,1 1 0,-4 7 0,-3 8 0,0 0 0,-14 42 0,21-51-10,0-1 1,1 1-1,1-1 0,0 1 0,0 0 1,1 0-1,0-1 0,1 1 0,1 0 1,-1-1-1,1 1 0,1-1 0,0 1 1,1-1-1,0 0 0,0 0 0,1-1 1,0 1-1,1-1 0,0 0 0,0-1 1,1 1-1,0-1 0,1-1 1,0 1-1,0-1 0,0-1 0,1 1 1,0-1-1,0-1 0,1 0 0,14 6 1,-2-5-1138,0 0 1,0-2 0,27 3 0,70-1-7618,-80-5 4786,53 0-8157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5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10437,'3'-42'5702,"7"29"-297,11 2-2996,-20 10-1727,7 1 1757,4 3-1158,-10-2-1070,1-1 0,0 1 0,-1-1-1,1 1 1,-1 0 0,0 0 0,1 0-1,-1 0 1,0 1 0,1-1 0,-1 1-1,0-1 1,0 1 0,0 0 0,0 0-1,-1 0 1,1 0 0,0 0 0,1 3-1,4 11-183,0 0 1,0 1-1,-2 0 0,0 0 0,-1 1 0,-1-1 0,-1 1 1,1 19-1,-7 152-70,1-153 38,-49 676 5,48-679-1725,1 1 0,4 54 0,-1-80 1050,1 0-1,0 1 0,1-1 1,-1 0-1,2 0 1,-1 0-1,1 0 0,0 0 1,1 0-1,0-1 0,0 0 1,1 1-1,0-2 0,0 1 1,11 11-1,13 3-13122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5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13409,'4'-9'622,"0"-1"1,0 1-1,1 0 0,6-9 0,-9 15-397,0 0-1,0 0 1,1 1-1,-1-1 1,1 1 0,0-1-1,-1 1 1,1 0 0,0 0-1,1 0 1,-1 0-1,0 1 1,0-1 0,1 1-1,6-2 1,12 0 264,0 1 0,0 1 0,0 1 0,0 1 0,0 1 0,0 1 0,32 9 0,-28-5-223,-1 1-1,1 1 0,-1 2 0,-1 0 0,43 28 1,-60-34-224,-3-3-20,0 0 1,-1 0-1,1 1 0,-1-1 1,1 1-1,-1 0 1,0 0-1,0 0 1,-1 0-1,1 1 0,0-1 1,-1 1-1,0 0 1,0 0-1,0-1 0,-1 1 1,1 0-1,1 7 1,-2-6 7,0 1-1,0-1 1,-1 1 0,0 0 0,0-1 0,0 1 0,-1 0 0,0-1-1,0 1 1,0 0 0,0-1 0,-1 0 0,0 1 0,0-1 0,-1 0-1,1 0 1,-1 0 0,0 0 0,-1-1 0,1 1 0,-1-1 0,-7 7-1,-24 14 107,-1-2-1,-1-1 0,-74 30 1,63-31-794,-87 53 0,123-66 328,-23 13-1868,32-21-13,28 3-16064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12013,'7'1'775,"12"1"816,0 1 1,0 0-1,0 2 0,21 7 1,-33-9-1386,-1 0 1,0 0 0,0 1-1,-1 0 1,1 0 0,-1 0 0,1 0-1,-1 1 1,-1 0 0,1 0 0,-1 1-1,0-1 1,0 1 0,0 0-1,5 11 1,-4-5-25,-1 1-1,0-1 1,0 1-1,-2-1 1,1 1-1,-2 0 1,1 0-1,-2 1 1,0-1-1,0 0 1,-1 0 0,-1 0-1,0 0 1,-1 0-1,0-1 1,-1 1-1,-1-1 1,-10 21-1,6-19 164,4-6 786,19-13-607,5-8-465,0 0 1,0-2-1,-2 0 1,1-1 0,15-20-1,34-29-104,-47 47-4,14-12-40,1 1 0,1 1-1,1 2 1,51-26 0,-86 51 87,0 0 0,-1 0 0,1 0 0,0 1 0,0-1 0,-1 0 0,1 1 0,0-1 0,0 1 1,0 0-1,0 0 0,-1 0 0,1 0 0,0 0 0,0 0 0,0 0 0,0 0 0,0 1 0,0-1 0,-1 1 0,1-1 0,0 1 0,0 0 0,-1 0 0,1 0 0,-1 0 0,1 0 0,0 0 0,-1 0 0,0 0 1,1 1-1,-1-1 0,0 1 0,0-1 0,0 1 0,0-1 0,0 1 0,2 2 0,1 7 1,0 0 1,0 0 0,-1 0-1,-1 0 1,2 14-1,-1-8 1,1-1 0,0 1 0,1 0-1,0-1 1,1 0 0,1-1-1,1 1 1,0-1-1,1 0 1,1-1 0,0 0-1,0-1 1,2 0 0,0-1-1,0 0 1,1-1 0,0 0-1,1-1 1,0 0 0,1-1-1,0-1 1,0-1-1,1 0 1,0-1 0,0 0-1,32 6 1,-35-10 0,-1 0-1,0-1 1,1 0-1,0-1 1,-1 0-1,0-1 1,1-1-1,-1 0 1,1-1-1,-1 0 1,0 0 0,14-7-1,-20 7 13,0 0 1,-1 0-1,1 0 0,-1-1 1,0 0-1,0 0 0,0 0 1,0-1-1,-1 1 0,1-1 0,-1 0 1,-1-1-1,1 1 0,-1 0 1,0-1-1,0 0 0,0 0 1,-1 0-1,0 0 0,0 0 1,0-1-1,-1 1 0,0 0 0,-1-1 1,1-8-1,-2 2 15,-1 1 0,0-1-1,0 1 1,-1 0 0,-1-1 0,0 1 0,-1 1-1,0-1 1,-1 1 0,0 0 0,-1 0 0,0 0-1,-1 1 1,-12-13 0,8 10-141,0 1 0,-1 0-1,0 1 1,-1 0 0,0 1 0,-1 1 0,0 0-1,0 1 1,-1 1 0,-20-7 0,26 12-633,0-1 1,-1 2-1,1-1 1,-1 2-1,-20 0 1,-25 8-9588,31-1-559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0 14829,'-54'16'3090,"52"-14"-2799,0-1 0,0 0 1,0 0-1,0 1 0,0-1 0,0 1 0,1 0 1,-1-1-1,1 1 0,-1 0 0,1 0 0,0 0 0,0 0 1,0 0-1,0 0 0,0 1 0,0-1 0,0 0 1,1 0-1,-1 1 0,1-1 0,0 0 0,0 4 1,-2 3 388,-29 96 1842,13-45-193,-16 90-1,25-88-2328,3 0 0,2 101 0,6-135 0,1 0 0,1 0 0,1 0 0,2-1 0,1 0 0,0 0 0,3-1 0,14 29 0,-17-41 0,0-1 0,1 0 0,0-1 0,1 1 0,1-2 0,0 0 0,0 0 0,15 9 0,-17-13 0,1 0 0,0-1 0,1 0 0,-1-1 0,1-1 0,0 1 0,0-2 0,1 1 0,-1-2 0,1 0 0,15 2 0,-24-4 0,1 0 0,-1 0 0,1 0 0,-1 0 0,1 0 0,-1-1 0,1 1 0,-1-1 0,0 0 0,0 0 0,1 0 0,-1-1 0,0 1 0,0-1 0,0 0 0,0 1 0,0-1 0,-1-1 0,1 1 0,0 0 0,-1-1 0,0 1 0,0-1 0,0 0 0,0 0 0,0 1 0,0-1 0,-1-1 0,1 1 0,-1 0 0,0 0 0,0 0 0,0-1 0,0 1 0,-1-1 0,1 1 0,-1 0 0,0-5 0,0-4 0,0 0 0,-1 0 0,0 0 0,-1 0 0,0 1 0,-1-1 0,0 0 0,-1 1 0,-1 0 0,-5-12 0,2 8-72,-1 0-1,0 1 1,-1 1-1,-1-1 1,0 1 0,-1 1-1,0 0 1,-1 1-1,0 1 1,-1-1 0,-27-14-1,27 17-1398,-23-11-1704,25 15-1277,1 2-3368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7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476 596 12069,'-3'0'305,"-1"0"-1,0 0 1,0-1 0,0 1-1,0-1 1,1 0-1,-1 0 1,0 0-1,1-1 1,-1 0 0,0 1-1,1-1 1,-6-4-1,5 3 41,1 1 0,-1 1 0,0-1 0,0 0 0,0 1 0,0 0 0,0 0 0,0 0 0,0 0 0,-1 1 0,1 0 0,0 0 0,0 0 0,0 0 0,0 1 0,-1-1 0,1 1 0,0 0 0,-5 2-1,-6 2 392,-1 1-1,1 0 1,-21 14-1,11-4-368,1 1 0,1 1 0,0 0 0,2 2 0,0 1 0,1 1 0,1 1 0,-26 41 0,41-58-380,0 1 1,1-1-1,-1 1 1,1 0-1,1 0 1,-1 0-1,1 0 1,1 0-1,-2 13 1,3-19 12,-1 0 0,1 0 1,0 0-1,0 0 0,0 0 0,1 0 0,-1 0 0,0 0 1,0 0-1,0 0 0,1 0 0,-1 0 0,1 0 1,0 2-1,0-2-1,1 1 1,-1-1 0,1 0 0,-1 0 0,1 0-1,0 0 1,-1 0 0,1 0 0,0 0-1,0 0 1,0-1 0,-1 1 0,1 0-1,0-1 1,0 0 0,0 0 0,0 1 0,0-1-1,0 0 1,0-1 0,0 1 0,3-1-1,49-14-13,-36 9 21,29-10-11,-21 7-5,0 1-1,42-8 1,-59 14 4,0 1 1,0 1-1,1 0 1,-1 0-1,0 1 0,0 0 1,0 0-1,-1 1 1,1 0-1,0 1 1,0 0-1,8 4 1,-8-2 36,45 22-1219,72 25-1,-116-49 1043,0-1 0,0 0 0,0 0-1,0-1 1,0 0 0,0-1-1,1 0 1,-1-1 0,0 0-1,0 0 1,0-1 0,0 0-1,0-1 1,0 0 0,0-1-1,-1 0 1,0-1 0,0 0-1,0 0 1,0 0 0,10-10 0,-6 2 72,0-1 0,0-1 1,-1 1-1,-1-2 0,12-21 1,38-87-2,-19 34 59,55-104 27,74-142 819,-160 318-750,-7 13 40,-1-1-1,0 0 1,0 0 0,0 0 0,3-11 0,-6 17-105,-1 0 1,1 0 0,0 0-1,0 0 1,0 0 0,0 0 0,0 0-1,0 0 1,-1 0 0,1 0-1,0 0 1,0 0 0,0 0 0,0 0-1,0 0 1,-1 0 0,1 0-1,0 0 1,0 0 0,0 0 0,0 0-1,0 0 1,0 0 0,-1 0-1,1 0 1,0 0 0,0 0 0,0-1-1,0 1 1,0 0 0,0 0-1,0 0 1,-1 0 0,1 0-1,0 0 1,0 0 0,0 0 0,0-1-1,0 1 1,0 0 0,0 0-1,0 0 1,0 0 0,0 0 0,0-1-1,0 1 1,0 0 0,0 0-1,0 0 1,0 0 0,0 0 0,0 0-1,0-1 1,0 1 0,0 0-1,0 0 1,0 0 0,0 0 0,0 0-1,0-1 1,-16 17 646,-18 29 269,13-10-342,2 1 0,2 0 0,-23 68 0,21-39 10,-17 97-1,26-104-290,3 1-1,0 89 0,8-128-267,0 1 0,1-1 1,1 0-1,1-1 0,0 1 0,2-1 1,0 0-1,2 0 0,0 0 0,0-1 1,13 19-1,-17-32-86,0 0 0,0 0 0,0-1 0,1 0 0,0 1 0,0-1 0,0-1 0,0 1 0,0-1 0,1 0 0,-1 0 0,1 0 1,0-1-1,0 0 0,0 0 0,0-1 0,0 1 0,8-1 0,-11 0 20,1-1-1,-1 0 1,1-1 0,0 1 0,-1-1 0,1 1 0,-1-1-1,1 0 1,-1 0 0,0-1 0,1 1 0,-1-1 0,0 1-1,0-1 1,0 0 0,0 0 0,0-1 0,-1 1 0,1-1-1,-1 1 1,1-1 0,-1 0 0,0 0 0,0 0-1,0 0 1,0 0 0,-1 0 0,1 0 0,-1-1 0,0 1-1,0 0 1,1-5 0,-1-2-6,0 1 0,0 0-1,-1-1 1,0 1 0,-1 0 0,0 0-1,0-1 1,-1 1 0,0 0 0,0 0-1,-1 0 1,-1 0 0,1 1 0,-1-1-1,-1 1 1,0 0 0,0 0 0,0 1 0,-1 0-1,0-1 1,-1 2 0,1-1 0,-1 1-1,-1 0 1,1 1 0,-1-1 0,0 1-1,0 1 1,0 0 0,-1 0 0,1 0-1,-1 1 1,0 1 0,0-1 0,-13 0-1,18 3-258,0 0 0,0 1 0,0-1 0,1 1 0,-1 0 0,0 0 0,0 1 0,1-1 0,-1 1 0,1 0 0,-1 0 0,1 0 0,-4 2 0,-17 16-3913,5 0-3581,5-6-2804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7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52 10501,'0'0'74,"0"1"1,0-1-1,-1 0 1,1 1 0,0-1-1,-1 1 1,1-1-1,0 0 1,-1 1-1,1-1 1,-1 0-1,1 0 1,-1 1-1,1-1 1,-1 0-1,1 0 1,0 0-1,-1 1 1,1-1-1,-1 0 1,1 0-1,-1 0 1,0 0-1,1 0 1,-1 0-1,1 0 1,-1 0-1,1 0 1,-1 0-1,1-1 1,-1 1-1,1 0 1,-1 0-1,1 0 1,0 0-1,-1-1 1,1 1-1,-1 0 1,1-1-1,-1 1 1,1 0-1,0-1 1,-1 1-1,1 0 1,0-1-1,-1 1 1,1-1 0,0 0-1,-9-28 2698,8 21-1707,0 6-793,0 1 0,-1 0 0,1 0 0,0 0 0,0 0 0,-1 0 0,1 1 1,0-1-1,-1 0 0,1 1 0,-1-1 0,1 0 0,-1 1 0,1 0 0,-1-1 0,1 1 0,-1 0 0,1 0 0,-3 0 0,3 0 453,-2 1-412,1 0-1,-1 0 1,1 0 0,-1 1 0,1-1 0,0 1-1,0 0 1,-1 0 0,1-1 0,0 2 0,0-1-1,1 0 1,-3 3 0,-6 10 190,0 0-1,2 0 1,0 0 0,0 1 0,2 0-1,-6 21 1,-21 106-1104,23-92-1484,6-10-1962,4-34 2727,0-1 0,-1 1 0,0-1 0,-3 12 0,2-2-4748,4-1-3600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10309,'0'0'3348,"-9"11"-8056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7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 13265,'-18'15'3319,"13"-11"-2747,1-1 0,-1 1-1,1 0 1,0 0 0,0 0 0,0 1-1,0-1 1,1 1 0,0 0-1,0 0 1,0 0 0,1 0-1,0 1 1,-4 10 0,-6 36 1563,-33 141 1674,7 1-7071,31-155 1431,-4 26-3656,11-18-2133,6 9-2300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8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8617,'0'31'1900,"4"-8"-448,-1 3-184,-6-4-212,3-2-156,-7-2-216,4 2-196,-6 5-572,-7 12-256,9-22-472,-5 2-204,5 6-368,-2-9-3864,-4-3 751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7585,'0'0'10657,"0"23"-10753,3 3-632,3-9-1941,1 0 517,-4 6-7461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8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75 10821,'-4'-5'636,"0"0"1,0 0-1,1-1 1,0 1-1,0-1 1,0 0-1,0 0 0,1 0 1,0 0-1,-2-12 8610,6 38-7251,0-11-1635,1 24 16,-2 0 0,-1 0-1,-1 0 1,-2 0 0,-8 40 0,-52 162 1350,32-149-3623,-13 45-3195,41-119 3195,-1-1 1,0 1-1,-6 9 1,3-5-3726,3-1-3964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0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8545,'21'-13'1546,"-14"8"-1071,1 0 0,0 0 0,0 1 0,1 0 0,-1 0 0,1 1 0,0 0 0,0 1 0,0-1-1,14 0 1,32-3 470,63-2 828,-109 8-1638,0 0 0,1 0 0,-1 1 0,0 1 0,0 0 0,0 0 0,0 0 0,0 1 0,11 6 0,-19-6-94,0-1 0,0 1-1,-1 0 1,1 0 0,-1-1-1,0 1 1,0 0 0,0 0 0,0-1-1,-1 6 1,1-3-21,1 1 0,-1-1 1,1 0-1,0 0 0,0-1 0,1 1 0,-1 0 0,1 0 1,0-1-1,0 1 0,1-1 0,-1 1 0,1-1 0,0 0 1,0 0-1,1 0 0,-1-1 0,1 1 0,0-1 0,0 0 1,0 0-1,0 0 0,0 0 0,1-1 0,-1 0 1,1 1-1,7 1 0,-4-2-28,1 1 0,0-1 0,0 0 0,0-1 0,0 0 1,-1-1-1,1 1 0,0-2 0,0 1 0,0-1 0,0-1 0,0 0 1,0 0-1,15-6 0,-11 2 405,1 0 0,-1-1 1,-1 0-1,1-1 0,-1 0 1,16-15-1,13-12 1188,-38 34-544,0 4-805,0 1 1,0-1-1,0 1 1,-1 0-1,4 8 1,-5-5-115,0 0 0,0 0-1,-1 0 1,0 0 0,0 1 0,0-1 0,-1 0 0,0 0 0,-5 13-1,3-5 94,-8 29 166,-2 0 0,-3 0 0,-1-2-1,-2 0 1,-46 76 0,-148 178 267,180-253-640,-39 52-546,-4-3 1,-101 93-1,176-183 516,0-1 0,-1 1 0,0-1 0,1 0 0,-1 1 0,0-1 1,0 0-1,0 0 0,0 0 0,0-1 0,0 1 0,0 0 0,-3 0 0,5-1 17,-1 0 0,1 0 0,-1 0 0,1 0-1,-1-1 1,1 1 0,-1 0 0,1 0-1,0 0 1,-1-1 0,1 1 0,-1 0 0,1 0-1,0-1 1,-1 1 0,1 0 0,0-1 0,-1 1-1,1 0 1,0-1 0,0 1 0,-1-1-1,1 1 1,0-1 0,-4-22 2,5 9-7,1 0 0,0-1 0,1 1 1,1 0-1,0 1 0,1-1 1,8-17-1,7-9-32,27-41 0,-45 78 35,13-21-133,1 0-1,0 1 1,2 0 0,1 2-1,0 0 1,2 1 0,43-33-1,110-72-2138,-140 102 826,0 1 0,1 2 0,1 1-1,69-26 1,-35 25-4519,-3 7-3660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200 345 9957,'0'0'2159,"-11"-28"6620,-13 6-6181,21 21-593,1 2-1153,-5 5-532,1 0-1,0 0 1,0 0 0,1 1-1,-1-1 1,1 1-1,1 1 1,0-1-1,0 1 1,-4 9-1,-5 18 439,-9 39 0,9-31-239,9-30-491,-9 31 228,-16 82-1,27-114-230,1 0 1,0 0-1,1 0 0,0 0 0,1 1 0,0-1 1,1 0-1,0 0 0,1-1 0,0 1 1,1 0-1,6 12 0,-5-16-120,0 0 1,1 0 0,0-1-1,1 0 1,-1 0-1,1 0 1,0-1-1,1 0 1,0 0-1,0-1 1,0 0-1,1 0 1,-1-1-1,19 7 1,-21-9 32,0 0 1,0-1 0,0 1 0,0-1 0,0-1-1,0 1 1,0-1 0,0 0 0,1 0 0,-1-1 0,0 1-1,0-1 1,0-1 0,0 1 0,0-1 0,-1 0-1,1-1 1,0 1 0,-1-1 0,0 0 0,1 0 0,-1-1-1,0 0 1,7-7 0,-8 5 20,0 1-1,0-1 1,0 0-1,-1 0 1,0 0-1,0 0 1,-1-1 0,0 1-1,0-1 1,0 0-1,-1 1 1,0-1-1,1-10 1,-2-12-121,-6-56-1,3 44 29,-4-32-290,-2-86-562,9 140 836,1 0-1,1 0 1,0 0-1,2 0 1,0 1-1,8-22 1,-8 33 65,-1-1 0,1 1 0,1 0 0,0 0 0,0 0 0,0 1-1,0 0 1,1 0 0,0 0 0,1 0 0,-1 1 0,1 0 0,8-4 0,12-6-278,1 2-1,36-13 1,-23 10-30,117-40-1704,-137 50 1826,-17 5 206,1 0 1,0 0-1,-1-1 1,1 0-1,-1 0 0,1 0 1,-1-1-1,4-2 1,4-5-7,0 1 1,0 1-1,0 0 1,1 1-1,0 0 1,28-9-1,-38 15 122,0 0 0,0 1 0,0 0 0,0 0 0,0 0 0,1 0 0,-1 1 1,0-1-1,0 1 0,0 0 0,0 0 0,0 0 0,0 0 0,0 0 0,0 0 0,-1 1 0,1 0 0,0-1 0,-1 1 0,1 0 0,-1 0 0,0 1 0,0-1 0,0 0 0,0 1 0,0-1 0,0 1 0,2 4 0,2 6 249,0 1 0,-1-1-1,0 1 1,4 25-1,-8-36-221,4 33 609,-1 1 0,-2-1 0,-1 1 0,-5 39 0,1 2 202,-1 22-53,-5 0 1,-5-1-1,-3 0 1,-5-1-1,-37 102 1,-7-17-685,-43 133-137,42-85-15,53-178 0,1 0 0,-7 84 0,19-129 0,-1 8 0,1 0 0,0 1 0,3 18 0,-2-30 0,0-1 0,1 0 0,0 0 0,0 1 0,0-1 0,1 0 0,-1 0 0,1 0 0,0-1 0,0 1 0,0 0 0,0-1 0,1 1 0,0-1 0,0 0 0,0 1 0,4 2 0,-5-5-5,1 1 0,-1-1 1,1 0-1,-1 0 0,1-1 0,0 1 0,0 0 0,-1-1 1,1 1-1,0-1 0,0 0 0,0 0 0,-1 0 1,1-1-1,0 1 0,0-1 0,-1 1 0,1-1 0,0 0 1,-1 0-1,1 0 0,0 0 0,-1-1 0,1 1 0,2-3 1,2 0-50,0-1 0,-1 0 1,0 0-1,0-1 0,0 0 1,-1 0-1,9-13 0,0-3-488,-1-2 0,-1 1 0,-2-2 0,0 0 0,-1 0 0,8-42 0,-14 51 320,-1 0-1,0 0 1,-2 0-1,1 0 1,-2 0-1,0-1 1,-1 1 0,-1 0-1,0 1 1,-1-1-1,-1 0 1,-7-14-1,0 6 35,-1 0-1,-2 0 1,0 1 0,-1 1-1,-2 1 1,-32-32-1,-133-97-248,98 86 441,80 60 15,-5-4 44,1 1-1,-1-2 0,1 1 0,1-1 0,-10-12 0,17 18-54,-1 1 0,1 0 0,0-1 0,0 1 0,-1-1 0,1 1 0,1-1 0,-1 1 0,0-1 0,1 0 0,-1 1 0,1-1 0,0 0 0,0 1 0,0-1 0,0 0 0,0 0 0,1 1 0,-1-1 0,1 1 0,0-1 0,0 0 0,0 1 0,0-1 0,0 1 0,0 0 0,1-1 0,-1 1 0,1 0 0,2-2 0,5-6-9,0 0 1,1 2 0,0-1-1,1 1 1,0 1 0,0 0-1,1 0 1,14-5 0,110-39-413,-74 30 104,51-18-661,193-78-5196,-241 88 3414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9 167 11689,'-1'-3'487,"0"0"-1,0 1 1,-1-1-1,1 0 1,1 1-1,-1-1 1,0 0-1,1 0 1,0 0-1,-1 0 1,1 1-1,0-1 1,0 0-1,1 0 1,-1 0-1,1 0 1,-1 1-1,3-6 1,-2 3-29,-1 2 1138,1 0-193,0 1-1184,-1 0 0,1-1 0,0 1 0,0 0 0,0 0 0,0 0 0,0 0-1,0 0 1,1 1 0,-1-1 0,0 0 0,4-3 0,-2 4 22,1 0 0,-1 0 1,1 0-1,-1 0 0,1 1 0,-1-1 0,1 1 1,-1 0-1,7 1 0,-1 0-149,-1 0 1,1 1-1,0 0 0,-1 0 1,0 1-1,1 1 0,-1-1 1,-1 1-1,1 0 0,0 1 1,-1 0-1,0 0 0,0 1 1,-1-1-1,1 2 0,7 9 1,14 16 411,-2 2 1,25 40-1,-39-56-468,77 136-36,-77-130 0,-1 1 0,-2 0 0,-1 1 0,8 38 0,-15-56 0,0 0 0,-1 1 0,0-1 0,0 1 0,-1-1 0,0 1 0,0-1 0,-1 0 0,0 0 0,0 0 0,-1 0 0,0 0 0,-1 0 0,-7 11 0,10-17 0,0 0 0,-1-1 0,1 1 0,-1-1 0,1 1 0,-1-1 0,1 1 0,-1-1 0,0 0 0,0 0 0,1 0 0,-1 0 0,0 0 0,-3 0 0,3 0 0,1 0 0,-1-1 0,1 0 0,-1 1 0,1-1 0,-1 0 0,1 0 0,-1 0 0,0 0 0,1 0 0,-1 0 0,1 0 0,-1-1 0,1 1 0,-1 0 0,1-1 0,0 1 0,-1-1 0,1 0 0,-1 1 0,1-1 0,0 0 0,-1 0 0,1 0 0,0 0 0,0 0 0,0 0 0,0 0 0,0 0 0,0-1 0,0 1 0,0 0 0,1 0 0,-1-1 0,0 1 0,1-1 0,-1 1 0,1-1 0,-1-1 0,1 3 0,-1-5 0,-1 0 0,2 1 0,-1-1 0,0 0 0,1 0 0,0 0 0,0 0 0,1 1 0,-1-1 0,3-6 0,13-43 0,-13 43 0,9-15 0,0 0 0,1 0 0,2 2 0,1-1 0,0 2 0,32-34 0,-11 12 0,-10 12-837,2 1 0,36-31 0,-26 30-1129,3 1-1,0 3 1,2 1-1,1 2 1,91-37-1,-83 46-4071,3 7-3397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4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127 296 10345,'0'-3'207,"1"0"0,-1 0 0,0 1 0,1-1 0,-1 0 0,1 0 0,0 0 0,0 0 0,0 1 0,0-1-1,0 0 1,1 1 0,-1-1 0,1 1 0,3-4 0,-1 3 228,0 0-1,0 1 0,1 0 1,-1 0-1,0 0 0,1 0 1,0 1-1,-1-1 0,7 0 1,0-1 187,6-1 236,0 0 1,24-11-1,-36 13-638,1-1 0,-1 0 0,1-1 0,-1 0-1,0 1 1,0-2 0,-1 1 0,1 0 0,-1-1 0,6-7 0,-8 9-103,0 0 1,0 0-1,0 0 1,0 0-1,0 0 1,-1-1-1,1 1 1,-1-1 0,0 1-1,0-1 1,0 1-1,-1-1 1,1 1-1,-1-1 1,0 0 0,0 1-1,0-1 1,0 0-1,-1 1 1,0-1-1,1 0 1,-1 1 0,-1-1-1,1 1 1,0 0-1,-3-4 1,3 3-59,0 1 0,0 0 0,-1 0 1,1 0-1,-1 0 0,0 0 0,0 0 1,0 1-1,0-1 0,0 1 0,-1-1 0,1 1 1,-1 0-1,0 0 0,1 0 0,-1 0 0,0 0 1,0 1-1,0-1 0,0 1 0,-1 0 1,1 0-1,0 0 0,-1 0 0,1 0 0,0 1 1,-1 0-1,1-1 0,0 1 0,-1 1 0,1-1 1,-1 0-1,-4 2 0,-2 1 19,1-1 0,-1 2 0,1-1 0,0 1 0,0 1 0,0-1 0,1 2 0,0-1 0,0 1 0,-10 10 0,2-1-23,2 1 1,0 1-1,0 0 0,2 1 1,0 0-1,2 1 1,0 1-1,0-1 1,2 1-1,1 1 1,0 0-1,-5 32 0,11-44-48,1-1-1,-1 0 0,2 1 0,-1-1 0,1 1 0,1-1 0,-1 0 0,1 0 0,4 9 1,-5-14-3,1 3-1,0-1 0,1 0 0,0 0 0,0 0 0,1 0 0,-1 0 1,1 0-1,0-1 0,1 0 0,-1 0 0,1 0 0,-1 0 0,1-1 0,0 0 0,0 0 0,1 0 1,-1 0-1,1-1 0,-1 0 0,1 0 0,8 1 0,8 2-5,0-1 1,1-1-1,-1-1 0,24-1 1,-23-2 4,0 0 1,0-2-1,-1 0 1,1-1-1,-1-2 1,32-11-1,-22 4-4,-2-2-1,0-1 1,48-33-1,-10 10-65,-65 38 68,-1 3-5,-1 0-1,1 0 1,0 0 0,0 0 0,0-1 0,0 1-1,0 0 1,1-1 0,1 2 0,3 1-13,-4 2-27,0-1-1,0 1 1,-1 0 0,0 0-1,0 0 1,0 0-1,-1 0 1,0 0-1,0 8 1,6 22-165,-6-33 152,19-9-92,-13 3 142,1-1 0,-1 1 0,1-1 0,-1-1 0,0 1 0,-1-1 0,9-8 0,27-18-9,-33 26-69,0 0 1,1 1-1,-1 0 1,1 1-1,0 0 1,0 0-1,0 1 1,1 0-1,-1 1 1,0 0 0,1 0-1,-1 1 1,0 1-1,1 0 1,-1 0-1,0 1 1,0 0-1,0 1 1,0 0-1,0 1 1,0 0-1,-1 0 1,0 1-1,0 0 1,10 8-1,75 49-1047,-92-61 1117,0 0 0,0 0 1,0 0-1,1 0 0,-1-1 0,0 1 1,0-1-1,1 1 0,-1-1 1,0 0-1,1 0 0,-1 0 0,0 0 1,1-1-1,-1 1 0,0 0 1,0-1-1,1 0 0,-1 1 0,3-3 1,2 0-6,-1 0 1,0 0-1,0-1 1,10-8 0,8-6 259,0 1 1,2 1-1,49-23 1,-71 38-177,1 0 1,-1 0-1,0 1 1,0-1-1,1 1 1,-1 0-1,0 0 1,1 1-1,-1-1 1,0 1-1,5 1 1,-4 0-16,0 1-1,0-1 1,0 1 0,0 0 0,-1 0-1,1 0 1,-1 0 0,0 1 0,6 5-1,6 6 149,20 16 204,30 24 239,-62-52-617,1 0 0,-1-1-1,1 1 1,-1-1 0,1 0-1,0 0 1,-1 0 0,1-1-1,0 0 1,0 0 0,0 0-1,1-1 1,-1 1-1,0-1 1,0 0 0,6-1-1,-4-1-20,1 0-1,-1 0 1,0-1-1,0 0 1,0 0-1,0-1 0,0 1 1,-1-2-1,1 1 1,6-7-1,14-11-9,0-2 1,-2-1-1,-1-1 0,26-35 0,-40 49-7,-8 9-14,-1 6 11,3 51 210,-3-38-116,0-1 0,1 0 1,4 19-1,-4-29-60,0 1-1,0-1 1,0 0-1,1 0 1,-1 0-1,1 0 1,0-1-1,1 1 0,-1-1 1,1 0-1,0 1 1,8 5-1,-2-3-3,0 0 0,0-1-1,0 0 1,1-1 0,0 0-1,0-1 1,0 0-1,22 4 1,-26-7-7,1 0 0,0 0 0,0-1-1,-1 1 1,1-2 0,0 1 0,0-1 0,-1 0 0,1-1 0,-1 0-1,1 0 1,-1 0 0,0-1 0,9-5 0,-14 7-5,0 0 0,-1 0 0,1 0-1,-1 0 1,0 0 0,1-1 0,-1 1 0,0 0 0,0-1 0,0 1 0,1-1 0,-2 0 0,1 1 0,0-1 0,0 0-1,0 1 1,-1-1 0,1 0 0,-1 0 0,1-3 0,-1 1 0,0 1-1,-1-1 1,1 1-1,-1-1 1,1 0 0,-1 1-1,0-1 1,-1 1-1,1 0 1,-2-5 0,-3-1-2,1 0 0,-1 0 0,-1 0 0,1 1 0,-1 0 0,-12-10 0,2 4-14,0 1 0,-1 2 0,-1 0 0,-33-15 0,-84-24-6567,117 44 4443,-9-2-4802,7 9-4680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4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70 14849,'0'-1'134,"0"0"-1,0 0 0,-1 0 1,1 1-1,0-1 0,-1 0 1,1 1-1,-1-1 0,1 0 0,-1 1 1,1-1-1,-1 0 0,1 1 1,-1-1-1,0 1 0,1-1 1,-1 1-1,0-1 0,0 1 1,1 0-1,-2-1 0,-2 14 2682,5-5-1977,-1 0-1,1 0 0,0 0 0,3 9 1,28 106 3855,-2 65-2065,-26-157-2217,-4-29-405,0 0 0,0-1 0,1 1 0,-1 0 0,0-1 0,1 1 0,-1 0 0,1-1-1,0 1 1,0-1 0,-1 1 0,1-1 0,0 1 0,0-1 0,0 1 0,1-1 0,-1 0 0,3 2-1,-3-2-1,0-1 0,0 1 0,1-1 0,-1 0 0,0 1 0,1-1 0,-1 0 0,0 0 0,1 0 0,-1 0 0,0 0 0,1 0 0,-1 0 0,0-1 0,1 1 0,-1 0 0,0-1 0,3 0 0,4-4 6,0 1 0,0-2 1,0 1-1,0-1 0,7-7 1,-9 7-10,11-10-1,-2-1 0,0-1 0,0 0 0,17-31 0,-4 5 0,15-20-444,-20 28-1199,29-34 0,-42 57 592,2 1 0,0 0 0,0 1 1,1 0-1,0 1 0,18-9 0,18-6-17646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5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 9865,'-34'-4'2602,"17"6"1869,1 8-2303,13-8-1073,-3 8 2674,3 11-2391,3-18-794,-1 11 232,-6 73 2144,-4 0-4484,6-51-753,-1 6-2482,1-15-2648,2-4-3350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15 10157,'-6'-14'1916,"-4"25"2388,23 4-3947,3-1-605,-16 3-465,6 3-359,-6 0-304,0 0-580,-6 3-1396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39 212 6177,'-32'20'9854,"29"-35"-5805,-1 3 2480,5 1-5101,0 10-1400,-1 0-1,0 0 1,1 1 0,-1-1-1,0 0 1,1 0-1,-1 0 1,1 0 0,-1 0-1,1 1 1,0-1-1,-1 0 1,1 1 0,0-1-1,-1 0 1,1 1-1,0-1 1,0 1 0,0-1-1,0 1 1,0-1-1,-1 1 1,1 0 0,0-1-1,0 1 1,0 0-1,0 0 1,0 0 0,0 0-1,0 0 1,0 0-1,0 0 1,0 0-1,0 0 1,0 0 0,1 1-1,1-1-46,11 0 174,34-1 112,-1 3 1,50 8-1,-77-8-248,-1-1-1,21 0 1,14 0-23,-52 0 3,1 0 0,0-1 0,-1 1-1,1 0 1,-1 0 0,1 1 0,-1-1 0,1 1 0,-1-1 0,0 1-1,0 0 1,0-1 0,0 1 0,0 0 0,0 0 0,-1 1 0,1-1-1,0 0 1,0 3 0,4 6 0,-1-1 1,-1 1-1,4 12 1,-5-14-8,0 1 8,1-1 0,0 0 0,0 0 0,1 0 0,0 0-1,0-1 1,9 10 0,-10-14 0,0 0 0,0 0-1,0 0 1,1-1 0,0 0 0,0 0 0,0 0-1,0 0 1,0-1 0,0 0 0,1 0-1,-1 0 1,1-1 0,5 1 0,-1-1-5,1 0 1,-1 0 0,0-2-1,0 1 1,0-1 0,0 0-1,0-1 1,0-1 0,-1 1-1,1-1 1,0-1 0,16-9-1,-9 4 5,-1-2-1,0 0 1,-1-1-1,0 0 1,23-27-1,-29 29-2,-1-1 1,-1 0-1,0 0 0,0-1 0,-1 0 0,-1 0 0,0 0 0,6-26 0,-8 28 1,-1-1 0,0 0 0,-1 1 0,0-1 1,0 0-1,-1 0 0,-1 0 0,0 1 0,-1-1 0,1 0 0,-5-11 0,5 21 2,1-1-1,-1 1 1,1-1 0,-1 1-1,0 0 1,0-1-1,0 1 1,0 0 0,0 0-1,0 0 1,0-1-1,0 1 1,-1 0 0,1 1-1,0-1 1,-1 0 0,1 0-1,0 0 1,-1 1-1,1-1 1,-1 1 0,1-1-1,-1 1 1,1 0 0,-1-1-1,1 1 1,-1 0-1,0 0 1,1 0 0,-1 0-1,1 0 1,-1 1-1,1-1 1,-1 0 0,1 1-1,-1-1 1,1 1 0,-1 0-1,1-1 1,-2 2-1,-3 1 2,1-1 0,0 1 0,-1 1-1,1-1 1,1 1 0,-1 0-1,0 0 1,1 0 0,-6 7-1,4-2 17,-3 3-94,1 0 0,0 1 0,0 0 0,-7 18-1,14-29 16,0 1 0,0 0-1,0 0 1,0 0-1,1 0 1,-1-1-1,1 1 1,0 0 0,-1 0-1,1 0 1,1 0-1,-1 0 1,0 0-1,1 0 1,-1 0-1,1 0 1,0 0 0,0-1-1,0 1 1,0 0-1,1-1 1,-1 1-1,1-1 1,-1 1 0,1-1-1,0 0 1,0 1-1,4 2 1,-3-3-17,0 0-1,0 0 1,-1-1 0,1 1 0,0-1-1,0 0 1,0 0 0,0 0 0,1 0-1,-1 0 1,0-1 0,0 1 0,0-1-1,1 0 1,-1 0 0,0 0 0,0-1-1,1 1 1,-1-1 0,0 0 0,5-1-1,-3 0 194,1-1-1,0 1 0,-1-1 0,1 0 0,-1-1 1,0 1-1,0-1 0,-1 0 0,1 0 1,5-7-1,-9 9 396,13-20 1716,-13 35-2053,0 1-1,-1 0 1,0-1-1,-1 1 1,0 0 0,-4 15-1,-27 83 753,11-38-399,-117 323-358,116-343-167,-13 27 0,-3-1 0,-4-3 0,-3-1 0,-3-2 0,-4-3 0,-76 83 0,122-147 0,-51 49 0,54-52 0,-1-1 0,0 0 0,0 0 0,0-1 0,0 1 0,0-1 0,-1 0 0,1 0 0,-1 0 0,1 0 0,-1-1 0,-9 2 0,13-3 0,0 0 0,0 0 0,0-1 0,0 1 0,0 0 0,1 0 0,-1-1 0,0 1 0,0 0 0,0-1 0,0 1 0,0-1 0,0 1 0,1-1 0,-1 1 0,0-1 0,0 0 0,1 1 0,-1-1 0,0 0 0,1 0 0,-1 1 0,1-1 0,-1 0 0,1 0 0,-1 0 0,1 0 0,-1 0 0,1 0 0,0 0 0,0 1 0,0-1 0,-1 0 0,1 0 0,0 0 0,0 0 0,0 0 0,0 0 0,1 0 0,-1 0 0,0 0 0,0 0 0,0 0 0,1 0 0,0-2 0,1-4 0,0-1 0,1 1 0,0-1 0,5-8 0,17-24 0,2 0 0,58-64 0,-58 74 0,30-38-1429,4 2 0,2 3 0,129-99 0,-29 57-4199,-132 89 1799,56-21 1,17 6-6954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6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493 107 13457,'-13'-54'2949,"13"53"-2765,-1-1 0,1 1 0,-1 0 1,1 0-1,-1 0 0,0 0 1,1 0-1,-1-1 0,0 1 0,0 1 1,1-1-1,-1 0 0,0 0 1,0 0-1,0 0 0,0 1 0,0-1 1,0 0-1,-1 1 0,1-1 1,0 1-1,0-1 0,0 1 0,-2-1 1,-3-1 4739,6 0-3352,0 0-1412,0 1-1,0-1 1,0 1-1,-1 0 1,1-1-1,0 1 1,-1 0-1,1-1 1,0 1-1,-1 0 1,0 0-1,1-1 1,-1 1 0,0 0-1,1 0 1,-1 0-1,0 0 1,0 0-1,-2-2 1,1 3-37,-1 0 1,1 0 0,-1 1-1,1-1 1,-1 1 0,1-1-1,0 1 1,-1 0-1,1 0 1,0 0 0,0 0-1,-4 2 1,-39 23-36,0 2 0,2 2 0,2 1 0,-54 52 0,15-13-68,27-15-941,50-53 414,12-2 23,-1-1 392,0-1 1,0 1-1,0-1 0,0-1 1,0 1-1,0-1 0,-1-1 1,10-5-1,66-46-142,-42 26 142,-9 8 252,1 1 1,48-21-1,-77 40-116,0-1 0,0 1-1,0-1 1,0 1 0,0 1 0,1-1 0,-1 0 0,0 1 0,0 0-1,0 0 1,1 0 0,-1 1 0,0-1 0,0 1 0,5 2 0,-5-2-7,-1 1 1,0 0 0,1-1 0,-1 2 0,0-1-1,-1 0 1,1 1 0,0-1 0,-1 1-1,1 0 1,-1-1 0,0 1 0,0 1 0,2 3-1,1 3-13,-1 1 1,0 0-1,-1 0 0,0 1 0,0-1 0,-2 0 0,1 1 0,-1 0 0,-2 16 0,0 6-701,0 92-3543,11-40-6725,2-35-1923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6 252 9641,'2'-3'314,"0"0"1,0 1 0,0-1-1,1 0 1,-1 1 0,1-1-1,0 1 1,0 0-1,0 0 1,0 0 0,0 0-1,0 1 1,0-1-1,7-1 1,-5 1 607,-1 0 0,0-1 1,0 1-1,1-1 0,-2 0 0,1 0 0,0-1 0,0 1 1,-1-1-1,0 0 0,5-6 0,-4 5 280,0-1 0,0 1 0,1 1 0,10-9 0,-5 7-85,-69 51-903,51-38-214,0 0 0,1 1 0,0-1 0,1 1 0,-1 1 0,2-1 0,-1 1 0,1 0 0,0 1 0,1-1 0,0 1 0,1-1 0,0 1 0,0 0 0,1 1 0,0-1 0,1 0 0,0 1 0,1-1 0,1 12 0,0-9 0,0 1 0,2-1 0,-1 0 0,2 0 0,-1 0 0,2 0 0,0 0 0,0-1 0,1 0 0,1 0 0,0-1 0,0 0 0,2 0 0,-1 0 0,11 9 0,-5-8 0,0-1 0,1 0 0,0-1 0,0-1 0,1 0 0,0-1 0,1-1 0,0-1 0,33 9 0,-36-12 0,0 0 0,1-1 0,-1-1 0,0 0 0,1-1 0,-1 0 0,1-1 0,-1-1 0,0 0 0,0-1 0,0-1 0,0 0 0,13-6 0,-19 6 0,-1 0 0,0 0 0,0 0 0,0-1 0,-1 0 0,0-1 0,0 1 0,0-1 0,-1 0 0,1-1 0,-2 1 0,1-1 0,-1 0 0,5-9 0,-5 5 0,1-1 0,-2 1 0,0-1 0,0 1 0,-1-1 0,-1 0 0,0 0 0,0 0 0,-2-13 0,0 5 0,-2 0 0,0 1 0,-1-1 0,-1 1 0,-1 0 0,-1 0 0,0 1 0,-1 0 0,-1 0 0,-1 1 0,-20-27 0,13 25-144,0 1 0,-1 1 0,-1 1 0,-1 0 0,0 2 0,-1 0 0,-1 1 0,0 1 0,0 1 0,-1 1 0,0 2 0,-1 0 0,-49-9 0,68 15-289,0 1 0,0 1 0,0-1 0,0 1 0,-1 0 0,1 0 0,0 0 0,0 1 0,0 0 0,0 0 0,0 0 0,-8 3 0,-11 12-5625,24-10-105,8 18-3754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8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38 13277,'-19'-37'11330,"21"38"-9403,6 4-1076,10 4-24,-1 0-1,0 1 1,-1 1-1,-1 1 1,15 14-1,-3 0-767,-1 2-1,-1 1 0,-2 1 1,-1 0-1,28 54 1,-43-70-55,-1 0 0,0 0 0,-2 1 1,1-1-1,-1 1 0,-1 0 0,-1 0 1,0 1-1,-1-1 0,-1 0 0,0 0 1,-1 1-1,-1-1 0,0 0 0,-1 0 1,-7 23-1,8-33-4,0-1 0,0 1 0,0 0 0,-1-1 0,1 1 0,-4 4 0,6-9 0,0-1 0,0 1 0,0 0 0,0 0 0,0-1 0,-1 1 0,1 0 0,0 0 0,0-1 0,0 1 0,0 0 0,0 0 0,0 0 0,0-1 0,0 1 0,0 0 0,-1 0 0,1 0 0,0-1 0,0 1 0,0 0 0,0 0 0,-1 0 0,1 0 0,0-1 0,0 1 0,0 0 0,-1 0 0,1 0 0,0 0 0,0 0 0,-1 0 0,1 0 0,0 0 0,0 0 0,-1 0 0,1 0 0,0 0 0,0 0 0,-1 0 0,1 0 0,0 0 0,0 0 0,0 0 0,-1 0 0,1 0 0,0 0 0,0 0 0,-1 0 0,1 0 0,0 0 0,0 1 0,0-1 0,-1 0 0,1 0 0,0 0 0,0 0 0,0 1 0,2-24 0,6 2 0,2 1 0,0-1 0,2 2 0,0 0 0,1 0 0,1 1 0,20-21 0,1 3-995,68-56 0,-67 65-272,1 1 0,1 2 0,1 2 0,1 1 0,1 2 0,1 2 0,77-21 0,-66 31-5487,4 10-4149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9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787 112 11201,'-31'-45'5166,"27"38"-3784,0 0 0,0 0 0,-1 1 0,1-1 0,-11-9 0,12 14-1167,1 0 0,-1 1 0,1-1 0,-1 1 0,0-1-1,0 1 1,0 0 0,0 0 0,0 0 0,0 0 0,0 1 0,0-1 0,0 1-1,0 0 1,0-1 0,0 2 0,-1-1 0,1 0 0,-3 1 0,-27 6 379,0 1-1,0 1 1,-31 14 0,-94 48 336,72-30-609,25-10-342,-79 54 1,127-77-30,10-6 13,-1 1 1,0-1 0,1 1 0,0 0 0,0 0 0,0 0-1,0 1 1,0-1 0,-2 5 0,5-8 31,-1 1 0,1 0 0,0-1 0,0 1 0,-1 0 1,1-1-1,0 1 0,0 0 0,0-1 0,0 1 0,0 0 1,0 0-1,0-1 0,0 1 0,0 0 0,0-1 0,0 1 0,0 0 1,0 0-1,1-1 0,-1 2 0,1-1 6,0 0-1,0 0 1,0-1 0,0 1-1,0 0 1,0 0-1,0-1 1,0 1 0,0-1-1,0 1 1,0-1 0,0 0-1,0 1 1,1-1-1,-1 0 1,0 0 0,2 1-1,16-1-33,-1-1 0,1 0-1,0-1 1,-1-1 0,1-1-1,-1 0 1,27-12 0,-2 3 25,44-12 131,85-23 462,-164 46-562,-1 1 0,0 0 0,1 0 0,-1 0 0,1 1 0,-1 1 0,1-1 0,-1 1 0,1 0-1,-1 1 1,0-1 0,0 2 0,9 2 0,-13-3-25,0 0 1,0 0-1,0 0 0,0 1 1,0-1-1,0 1 0,-1-1 1,0 1-1,1 0 0,-1 0 0,0 0 1,0 0-1,0 0 0,-1 1 1,1-1-1,-1 1 0,0-1 1,0 1-1,0-1 0,0 1 1,-1-1-1,1 1 0,-1 0 0,0-1 1,0 1-1,-1 0 0,0 6 1,-18 82-1404,-10 2-3853,26-86 4198,-1-1 1,0 1-1,0-1 0,-8 10 0,-8 14-6679,15-15-2318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1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133 126 10797,'0'0'6088,"-2"-2"-4524,-25-10 704,24 11-1233,-1 1-16,-80-8 3138,80 8 232,-5-9-3055,10 9-1332,-1 0 0,0 0-1,0 0 1,0 0 0,0 0 0,0 0-1,1 0 1,-1 0 0,0 0 0,0 0-1,0 0 1,0 0 0,0 0 0,1 0-1,-1 0 1,0-1 0,0 1 0,0 0-1,0 0 1,0 0 0,1 0 0,-1 0-1,0 0 1,0 0 0,0 0 0,0-1-1,0 1 1,0 0 0,0 0 0,0 0-1,0 0 1,0 0 0,0-1 0,1 1 0,-1 0-1,0 0 1,0 0 0,0 0 0,0 0-1,0-1 1,0 1 0,0 0 0,0 0-1,0 0 1,0 0 0,0 0 0,-1-1-1,1 1 1,0 0 0,0 0 0,0 0-1,0 0 1,0 0 0,0-1 0,0 1-1,0 0 1,0 0 0,0 0 0,-1 0-1,1 0 1,0 0 0,0 0 0,0-1-1,0 1 1,0 0 0,5 2-2,0 0 0,1 0 0,-1 0 0,0 1 0,0 0 0,0 0 0,0 0 0,-1 0 0,1 1 0,-1 0 0,0 0 0,0 0 0,0 0 0,4 7 0,3 4 0,0 0 0,-1 1 0,16 32 0,-20-33 0,0 1 0,-1 0 0,-1 1 0,0-1 0,-2 1 0,2 18 0,-3-27 0,-1 1 0,0-1 0,-1 0 0,0 1 0,0-1 0,0 0 0,-1 0 0,-1 0 0,1 0 0,-1 0 0,0 0 0,-1-1 0,0 1 0,-5 6 0,7-11 0,0 0 0,-1-1 0,1 0 0,0 1 0,-1-1 0,1 0 0,-1 0 0,-4 2 0,-8-1 0,14-3 0,-1-1 0,0 0 0,1 1 0,-1-1 0,1 0 0,-1 0 0,1 0 0,-1 0 0,1 0 0,-1 0 0,1 0 0,0 0 0,0-1 0,0 1 0,-1-1 0,1 1 0,1-1 0,-1 1 0,0-1 0,0 1 0,0-1 0,1 0 0,-1 1 0,1-1 0,0 0 0,-1 0 0,1 1 0,0-1 0,0 0 0,0 0 0,0 1 0,0-1 0,0 0 0,1-2 0,1-5 0,-1-1 0,1 1 0,1 0 0,6-17 0,1 6 0,1 0 0,0 1 0,1 1 0,1 0 0,1 0 0,1 2 0,0 0 0,24-20 0,-3 7 0,3 1 0,76-43 0,-87 56 0,1 1 0,1 1 0,0 1 0,1 2 0,0 1 0,0 1 0,1 2 0,48-4 0,-74 10 0,0 0 0,1 0 0,-1 0 0,0 0 0,0 1 0,0 0 0,0 0 0,0 1 0,0 0 0,-1 0 0,1 0 0,0 1 0,-1 0 0,0 0 0,0 0 0,1 0 0,-2 1 0,1 0 0,0 0 0,-1 0 0,0 1 0,0 0 0,0-1 0,-1 1 0,1 1 0,-1-1 0,0 0 0,-1 1 0,1-1 0,-1 1 0,0 0 0,-1 0 0,0 0 0,1 0 0,-2 0 0,1 0 0,-1 0 0,0 0 0,-1 13 0,-4 13-516,-1-1 0,-1 1-1,-1-1 1,-2 0 0,-17 34 0,14-33-310,1 1 0,1 0 1,1 1-1,-5 40 1,15-65-509,-1 1 1,2-1 0,-1 0 0,1 0-1,0 0 1,1 0 0,3 10-1,7 17-10557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927 52 11901,'-21'-10'527,"4"1"1963,-1 1-1,-37-11 0,48 17-1982,0 1-1,0 0 0,-1 0 1,1 0-1,0 1 0,-1 1 1,1-1-1,0 1 0,0 0 1,0 1-1,-14 4 0,-1 3-223,1 2-1,0 1 0,1 0 0,1 1 0,0 2 0,0-1 0,2 2 1,0 1-1,1 0 0,-27 37 0,40-50-359,1-1 0,0 1-1,-1-1 1,1 1 0,1 0 0,-1 0 0,1 0 0,-1 0-1,1 0 1,1 0 0,-1 0 0,0 0 0,1 1-1,0 3 1,1 1-204,0-1 1,0 0-1,1 0 0,1 0 0,3 11 0,-6-19 276,0 0 0,0 0 0,0 0 0,0 0 0,1 0 0,-1 1 0,0-1 0,0 0 0,0 0 0,0 0 0,0 0 0,0 0 0,0 0 1,0 0-1,0 1 0,0-1 0,0 0 0,1 0 0,-1 0 0,0 0 0,0 0 0,0 0 0,0 0 0,0 0 0,0 0 0,0 0 0,1 0 0,-1 0 0,0 0 0,0 0 0,0 1 0,0-1 0,0 0 0,1 0 0,-1 0 0,0-1 0,0 1 0,0 0 0,0 0 0,0 0 0,0 0 0,1 0 0,-1 0 0,0 0 0,0 0 1,0 0-1,0 0 0,0 0 0,0 0 0,1 0 0,18-4-161,-13 4 137,0-1-1,-1 0 1,1 0 0,0-1-1,-1 1 1,1-1 0,-1 0 0,0-1-1,0 0 1,0 1 0,6-5-1,23-24 255,67-62 1466,-96 87-1563,1 1 0,0-1 0,1 1 0,-1 1-1,1-1 1,0 1 0,0 1 0,10-4 0,-15 6-107,0 0 0,0 0 0,0 0 0,0 1 0,0-1 0,1 1 0,-1 0 0,0 0-1,0 0 1,0 0 0,0 0 0,1 0 0,-1 0 0,0 1 0,0-1 0,0 1 0,0-1 0,0 1 0,0 0 0,0 0-1,0 0 1,0 0 0,0 0 0,0 1 0,-1-1 0,1 0 0,0 1 0,-1-1 0,1 1 0,-1 0 0,0-1 0,0 1 0,1 0-1,1 4 1,1 6 19,0 0 0,0 0 0,-1 1 0,0 0 0,-2 0 0,1-1 0,-1 1 0,-1 0 0,0 0 1,-1 0-1,-1 0 0,0 0 0,-6 20 0,-4 9 43,-2 0 0,-34 69 0,4-30-23,-3-3 0,-59 74 0,68-100-41,-2 2-20,-3-3 0,-1-1 0,-3-2 1,-2-3-1,-107 78 0,139-113 5,1 0 0,-1-1 1,-1-1-1,1-1 0,-1 0 0,-37 8 1,50-14 13,6-6-29,-1 1 0,1 0 0,0 0 0,0 0 0,0 0 0,1 0 0,-1 0 0,1 0 0,0 0 0,0 1 0,0-1 0,1 0 0,-1 1 0,1 0 0,5-5-1,5-5-182,2 1 0,19-13 0,-27 20 95,296-177-3123,-192 120 2393,99-62-26,-5-9 1,188-160-1,-358 263 1037,36-40 0,-57 55 187,-1 0-1,-1-2 1,0 0 0,18-35 0,-29 49-255,0 0-1,0 0 1,0 0 0,0 1 0,-1-1 0,1 0 0,-1 0 0,0 0-1,0 0 1,0 0 0,0 0 0,0 0 0,0 0 0,-1 0 0,0 0 0,0 0-1,1 0 1,-2 1 0,-1-6 0,2 6-59,0 1 0,0-1 1,-1 1-1,1-1 0,0 1 0,-1 0 0,1-1 1,0 1-1,-1 0 0,0 0 0,1 0 0,-1 0 1,0 0-1,1 0 0,-1 0 0,0 1 0,0-1 0,0 1 1,0-1-1,0 1 0,0 0 0,1 0 0,-1 0 1,0 0-1,0 0 0,0 0 0,0 0 0,0 1 0,-3 0 1,-3 1 74,3 0-43,-1-1 1,1 1 0,-1 0 0,1 0-1,0 1 1,0-1 0,0 1 0,0 0-1,-5 6 1,0-2 5,1 2 1,0-1-1,1 1 1,0 0-1,0 1 0,1 0 1,0 0-1,1 1 1,0 0-1,1 0 0,0 0 1,-4 13-1,7-14-140,0 1 0,1 0-1,0 0 1,0 0 0,1-1-1,1 1 1,0 0-1,0 0 1,1 0 0,0-1-1,1 1 1,0-1 0,1 1-1,0-1 1,1-1 0,0 1-1,0 0 1,1-1 0,0 0-1,1-1 1,0 1 0,16 14-1,-2-4-962,2-1 0,0-1 0,1-1 0,0 0 0,1-2 0,1-1 0,41 14 0,63 9-7278,-120-33 7256,72 16-8697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72 9873,'-2'-2'2129,"-59"-68"17736,60 74-19123,-1 16-689,1 1-1,4 37 1,-3-45-53,0 1 0,-1 0 0,-1 0 0,-6 24 0,0 9 0,-33 178 0,35-198 0,1 9 0,7-29 0,2 13 0,-3-19 0,0 0 0,0 0 0,0 1 0,0-1 0,0 0 0,0 0 0,0 0 0,0 0 0,0-1 0,1 1 0,-1 0 0,0 0 0,1-1 0,-1 1 0,0-1 0,1 1 0,-1-1 0,1 1 0,-1-1 0,0 0 0,1 0 0,-1 0 0,1 0 0,-1 0 0,1 0 0,-1 0 0,1 0 0,-1-1 0,0 1 0,1-1 0,2 0 0,6-3 0,-1 1 0,1-2 0,12-7 0,-17 10 0,119-76 0,-87 52 0,0 2 0,2 2 0,1 1 0,64-23 0,-99 42 0,0 1 0,0 0 0,0 0 0,0 0 0,0 0 0,0 1 0,1-1 0,-1 2 0,0-1 0,0 0 0,0 1 0,1 0 0,-1 0 0,0 0 0,0 1 0,0 0 0,-1 0 0,1 0 0,0 1 0,-1-1 0,0 1 0,1 0 0,-1 0 0,0 1 0,0-1 0,-1 1 0,5 4 0,0 4 0,-1 0 0,1 1 0,-2-1 0,0 1 0,0 0 0,-1 1 0,-1-1 0,4 21 0,1 0 0,-1-14 0,-3-18 0,-2-1 0,10 5 0,-8-7 0,0-2 0,-1 1 0,1 0 0,-1-1 0,0 0 0,0 0 0,0 0 0,0-1 0,5-5 0,2-1 0,71-69 0,-34 32 0,73-56 0,-113 98 0,-1 0 0,1 0 0,0 1 0,0 0 0,0 0 0,0 1 0,1 0 0,-1 1 0,1-1 0,0 2 0,9-2 0,-12 3 0,0 0 0,0 0 0,0 1 0,0 0 0,0 0 0,0 1 0,0-1 0,-1 1 0,1 0 0,0 1 0,-1 0 0,0 0 0,0 0 0,0 0 0,0 1 0,0-1 0,6 7 0,15 18-108,30 42-1,-36-43-94,2 0-1,34 32 0,-48-52 145,1 0 0,0 0 1,0-1-1,1 0 0,0 0 0,0-1 0,0 0 0,0-1 0,1 0 1,0-1-1,14 3 0,-4-4-359,0 0 0,0-1 0,0-1 0,0-1 0,0-1 1,0-1-1,0 0 0,-1-2 0,1-1 0,21-8 0,-26 8 319,-1-1 0,0-1 0,0 0 0,-1-1 0,0 0-1,0-1 1,-1-1 0,-1 0 0,0-1 0,0 0 0,-1-1 0,-1 0-1,12-18 1,-18 25 108,5-10 112,0 0 1,-1-1 0,10-30-1,-17 43-88,0 1 0,0 0 0,0-1 0,-1 1 0,0-1 0,0 1 0,0-1 0,0 1-1,0-1 1,-1 1 0,-1-6 0,1 7-16,1 0 1,-1 0-1,0 1 0,0-1 0,-1 1 0,1-1 0,0 1 0,0-1 0,-1 1 1,1 0-1,-1-1 0,1 1 0,-1 0 0,1 0 0,-1 0 0,0 0 1,0 1-1,1-1 0,-1 0 0,0 1 0,0-1 0,-3 0 0,-1 1 3,-1-1 0,1 1 0,-1 0 0,1 0-1,-1 0 1,1 1 0,0 0 0,-1 1 0,1-1-1,0 1 1,-7 3 0,-9 5 44,-33 20 0,38-21-31,-7 6-289,1 0-1,1 2 1,0 0-1,1 1 1,1 2-1,1 0 1,-22 29 0,38-46 24,8-5-267,25-12 736,44-28-1,-44 24 722,56-25 0,-70 36-691,1 1 0,-1 1 0,1 1 0,0 0 0,1 2 0,-1 0 0,29 0 0,-36 2-261,1 1 0,-2 1 0,1 0 0,0 0-1,0 1 1,-1 0 0,1 0 0,-1 1 0,0 1-1,0 0 1,0 0 0,-1 0 0,0 1 0,14 13-1,-18-15-231,74 65-3453,-47-47-616,2-4-3528,3 1-1931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10 169 11701,'-9'-34'4340,"11"34"-4032,0-1 0,-1 1 0,1 0 0,0 0 0,0 0 0,0 0 0,0 0-1,-1 1 1,5 0 0,5 2-6,0 0-1,1 1 1,-1 0-1,-1 1 1,1 1-1,-1-1 1,0 2-1,0-1 1,-1 1-1,1 1 1,-2 0-1,15 15 1,-11-8-201,0 0 0,-1 0-1,-1 1 1,0 1 0,-1 0 0,-1 0 0,7 21 0,-12-24-60,0-1 0,0 1 0,-2 0 0,0 0 0,0 0 0,-1 0 1,-1 0-1,0-1 0,-1 1 0,-1 0 0,0 0 0,-1-1 0,0 0 0,-1 0 0,0 0 1,-1 0-1,-1-1 0,0 0 0,0 0 0,-1-1 0,-1 0 0,-16 16 0,-3 1 1328,25-26-621,-13-24 1254,16 15-1897,1 1-1,0 0 0,0 0 1,0 0-1,1 1 1,0-1-1,0 0 0,0 0 1,1 1-1,0 0 1,4-7-1,3-6 159,12-26-456,1 1 0,3 1 0,1 1 0,2 2 0,36-39 0,130-97-6459,-149 141 1851,52-30 1,-16 20-5232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2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 13369,'-5'0'419,"1"-1"1,-1 1-1,1-1 0,-1 1 0,0 1 1,1-1-1,-1 1 0,-5 1 0,8-1-38,-1 0 0,1 0-1,0 0 1,0 1-1,0-1 1,0 1-1,0 0 1,0-1-1,1 1 1,-1 0-1,1 0 1,-1 0-1,1 0 1,0 0 0,-1 0-1,1 1 1,-1 3-1,-25 66 2844,-19 83 0,7-21-897,-16 23-2327,18-57 0,-32 142 0,66-226 0,0 0 0,1 0 0,1 0 0,0 1 0,2-1 0,-1 1 0,2-1 0,0 0 0,5 18 0,-5-28 0,0 0 0,1 0 0,-1 0 0,1-1 0,0 1 0,0-1 0,1 0 0,-1 0 0,1 0 0,0 0 0,1-1 0,-1 0 0,1 0 0,0 0 0,0 0 0,0-1 0,0 0 0,1 0 0,-1 0 0,1 0 0,0-1 0,0 0 0,0-1 0,0 1 0,0-1 0,11 1 0,-3-2 0,-1 0 0,1-1 0,-1 0 0,1-1 0,-1-1 0,0 0 0,0-1 0,0 0 0,0-1 0,-1 0 0,0-1 0,0-1 0,0 0 0,-1 0 0,0-1 0,-1 0 0,1-1 0,15-18 0,-20 20 0,0-1 0,0 0 0,0-1 0,-1 1 0,0-1 0,-1 0 0,0 0 0,0 0 0,-1-1 0,0 1 0,2-16 0,-4 17 0,0 0 0,-1 0 0,-1 0 0,1 0 0,-1 0 0,0 0 0,-1 0 0,0 0 0,0 0 0,-1 1 0,0-1 0,0 1 0,-1 0 0,0 0 0,-7-11 0,5 12-7,1-1 0,-1 1-1,-1 0 1,1 0 0,-1 1 0,0 0 0,0 0-1,0 1 1,-1 0 0,-8-4 0,0 1-166,-1 1 0,0 1 0,-18-4 0,25 7-621,0 1 0,0 0 1,0 0-1,0 1 1,0 0-1,0 0 0,0 1 1,-11 3-1,-31 15-9970,36-9-341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0 958 12113,'21'0'1149,"-1"-1"1,0-1-1,1-1 0,-1-1 0,31-9 1,7-2 1,-21 8-767,-2-1 0,1-2 1,-1-2-1,0-1 0,35-20 0,-54 25-173,-13 7-193,1 0 0,-1 0 0,0-1 0,1 0 0,-1 1 0,0-1 0,0 0 0,0-1 0,-1 1 0,1 0-1,0-1 1,-1 1 0,0-1 0,0 0 0,1 0 0,-2 0 0,1 0 0,3-7 0,-4 4 37,-1 0 0,0 0 0,0-1 0,0 1 0,0 0 0,-1 0 0,0 0 0,-1-1 1,1 1-1,-1 0 0,0 0 0,-4-6 0,6 12-29,-1-1 0,0 0 0,0 1 0,0-1 0,0 1 0,0-1 0,-1 1 0,1 0 0,0 0 0,0-1 0,0 1 0,0 0 0,0 0 0,0 0 0,-1 0 0,1 0 0,0 0 0,-2 1 0,0-1 66,-7 1 62,0 0 0,1 1 0,0 0 0,-1 1 0,1 0 0,0 0 0,0 1 0,1 0 0,-1 0 0,1 1 0,0 0 0,0 1 0,0 0 0,1 0 0,0 1 0,0 0 0,-8 11 0,-5 7 168,1 0 0,2 1 0,1 1 0,-15 33 0,26-51-279,2 0 0,0 0 0,0 1 0,0-1 0,1 0 0,0 1 0,1 0 0,0-1 0,1 1 1,0 0-1,0-1 0,1 1 0,1-1 0,-1 1 0,1-1 0,1 1 0,0-1 0,8 17 0,-10-24-62,1 1-1,0-1 1,0 1-1,0-1 1,0 0 0,0 0-1,0 0 1,1 0-1,-1 0 1,1 0-1,-1-1 1,1 1-1,0-1 1,-1 0-1,1 1 1,0-1-1,0-1 1,4 2-1,1-1-150,1 1 0,0-1-1,0-1 1,15 0-1,8-3-64,-1-2-1,0-1 1,0-1 0,-1-1-1,0-2 1,0-2 0,-1 0-1,0-2 1,-2-1-1,1-1 1,-2-1 0,0-2-1,-1 0 1,-1-2-1,-1 0 1,-1-2 0,-1-1-1,34-49 1,-8-4 610,-4-2 0,-3-1 0,-3-2 0,-5-2 0,-3-1 0,-3-1 0,16-105 0,-38 170-142,-2 12 40,0-1 0,-1 0 1,0 1-1,-1-16 0,0 25-253,0 0 0,0 0-1,0 1 1,0-1 0,0 0 0,0 0-1,0 0 1,0 0 0,0 1 0,0-1-1,-1 0 1,1 0 0,0 0 0,0 0 0,0 0-1,0 0 1,0 1 0,0-1 0,-1 0-1,1 0 1,0 0 0,0 0 0,0 0 0,0 0-1,0 0 1,-1 0 0,1 0 0,0 0-1,0 0 1,0 0 0,0 0 0,-1 0 0,1 0-1,0 0 1,0 0 0,0 0 0,-1 0-1,1 0 1,0 0 0,0 0 0,0 0 0,0 0-1,-1 0 1,1 0 0,0 0 0,0 0-1,0 0 1,0 0 0,0 0 0,-1-1 0,1 1-1,0 0 1,0 0 0,0 0 0,0 0-1,0 0 1,0-1 0,0 1 0,0 0 0,-1 0-1,1 0 1,0 0 0,0-1 0,0 1-1,0 0 1,0 0 0,0 0 0,-17 24 802,-16 40 269,-264 644-6,275-651-2203,3 0-1,-23 115 1,42-166 241,-1 0 1,2 0-1,-1 0 1,0-1-1,1 1 0,0 0 1,1-1-1,-1 1 0,1-1 1,0 1-1,0-1 0,1 0 1,0 1-1,0-1 1,0-1-1,5 7 0,15 13-10648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509 183 9285,'29'-38'2455,"-23"30"-170,-7-1-211,0-1-1,-1 1 1,-4-15 0,-2-6 1504,8 27-3423,-1 1-1,1-1 1,-1 1-1,1-1 0,-1 1 1,0 0-1,1-1 0,-1 1 1,-1 0-1,1 0 1,0 0-1,0 0 0,-1 0 1,1 0-1,-1 0 0,0 0 1,1 0-1,-1 1 1,0-1-1,0 1 0,0-1 1,0 1-1,-1 0 0,1 0 1,0 0-1,0 0 1,-1 0-1,1 1 0,0-1 1,-1 0-1,1 1 0,-1 0 1,1 0-1,-1 0 1,-2 0-1,-4 1-22,0 0 1,1 1-1,-1 0 1,1 0-1,-1 1 1,1 0-1,0 1 1,-12 6-1,-18 14-120,1 2 0,1 1 0,1 2 0,2 1 0,1 2 0,1 1-1,2 1 1,1 1 0,-37 65 0,63-97-31,0 1 0,1-1 0,0 0 0,-1 0 1,1 1-1,0-1 0,1 1 0,-1-1 0,0 1 0,1-1 0,0 1 0,0 0 1,0-1-1,0 1 0,1-1 0,0 1 0,-1-1 0,3 7 0,-2-8 4,0 0 0,0 0-1,0 0 1,1 0 0,-1 0 0,1 0-1,-1 0 1,1-1 0,-1 1-1,1-1 1,0 1 0,0-1 0,0 1-1,0-1 1,0 0 0,0 0-1,0 0 1,0 0 0,0 0-1,0-1 1,1 1 0,-1-1 0,0 1-1,1-1 1,-1 0 0,0 0-1,1 0 1,-1 0 0,3 0 0,16-4-59,0 0 1,0-1-1,0-2 1,-1 0-1,31-15 1,96-59-148,-106 55 222,-11 8-29,61-31 1,-90 49 27,-1 1 1,1-1 0,0 0-1,-1 0 1,1 0 0,0 1 0,-1-1-1,1 0 1,-1 1 0,1-1-1,0 1 1,-1-1 0,1 1 0,-1-1-1,1 1 1,-1-1 0,1 1-1,-1-1 1,0 1 0,1 0 0,-1-1-1,0 1 1,1 0 0,-1 0-1,1 0 3,0 1-3,-1-1 0,1 1 0,0 0-1,0-1 1,-1 1 0,1 0 0,-1 0 0,1 0 0,-1 0-1,0-1 1,0 1 0,0 0 0,0 0 0,0 0-1,0 0 1,0 0 0,-1-1 0,1 1 0,-1 0-1,1 0 1,-2 2 0,-21 42-218,11-25-161,-28 73-4298,28-62 122,2-1-3369,6-11-2589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6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141 113 11329,'-98'-36'11226,"70"31"-8745,18 3 3322,7-14-4476,2 14-1296,1 1 1,0-1-1,0 1 0,-1-1 0,1 1 0,0-1 1,0 1-1,0 0 0,1-1 0,-1 1 0,0-1 1,1-2-1,6-2 148,-5 5-163,1-1-16,-1-1 0,1 1 0,0 0 0,-1 0 0,1 0 0,0 1 0,0-1 0,0 1 0,1-1 0,-1 1 0,0 0 0,0 0 0,1 0 0,-1 1 0,0-1 0,1 1 0,3 0 0,-1 0 0,0 1 0,0 0 0,0 0 0,0 1 0,0-1 0,0 1 0,0 1 0,-1-1 0,7 4 0,-2 0 0,0 1 0,0 0 0,-1 1 0,1-1 0,-1 2 0,-1-1 0,0 1 0,0 1 0,8 13 0,-12-15 0,0 0 0,0 0 0,-1 1 0,0 0 0,0-1 0,-1 1 0,-1 0 0,1 0 0,-1 0 0,-1 1 0,0-1 0,-1 17 0,-2-11 0,0 0 0,0-1 0,-2 1 0,1-1 0,-2 0 0,-13 26 0,11-24 0,50-57-22,-6 11-2,1 1 1,1 2-1,44-23 1,-43 27 22,2-3 21,2 2-1,0 2 1,2 2-1,0 1 1,50-12-1,-88 30-19,0-1 0,-1 2 0,1-1 0,0 1 0,-1 0 0,1 0 0,0 1 0,-1-1 0,1 2 0,0-1 0,-1 1 0,0 0 0,1 0 0,-1 1 0,0-1 0,0 2 0,0-1 0,6 5 0,-8-4 0,-1 0 0,0 1 0,0-1 0,0 1 0,-1-1 0,0 1 0,0 0 0,0 0 0,0 0 0,-1 0 0,1 0 0,-1 0 0,0 6 0,1-1 0,0 2-319,-1 1 0,0-1 0,-1 0 0,0 1 0,-1-1 1,0 0-1,-6 24 0,-3 32-1444,8-52 830,1-4-442,0-1 0,1 1 0,1 16 0,0-23-53,0 0 1,0 0-1,0 0 1,1 0 0,0 0-1,4 8 1,3 3-7617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413 672 9157,'1'-1'216,"1"0"0,-1-1 0,0 1 0,1-1 0,-1 1 0,0-1 0,0 1 1,0-1-1,0 0 0,0 1 0,0-1 0,-1 0 0,1 0 0,-1 1 0,1-1 0,-1 0 0,1 0 1,-1 0-1,0 0 0,0-4 0,-1 4 72,1 0 1,-1 0-1,0 0 1,0 0-1,0 0 1,0 0-1,0 0 1,0 0-1,-1 1 1,1-1-1,0 0 1,-1 1-1,0-1 1,1 1-1,-1-1 1,0 1-1,0 0 0,0 0 1,-3-2-1,-4-2 1796,2 2-786,1-1-1,-1 1 0,0 0 0,-10-2 1,13 4-1118,1 1 0,0-1 0,-1 1 0,1 0 0,0 0 0,0 1 0,-1-1 0,1 1 0,0-1 0,0 1 0,0 0 0,0 0 0,-5 3 0,-4 2-38,1 1 0,0 0 1,1 1-1,-1 0 0,1 0 1,1 1-1,-15 18 0,-51 79 863,56-77-936,-37 74-231,24-39-131,30-60 84,0 1 1,0 0 0,0 0 0,0 0 0,-1 9 0,0-2-330,4-11 464,-1 0-1,1 0 0,0-1 0,-1 1 0,1 0 0,0-1 0,-1 1 0,1-1 0,0 1 0,0-1 1,0 1-1,0-1 0,0 0 0,-1 0 0,1 1 0,0-1 0,0 0 0,0 0 0,2 0 0,-2 1-88,4-1 12,-1 1 0,1 0 1,-1-1-1,1 0 0,0 0 0,-1 0 0,1-1 0,-1 1 1,1-1-1,-1 0 0,1-1 0,-1 1 0,6-3 0,0-1-54,0 0-1,-1-1 1,1 0-1,-1-1 0,9-8 1,6-8-142,-2-1 1,29-39 0,-49 60 317,38-54-119,-4-2 1,-2-1-1,44-109 0,-62 132 246,135-359 3445,-139 362-3031,4-3 720,-11 28-416,-11 21-2,-25 57-76,2 1 0,-33 135 0,-8 158-6376,68-347 4931,-2 10-1706,-1 38-1,5-53 463,1-1-1,0 1 0,4 18 1,12 22-9176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7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32 15953,'1'-3'3175,"0"-8"-2519,5-3 5300,-6 14-5829,0-1 0,0 1 0,0 0 0,0 0 0,0 0 0,0 0 0,0-1 0,0 1 0,1 0 0,-1 0 0,0 0 0,0 0 0,0 0 0,0 0 0,0-1 0,1 1 0,-1 0 0,0 0 0,0 0 0,0 0 0,0 0 0,1 0 0,-1 0 0,0 0 0,0 0 0,0 0 0,1 0 0,-1 0 0,0 0 0,0 0 0,0 0 0,1 0 0,-1 0 0,0 0 0,0 0 0,0 0 0,0 0 0,1 0 0,-1 1 0,0-1 0,0 0 0,10 16 1483,-8-7-1599,1 0-1,-2 0 0,1 0 0,-1 0 0,-1 0 1,1 1-1,-2-1 0,1 0 0,-4 15 1,-22 87-28,19-85 14,-11 44 3,-3-2 0,-4 0 0,-54 108 0,17-66-5192,-103 140-1,137-209-2120,5-1-4772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8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 11469,'54'-7'2665,"67"-18"0,26-5-128,-44 14-1654,138-40 1,-200 44-760,184-63 784,-219 72-723,1 0 1,-1-1-1,1 0 0,-1-1 1,0 1-1,-1-1 1,1 0-1,-1 0 0,7-10 1,-10 12 1221,-4 5-743,-17 17-296,1 1-1,1 0 1,1 1-1,0 1 1,2 1-1,-12 25 0,-3 12-84,-26 82 0,47-122-247,-13 46 123,20-61-150,0 0 0,0 0-1,0 1 1,1-1 0,0 0 0,0 0-1,0 1 1,0-1 0,1 0 0,1 6-1,-1-10-6,0 1-1,0-1 0,0 0 0,0 0 0,0 1 0,0-1 1,0 0-1,0 0 0,0 0 0,1 0 0,-1-1 0,0 1 0,1 0 1,-1 0-1,0-1 0,1 1 0,-1-1 0,1 1 0,-1-1 1,1 0-1,-1 0 0,1 1 0,0-1 0,-1 0 0,1 0 1,-1 0-1,1-1 0,-1 1 0,1 0 0,-1-1 0,3 0 1,9-2 16,1 0 0,19-8 0,-21 6-16,50-16 33,-8 2-23,68-15 0,-103 30-13,0 1 0,0 1 0,0 1 0,0 1 0,1 0 0,-1 1 0,30 7 0,-35-4 1,0 1 0,0 1 0,0 1 0,-1 0 0,1 0 0,-2 1 0,1 1 0,-1 0 0,18 19 0,-19-17 5,1-1-1,0 0 0,1-1 0,0 0 1,0-1-1,1 0 0,0-1 0,28 10 1,-24-14-2,1 0 0,-1-1 1,1 0-1,0-2 1,-1 0-1,1-1 0,-1-1 1,1-1-1,-1-1 1,27-8-1,-24 5-5,0-1 1,0-1-1,0-1 0,-1-1 1,-1-1-1,0 0 1,-1-1-1,23-22 0,-31 25-4,0 0 0,-1 0 0,-1-1 0,0-1-1,0 1 1,-1-1 0,-1 0 0,0-1 0,0 0-1,-1 0 1,-1 0 0,5-27 0,-9 38 1,-1-1 1,0 1-1,1 0 1,-1-1-1,0 1 1,0 0-1,-1 0 0,1-1 1,0 1-1,-1 0 1,1 1-1,-3-3 1,3 2-1,0 2 6,0-1 0,0 1 0,0-1 0,0 1 0,0-1 0,0 1 0,0 0 0,0-1 1,0 1-1,0 0 0,0 0 0,0 0 0,0 0 0,0 0 0,0 0 0,0 0 0,0 0 0,0 0 0,-2 1 0,1-1 2,-4 1 1,1 0 0,-1 0 0,1 0 1,0 1-1,0-1 0,0 1 0,-1 0 0,2 1 0,-1-1 1,0 1-1,0 0 0,1 1 0,0-1 0,-7 7 1,9-8 3,-1 0 1,1 1 0,0-1 0,0 1 0,0 0-1,0-1 1,0 1 0,0 0 0,1 0-1,0 0 1,-1 0 0,1 0 0,0 0 0,1 1-1,-1-1 1,0 0 0,1 0 0,0 1-1,0-1 1,0 0 0,0 1 0,0-1 0,1 0-1,-1 0 1,1 1 0,2 3 0,-1-4-3,0 1-1,1-1 1,-1 0 0,1 0 0,0 0 0,0-1 0,0 1-1,0-1 1,0 0 0,1 1 0,-1-1 0,1-1 0,-1 1-1,1-1 1,0 1 0,-1-1 0,1 0 0,0 0 0,0-1-1,5 1 1,13 2 6,0-1 0,28-2 0,-34 0-7,33-2 2,59-11 0,-47 5-2,-57 8-17,3-2-25,22 2 31,-25 0 6,19 14 9,-15-8-1,1 0 0,-1-1 0,1 0 0,1-1 0,-1 0 0,0 0-1,1-1 1,0 0 0,13 2 0,-16-4-5,1 0 0,0 0-1,0-1 1,0 0 0,0 0 0,0-1 0,0 0-1,0-1 1,-1 0 0,1 0 0,0 0-1,-1-1 1,0 0 0,0-1 0,0 1 0,0-1-1,11-9 1,-4 1 148,1 0-1,1 1 1,28-16-1,-36 23-58,-1 1-1,1-1 1,-1 1-1,1 1 0,0-1 1,0 2-1,1-1 0,-1 1 1,0 0-1,0 0 1,9 1-1,-9 2-58,-1 0-1,0 1 1,0-1 0,0 2-1,0-1 1,0 1-1,-1 0 1,0 0 0,0 0-1,0 1 1,0 0 0,-1 0-1,1 1 1,-1 0 0,-1 0-1,7 10 1,7 11 91,-2 0 1,18 43-1,-17-25-2725,-15-38 1490,0-1 1,0 0 0,0 0 0,1 0 0,0 0 0,0-1 0,0 1 0,1-1 0,0 0-1,0 1 1,0-2 0,10 10 0,13 10-11640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28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735 97 9753,'1'-2'318,"0"0"0,0 0 0,0 0 1,-1-1-1,1 1 0,-1 0 0,1-1 0,-1 1 1,0-1-1,0 1 0,0 0 0,0-1 0,0 1 0,-1-1 1,1 1-1,-1 0 0,1-1 0,-1 1 0,0 0 1,-1-3-1,0 2 79,-1 0 0,1 1 0,0-1 1,-1 1-1,1 0 0,-1-1 0,0 1 0,1 1 1,-1-1-1,0 0 0,0 1 0,0-1 1,-4 0-1,-7-2 390,0 0 1,0 2-1,0-1 1,0 2-1,0 0 1,-18 1 0,-3 2-430,0 3 1,0 1 0,1 1 0,0 2 0,0 1 0,-37 17 0,-187 101 102,250-124-469,5-3 1,0 1 1,1 0-1,-1-1 0,1 1 0,0 0 0,-1 0 1,1 0-1,0 1 0,0-1 0,0 1 1,1-1-1,-1 1 0,-1 3 0,3-6 6,-1 1 0,1-1 0,0 1 0,0-1 0,0 1 0,0 0 0,0-1 0,0 1 0,0-1 0,0 1 0,0-1 0,0 1 0,0 0 0,0-1 0,0 1 0,0-1 0,0 1 0,1-1 0,-1 1 0,0 0 0,0-1 0,1 1 0,-1-1 0,0 1 0,1-1 0,0 1 0,1 0-1,-1 0 1,0-1-1,0 1 1,1 0-1,-1-1 1,1 1 0,-1-1-1,0 0 1,1 0-1,-1 1 1,1-1-1,-1 0 1,0 0 0,2 0-1,42-4 73,0-2-1,-1-2 0,-1-2 1,46-16-1,-22 7 354,-2 0-156,-21 6 11,-1 1-1,2 2 1,-1 2-1,63-3 1,-100 11-307,-1 0 1,1 0-1,-1 1 1,1 0-1,-1 0 1,0 1-1,1-1 1,-1 2-1,0-1 0,0 0 1,0 1-1,-1 0 1,1 1-1,9 6 1,-12-6-46,1 0-1,-1 0 1,0 0 0,0 1 0,0-1 0,0 1 0,-1-1 0,0 1 0,0 0 0,0 0 0,0 0 0,-1 0 0,0 0 0,0 0 0,0 0-1,-1 0 1,0 1 0,0-1 0,-1 8 0,0-5-552,0-1 0,-1 1 0,0 0-1,0-1 1,0 0 0,-1 0 0,-1 1 0,-4 8 0,5-10-245,1 1-1,-1-1 1,2 1 0,-1-1 0,1 1 0,0 0 0,0 8 0,-2 8-2958,-8 29-7665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 7861,'0'0'14770,"-3"2"-13839,0 0-709,-1-1 0,1 1 0,0 1 0,0-1 0,0 0 0,1 1 0,-1-1 0,1 1 0,-1 0 0,1 0 0,0 0 0,0 0 0,0 0 0,0 1 0,1-1 0,-1 1 0,-1 6 0,2-2-66,0 0 1,0 0-1,0 0 0,1 0 1,1 0-1,1 14 1,-1-21-150,-1 0 0,0-1 0,0 1 0,1 0 0,-1 0 0,1 0 0,-1-1 0,1 1 0,-1 0 0,1-1 0,-1 1 0,1 0 0,-1-1 1,1 1-1,0-1 0,-1 1 0,1-1 0,0 1 0,0-1 0,1 1 0,1 1 11,1 2 3,0-1 0,0 0 0,0 0-1,0 0 1,1-1 0,-1 0 0,1 0 0,0 0-1,-1 0 1,1 0 0,0-1 0,9 1 0,-3-1-9,1 0 1,-1-1 0,1 0 0,-1-1 0,15-3 0,0-2-11,0 0 0,0-2-1,-1-2 1,24-12 0,77-49 594,-42 21 1297,-81 49-1534,12 14 171,-4-5-317,-11-5-213,1 0 0,0 1 0,-1-1 0,0 0 0,0 0 0,0 0 0,0 0 0,0 0 0,0 0 0,-1 0 0,0 0 0,-1 4 0,-14 41 0,9-29 0,-13 34 0,-2-1 0,-35 59 0,2-5 0,-59 112 0,98-191 0,-1 0 0,-2-1 0,0-1 0,-45 44 0,58-63 0,-1-2 0,0 1 0,1-1 0,-2 1 0,1-2 0,0 1 0,-1-1 0,0 0 0,1-1 0,-1 0 0,0 0 0,0-1 0,0 0 0,-1 0 0,1-1 0,0 0 0,0 0 0,0-1 0,0 0 0,-13-4 0,19 5 0,-1-1 0,0 0 0,0 0 0,1-1 0,-1 1 0,1-1 0,-1 1 0,1-1 0,0 0 0,-1 1 0,1-1 0,0-1 0,0 1 0,0 0 0,1 0 0,-1-1 0,0 1 0,1-1 0,0 1 0,-1-1 0,1 0 0,0 1 0,0-1 0,1 0 0,-1 0 0,1 0 0,-1 0 0,1 1 0,0-1 0,0 0 0,0 0 0,0 0 0,1 0 0,0-4 0,1-1 0,0 0 0,0 0 0,1 1 0,0-1 0,0 1 0,1 0 0,0-1 0,0 2 0,1-1 0,-1 0 0,10-8 0,21-17-1020,2 1-1,1 2 1,1 2 0,83-44-1,183-60-6353,-204 94 827,-5 5-4213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1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143 559 10533,'2'-4'791,"1"1"1,-1-1-1,1 1 0,0 0 0,0 0 1,0 0-1,0 0 0,0 0 1,1 1-1,-1-1 0,8-3 0,52-22 942,-13 7-823,5-9-337,-53 29-496,-3-2-21,1 0 3,0 1-1,-1-1 0,1 1 1,-1-1-1,0 1 0,0 0 0,0-1 1,0 1-1,0 0 0,-1 0 1,1 0-1,-1 0 0,1 0 0,-1 0 1,0 0-1,0 0 0,0 1 1,0-1-1,0 1 0,0-1 0,0 1 1,0 0-1,0 0 0,-1 0 1,1 0-1,-1 0 0,1 0 0,0 1 1,-1-1-1,1 1 0,-1 0 1,0 0-1,1 0 0,-1 0 0,1 0 1,-1 0-1,-4 2 0,-2 0 193,0 0-1,-1 1 0,1 1 0,0 0 0,1 0 0,-1 0 1,1 1-1,-1 0 0,2 1 0,-1 0 0,-8 9 0,-1 0 99,1 2 1,1 0-1,-21 33 0,19-24-146,1 1 1,1 1-1,-16 43 1,30-67-208,-1 0 0,1 1 0,0-1 0,0 0 0,0 1 0,1-1 0,0 1 0,0-1 0,0 1 0,0-1 0,0 1 0,1-1 0,0 0 0,0 1 0,0-1-1,1 0 1,-1 0 0,1 0 0,0 0 0,0 0 0,1 0 0,2 4 0,-1-4-97,0 0 0,-1-1-1,1 0 1,1 0-1,-1 0 1,0 0-1,1-1 1,-1 0 0,1 0-1,0 0 1,-1 0-1,1-1 1,0 0-1,0 0 1,0 0 0,0 0-1,0-1 1,0 0-1,10-1 1,19-3-251,0-1 0,0-2 1,0-1-1,-1-2 0,0-2 1,-1 0-1,0-2 0,-1-2 0,0-1 1,51-38-1,-37 20 205,-1-3 0,-3-1 0,0-2-1,-3-1 1,62-91 0,80-154 633,-179 285 586,-6 3-472,-2 3-477,0-1 0,0 1 0,0 0 0,0 1 0,1 0 0,-1 0 0,1 0 0,0 1 0,1 0 0,0 0 0,0 0 0,0 1 0,-6 9 0,-8 18 314,-23 58-1,15-32-134,8-23-75,-20 63-1,34-82-186,0 0-1,1 0 1,1 1 0,1-1 0,0 1-1,2 19 1,0-34-91,0 0-1,0-1 1,1 1 0,-1-1-1,1 1 1,0-1 0,0 1-1,0-1 1,1 1 0,-1-1 0,1 0-1,0 0 1,0 0 0,0 0-1,0 0 1,0 0 0,1 0-1,-1-1 1,1 1 0,0-1-1,0 0 1,0 0 0,0 0-1,0 0 1,6 2 0,0-1-145,0 0 1,1-1-1,-1 0 1,1-1-1,-1 0 1,1 0-1,0-1 1,12-1-1,-6 0 46,-1-1 0,1 0 0,-1-1 0,1-1 0,-1 0 0,0-1 0,-1-1 0,1 0 0,-1-1-1,-1-1 1,1 0 0,-1-1 0,0 0 0,-1-1 0,0 0 0,-1-1 0,0 0 0,-1-1-1,0 0 1,0-1 0,7-14 0,17-34 102,-3-2 1,-2 0-1,30-101 0,-6 2 1293,-51 152-476,-8 16-107,-12 20 143,-112 240 2027,98-194-2501,-43 114 260,67-160-532,0 0 1,2 0-1,1 0 0,1 1 1,0 35-1,4-57-81,0 1-1,0-1 1,0 1-1,1-1 1,0 0-1,0 1 1,0-1-1,1 0 1,-1 0-1,1 0 1,1 0-1,-1 0 1,1 0-1,-1-1 1,2 1-1,4 5 1,-4-7 1,-1 0 0,1 0 0,0-1-1,0 0 1,0 0 0,1 0 0,-1 0 0,0 0 0,1-1-1,-1 0 1,1 0 0,-1 0 0,1-1 0,0 1 0,-1-1 0,1 0-1,0-1 1,7 0 0,-1-1 0,1-1 0,0 0 0,-1 0 0,0-1 0,0-1 0,0 0 0,17-10 0,72-56-125,-35 23-3,-63 46 146,0 1-1,0-1 0,0 1 0,0 0 1,1-1-1,-1 1 0,1 0 0,-1 0 1,1 1-1,-1-1 0,1 0 0,-1 1 1,1-1-1,0 1 0,-1 0 0,1 0 1,-1 0-1,1 0 0,4 2 0,-5-1 7,0 0 0,1 1 0,-1-1 0,0 1 0,0-1-1,0 1 1,0 0 0,0 0 0,-1 0 0,1 0-1,-1 1 1,1-1 0,-1 0 0,1 1 0,-1-1 0,0 0-1,0 1 1,0 4 0,2 3 34,1 0 0,-1-1 0,2 1 0,-1-1 0,1 1 0,1-1 0,0-1 0,0 1 0,14 14 0,-11-15-21,1-1 0,-1-1-1,1 1 1,0-2 0,0 1 0,1-1-1,0-1 1,0 0 0,0-1 0,0 0-1,0 0 1,1-1 0,-1-1-1,1 0 1,0 0 0,21-3 0,-20 1 39,0-1 0,-1-1 1,1 0-1,0 0 1,-1-1-1,1-1 0,-1 0 1,-1-1-1,1 0 0,-1-1 1,0 0-1,0-1 0,-1 0 1,16-16-1,-24 21-38,-1 1 1,1-1-1,-1 0 0,1 0 1,-1 0-1,0 0 0,0 0 1,0-1-1,0 1 0,-1 0 1,1 0-1,-1-1 0,0 1 1,0 0-1,0-1 0,-1-5 0,-1 0 3,1 0 0,-1-1 0,-1 1 0,-5-13 0,3 10-86,-2 0 0,1 1 0,-1 0 0,-1 0 0,0 1 1,0 0-1,-1 0 0,0 1 0,-1 0 0,0 1 0,0 0 1,-1 0-1,0 1 0,0 1 0,-1 0 0,1 0 0,-2 1 1,1 1-1,0 0 0,-1 0 0,0 1 0,-17-1 0,18 2-686,-60-6-3776,65 8 2464,0 0 0,-1 1 0,1 0 0,-11 2 0,-3 5-9153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1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22 169 10849,'-6'7'-243,"-4"-5"12159,7 7-10446,2-3-1071,0 1-1,1-1 0,0 1 1,0 0-1,0-1 0,1 1 1,0-1-1,1 1 0,3 11 1,4 27 356,0 95 230,-5-138-997,0-1 1,-1 1-1,1-1 0,0 0 0,0 0 1,5 0-1,0-2-3,-1-1 0,0-1 0,0 1 0,0-1 0,12-7 0,30-9 4,-33 15 9,0 2 0,0 0 0,0 1 0,0 1-1,0 0 1,0 2 0,0-1 0,0 2-1,0 1 1,0 0 0,-1 1 0,1 0 0,-1 2-1,-1 0 1,26 15 0,-27-14 22,6 4-3,41 16-1,-53-25-12,0-1 1,0 1-1,-1-2 1,1 1-1,0-1 1,1 0-1,-1-1 0,0 0 1,13-2-1,-7 0 16,-1 0-1,1-2 1,-1 1 0,1-2-1,-1 0 1,-1 0-1,1-1 1,-1-1-1,0 0 1,0 0-1,-1-2 1,0 1 0,0-1-1,-1-1 1,0 0-1,-1 0 1,0-1-1,-1 0 1,0-1-1,0 0 1,-2 0-1,1 0 1,-2-1 0,9-26-1,-5 4-65,-3 16-152,-2-1 1,0 0-1,-1 0 0,-1 0 1,0-37-1,-2 52-94,0 0 1,0-1-1,1 1 0,0 0 1,0 0-1,0 0 0,0 0 1,1 0-1,0 0 0,0 0 1,1 0-1,2-5 0,-3 7-1810,-7-28-9130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2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10 8337,'-5'-9'14248,"-8"15"-6534,7 0-10328,1 1 2911,0 0 1,1 1-1,0 0 1,0 0 0,-3 13-1,-5 8 259,-28 75 373,37-93-866,1-1-1,-1 1 1,2-1-1,-1 1 1,1 0-1,1 0 1,0 0 0,2 11-1,-2-21-58,0 1-1,0-1 1,1 0 0,-1 1-1,0-1 1,1 1-1,-1-1 1,1 0-1,0 1 1,-1-1 0,1 0-1,0 0 1,0 0-1,0 1 1,0-1 0,0 0-1,0 0 1,0 0-1,0 0 1,0-1-1,1 1 1,-1 0 0,0 0-1,0-1 1,1 1-1,-1-1 1,1 1 0,-1-1-1,0 0 1,1 1-1,-1-1 1,1 0-1,-1 0 1,1 0 0,-1 0-1,1 0 1,-1 0-1,0 0 1,1-1 0,-1 1-1,1-1 1,-1 1-1,0-1 1,2 0-1,7-2 6,-1-1 1,0-1-1,0 1 0,13-10 0,-7 3-15,0 1 1,1 1-1,0 1 1,0 0-1,19-6 0,-27 12 3,0 0 0,1 1 0,-1 0 0,1 0 0,-1 1 0,1 0 0,-1 0 0,1 1 0,-1 0 1,1 1-1,-1 0 0,0 0 0,10 4 0,145 72 1,-96-44 2,-58-29-7,0-2 0,1 1-1,0-1 1,-1-1-1,1 0 1,0 0 0,0-1-1,0 0 1,0 0 0,0-1-1,0-1 1,0 0 0,0 0-1,0-1 1,0 0-1,-1-1 1,1 0 0,-1 0-1,1-1 1,-1 0 0,0-1-1,-1 0 1,16-12 0,25-22-18,-32 25 2,-1 0 0,2 2 1,30-18-1,-31 22 17,0-1 0,28-20 0,-40 25-2,0 0 1,0-1 0,0 0 0,-1 0 0,0 0-1,0 0 1,0-1 0,0 1 0,-1-1-1,5-12 1,-8 16 5,0 0 0,0-1-1,-1 1 1,1 0 0,-1 0 0,1 0-1,-1 0 1,0 0 0,0 0 0,1 0-1,-1 0 1,-1 0 0,1 1 0,-2-4-1,2 4-1,-6-2-20,-2 3 21,0 0 1,0 1-1,1 0 0,-1 1 1,0 0-1,0 0 0,1 1 1,-1 0-1,1 0 0,0 1 0,0 0 1,0 1-1,1 0 0,-1 0 1,1 0-1,0 1 0,1 0 1,-8 8-1,9-8-2,0 0 1,0 0-1,0 1 0,1 0 1,0-1-1,0 1 1,1 1-1,0-1 0,0 1 1,-2 9-1,4-12-22,0 0 0,1 0 0,-1 1 0,1-1 0,1 0 0,-1 0 0,1 0 0,0 0 0,0 0 0,0 0 0,1-1-1,0 1 1,0 0 0,0-1 0,0 1 0,5 6 0,-6-11 20,-1 1 0,1-1 0,0 1 0,0-1 0,0 0 0,0 1 0,-1-1 0,1 0 0,0 0 0,0 1 0,0-1 0,0 0 0,0 0 0,0 0 0,0 0 0,-1 0 0,1 0 0,0-1 0,1 1 0,1 0-14,89-1-399,-91 2 303,1 0 0,-1 1 1,1-1-1,-1 0 0,0 1 1,1-1-1,-1 0 0,0 1 1,0 0-1,0-1 0,0 1 1,1 2-1,-1-2-216,3 4-320,0-1 0,1 0 0,-1 0 0,1-1 0,0 1 0,0-1 0,1 0 0,-1-1 1,9 5-1,-7-5-1317,0 0 1,0 0-1,1 0 1,12 1-1,5 0-6872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13 177 5677,'1'3'1916,"-1"-2"-1687,0 0 0,1 1 1,-1-1-1,0 1 0,1-1 0,0 0 1,-1 0-1,1 1 0,0-1 1,-1 0-1,1 0 0,0 0 0,0 0 1,0 0-1,0 0 0,0 0 1,0 0-1,1 0 0,-1 0 0,0 0 1,0-1-1,1 1 0,-1 0 0,0-1 1,1 0-1,1 1 0,18 10 1147,-18-8-1157,-1-1 0,1 1 0,-1 0 1,0 0-1,0 0 0,0 0 0,0 0 0,0 1 1,-1-1-1,1 0 0,-1 1 0,0-1 0,0 1 1,-1-1-1,2 7 0,-1 4 317,-1 1 1,-1 20-1,1-31-456,-1 6 156,0 0 0,0 0 0,-1 0-1,-1-1 1,0 1 0,0 0 0,0-1 0,-2 0-1,1 0 1,-1 0 0,0-1 0,-1 1 0,1-1-1,-2 0 1,1-1 0,-1 0 0,-15 12 2065,23-21-2264,-1-1-1,1 1 1,0-1-1,0 1 1,0-1 0,0 1-1,0-1 1,0 1-1,0 0 1,1 0-1,-1-1 1,1 1 0,0 0-1,0 0 1,3-3-1,33-23-714,-4 8-845,45-19 0,-30 16-476,-6 1-217,0-2 0,45-34 1,-65 41 2005,-1-2 1,-1 0-1,-1-1 1,0-2-1,17-24 1,35-52 5242,-61 79-3401,-18 21 1018,-21 27-712,5 9-1474,1 0 1,1 1-1,3 1 1,1 1 0,-18 66-1,31-95-429,2 0-1,-1-1 1,2 1-1,-1 0 1,2 0-1,-1 0 1,3 20-1,-1-27-52,0 0 0,-1 0 1,2 0-1,-1 0 0,1-1 0,-1 1 0,1 0 0,1-1 0,-1 0 0,1 1 0,-1-1 0,1 0 0,0 0 1,1 0-1,-1-1 0,1 1 0,0-1 0,0 0 0,0 0 0,8 5 0,-11-8 10,0 1-1,0-1 1,1 0-1,-1 1 1,0-1-1,1 0 1,-1 0-1,0 0 1,1 1-1,-1-2 0,0 1 1,1 0-1,-1 0 1,0 0-1,1-1 1,-1 1-1,0 0 1,0-1-1,1 1 1,-1-1-1,0 0 1,2-1-1,8-2-5,-10 3 12,-1 0 0,1 0 0,-1 0 0,1 0 0,-1 0 0,1-1 0,-1 1 0,1 0 0,-1 0 0,0 0 0,0 0 0,1 0 0,-1 0 0,0-1 0,0 1 0,0 0 0,0 0 0,-1-2 0,1 2-2,0-4-4,1 0 0,-2 0-1,1 0 1,0 0 0,-1 1 0,0-1 0,0 0-1,-1 0 1,1 0 0,-1 1 0,0-1-1,0 1 1,-1-1 0,1 1 0,-1 0-1,0 0 1,0 0 0,0 1 0,-7-7-1,8 9-255,0 1-2096,-22 7-363,22-6 930,2 14-7704,3 4 1972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3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45 570 5092,'-10'28'10073,"13"-29"-8590,-1 1-1312,0-1 0,0 0-1,-1 0 1,1 0 0,0 0-1,-1 0 1,1 0 0,0 0-1,-1-1 1,1 1 0,-1-1-1,0 1 1,0-1 0,1 1-1,-1-1 1,0 0 0,0 1-1,0-1 1,-1 0 0,1 0 0,0 0-1,-1 0 1,1 0 0,-1 0-1,0 0 1,1 0 0,-1 0-1,0-3 1,0 2 88,6-28 269,1 9-294,-6 18 96,-8 7-63,-3 2-209,5-3-19,0 0 0,0 1-1,0 0 1,0 0 0,0 0-1,1 0 1,0 1 0,-1-1 0,1 1-1,1 0 1,-1 1 0,-4 6 0,7-10-46,0 1 0,1-1 0,-1 1 0,1 0 1,-1-1-1,1 1 0,0-1 0,-1 1 1,1 0-1,0-1 0,0 1 0,1 0 1,-1-1-1,0 1 0,0-1 0,1 1 0,-1 0 1,1-1-1,-1 1 0,1-1 0,0 1 1,1 1-1,0 0-79,0 0 0,0 0 1,0 0-1,0-1 0,1 1 1,0-1-1,4 4 0,-4-5-57,1 0 1,-1 0-1,1-1 0,-1 0 1,1 1-1,-1-1 0,1 0 1,-1-1-1,0 1 0,1-1 0,4-1 1,-8 2 131,7-2-172,1 0 1,-1-1 0,0 0 0,0 0 0,0-1 0,0 0 0,-1 0 0,0-1-1,0 0 1,0 0 0,0 0 0,-1-1 0,6-6 0,7-11-4,-1-1 1,15-28 0,-22 36 87,75-156 1165,-71 141-793,15-28 368,-14 31 96,15-40 1,-5-6 1475,-41 91-721,1 3-1160,0 1-1,2 0 1,1 0-1,0 2 1,-13 37-1,19-43-659,1 0 0,1 1 0,0 0 0,1 0 0,1 0 0,1 0 0,0 0 0,3 28 0,-1-38-186,0-1 0,1 1 0,0 0 0,0 0 0,1-1 0,0 0 0,0 1 0,0-1 0,7 9 0,-5-9-982,0-1 0,1 0 0,0 0-1,0 0 1,10 7 0,14 11-5648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3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24 9793,'0'0'8273,"-10"-12"-7393,4 1 488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1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1311 7 5633,'-1'0'282,"-1"1"0,0-1 0,1 0 1,-1 1-1,0-1 0,1 0 1,-1 0-1,1 0 0,-1 0 1,0 0-1,1-1 0,-1 1 1,0 0-1,1-1 0,-1 1 1,1-1-1,-1 0 0,1 1 1,-3-2-1,2 1-433,0 0 937,-29 15 1379,25-10-1842,0 1-1,1-1 0,0 1 1,0 0-1,0 0 1,0 0-1,1 1 0,0 0 1,-6 11-1,-26 64 1242,23-47-985,-5 11 147,3 0 0,-13 65 0,-8 100 480,23-129-834,-156 761 3056,0-268-2077,-89 337-271,210-719-997,-238 1025 437,205-822-1129,76-373 154,0-1 0,2 1 0,1-1 0,0 1-1,2 0 1,4 40 0,-4-60 341,0-1 0,0 0 1,1 0-1,-1 0 0,0 0 0,0 0 0,1 0 0,-1 1 1,1-1-1,-1 0 0,1 0 0,0 0 0,-1 0 0,1-1 1,0 1-1,-1 0 0,2 1 0,-1-2 41,-1 0 1,1 0-1,-1 0 0,1 0 1,-1 0-1,1 0 0,-1 0 1,1 0-1,-1 0 0,1 0 0,-1 0 1,1 0-1,-1 0 0,1 0 1,-1-1-1,1 1 0,-1 0 0,1 0 1,-1-1-1,0 1 0,1 0 1,-1-1-1,1 1 0,-1 0 1,0-1-1,1 0 0,24-36-3365,-22 31 2888,21-38-5174,6-8-3437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2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137 155 3452,'-86'-113'5908,"83"108"-5685,-1 1 0,1 0 0,-1 1 1,0-1-1,0 1 0,0-1 1,0 1-1,-1 0 0,-8-4 0,13 7-225,-3-1 2282,4 2-2206,-1 1 0,1-1 0,0 0 0,-1 1 0,1-1 0,0 0 0,0 1 0,0-1 0,0 0 0,0 0 0,0 0 0,0 0 0,2 1 0,1 2 72,2 1-45,1 0 0,-1 0 1,1-1-1,1 1 0,-1-1 0,1-1 0,12 5 0,63 14 353,-37-11-263,604 124 987,10-47-816,-272-48-247,342 25-36,-287-30-31,632 47 54,772 56 66,-1198-87 275,-619-49-413,-8-1 2,0 1 0,-1 1 0,31 7 1,-51-9-34,1-1 0,-1 0 0,0 0 1,0 1-1,0-1 0,1 0 0,-1 1 1,0 0-1,0-1 0,0 1 0,0-1 1,0 1-1,0 0 0,0 0 0,0 0 1,-1-1-1,1 1 0,1 1 0,-2-1-11,0 0 0,0-1 0,-1 1 0,1-1-1,0 1 1,0-1 0,-1 1 0,1-1-1,0 1 1,0-1 0,-1 1 0,1-1 0,-1 1-1,1-1 1,0 0 0,-1 1 0,1-1-1,-1 1 1,1-1 0,-1 0 0,1 0-1,-1 1 1,1-1 0,-1 0 0,1 0 0,-2 1-1,-53 15-1287,44-13 849,-133 23-7431,96-13 1684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3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6 5581,'3'13'2103,"-12"-23"316,2 2 943,-13 10-1743,5 1 3006,-11 0-3515,26-3-1099,0 0 1,0 0-1,0 0 1,-1 0 0,1 1-1,0-1 1,0 0-1,0 0 1,0 0-1,0 0 1,0 0 0,0 0-1,0 1 1,0-1-1,0 0 1,0 0-1,0 0 1,0 0-1,0 0 1,0 1 0,0-1-1,0 0 1,0 0-1,0 0 1,0 0-1,0 1 1,0-1 0,0 0-1,0 0 1,0 0-1,0 0 1,0 0-1,0 1 1,0-1 0,0 0-1,0 0 1,0 0-1,0 0 1,1 0-1,-1 0 1,0 0-1,0 1 1,0-1 0,0 0-1,0 0 1,0 0-1,1 0 1,-1 0-1,0 0 1,0 0 0,0 0-1,0 0 1,0 0-1,1 0 1,-1 0-1,0 0 1,0 0-1,0 0 1,0 0 0,1 0-1,-1 0 1,0 0-1,7 3 91,1-1-1,0 1 0,-1-2 1,11 2-1,385 17 728,-294-19-773,2173 27-236,-639-6-86,-568-5 219,-637-10-15,323 3-8,-556-5-65,104-2-1855,-263-6 1426,146-10-1732,-152 8 961,0-1 0,67-21 1,-98 24 626,-1 0 0,0 0 0,0-1 0,-1 0 0,1 0 1,-1-1-1,10-7 0,12-15-3970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4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1722 12 5140,'9'-12'11816,"-34"25"-5003,10-4-9429,-1 6 2898,0 0 0,1 1-1,1 1 1,0 0 0,2 1-1,-21 35 1,17-25 21,-34 59 669,3 2 1,-42 117-1,-49 199 280,111-321-1045,-299 1022 1142,145-468-976,55-202-210,-158 513-1041,163-607-1709,109-311 1562,-24 47 0,32-71 477,0 1-1,-1-1 1,0 0-1,0 0 1,0-1 0,-1 0-1,0 1 1,0-2-1,-1 1 1,-14 8 0,20-13 225,0 0 1,0-1-1,0 0 1,0 1-1,0-1 1,0 0-1,0 1 1,0-1-1,0 0 1,0 0-1,0 0 1,0 0-1,0 0 1,0 0-1,0 0 0,0 0 1,-1-1-1,-22-10-9029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6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186 144 5537,'14'3'2160,"-15"-10"-303,-6-15 7977,10-12-8236,-3 31 53,0 1-753,0-30 1589,-34 27 148,26 9-2533,0 0 1,1 1-1,0 0 1,0 0 0,0 0-1,0 1 1,1 0-1,0 1 1,0-1 0,1 1-1,0 0 1,0 0-1,1 1 1,-8 15 0,1 2 46,1 1 1,1 0 0,-10 43-1,15-46-119,0 0-1,2 0 0,0 1 1,2-1-1,1 1 1,1-1-1,0 0 1,2 1-1,1-1 0,0-1 1,10 24-1,-8-27-10,1-2 1,1 1-1,0-1 0,2 0 0,-1-1 1,2-1-1,0 0 0,1 0 0,0-1 0,2 0 1,-1-2-1,1 1 0,30 17 0,-34-24-17,0-1-1,1 1 1,-1-2-1,1 0 1,0 0-1,0-1 1,0 0-1,0-1 1,1-1-1,-1 0 1,0-1-1,1 0 1,-1-1-1,1 0 1,-1-1-1,0 0 1,0-1-1,0 0 1,0-1-1,0 0 1,-1-1-1,0-1 1,0 0-1,0 0 1,-1-1-1,0 0 1,0-1-1,0 0 1,-1 0-1,-1-1 1,1 0-1,-2-1 1,1 0-1,-1 0 1,8-17-1,-5 6-4,-1 1 0,-2-1 0,0-1 0,-1 1 0,-1-1 0,-1 0 0,-1 0 0,-1-1 0,-1 1 0,-2-26 0,-1 18-9,-2 0 0,-1 0 0,-1 1 0,-2 0 0,-1 1-1,-1-1 1,-15-29 0,19 48 1,1 0 0,-2 0 0,1 0 0,-1 1 0,-1 0-1,1 1 1,-1 0 0,-1 0 0,0 0 0,0 1 0,0 0 0,-1 1 0,-14-7-1,-6 0-301,0 2-1,-1 0 1,-40-7-1,65 17 226,-2-1-164,0 1-1,0 0 0,0 1 1,0 0-1,0 0 1,-1 0-1,1 1 1,0 1-1,-13 3 1,5-2-110,10-2 18,0 1 1,0 0-1,0-1 0,0 2 0,0-1 1,0 1-1,1 0 0,-1 0 0,1 0 1,0 1-1,0 0 0,0 0 0,0 0 1,-5 7-1,4-2-1328,0 0 1,0 1-1,1 0 0,0 0 0,1 0 1,-6 20-1,3-10-5441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7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109 166 6205,'0'0'7590,"2"-1"-6403,6-2-493,0-1 1,-1 0-1,0 0 0,0-1 0,9-7 1,-15 12-622,0-1-1,0 0 1,0 0 0,0 1 0,0-1 0,0 1 0,0-1 0,0 1 0,1-1-1,-1 1 1,0 0 0,0 0 0,0 0 0,2-1 0,15-3 774,-13 1-623,0 0-1,0 1 1,-1-2 0,1 1-1,-1 0 1,0-1 0,0 0-1,0 0 1,7-11 5633,-12 13-5369,1 1-409,0 0 1,0 1-1,0-1 0,0 0 1,-1 0-1,1 1 0,0-1 0,-1 0 1,1 0-1,0 1 0,-1-1 1,1 0-1,-1 1 0,1-1 1,-1 1-1,1-1 0,-1 1 1,0-1-1,1 1 0,-1-1 0,1 1 1,-1-1-1,0 1 0,0 0 1,1-1-1,-1 1 0,0 0 1,0 0-1,-1-1 0,0 3 52,0-1 0,-1 1 0,1-1 0,0 1 0,0 0 0,0 0-1,0 0 1,-3 4 0,2-3-367,-18 21 236,0 1 0,2 1 0,1 0 0,1 2 0,1 0 0,2 1 0,0 0 0,2 1 0,-15 60 0,22-65 0,1-1 0,0 1 0,2 0 0,1-1 0,2 1 0,0 0 0,1 0 0,1 0 0,2-1 0,0 0 0,2 0 0,1 0 0,14 31 0,-13-38 0,0 0 0,2 0 0,0-1 0,1-1 0,0 0 0,2 0 0,-1-2 0,2 1 0,0-2 0,0 0 0,1-1 0,0 0 0,1-2 0,1 0 0,23 9 0,-29-13 0,-1-1 0,1-1 0,0 0 0,0-1 0,0 0 0,0-1 0,0 0 0,0-1 0,0 0 0,0-1 0,0 0 0,0-1 0,0-1 0,0 0 0,0 0 0,-1-1 0,1-1 0,-1 0 0,0 0 0,-1-1 0,1 0 0,-1-1 0,-1 0 0,1-1 0,12-13 0,-11 8 0,-1 0 0,0-1 0,-1 0 0,-1-1 0,0 0 0,-1-1 0,0 1 0,-1-1 0,-1-1 0,-1 1 0,0-1 0,-1 1 0,1-28 0,-2 1 0,-2 0 0,-2 0 0,-1 1 0,-12-53 0,9 64-3,-2 0 0,-1 0 0,-1 1 0,-2 0 0,-1 1 0,-1 1 0,-29-44 0,35 60-148,-1 0 1,-1 0-1,0 1 0,0 0 0,-1 1 1,-1 0-1,0 0 0,0 2 1,-1-1-1,0 2 0,0 0 0,-1 0 1,0 1-1,0 1 0,0 0 1,-1 1-1,1 0 0,-17 0 0,17 3-387,0 0-1,0 2 1,-1 0-1,1 1 0,0 0 1,0 1-1,0 0 1,-22 9-1,17-4-774,0 1-1,0 1 1,1 1-1,0 0 1,-19 17 0,4 3-4158,12 3-3226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7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636 189 7785,'-3'-1'354,"-25"-10"1336,27 10-1448,-1 1 0,1-1 0,0 0 0,0 0 0,0 1 1,0-1-1,0 0 0,1 0 0,-1 0 0,0 0 1,0 0-1,1 0 0,-1 0 0,0 0 0,1-1 0,-1 1 1,1 0-1,-1 0 0,1 0 0,0-1 0,0 1 1,-1-2-1,-1 1 1222,-83-57 6554,56 48-6475,18 8-1200,8 2-261,1 1 0,-1 0 0,0-1-1,0 1 1,0 1 0,0-1 0,0 0 0,1 1-1,-1-1 1,0 1 0,0 0 0,1 0 0,-1 0-1,0 0 1,-2 3 0,-7 4 102,0 0 0,1 1 0,1 1 0,-1 0 0,2 1 0,-1-1 0,-8 15 0,5-8 4,-14 17-3,2 2 0,1 0-1,2 2 1,1 0 0,-20 54 0,34-70-154,0-1 1,2 1 0,0 1-1,1-1 1,0 25-1,3-32-4,2-1-1,0 1 1,0-1-1,1 1 1,1-1-1,1 0 0,0 0 1,10 24-1,-9-29-18,0 1 0,1 0-1,0-1 1,0 0 0,1-1 0,0 1-1,1-1 1,0-1 0,0 1 0,0-2-1,1 1 1,0-1 0,1 0 0,-1-1-1,1 0 1,0 0 0,0-1 0,1-1-1,-1 0 1,1 0 0,0-1 0,0 0-1,0-1 1,-1 0 0,20-1 0,-16-1-15,-1 0 1,1-1-1,-1 0 1,1-1-1,-1-1 1,0 0-1,0-1 1,0 0-1,-1-1 1,0 0-1,0-1 1,0-1-1,-1 0 0,0 0 1,-1-1-1,0 0 1,0-1-1,-1 0 1,0-1-1,10-14 1,-11 10 5,0 1 1,-1-1-1,-1-1 1,0 1-1,-1-1 1,-1 0-1,0 0 1,-1-1-1,1-31 1,-4 27 12,0-1 0,-2 1 0,-1-1 0,-1 1 1,0 0-1,-2 0 0,-8-22 0,2 16-61,0 0-1,-2 1 1,-1 0-1,-1 1 1,-1 1-1,-1 0 1,-1 2-1,-1 0 1,-1 1-1,0 1 1,-34-23-1,36 30-542,-1 0-1,0 2 1,-1 0-1,-1 2 1,-36-12-1,43 17-282,0 1-1,-1 0 0,1 1 1,0 1-1,-1 0 0,1 1 1,-1 1-1,1 0 0,-22 5 1,29-4-336,0 0 1,0 1 0,1 0 0,-13 6-1,-23 21-8277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49.8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489 160 7365,'0'-2'334,"1"0"0,0-1 0,-1 1 0,0 0 0,1-1 0,-1 1 1,0 0-1,0-1 0,-1 1 0,1 0 0,0-1 0,-1 1 0,1 0 1,-1-1-1,0 1 0,0 0 0,0 0 0,-3-6 1806,3 4-1376,-1-1 0,0 1 0,1 0 0,-2-1 0,1 1 0,-1 0 0,1 0-1,-5-5 1,5 7-275,-14-10 1066,0-2 875,11 15-1809,-5 1-429,-1 0 1,0 0-1,1 1 1,-1 1-1,1-1 1,0 2-1,0 0 1,1 0-1,-1 0 1,-11 10-1,-8 10 53,2 1 1,0 1-1,2 1 0,1 1 1,-36 57-1,44-59-175,1 0 0,2 1-1,1 0 1,1 1 0,1 0 0,2 1-1,-8 48 1,14-60-37,1 0-1,1 0 0,0 0 1,1 0-1,1 1 1,1-2-1,1 1 0,0 0 1,1-1-1,1 1 1,1-1-1,0-1 0,10 18 1,-10-23-29,0-1 0,0 0 0,1 0 0,1 0-1,-1-1 1,2 0 0,-1-1 0,1 0 0,0-1 0,1 0 0,-1 0 0,1-1 0,1 0 0,-1-1 0,1-1 0,0 1 0,0-2-1,0 0 1,20 2 0,-15-3-10,0-2 0,0 0 0,0-1 0,0-1 0,0 0-1,0-2 1,0 0 0,-1 0 0,1-2 0,-1 0 0,-1-1 0,1 0-1,-1-1 1,0-1 0,-1 0 0,0-1 0,-1-1 0,0 0-1,0-1 1,13-17 0,-9 9 11,-2 1 0,-1-2 0,0 0-1,-1-1 1,-2 0 0,0-1 0,-1 0 0,-2 0-1,0-1 1,-2 0 0,0-1 0,-2 0-1,3-33 1,-6 30-152,-1 0 0,-2-1 0,0 1 0,-2 0 1,-1 0-1,-2 0 0,0 1 0,-2 0 0,0 0 0,-2 1 0,-1 1 0,-2 0 0,0 0 0,-27-35 0,36 54-97,1 1 0,-1 0 0,0-1 0,-1 2 0,1-1 1,-1 0-1,0 1 0,0 0 0,0 1 0,0-1 0,-1 1 0,1 0 0,-1 1 0,0 0 0,-9-2 0,12 3-150,-1 1 0,1 0 0,-1 0-1,0 0 1,1 0 0,-1 1 0,1 0 0,-1 0-1,1 0 1,-7 3 0,6-2-481,0 1-1,0 0 1,0 0 0,0 0 0,0 1-1,1 0 1,0-1 0,0 2 0,-6 6 0,-13 22-9052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0.2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168 277 9509,'0'0'5728,"-3"2"-4169,-2-1-1315,0 1 0,1 0 0,-1 1 1,1-1-1,-1 1 0,1 0 0,0 0 1,0 0-1,0 1 0,1-1 1,-1 1-1,1 0 0,0 0 0,0 0 1,0 1-1,1-1 0,-1 1 1,1-1-1,0 1 0,-2 9 0,-24 58 1634,17-44-1234,1 0 1,-11 46-1,14-34-317,2 0 0,1 1 0,2-1 0,3 45 0,1-66-258,0 0 0,2 0 0,0 0-1,1 0 1,0-1 0,2 1-1,0-2 1,1 1 0,1-1 0,18 26-1,-18-29-27,2-1 0,-1-1 0,2 0 0,0-1 0,0 0 0,1 0 0,26 16 0,-27-21-22,1 0 0,-1-1 0,1-1 1,0 0-1,0 0 0,0-1 0,0-1 0,1 0 0,25 0 1,-22-3-11,-1 0 1,0-1-1,0 0 1,0-2 0,0 1-1,0-2 1,-1-1 0,0 0-1,0 0 1,0-2-1,-1 0 1,0 0 0,0-1-1,-1-1 1,-1 0-1,1-1 1,-2-1 0,1 1-1,-2-2 1,0 0-1,0 0 1,-1-1 0,14-28-1,-9 8 39,-1-2-1,-2 0 0,-2 0 0,-1 0 1,-2-1-1,3-55 0,-8 60-37,-1 0-1,-1 0 1,-2 0 0,-1 1-1,-2-1 1,-1 1-1,-1 0 1,-2 1 0,-24-54-1,23 62-47,0 1 0,-1 1-1,-1 0 1,-1 0 0,-1 1-1,-1 1 1,0 1-1,-1 0 1,-1 1 0,-1 1-1,0 0 1,-1 2 0,-35-19-1,42 27-260,-1 0-1,0 0 1,0 2-1,0-1 1,0 2-1,-1 0 1,1 1-1,-1 0 1,1 1-1,-29 4 1,25-1-670,1 0 0,-1 2 1,-21 8-1,23-7-1021,0 1-1,1 1 1,-21 14 0,-18 21-8663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3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60 137 10401,'0'-2'1732,"-2"-5"-1017,2 5-507,0 0 0,0 0 0,0 1 0,0-1 1,-1 0-1,1 1 0,-1-1 0,1 0 0,-1 1 0,0-1 1,1 1-1,-1-1 0,0 1 0,0-1 0,0 1 1,0-1-1,-1 1 0,1 0 0,0 0 0,0 0 0,-1 0 1,1 0-1,-1 0 0,1 0 0,-3-1 0,2 0 49,0 0-1,0-1 0,1 1 0,-1 0 1,1-1-1,0 1 0,0 0 0,0-1 1,-1-3-1,0 3 258,1 0 548,-3-1 776,3 4-1754,0 0 1,0-1-1,1 1 1,-1-1-1,0 1 1,1-1 0,-1 1-1,1-1 1,-1 0-1,1 1 1,-1-1-1,1 0 1,-1 1-1,1-1 1,-1 0-1,1 1 1,0-1-1,-1 0 1,1 0-1,0 0 1,0 1-1,0-1 1,-1 0-1,1-1 1,21-5 225,0 1 1,1 1 0,-1 1 0,29-2-1,95 0 66,-73 5-216,1131 11 638,-514 5-663,5-9-846,-694-7 669,1 1 0,0 0 0,0 0 0,0 0 0,-1 0 0,1 0 0,0 0-1,0 0 1,-1 0 0,1 0 0,0 0 0,0 0 0,-1 0 0,1 0 0,0 1 0,0-1 0,-1 0-1,1 0 1,0 1 0,-1-1 0,1 1 0,0-1 0,-1 1 0,1-1 0,0 1 0,-16 10-1754,-42 11-2624,4-3-4387,28-12-753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572 251 6925,'-6'-15'384,"-53"-115"5530,52 117-4660,0 0 1,0 0-1,-1 1 0,-1 1 0,0-1 0,-19-17 1,28 29-1232,0 0 0,0-1 0,-1 1 0,1 0 0,0 0 0,0 0 0,-1-1 0,1 1 0,0 0 0,0 0 0,-1 0 0,1 0 0,0 0 0,-1-1 0,1 1 0,0 0 1,-1 0-1,1 0 0,0 0 0,-1 0 0,1 0 0,0 0 0,-1 0 0,1 0 0,0 0 0,0 0 0,-1 0 0,1 0 0,0 1 0,-1-1 0,1 0 0,-1 0 0,-3 12 600,6 25 219,-1-31-729,8 43 504,1-1 0,3 0 0,38 92 1,-42-117-505,59 143 419,-18-47-144,39 141 0,-78-221-333,-2 0 0,-2 1 0,-2 0 0,-1 0 0,-3 0 0,0 0 0,-11 78 0,4-92-25,-1 0 0,-1-1 0,-1 1 0,-1-2 0,-1 0 0,-1 0 0,-2-1 0,-23 33 0,2-12-291,-2-1 0,-1-2-1,-45 36 1,53-52-624,0-3 0,-60 34 0,-72 27-5918,96-51 1304,3-2-4456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73 192 12541,'-6'-31'2164,"-1"-7"-227,-8 7-65,8 14-84,-6 3-144,1-1-248,2 1-284,7 3-240,16 2-184,3 0-272,22 7-472,32 2-560,-10 8-428,10 4-840,12 2-696,1 9-3429,3-3-5248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84 10881,'-47'0'2592,"37"-12"5985,20 4-6729,21-4-364,8 4-376,18 2-504,16 0-1060,16-5-648,12 2-1056,7 4-948,16 5-2909,6-6-5248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252 655 10733,'-47'-14'15871,"48"11"-14354,2-1-1335,-1 1 0,1 0 1,0-1-1,0 1 0,0 0 0,0 1 0,0-1 0,1 0 0,-1 1 0,1 0 0,-1 0 0,1 0 1,7-3-1,7-1 252,36-7 1,-7 1 27,30-15-79,136-69-1,-188 83-382,-1-1 0,-1-1 0,0-2 0,-1 0 0,33-34 0,-48 44 0,0 0 0,0-1 0,-1 0 0,0 0 0,-1-1 0,0 0 0,0 0 0,-1 0 0,0 0 0,0-1 0,-1 0 0,-1 1 0,0-1 0,0 0 0,0 0 0,-2 0 0,1 0 0,-2-20 0,-1 24 0,1 0 0,-1 1 0,0-1 0,0 0 0,0 1 0,-1 0 0,0-1 0,0 1 0,-1 0 0,1 1 0,-1-1 0,0 0 0,0 1 0,-1 0 0,1 0 0,-1 0 0,0 1 0,0 0 0,0 0 0,0 0 0,-1 0 0,1 1 0,-1 0 0,-11-3 0,1 1 0,-1 0 0,0 1 0,0 1 0,0 1 0,1 1 0,-1 0 0,-31 5 0,15 1 0,0 2 0,0 1 0,1 2 0,0 1 0,1 2 0,1 1 0,0 1 0,-38 27 0,33-17 0,1 1 0,2 1 0,1 2 0,1 2 0,1 0 0,-28 43 0,48-62 0,1 0 0,0 0 0,1 1 0,0 0 0,1 1 0,1 0 0,0-1 0,2 2 0,-1-1 0,2 0 0,-2 17 0,4-21 0,1 0 0,-1 0 0,2 0 0,0 0 0,0 0 0,1 0 0,0-1 0,1 1 0,0-1 0,1 0 0,0 0 0,0 0 0,1-1 0,0 0 0,1 0 0,8 9 0,3-1-38,-1-1 0,2-1 0,0-1-1,1 0 1,0-2 0,1 0 0,0-1 0,1-1 0,0-1-1,1-1 1,0-1 0,29 5 0,-19-6-29,0-1 1,0-2-1,0-2 0,0 0 1,1-3-1,-1 0 0,0-2 1,41-11-1,-48 7 0,-1-1 0,0 0 0,0-2 0,-1-1-1,31-22 1,103-85-218,-58 40 190,-99 78 94,9-6-20,-1 0 0,1 1 0,12-6 0,-19 10 14,0 1 1,0 0-1,0 0 1,0 0 0,0 1-1,1-1 1,-1 1-1,0-1 1,0 1-1,0 0 1,0 0 0,1 0-1,-1 1 1,0-1-1,0 1 1,6 2-1,-3 0 6,1 0-1,-1 1 0,0 0 1,0 0-1,-1 0 0,1 1 0,-1 0 1,0 0-1,0 0 0,-1 1 1,1 0-1,-1 0 0,6 11 0,3 10-1,-1 0 0,9 33-1,-11-31 12,16 33 0,-24-58-15,6 12 72,0 0 0,1-1 0,1 0 0,0 0 0,19 20 0,-25-31-23,0-1 0,0 1 0,0-1 1,1-1-1,-1 1 0,1 0 1,0-1-1,0 0 0,0 0 0,0-1 1,0 1-1,0-1 0,0 0 0,0 0 1,1-1-1,-1 0 0,0 0 1,1 0-1,-1 0 0,0-1 0,0 0 1,0 0-1,7-3 0,1 0 30,0-1 0,0 0 1,0-1-1,-1 0 0,0-1 0,-1-1 0,16-12 0,71-73-233,-26 21-1678,17-19-2221,-30 28-325,7 5-3345,-1 14-3760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122 696 9753,'34'-8'1003,"55"-16"5219,-78 21-5473,0-1 0,-1 0 0,0-1-1,0 0 1,18-14 0,-25 17-597,-1 0 0,0-1 0,1 1 1,-1-1-1,-1 1 0,1-1 0,0 0 1,0 0-1,-1 0 0,0 0 0,0 0 1,0 0-1,0 0 0,0 0 0,0-1 0,-1 1 1,0 0-1,1-1 0,-1 1 0,-1 0 1,1 0-1,0-1 0,-1 1 0,1 0 1,-1 0-1,0 0 0,0-1 0,-1 1 1,1 0-1,0 0 0,-1 1 0,0-1 1,-2-3-1,2 3-56,0-1 0,-1 1 0,1 0 0,-1 0 0,0 0 1,0 0-1,0 1 0,0-1 0,0 1 0,0-1 0,-1 1 0,1 0 1,-1 1-1,0-1 0,1 1 0,-1-1 0,0 1 0,0 0 0,0 0 0,0 1 1,0-1-1,0 1 0,0 0 0,0 0 0,0 0 0,0 1 0,0-1 1,-4 2-1,-3 3-6,1 0 1,-1 0-1,1 1 1,0 0-1,0 1 1,1 0-1,0 1 1,0 0-1,-10 12 1,-1 3 32,2 1-1,-24 39 1,36-52-120,0-1 0,1 1 0,0 0 0,1 0 0,0 0 0,1 1 0,0-1 0,1 1 0,0 0 0,1 0 0,0 16 0,1-22-51,1-1 0,-1 0-1,1 0 1,1 0 0,-1 0-1,1 0 1,0 0 0,0 0 0,0 0-1,0-1 1,1 1 0,0-1-1,0 1 1,0-1 0,1 0-1,-1 0 1,1-1 0,0 1 0,0-1-1,0 0 1,0 0 0,1 0-1,0 0 1,-1-1 0,1 0 0,0 0-1,10 3 1,-8-3 16,1-1 1,0 1-1,-1-2 1,1 1-1,0-1 1,0 0-1,0 0 1,-1-1-1,1 0 1,0 0-1,-1-1 1,1 0-1,-1-1 1,1 1-1,9-6 1,9-7-1,-1 0 1,44-36 0,-52 37 56,0 1 0,1 1 0,0 0 0,1 1 0,25-10 1,-42 20-25,-1 1 1,0-1-1,0 1 1,0 0-1,0 0 1,1 0-1,-1 0 1,0 0-1,0 0 1,1 0-1,-1 0 1,0 0-1,0 1 1,0-1-1,1 0 1,-1 1-1,1 0 1,5 1 2,5 0-3,-1 1 1,1 0-1,-1 1 0,0 1 0,0 0 1,14 8-1,-17-8 0,0 0 0,0-1 0,1 0 0,0 0 0,-1-1 0,1 0 0,0-1 0,0 0 0,1 0 0,-1-1 1,0 0-1,15-1 0,-2-5 12,-1 0 1,0-2-1,0 0 1,25-13-1,43-14 68,-84 33-55,-1 0-1,1 0 1,0 0-1,0 1 1,-1 0-1,1 0 1,0 0-1,0 0 1,0 1-1,-1 0 1,1 0-1,0 0 1,-1 1-1,1 0 0,-1-1 1,1 1-1,6 5 1,5 4 39,-1 1 0,0 0 0,17 18 0,15 12 43,-32-30-109,1-1-1,0-1 1,1 0 0,0-1-1,0-1 1,1-1 0,0 0-1,0-1 1,28 5-1,-33-10-40,0 1-1,1-2 0,-1 0 1,0 0-1,0-1 0,1-1 1,-1 0-1,0-1 0,0 0 0,-1-1 1,1 0-1,-1-1 0,0-1 1,17-10-1,-12 5 9,-1-1 0,-1 0 0,0-2 0,0 0 0,-2 0 0,0-1 0,0-1 0,19-32 0,1-12 105,32-82 0,-12 25 208,8 3 649,93-128 0,-146 230-790,-4 5-39,0 1 0,0-1 0,1 1 1,-1 0-1,2 0 0,-1 1 1,1 0-1,-1-1 0,1 2 1,1-1-1,6-3 0,-12 7-95,1 1 0,0-1 0,-1 1 0,1 0 0,0-1 0,-1 1 0,1 0 0,0 0 0,-1 0 0,1 0 0,0 0 0,0 1 0,-1-1 0,1 0 0,-1 1 0,1 0 0,0-1 0,-1 1 0,1 0 0,-1-1 0,1 1 0,-1 0 0,0 0 0,1 0 0,-1 0 0,0 1 0,0-1 0,0 0 0,1 1 0,-1-1 0,-1 0 0,1 1 0,0-1 0,0 1 0,0-1 0,-1 1 0,1 1 0,3 6-5,-1 0 0,-1 0 0,1 0 1,-1 0-1,1 15 0,-2 24 1,-2 1 0,-2 0 0,-2-1 0,-2 0 0,-2 0 0,-2-1 0,-18 48 0,-41 72 78,26-69-564,-26 36-8339,47-93 587,12-21-4074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2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15321,'-51'9'5525,"76"-3"-3617,17 2-380,-14 7-312,13-4-304,7 6-428,6 0-824,3 6-428,7-6-536,5 3-576,4 0-456,-3-3-208,3 1-2717,4-1-4216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17 160 10361,'25'-20'4348,"-38"9"-2375,4-3 211,3-1-228,2 4 1168,-2-9-2060,3 3 428,9 2-2396,1-2-748,2 9-7397,1-4-2864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12 12725,'-1'-1'351,"1"1"0,-1-1 0,0 0-1,1 0 1,-1 1 0,0-1 0,0 0-1,1 1 1,-1-1 0,0 0 0,0 1 0,0-1-1,0 1 1,0 0 0,0-1 0,0 1 0,0 0-1,0-1 1,0 1 0,0 0 0,0 0 0,0 0-1,0 0 1,0 0 0,0 0 0,0 0-1,0 0 1,-1 1 0,-9 9 616,10-4-639,0 1 0,1 0 0,0 0 0,0-1 0,0 1 0,1 0 0,0-1 0,2 8 0,0 7 323,0 26-142,-1 1 0,-3-1 0,-2 0 0,-1 0 0,-17 67-1,3-41 241,-4 0-1,-50 112 1,-65 75-740,82-161-97,42-74-447,-16 42 0,25-57-52,2 0 1,-1 0-1,1 1 0,1-1 1,-1 21-1,2-28 261,0 1 1,1-1-1,-1 1 0,1-1 1,0 1-1,0-1 0,0 0 1,1 0-1,-1 0 0,1 1 1,-1-1-1,1 0 0,0-1 1,0 1-1,1 0 0,-1-1 1,4 4-1,-2-3-748,0 0 0,0 1 0,1-1 0,-1 0 0,1-1 0,5 3 0,31 6-10660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4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95 11737,'0'-7'710,"-1"0"-1,1 1 1,-1-1 0,-1 1-1,1-1 1,-1 1-1,0-1 1,-5-9 3412,7 15-3956,0 0 1,0-1-1,-1 1 0,1 0 1,1-1-1,-1 1 1,0 0-1,0-1 0,0 1 1,1 0-1,-1-1 0,0 1 1,1 0-1,0 0 0,-1 0 1,1-1-1,1 0 0,-1 1-124,1 1-1,-1 0 0,0-1 0,1 1 1,-1 0-1,1 0 0,-1 0 0,1 0 0,-1 0 1,1 1-1,-1-1 0,0 0 0,1 1 0,-1-1 1,1 1-1,1 1 0,36 14 164,-1 1 1,-1 2-1,0 2 0,-2 1 0,0 2 1,-2 1-1,-1 2 0,45 47 0,-66-62-182,-1 0 0,0 0 0,-1 1 0,-1 0 0,0 0 0,-1 1 0,0 0 0,-1 1 0,7 26-1,-11-32-5,0 0-1,-1 0 0,-1 0 0,1 0 1,-2 0-1,1 0 0,-1 0 1,0 0-1,-1 0 0,0-1 0,-1 1 1,1-1-1,-2 1 0,1-1 0,-1 0 1,0 0-1,-1 0 0,-8 10 1,0-2 49,-1-1 0,-1 0 0,0-1 0,-1-1 0,-1 0 0,0-1 0,-18 9 0,-137 63 423,133-67-418,-52 22-37,-98 48 145,169-76-702,0 1 0,0 1 0,1 0 0,1 2 1,1 0-1,-25 27 0,41-40 153,-1 1 0,1-1 0,0 0 0,0 1 0,0-1 0,0 1 0,0-1 0,1 1 0,-1-1 1,1 1-1,0-1 0,0 1 0,-1 0 0,2-1 0,-1 1 0,0-1 0,0 1 0,1 0 0,0-1 0,-1 1 1,1-1-1,0 1 0,0-1 0,0 0 0,1 1 0,-1-1 0,1 0 0,-1 0 0,1 0 0,-1 0 0,4 2 1,24 22-10068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45 13085,'-1'-5'720,"0"0"0,0 0 0,0 0 0,1 0 0,0 0-1,0-8 1,8 12 2538,20 7-1421,-8 2-1331,0 1-1,-1 1 1,0 0 0,-1 1 0,17 15-1,82 75 537,-92-79-919,-2 2-1,-1 1 1,0 1 0,-2 1-1,-1 0 1,27 54 0,-39-65-99,0 0 1,-1 1 0,-1-1-1,0 1 1,-2 0 0,1 0-1,-2 1 1,-1-1 0,0 0 0,-1 1-1,-1-1 1,0 1 0,-1-1-1,-9 33 1,2-25 117,-22 45 0,12-30 1475,17-37-880,13-29 684,3-3-1357,2 0 1,34-48-1,41-40-73,-87 111 9,65-76-1864,4 2 1,3 3-1,4 4 0,115-82 1,-179 143 126,1 1 1,0 0-1,0 2 1,1 0-1,20-7 1,27-3-8310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606 225 8805,'9'-15'1368,"-1"0"0,0 0 0,-1-1 0,-1 0 0,5-18 0,-10 31-1087,0-1-1,0 1 1,-1-1-1,1 0 1,-1 1-1,0-1 1,0 0-1,0 1 1,0-1-1,0 0 1,-1 1-1,0-1 1,0 1-1,0-1 1,0 1 0,0-1-1,-1 1 1,0 0-1,1-1 1,-1 1-1,0 0 1,-1 0-1,1 0 1,0 1-1,-1-1 1,0 1-1,1-1 1,-1 1-1,-5-3 1,2 2-37,1 1 1,-1 0-1,0 0 1,0 1-1,1-1 1,-1 1-1,0 1 0,0-1 1,0 1-1,0 0 1,0 0-1,0 1 0,0 0 1,0 0-1,0 0 1,0 1-1,-11 4 1,-1 2 204,-1 0 1,1 2 0,0 0 0,-18 15 0,12-6-380,1 0 0,1 2-1,0 1 1,2 0 0,1 2 0,1 0 0,-26 45 0,11-6-26,2 1-1,-25 78 0,37-90-81,3 0 0,3 1-1,1 1 1,3 0 0,3 0 0,1 1 0,5 80 0,2-106-31,1 0 0,1-1 1,2 1-1,1-1 1,1-1-1,1 1 1,2-1-1,0-1 0,2 0 1,1-1-1,1 0 1,1-1-1,1-1 0,1 0 1,39 37-1,-26-35-779,0-1-1,2-1 1,0-2-1,1-1 1,1-2-1,63 23 1,68 8-3700,3-20-3440,-62-19-1917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6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35 7545,'-28'-17'12812,"26"15"-12173,-1-2-545,2 3 1,0 0 1,1 0 0,-1 0-1,0 1 1,0-1 0,1 0 0,-1 0-1,0 0 1,0 1 0,0-1 0,0 1-1,0-1 1,0 0 0,-1 0 0,0 1 15,0 1 1,0-1-1,0 0 1,1 0 0,-1 1-1,0-1 1,0 1-1,1 0 1,-1-1 0,1 1-1,-1 0 1,0 0 0,-1 1-1,-14 10 312,-1 0 0,2 1 0,0 1 0,0 1-1,2 0 1,0 1 0,0 0 0,2 1 0,0 1 0,-15 30-1,10-14-232,2 1-1,1 0 1,2 2 0,1-1-1,-6 43 1,14-62-152,1 0 0,1 0 1,0 0-1,2 0 1,0 0-1,0 0 0,2 0 1,0 0-1,1-1 0,1 1 1,7 17-1,-7-23-39,0 0 0,1 0 0,1 0 0,-1-1 0,2 0 0,-1 0 0,1-1 0,1 0 0,0 0 0,0-1 0,1-1 0,-1 1 0,2-1 0,-1-1 0,22 10 0,-26-13-5,1-1 0,0 0 0,0-1 0,0 0 0,0 0 0,0 0 0,0-1-1,0 0 1,0 0 0,0-1 0,0 1 0,-1-2 0,1 1 0,0-1 0,0 0 0,-1 0-1,1-1 1,-1 0 0,1 0 0,-1-1 0,0 1 0,6-7 0,-5 4 1,-1-1 0,0 0 0,0 0 1,-1-1-1,0 1 0,0-1 0,-1 0 0,0-1 1,0 1-1,-1-1 0,0 0 0,0 0 0,-1 0 1,0 0-1,-1 0 0,0 0 0,-1-18 0,-1-3-4,-1 1-1,-2-1 1,-1 1-1,-11-35 1,2 16-77,-2 1 0,-22-47 0,24 67-986,0 1 1,-24-33 0,36 57 714,0 0 0,0 0 0,0 0 0,-1 0-1,1 1 1,0-1 0,-1 1 0,1-1 0,-1 1 0,1 0 0,-1 0-1,0 0 1,-3 0 0,5 0-45,-1 1-1,1-1 0,-1 1 1,1 0-1,-1 0 1,1 0-1,-1 0 1,1 0-1,-1 0 0,1 0 1,-1 0-1,1 0 1,-1 1-1,1-1 0,-1 1 1,1-1-1,-1 1 1,1 0-1,0-1 0,-1 1 1,1 0-1,0 0 1,-2 1-1,-2 18-8526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19:56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1232 55 8065,'12'-31'4404,"-14"25"-1293,-17-11 6209,23 28-8873,-1 0 1,2 0-1,0 0 0,0 0 0,1-1 0,13 18 1,4 9 159,5 14-382,-2 0 0,-3 1 0,-2 2 0,-2 0-1,-3 1 1,-2 0 0,-3 2 0,-2-1 0,3 105 0,-12-113-80,-2 0-1,-3 1 1,-1-2-1,-2 1 1,-3-1 0,-1-1-1,-3 0 1,-1 0 0,-3-2-1,-1 0 1,-3-1-1,-29 42 1,10-29-374,-2-1 0,-3-3 1,-2-1-1,-84 66 0,24-34-773,-162 93 0,-21-23-3919,94-62-5117,100-48-1638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63 3692,'-1'-3'826,"-4"-12"-390,2 11 367,2 0 0,-1 0 0,0 0 0,1-1 0,0 1 0,0 0 0,0-1 0,0-6-1,32 20-461,41 2-371,-24-4-1375,61 17 1,-56-10-1494,9-5-902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182 336 5368,'1'-2'173,"-1"-1"-1,1 1 1,-1-1-1,0 0 0,0 1 1,0-1-1,0 0 0,0 0 1,-1 1-1,1-1 0,-1 1 1,1-1-1,-1 0 0,0 1 1,0-1-1,0 1 0,-1 0 1,1-1-1,-1 1 0,1 0 1,-1 0-1,0 0 1,-3-3-1,-49-78 7525,-52-69 791,104 149-6965,4 1-1166,0-1-328,0 1 0,0-1 0,0 1 0,0 0 1,0 0-1,1 0 0,-1 0 0,1 0 0,-1 0 0,1 1 0,0-1 0,0 1 1,-1 0-1,1 0 0,0 0 0,0 0 0,0 0 0,0 1 0,0-1 1,0 1-1,1 0 0,4 0 0,64-2 36,0 3 0,-1 3 1,1 3-1,-1 4 0,-1 2 0,0 4 1,73 27-1,-125-37-69,1 0 0,-2 1 0,1 2 0,-1-1 1,-1 2-1,19 14 0,-32-22-7,-1-1 1,1 1 0,0-1-1,-1 1 1,1 0-1,-1 0 1,0 0-1,0 0 1,0 0-1,0 1 1,0-1-1,-1 1 1,0-1 0,0 1-1,0-1 1,0 1-1,0 0 1,-1-1-1,1 1 1,-1 0-1,0 0 1,0-1 0,-1 1-1,1 0 1,-1 0-1,1-1 1,-1 1-1,-1-1 1,1 1-1,0-1 1,-1 1-1,0-1 1,1 0 0,-1 1-1,-1-1 1,1 0-1,0 0 1,-5 4-1,-8 8-85,1-1-1,-2 0 0,0-1 1,-1-1-1,-34 20 0,-100 40-279,103-51 287,12-6 4,23-10 51,1 0 0,0 0 0,0 1 0,1 1 1,0-1-1,-13 11 0,24-16 34,0-1 0,-1 0-1,1 1 1,-1-1 0,1 1 0,0-1 0,0 0 0,-1 1 0,1-1 0,0 1-1,0-1 1,-1 1 0,1-1 0,0 1 0,0-1 0,0 1 0,0-1 0,0 1-1,0-1 1,0 1 0,0-1 0,0 1 0,0-1 0,0 1 0,0-1 0,0 1-1,0-1 1,0 1 0,0-1 0,0 1 0,1-1 0,-1 0 0,0 1 0,0-1-1,1 1 1,19 15-11,30 7-19,4-4 1,117 47-40,-137-51 28,-1 2 0,60 40 1,-85-51 40,-1 0 0,0 1 0,0 0 0,0 0-1,0 0 1,-1 1 0,-1 0 0,1 0 0,-1 0 0,-1 1 0,1-1 0,2 11 0,-5-14-3,-1 0 0,0 0-1,0 0 1,0 0 0,-1 0 0,1 0-1,-1 0 1,-1 0 0,1 0 0,-1 0-1,1 0 1,-2 0 0,1 0 0,0 0-1,-1 0 1,0 0 0,0-1 0,0 1-1,-1-1 1,0 1 0,0-1 0,0 0-1,0 0 1,-6 6 0,-6 2 6,1 0 1,-1-1 0,-1 0 0,0-1-1,0-1 1,-1-1 0,0 0-1,-19 5 1,-150 35-254,136-37 37,-241 60-2135,141-25-2691,146-45 4039,-1 1 0,1-1-1,-1 1 1,1 0 0,-1 0 0,1 0-1,-7 5 1,-8 5-6809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3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13261,'-6'2'-462,"-4"1"5099,29 1-59,304 53 367,-90-13-3949,1650 176 1389,-1414-201-2102,-316-21-232,156-21 0,-306 23-178,1 0 0,-1-1-1,0 1 1,0-1 0,0 0 0,0 0 0,0 0 0,0 0 0,0 0 0,-1 0 0,1-1 0,0 0-1,-1 1 1,1-1 0,-1 0 0,4-3 0,-10 3-1485,-75 0-3759,22 9-1654,-5 8-4547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954 229 11133,'-2'-3'325,"0"-1"0,1 0 0,-1 1 0,1-1-1,0 0 1,0 0 0,0 0 0,1 0 0,-1 0 0,1 1 0,0-1-1,0 0 1,1-5 0,-3-32 3374,-1 30-2650,-1 0 0,0 1 0,0 0 0,-1 0 1,-1 0-1,1 0 0,-15-16 0,17 23-875,-1-1 1,0 2-1,-1-1 0,1 0 1,0 1-1,-1-1 0,0 1 0,1 1 1,-1-1-1,0 1 0,0 0 1,0 0-1,0 0 0,-9 0 0,-4 0 192,-1 1-1,-26 3 1,23 1-269,1 0 1,-1 1 0,1 1 0,1 1-1,-1 1 1,2 1 0,-20 11 0,6 0 27,2 1 0,0 1 1,-31 29-1,50-39-125,-1 1 0,2 1 0,0 0 0,1 0 0,0 1 0,1 0 0,-13 31 0,16-33 0,1 0 0,1 1 0,0-1 0,1 1 0,0 0 0,2 0 0,-1 0 0,1 0 0,1 0 0,1 0 0,0 0 0,1 0 0,0 0 0,1 0 0,0-1 0,1 1 0,1-1 0,10 20 0,1-2 0,1-2 0,2 0 0,1 0 0,2-2 0,0-1 0,31 28 0,16 7-156,127 86 1,-115-90-33,86 77 0,-161-128 152,0-1 0,-1 1 0,0 0 0,0 1 0,0-1-1,-1 1 1,6 12 0,-9-17 28,0 0-1,0 1 0,0-1 1,-1 0-1,1 0 0,-1 1 0,0-1 1,0 0-1,0 0 0,0 1 0,0-1 1,0 0-1,0 1 0,-1-1 1,1 0-1,-1 0 0,0 0 0,0 1 1,1-1-1,-1 0 0,-1 0 0,1 0 1,0 0-1,0 0 0,-1-1 1,1 1-1,-1 0 0,0-1 0,1 1 1,-5 2-1,0 0-10,-1 0 0,0 0 0,0-1 0,0 0 0,0 0 1,0 0-1,-12 2 0,-58 7 8,55-10 8,-437 20 102,195-16-1870,189-3-848,52-2-1593,4-1-4663,48 0-2119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4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12053,'31'-12'1390,"0"1"0,1 1 0,0 2 0,1 2 0,0 0 0,62-1 0,449 30 3355,-504-22-4831,-15-2-885,-1 2 0,46 7 0,-61-5-2195,-29-2-52,-15 0-2014,-1 11-3697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21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1235 9 3872,'32'-7'949,"-25"5"1500,12 11-1798,-18-9-629,0 0 0,1 1-1,-1 0 1,0-1 0,1 1 0,-1 0 0,0 0 0,0-1 0,0 1 0,0 0 0,0 0-1,0 0 1,0 0 0,0 1 0,0-1 0,0 0 0,0 0 0,-1 0 0,1 1 0,0-1 0,-1 0-1,1 1 1,-1-1 0,1 2 0,-1 0 0,0 0 1,0 0-1,-1 0 0,1 1 0,-1-1 1,1 0-1,-1-1 0,0 1 0,0 0 1,0 0-1,-2 3 0,-3 5 18,0-1 0,-1 0 0,0 0 0,-1 0 0,-9 8 0,-88 77 446,-34 35-130,122-112-299,1 1 0,1 0 0,1 1 1,1 1-1,-18 35 0,27-47-43,0 0 0,1 0 1,0 1-1,0-1 0,1 1 1,1-1-1,-1 1 0,1 0 1,1-1-1,0 1 0,0 0 1,1 0-1,0 0 0,1-1 1,0 1-1,1-1 0,0 1 1,0-1-1,1 0 0,0 0 1,0 0-1,1-1 1,0 0-1,1 0 0,0 0 1,0 0-1,1-1 0,0 0 1,0 0-1,0-1 0,1 0 1,16 9-1,12 6-1,2-3 0,0 0 0,1-3 0,1-1 1,0-2-1,0-2 0,1-1 0,1-3 0,-1-1 0,1-2 0,0-2 0,0-1 1,0-3-1,0-1 0,75-18 0,-103 18-4,0 0 0,0-1 0,13-7 1,-21 9-23,-1 1 0,0-2 1,0 1-1,0 0 1,0-1-1,-1 0 0,0 0 1,1-1-1,4-6 1,-9 8 19,0 1 0,0-1 0,0 1 0,-1 0 0,1-1 1,-1 1-1,0 0 0,0 0 0,1-1 0,-1 1 0,-1 0 0,1 0 1,-3-3-1,2 3-9,0-1 0,-1 2 0,1-1 0,-1 0 0,0 0 1,1 1-1,-1-1 0,0 1 0,0 0 0,0 0 0,0 0 0,0 0 1,0 0-1,0 1 0,0 0 0,0-1 0,-1 1 0,1 0 1,0 1-1,0-1 0,0 0 0,-4 2 0,1-1 48,-1 1 0,1-1 0,0 1-1,0 1 1,0-1 0,1 1 0,-1 0-1,1 0 1,-10 8 0,9-6 33,0 1 0,1 0 0,0 0 1,0 0-1,0 0 0,1 1 0,0 0 0,1 0 0,-1 0 0,1 0 0,0 1 0,1-1 1,0 1-1,-2 14 0,-16 64 454,-4 0-1,-3-2 1,-61 127 0,-145 226 89,-34 75-467,110-114-44,85-190-135,-17 58 15,88-263-2,0 0-1,0 0 1,-1 1 0,1-1-1,-1 0 1,0-1-1,0 1 1,0 0 0,0 0-1,0-1 1,-1 0 0,1 1-1,-1-1 1,0 0-1,1 0 1,-1 0 0,0-1-1,0 1 1,0-1 0,-5 2-1,-4 1-74,0-2-1,0 0 1,0 0-1,-17 0 0,2 0-91,-24 0-187,0-2 1,-57-8-1,-38 0-1151,125 7 119,0-1-1,0-1 0,-40-10 0,41 9-2009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2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632 383 5216,'-19'-23'1393,"13"9"-109,3 0-128,-13-6 4,-6-12-220,0 4-88,-10-4-84,-6-2-156,-7-3-120,-12 5 44,-6 4-584,-4-1-636,-9-2-756,-7 8-2136,1 17-2101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28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793 143 6989,'3'-2'1801,"8"-6"908,0 1 0,22-9 1,-31 14-2304,0 0 1,0-1-1,-1 1 1,1 0 0,0-1-1,-1 1 1,0-1-1,1 1 1,-1-1-1,0 1 1,1-5 0,3-27 2235,-4 31-1438,-1 0-153,2-31 723,-1 31 791,-2 7-2139,-79 226 883,40-119-1310,-137 301 1,87-217 0,-128 315 0,26 10 0,140-344-159,43-137-1419,1 0-1,-3 63 1,14-58-2635,8-18-4888,-1-11-2474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2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147 128 4728,'-5'-5'632,"0"0"0,0 0-1,-1 0 1,1 0-1,-1 1 1,0 0-1,0 0 1,-11-5 0,8 5 379,1-1 0,0 0 0,-13-10 0,-15-30 2896,36 45-3873,0 0 0,0 0 1,0 0-1,-1 0 0,1 0 1,0 0-1,0 0 0,0 0 1,0 0-1,-1 0 1,1 0-1,0 0 0,0 0 1,0 0-1,0-1 0,0 1 1,0 0-1,-1 0 0,1 0 1,0 0-1,0 0 0,0-1 1,0 1-1,0 0 0,0 0 1,0 0-1,0 0 0,0-1 1,0 1-1,0 0 0,0 0 1,0 0-1,0 0 1,-1-1-1,2 1 0,-1 0 1,0 0-1,0 0 0,0 0 1,0-1-1,0 1 0,0 0 1,0 0-1,0 0 0,0 0 1,0-1-1,0 1 0,0 0 1,1 0-1,12-1 610,32 8-720,-27-4 290,625 113 540,-145-23-640,939 103-209,-764-162 130,-501-30-88,-31-7 138,28 1-2648,-182 19-414,12-16 2625,0 1 0,0 0 0,0-1 0,0 1 0,0-1 0,-1 1 0,1-1 0,-1 0 0,1 0-1,-1 0 1,0 0 0,1 0 0,-1 0 0,0 0 0,0 0 0,1 0 0,-1-1 0,-4 2 0,-16 3-6138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0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4400,'0'0'2188,"2"1"-1258,39 24 2065,-31-18-2194,0 0 1,1-1-1,14 7 1,-19-11-598,3 0 258,0 2 0,0-1 1,-1 1-1,1 0 1,-1 1-1,0 0 0,0 0 1,0 1-1,-1 0 1,12 12-1,-13-11-228,0 0-1,0-1 1,0 1-1,1-2 1,-1 1 0,2-1-1,-1 0 1,0 0 0,1-1-1,0 0 1,0 0-1,10 2 1,17 6 318,57 10 0,-83-20-491,701 91 727,-476-70-699,529 47 56,275 32-81,-800-77-10,161 24-149,-374-44-101,0 1 1,0 1 0,-1 1 0,-1 2-1,1 0 1,29 18 0,-49-25-60,1-1 0,-1 0 1,0 0-1,1-1 0,-1 1 1,1-1-1,-1 0 0,1 0 1,0-1-1,0 1 0,-1-1 1,1 0-1,7-1 0,3-2-1055,-1 0-1,1-1 1,13-6 0,0 1-2468,11-2-3542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0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1512 360 3508,'-37'-12'974,"29"10"3067,8-1-3253,1-11 442,1 1 0,0-1 1,1 1-1,1 0 0,5-15 0,-8 26-340,6-30 2615,-7 12-2948,3-78 1167,-2 87-1474,1 0 1,0 1-1,0-1 0,1 1 1,1 0-1,0 0 1,5-10-1,-8 17 839,-14 16-244,-6 19-347,1 1 0,2 1 1,-14 42-1,1-3 122,-51 107 759,-198 329 0,86-218-1330,-397 650-558,527-820-2200,-82 231 1,130-310 527,-12 57 0,13-5-6044,9-38-3003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4.4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379 101 4976,'1'0'98,"-1"0"-1,0 0 1,1 0-1,-1 0 1,0 0-1,0 0 0,1-1 1,-1 1-1,0 0 1,1 0-1,-1 0 0,0 0 1,0-1-1,1 1 1,-1 0-1,0 0 1,0-1-1,0 1 0,1 0 1,-1 0-1,0-1 1,0 1-1,0 0 1,0 0-1,1-1 0,-1 1 1,0 0-1,0-1 1,0 1-1,0 0 0,0-1 1,0 1-1,0 0 1,0-1-1,0 1 1,0 0-1,0-1 0,0 1 1,0 0-1,-13-4 4913,3 1-5408,7 2 2416,12-10-1549,1-4 7580,-11 13-8029,1 0 0,0 0 0,-1 0 1,0 0-1,1 1 0,-1-1 0,0 0 1,0 0-1,0 0 0,0 1 0,-1-1 0,1 1 1,0-1-1,-1 1 0,1-1 0,-1 1 0,1 0 1,-1-1-1,1 1 0,-1 0 0,0 0 0,0 0 1,0 0-1,1 1 0,-5-2 0,4 1-46,-1 1-84,-4 0 111,-1 0 0,1 1 0,-1-1 0,1 2 0,0-1 0,-1 1 0,-7 3 0,-10 2 28,19-5-20,1-1-1,-1 1 1,1 0-1,0 0 1,0 0-1,0 1 1,0 0-1,0 0 0,0 0 1,1 1-1,-1-1 1,1 1-1,-7 8 1,4-3 58,0 2 0,1-1 0,1 1-1,-1 0 1,2 0 0,-1 0 0,-4 22 0,5-19 138,1-1 0,-2-1 1,0 1-1,-1-1 0,-11 19 0,9-20-88,-4 5 39,1 1-1,0 0 1,1 0-1,-9 22 1,17-34-139,0 1 0,1 0 0,-1-1-1,1 1 1,1 0 0,-1 0 0,1 0 0,0 0 0,0-1 0,0 1 0,1 0 0,0 0 0,0 0 0,0-1 0,1 1 0,0-1 0,0 1 0,5 8 0,0-4-4,-1 0 0,1-1 0,1 0 0,-1-1 0,1 0 0,1 0 0,0 0 0,0-1 0,0 0 0,1-1 0,0 0 0,0-1 0,1 0 0,-1-1 0,1 0 0,0 0 0,1-1 0,-1 0 0,0-1 0,1-1 0,-1 0 1,1 0-1,-1-1 0,1-1 0,-1 0 0,1 0 0,-1-1 0,1 0 0,21-9 0,17-5-31,-33 11 25,1 0-1,-1-1 1,-1-1 0,30-17 0,-29 13-4,19-13-31,50-42 0,-76 56 39,0 1-1,-1-1 0,0-1 1,0 0-1,-1 0 1,-1 0-1,0-1 1,0 0-1,5-15 1,2-4 107,-14 30-113,1 0 0,-1 0 0,0-1 0,0 1 0,0 0 1,0 0-1,0 0 0,0 0 0,0 0 0,0 0 0,0 0 0,0 0 0,-1 0 1,1 0-1,0 0 0,-1 0 0,1 0 0,-2-2 0,1-1 17,-1-4 2,0 0-1,-1 0 1,0 1-1,0-1 1,-1 1-1,0-1 1,0 1-1,0 0 1,-7-6-1,-4-4 17,-33-29 0,-3-2-41,43 40 0,0 1 0,-1 0 1,0 1-1,0 0 0,-1 0 1,1 1-1,-21-8 0,-71-18-102,98 30 101,-28 0-693,24 1 343,5 1 80,0 0 0,1 0 0,-1 0 0,1 0 0,-1 0 0,1 1 0,-1-1 0,1 0 0,0 1 0,-1-1 0,1 1 0,0 0 0,0-1 0,0 1 0,0 0 0,0 2 0,-1 1-920,-3 12-282,3-2-6665,2 2-849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5.2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437 141 5032,'0'0'15,"2"1"89,-1-1-1,0 1 0,1 0 1,-1-1-1,1 1 0,-1 0 1,0-1-1,1 0 1,0 1-1,-1-1 0,1 0 1,-1 0-1,1 0 0,-1 0 1,1 0-1,-1 0 0,1 0 1,-1 0-1,1-1 1,-1 1-1,1-1 0,-1 1 1,1-1-1,3-2 3465,5-28 1243,-4 7-3135,-6 21-807,-2 2-99,-17-7 814,1-2 0,-23-15 0,38 24-1436,-1 1 1,1 0-1,0-1 1,0 1-1,-1 0 1,1 0-1,0 1 1,0-1-1,-5 2 1,5-1 57,-10-1 46,0 2 1,0-1-1,1 2 1,-1 0-1,0 0 0,1 1 1,0 1-1,0 0 1,0 1-1,-11 7 0,4-1-8,0 1 0,1 1 0,1 0 0,-29 30 0,30-26-121,1 0-1,1 0 1,-21 36-1,30-45-103,2-1-1,-1 1 1,1-1-1,0 1 1,1 0-1,0 0 1,0 0-1,1 1 1,0-1-1,1 0 0,0 0 1,1 13-1,1-10-5,0-1 0,1 1-1,0 0 1,1-1-1,0 0 1,1 0-1,0 0 1,1 0-1,0-1 1,13 16 0,-4-7-3,2-2 1,0 0 0,1-1 0,25 17-1,-30-24-8,1-1-1,0 0 0,0-1 1,0-1-1,26 9 0,-31-13-1,1 1 0,-1-1-1,1-1 1,-1 1 0,1-2-1,0 1 1,-1-1 0,1-1-1,0 0 1,11-2-1,-4-3 8,-2 0 0,1-1-1,-1-1 1,0 0 0,0-1-1,-1 0 1,0-2-1,-1 1 1,0-2 0,12-14-1,1-3 0,-2 0 0,-1-2 0,27-47-1,-33 49-22,-2-1 0,0 0-1,18-62 1,-29 80 5,-2 0 0,0 0 1,0 0-1,-1 0 1,-1-1-1,-1-12 1,1 18 5,-1 0-1,-1 0 1,1 0 0,-1 0 0,0 0 0,-1 1 0,0-1-1,0 1 1,0 0 0,-1 0 0,-6-9 0,4 8-105,0 1 0,-1 0 1,0 0-1,0 0 0,0 1 1,0 0-1,-1 1 0,0-1 1,0 1-1,0 1 0,0 0 1,-1 0-1,1 0 0,-1 1 1,0 1-1,1-1 1,-1 1-1,-15 1 0,-5 1-1803,1 1 1,0 1-1,-1 2 0,-40 13 0,35-8-4128,17-1-3719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8.4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123 218 5256,'19'16'4740,"-5"-41"5791,-13 23-10222,0-1 0,0 1 0,-1 0-1,1-1 1,0 1 0,-1 0 0,0-1-1,0 1 1,0-1 0,0 1 0,0-1 0,0 1-1,0 0 1,-1-1 0,1 1 0,-1 0 0,0-1-1,0 1 1,0 0 0,0 0 0,0-1-1,-4-5 3662,-4 25-3392,-19 36-66,4-8-366,2 0 0,-27 80 0,45-112-149,0 0-1,2 1 1,-1-1 0,1 1-1,1-1 1,1 1-1,0-1 1,0 1-1,2 0 1,-1-1 0,2 1-1,0-1 1,0 0-1,10 22 1,-8-26-1,0 1 0,1-2 0,0 1 0,0-1 0,1 0 0,0 0 0,0 0 0,1-1 0,0-1 0,0 1 0,1-1 0,0 0 0,0-1 0,0 0 0,0-1 0,1 0 0,0 0 0,0-1 0,0 0 0,0-1-1,1 0 1,-1-1 0,1 0 0,-1 0 0,1-1 0,-1-1 0,12-1 0,-13 1 1,1-1 0,-1-1 0,1 1-1,-1-1 1,0-1 0,0 0 0,-1 0-1,1 0 1,-1-1 0,0-1 0,0 1-1,0-1 1,-1-1 0,0 1 0,11-14-1,-11 9-17,0 0 0,-1 0 0,0 0 0,-1-1 0,0 1 0,-1-1 0,-1 0 0,1-1 0,-2 1 0,0-1 0,0 1 0,-1-1 0,-1 0 0,-2-24 0,-3-2-147,-1 1-1,-2-1 1,-19-56-1,12 60-207,-1 1 0,-1 0 1,-2 1-1,-1 1 0,-37-44 1,41 55-311,-11-5-3521,14 53-2655,21-1 1234,10 9-3364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38.9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137 167 8773,'34'-43'15823,"-34"43"-15744,-1-1 1,0 1-1,1 0 0,-1 0 0,0 0 0,1-1 0,-1 1 1,1 0-1,-1-1 0,0 1 0,1-1 0,-1 1 0,1-1 0,-1 1 1,1-1-1,-1 1 0,1-1 0,0 1 0,-1-1 0,1 1 1,-1-2-1,1 1-51,0 1 1,0 0-1,-1-1 0,1 1 1,0-1-1,0 1 0,0 0 1,-1-1-1,1 1 1,0 0-1,0-1 0,-1 1 1,1 0-1,0-1 1,-1 1-1,1 0 0,0 0 1,-1-1-1,1 1 1,-1 0-1,1 0 0,0 0 1,-1 0-1,1-1 1,-1 1-1,1 0 0,-1 0 1,1 0-1,0 0 1,-1 0-1,1 0 0,-1 0 1,1 0-1,-1 0 1,1 0-1,0 0 0,-1 1 1,1-1-1,-1 0 0,1 0 1,0 0-1,-1 0 1,1 1-1,-1-1 0,1 0 1,0 0-1,-1 1 1,1-1-1,0 0 0,-1 1 1,1-1-1,0 0 1,0 1-1,-1-1 0,1 0 1,0 1-1,0 0 1,-9 10 554,0 1 0,1 0 1,1 0-1,-9 21 0,-1 1 46,6-16-469,2 2 0,1-1 0,0 1 0,1 0 0,1 1 0,-6 40 0,11-50-180,0 0-1,1-1 0,0 1 1,0 0-1,1-1 0,1 1 1,0 0-1,0-1 0,1 0 1,0 1-1,1-1 0,0 0 1,1-1-1,0 1 0,11 15 1,-13-21-15,0 0 1,1 0-1,-1 0 1,1 0 0,0-1-1,0 0 1,0 0 0,1 0-1,-1 0 1,1-1-1,0 1 1,-1-1 0,1 0-1,0-1 1,0 1-1,0-1 1,1 0 0,-1 0-1,0-1 1,0 0-1,0 0 1,1 0 0,5-1-1,-5 0 19,1-1-1,0 0 1,-1 0-1,1 0 1,-1-1-1,0 0 1,0 0-1,0-1 1,0 0-1,0 0 1,-1 0-1,0 0 0,0-1 1,0 0-1,0 0 1,-1-1-1,4-5 1,4-8-1,-2 0 0,-1-1 0,0 1 0,-2-2 1,0 1-1,-1-1 0,4-30 0,-5 23 3,-2 0 1,-2-1-1,0 1 1,-2-1-1,-5-32 1,5 51-31,-1 0 0,-1 0 0,0 1 0,0-1 0,-1 1 1,0 0-1,0 0 0,-1 0 0,0 1 0,-1-1 0,0 1 0,-1 0 0,1 1 0,-1 0 1,-1 0-1,-8-7 0,12 12-181,0-1 0,0 1 0,0 0 0,0 0 0,0 0 1,0 1-1,0 0 0,-1-1 0,1 1 0,-1 1 0,1-1 1,-1 1-1,1 0 0,-6 0 0,-4 1-944,0 1 0,-27 7-1,28-5 435,4-2-639,0 0 1,0 1-1,1 0 1,-1 0-1,1 1 1,-14 8 0,-15 14-8648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42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6985,'0'0'3245,"1"-2"-1795,10-9-1034,-10 10 577,1 0-1,-1 0 1,1 0 0,0 0-1,-1 0 1,1 0 0,0 0-1,0 0 1,-1 1 0,1-1-1,4 0 1,11 0 489,37 5-547,103 19 0,-44-4-579,2232 245-348,-2091-239-129,-171-17 83,495 44-222,-7-39 337,-545-13-42,-22 0-33,-26 6-2800,16-5 2239,1 1 0,-1 0 0,0 1 1,1-1-1,0 1 0,-1 0 0,-4 4 0,-17 18-7674,14-10-700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42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29 10637,'15'-17'5730,"-18"15"-4142,0 1-927,-16-6 23,3 5 4972,11 16-4695,5-11-917,1-1 0,-1 1-1,0-1 1,1 1 0,-1-1 0,1 1 0,0-1-1,-1 1 1,1-1 0,0 0 0,1 0 0,-1 1-1,0-1 1,1 0 0,-1 0 0,3 2 0,35 31 326,-19-18-218,34 33 60,-3 2-1,-1 2 1,76 112 0,-100-127-180,-2 2 0,-2 1 0,-2 0 0,-2 1 0,-2 2 0,-1-1 0,9 53 0,-20-70-18,-1-1 0,0 1 0,-3 0 1,0 0-1,-1 0 0,-2 0 0,0-1 0,-2 1 0,-15 45 0,9-41 6,-2-1-1,-2-1 0,0 0 1,-2 0-1,-1-2 1,-1 0-1,-38 41 1,10-22-4,-1-1-1,-3-3 1,-1-2-1,-65 38 1,-240 116 63,215-122-97,-19 23-968,-74 65-2569,202-137 1835,-34 32-1,60-48 574,1 0-1,0 1 0,0 0 1,1-1-1,-9 18 0,9-15-1569,1 2-1,-1-1 0,-1 13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4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4 106 15833,'0'0'2597,"-3"-14"-525,3-6 2032,0 0-3280,3 0-840,0 6-2216,7-4-6637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4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46 5641,'-13'-25'16336,"8"23"-14794,-1 1-1,1-1 0,0-1 1,-1 1-1,1-1 1,-7-5-1,12 9-1541,0-1 0,0 0 0,0 1 0,0-1 0,1 1 0,-1-1 0,0 0 0,0 1 0,0-1 0,0 1 0,0-1 0,0 0 0,0 1 0,0-1 0,0 1 0,0-1 0,-1 0 0,1 1 0,0-1 0,0 0 0,0 1 0,0-1 0,-1 1 0,1-1 0,0 0 0,0 1 0,-1-1 0,1 0 0,0 0 0,0 1 0,-1-1 0,1 0 0,0 0 0,-1 1 0,1-1 0,0 0 0,-1 0 0,1 0 0,-1 1 0,1-1 0,0 0 0,-1 0 0,1 0 0,-1 0 0,1 0 0,0 0 0,-1 0 0,1 0 0,-1 0 0,1 0 0,0 0 0,-1 0 0,1 0 0,-1-1 0,1 1 0,0 0 0,-1 0 0,1 0 0,0 0 0,-1-1 0,1 1 0,0 0 0,-1 0 0,1-1 0,0 1 0,-1 0 0,1-1 0,0 1 0,-1-1 0,1 3 0,-44 160 0,9-48 0,0 24 0,-177 612 0,-1-191 49,152-424-131,-7-3 0,-85 126 0,148-251-853,0 0-1,-1 0 0,-11 12 0,13-19-3628,-3-12 1428,7 11 2701,-1-1 1,1 1 0,0 0-1,-1-1 1,1 1 0,0-1 0,0 1-1,0-1 1,0 1 0,1-1-1,-1 1 1,0-1 0,1 1 0,-1-1-1,1-1 1,22-29-10760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4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277 167 5104,'-25'-54'8401,"26"50"-8066,-1 1 1,0 0-1,1 0 1,0 0-1,0 0 1,0 0-1,0 0 1,0 0-1,1 0 1,-1 0-1,1 0 1,0 1 0,0-1-1,3-2 1,-5 3-112,6-3-42,0 0 1,0 0 0,0 0-1,0 0 1,1 1-1,-1 0 1,1 1-1,0-1 1,1 1 0,-1 1-1,0-1 1,1 1-1,-1 0 1,12 0 0,7-2 21,0 1 0,0 1 1,0 2-1,1 1 1,-1 1-1,27 5 1,-6 2 79,0 3 0,62 22 0,-71-18-147,-1 2 1,-1 2-1,66 45 0,-91-57-101,-1 0 0,0 1 0,0 0 0,0 1 0,-1 0 0,-1 0 0,0 1 0,0 0 0,-1 0 0,0 1 0,7 18 0,-11-22-13,-1 0 1,0 0-1,0 0 0,-1 0 1,0 0-1,0 0 0,-1 0 1,0 0-1,-1 0 1,1 0-1,-1 0 0,-1 0 1,0 0-1,0 0 0,-1 0 1,1-1-1,-2 1 1,1-1-1,-1 0 0,-6 10 1,0-4 10,-1-1 0,0 0 1,0-1-1,-1 0 0,-1-1 1,1 0-1,-26 14 0,-107 50 101,140-72-131,-78 32 85,-91 23 1,-56 22-262,-43 36-5100,259-110 4304,-17 10-1162,13 2-3461,7 2-3140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5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51 235 6129,'0'0'5311,"2"-1"-3736,22-11 1522,-21 10-1703,-3-1-170,25-108 7319,-18 84-7216,6-38 2485,-14 64-3797,1 1 0,0-1-1,0 0 1,0 1-1,1-1 1,-1 0 0,0 1-1,0-1 1,0 0-1,0 1 1,1-1 0,-1 1-1,0-1 1,0 0-1,1 1 1,-1-1 0,1 1-1,-1-1 1,0 1-1,2-2 1,2 4-11,0 0 1,0 0-1,0 1 0,0-1 1,-1 1-1,1 0 1,-1 0-1,0 0 0,0 1 1,4 4-1,16 21-4,20 32 0,-2-2 0,-35-52 0,138 204 0,-131-190 0,-2 1 0,0 1 0,-2 0 0,0 0 0,-2 1 0,0 0 0,-2 0 0,3 30 0,-7-46-15,-1 0-1,-1 1 1,1-1 0,-2 0 0,1 0-1,-1 0 1,0 0 0,0 0-1,-1 0 1,0 0 0,-1-1 0,0 0-1,0 1 1,0-1 0,-1-1-1,0 1 1,0-1 0,-1 0-1,0 0 1,0 0 0,0-1 0,-1 0-1,0 0 1,0-1 0,0 0-1,0 0 1,-1 0 0,1-1 0,-16 4-1,-11 4-63,0-2 0,0-2 0,-1-1 0,1-1 0,-1-2 1,-49-2-1,78-2 130,0 0 1,0 0-1,0 0 1,0 0-1,1-1 1,-1 0 0,0 0-1,-7-5 1,12 7-41,0-1 0,0 0 0,-1 0 0,1 0 0,0 0 0,0 0 0,0 0 0,0 0 0,1-1 0,-1 1 0,0 0 0,0 0-1,1-1 1,-1 1 0,1 0 0,-1-1 0,1 1 0,-1-1 0,1 1 0,0-1 0,0 1 0,0-1 0,0 1 0,0 0 0,0-1 0,0 1 0,0-1 0,1 1 0,-1-1 0,0 1 0,1-1 0,0 1 0,-1 0 0,1-1 0,1-1 0,2-4 0,1-1-1,0 2 1,0-1 0,0 1 0,1-1 0,0 1-1,13-10 1,57-34 45,-34 24-46,232-144-2755,99-69-3153,-272 163 1600,-37 25-1549,8-9-5148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5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760 137 9441,'40'-75'5372,"-36"68"-4209,-1-1-1,-1 1 1,1-1 0,-1 0 0,-1 0 0,1-8 0,-25 27 1351,8 0-1955,0 1 0,1 0-1,1 1 1,0 0 0,1 1 0,-12 18-1,-13 14 485,-31 36-289,-77 124 0,-37 102 84,52-58-838,102-188 0,3 1 0,-21 83 0,38-110 0,1 0 0,1 0 0,2 1 0,2-1 0,4 61 0,1-71 0,0 0 0,3 0 0,0 0 0,1 0 0,2-1 0,0 0 0,2-1 0,23 40 0,-19-41-545,1-2 0,1 0-1,1-1 1,0-1 0,2 0 0,0-1-1,1-2 1,1 0 0,0-1 0,1-1 0,1-1-1,0-2 1,38 14 0,-10-8-1438,0-3 0,1-2-1,0-3 1,1-1 0,93 0 0,-29-8-8268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57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58 6537,'13'-58'15944,"-15"61"-15578,-8 12 230,6-8-220,0 0 0,0 0 0,-1-1 0,0 1 0,-1-1 1,-6 6-1,7-7-244,0 0-1,0 0 1,1 1 0,-1 0 0,1 0 0,0 0 0,1 1 0,0-1 0,0 1 0,0 0-1,1 0 1,0 0 0,0 0 0,-1 8 0,3-12-101,-1 0 0,1-1-1,0 1 1,0 0 0,0 0 0,0 0 0,0 0-1,1 0 1,0 3 0,2 3 17,-1 0 0,1 0-1,1 0 1,-1-1 0,2 1 0,-1-1 0,1 0 0,0 0-1,1-1 1,0 1 0,0-1 0,0-1 0,1 1 0,0-1 0,9 6-1,-2-3-157,1 0 0,1-1 0,-1-1-1,1-1 1,0 0 0,1-1 0,-1 0 0,1-2-1,0 0 1,0-1 0,1 0 0,-1-1 0,0-1-1,0-1 1,0-1 0,0 0 0,0-1 0,0-1-1,19-7 1,-24 5-14,-1 0-1,0-1 1,-1 0-1,1-1 1,-1 0 0,-1-1-1,0 0 1,13-16-1,-15 17 38,6-8 5,-1-2 0,-1 1 0,0-1 0,-1-1 0,-1 0 0,9-29 0,-17 45 577,-5 4-134,-3 1-255,0 1 0,1-1 1,0 1-1,0 0 0,0 1 1,0-1-1,0 1 0,1 0 1,-1 1-1,1-1 0,0 1 1,1 0-1,-1 1 0,-5 7 1,-11 16 228,1 0 0,1 2 0,-18 41 0,-33 101 213,51-123-456,-165 399 301,164-407-366,3-5-10,-2 0-1,-1-1 1,-41 55-1,52-81-17,0-1 0,-1 0-1,1-1 1,-2 1 0,1-2-1,-1 1 1,0-2 0,-1 0-1,0 0 1,-24 8 0,25-10 4,0 0 1,-1-1-1,1 0 1,-1-1-1,0-1 1,0 0-1,1 0 1,-1-1-1,0-1 1,0 0-1,-16-3 1,26 3-3,-1 1 0,1-1 0,0 0 0,-1 0 0,1-1 0,0 1-1,0 0 1,0-1 0,0 1 0,1-1 0,-1 1 0,0-1 0,0 0 0,1 0 0,-1 0 0,1 0 0,0 0 0,0 0 0,0 0 0,0 0 0,0-1 0,0 1 0,0 0 0,1-1 0,-1 1 0,1-1 0,0 1 0,-1 0 0,1-1 0,0 1 0,1-4 0,0-1-3,0-1 1,1 1 0,0 0 0,0-1 0,0 1 0,1 0 0,0 0 0,5-7-1,14-17-130,1 2-1,1 0 0,1 2 1,1 0-1,33-24 0,241-186-3867,-89 94-1516,-205 139 5301,112-65-7846,-63 45-474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5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1516 11 4548,'0'0'17611,"-13"-8"-17185,12 8-377,0 0-1,0-1 1,0 1 0,-1-1 0,1 1-1,0 0 1,-1 0 0,1 0 0,0 0-1,-1 0 1,1 0 0,0 0 0,0 1-1,-1-1 1,1 0 0,0 1 0,0-1-1,-1 0 1,1 1 0,0 0 0,0-1 0,0 1-1,0 0 1,0 0 0,-2 1 0,-23 30 478,17-19-161,-184 216 2603,-338 334-1070,134-157-1496,119-91-508,243-266-478,35-48 472,0 0-1,0 1 0,0-1 0,0 0 0,0 0 1,0 0-1,1 0 0,-1 0 0,0 1 0,1-1 1,-1 0-1,1 0 0,-1 0 0,1 0 0,0 0 1,-1 0-1,1 0 0,0-1 0,0 1 0,0 0 1,0 0-1,0 0 0,0-1 0,1 2 0,1-2-11,0 0 0,-1 0 0,1 0 0,0 0 0,0 0 1,0 0-1,0-1 0,0 1 0,-1-1 0,1 0 0,0 0 0,-1 0 0,1 0 0,-1-1 0,1 1 0,-1-1 0,1 1 0,-1-1 0,0 0 0,0 0 0,0 0 0,0 0 0,0 0 0,0 0 0,0-1 0,-1 1 0,2-4 0,25-34-3238,-19 27 1694,-1 0-1,12-22 0,-8 7-2917,0 2-2573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5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369 163 4752,'10'-9'2841,"-9"9"-2227,-1-1 0,1 1 1,0-1-1,-1 1 1,1-1-1,-1 0 0,1 1 1,-1-1-1,1 0 1,-1 1-1,0-1 0,1 0 1,-1 1-1,0-1 0,0 0 1,1 0-1,-1 0 1,0-1-1,-7-23 2068,0 7-1483,6 15-638,0 2-509,0-1-1,0 0 0,0 0 1,0 1-1,-1-1 1,1 1-1,-1-1 0,1 1 1,-1 0-1,1 0 0,-3-2 1,-5 7 166,1 0 0,0 0 0,0 1-1,0 0 1,1 1 0,-11 9 0,-42 46 1020,46-45-956,-15 16-30,2 1 0,1 2 1,2 1-1,1 0 0,2 2 0,2 1 1,-15 41-1,32-75-243,0 0 1,0 1-1,1-1 1,0 1-1,0-1 0,0 1 1,1 0-1,0-1 1,0 1-1,0 0 1,1-1-1,-1 1 0,2-1 1,-1 1-1,0-1 1,1 1-1,0-1 0,0 0 1,1 0-1,3 6 1,0-4-4,0 0 1,0 0 0,1 0-1,0-1 1,0 0 0,1 0-1,0-1 1,0 0-1,0 0 1,0-1 0,11 4-1,2-1-7,0 0-1,0-1 1,1-1 0,0-1-1,0-1 1,0-1-1,0-1 1,0-1-1,0-1 1,0-1-1,0-1 1,0-1 0,0 0-1,-1-2 1,0 0-1,0-2 1,22-11-1,-32 13-2,0-1 0,0-1 1,-1 0-1,0 0 0,-1-1 0,0 0 0,0-1 0,-1 0 0,0 0 0,-1-1 0,0 0 0,-1 0 0,0-1 0,0 0 0,-2 0 0,6-16 0,3-21-12,-2 0 1,9-89-1,-18 114 15,0 3-9,-1 1-1,0 0 1,-2-1 0,-1 1 0,0 0-1,-6-21 1,7 37 12,-1-1-1,0 1 0,0-1 1,-1 1-1,1 0 1,-1-1-1,0 1 1,0 1-1,0-1 1,0 0-1,-1 1 1,0 0-1,0 0 1,0 0-1,0 0 1,0 0-1,-8-3 1,4 2-46,0 1 0,0-1 0,-1 1 0,1 1 0,-1 0 0,0 0 1,0 0-1,1 1 0,-15 0 0,-10 5-803,-1 0 0,2 2 0,-36 12 0,-4 3-4236,47-14 2038,3 3-2558,13 6-3334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00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1782 1 3844,'-1'2'-952,"-7"13"17253,5-27-14677,2 9-266,-8 35-227,-7 102 1702,6-31-1787,-5-6-471,-5-1-1,-3 0 1,-43 109 0,39-139-441,-3-1 0,-2-1 0,-3-1 0,-3-3 0,-53 65 0,-114 96 6,-18-19-577,16-17-967,200-178 1324,-460 405-7786,450-400 6956,0 0 0,-1-2 0,-1 0 0,-20 8 0,-40 10-4881,21-10-1525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05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34 101 12349,'-2'0'180,"1"-1"1,0 1-1,0-1 0,-1 1 0,1-1 1,0 0-1,0 0 0,0 1 1,0-1-1,0 0 0,0 0 0,0 0 1,0 0-1,0 0 0,0-1 0,1 1 1,-1 0-1,0 0 0,1 0 1,-1-1-1,1 1 0,0 0 0,-1-1 1,1 1-1,0 0 0,0-1 0,-1 1 1,1 0-1,0-1 0,0 1 0,1-1 1,-1 1-1,0 0 0,0-1 1,1 1-1,0-3 0,-8-11 3628,6 15-3700,1 0 0,-1-1 0,1 1 0,-1 0 1,1-1-1,-1 1 0,1-1 0,0 1 0,-1-1 1,1 1-1,0-1 0,0 1 0,-1-1 0,1 1 0,0-1 1,0 0-1,0 1 0,-1-1 0,1 1 0,0-1 0,0 0 1,0 1-1,0-1 0,0 1 0,0-1 0,1 0 1,-1 0-1,5-3 101,-1 1 0,1 0 0,0 0 0,1 1 0,-1-1 0,0 1 0,1 1 1,-1-1-1,1 0 0,0 1 0,-1 0 0,1 1 0,0-1 0,0 1 0,0 0 0,-1 1 0,1-1 1,11 4-1,11 2-539,0 2 1,43 17 0,-48-16-53,-8-3-79,144 58-5081,-57-11-4653,-58-28 918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05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22 7661,'-74'-14'2297,"48"13"1533,9 9-2213,11-4 5017,24-12-4045,4 4-2230,0 1 0,0 1 0,0 1 0,0 0 0,27 4 0,-18-1-365,203 5-1987,69 4-4822,-213-6 1812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2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286 152 8061,'19'-14'9175,"-18"11"-7891,0-4-828,1 0 0,0 1 0,0-1-1,0 0 1,1 1 0,0 0 0,1 0 0,-1 0-1,1 0 1,0 0 0,1 1 0,-1-1-1,1 1 1,0 1 0,8-7 0,-7 7-298,1 0 1,0 0 0,0 0-1,0 1 1,0 0-1,0 1 1,1-1-1,-1 1 1,1 1-1,-1 0 1,1 0 0,0 0-1,0 1 1,10 1-1,-1 0-92,0 2 0,-1 0 0,1 1 0,-1 0 0,0 1 0,0 1 0,21 12 0,-29-14-53,1 1 0,-1 0 1,0 1-1,-1-1 0,1 2 1,-1-1-1,-1 1 0,1 0 0,-1 0 1,0 1-1,-1 0 0,0 0 0,0 0 1,7 16-1,-11-18-12,0 0 0,1 0-1,-2 1 1,1-1 0,-1 0 0,0 0 0,0 1 0,-1-1 0,0 0-1,0 0 1,0 0 0,-1 1 0,0-2 0,0 1 0,0 0-1,-1 0 1,0-1 0,0 1 0,0-1 0,-1 0 0,-6 8-1,-5 4-4,0-1 0,-1-1 0,-1 0 0,-32 22-1,-23 7-12,-1-3-1,-123 48 1,95-45 1,50-24 105,38-16 100,0 1 0,0 1 1,0 0-1,0 0 0,-21 16 0,33-22-175,1 0 0,-1 1 0,0-1 0,1 1 0,-1-1 0,1 0-1,-1 1 1,1-1 0,-1 1 0,1-1 0,-1 1 0,1-1 0,0 1 0,-1-1-1,1 1 1,0 0 0,-1-1 0,1 1 0,0 0 0,0-1 0,0 1-1,-1 0 1,1-1 0,0 1 0,0 0 0,0-1 0,0 1 0,0 0 0,0-1-1,0 1 1,1 0 0,-1-1 0,0 1 0,0 0 0,0-1 0,1 1-1,-1 0 1,0-1 0,1 1 0,-1-1 0,0 1 0,1-1 0,-1 1 0,1-1-1,-1 1 1,1-1 0,-1 1 0,1-1 0,-1 1 0,1-1 0,0 0-1,-1 0 1,2 1 0,6 3 60,0 0-1,0-1 1,15 4-1,-21-6-72,603 116-1750,-456-94-88,-15-4-448,-6 0-1995,-43-4-2875,-20-1-3670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 13725,'-17'-2'3118,"22"7"2724,17 5-973,-6-3-6179,249 71 3701,-162-52-1993,619 140 756,8-31-770,-235-65-224,-349-51-130,24-6-566,-97-12-5511,-80-1 4920,-29 1-7759,3 1-2295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3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299 104 10693,'2'0'166,"0"1"1,0 0-1,0-1 0,1 0 1,-1 0-1,0 0 0,0 0 1,1 0-1,-1 0 0,0 0 1,0-1-1,1 1 0,-1-1 1,0 1-1,0-1 0,0 0 1,0 0-1,3-2 0,-1 0 505,-1-1-1,0 1 1,0-1 0,0 0-1,-1 0 1,1 0-1,2-6 1,3-6 1888,-4 11-1737,-1 1 0,1 0 0,0 0 1,0 0-1,1 0 0,-1 1 0,1 0 1,0 0-1,9-5 0,-10 6-474,-2 1 1719,-10 33-1714,-67 105-353,69-123 0,1-1 0,0 1 0,1 0 0,1 0 0,0 1 0,0-1 0,2 0 0,0 1 0,2 26 0,0-30 0,1 1 0,1-1 0,0 0 0,1 0 0,0 0 0,1-1 0,0 1 0,0-1 0,1 0 0,1-1 0,-1 1 0,13 12 0,-9-12 0,0 1 0,1-1 0,0-1 0,0 0 0,1-1 0,0 0 0,1-1 0,0 0 0,0-1 0,0 0 0,14 3 0,-11-4-7,-8-2-16,-1-1-1,1 1 1,0-1-1,0-1 0,0 1 1,0-1-1,0-1 1,0 0-1,0 0 1,1 0-1,-1-1 1,0 0-1,0-1 1,12-3-1,-3-2-54,-1-1 0,1 0 0,-1-1 0,-1-1 0,0-1 0,0 0 0,23-23 1,-2-2 297,42-32 0,-75 65 251,-3 5-464,-1-1 0,1 1 0,-1-1-1,0 1 1,1-1 0,-1 1 0,0-1 0,0 0 0,0 0-1,0 1 1,-2 1 0,-4 5-17,-40 49 10,-2-2 0,-58 50 0,-2 3 0,-361 413-1169,386-432-2957,54-63 71,0-4-3553,12-11-5217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5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2 126 8513,'0'0'2166,"0"-4"-210,0-3-1257,-1 5-567,1 1-1,0 0 0,0 0 0,0-1 0,0 1 0,0 0 1,0-1-1,0 1 0,0 0 0,0-1 0,0 1 1,1 0-1,-1-1 0,1 1 0,-1 0 0,1 0 1,-1-1-1,1 1 0,0 0 0,-1 0 0,1 0 1,0 0-1,0 0 0,0 0 0,0 0 0,0 0 0,0 0 1,0 1-1,0-1 0,0 0 0,0 1 0,2-2 1,65-26 3159,-54 21-3082,1 0 1,-1 2-1,1-1 0,0 2 1,17-3-1,14 1 21,0 2-1,0 2 1,57 5-1,-72 0-932,-1 2 1,30 8-1,-40-7-836,1 1-1,-1 1 0,29 15 1,-17-2-3134,-3 3-2533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92 9441,'-29'-17'6900,"16"8"-4395,-3 0 4339,26-5-5155,0 3-1217,21 8-524,30-6-833,-1 6-415,13 0-836,3-2-620,7 2-3385,9-3-5456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6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45 10389,'-2'0'239,"0"0"1,0 0-1,0 0 1,0 0-1,0 0 1,0-1-1,1 1 1,-1-1-1,0 1 0,0-1 1,0 0-1,1 0 1,-1 1-1,0-1 1,1 0-1,-1 0 1,1-1-1,-1 1 0,1 0 1,-1-1-1,1 1 1,0 0-1,0-1 1,-1 0-1,1 1 1,0-1-1,1 0 0,-2-2 1,0 1 1785,1 3-1810,0 0-1,0 0 0,0 0 0,0 0 0,0-1 0,0 1 0,0 0 0,0-1 0,0 1 0,0-1 0,0 1 0,0-1 0,1 1 0,-1-1 0,0 0 0,-1-1 0,-6-2 626,-4 13 181,2 5-474,1 1-1,1-1 1,0 1 0,1 1-1,1-1 1,-7 26-1,-20 110 753,18-73-839,-57 194-380,39-158-1559,18-67-323,-1-1 1,-33 65-1,-23 15-8312,34-66-427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12309,'2'3'314,"-1"-1"1,1 1-1,0 0 1,0-1-1,0 1 0,0-1 1,1 0-1,-1 0 0,1 0 1,-1 0-1,1 0 0,0 0 1,0 0-1,-1-1 1,1 0-1,5 2 0,57 14 3537,-37-11-2949,83 18 1204,134 11-1,116-8-1255,-269-22-558,788 9-504,-863-14-100,-9 0 30,-1 0 0,1 0 0,0-1 0,-1 0 0,1 0 0,-1-1 0,1 1 0,-1-2 0,0 1 0,9-5 1,-18 5-589,0 1 0,1-1 0,-1 1 0,0 0 0,0 0 0,0-1 0,0 1 0,-1 1 0,1-1 0,0 0 0,0 0 0,-3 1 1,-24 1-8972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6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11821,'3'1'2076,"38"1"2837,-30-2-4169,-1 1 1,1 0-1,0 0 0,-1 1 1,20 6-1,-9 0-439,-1 1 1,1 2-1,-2 0 0,0 1 0,0 0 1,-1 2-1,-1 0 0,26 28 0,-37-35-276,0 1 1,0-1-1,-1 1 0,0 1 0,0-1 0,-1 1 0,0-1 0,-1 1 1,1 0-1,1 11 0,-4-13-36,0 0 1,-1 0 0,0-1-1,0 1 1,-1 0-1,1 0 1,-2-1-1,1 1 1,-1 0-1,1-1 1,-2 1-1,1-1 1,-1 0-1,0 0 1,-7 11-1,-1-2-19,-1 0-1,-1 0 0,0-1 0,-1 0 0,-1-2 1,-20 16-1,-107 60-116,45-30 207,69-41 76,21-14 52,-1 1 0,1 0 0,0 1 0,1 0 0,-1 0 0,1 0 0,-8 10 1,13-15-178,1 1 1,0-1 0,0 0 0,-1 0 0,1 1 0,0-1 0,0 1 0,0-1 0,0 0 0,0 1 0,0-1 0,-1 0 0,1 1 0,0-1 0,0 0 0,0 1-1,0-1 1,0 1 0,0-1 0,0 0 0,1 1 0,-1-1 0,0 0 0,0 1 0,0-1 0,0 1 0,0-1 0,0 0 0,1 1 0,-1-1 0,0 0 0,0 0-1,1 1 1,15 7 274,26-1-36,-39-6-219,73 2 84,-1-3 1,1-3-1,75-13 0,-93 9-333,287-37-3150,-115 2-2734,-133 25-239,-6 9-3914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43 8909,'-50'-9'2109,"40"7"-40,-12-3 1662,8 2-1377,0-1 0,0-1 0,-22-8 0,34 12-1542,9 1-486,-1 1 0,0 0 0,0 0 0,11 4 0,12 3-53,279 61-2282,-208-52-177,87 18-2506,-67-1-3088,-55-8-1518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63 8025,'-22'0'3904,"41"-8"-2252,0-4-280,10 4-496,22-4 37,6 10-185,6-4-180,10 3-376,19 3-500,0-3-524,7 6-629,-4-6-539,-6-3-1892,-3 4-2701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19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775 106 12489,'-53'-53'1801,"11"10"2789,27 34-2369,15 9-2117,-1 0-1,1 0 0,0 0 0,0 0 1,-1 1-1,1-1 0,0 0 1,-1 0-1,1 0 0,0 0 0,0 1 1,-1-1-1,1 0 0,0 0 0,0 1 1,0-1-1,-1 0 0,1 0 1,0 1-1,0-1 0,0 0 0,0 0 1,-1 1-1,1-1 0,0 0 0,0 1 1,0-1-1,0 0 0,0 1 1,0-1-1,0 4 115,0-1 1,0 1-1,0 0 1,1-1-1,-1 1 1,1-1-1,0 0 1,2 6-1,8 15 63,1-2-1,1 1 1,21 28-1,7 10 13,13 31 27,-4 2-1,56 145 1,-82-171-289,-3 1 1,-2 0 0,-4 2-1,10 114 1,-23-147-116,-2-1 1,-2 1 0,-1 0 0,-2-1-1,-2 0 1,-1 0 0,-2-1 0,-1 0-1,-18 36 1,17-44-127,-3 0 1,0-1-1,-1-1 0,-2-1 1,0 0-1,-2-1 1,-1-1-1,0-1 0,-2-1 1,0-1-1,-38 25 0,21-22-399,0-2 0,-1-2-1,-78 26 1,-137 22-3198,67-20-4157,121-27-296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3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141 234 6397,'2'-2'239,"-1"1"0,0 0 0,0-1 1,0 1-1,0-1 0,-1 1 0,1-1 1,0 0-1,-1 1 0,1-1 0,-1 0 1,1 1-1,-1-1 0,0 0 0,0 0 1,1 1-1,-1-1 0,-1 0 0,1 0 1,0 1-1,-1-4 0,1 3-98,-1 0-1,1 1 0,0-1 1,0 0-1,-1 0 1,1 1-1,1-1 1,-1 0-1,0 0 0,0 1 1,1-1-1,-1 0 1,1 1-1,-1-1 0,1 0 1,0 1-1,0-1 1,1-2-1,6-6 402,1 1 0,0 0 0,1 0 0,-1 1 0,2 0 0,-1 1 0,1 0 0,0 1 0,0 0 0,15-5 0,10-3-48,0 3 0,43-8-1,-76 18-462,125-21 986,-117 21-943,1 0 0,-1 1-1,0 0 1,0 1 0,1 0-1,-1 1 1,0 0 0,0 1-1,14 5 1,-22-7-50,0 1 0,0 0 0,0 0-1,0 0 1,0 0 0,-1 1 0,1-1 0,-1 0 0,1 1-1,-1 0 1,0 0 0,0 0 0,0 0 0,0 0 0,-1 0-1,1 0 1,-1 1 0,0-1 0,0 0 0,0 1 0,0-1-1,0 1 1,-1-1 0,0 1 0,0-1 0,0 1 0,0 0-1,-1 4 1,-1 5 26,0 0 0,-2 0 0,1 0 0,-1 0 0,-1-1 1,-10 19-1,-9 13 75,-2-2 1,-2 0 0,-46 51 0,-112 103-43,106-116-1,-85 110 0,140-159 4,11-13 145,0 0 0,1 1-1,0 0 1,2 1 0,-13 29 0,23-46-188,0 0-1,1 0 0,-1 0 1,1 1-1,0-1 1,0 0-1,0 0 1,0 0-1,1 0 0,-1 0 1,1 1-1,0-1 1,0 0-1,0 0 1,0-1-1,0 1 0,1 0 1,-1 0-1,1-1 1,2 4-1,0-1-4,0 0 0,0-1-1,1 1 1,-1-1 0,1-1-1,0 1 1,0-1 0,1 1 0,7 2-1,16 6 44,1-2 1,1 0-1,0-3 0,63 8 0,133-2-1016,-195-12 629,328-13-6895,-223 4-811,-51 3-1043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3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15 8485,'34'-4'1618,"-30"0"-285,-23-2 7577,18 6-8829,0 0 0,0 0 0,0 1 0,-1-1 0,1 1 0,0-1 0,0 1 0,0 0 1,0-1-1,0 1 0,0 0 0,0 0 0,0 0 0,0-1 0,0 1 0,1 0 0,-1 0 0,0 0 0,1 1 0,-2 1 0,-13 29 671,8-15-657,-2 2 51,1-1 1,-10 35 0,-8 20-56,18-53-52,1 0 0,0 1 1,-6 37-1,13-55 64,0-1-83,2 7-9,-2-8-5,0 0 0,0 0 1,0-1-1,0 1 1,0 0-1,0-1 0,0 1 1,1 0-1,-1-1 1,0 1-1,0 0 0,1-1 1,-1 1-1,0 0 1,1-1-1,-1 1 0,0-1 1,1 1-1,-1-1 1,1 1-1,-1-1 0,1 1 1,-1-1-1,2 1 1,1-1 22,1 0 0,-1 0 0,0-1 0,0 1 0,0-1 0,0 0 0,0 0 0,1 0 0,3-3 1,108-47 1031,-63 26-338,0 2 1,109-30-1,-157 52-673,0 0 0,0 0 0,0 1 0,0-1 0,1 1 0,-1 0 0,0 0-1,0 1 1,1-1 0,-1 1 0,0 0 0,0 0 0,0 1 0,0-1 0,0 1 0,-1 0 0,1 0 0,0 0-1,3 3 1,-3-2-18,-1 0 0,0 1 0,-1-1 0,1 1 0,-1 0 0,1-1 0,-1 1 0,0 0 0,-1 1 0,1-1 0,-1 0 0,1 0 0,-1 1 0,0-1 0,-1 1 0,1-1 0,-1 1 0,0 5 0,0 20 7,-1-1 0,-7 42 0,3-45-714,1 0-1,2 0 1,1 28-1,1-40-613,1 0-1,1 0 1,6 26-1,-7-36 536,0-1-1,1 0 1,-1 1 0,0-1-1,1 0 1,0 0 0,0 0-1,0 0 1,5 5 0,-2-3-672,26 28-7883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511 866 11061,'-7'2'356,"1"-1"0,-1-1 1,0 1-1,0-1 0,1 0 0,-1 0 1,0-1-1,1 0 0,-1 0 0,0-1 1,1 0-1,-11-4 0,9 2 162,-1 1-1,1 1 1,-1 0-1,0 0 1,0 0-1,0 1 1,0 0-1,0 1 1,0 0-1,0 1 1,0 0-1,1 0 1,-1 0-1,0 1 0,0 1 1,1 0-1,-1 0 1,-8 5-1,1 0-215,0 0 0,1 2 0,0-1 0,1 2 0,0 0 0,1 1 0,0 0 0,-13 17 0,14-14-217,1 1 0,0 0 0,1 1 0,1 0 0,1 1 0,0 0 0,1 0 0,1 0 0,1 1 0,-4 28 0,8-40-204,1 0-1,1-1 1,-1 1 0,1 0 0,0-1 0,1 1 0,-1 0 0,1-1 0,1 0-1,-1 1 1,1-1 0,0 0 0,1 0 0,-1-1 0,1 1 0,0-1 0,1 0-1,-1 0 1,1 0 0,7 6 0,-8-8 6,0 0 0,0-1 0,0 1-1,0-1 1,0 0 0,1 0 0,-1 0 0,1-1 0,-1 0-1,1 0 1,5 1 0,50 1-580,-50-4 641,0 0 0,-1-1 0,1 0 0,0 0 0,-1-1 1,1-1-1,-1 1 0,0-1 0,0-1 0,-1 0 0,1 0 1,-1-1-1,0 1 0,0-2 0,10-10 0,10-13-31,0-1 0,-3-1 0,27-42 0,56-113 23,-28 45-35,-49 90 89,184-329 639,-174 295 88,85-179 2731,-133 278-2796,0-1 1,-18 23 0,1-1-390,-191 355 247,187-334-847,-113 246-4542,58-97-6216,49-112-484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9 562 11265,'1'0'166,"0"0"0,1-1 0,-1 1-1,0-1 1,1 1 0,-1-1 0,0 1 0,0-1 0,1 0 0,-1 0 0,0 0-1,0 0 1,0 0 0,0 0 0,0 0 0,0 0 0,-1 0 0,1 0-1,0 0 1,0-1 0,0-1 0,0 3-47,-1-1 0,1 0-1,-1 0 1,1 1 0,0-1 0,-1 0-1,1 1 1,0-1 0,0 1-1,-1-1 1,1 1 0,0-1 0,0 1-1,0-1 1,0 1 0,0 0 0,-1-1-1,1 1 1,2 0 0,0-1 235,100-41 2482,-70 30-2522,0-1 0,30-17 0,-50 23-275,-1 0 1,0-1 0,0 0 0,-1-1 0,0 0 0,0-1 0,-1 0-1,-1-1 1,0 0 0,0-1 0,-1 1 0,11-22 0,-9 14-2,-1 0 1,-1 0 0,-1-1-1,9-38 1,-15 52 0,0 1 1,0 0-1,-1 0 0,1-1 1,-1 1-1,0 0 0,-1-1 0,1 1 1,-1 0-1,0 0 0,0-1 0,-1 1 1,1 0-1,-1 0 0,0 0 1,-1 1-1,1-1 0,-1 0 0,0 1 1,0 0-1,-1 0 0,1 0 1,-1 0-1,-5-5 0,3 6 89,0-1 1,0 1-1,0 0 1,-1 1-1,1-1 0,-1 2 1,1-1-1,-1 0 0,0 1 1,1 0-1,-1 1 0,0 0 1,0 0-1,0 0 0,0 1 1,1 0-1,-1 0 1,0 1-1,1 0 0,-8 2 1,-5 3 125,1 1 0,-1 1 0,1 0 1,1 1-1,-29 22 0,32-20-155,1 0 0,0 1-1,0 0 1,2 2 0,-1-1-1,2 1 1,0 1 0,1 0-1,0 0 1,2 0 0,0 1-1,0 1 1,2-1 0,-6 28-1,9-33-112,0-1 0,1 1-1,0 0 1,1 0-1,0 0 1,1 0 0,0-1-1,1 1 1,0 0 0,1-1-1,0 1 1,1-1 0,1 0-1,-1 0 1,2-1-1,-1 1 1,1-1 0,1 0-1,0-1 1,0 1 0,1-1-1,0-1 1,14 12 0,-10-11-120,0 0 1,1 0-1,0-2 1,0 0-1,0 0 1,1-1-1,0 0 1,0-2-1,1 1 1,-1-2-1,1 0 1,0-1-1,0 0 1,0-1-1,0-1 1,0 0-1,0-1 1,0-1-1,-1 0 1,1-1-1,0-1 1,-1 0-1,0-1 1,0 0-1,0-1 1,25-16-1,-7 0 51,-1-2 0,39-38 0,-38 33-20,-30 27 235,1 24-40,-15 113 276,9-91-309,2-26-20,0 0 0,1 0 0,2 23 1,-2-40-33,3 25 212,1-1-1,13 44 0,-16-66-174,0 0 1,1 0-1,-1 0 0,1 0 0,0 0 0,0 0 0,0 0 0,0-1 0,0 1 0,1-1 0,-1 0 0,1 1 0,-1-1 0,1 0 0,0 0 0,0-1 0,0 1 0,0-1 1,0 1-1,0-1 0,0 0 0,1 0 0,-1 0 0,0-1 0,1 1 0,-1-1 0,0 0 0,1 0 0,4 0 0,5-1 57,0 0-1,0 0 1,-1-1-1,1-1 0,-1 0 1,13-5-1,0-3 49,0-1 0,-1 0 0,36-27 0,63-55-548,-86 63-134,60-49-1595,10-10-2124,7 8-4573,-42 39-659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5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74 543 9161,'0'0'4176,"21"-22"1807,-9 10-4922,0-1 0,0 0 0,16-25 0,-14 16-635,-1-2 1,-1 1 0,15-44-1,-20 35-328,-6 29-43,-9-6 24,8 8-73,0 0 1,0 1 0,-1-1 0,1 0 0,0 0 0,-1 1 0,1-1 0,-1 1 0,1-1 0,-1 0 0,1 1 0,-1-1 0,1 1 0,-1-1 0,1 1 0,-1-1 0,0 1 0,0-1 0,-3 3 0,0-1 0,0 1 0,1 0 0,-1 0 0,1 1 0,0-1 0,0 1 0,-5 4 0,-2 1 4,-6 6 17,0 0 1,1 2 0,0 0-1,1 0 1,1 1 0,1 1-1,0 0 1,2 1 0,0 0-1,1 0 1,1 1 0,-7 24-1,13-37-45,1 1-1,0-1 0,1 1 1,-1-1-1,1 1 0,1 0 1,-1-1-1,1 1 0,1-1 1,0 1-1,0-1 0,0 0 0,1 1 1,0-1-1,0-1 0,6 10 1,-6-11-20,0 0 1,0 0-1,1-1 1,0 1-1,0-1 1,0 0-1,0 0 1,1 0-1,0-1 1,-1 0-1,1 1 0,1-2 1,-1 1-1,0-1 1,1 1-1,-1-2 1,1 1-1,-1 0 1,1-1-1,0 0 1,9 0-1,-3-1-1,1-1 1,0-1-1,-1 0 0,1 0 0,-1-1 0,0-1 0,0 0 0,22-11 0,-10 2 7,-1-1-1,-1-1 0,22-20 0,-29 23-24,1 1 0,28-15 0,-42 27 50,0 0 0,0 0 0,0 0 1,0 1-1,0-1 0,0 0 0,0 1 0,0-1 0,0 1 0,-1 0 0,1 0 0,2 3 0,-4-5 8,7 10-14,0 0 1,0 0-1,-1 1 0,4 11 1,-5-12-44,0 1 1,1-1-1,10 14 1,-14-22 37,0 0 0,0-1 1,1 1-1,-1-1 0,1 1 1,-1-1-1,1 0 0,-1 0 0,1 0 1,5 1-1,-4 0-7,-3-2 25,0 0 1,0 1 0,1-1-1,-1 0 1,0 0 0,0 0-1,0 0 1,1 0 0,-1 0-1,0 0 1,0 0 0,1 0-1,-1-1 1,0 1 0,0 0-1,0-1 1,2 0 0,3-1 11,39-14-91,10-4 234,-53 20-153,0-1 1,-1 1-1,1-1 1,0 1-1,0 0 0,0 0 1,-1 0-1,1 0 0,0 0 1,0 0-1,0 0 0,-1 1 1,1-1-1,0 1 1,0-1-1,-1 1 0,1 0 1,0 0-1,-1 0 0,1 0 1,-1 0-1,1 0 0,0 1 1,91 91 103,-89-91-106,-1 1 0,1-1 0,-1-1 1,1 1-1,0 0 0,0-1 1,0 0-1,0 1 0,0-2 0,0 1 1,1 0-1,-1-1 0,0 0 1,0 0-1,0 0 0,1-1 0,-1 1 1,7-3-1,-2 2-11,-1-2-1,1 1 1,0-1-1,-1-1 1,0 1 0,0-2-1,11-6 1,20-20 22,-1-1 0,-2-2 0,33-40 0,87-121 100,-119 146-114,165-235 2115,-196 275-1831,-1 0 0,0-1 0,-1 1 0,5-18 0,-8 27-252,-1-1-1,0 1 0,0-1 1,0 1-1,0-1 0,1 1 1,-1-1-1,0 1 1,0-1-1,0 1 0,0-1 1,0 1-1,0-1 0,0 1 1,0-1-1,0 1 1,-1-1-1,1 1 0,0-1 1,0 1-1,0-1 0,-1 1 1,1-1-1,0 1 1,0-1-1,-1 1 0,1-1 1,0 1-1,-1 0 0,1-1 1,-1 1-1,1 0 1,0-1-1,-2 1 0,0 0 9,0 0 0,0 1 0,-1-1 1,1 1-1,0 0 0,0-1 0,-1 1 0,1 0 0,0 1 0,0-1 0,0 0 0,0 0 0,-2 3 0,-18 13 205,1 1 1,1 0-1,-29 36 0,-45 70 210,57-68-1093,2 0-1,-44 100 0,8 37-8961,64-157 3399,11 1-3785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5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13981,'63'-3'2228,"-9"3"-91,-9 11-473,-1 1-304,13-4-316,7 4-528,6-1-856,6 0-1008,10 7-892,-4 2-3425,4 2-4688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12405,'0'0'2120,"6"-15"-332,1-2-355,-1 3-333,1 3 316,2-7-1520,4 4-900,-10-3-15166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9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55 126 9809,'-2'1'381,"0"-1"0,0 1 0,0-1 1,0 1-1,1-1 0,-1 0 0,0 0 0,0 1 1,0-2-1,0 1 0,0 0 0,0 0 0,0 0 1,1-1-1,-1 1 0,0-1 0,0 0 0,0 1 1,1-1-1,-1 0 0,0 0 0,-11-7 13722,19-12-13634,-5 18-469,0 0 0,0 1 0,0-1 0,1 1 0,-1-1 0,0 1 0,0-1 0,1 1 0,-1 0 0,1 0 0,-1 0 0,1 0 0,-1 0 0,1 0 0,0 0 0,-1 0 0,1 1 0,0-1 0,0 1 0,0-1 0,2 1 0,48-4 0,-30 3 0,461-29-6401,7 0-5003,-378 24-574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270 143 13917,'-5'-31'4356,"-17"-53"0,17 66-1555,2 9 2025,-4 26-2315,-67 298-2511,23-80 0,7-58-3466,-8 89-9059,45-228-1267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7 152 12201,'-3'-49'2168,"0"24"-288,12 5-175,-2 0-381,5 11-212,4-2-316,13-1-156,15 6-172,4 12-268,3 6-232,6 8-544,10 5-520,-1 12-660,1 6-460,3 9-2737,-7 8-3928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09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23 215 12705,'-22'-3'7645,"37"-14"-5653,23-3-384,10 14-324,12-5-296,17-3-300,12-4-548,12 1-776,10 0-256,4 0-604,-4 3-552,0-1-292,-6-5-696,-13 3-1849,-3 9-3848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248 188 13085,'-30'-32'2556,"30"31"-2519,0 1 0,-1 0 0,1 0 0,0-1 0,0 1-1,0 0 1,0-1 0,-1 1 0,1 0 0,0-1-1,0 1 1,0 0 0,0-1 0,0 1 0,0 0 0,0-1-1,0 1 1,0 0 0,0-1 0,0 1 0,0-1-1,0 1 1,0 0 0,1-1 0,-1 1 0,0 0 0,0 0-1,0-1 1,0 1 0,1-1 0,0-6 3571,-12-17-70,10 21-2207,2 0-223,1-3-937,0 1-1,0-1 1,0 1 0,1 0 0,0 0 0,0 0-1,0 0 1,0 1 0,1-1 0,0 1 0,0 0 0,0 0-1,1 0 1,-1 1 0,1 0 0,0 0 0,0 0-1,0 0 1,7-3 0,-7 3-86,1 1 1,-1-1-1,0 1 1,1 0-1,-1 0 0,1 1 1,0-1-1,-1 1 1,1 1-1,0-1 0,0 1 1,-1 0-1,1 0 1,0 1-1,0-1 0,7 3 1,-9-1-41,-1-1 0,1 1 0,-1 0 0,1 1 0,-1-1 1,0 0-1,0 1 0,0 0 0,0 0 0,-1 0 0,1 0 0,-1 0 0,1 0 0,-1 1 1,0-1-1,-1 1 0,1 0 0,0-1 0,-1 1 0,0 0 0,0 0 0,0 0 0,-1 0 1,1 7-1,3 24 22,-2 1 0,-1-1 0,-2 0 1,-2 1-1,-11 58 0,11-83-118,0 0 0,-1-1 0,-1 0 0,0 0 0,0 0 0,-1-1 0,0 0 0,0 0 0,-1 0 0,-1-1 0,1 0 0,-1 0 0,0-1 0,-1 0 0,0 0 0,0-1 0,-12 6 0,-9 4-270,0-2-1,-2-1 1,0-1-1,-40 9 1,68-20-150,0 1 0,-1-1 0,1 0 1,-1 0-1,1-1 0,-1 1 0,0-1 0,1 0 0,-1 0 0,1 0 1,-1-1-1,0 0 0,1 0 0,-1 0 0,1 0 0,0-1 0,-1 1 0,1-1 1,0 0-1,-6-4 0,9 5 81,0 1 1,0-1 0,1 0-1,-1 1 1,0-1-1,0 0 1,0 0 0,1 1-1,-1-1 1,0 0-1,1 0 1,-1 0 0,0 0-1,1 0 1,-1 0-1,1-1 1,0 1-377,0-1 0,1 1 0,0 0 0,-1 0 1,1 0-1,0-1 0,0 1 0,-1 0 0,1 0 0,0 0 0,0 0 0,0 1 1,2-3-1,-3 3 738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15345,'-15'4'1622,"12"-4"-1312,1 0 0,-1 1-1,0-1 1,1 1 0,-1-1 0,1 1 0,-1 0-1,1 0 1,-1 0 0,1 0 0,0 1 0,0-1-1,-1 1 1,1-1 0,0 1 0,0 0-1,1 0 1,-1 0 0,0 0 0,0 0 0,1 0-1,-3 4 1,-26 61 2475,-35 87 3105,-20 162-5896,64-228-61,16-66-1288,1 0-1,-1 30 1,7 13-11643,3-36 352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0:10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23 132 15917,'-23'0'3289,"33"-14"-253,-4 3-416,10 2-588,22-2-459,-3 5-313,19-6-488,13 4-612,12-1-724,20 1-912,-1-1-873,4-11-1083,-4 9-3301,10 8-6388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28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3132,'35'-3'796,"-9"6"-1216,8 8-620,-2 6 316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12 3672,'-5'0'384,"0"1"1,0 0-1,1 1 0,-1-1 0,0 1 0,0 0 0,1 0 0,-1 0 0,-4 3 0,7-3 1653,0-4-1843,-39-26 729,40 26-904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1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6697,'6'-14'1152,"0"0"1532,13 14-10233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0 280 4896,'3'1'156,"-1"-1"0,0-1 0,1 1 0,-1 0 0,0 0 0,0-1 0,1 0 0,-1 1 0,0-1 0,0 0-1,0 0 1,0 0 0,0 0 0,0 0 0,0-1 0,0 1 0,0-1 0,-1 1 0,1-1 0,2-3 0,-1 1 72,-1-1 1,0 1 0,0-1 0,0 1 0,0-1 0,-1 0 0,1 0-1,-1-5 1,0 7 191,4-20-213,-5 17 3905,-3 16-3725,1 1 0,0 0 0,1-1 0,0 1-1,0 0 1,1 0 0,3 20 0,-1 6 752,-2-34-703,-6 14 528,6-16-934,0-1 0,0 0-1,-1 1 1,1-1 0,0 1-1,0-1 1,0 0 0,0 1-1,0-1 1,0 1 0,0-1-1,0 0 1,0 1 0,0-1-1,0 1 1,0-1 0,0 0-1,1 1 1,-1-1 0,0 1-1,0-1 1,0 0 0,0 1-1,1-1 1,-1 0 0,0 1-1,0-1 1,1 0 0,-1 0-1,0 1 1,1-1 0,-1 0-1,0 0 1,1 1 0,-1-1-1,0 0 1,1 0-1,0 0 1,20 0 316,28-16-250,-47 16-39,509-188-394,-339 131-2778,1 3-3295,-31 13-3003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29 5416,'3'-1'1283,"8"-2"-1124,1 0 4645,-12 2-4725,-1 1 1,1 0-1,0-1 1,0 1-1,0 0 1,0-1-1,0 1 1,-1 0 0,1-1-1,0 1 1,0 0-1,-1-1 1,1 1-1,0 0 1,0 0-1,-1-1 1,1 1-1,0 0 1,-1 0-1,1 0 1,0-1 0,-1 1-1,1 0 1,0 0-1,-1 0 1,1 0-1,0 0 1,-1 0-1,1 0 1,0 0-1,-1 0 1,1 0-1,-1 0 1,-15-6 2481,14 8-2179,-8 6-153,0 0 1,1 2-1,0-1 1,1 1-1,-14 19 1,10-12-68,11-16-117,0 2 35,0-1-54,0-1 0,0 1 0,0-1 0,1 1 0,-1 0 0,1-1 1,-1 1-1,1 0 0,-1 0 0,1-1 0,0 1 0,0 0 0,0 0 0,0-1 0,0 1 0,0 0 0,1 2 0,0-3-4,0 0-1,-1 0 0,1 0 0,0 0 1,0 0-1,0 0 0,0 0 0,0 0 0,0-1 1,0 1-1,0 0 0,0-1 0,0 1 1,0-1-1,0 1 0,0-1 0,1 1 1,-1-1-1,0 0 0,0 0 0,1 0 1,-1 1-1,0-1 0,0 0 0,1-1 1,-1 1-1,0 0 0,2-1 1,287-44 1226,-114 13-1566,111-8-3070,-92 18-3182,-54 10-1477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179 228 7369,'0'-1'44,"8"-13"540,0 1 0,1 0 1,0 0-1,0 1 0,2 0 0,-1 1 0,2 0 0,-1 0 0,23-14 1,23-2 1187,110-37 1,-165 64-1719,1-1 1,0 1-1,0 0 1,-1 0-1,1 1 1,0-1-1,0 0 1,-1 1 0,1 0-1,0-1 1,3 3-1,-1-1 78,-5-2-128,1 0 0,-1 0 0,0 0 0,0 0 0,0 0 0,0 0 0,0 0 0,0 0 0,1 0 0,-1 0 0,0 0 0,0 0 1,0 0-1,0 0 0,0 0 0,0 0 0,1 0 0,-1 0 0,0 0 0,0 0 0,0 0 0,0 0 0,0 0 0,0 1 0,0-1 0,0 0 1,0 0-1,1 0 0,-1 0 0,0 0 0,0 0 0,0 0 0,0 0 0,0 1 0,0-1 0,0 0 0,0 0 0,0 0 0,0 0 0,0 0 0,0 0 1,0 1-1,0-1 0,0 0 0,0 0 0,0 0 0,0 0 0,0 0 0,0 0 0,0 1 0,0-1 0,0 0 0,0 0 0,0 0 0,-1 0 1,1 0-1,0 0 0,0 0 0,0 0 0,0 1 0,0-1 0,0 0 0,0 0 0,0 0 0,-1 0 0,-8 22 88,-1-1 0,-2 0 0,0-1 0,-1 0 0,-1-1 0,-19 21 0,-31 43 136,47-59-269,0 1-1,-22 50 1,30-56-339,0 1 0,1 1 0,2 0 0,-9 41 0,14-56 273,1-1 0,-1 1 0,1-1 0,0 1 0,0-1 0,1 1 0,0-1 0,0 0 1,0 1-1,1-1 0,-1 0 0,1 0 0,0 0 0,1 0 0,-1 0 0,1 0 0,0-1 0,0 1 0,1-1 0,-1 0 1,1 0-1,0 0 0,0-1 0,0 1 0,8 4 0,0-1-50,1 0-1,0-1 1,0-1 0,1 0-1,-1 0 1,1-2 0,17 3 0,-25-4 254,0-1 0,0-1 0,0 1 1,0-1-1,0 0 0,0 0 1,0-1-1,0 0 0,0 0 0,0 0 1,0-1-1,0 0 0,0 0 1,-1-1-1,1 1 0,-1-1 0,0 0 1,0-1-1,7-5 0,-9 5 63,0 0-1,-1 0 0,1 0 1,-1 0-1,0 0 0,0-1 1,-1 1-1,1-1 0,-1 0 1,0 1-1,0-8 0,0 10-163,-1-2 832,-3 6-809,1 0-1,-1 0 1,1 0-1,-1 0 1,1 0 0,-1 0-1,1 0 1,0 1-1,0-1 1,1 1-1,-1 0 1,0 0 0,1-1-1,-1 1 1,1 0-1,0 0 1,-1 4 0,-1 7-10,1-1 0,-2 25 0,3-22 26,-4 131-30,-2 27-498,5-149 399,-2-1 1,0 0-1,-2 1 0,0-2 0,-2 1 1,-1-1-1,0 0 0,-25 40 0,22-44 11,-2 0 1,0-1-1,-1 0 0,-1-2 0,-1 1 1,0-2-1,-1 0 0,-21 12 0,18-15-374,-1-1-1,0-2 0,0 0 0,-45 11 0,-41-1-5099,66-15 722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43 6945,'-12'-10'2295,"-1"2"-1,-23-13 1,34 20-1217,-3 0-82,-7 0-580,0 1 0,0 0 0,0 1-1,-1 0 1,1 1 0,0 0-1,-15 5 1,21-5-306,0 0 0,0 0 0,0 0 0,1 1 0,-1 0 0,1 0 0,-1 1 0,1 0 0,0 0-1,0 0 1,1 0 0,-1 1 0,1 0 0,0 0 0,0 0 0,-4 7 0,7-9-89,0-1 1,1 1-1,-1 0 1,0-1-1,1 1 0,0 0 1,0 0-1,0-1 1,0 1-1,0 0 1,0 0-1,1-1 0,-1 1 1,1 0-1,0-1 1,0 1-1,0-1 1,0 1-1,0-1 0,0 1 1,1-1-1,-1 0 1,1 1-1,0-1 1,2 2-1,7 8 11,0-1 0,0-1 0,17 12-1,-13-10 0,17 14-85,-1 1 0,-1 1 0,37 46-1,-59-63-86,0 0 0,-1 1 0,0 0 0,-1 0 0,0 0 0,0 1 0,-2-1 0,0 1-1,0 0 1,-1 1 0,-1-1 0,0 1 0,0-1 0,-2 15 0,0-11-84,-2 1 1,0 0 0,-2-1-1,1 1 1,-2-1-1,0 0 1,-2 0 0,1-1-1,-2 0 1,0 0-1,-15 21 1,10-20 99,-2 0-1,0-1 1,0 0 0,-1-1-1,-1-1 1,-1 0-1,0-2 1,-35 20 0,33-22 83,-60 30-90,71-36 129,-1-1 1,1 0 0,-1 0 0,1-1 0,-1-1 0,-17 2 0,23-2 40,0-1-1,0 1 1,1 0-1,-1 1 0,0-1 1,1 1-1,-1 0 1,1-1-1,0 1 1,-1 1-1,1-1 1,0 0-1,-4 5 1,7-6-23,-1 0 0,0 0-1,1 0 1,-1 0 0,1 0 0,0 0 0,-1 0 0,1 0 0,0 0 0,0 0-1,-1 0 1,1 0 0,0 0 0,0 1 0,0-1 0,1 2 0,-1 1 30,-2 9 40,0 1-1,1 0 0,1-1 0,1 1 0,0-1 0,0 1 0,2-1 0,-1 1 1,2-1-1,0 0 0,0 0 0,1 0 0,8 13 0,-7-17-183,0 1 0,0-1 0,1-1-1,0 1 1,0-1 0,1-1 0,0 0 0,1 0-1,0 0 1,0-1 0,0 0 0,1-1 0,-1 0-1,1 0 1,1-1 0,16 4 0,2-1-2011,54 3-1,-52-7-492,25 3-3374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5080,'0'0'14569,"-1"4"-14101,-34 190 903,11-65-3957,5-3-6344,15-82 1942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6241,'-41'9'3200,"31"2"-2512,4 4 132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7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35 6429,'43'-33'3907,"-41"32"-3283,11 18 456,-3-5-743,-8-7-239,-1 1-1,0-1 1,-1 1 0,1 0-1,-1-1 1,0 1 0,0 0-1,-1-1 1,1 1-1,-1 0 1,-3 8 0,-20 56 315,23-68-396,-11 22 118,-1 0 0,0-1 0,-2 0 0,-17 20 1,11-16 264,-18 33 1,38-58-206,1-1-191,0 1 0,0-1 1,0 1-1,0-1 0,0 1 0,1-1 1,-1 1-1,0-1 0,1 0 0,0 1 1,-1-1-1,1 0 0,0 1 0,-1-1 1,1 0-1,0 0 0,0 0 1,0 1-1,0-1 0,0 0 0,0 0 1,1-1-1,-1 1 0,0 0 0,0 0 1,1 0-1,-1-1 0,1 1 0,-1-1 1,0 1-1,1-1 0,-1 0 1,1 1-1,-1-1 0,1 0 0,2 0 1,5 0-167,1 0 1,0-1 0,-1 0 0,15-4-1,-9 2-39,182-24-5476,-142 19-463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7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8125,'-22'14'2884,"19"3"-1764,3 0 1216,-4 0-1404,1 3-176,-6-5-99,2 2-129,1 6-296,3-3 72,-7 0-128,-9 17-568,13-26-516,0 12-397,-4 17-507,4-26-2128,2 15-2769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8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88 4088,'0'0'3481,"0"-4"-2425,-1 1-920,0 0 325,1 0 0,-1 0 1,1 0-1,0 0 0,0 0 0,0 0 1,0 0-1,1 0 0,0-3 0,0 4-364,0 0 0,-1 1 0,2-1 0,-1 1 0,0-1 0,0 1 0,0 0 0,1-1 0,-1 1 0,1 0 0,-1 0 0,1 0-1,-1 0 1,1 0 0,0 0 0,-1 1 0,1-1 0,0 0 0,3 0 0,16-5 91,-1 1 0,2 1 0,31-3 0,-45 6-207,0 1 0,1 0 0,-1 0 0,0 0 0,0 1 0,0 1-1,0-1 1,0 1 0,0 1 0,-1-1 0,1 1 0,8 5 0,-13-6-36,-3 1 84,-2 14-200,-1-1 0,0-1 0,-1 1 0,0 0-1,-11 23 1,14-36-37,-1 32-254,5-30 508,-1 1 1,1 0-1,-1-1 0,-1 1 0,1 0 0,-1 0 0,0 1 1,0-1-1,-1 0 0,0 0 0,0 0 0,0 0 0,-1 1 1,0-1-1,0 0 0,-3 10 0,-5 7 152,0 0 0,-25 43 0,12-24-328,-6-6-3304,16-23-829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26 7493,'-9'-25'3384,"-17"28"-2736,4-1 292,3 4-640,3 0-272,7 14-852,-1-3-176,4 0-6985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9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6801,'0'0'2451,"-2"3"-1487,-4 7-734,1 0 0,0 1 1,0-1-1,1 1 0,1 0 0,-1 1 0,2-1 0,0 1 0,0-1 0,1 1 0,0 0 0,1-1 0,1 1 0,1 12 1,-1-17-305,0-1 1,0 0 0,1 1 0,0-1 0,0 0 0,0 0-1,0 0 1,1-1 0,0 1 0,1-1 0,-1 1 0,1-1-1,0 0 1,0 0 0,0-1 0,1 1 0,0-1 0,0 0-1,0 0 1,0-1 0,1 1 0,-1-1 0,1 0 0,0-1 0,0 1-1,0-1 1,10 2 0,-4-2-5,-1 0 1,1-1-1,0-1 0,-1 1 1,1-2-1,0 0 0,-1 0 1,13-4-1,-17 3 129,0 0 1,-1 0-1,1-1 1,0 0-1,-1 0 0,0-1 1,1 0-1,-1 0 1,-1 0-1,1-1 0,-1 0 1,0 0-1,0 0 1,6-9-1,19-26 1773,-28 38-1346,-6 22 444,2-7-755,-1-1 0,-1-1 0,0 1 0,-8 14 0,-4 14 52,-15 35 140,17-42-1416,-14 47 1,25-68 864,1-5-918,0 0 1,0 0-1,1 0 1,0 0-1,0 10 1,4 3-3273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8777,'-29'20'1316,"23"-5"-228,-10-10-220,4 4-176,-1-1-148,3 4-84,-2-1-112,2 1-260,1 5-1124,-1 0 76,10 3-8241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9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6145,'-10'12'804,"-12"13"1738,-19 31 0,38-49-2443,0 0-1,0-1 1,1 1-1,0 0 1,1 0 0,0 0-1,0 1 1,0-1-1,1 0 1,0 0-1,0 1 1,1-1 0,0 0-1,0 0 1,0 0-1,1 0 1,1 0 0,-1 0-1,1-1 1,4 10-1,-5-14-94,-5 0 10,-20 22-79,22-23 32,0-1-1,0 1 1,1-1 0,-1 1 0,0-1-1,0 0 1,1 0 0,-1 1 0,0-1-1,0 0 1,0 0 0,0 0-1,0 0 1,1 0 0,-1 0 0,0 0-1,0 0 1,0 0 0,-1-1 0,-2 1-138,-44-1-5380,20-4 866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3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5909,'19'-2'2088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40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62 4680,'14'-18'894,"-11"12"1320,0-1 0,0 1 1,-1 0-1,4-13 0,-75 275-657,47-189-1463,-16 64-155,35-117-167,1 1 0,0-1 0,1 1 0,1 0 0,0 0 0,1-1 0,3 17 1,-3-28 157,0 1 0,0 0 1,0 0-1,1-1 1,-1 1-1,1-1 1,0 1-1,0-1 1,0 0-1,1 0 1,-1 0-1,1 0 1,0 0-1,-1 0 1,1-1-1,1 1 1,2 1-1,-3-2-99,12-7-129,-14 5 298,0 0-1,0 0 1,0 0 0,0 0 0,-1-1-1,1 1 1,0 0 0,0 0 0,0 0-1,0-1 1,0 1 0,0 0 0,-1-1-1,1 1 1,0-1 0,0 1 0,0-1 0,-1 0-1,1 1 1,0-1 0,-1 0 0,2 0-1,-2-3-12,0 0 0,0 0-1,0 0 1,-1 0-1,1 0 1,-1 1-1,0-1 1,0 0 0,0 0-1,-1 1 1,1-1-1,-1 1 1,0-1 0,0 1-1,0 0 1,0 0-1,-1 0 1,1 0 0,-1 0-1,0 0 1,0 0-1,0 1 1,0 0-1,0 0 1,-7-4 0,4 3-556,0 1 1,1 0 0,-1 0 0,-1 0-1,1 1 1,0 0 0,0 0-1,0 0 1,-1 1 0,1 0 0,-9 1-1,-11 2-3966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4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46 6417,'0'0'3476,"-16"-14"-2660,1 2 512,-8 4-816,4 2 292,0 3-556,3 0-92,4 9-1800,-1 0-1904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53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6705,'0'0'1762,"1"-4"-29,8-30 7695,-10 32-8516,0 1-621,1 0-1,-1 0 1,1 0 0,-1 0-1,1-1 1,-1 1 0,1 0 0,0 0-1,0 0 1,0 0 0,0-1-1,0 1 1,0 0 0,0 0 0,0 0-1,0-1 1,0 1 0,1 0-1,-1 0 1,0 0 0,1 0-1,0-2 1,14-6 3055,3 8-4907,7 1 862,41 8-1,-13 0-330,141 14-4857,-66-5-3590,-82-9 1243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53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29 8877,'-19'-8'9489,"31"13"-8625,4-2-176,10 0-84,2 0-260,10-3-420,29 0-368,-23-6-540,7-2-536,10 2-417,-4-3-2711,3 4-3625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5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966 15 10605,'-6'-5'529,"5"4"-306,-1 0 1,1 0 0,0 0 0,0 0 0,-1 1 0,1-1 0,0 0-1,-1 1 1,1-1 0,-1 1 0,-2-1 0,1 1 8,-1 1 0,1 0 0,0-1 0,0 2 0,0-1 0,1 0 0,-1 1 0,0-1 0,0 1 0,1 0 0,-1 0 1,1 0-1,-1 0 0,1 0 0,0 0 0,0 1 0,0-1 0,0 1 0,0-1 0,1 1 0,-1 0 0,0 3 0,-6 22 194,2 0 0,1 0 0,1 1 1,2 0-1,1 0 0,4 53 0,22 445 633,-26-493-1076,-1 0 0,-1 0 0,-2 0 0,-1-1 0,-2 0 0,-19 53 0,16-62-44,0 1 0,-1-2 1,-2 0-1,0 0 1,-2-1-1,0-1 1,-1 0-1,-39 34 1,30-33-272,0-2 0,-2 0 0,0-2 0,-2-1 0,1-2 0,-2-1 1,0-1-1,-1-1 0,0-2 0,0-1 0,-1-2 0,0-1 0,-38 1 0,56-6-161,-85 3-2235,33-11-3581,45 0 935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1:5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10993,'0'0'2284,"0"-17"-1324,0 0-280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90 11789,'1'-7'897,"0"0"1,-1 0-1,1 0 0,-1 0 1,-1 0-1,-1-10 0,2 13 2878,-1 1-2210,0-2-1316,-2-12 2196,-1 15-1160,-3 10-605,4-1-452,1 0 0,-1 0 0,1 0 1,0 0-1,1 0 0,-2 12 1,-2 13 213,-71 180 1397,61-176-1631,-132 297 436,-41 104-700,81-93-1058,93-279 46,2 1 0,3 0 0,-1 94 1,10-140 248,1 0 1,7 39-1,-6-50 220,0-1-1,1 1 1,0-1-1,0 0 1,1 1-1,0-2 1,0 1-1,10 12 1,-13-18 227,0-1 1,1 1-1,-1-1 0,0 0 1,1 1-1,-1-1 1,1 0-1,-1 0 0,1 0 1,-1 0-1,1 0 1,0 0-1,0 0 0,-1-1 1,1 1-1,0-1 1,0 1-1,0-1 0,0 0 1,0 1-1,-1-1 1,4 0-1,33 2-7605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658 1 10801,'0'0'1662,"0"4"-50,1 13-1079,1 1-1,0-1 0,2 0 0,0 0 1,1 0-1,0 0 0,2-1 1,0 0-1,0 0 0,2 0 0,14 20 1,17 17-32,77 82 1,-92-107-255,111 115 220,83 94-54,-199-215-381,-2 1-1,0 1 1,-2 0-1,-1 2 1,13 28-1,-24-46-22,-1 0-1,-1 0 0,0 0 1,0 1-1,-1-1 0,0 0 1,0 1-1,-1-1 0,-1 15 1,0-17-3,0 0-1,0 0 1,-1 0 0,0 0-1,-1-1 1,1 1 0,-1 0-1,0-1 1,0 0 0,-1 0 0,0 0-1,0 0 1,0 0 0,-8 6-1,-1 0 21,-1-1 0,0-1 0,0 0 0,-1-1 0,0-1 0,0 0 0,-1-1 0,0-1 0,-27 6 0,-17 0 64,-79 4 1,118-14-84,13 0-14,-744 65-930,705-60 258,31-3-90,0-1-1,0-1 0,0 0 1,0-1-1,0-1 0,-21-3 1,21-1-4442,31 4-2983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2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1020 202 11309,'-10'-21'656,"-28"-51"2720,32 63-2111,0 0-1,-1 0 1,-9-9 0,-31-42 6332,46 60-7550,1 0-1,-1-1 1,1 1-1,0 0 0,-1-1 1,1 1-1,-1 0 1,1 0-1,-1 0 1,1-1-1,-1 1 0,0 0 1,1 0-1,-1 0 1,1 0-1,-1 0 1,1 0-1,-1 0 1,1 0-1,-1 0 0,1 0 1,-1 0-1,0 0 1,1 1-1,-1-1 1,1 0-1,-1 0 0,1 1 1,-1-1-1,1 0 1,0 0-1,-1 1 1,1-1-1,-1 1 1,1-1-1,-1 0 0,1 1 1,0-1-1,-1 2 1,-20 24 919,15-17-707,-27 39 195,3 1 0,-25 56 0,-4 8-129,-95 145-325,-59 108 0,152-250 0,-57 153 0,87-181 0,-40 170 0,65-223 0,1-1 0,1 1 0,2 0 0,1 0 0,2 0 0,2 0 0,1 0 0,10 41 0,-9-60-154,0 0 1,1-1-1,0 0 1,1-1-1,1 1 1,0-1-1,1-1 1,1 0-1,0 0 1,18 18-1,-13-18-339,1 1-1,1-2 1,0 0-1,0-1 1,1-1 0,1-1-1,29 11 1,-7-8-503,0-1 1,1-2 0,0-2 0,0-2 0,0-2-1,1-1 1,67-7 0,17-12-5256,8-9-3683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2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41 8729,'-6'-6'647,"5"6"-511,0-1 0,0 0 0,0 0 0,-1 1 0,1-1-1,0 0 1,0 0 0,1 0 0,-1 0 0,0 0 0,0 0 0,0-1 0,1 1 0,-1 0 0,0 0 0,1-1 0,-1 1 0,1 0-1,0 0 1,-1-1 0,1 1 0,0 0 0,0-1 0,0 1 0,0-1 0,0-1 0,-21 0 3485,11 3-3080,0 1 0,-1 0 0,1 0 0,0 1 0,0 0 0,-1 1 0,2 0 0,-1 1 0,0 0 1,1 0-1,0 1 0,0 0 0,0 1 0,-13 11 0,4-2 38,0 1 0,2 0-1,0 2 1,0 0 0,-17 29 0,13-14-133,1 1 0,3 1 0,0 0-1,3 1 1,-12 47 0,9-14 18,-14 139-1,26-129-365,4 0 0,3 1-1,4-1 1,3-1 0,21 82-1,-23-127-175,1 0 0,1-1 0,20 41 0,-25-62 61,1 0 1,-1-1 0,2 0 0,-1-1 0,2 1 0,-1-1 0,1 0 0,0-1 0,1 0 0,0-1 0,0 1-1,1-2 1,10 7 0,-14-11 7,0 1 0,0-1 0,0 0 0,0-1-1,0 1 1,1-1 0,-1 0 0,0-1 0,1 0 0,-1 0 0,0 0-1,1-1 1,-1 1 0,0-2 0,0 1 0,1-1 0,-1 0 0,0 0-1,-1 0 1,1-1 0,0 0 0,-1 0 0,1-1 0,-1 1-1,7-7 1,3-4-14,-1 0 1,0-1-1,-1 0 0,-1-1 0,0 0 0,17-33 0,-10 11 7,-2-1-1,-2 0 1,-1-1 0,14-72-1,-15 40-103,5-140 1,-17 164 25,-3-1 0,-2 1 0,-1 0 0,-3 0 0,-2 0 0,-2 1 0,-2 1 0,-35-76 0,30 77-543,-38-58-1,49 90 252,-1 0 0,-1 1 0,0 0 0,-1 0 0,0 1 0,-1 0 0,0 1 0,-16-10 0,23 17 10,0 1 1,0 0-1,0 0 1,0 0-1,0 1 1,0 0 0,-1 0-1,1 0 1,0 0-1,0 1 1,-1 0-1,1 0 1,0 1-1,-1-1 1,1 1-1,0 0 1,-10 4 0,11-3-420,0-1 0,0 1 0,0 0 1,0 0-1,1 0 0,-1 1 1,-5 5-1,-15 24-8697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15 4020,'-3'11'384,"1"-5"-1350,-2 8 17298,2-18-15539,1 0-1,-1 1 1,0-1 0,-1 0 0,1 1 0,-1-1 0,1 1-1,-5-4 1,-1-2 4903,7 20-5678,-2 0 1,1-1-1,-1 1 1,-1-1-1,0 1 1,0-1-1,-1 0 0,-12 17 1,9-12-19,-152 248-3693,86-148-3022,-96 203-1,139-243-5943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5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642 812 6829,'2'-2'163,"2"-2"336,1 0 0,-1 0 0,0-1 0,0 1 0,0-1 0,0 0 0,-1 0 0,0-1 0,0 1 1,-1-1-1,1 1 0,-1-1 0,0 0 0,-1 0 0,2-10 0,-2 8-30,-1 0 0,0 0 0,0 0 0,-1 1 0,1-1 0,-2 0 0,1 0 0,-1 1 0,-1-1 0,1 1 0,-1 0 0,-7-13 1,7 16-392,0 1 1,1 0 0,-1-1 0,0 1-1,0 1 1,-1-1 0,1 0 0,-1 1-1,1 0 1,-1-1 0,0 1 0,0 1-1,0-1 1,0 1 0,0-1 0,0 1-1,0 0 1,0 1 0,-1-1 0,1 1-1,0 0 1,0 0 0,-1 0 0,1 0-1,-7 2 1,-9 2 102,0 1 0,1 1 0,-1 1 0,1 1 0,1 0 0,-1 2 0,1 0 0,1 1 0,-30 24 0,7-1 129,2 1 0,-58 71 0,69-74-178,2 2 0,-41 73 0,56-88-88,1 1 0,1 0 0,1 0 0,0 0 0,2 1 0,0 0 0,-2 33 0,7-49-9,-1 0-1,1 0 0,0 0 1,1 1-1,-1-1 0,1 0 1,0 0-1,1 0 0,-1 0 0,3 5 1,-3-8-22,0-1 1,0 1-1,0-1 1,0 1-1,1-1 1,-1 0-1,0 0 1,1 0-1,-1 1 1,0-1-1,1-1 1,-1 1-1,1 0 1,0 0-1,-1 0 1,1-1-1,0 1 1,-1-1-1,1 1 1,0-1-1,-1 0 1,1 0-1,0 0 1,0 0-1,-1 0 1,1 0-1,0 0 1,0-1-1,-1 1 1,4-1 0,14-5 47,0 0 0,0-1 0,0-1 1,-1 0-1,0-2 0,-1 0 1,0-1-1,0 0 0,22-22 0,10-14 29,64-81 0,-4 6-101,-89 101 38,-7 7-52,0 1 0,0 0 0,1 1-1,19-12 1,-28 21 19,-1 1-1,1-1 0,0 1 1,-1 1-1,1-1 1,0 0-1,0 1 0,0 0 1,0 0-1,0 1 0,0-1 1,0 1-1,1 0 0,-1 1 1,0-1-1,0 1 0,0 0 1,0 0-1,9 4 1,-9-2 2,0 0 1,1 1-1,-1 0 0,0 0 1,-1 0-1,1 0 1,-1 1-1,0 0 1,0 0-1,0 0 1,3 7-1,13 15-13,12 14 64,-18-22-37,0-1-1,1-1 0,18 16 1,-29-29-7,1-1-1,-1 1 1,1-1 0,0 0 0,0 0 0,0 0-1,0-1 1,0 0 0,0 0 0,1 0 0,-1-1 0,1 0-1,0 0 1,-1 0 0,1 0 0,0-1 0,6-1 0,22-4-26,39-11 1,31-6-108,-91 21 98,0 0-1,0 0 1,0 1 0,0 1 0,0 1 0,17 3 0,10 7-200,-1 3 0,0 1 1,66 38-1,-66-32-217,2-2 1,0-2-1,47 15 1,-80-31 402,12 4-101,0-1 1,0 0-1,1-2 1,31 2 0,-29-6 106,1-1 0,-1-1 1,0-1-1,1-1 1,-2-1-1,1-1 1,32-14-1,-4-4 5,-1-2-1,48-35 0,-29 18 31,-22 15 134,76-63 0,-121 91-146,-24-1 4,19 2 18,0-1 1,-1 1 0,1 0 0,-1 0 0,1 0 0,-1 1 0,1-1 0,-1 1-1,1 0 1,0 0 0,-1 0 0,1 0 0,-4 3 0,-34 14-8,2 3-1,0 1 1,-39 31 0,64-43-18,0 1 0,0 1 1,1 0-1,1 1 0,0 1 0,1-1 0,0 2 1,1 0-1,1 0 0,-13 28 0,22-42 1,1 1-1,-1-1 0,1 0 1,0 0-1,-1 0 1,1 0-1,0 0 1,0 0-1,-1-1 0,1 1 1,0 0-1,0 0 1,0 0-1,0-1 1,0 1-1,0 0 1,0-1-1,0 1 0,0-1 1,1 0-1,-1 1 1,2-1-1,0 0-3,1-1 1,-1 1-1,0-1 0,1 0 0,-1 0 1,0-1-1,0 1 0,1-1 0,-1 1 1,-1-1-1,1 0 0,3-3 0,31-28-103,-34 30 114,14-15-35,-2 0 0,0-1 0,-1 0 0,16-30-1,37-91-5,-29 57 59,16-26-11,157-343-41,-170 361 189,16-40 506,-56 129-188,-1 6 168,0 21-303,0 0 0,-2 0 0,-2 0 0,0 0 0,-12 38 1,-3 24 66,3 5-688,5 1 0,0 102-1,12-92-1119,-1 68-2420,-3-57-3360,2-27-3292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7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1450 199 4764,'-3'-1'1548,"-3"-3"-2014,-8-9 6407,14 12-5696,0 0-1,0 0 0,0 0 1,0 0-1,0 0 1,0 0-1,0 0 1,1 0-1,-1 0 1,0 1-1,1-1 0,-1 0 1,1 0-1,-1 0 1,1 0-1,-1 0 1,6-5 6619,-9-27-6720,3 29-60,16-33 22,-11-11 131,-4 45-101,-1-17-83,-2 7-13,-4 13 31,-11 22 22,11-12-129,2-4 48,1-1-1,0 1 1,0-1 0,0 1 0,1 0 0,0 0 0,0 0-1,1 0 1,-1 0 0,1 1 0,1-1 0,-1 13-1,2-9-2,0 1 0,1 0 0,0-1 0,1 1 0,0-1 0,0 0 0,7 12 0,-2-4-2,2-2 1,0 1-1,1-1 1,1-1-1,0 0 0,1 0 1,0-2-1,21 17 1,-6-9-86,1-3 0,1 0-1,1-1 1,0-2 0,1-2 0,0-1 0,56 14-1,-79-24 59,1 0-1,-1-1 1,0 0-1,0-1 1,0 0-1,1 0 1,-1-1-1,0 0 1,0-1-1,0 0 1,0 0-1,0-1 1,0 0-1,-1 0 1,16-9-1,-15 6 14,0-1 0,-1 0 0,0 0 0,0 0-1,0-1 1,-1 0 0,0 0 0,-1-1 0,0 0 0,0 0-1,-1-1 1,8-19 0,2-5 126,-7 17-16,-1-1 0,10-37 0,-17 52 89,-5 29 325,-17 34 529,-3-1-1,-63 107 1,24-49-440,-236 449 497,-151 300-1262,361-676-650,-109 208-1350,188-378 2044,-74 121-702,75-127 699,-1 0 0,0-1 1,-1-1-1,-15 13 1,-108 82-1106,122-98 1048,0-1 0,0 0-1,-1-1 1,0-1 0,0 0-1,0-1 1,-1 0-1,1-1 1,-19 2 0,11-4-86,-1-1 1,1-1 0,-1-1 0,-28-5 0,29 3 115,0-1 1,0-1-1,1-1 0,-1-1 0,1 0 1,1-2-1,-1 0 0,-20-14 1,34 18 135,0 0 1,0 0-1,0 0 0,0-1 1,1 0-1,0-1 1,1 1-1,-1-1 1,1 0-1,0-1 1,1 1-1,0-1 1,0 0-1,1 0 1,0 0-1,0 0 0,1-1 1,0 1-1,0-1 1,1 1-1,0-1 1,1 0-1,0-12 1,2 4 32,1 0-1,1 0 1,0 0 0,1 1 0,1-1 0,0 1 0,2 1-1,-1-1 1,15-19 0,10-10 10,61-68 0,29-17 95,152-125-1,161-91-81,-300 248-576,225-121-1,-6 50-4192,-245 128 614,-6 12-2161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2:0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2760 1 6065,'0'0'9041,"-1"3"-7937,1 10-626,0 0 0,0 1 0,2-1 0,-1 0 1,2 0-1,0 0 0,5 16 0,6 28 602,-1 29 255,-4-1 0,-4 1 1,-3 0-1,-17 142 1,-5-78-380,-74 264 0,63-314-768,-4-1-1,-5-2 1,-83 148-1,56-135-189,-4-3 0,-136 155 0,-243 206-1777,350-378 671,-4-4 0,-4-4-1,-3-6 1,-3-4 0,-228 104-1,236-132-916,-137 37-1,2-23-4187,45-24-2558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3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7413,'24'-4'2024,"-23"4"-1913,-1-1 0,1 1 0,0 0 0,-1 0 0,1 0 0,-1-1 0,1 1 0,-1 0 0,1-1 0,-1 1 0,1 0 0,-1-1 0,0 1 0,1-1 0,-1 1 0,1-1 0,-1 1 0,0-1 1,1 1-1,-1-1 0,0 1 0,0-1 0,1 1 0,-1-1 0,0 1 0,0-1 0,0 0 0,0 1 0,0-1 0,0 1 0,0-1 0,0 0 0,0 0 0,0 0 17,0 0 0,0 0 0,0 1 0,0-1 0,0 0 0,0 1 0,0-1 0,1 0 0,-1 0 0,0 1 0,0-1 0,1 0 0,-1 1 1,0-1-1,1 0 0,-1 1 0,1-1 0,-1 1 0,1-1 0,-1 1 0,2-2 0,36-18 1422,2 1 1,64-20-1,-7 2-767,-51 18-724,1 2-1,83-18 1,-106 30-1110,1 2-1,42 0 0,-49 4-588,0 0 0,0 1 1,0 1-1,26 8 0,3 7-5661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3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23 126 12457,'-23'-20'8513,"23"0"-6305,0 0-380,19 14-380,16-8-315,4 5-229,5 1-188,7 5-136,6 0-336,10 3-388,12-6-872,16 3-344,7 1-785,3-4-1007,-4 3-3405,4 0-6116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4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34 7153,'4'-4'1248,"14"-12"11962,-19 16-13002,-1 0 0,1 0 1,-1-1-1,1 1 0,-1 0 0,1-1 1,0 1-1,-1-1 0,1 0 1,-1 1-1,1-1 0,-1-1 0,1 1-134,0 1 0,-1-1 0,1 0 0,0 1-1,0-1 1,0 1 0,0-1 0,0 1 0,-1 0-1,1-1 1,0 1 0,0 0 0,0 0 0,-1 0-1,1 0 1,0 0 0,0 0 0,-1 0 0,1 0-1,0 1 1,0-1 0,-2 1 0,-19 7 1899,-38 22 0,56-26-1743,0 0-1,0 0 1,0 1 0,1-1 0,0 1-1,0-1 1,0 1 0,0 0-1,1 0 1,-3 7 0,-1 2 48,1-1-278,0 0 0,-6 24 0,1-2 0,3-12 0,1 1 0,-2 26 0,5-35 0,-1 11 0,-29 210 0,26-120 0,5 0 0,5 0 0,32 203 0,-4-178-3286,36 67-7968,-35-114 6649,-20-57-6033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4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7877,'7'1'561,"0"0"0,0 1 0,-1 0 0,1 1 0,0-1 0,-1 1 0,1 0 0,-1 1 0,0 0 0,0 0 0,0 0 0,9 9 0,-11-9-467,58 41 1503,2-2 0,132 64-1,44 29-762,-225-127-788,112 82 320,-112-78-311,0 0 1,0 1-1,-2 0 1,0 2-1,19 27 1,-28-38-46,-1 0 0,-1 1 0,1-1 1,-1 0-1,0 1 0,0 0 0,-1-1 1,0 1-1,0 0 0,0 0 0,0-1 1,-1 1-1,0 0 0,0 0 0,-1 0 1,0 0-1,-2 8 0,1-7 0,-1 0 1,0 0-1,-1-1 0,0 1 0,0-1 0,0 1 1,-1-1-1,1 0 0,-2-1 0,1 1 0,-1-1 1,1 0-1,-9 5 0,-11 6 21,-1 0 0,0-2 0,-1-1 1,-39 13-1,-120 29 55,152-46-77,-94 24-161,-97 27-1720,79-12-2585,79-18-551,24 1-2730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4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420 241 5308,'0'-7'579,"1"1"0,-1 0 0,1-1-1,1 1 1,-1 0 0,1 0 0,0 0-1,1 0 1,-1 0 0,1 1-1,0-1 1,0 1 0,8-10 0,-6 8 143,0-1 0,0 1 0,-1-1 0,0 0 0,-1-1 0,1 1 1,1-10-1,-4 8 380,0 1-1,-1-1 1,0 0 0,0 0 0,-4-15-1,3 25-912,-1 1-1,0-1 1,0 1-1,1 0 1,-1-1-1,1 1 1,-1 0 0,0 0-1,1 0 1,0 0-1,-3 3 1,-12 11 188,1 1 0,1 1 0,1 0 0,-19 32 0,-40 85 1893,31-53-1719,-10 15-551,3 3 0,5 1 0,-36 127 0,66-179 0,3 2 0,2-1 0,-3 83 0,11-96 0,2 0 0,1 0 0,1-1 0,2 0 0,21 67 0,-18-78-510,1 0 0,1-1 0,1 0 0,1-1 0,1-1 0,0 0 0,2 0 0,1-2 0,0 0 0,1-1 0,1 0-1,1-2 1,37 24 0,-21-19-788,0-2 1,1-2-1,0-1 0,1-2 0,1-2 0,1-1 0,-1-2 0,43 4 0,56-2-9663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4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61 9449,'-3'-6'752,"-1"1"1,1-1 0,-1 1-1,0 0 1,0 0-1,0 1 1,-6-6-1,7 9-433,1-1 0,-1 0-1,1 1 1,-1-1 0,0 1-1,0 0 1,0 0 0,0 0-1,0 0 1,0 0 0,0 1-1,0-1 1,0 1 0,0 0-1,0 0 1,0 0 0,-7 2-1,1 0 42,-1 1 0,1 1 0,0 0 1,0 0-1,0 1 0,1 0 0,0 0 0,0 1 0,0 0 0,0 0 0,1 1 0,0 0 0,0 1 0,-7 10 0,-1 3 92,0 0 0,2 2 0,0-1 1,-13 35-1,18-37-337,0 0 1,2 1 0,1 0-1,0 0 1,2 0 0,0 0-1,2 1 1,0 0 0,1-1-1,2 1 1,0-1 0,1 0-1,7 26 1,-6-34-91,1 0 0,0-1 0,1 1-1,0-1 1,1 0 0,0-1 0,1 0 0,0 0-1,11 10 1,-12-13-17,0-1-1,0 0 1,1 0-1,0-1 1,0 1-1,0-2 1,1 1-1,0-1 1,0-1-1,1 0 1,-1 0-1,1 0 1,0-2-1,0 1 1,0-1-1,0 0 1,0-1-1,0 0 1,0-1 0,1 0-1,-1-1 1,0 0-1,0 0 1,0-1-1,0-1 1,0 0-1,0 0 1,-1-1-1,1 0 1,-1 0-1,0-1 1,0 0-1,-1-1 1,1 0-1,-1 0 1,0-1-1,-1 0 1,0 0-1,0-1 1,-1 0-1,0 0 1,6-10 0,-5 4-4,-1-1 0,-1 0 0,0 0 0,0 0 0,-2-1 0,0 1 0,-1-1 0,0 0 1,-1 0-1,-2-19 0,-2-6-13,-1 0 0,-18-69 0,16 89-120,-2 0 0,0 0 0,-21-35 0,7 13-803,19 38 499,0-1 0,-1 1-1,1 0 1,-1 0 0,0 0 0,-6-6 0,4 5-372,4 5 360,0 0 0,0 1 1,0-1-1,0 1 0,0-1 0,0 1 0,0 0 0,0 0 1,0 0-1,0 0 0,0 0 0,0 0 0,0 0 1,0 1-1,0-1 0,0 1 0,-4 1 0,-4 12-5315,3 3-3280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46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55 13605,'-24'-52'6114,"23"50"-3703,25 7 1238,-16-2-3308,0 1 0,-1 0 0,0 0 0,0 1 0,0 0 0,-1 0 0,1 0 0,-1 1 0,6 7 0,48 65 1715,-50-64-1775,25 35-48,-3 3 1,-1 0 0,24 62-1,-40-77-182,-1 1 1,-2 1-1,-2 0 0,-2 0 0,6 69 0,-12-51-51,-3 0 0,-2-1 0,-2 0 0,-3 0 0,-3 0 0,-2-1 0,-32 88 0,8-53 0,-4-1 0,-4-2 0,-89 130 0,45-88-757,-100 165-5189,160-238 1582,17-22-2284,7-13-5420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2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6485,'2'-10'1784,"0"-1"1,-1 0-1,0-13 1,-1 20-610,1 2-89,8-22 6734,-6 60-6897,-1-13-483,0 1-1,1 0 1,2-1-1,0 0 1,12 31-1,0-18-200,2-1 0,1-1 0,2-1-1,40 47 1,117 111 195,-151-163-357,64 63-1522,170 129 1,-112-110-2904,-85-70 616,-24-17-2796,-22-13-1960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2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921 14 6393,'0'0'8396,"-12"-8"-6549,10 7-1691,-1 0-1,1 0 1,-1 0-1,1 1 1,-1-1-1,1 1 1,-1 0 0,0 0-1,1 0 1,-1 0-1,1 0 1,-1 0-1,1 1 1,-1-1-1,0 1 1,1 0-1,-3 1 1,-48 18 1272,46-17-1280,-22 12 690,1 1-1,0 1 1,-45 39 0,33-25-289,-2 3-235,2 2 1,2 1-1,1 2 1,-55 76-1,-102 191-3307,105-141-1964,39-53-2645,29-51-346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36 6205,'24'-10'1320,"-19"8"1982,-24-9-1726,10 7 8290,7 3-9776,1 0 1,-1 0-1,1 0 1,-1 0-1,1 1 1,-1-1 0,0 0-1,1 1 1,-1 0-1,0-1 1,0 1-1,-2 0 1,2 0-6,0 1-1,0 0 1,0 0 0,0 1 0,0-1-1,0 0 1,0 1 0,1-1 0,-1 1-1,0-1 1,-1 3 0,-24 26 749,1 0 1,1 2-1,2 1 1,-37 69-1,27-35-154,-42 130-1,51-109-2036,-22 174 0,35-185-218,-3 33-3737,-3 97-12097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47 228 8989,'1'-2'43,"1"0"204,-1 0 1,1 0-1,-1-1 1,0 1-1,0-1 1,0 1-1,0-1 1,0 0-1,1-5 1,-3 7-83,1 0 0,-1 0 0,1-1 0,-1 1 0,1 0 0,-1 0 0,0 0 0,1 0 0,-1 0 0,0 0 0,0 0 0,0 0 0,0 0 0,0 0 0,0 0 0,0 0 0,0 1 0,0-1 0,-1 0 0,1 1 0,0-1 0,0 1 0,-3-1 0,2 0-35,0 0 0,0 0 0,-1 0 0,1-1 0,0 1-1,0-1 1,0 1 0,0-1 0,1 0 0,-1 1 0,0-1 0,1 0 0,-1 0 0,1 0 0,0-1 0,0 1 0,0 0 0,0 0 0,0-1 0,0 1 0,0 0 0,1-1 0,-1 1 0,1-1-1,0 1 1,0-1 0,0 1 0,0-1 0,0 1 0,0-1 0,1 1 0,-1 0 0,1-1 0,0 1 0,-1-1 0,1 1 0,0 0 0,1 0 0,-1-1 0,0 1 0,1 0 0,-1 0 0,1 0 0,-1 1-1,1-1 1,0 0 0,0 1 0,0-1 0,0 1 0,0-1 0,0 1 0,0 0 0,3-1 0,15-8 84,0 1 0,0 1 1,1 0-1,1 2 0,-1 1 0,37-5 0,137-1 160,-161 11-343,749 22-1945,-522-2-1590,-2 5-3604,-141-13-1770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57 7585,'3'-34'4545,"-3"31"-534,-14-13-399,6 13 741,6 4-4172,0-1 1,0 1 0,0 0 0,0 0-1,0 0 1,0 0 0,0 0 0,0 1-1,0-1 1,1 0 0,-1 1-1,1-1 1,-3 3 0,-13 32 1865,1 16-1093,3 1 0,-12 84 0,-6 30 254,-2-7-1208,-13 196 0,23-160 0,11-92 0,3 206 0,10-298-580,-1 0 0,2 0 1,0 0-1,0 0 0,1 0 0,1-1 0,0 1 0,7 15 1,-10-26 119,0 1 1,0-1-1,-1 0 1,1 0 0,0 1-1,0-1 1,1 0 0,-1 0-1,0 0 1,0 0 0,0 0-1,1 0 1,-1 0 0,0 0-1,1-1 1,-1 1 0,1 0-1,-1-1 1,1 1-1,-1-1 1,1 0 0,-1 1-1,4-1 1,-2 1-472,33 2-11678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4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95 160 12649,'-2'-10'911,"0"0"-1,1 0 1,0 0 0,1-19-1,0 26-660,1 0-1,-1 0 1,1 0-1,-1 0 1,1 0-1,0 0 1,0 0-1,1 0 1,-1 0-1,0 1 1,1-1-1,0 0 1,0 1-1,0-1 0,0 1 1,0 0-1,0 0 1,0 0-1,1 0 1,3-3-1,5 0 28,0 0 0,0 0 0,0 1 0,1 1 0,0 0-1,-1 0 1,1 1 0,0 1 0,18 0 0,11 1 240,61 9 0,-53-2-338,-1 3-1,1 1 0,-2 3 0,74 30 1,-85-27-117,0 1 1,-1 2-1,-1 1 1,-1 2 0,0 1-1,32 32 1,-55-46-51,0 0-1,-1 1 1,0 0 0,-1 0 0,0 1-1,-1 0 1,11 24 0,-16-29 2,1 1 0,-1 0 0,0 0 1,0 1-1,-1-1 0,0 0 0,-1 0 0,0 1 0,0-1 0,-1 0 0,0 0 0,0 1 1,-1-1-1,-4 13 0,0-8 6,0 0 0,0-1 1,-1 0-1,-1 0 0,0-1 0,-1 0 0,0 0 1,-1-1-1,0 0 0,0 0 0,-17 10 1,-10 6 22,-2-2 0,-49 23 1,-208 74 209,199-87-1126,-148 76 0,210-91 117,-21 12-953,19-6-2683,27-15-2032,0 4-4071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9 4788,'4'3'-1435,"11"1"19372,-18-12-14305,1 3-3605,0 2 1694,0 3-1568,0 0-1,-1 1 1,1-1-1,0 0 0,-1 1 1,1-1-1,0 1 1,0 0-1,0 0 0,-1-1 1,1 2-1,0-1 1,-3 2-1,1 1 58,-1 0-1,1 1 1,0-1-1,0 1 1,-4 7-1,-57 85 1144,-76 154 0,121-209-1353,3 1 0,1 1 0,2 0 0,2 1 0,-8 59 0,16-73 0,2 0 0,1 0 0,2 1 0,1-1 0,1 0 0,2 0 0,1 0 0,19 53 0,-17-61-187,2-1 1,1 0-1,0 0 1,2-1-1,0-1 1,1 0-1,21 22 1,-12-19-582,2 0 0,0-1 1,1-1-1,48 28 1,-12-15-1409,2-4 0,0-2 0,2-4 0,94 24 0,-19-15-11397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68 106 4740,'0'0'12445,"10"-8"-12308,-9 8-27,0-1 0,-1 1-1,1 0 1,-1-1 0,1 1-1,-1-1 1,1 1-1,-1-1 1,1 1 0,-1-1-1,1 1 1,-1-1 0,0 0-1,1 1 1,-1-1 0,0 1-1,1-1 1,-1 0 0,0 1-1,0-1 1,0 0 0,1 1-1,-1-1 1,0 0 0,0-1-1,-9-15 2334,6 12-3210,1 3 908,2-1-80,0 0 0,0 0 0,0 0 0,0-1 1,0 1-1,1 0 0,-1 0 0,1 0 0,0 0 0,0 1 0,0-1 0,1 0 1,-1 0-1,1 0 0,-1 1 0,1-1 0,2-2 0,-2 3 295,-3 2-323,0 0 0,0 1 0,0-1 0,0 1 0,-1-1 0,1 1 0,0 0 0,1-1 0,-1 1 0,0 0 0,0 0 0,0 0 0,0 0 0,0 0 0,1 0 0,-1 0 0,1 0 0,-1 0 0,0 2 0,-9 20 467,-17 66 893,19-69-1196,1 0 0,1 1 1,1 0-1,1 0 0,-3 38 0,7-48-155,0 0-1,1 0 0,0-1 0,1 1 0,0 0 0,1-1 0,0 1 0,8 15 0,-8-19-28,1-1 1,0 0 0,0 0-1,1 0 1,0 0-1,0-1 1,0 0-1,1 0 1,-1 0 0,1-1-1,0 1 1,1-1-1,10 5 1,-3-4-10,1 0 0,-1 0 0,1-2 1,0 0-1,0 0 0,0-1 0,1-1 0,-1-1 1,26-2-1,-14-1-204,0-1 0,0-1 1,0-2-1,38-14 0,-45 12-23,-1-1 0,0 0 0,-1-2 0,0 0 0,0-1-1,-2-1 1,1-1 0,-2 0 0,0-1 0,18-26 0,-27 33 165,-1 0 1,0 0-1,-1 0 1,0 0-1,0-1 0,-1 0 1,3-17-1,6-15-138,-11 40 202,-4-33 138,3 32 38,-1 3-146,0 0 0,0 0 1,0 0-1,0 0 1,1 0-1,-1-1 1,0 1-1,0 0 1,0-1-1,0 1 1,0-1-1,1 1 0,-1-1 1,0 1-1,0-1 1,1 0-1,-2-1 1,-6-2 661,-5 14-215,-5 15-7,1 0-1,1 1 1,1 1 0,1 0-1,2 1 1,-11 35 0,-39 182 168,44-165-540,-4 13-116,-63 165 0,66-212 2,-3-1 0,-2 0 0,-1-2 0,-2-1 0,-43 50 0,62-83 14,0-1 0,0 0 0,-1 0 0,-14 10 0,20-16-3,0-1 1,1 1-1,-1-1 1,0 1-1,0-1 1,0 0-1,0 0 1,0 0-1,0 0 1,0 0-1,0-1 1,0 0-1,0 1 1,0-1-1,0 0 1,-1 0-1,1-1 1,0 1-1,0-1 1,-6-1-1,9 1 0,-2 1 0,1-1 1,0 1-1,0-1 0,0 1 0,0-1 1,0 0-1,1 0 0,-1 1 1,0-1-1,0 0 0,0 0 0,1 0 1,-1 0-1,0 0 0,1 0 1,-1 0-1,1 0 0,-1-2 0,-4-14 7,1 1-1,1-1 0,0 0 0,1 0 0,1 0 0,1-1 0,0 1 0,1 0 0,1 0 0,7-31 0,4 0-221,2 0 0,1 2 0,3 0-1,2 1 1,31-52 0,-31 65-549,0 1 0,2 1 0,2 0 0,0 2 0,2 1 1,1 1-1,45-32 0,-56 46-551,2 1 1,31-13-1,13 2-5324,-10 12-2402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8:5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14 6205,'0'0'1732,"-2"-2"1074,-20-10 10392,17 15-12964,0-1 1,0 1-1,0-1 0,1 1 0,-1 1 1,1-1-1,0 1 0,0 0 1,0 0-1,1 0 0,-7 9 1,-3 7 695,-15 33 1,6-11 20,-95 162-218,-252 452 1736,348-617-2467,-229 416-102,217-384-918,6-9-2899,4-27-4237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223 240 5629,'4'12'1616,"-7"-16"634,-8-12 6065,-8 7-6700,8 7 4696,4 4-6128,0 1 0,-1-1 0,1 1 0,0 1 0,0-1 0,1 1 0,-1 0 0,1 1 0,0 0 0,0 0 0,0 0 1,0 0-1,1 1 0,0 0 0,1 0 0,-1 1 0,1-1 0,-4 9 0,-4 10-96,2 0 0,0 1 1,2 1-1,1-1 0,1 1 0,1 0 0,1 1 1,2-1-1,1 1 0,1-1 0,1 1 0,1-1 1,8 33-1,-8-51-85,0-1 0,1 1 0,0-1-1,0 0 1,1 0 0,0 0 0,0 0 0,1-1 0,0 1 0,1-1 0,0-1 0,6 7 0,-7-9-20,0 0 0,0 0 0,1 0 0,-1-1 0,1 0 0,0 0 0,0-1 0,0 0 0,0 0 0,0 0 0,1 0 0,-1-1 0,1 0 1,-1-1-1,0 1 0,1-1 0,6-1 0,-3 0-8,1-1 0,-1 1 0,0-2 0,0 0 1,0 0-1,-1 0 0,1-1 0,-1-1 0,0 0 0,0 0 1,0-1-1,-1 0 0,0 0 0,0-1 0,0 0 0,-1 0 1,0-1-1,-1 0 0,0 0 0,0-1 0,0 1 0,-1-1 1,5-14-1,4-7-68,-2-1 1,-1-1 0,-2 0 0,-1 0-1,-2-1 1,0 0 0,-3 0 0,-1-1-1,-1 1 1,-1 0 0,-3-1 0,0 1-1,-2 0 1,-16-55 0,16 76 14,0-1-1,0 1 1,-1 1 0,-1-1-1,0 1 1,0 0 0,-1 0 0,-1 1-1,0 0 1,0 0 0,-1 1-1,-21-14 1,25 19-179,-1 1 0,0 0 0,0 0 0,0 1 0,0 0 0,-1 0 0,1 0 0,-1 1 0,1 1 0,-1-1 0,-11 2 0,13-1-338,0 0 0,0 1-1,0 0 1,0 0 0,0 1 0,0-1 0,0 1 0,-6 4 0,-9 5-5367,-2 3-3716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0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32 5569,'9'4'12567,"-16"-15"-8020,-21-12-1448,25 22-1621,2 1-1414,0 1-1,0 0 0,-1 0 0,1 0 0,0 0 0,0 0 0,0 0 0,0 0 0,0 0 0,0 0 0,0 1 0,0-1 0,1 0 0,-2 3 0,2 0-6,1 0-1,-1 0 1,1 0 0,0-1 0,0 1 0,0 0-1,1 0 1,-1 0 0,4 3 0,-1 3 40,17 34 424,35 56 0,-12-25-187,0 7 46,-3 2 0,52 157 0,-82-204-376,-1 2 0,-2-1 0,-2 1 0,-1 1-1,-2-1 1,-2 1 0,-2-1 0,-1 1 0,-9 47 0,0-43-392,-1 0 1,-2 0 0,-1-1 0,-3-1 0,-2-1 0,-1 0 0,-2-2 0,-38 50 0,41-65-200,-1-1 1,0-1-1,-2-1 1,-1-1-1,0-1 0,-1-1 1,-37 19-1,9-11-3215,-1-1 1,-107 31-1,70-28-5058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3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586 395 6285,'7'-17'6893,"-6"-10"-4444,0 5-1147,1 4-912,-2 0-1,0 0 1,-1 0-1,-6-33 1,7 48-269,-4-16 25,3 16 99,0 0 0,0 0 0,-1 0 0,1 0 0,-1 1 0,0-1 0,0 1-1,0-1 1,0 1 0,0 0 0,0 0 0,-3-3 0,4 4-404,-1 0 505,2-6-88,-1 1 0,1-1-1,-1 1 1,-1 0 0,1-1 0,-1 1-1,0 0 1,-1 0 0,1 0-1,-1 0 1,0 0 0,-1 1-1,0-1 1,1 1 0,-2 0-1,1 0 1,-7-5 0,6 4 35,-1 0 1,0 1-1,0-1 1,-9-4-1,12 8-27,-20 11 358,18-6-539,1-1 1,-1 1-1,1 1 1,-1-1-1,1 0 1,0 1 0,0 0-1,1 0 1,-1 0-1,1 0 1,0 1-1,0-1 1,-3 8-1,-5 9 327,-13 42 0,12-28-14,-199 593 160,171-470-465,6 1 0,-13 175 0,43-274-123,3 0 0,2 0 1,3 0-1,3-1 0,23 98 0,-18-122-1445,0 0-1,3-1 0,1-1 1,1-1-1,25 37 0,-38-64 199,-1 1 0,1 0 0,0-1 1,0 0-1,1 0 0,0 0 0,5 4 0,-6-6-412,13 9-7157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3 5525,'75'4'5411,"1"0"-3578,163-9 326,-80 0-649,205 19-1,-94 19-845,356 30 411,-322-60-880,-210-3-17,118-4 144,112 2-96,-35 18-169,-114 3-62,-64-5 65,16-2-82,175 25-32,118 32 165,-366-59-102,2-2 0,-1-2 0,107-4 0,-90-6-23,0 4 0,0 3 0,102 17 1,-82-10-30,-63-8 57,34 6-1,-44-5-27,0 0 0,1-2 0,-1 0 0,1-2 0,22-2-1,0 0-13,140-22 108,-164 24-88,0 1 1,0 1-1,19 3 0,-32-4 11,1 0 0,-1 0 0,0 0 0,1-1-1,-1 1 1,7-3 0,10-1-43,13-1 44,-28 3 70,1 1 1,-1 0-1,0 0 0,1 1 1,9 1-1,-10-1 30,0 0-1,-1-1 1,1 1 0,-1-2-1,1 1 1,-1 0-1,1-1 1,-1 0 0,0-1-1,10-5 1,23-7 184,-33 15-258,0-1 1,-1 1-1,1 0 0,-1 0 0,1 1 0,8 1 0,-7-1-44,-6 0 15,-1 0 1,1-1-1,0 1 0,-1 0 0,1 0 1,-1 0-1,1 0 0,-1 0 1,0 0-1,1 0 0,-1 0 0,0 0 1,0 0-1,1 0 0,-1 0 1,0 0-1,0 0 0,0 1 0,0 0 3,3 18 52,0-1 0,-1 1 0,-1-1 0,-3 36 0,-17 78 359,11-83-94,-4 60 1,-7 144 566,16-192-303,-23 115 0,-5 1 59,-7 34-34,-68 393 213,88-511-735,-4-1 1,-3 0 0,-5-2-1,-78 164 1,9-23-3,74-170-63,4 15-13,20-74-41,9 24-2821,-21-41 2511,0 1 1,-1 1-1,0 0 1,-1 1-1,-1 1 0,-21-12 1,-110-47-1091,119 57 1014,-42-14-420,-130-30 0,-472-81 752,557 116 481,-718-83 673,464 76-309,145 2-438,120 5-136,-137-46 0,57 13 42,147 44-166,-253-53 276,257 58-324,-30-3-29,8 7 62,-1 3 0,-105 17-1,142-16-45,-1 0-1,1-1 0,-1-1 0,-37-3 1,41 1 65,-137-10-169,-74-1 22,115 4 69,2-8 230,-12-1 213,65 14-351,-98-5 104,150 9-182,-1-1 0,1 1 0,-1-2 0,1 1 0,0 0 0,-1-1 0,1 0 0,-10-3 0,-3-2 104,-92-24-136,80 21 12,10 4 17,0 2-1,0 0 1,-1 1-1,-29 2 1,-6-2-30,11-2 48,13 0 139,-40 2 0,30 0-92,-44-9 0,83 11-40,-19-3 96,8 0 14,13 0-299,24-4-842,8-2-683,-6-5-265,18-9-5241,-10 13-2950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7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49 7025,'0'0'2037,"1"-3"-141,5-28 5682,-8 29-6572,1 1-767,0 0-1,0 0 0,0 0 0,0 0 0,0 0 0,0 0 1,0 0-1,-1 1 0,1-1 0,0 1 0,0-1 0,-1 1 1,1-1-1,0 1 0,-1-1 0,1 1 0,-2 0 0,1 1-79,1-1 0,-1 1 0,0 0 0,1 0 0,-1 0 1,1 0-1,0 0 0,-1 0 0,1 0 0,0 1 0,0-1 0,0 1 0,-1-1 0,2 0 0,-3 4 0,-3 6 201,0 0-1,0 0 1,1 1 0,0 0 0,1 0 0,-2 13-1,-14 84 1541,8-37-969,-143 656 113,79-169-1044,60-397 0,14-155 0,1 0 0,1 0 0,-1 0 0,1 0 0,1 0 0,-1 0 0,1 0 0,0 0 0,1 0 0,3 10 0,-5-16 0,0-1 0,0 1 0,0-1 0,0 1 0,1-1 0,-1 1 0,0 0 0,0-1 0,0 1 0,1-1 0,-1 1 0,0-1 0,1 1 0,-1-1 0,1 1 0,-1-1 0,0 1 0,1-1 0,-1 0 0,1 1 0,-1-1 0,1 0 0,-1 1 0,1-1 0,-1 0 0,1 0 0,0 1 0,-1-1 0,1 0 0,-1 0 0,1 0 0,-1 0 0,1 0 0,0 0 0,-1 0 0,1 0 0,-1 0 0,1 0 0,0 0 0,-1 0 0,1 0 0,-1-1 0,1 1 0,0 0 0,-1 0 0,1-1 0,-1 1 0,1 0 0,-1-1 0,1 1 0,-1 0 0,0-1 0,1 1 0,-1-1 0,1 0 0,1 0 0,3-3-503,-1 1 0,1-1 1,-1 0-1,0 0 0,0-1 0,0 1 1,0-1-1,-1 0 0,0 0 0,0 0 0,0 0 1,-1-1-1,1 1 0,-1-1 0,-1 0 1,1 1-1,-1-1 0,0 0 0,0-8 0,7-20-6962,6 2-4797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8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68 9097,'0'-2'218,"-1"0"0,1 0-1,-1 0 1,1 0 0,-1 0 0,1 0 0,-1 0 0,0 0 0,0 1 0,0-1-1,0 0 1,-1 1 0,1-1 0,0 0 0,-1 1 0,1 0 0,-1-1-1,1 1 1,-1 0 0,1 0 0,-1 0 0,0 0 0,0 0 0,0 0 0,1 0-1,-1 1 1,0-1 0,0 1 0,0-1 0,-4 1 0,4-1 56,1 0 1,-1 0-1,0 0 0,1 0 1,-1 0-1,1-1 1,-1 1-1,1 0 0,0-1 1,-1 1-1,1-1 1,0 1-1,0-1 1,-1-2-1,0 1 519,-4 3 610,-12 10-778,1 1 1,0 0-1,1 1 1,0 1-1,0 1 0,2 0 1,0 1-1,0 0 1,2 1-1,-14 21 1,-27 50 412,-59 130 1,92-171-710,2 1 1,2 1-1,3 0 1,-15 93-1,26-119-329,0 0 0,2 0 0,0 0 0,1 0 0,2 0 0,0 0 0,1 0 0,2-1 0,12 35 0,-13-44 0,0-1 0,1 0 0,1 0 0,0-1 0,0 1 0,1-2 0,0 1 0,1-1 0,0 0 0,0-1 0,1 0 0,0 0 0,0-1 0,1 0 0,0-1 0,0-1 0,1 1 0,15 3 0,-19-6-5,1 0 1,0-1-1,0 0 1,-1-1-1,1 1 1,0-2-1,0 0 1,0 0-1,1 0 1,-2-1-1,18-4 1,101-24-275,-115 25 186,0 0 0,0 0 1,0-2-1,-1 1 0,0-2 0,0 1 1,0-1-1,-1-1 0,0 0 1,0-1-1,14-16 0,-8 9-64,126-149-1041,-67 72 765,-15 26-5,-43 101 556,-10-7 45,-2 0 0,2 38 0,-6-45-101,1 0 0,1 0 1,1-1-1,0 1 0,2-1 1,0 1-1,9 18 0,-10-30-46,0 0 1,0 0-1,1-1 0,0 0 1,0 0-1,0 0 0,1-1 0,0 0 1,1 0-1,-1-1 0,1 0 0,0 0 1,1-1-1,-1 0 0,1 0 1,-1-1-1,1 0 0,0-1 0,11 2 1,-12-2-11,1-1-1,-1-1 1,0 0 0,1 0 0,-1-1 0,0 0-1,0 0 1,0-1 0,1 0 0,-1 0 0,-1-1-1,1 0 1,0 0 0,-1-1 0,0 0 0,1 0-1,-2-1 1,1 0 0,0 0 0,-1 0 0,10-12-1,-11 10-4,0 0-1,0-1 0,-1 1 1,0-1-1,-1 0 0,1 0 1,-2 0-1,1 0 0,-1-1 1,0 1-1,-1-1 0,0 1 0,0-1 1,-1 1-1,0-1 0,0 0 1,-1 1-1,0-1 0,-1 1 1,0-1-1,-4-10 0,1 3 6,-2 0 0,1 0 1,-2 0-1,0 1 0,-1 0 0,-1 1 0,0 0 0,-1 0 0,-21-20 0,15 18 18,-2 2-1,1 0 0,-2 0 1,0 2-1,-41-19 0,47 26-271,1-1 0,-2 2-1,1 0 1,-1 0-1,1 1 1,-1 1 0,0 1-1,0 0 1,0 1 0,-21 2-1,32-1-109,0 0 1,-1 0-1,1 0 0,0 0 0,0 1 0,0 0 1,0 0-1,0 0 0,0 0 0,-3 4 0,-18 21-5347,17-12-282,19 4-3530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20 10421,'-3'-20'9244,"1"22"-8046,-3 6-649,0 0 0,1 0 0,0 1 0,0-1 0,0 1 0,1 0 0,1 0 0,-1 0 0,1 1 0,1-1 0,0 0 0,0 17 0,2 15-33,7 62 0,-3-60-35,-4-22-354,-1 0-1,-3 28 0,2-36-60,0 1 0,0 0 0,1-1 0,3 16 0,-3-25 94,4-6-119,13-12-19,0 0 1,-1-1 0,-1-1 0,0 0-1,20-30 1,3 0-16,-7 8-10,94-100-15,-111 125 25,1 0 1,0 0 0,1 2-1,0 0 1,0 1 0,2 0-1,20-8 1,-33 16 39,0 1 0,0 0 0,1-1-1,-1 2 1,0-1 0,0 1 0,0-1 0,1 1 0,-1 1-1,0-1 1,0 1 0,1 0 0,-1 0 0,0 0 0,0 1-1,0 0 1,0 0 0,-1 0 0,1 1 0,-1-1 0,1 1-1,-1 0 1,0 0 0,0 1 0,0-1 0,0 1 0,-1 0-1,6 7 1,7 19 130,-1 1-1,-2 0 0,17 60 1,-9-27-80,-9-31-2164,2 0 0,0-2-1,3 0 1,0 0 0,33 42 0,-31-52-4470,3-5-4306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9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416 869 12225,'-25'-19'5466,"-5"-4"3683,10 11-8148,17 12-890,-1-1-1,0 1 0,0 0 0,0-1 1,1 2-1,-1-1 0,0 0 1,0 1-1,0 0 0,1-1 1,-1 2-1,0-1 0,-6 3 1,3-1 69,-7 2-53,0 1 1,1 1-1,0 0 0,1 1 0,-1 0 1,1 1-1,1 0 0,-19 20 0,5-2 6,2 1 0,-27 41 0,43-59-110,2 0 0,-1 0 0,2 0 0,-1 1-1,1-1 1,1 1 0,0 1 0,1-1 0,-3 22 0,5-27-16,0 0 1,0 1 0,0-1 0,1 1 0,0-1 0,0 1 0,0-1 0,1 0 0,0 0 0,0 0 0,1 0 0,0 0 0,0 0 0,0-1 0,0 1 0,1-1 0,0 0 0,9 8 0,-10-9-30,1-1 1,0 0 0,0 0 0,0 0 0,0 0 0,0-1 0,1 0 0,-1 0 0,1 0 0,0 0 0,-1-1 0,1 0 0,0 0 0,0 0 0,0 0 0,8-1-1,-7-1-12,0 0-1,0 0 0,0-1 0,0 1 0,0-1 0,0-1 0,-1 1 0,1-1 0,-1 0 1,1 0-1,7-7 0,5-7-132,0 0 1,-2-1-1,0-1 1,-1-1 0,19-31-1,-10 11-332,-1-2 0,24-66 0,23-96-862,-50 145 1091,27-104-417,30-195-1,-70 323 628,-1 2 194,0 0 1,0-38-1,-7 71-106,1 0 0,-1 0-1,1 0 1,-1-1 0,1 1-1,-1 0 1,1 0-1,-1 0 1,1 0 0,0 0-1,-1 0 1,1 1 0,-1-1-1,1 0 1,-1 0 0,1 0-1,-1 0 1,1 0-1,-1 1 1,1-1 0,-1 0-1,1 1 1,0-1 0,-1 0-1,1 0 1,0 1 0,-1-1-1,1 1 1,0-1-1,-1 1 1,-3 4 70,-1 0 0,1 0 0,1 0 0,-1 1 1,1 0-1,0-1 0,0 1 0,-3 10 0,-16 58 396,17-51-349,-13 42-32,4 1 0,2 0 0,4 1 1,2 0-1,3 0 0,8 83 0,-4-137-284,1 0 0,0 0-1,1-1 1,1 1 0,0-1-1,1 0 1,0 0 0,1 0-1,0-1 1,1 0 0,0 0-1,0 0 1,2-1 0,-1 0-1,1-1 1,0 0 0,1 0 0,0-1-1,1-1 1,-1 1 0,2-2-1,20 11 1,-25-15 130,0 1 0,1-1 1,-1-1-1,0 1 0,0-1 0,1-1 1,-1 1-1,0-1 0,1 0 0,-1-1 1,1 0-1,-1 0 0,0-1 0,0 1 1,0-2-1,0 1 0,0-1 0,0 0 0,-1 0 1,1-1-1,11-8 0,9-7 1257,-25 18-445,0-1-64,0 0-624,-1 1 0,0 0-1,1 0 1,-1 0 0,1 0 0,-1 0 0,1 1 0,-1-1 0,1 0 0,0 1 0,-1-1 0,1 1 0,0-1 0,-1 1-1,1 0 1,0 0 0,0 0 0,-1 0 0,1 0 0,0 0 0,0 0 0,1 1 0,1 0-20,-1 1-1,0-1 1,0 1 0,1 0 0,-1 0 0,0 0 0,0 0-1,-1 0 1,1 1 0,4 4 0,7 13 30,0 0 1,-2 0-1,0 1 1,-1 1-1,-2 0 0,13 38 1,-12-30-169,-9-29 31,-1 0-1,0 0 0,1 0 0,-1 0 1,1 0-1,-1 0 0,1 0 0,0 0 0,-1 0 1,1-1-1,0 1 0,0 0 0,-1 0 1,1-1-1,0 1 0,0-1 0,0 1 1,0-1-1,0 1 0,0-1 0,0 1 1,0-1-1,0 0 0,0 1 0,0-1 0,0 0 1,0 0-1,0 0 0,0 0 0,0 0 1,0 0-1,1 0 0,-1 0 0,0-1 1,0 1-1,1-1 0,1 1-70,-1-1-1,1-1 1,-1 1 0,1 0-1,-1-1 1,1 1 0,-1-1-1,0 0 1,0 1 0,0-1-1,0 0 1,4-5 0,5-10-280,12-16-171,-2-1 1,-1 0-1,18-46 1,-19 31 273,-5 16 370,-1 0 1,13-57 0,-26 87 496,-11 21 365,3-6-639,-2 8-307,1 0 0,0 1-1,2 0 1,0 0 0,2 1 0,0 0-1,2 0 1,0 0 0,1 1 0,2 27-1,2-21-1596,2 8-2031,3-11-3722,-1-9-2705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39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10917,'19'-6'2280,"-22"-8"4593,9 0-7157,0 2-976,7 18-5773,0 2-1476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0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10961,'-3'2'2356,"1"1"-1807,-1 1 0,0-1 0,1 1 0,0-1 0,0 1-1,0 0 1,0 0 0,1 0 0,-1 0 0,1 0 0,0 0 0,-1 4-1,2 3 183,-1 0-1,1 0 1,1 0-1,2 14 0,5 45 1082,-3 0 0,-7 113 0,-42 140-1359,33-260-1464,-28 121-6732,38-181 6823,0 0 0,0 1 0,0-1 0,1 0 0,-1 1 0,1-1 0,0 1 0,0-1 0,1 7 0,3 13-8135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0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98 9557,'0'1'151,"-1"-1"-1,1 1 1,0 0-1,-1-1 1,1 1 0,-1-1-1,1 1 1,-1 0 0,1-1-1,-1 1 1,1-1 0,-1 1-1,1-1 1,-1 0 0,0 1-1,1-1 1,-1 0 0,0 1-1,1-1 1,-1 0 0,0 0-1,1 0 1,-1 1-1,0-1 1,1 0 0,-1 0-1,0 0 1,0 0 0,1 0-1,-1 0 1,0 0 0,1-1-1,-1 1 1,0 0 0,0 0-1,1 0 1,-1-1 0,1 1-1,-1 0 1,0-1 0,1 1-1,-1-1 1,1 1 0,-1-1-1,0 1 1,1-1-1,-1 1 1,1-1 0,0 1-1,-1-1 1,1 0 0,0 1-1,-1-1 1,0-1 0,-3-3 18,2 3 1338,2 0-1379,0 1-1,1 0 0,-1-1 1,0 1-1,1 0 1,-1 0-1,1 0 0,0 0 1,-1 0-1,1-1 1,0 1-1,0 0 1,0 0-1,0 1 0,0-1 1,0 0-1,0 0 1,0 0-1,0 1 1,0-1-1,0 0 0,0 1 1,2-1-1,29-10 569,-31 11-661,60-16 403,1 3-1,0 2 1,1 4 0,99-1-1,-157 8-393,0 0-1,-1 1 1,1-1-1,0 1 1,-1 0-1,1 0 0,-1 0 1,1 1-1,-1 0 1,0 0-1,0 0 1,0 0-1,0 0 0,0 1 1,0 0-1,0 0 1,-1 0-1,1 0 1,-1 0-1,0 1 0,0 0 1,0-1-1,-1 1 1,1 0-1,-1 0 1,0 1-1,2 6 0,0 5 6,0 0 0,-2 0 0,0 1 0,0-1 0,-2 0 0,-2 25-1,1 48-2822,-2-22-3295,4-46 840,-1 2-4769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0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6729,'41'11'1304,"-35"6"372,13-17-1540,-3 3-428,-6 6-1032,-1 2-1048,4 12-501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28 103 7913,'-2'17'1651,"2"-1"0,0 1 0,1 0 0,3 19-1,0 6 455,-4-30-1688,1-1 0,0 1 0,0-1-1,2 1 1,-1-1 0,1 0 0,1 0 0,7 16-1,-9-24 57,-1-2-345,0 0-1,0 0 0,0 0 1,0 0-1,0 0 1,0 0-1,1 0 1,-1 0-1,0-1 1,1 1-1,-1 0 1,0-1-1,1 1 1,-1-1-1,4 1 1,-4-29 5,0-1 0,-2 1 1,-1-1-1,-2 1 0,0 0 1,-12-36-1,2-1-72,-4 3-367,17 60 79,0 1 1,0-1 0,-1 1-1,1-1 1,0 1 0,-1-1-1,1 1 1,-1 0-1,1 0 1,-1 0 0,0 0-1,1 0 1,-1 0 0,0 0-1,-3 0 1,4 4-98,1 0 1,0 1-1,0-1 0,0 1 1,0-1-1,0 1 0,1-1 1,0 1-1,0-1 0,-1 0 1,2 1-1,-1-1 0,3 5 1,-1-2-782,1-1 0,0 1 1,0-1-1,1 0 0,-1-1 1,1 1-1,6 3 0,4 4-4144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0 452 6245,'15'7'1688,"-15"-7"-1645,0 0 0,0 0 0,0 1 1,0-1-1,0 0 0,0 0 0,0 0 0,0 0 0,0 1 1,0-1-1,0 0 0,0 0 0,0 0 0,0 1 1,0-1-1,0 0 0,0 0 0,0 0 0,0 1 0,0-1 1,-8 3 10005,18 6-8551,-7-5-1369,0 0-1,-1 1 1,1-1-1,-1 1 1,0 0-1,0-1 1,0 1 0,-1 0-1,1 0 1,-1 0-1,0 0 1,0 6-1,0-4-10,1 9 15,-1 1 0,0-1 0,-1 1 0,0 0 0,-5 22-1,5-35 74,0-2-178,0 0-25,0-1 0,0 1 0,0-1 1,1 1-1,-1-1 0,0 1 0,1-1 0,-1 1 1,1-1-1,-1 0 0,1 1 0,0-1 1,0 0-1,-1 1 0,3 0 0,-2-2 4,0 0 0,1 0 0,-1-1 1,0 1-1,0-1 0,0 1 0,1-1 0,-1 0 0,0 1 0,0-1 0,0 0 0,0 0 0,0 0 0,0 0 1,1-1-1,8-6-20,85-59 78,-91 64-67,0 1 0,0-1 0,0 1-1,0 0 1,1 0 0,-1 0 0,1 1-1,0 0 1,-1-1 0,1 2 0,0-1 0,-1 0-1,1 1 1,0 0 0,0 0 0,-1 1 0,1-1-1,0 1 1,0 0 0,-1 0 0,1 1 0,-1-1-1,1 1 1,-1 0 0,0 0 0,1 0 0,-1 1-1,4 3 1,62 48 49,-68-52-49,0 0 0,1 0 0,-1-1 0,1 1 0,-1-1-1,1 0 1,0 1 0,-1-1 0,1 0 0,0-1 0,0 1 0,0 0 0,0-1 0,0 0 0,0 0 0,0 0 0,0 0 0,-1 0 0,1 0 0,0-1 0,0 1 0,0-1 0,0 0-1,0 0 1,-1 0 0,1 0 0,0-1 0,-1 1 0,1-1 0,-1 1 0,3-3 0,3-2 10,-1 0 0,0-1 0,0 0 0,0 0 0,-1 0-1,0-1 1,0 0 0,6-13 0,-6 8-34,0 0 0,7-27 0,-1 3-19,-6 9-64,-9 25 16,-5 10 61,6-3 4,0 0 1,0-1-1,0 1 1,0 0-1,1 0 1,0 0-1,0 0 1,0 0 0,0 7-1,0-8 36,1 0-67,3-22-1436,39-181 1271,-12 48 867,1 7 344,-29 141-378,-10 29 340,-6 24-412,2 0 0,3 1 0,-7 98 1,16 159-5070,2-246 1870,2 5-3512,4-12-3821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1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66 10589,'-28'-62'4926,"27"59"-2645,-1 5-368,-2 1-1559,0 0 0,1 0 1,0 1-1,0-1 0,0 1 0,0 0 0,0 0 0,1 0 1,-1 0-1,1 0 0,0 1 0,-1 4 0,-14 64 1953,14-53-1713,-59 386 4551,16-145-4786,5-56-357,0 15-312,26-69-3441,14-141 3353,0 1-761,1 0-1,0 0 0,2 16 1,-1-22-114,0-1 1,1 1-1,-1-1 0,1 1 1,0-1-1,5 8 1,14 21-10459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2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49 12181,'-9'-8'1269,"-11"-13"-231,14 1 7902,7 22-8774,-1-1 1,1 1-1,-1-1 0,1 1 0,0-1 1,0 0-1,0 1 0,-1-1 0,1 0 1,0 0-1,3 2 0,2 4 156,7 8 20,1-1 0,1 0 0,0-1 1,0-1-1,33 19 0,-10-6-78,197 146 611,-216-156-861,-1 0 0,23 27 1,-35-36-10,-1 1-1,1 0 1,-2 0 0,1 0 0,-1 0 0,0 1-1,-1-1 1,1 1 0,-2 0 0,4 12 0,-6-16-2,1-1-1,-1 1 1,0 0 0,-1 0 0,1-1 0,0 1 0,-1 0 0,0-1-1,0 1 1,0 0 0,0-1 0,-1 1 0,1-1 0,-4 6 0,-1-1 4,0 0 1,-1 0-1,-10 10 1,17-18-8,-19 16 9,0 0 1,-1-2-1,-1 0 1,0-2-1,-1 0 0,-33 13 1,-6 3-17,6 1-2129,-72 47-1,100-49-3044,18-12-1903,21-10-2559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13045,'0'0'86,"0"0"-1,0 0 1,0-1 0,0 1-1,0 0 1,0 0-1,0-1 1,0 1 0,0 0-1,0-1 1,0 1-1,0 0 1,0 0 0,0-1-1,0 1 1,0 0-1,0-1 1,0 1 0,0 0-1,0 0 1,0-1-1,0 1 1,1 0 0,-1 0-1,0-1 1,0 1-1,0 0 1,0 0 0,1 0-1,-1-1 1,0 1 0,0 0-1,1 0 1,-1 0-1,0 0 1,0-1 0,1 1-1,-1 0 1,0 0-1,0 0 1,1 0 0,-1 0-1,0 0 1,0 0-1,1 0 1,-1 0 0,0 0-1,1 0 1,-1 0-1,0 0 1,0 0 0,1 0-1,-1 0 1,25 11 1792,24 25-625,-39-25-1048,0 0 0,-1 1 1,-1 0-1,0 1 0,0-1 0,-1 1 0,7 19 0,0 6 113,13 56 1,-20-62-213,-2 0 0,-2 1 0,-1-1 0,-1 1 0,-2-1 0,-6 45 0,6-70 140,-1 0 1,1 0-1,-1 0 0,-1 0 1,1 0-1,-1 0 0,0 0 1,-1-1-1,0 0 0,0 1 1,0-1-1,0-1 0,-1 1 1,0-1-1,-10 8 1,10-31 891,4 4-1009,1 1 0,1-1 0,0 0 0,0 1 0,2-1 0,-1 1 0,2 0-1,0 0 1,0 0 0,9-17 0,7-17-719,1 2-1,3 1 0,1 0 1,2 2-1,2 1 0,41-45 0,-39 53-1242,0 2 0,2 2-1,1 1 1,45-28 0,-26 26-3622,0 10-3122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32 9673,'-3'-1'348,"0"0"0,0 1 0,-1 0 0,1-1 0,0 1 0,-1 1 0,1-1 0,0 0 0,-1 1 0,1-1 0,0 1 0,0 0 0,0 0 0,-1 1 0,1-1 0,0 1 0,1-1 0,-1 1 0,0 0 0,0 0 0,1 0 0,-3 3 0,-6 5 894,2-1 1,0 2-1,-15 20 0,15-18-615,1 1 0,1 1 0,0 0-1,1 0 1,1 0 0,0 0 0,1 1 0,-4 31 0,6-27-337,1 0 1,1 0-1,0 0 0,2 0 1,0 0-1,9 35 1,-6-39-166,0-1 1,2 1-1,0-1 1,0 0-1,2 0 1,-1-1-1,22 25 1,-25-33-105,0 0 1,1 0-1,0 0 1,1-1-1,-1 1 1,1-2-1,0 1 1,0-1-1,0 0 1,0 0 0,1-1-1,0 0 1,0 0-1,0-1 1,0 0-1,0-1 1,13 2-1,-18-3-21,-1 0 0,1-1-1,0 1 1,-1 0 0,1-1-1,-1 1 1,0-1 0,1 0-1,-1 0 1,1 0 0,-1 0-1,0 0 1,0-1-1,0 1 1,0 0 0,0-1-1,0 0 1,2-2 0,-1 1-2,-1-1-1,1 1 1,-1-1 0,0 0-1,0 0 1,-1 0 0,1 0-1,-1 0 1,0 0 0,1-5 0,0-3-6,-1-1 0,-1 1 0,0-1 1,-1 1-1,0-1 0,-5-22 0,-3-1-112,-2 0 0,-2 0-1,-1 1 1,-2 0 0,-1 2-1,-2 0 1,-1 1 0,-1 1 0,-2 0-1,-1 2 1,-49-45 0,66 67-254,0 2 1,-1-1-1,1 1 1,-1 0-1,-11-4 0,11 5-766,-1 1 0,1 0 0,-1 1-1,-16-2 1,17 5-3545,2 4 2096,4-3 598,-11 6-8000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3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 13077,'-13'-16'9630,"12"26"-4163,3 7-6735,11 123 4198,-6 161 1,-7-247-2931,5 170 0,0-96 0,-5-77 0,2 0 0,3 0 0,21 100 0,-23-142-11,1 0 0,0 1 0,0-1 0,0-1 0,1 1 0,1-1 0,-1 0 0,12 12 0,-15-17 1,0-1 0,0 0-1,0 0 1,1 1 0,-1-2 0,1 1 0,0 0 0,0 0 0,-1-1-1,1 1 1,0-1 0,0 0 0,0 0 0,0 0 0,0-1 0,1 1-1,-1-1 1,0 1 0,0-1 0,0 0 0,1 0 0,-1-1 0,0 1-1,0 0 1,0-1 0,0 0 0,0 0 0,0 0 0,5-2 0,-6 1-41,1 0 1,0-1-1,-1 1 1,0 0-1,1-1 1,-1 0-1,0 1 1,0-1 0,-1 0-1,1 0 1,0 0-1,-1 0 1,0 0-1,0 0 1,0-1-1,0 1 1,0-4-1,1-4-20,0 1 0,-1-1-1,-1 1 1,0-18 0,-1 16 36,-1 1 0,0 0 1,-1 0-1,0 0 0,-1 0 0,0 0 1,-1 1-1,0-1 0,0 1 1,-1 0-1,-1 1 0,-9-12 0,4 8-86,0 0-1,-1 1 1,-1 1-1,0 0 0,0 1 1,-1 0-1,-21-10 1,22 12 0,4 3-3327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124 655 11461,'-18'16'885,"13"-11"-407,0-1 0,0 0 0,0 0 0,-1 0 0,1-1 0,-10 5-1,13-7-206,0 1-1,0 0 0,0-1 1,1 1-1,-1 0 0,1 0 1,-1 0-1,1 1 0,0-1 0,0 0 1,0 0-1,-1 4 0,-2 3 351,-1 2-258,0 0 0,2 0 0,-1 1 1,1 0-1,1-1 0,0 1 0,0 22 0,-4 20-125,3-20-272,3-31 87,21 0-153,-19-3 102,1 1 0,0-1-1,0 0 1,0 0 0,0 0 0,0 0 0,0 0 0,0-1 0,-1 1-1,1-1 1,4-1 0,41-13 28,-2 1-138,-1-2 0,-1-2 1,43-24-1,-74 35 68,0-1 1,-1-1-1,0 0 0,-1 0 0,0-1 0,0-1 1,-1 0-1,0 0 0,-1-1 0,-1 0 1,0-1-1,0 0 0,-1 0 0,6-17 1,3-21 271,-1-1 0,-4 0 0,-1-1 0,-3 0 0,2-89 0,0-73 3257,-7 174-2620,-1 38-499,-1 7-3,5 60 274,-5 106 0,-19 68-63,-3 31-404,21-210-148,2-1-1,14 92 0,-13-138-113,0 0 0,1 0 0,1 0-1,0 0 1,0-1 0,12 21 0,-14-28-8,1 0 0,0-1 0,-1 1-1,1-1 1,0 1 0,1-1 0,-1 0 0,1 0 0,-1 0-1,1-1 1,0 1 0,0-1 0,0 0 0,0 0 0,0-1-1,0 1 1,1-1 0,-1 0 0,1 0 0,-1 0 0,1 0-1,5-1 1,-1 0 22,0 0-1,0 0 0,0-1 1,0-1-1,0 1 1,0-2-1,-1 1 1,1-1-1,-1 0 0,0-1 1,1 0-1,-2 0 1,1-1-1,0 0 0,-1 0 1,0-1-1,0 0 1,-1 0-1,0 0 1,0-1-1,8-11 0,-9 9 238,1-1 0,-1 0 0,-1 0 0,0 0 0,0-1-1,-1 1 1,0-1 0,-1 0 0,0 0 0,-1 0 0,0 0-1,-1 0 1,0 0 0,0 0 0,-2 0 0,1 0-1,-4-13 1,4 22-94,-3 2-28,-27 2-798,-50 9 1,42-4-768,29-6 829,1-1 0,-1 0 0,1 0 1,-1-1-1,1 0 0,-17-5 0,-24-8-8340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3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59 12065,'-10'-50'2821,"10"49"-2706,0 1 0,-1-1-1,1 1 1,0 0 0,0-1-1,0 1 1,0 0 0,-1-1 0,1 1-1,0 0 1,0-1 0,-1 1 0,1 0-1,0-1 1,-1 1 0,1 0 0,0-1-1,-1 1 1,1 0 0,0 0 0,-1 0-1,1-1 1,0 1 0,-1 0 0,1 0-1,-1 0 1,1 0 0,-1 0 0,1 0-1,0 0 1,-1 0 0,1 0 0,-1 0-1,1 0 1,0 0 0,-1 0 0,1 0-1,-1 0 1,1 0 0,-1 1-1,1-1 1,-1 0 0,0 1 219,0-1 0,0 0 0,0 1-1,0-1 1,0 1 0,1-1 0,-1 1 0,0 0 0,0-1 0,0 1-1,1 0 1,-1 0 0,0-1 0,1 1 0,-2 1 0,-27 131 3515,15-63-3623,9-37-2532,-2 44-1,3-24-3802,2-20 80,7-3-3473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 12297,'-13'-11'7609,"19"28"-7349,4 0-616,3 0-3457,9 12-863,0-12-3661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4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 13957,'-8'159'3125,"-49"206"9869,27-193-10303,-33 199-7344,61-364 3846,1 1-1,1-1 1,-1 1 0,1-1 0,1 0 0,-1 1-1,3 9 1,9 8-7407,-3-12-2244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9753,'22'0'2272,"-35"11"1868,10 4-2363,0 5-277,3-3-304,-3 3-180,3 11-236,0 18-144,0-6-184,3-1-468,-6-2-316,-4-5-676,7-15-832,-9 11-448,-1-2-3085,1-9-4308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4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12753,'-16'6'7037,"32"2"-6393,3 1-172,-3 2-332,3 3-568,0 1-624,9 8-532,-2-3-205,-4 2-191,-12-13-108,-4 11-1464,3-3-2037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8973,'-61'86'1084,"49"-69"-176,2 12-248,4-1-80,-1-5-76,1 0-136,6-3-336,0 0-436,10 0-3944,-1 3-1025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5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50 103 8705,'13'-23'2638,"-10"18"-360,1 3-127,64-27 2612,-48 19-4202,1 1 0,0 1-1,30-8 1,-49 16-351,14 10-104,-15-9-97,1 0-1,-1 0 1,0-1 0,1 1 0,-1 0 0,0 0 0,1 0 0,-1 1 0,0-1 0,0 0-1,0 0 1,0 1 0,0-1 0,0 0 0,-1 1 0,2 1 0,0 2-89,0 0 1,0 0-1,1-1 1,0 1-1,0-1 0,0 0 1,0 0-1,1 0 1,-1 0-1,1-1 1,0 1-1,0-1 0,1 0 1,-1 0-1,9 4 1,2-1-361,0 0 0,1-1 0,24 4 1,-36-8 366,0 0 0,1 0 0,-1-1 0,1 0 0,-1 0 0,7-1 0,7 0 239,-21 2-111,0 1 0,0-1 0,0 0 0,1 1 0,-1 0 0,0-1 0,1 1 0,0 0 0,-1 0 0,1 1 0,-3 3 0,3-4 33,-8 9 69,0 0 0,1 0 0,1 1 0,0 0 0,-13 26 1,-19 66 172,26-63-224,-10 37 0,19-57-108,-1 1 1,-1-1-1,-1 0 0,-1-1 0,-1 0 1,0 0-1,-2-1 0,-14 19 0,-7 2-622,-53 49 0,77-82 228,0-1 0,0 1 0,0-1-1,-1-1 1,0 0 0,0 0 0,-12 3 0,21-8 297,1 0 0,-1 0 1,1 0-1,-1 0 1,1 0-1,-1 0 0,1-1 1,0 1-1,-1 0 0,1 0 1,-1 0-1,1-1 1,0 1-1,-1 0 0,1-1 1,-1 1-1,1 0 1,0-1-1,0 1 0,-1 0 1,1-1-1,0 1 0,0 0 1,-1-1-1,1 1 1,0-1-1,0 1 0,0-1 1,0 1-1,-1 0 1,1-1-1,0 1 0,0-1 1,0 0-1,-1-17-4273,19-3-2488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5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18 11709,'-25'0'4368,"12"-9"-2371,1 1 2195,-7 8-10573,0 0 1741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7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1 157 12577,'0'-3'2243,"0"-5"-1372,-1 5-236,1 0 0,0 0 0,0 0 0,0 0 0,1 0 0,-1 0 0,1 1 0,-1-1 0,1 0 0,0 0 0,0 0 0,0 0 0,2-2 0,15-11-514,-2 9 103,-1 0 0,1 1 1,0 1-1,1 0 1,-1 2-1,1 0 1,18-1-1,-4-1-157,-5 1-161,174-24-2378,-143 22-639,85 3 0,-79 8-2556,-10 6-3458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47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121 241 12169,'-56'18'2172,"55"-18"-1966,-1 1 1,0 0 0,0-1 0,0 1 0,0-1 0,0 1 0,0-1-1,0 0 1,0 0 0,0 0 0,0 0 0,0 0 0,0 0 0,0-1-1,0 1 1,0-1 0,0 1 0,0-1 0,-3-1 0,4 1 209,-1 0 0,0 0 1,1 1-1,-1-1 1,0 1-1,1-1 1,-1 1-1,0 0 1,0-1-1,1 1 0,-4 0 1,34-23 3785,2 7-3630,0 1 1,1 2 0,64-17 0,110-15-2341,-121 29 118,47-13-1661,71-13-6094,-82 20-1445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63 451 7209,'-9'-11'568,"0"1"1468,2 1-1,-1-1 1,-10-20 0,16 26-1663,0-1-1,0 1 1,1-1 0,-1 1 0,1-1-1,1 1 1,-1-1 0,0 0 0,1 1-1,0-1 1,0 0 0,1 1 0,-1-1 0,3-6-1,-1-1-47,2 0-1,-1 1 1,2 0-1,-1-1 1,2 2-1,-1-1 1,1 1 0,1-1-1,0 2 1,0-1-1,1 1 1,1 0-1,-1 1 1,1 0-1,11-7 1,9-5-46,2 2 0,0 1 1,1 2-1,0 1 0,2 1 0,-1 2 1,1 1-1,49-7 0,-74 16-253,0 0-1,0 0 1,-1 1 0,1 0-1,0 1 1,0 0-1,-1 0 1,1 1-1,0 0 1,-1 0-1,9 4 1,-14-4-20,0 0 1,0 0-1,0 0 0,0 0 0,-1 0 1,1 0-1,-1 1 0,0-1 0,1 1 1,-1 0-1,0 0 0,0 0 1,-1 0-1,1 0 0,-1 0 0,1 0 1,-1 1-1,0-1 0,0 0 0,-1 1 1,1-1-1,-1 1 0,0-1 0,1 1 1,-2 6-1,0 2-11,0 1 0,-1-1 0,0 0 0,-1 0 0,-8 20 0,-11 18-108,-36 62-1,2-7-109,27-48 40,14-30 130,1 1-1,-11 34 0,23-59 50,1 1 0,0 0-1,1-1 1,-1 1 0,1-1 0,-1 1-1,1 0 1,0-1 0,0 1 0,1 0-1,-1-1 1,1 1 0,-1 0-1,1-1 1,1 1 0,-1-1 0,0 1-1,1-1 1,-1 0 0,1 0-1,0 0 1,0 0 0,1 0 0,-1 0-1,0 0 1,1 0 0,4 2-1,5 4 7,1-1-1,1 0 0,0 0 0,0-2 0,19 7 0,31 16-60,-54-23 58,-1 0 0,0 1 0,-1 0 0,0 0 0,14 17 0,-19-21-3,-1 0 1,0 0 0,0 1-1,0-1 1,0 1 0,0-1-1,-1 1 1,0 0 0,1-1-1,-1 1 1,-1 0 0,1 0-1,-1 0 1,1 0 0,-1 0-1,0 0 1,-1 0 0,1 0-1,-2 7 1,-3 3 3,-1 1-1,0-1 1,0-1 0,-2 1-1,0-1 1,0 0 0,-1-1 0,-1 0-1,0 0 1,-1-1 0,0 0-1,0-1 1,-26 16 0,4-4-344,-1-2 1,-1-2-1,0-1 0,-51 16 1,59-23-161,-75 22-1782,49-24-1880,45-7 2109,-1-1 1,0-1 0,-16-2-1,3-2-6673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15493,'14'-6'2830,"0"0"-1,29-8 0,69-5 1225,-60 12-2706,1159-157 1507,-688 95-2326,-508 67-820,37-5-3428,-42 3 1110,-27 0 121,-18 4-5194,-3 2-5312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3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37 14557,'-3'-12'1016,"-1"-13"3611,-27 39 3448,5 10-7185,1 1-1,1 1 0,1 2 1,-22 35-1,36-51-844,2-3-45,0 1 0,1 0 0,1 1 0,0-1 0,0 1 0,1 0 0,0 0 0,1 1 0,0-1 0,1 0 0,1 1 0,-1 0 0,2-1 0,0 14 0,2-11 0,0 1 0,0-1 0,2 0 0,0 0 0,0-1 0,1 1 0,1-1 0,1 0 0,-1 0 0,2-1 0,8 12 0,-2-6 0,107 163 0,-119-178 0,-1 0 0,1 1 0,-1-1 0,1 0 0,-1 1 0,0-1 0,0 1 0,-1-1 0,1 1 0,-1-1 0,0 1 0,0-1 0,0 1 0,0-1 0,-1 1 0,1 0 0,-2 3 0,0-2 0,0 0 0,0-1 0,0 1 0,-1-1 0,0 0 0,0 0 0,0 0 0,0 0 0,-1 0 0,-7 5 0,-3 2 0,0-1 0,-1-1 0,-1-1 0,0 0 0,-29 10 0,23-11-1001,0-1 0,0 0 0,-1-2 1,0-1-1,-38 1 0,50-3 202,0-2 1,0 1 0,0-1-1,0-1 1,1 0-1,-1-1 1,0 0-1,1-1 1,-1 0-1,1 0 1,0-1-1,1 0 1,-18-13-1,6-4-11800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54 117 14137,'-44'-14'8661,"37"-3"-6345,4 3 853,29 8-2017,15 0-256,0 3-448,13 0-564,16 3-960,6-5-644,-3-12-1029,10 5-735,6 4-2913,6-4-5856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4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6 121 12877,'-1'-16'11,"-1"-1"2713,0 0-1,2-1 1,1-22 0,7 34 907,17 0-1642,-20 6-1768,1 1 0,0 0 0,-1 0 0,1 1 0,-1-1 0,0 1 0,1 0 0,-1 1 0,0-1 0,0 1 0,0 0 0,-1 0 0,7 6 0,1-1-36,315 241-28,-128-91-1048,-129-96-3912,-44-38 287,1-1-3521,-5-5-3571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 1 16149,'-73'0'3377,"50"11"-73,-11 9-264,8 6-587,1 0-397,-1 2-360,-5 7-1004,-4 5-692,0 2 0,-7 7 0,-2 0 0,-4-1 0,-6 4-672,-6-18-3116,-3 9-173,2 17-3191,1 6-7058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5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10 6925,'13'-10'2335,"-7"11"3776,-6 21 6384,-1-10-11277,0 0-3664,3 40 3930,12 65 1,-8-78-695,-1 1 0,-2 0 0,-4 56 0,-49 286-2023,35-309-3821,-35 100 0,29-104-1479,3 2-5376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29:5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12213,'22'0'2164,"13"-8"-200,-19-1-247,16-2-417,28-1-160,-3-2-356,16 5-160,13 1-324,9-4-420,7-5-1048,18 0-1044,4-6-3369,9 3-4560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0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31 12201,'-25'-25'9446,"16"20"-5236,-16 4-150,44 78-3110,-2 0 0,6 90 0,-18-90-1442,-3 0 0,-4 0 0,-2 0 0,-17 81 0,8-83-2837,-11 87-8268,18-83-800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0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40 112 18178,'-5'1'744,"-21"5"861,26-6-1508,0 0 1,0 0-1,-1 0 0,1 0 0,0 0 1,0 0-1,0 1 0,-1-1 1,1 0-1,0 0 0,0 0 0,-1 0 1,1 0-1,0 0 0,0 0 0,-1 0 1,1 0-1,0-1 0,0 1 1,-1 0-1,1 0 0,0 0 0,0 0 1,-1 0-1,1 0 0,0 0 1,0 0-1,0-1 0,-1 1 0,1 0 1,0 0-1,0 0 0,0-1 0,0 1 1,-1 0-1,1 0 0,0 0 1,0-1-1,0 1 0,0 0 0,0 0 1,0-1-1,0 1 0,0 0 0,0 0 1,0 0-1,0-1 0,0 1 1,0 0-1,0 0 0,0-1 0,0 1 1,0 0-1,0 0 0,0-1 1,0 1-1,0 0 0,0 0 0,0-1 1,0 1-1,0 0 0,1 0 0,-1 0 1,0-1-1,0 1 0,0 0 1,1 0-1,0-2 111,0 1 0,0-1 0,1 1 1,-1 0-1,1 0 0,-1-1 0,1 1 0,-1 0 1,1 1-1,-1-1 0,1 0 0,0 0 0,0 1 0,-1-1 1,1 1-1,0-1 0,0 1 0,0 0 0,0 0 1,3 0-1,8-2 312,127-13-151,196 3 0,-223 11-374,1895-52-10113,-1929 49 2750,-18-1-4929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26 13989,'-11'-21'3029,"9"16"-179,8 6 705,9-2-2786,-13 1-170,18 2 199,1 1 0,-1 0 1,0 2-1,0 0 0,-1 1 0,25 11 1,-9-3-60,-28-12-652,3 1 18,0 0-1,0 1 1,-1 0-1,1 0 1,-1 1-1,0 1 1,0 0-1,0 0 1,-1 0 0,0 1-1,0 0 1,10 13-1,-13-14-92,-1-1-1,1 1 0,-2 1 0,1-1 1,-1 0-1,1 1 0,-2 0 0,1 0 1,-1-1-1,0 2 0,-1-1 0,1 0 1,-1 0-1,-1 0 0,1 1 0,-1-1 1,-2 9-1,-1-2-11,-2 0 0,0-1 0,0 1 0,-1-1 0,-1 0 0,-1 0 0,1-1 0,-2 0 0,-13 15 0,-11 10 0,-55 45 0,-170 123 0,35-31 0,207-161 0,1 1 0,-24 29 0,39-43 0,-1 0 0,1 1 0,-1-1 0,1 1 0,-1-1 0,1 1 0,0-1 0,-1 1 0,1-1 0,0 1 0,-1 0 0,1-1 0,0 1 0,0-1 0,0 1 0,-1 0 0,1-1 0,0 1 0,0 0 0,0-1 0,0 1 0,0 0 0,0-1 0,0 1 0,0-1 0,1 1 0,-1 0 0,0-1 0,0 1 0,0 0 0,1-1 0,-1 1 0,0-1 0,1 1 0,0 0 0,23 11 0,-20-11 0,21 6 0,0-2 0,0 0 0,1-1 0,-1-2 0,32 0 0,139-13 0,-152 7 0,268-28-3134,487-115-1,-656 108-1328,-52 11-2169,-5-2-5787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22 286 11669,'-4'-15'1336,"3"8"186,0 1 0,-1 0 0,0 0 0,-1-1 0,-3-6 0,6 11-1299,-1 1 0,1-1 0,-1 0 0,1 0-1,0 0 1,0 0 0,0 0 0,0 0 0,0 0-1,0 1 1,1-1 0,-1 0 0,0 0 0,1 0 0,0 0-1,-1 0 1,1 1 0,0-1 0,0 0 0,0 1-1,0-1 1,0 1 0,0-1 0,1 1 0,-1-1-1,2-1 1,40-37 1630,-31 31-1586,1 1 0,-1 0 0,1 1 0,1 0 0,-1 1 0,15-4 0,88-21 246,-85 24-610,41-9-1704,83-7 0,-40 18-2712,-83 6-44,48 8 0,-17 4-7521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1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12285,'0'0'2252,"6"-20"117,13-6-129,13 9-472,3-3-436,16-3-188,12-5-228,14-4-220,5 4-780,10-1-472,7-5-1168,2-6-888,-5 3-3333,5 8-5152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3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61 361 10637,'-3'-45'3864,"2"37"-3427,0 0 1,0 0 0,1 0-1,0 0 1,1 0 0,-1 1-1,2-1 1,-1 0 0,1 0-1,0 1 1,0-1 0,1 1-1,5-9 1,1 1-161,0 0 0,2 1 0,-1 0-1,2 1 1,0 0 0,0 1 0,1 0 0,1 1 0,0 0 0,0 1 0,1 1-1,0 1 1,1 0 0,0 0 0,0 2 0,1 0 0,29-6 0,-37 11-243,-1 0 1,1 1 0,0 1 0,0-1-1,0 1 1,-1 0 0,1 1 0,0 0 0,-1 1-1,1 0 1,-1 0 0,0 1 0,0-1-1,-1 2 1,1-1 0,-1 1 0,0 1-1,0-1 1,0 1 0,10 12 0,-11-11-29,0 0 1,0 0-1,-1 0 1,0 1 0,-1-1-1,0 1 1,0 0-1,-1 1 1,0-1-1,0 1 1,-1-1 0,0 1-1,0 0 1,-1 0-1,0 0 1,-1-1-1,0 1 1,0 0 0,-1 0-1,-2 9 1,-3 2-23,-1-1 0,-1 0 1,-1-1-1,-1 0 0,0-1 1,-17 22-1,-18 32-21,30-46 11,8-13 20,0-1 1,1 1 0,1 0-1,-8 22 1,12-30 5,0 1-1,1 0 1,-1 0 0,1 0-1,0-1 1,0 1 0,0 0-1,1 0 1,0-1 0,0 1-1,0 0 1,0-1-1,1 1 1,0-1 0,0 1-1,0-1 1,3 5 0,26 32 72,-25-34-70,0 0-1,-1 0 1,1 1 0,-1-1-1,-1 1 1,1 0 0,-1 1-1,-1-1 1,5 16-1,-8-21 21,0 0-1,0 1 1,-1-1-1,1 1 1,-1-1-1,0 0 0,0 1 1,0-1-1,0 0 1,0 0-1,-1 0 1,1 0-1,-1 0 0,0 0 1,0 0-1,0-1 1,-1 1-1,1-1 1,0 1-1,-1-1 0,0 0 1,1 0-1,-6 3 1,-8 5 119,1-1-1,-2-1 1,-18 7 0,27-11-90,-169 56 620,32-12-2635,111-38-150,27-9-1687,-1 0-3459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3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128 320 14309,'-82'26'2837,"53"-21"2174,18-10-3304,8 3-340,1 1 962,7-2-448,29-10-1458,0 1 1,1 1-1,38-6 0,117-13 1010,-106 18-1233,487-63-200,-164 23 0,481-57 0,-760 100 0,-123 9-241,0 0-1,0 1 1,1-1 0,-1 1-1,0 0 1,0 0 0,6 2-1,-10-3 179,-1 0 0,1 1 0,0-1 0,-1 0 0,1 0 0,-1 1 0,1-1 0,0 0 0,-1 1 0,1-1 0,-1 1 0,1-1 0,-1 1 0,1-1 0,-1 1 0,1-1 0,-1 1 0,0-1 0,1 1 0,-1-1 0,0 1 0,1 0 0,-1-1 0,0 1 0,0 0 0,0-1 0,1 1 0,-1 0 0,0-1 0,0 1 0,0 0 0,0-1 0,0 1 0,0 0 0,0-1 0,-1 1 0,1 0 0,0-1 0,0 1 0,0 0 0,-1-1 0,1 1 0,0-1 0,-1 1 0,1 0 0,-1-1 0,1 1 0,0-1 0,-1 1 0,1-1 0,-1 1-1,0 0 2,-8 6-1241,1 1 1,-1-1 0,0-1 0,-1 0 0,-12 7 0,-18 11-4987,1 6-4122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61 119 10797,'-61'20'18660,"67"-23"-18268,-1 1-1,0-1 1,-1 1 0,1-1-1,0-1 1,-1 1-1,5-4 1,-1 0-219,20-14-172,1 2 1,47-24-1,-50 26-1,-11 13 0,-13 4 0,-1 1 0,1 0 0,0-1 0,-1 1 0,0 0 0,1 0 0,-1 0 0,1 0 0,-1 0 0,0 0 0,0 0 0,0 0 0,1 1 0,-1-1 0,0 0 0,-1 1 0,1-1 0,0 1 0,0-1 0,-1 1 0,1-1 0,0 1 0,-1 0 0,0-1 0,1 1 0,-1 1 0,6 49 0,-5-44 0,-2 22 0,0-1 0,-2 1 0,-1 0 0,-2-1 0,-1 0 0,-12 34 0,-16 74 0,10-34 162,16-74-789,1 1 0,-6 55 0,13-77-233,-2 43-4385,7-14-3404,2-22-4661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04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 14377,'-21'26'4714,"17"-23"-3946,1 0 1,0 1 0,-1 0-1,1 0 1,1 0 0,-1 0 0,1 0-1,-4 8 1,-5 23-93,1 0 0,2 1-1,2 0 1,1 0 0,2 0 0,1 1 0,2-1-1,1 1 1,13 68 0,-12-94-676,1-1 0,1 1 0,0-1 0,0 0 0,1 0 0,0-1 0,0 1 0,1-1 0,1 0 0,0-1 0,0 1 0,0-2 0,1 1 0,0-1 0,1 0 0,-1 0 0,1-1 0,15 8 0,-13-9 0,1 0 0,0-1 0,0 0 0,0-1 0,1 0 0,-1-1 0,1 0 0,-1-1 0,1 0 0,-1-1 0,1-1 0,0 0 0,-1 0 0,1-2 0,22-6 0,-23 5 0,1-2 0,-1 1 0,0-1 0,0-1 0,-1 0 0,0-1 0,0 0 0,-1-1 0,0 0 0,0-1 0,-1 0 0,-1 0 0,1-1 0,-2 0 0,1 0 0,-2-1 0,1 0 0,6-20 0,-8 20 0,-2 1 0,1-1 0,-2 0 0,0 0 0,0 0 0,-1 0 0,0 0 0,-1 0 0,-1 0 0,0 0 0,0-1 0,-1 1 0,-1 1 0,0-1 0,0 0 0,-1 1 0,-1-1 0,0 1 0,-1 1 0,-13-21 0,5 14 0,-1 0 0,-1 1 0,0 1 0,-1 0 0,0 2 0,-1 0 0,-1 1 0,0 0 0,-1 2 0,-30-12 0,24 12 0,0 1 0,-1 1 0,0 2 0,-1 1 0,1 1 0,-1 1 0,-53 1 0,58 4-1088,1 1-1,0 0 1,0 2-1,-26 8 1,36-9-5,1 0 0,0 1 0,1 1 0,-1-1 0,1 1 0,0 1 0,1 0 0,-1 1 0,-12 13 0,1 7-12318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12565,'38'-32'2068,"-22"21"-227,0-6-133,13-9-284,2 9-152,4 3-416,13 2-148,3-2-144,3 0-120,6 5-144,10 1-260,0 2-352,0 0-464,-1 6-600,1 0-484,-9 9-284,-4 2-2981,-13 6-4088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0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29 12233,'-61'14'750,"16"-3"409,0-1-1,-62 3 1,-81 15 8276,183-27-7013,30-1-815,393-35-4573,-357 28 1919,250-35-9826,-138 20-1180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90 12541,'0'-2'182,"-9"-31"2096,9 13 3571,0 20-5678,0-1 0,0 1 0,0-1 0,0 1 1,-1-1-1,1 1 0,0-1 0,0 1 0,0-1 0,0 1 0,-1-1 1,1 1-1,0-1 0,0 1 0,-1-1 0,1 1 0,0-1 0,-1 1 1,1 0-1,0-1 0,-1 1 0,1 0 0,-1-1 0,1 1 0,-1 0 1,1 0-1,-1-1 0,1 1 0,-1 0 0,1 0 0,-1 0 1,1-1-1,-1 1 0,1 0 0,-1 0 0,1 0 0,-1 0 0,1 0 1,-1 0-1,0 0 0,0 0 130,-1 1 0,1-1 0,0 0 0,-1 0 0,1 1-1,0-1 1,-1 1 0,1-1 0,0 1 0,0-1 0,0 1 0,-1 0 0,1 0 0,-1 0 0,-9 14-218,0 1-1,1 0 1,1 0 0,-12 30 0,-2 3-111,-21 52 28,39-88 0,-8 19 0,-3 8 0,-14 51 0,21-56 0,2 0 0,1 0 0,2 1 0,1 52 0,3-72 0,1 0 0,0 0 0,1 0 0,1-1 0,1 1 0,0-1 0,1 1 0,1-1 0,0-1 0,1 1 0,0-1 0,15 19 0,-14-23 0,1-2 0,0 1 0,0-1 0,1 0 0,0-1 0,0 0 0,1-1 0,0 0 0,0-1 0,1 0 0,-1 0 0,1-2 0,0 1 0,0-1 0,0-1 0,0 0 0,1-1 0,14 0 0,-10-1 0,0-1 0,0 0 0,0-1 0,-1-1 0,1 0 0,-1-1 0,1-1 0,-1-1 0,-1 0 0,1-1 0,-1-1 0,27-17 0,-30 15 0,0 0 0,-1-1 0,0 0 0,0-1 0,-1 0 0,-1 0 0,0-1 0,-1 0 0,0-1 0,-1 0 0,8-22 0,-8 16 0,-2-1 0,0 0 0,-1 0 0,-1 0 0,-1 0 0,-1 0 0,-4-42 0,0 34 0,-2 0 0,-1 0 0,-1 0 0,-1 1 0,-2 0 0,-1 0 0,-1 1 0,-1 1 0,-2 0 0,0 1 0,-2 0 0,-29-33 0,27 38-75,-1 1 0,0 0 0,-2 2 0,0 0 0,-45-24-1,54 34-49,0 0-1,-1 2 0,1 0 0,-1 0 0,-1 1 1,1 1-1,0 1 0,-1 0 0,0 0 0,1 2 0,-1-1 1,-25 5-1,39-4 25,-33 9-4250,32-8 3440,0 0 0,1 0 0,-1 0 0,0 0 0,1 0 0,-1 1 0,1-1 0,0 1 0,-1-1 0,0 3 0,-6 14-12313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1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15297,'0'-23'8313,"13"18"-8269,3 2-400,15 3-1000,14 8-696,-26-5-704,19 0-2309,19 11-4020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1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223 202 9561,'0'-6'740,"1"1"0,-1 0 1,0-1-1,0 1 0,-1 0 1,0-1-1,-1-4 0,-11-22 6010,12 30-6644,0 0 0,0 0 0,0 0 0,0 0 0,1 0 1,-1-1-1,1 1 0,-1 0 0,1 0 0,0 0 0,0-1 0,0 1 0,0 0 1,0 0-1,1 0 0,-1-1 0,0 1 0,1 0 0,0 0 0,1-3 0,0 1 250,1 0 0,-1 0-1,1 0 1,0 1 0,0-1-1,0 1 1,1 0 0,-1 0-1,7-5 1,-3 4 40,-1-1-1,1 2 1,0-1 0,0 1 0,0 0-1,0 0 1,1 1 0,-1 0 0,1 0-1,-1 1 1,16-1 0,-21 2-396,-1 0 0,1 0 0,-1 0 0,1 1 0,-1-1 0,1 0 0,-1 1 0,1-1 0,-1 1 0,1-1 0,-1 1 0,0 0 0,1 0 0,-1-1 0,0 1 0,0 0 0,1 0 0,-1 0 0,0 0 0,0 1 0,0-1 0,0 0 0,-1 0 0,1 1 0,0-1 0,0 0 0,-1 1 0,1-1 0,-1 1 0,1-1 0,-1 1 0,0-1 0,1 1 0,-1-1 0,0 1 0,0-1 0,0 1 0,0-1 0,0 1 0,-1-1 0,0 3 0,-1 5 0,0 0 0,-1 0 0,0-1 0,0 0 0,-9 14 0,-2 4-89,1 0-1,1 1 1,1 0-1,1 1 1,2 0-1,0 0 1,2 1-1,-3 37 1,9-59-315,0 0 0,-1 0 1,0 0-1,0 0 0,-1 0 1,0 0-1,0-1 1,0 1-1,-5 6 0,5-9 207,-1-1 1,0 0-1,0 0 0,0 0 0,0 0 0,0 0 0,-1-1 1,1 1-1,-1-1 0,0 0 0,0 0 0,0 0 0,0-1 0,0 1 1,0-1-1,-5 1 0,-9 3-454,-67 14-3403,76-18 2178,1 0 0,-1 0 0,1-1 0,-15-2 0,5-1-5634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2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540 252 9793,'-2'-4'457,"1"1"0,1-1-1,-1 0 1,1 0 0,-1 1 0,1-1 0,0 0-1,0 0 1,1 0 0,-1 1 0,1-1 0,0 0-1,0 1 1,0-1 0,0 0 0,1 1 0,0-1-1,-1 1 1,1 0 0,0 0 0,1 0 0,-1 0 0,0 0-1,1 0 1,0 0 0,4-3 0,8-7 448,1 2-1,1-1 1,31-15 0,-44 25-835,37-17 532,1 2 0,0 2 0,1 1 0,45-7-1,-84 20-570,-1 0 0,1 1 0,-1-1 0,1 1 1,-1 0-1,1 0 0,-1 0 0,1 0 0,0 1 0,-1-1 0,1 1 0,-1 0 0,0 0 0,7 3 0,-8-3-16,-1 0 0,1 0 0,-1 0 0,1 1 0,-1-1 1,1 1-1,-1-1 0,0 1 0,0 0 0,0-1 0,0 1 0,0 0 0,0 0 0,0 0 0,0 0 0,-1 0 1,1 0-1,-1 0 0,1 2 0,-1 3 8,0 0 0,0 0 1,-1 0-1,0 0 0,0 0 0,-1 0 0,0-1 1,0 1-1,0 0 0,-1-1 0,0 0 1,-1 0-1,-3 7 0,-13 12 35,-1 0-1,-1-2 1,-2 0-1,-46 34 1,42-33-25,-146 130 110,167-147-134,0-1 1,0 1-1,0 1 1,1-1-1,0 1 0,0 0 1,1 0-1,0 1 0,0 0 1,1 0-1,-6 18 0,10-22-6,0 1 0,0-1-1,0 0 1,0 0 0,1 0-1,0 0 1,0 0 0,0-1-1,1 1 1,0 0 0,0 0-1,0-1 1,0 1 0,1-1-1,-1 0 1,1 1 0,0-1-1,1-1 1,-1 1-1,6 4 1,5 6 0,1-1 1,0 0-1,1-1 0,32 18 1,-27-17-9,85 54-32,-97-63 30,0 2 0,0-1 0,-1 1 0,0 0 0,0 1-1,0 0 1,-1 0 0,0 1 0,0 0 0,-1 0 0,5 10-1,-10-16 8,0 0 0,0 0-1,0 0 1,0 0 0,-1 0-1,1 0 1,-1 1-1,1-1 1,-1 0 0,0 0-1,0 1 1,0-1-1,0 0 1,-1 0 0,1 1-1,-1-1 1,1 0 0,-1 0-1,-1 4 1,-20 32-12,21-37 11,-6 7 1,0 0 0,-1 0-1,0 0 1,0-1-1,-1-1 1,0 1-1,0-1 1,-1-1-1,1 0 1,-1 0 0,-12 3-1,-13 4 26,-68 14-1,-127 3 88,67-11-538,134-12-131,2 1 0,-35 13 0,-30 7-5743,52-23-3585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3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19 138 14189,'0'0'2973,"-9"-12"-341,-1 4 2588,16-4-4168,4-2-520,-1 2-900,4 1-1136,-19-23-1244,3-1 140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226 224 7185,'-4'-12'1854,"-1"0"0,0 1 1,-1 0-1,0 0 1,-9-12-1,-5-11 699,-7 0 850,23 31-2968,1-1 1,0 0-1,-1 0 1,1 0-1,0 0 1,1-1-1,-1 1 1,1-1-1,-3-8 1,5 11-365,-1 0 0,1 1-1,-1-1 1,1 0 0,-1 0 0,0 1 0,1-1-1,-1 0 1,0 1 0,0-1 0,0 1 0,-2-3-1,3 4-27,-1 0-1,1 0 0,-1-1 0,1 1 1,0 0-1,-1 0 0,1 0 1,0 0-1,-1 0 0,1-1 0,-1 1 1,1 0-1,-1 0 0,1 0 0,0 0 1,-1 0-1,1 0 0,-1 0 0,1 1 1,0-1-1,-1 0 0,1 0 0,-1 0 1,1 0-1,0 0 0,-1 1 0,1-1 1,0 0-1,-1 0 0,1 1 0,0-1 1,-1 1-1,-1 1 99,0 1 0,0 0-1,0 0 1,0 0 0,1 0 0,-1 0-1,1 0 1,0 0 0,0 0 0,0 1-1,1-1 1,-1 5 0,-9 147-141,4-41 0,-16 293 0,-3 83 0,25-362 0,30 234 0,-28-343-507,2 0 0,0 0 0,1 0 0,1-1 1,1 1-1,0-2 0,2 1 0,0-1 0,0 0 0,2-1 0,17 21 0,-27-35 30,0-1 0,1 0 0,-1 1 0,1-1-1,-1 0 1,1 0 0,-1 0 0,1 0 0,0 0-1,-1 0 1,1 0 0,0-1 0,0 1-1,0 0 1,-1-1 0,1 0 0,0 1 0,0-1-1,0 0 1,0 0 0,0 0 0,0 0 0,3-1-1,-5 1 422,31-2-12135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6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31 12257,'-11'-3'780,"-13"1"2950,30-6-44,-6 7-3605,0 0-1,1 0 1,-1 0 0,1 0-1,-1 0 1,1 0-1,-1 1 1,1-1 0,-1 0-1,1 0 1,0 1 0,0-1-1,-1 0 1,1 1 0,1-1-1,8-1 174,0 1 0,0 0-1,0 1 1,1 0-1,-1 1 1,0 0 0,0 0-1,13 5 1,5-1 103,63 10 184,0 5 1,90 33 0,-125-33-435,-2 2 1,0 3-1,-2 2 1,67 46 0,-99-59-77,-1 1-1,0 0 1,-1 2 0,-1 0 0,-1 1-1,-1 0 1,0 1 0,16 29 0,-24-36-18,-1 1 0,0 1 0,-1-1 0,0 1 0,-1 0 0,-1 0 0,0 1 1,-1-1-1,0 0 0,-1 1 0,-1 0 0,0-1 0,-1 1 0,-1-1 0,-4 17 0,2-14 1,-2-1-1,0 1 0,0-1 1,-2 0-1,0-1 0,-1 1 1,0-2-1,-1 1 0,-1-1 1,0-1-1,-1 0 0,-22 18 1,-1-3 13,-2-2-1,0-1 1,-71 34 0,-175 71-421,100-50-671,112-48 65,-60 27-2110,46-27-1728,59-21-625,26-11 5018,0 1 0,-1-1-1,1 1 1,-1-1 0,1 1 0,0 0 0,-1-1-1,1 1 1,0 0 0,0-1 0,-1 1 0,1 0-1,0-1 1,0 1 0,0 0 0,0-1 0,0 1-1,0 1 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7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8909,'3'0'1869,"1"-1"-1342,-1 1 1,1-1-1,-1 1 0,1 0 1,-1 1-1,1-1 1,-1 0-1,0 1 1,1 0-1,-1 0 1,0 0-1,1 0 1,-1 0-1,0 1 1,0-1-1,5 4 0,-6-4-238,0 0 0,0 0 0,0 0-1,0 0 1,0-1 0,0 1-1,0-1 1,0 1 0,5-1-1,11 4 960,33 22 1856,84 57 0,-104-63-2856,-2 3 1,-1 0-1,-1 2 0,-1 0 0,27 36 0,-41-47-157,-1 1 1,-1 1 0,-1-1-1,0 1 1,-1 1 0,-1 0-1,0 0 1,-2 0-1,0 1 1,0 0 0,-2 0-1,2 23 1,-4-26-92,-1-5 0,1 1 0,-2-1 0,1 0 0,-1 0 0,-3 11 0,-14 48 0,17-65 0,0 1 0,0-1 0,-1 0 0,0 0 0,0 1 0,0-1 0,-3 4 0,-1 0 0,-5 7 0,10-15 0,0 1 0,0-1 0,0 1 0,0-1 0,0 1 0,0-1 0,0 0 0,0 0 0,0 1 0,0-1 0,0 0 0,0 0 0,0 0 0,0 0 0,0 0 0,0 0 0,0 0 0,0 0 0,0-1 0,0 1 0,0 0 0,0-1 0,0 1 0,0 0 0,0-1 0,0 1 0,1-1 0,-1 0 0,0 1 0,0-1 0,0 0 0,1 1 0,-1-1 0,0 0 0,1 0 0,-1 1 0,1-1 0,-1 0 0,1 0 0,-1 0 0,1 0 0,-1 0 0,1 0 0,-1-2 0,0-1 0,0-1 0,0 0 0,0 0 0,1 0 0,0 0 0,0 0 0,0 0 0,1-6 0,4-13-62,1 1 0,1-1 0,1 1 1,18-37-1,55-82-1016,119-155-5681,-56 106-3625,-74 104-869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8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95 7453,'-1'-4'288,"0"1"78,0-1 0,0 1 0,0 0 0,0 0-1,0-1 1,-1 1 0,0 0 0,1 0 0,-1 0 0,-4-5 0,4 6 1583,0-3-825,1 0 0,-1 0 0,0 0 0,0 1 0,-1-1-1,1 0 1,-4-3 0,6 7-1053,0 1 0,0 0 0,0-1 0,-1 1 1,1 0-1,0 0 0,0-1 0,0 1 0,0 0 0,0 0 0,-1-1 0,1 1 0,0 0 0,0 0 0,0-1 0,-1 1 1,1 0-1,0 0 0,0 0 0,-1 0 0,1-1 0,0 1 0,-1 0 0,1 0 0,0 0 0,0 0 0,-1 0 1,1 0-1,0 0 0,-1 0 0,1 0 0,0 0 0,-1 0 0,1 0 0,0 0 0,-1 0 0,1 0 0,0 0 0,0 0 1,-1 0-1,-4 15 1006,2 22-250,2 34 451,-3 0 1,-4 0 0,-18 80 0,-177 517-1152,53-162-127,132-416 0,3 0 0,5 0 0,1 165 0,11-222 0,1 0 0,1 0 0,1 0 0,3-1 0,13 42 0,-16-60 0,1-1 0,0 0 0,1 0 0,0 0 0,1-1 0,0 0 0,1 0 0,1-1 0,-1 0 0,2-1 0,-1 0 0,2-1 0,-1 0 0,19 10 0,-10-9-465,0-1 0,0-2 0,1 0 0,0-1 0,0-1 0,0-1 0,1 0 0,0-2 0,-1-1-1,1 0 1,0-2 0,0-1 0,22-4 0,12-5-2385,-1-2-1,0-3 1,96-41-1,-31 2-9019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337 355 7993,'0'0'5302,"0"3"-3711,-3 26 243,-1 0 0,-1 0 1,-16 45-1,16-56-1546,-17 47 1438,-53 109-1,36-89-1159,20-43-358,-6 14 171,-26 82-1,48-125-228,-1-1-1,0 1 0,-1-1 1,0 0-1,-1 0 1,0-1-1,-15 20 1,10-17 129,9-12 148,3-6-275,55-220 105,91-228 0,-119 377-262,4 2 1,2 0-1,4 3 1,51-73-1,-81 130 4,2 1 0,-1 0 0,1 1 1,1 1-1,0-1 0,1 2 0,12-10 0,-19 17 30,-1-1 0,1 1 0,0 0 0,0 0 0,0 0 0,0 1 0,0 0 0,0 0 0,0 0 0,0 1 0,0-1 0,1 1 0,-1 0 0,0 1 0,0-1 0,0 1 0,1 0 0,-1 1 0,0-1 0,0 1 0,-1 0 0,1 0 0,8 5 0,-2 0 76,0 1 0,0 1 0,0 0-1,-1 1 1,0-1 0,-1 2 0,0-1 0,-1 2 0,0-1 0,8 17 0,2 7 190,-1 1 1,16 52-1,-9-6-295,-3 0 0,-3 2 0,11 142 0,-23-84 0,-15 199 0,-2-89-4310,13-211-594,-1-21-3766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4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61 312 13001,'-44'-3'2280,"28"0"7405,29-5-8221,25-1-319,16 1-237,12-4-300,14-5-360,15-6-512,13 0-744,13-8-297,-7-1-667,-6-5-768,-3 0-744,-10 6-2057,6-6-4500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0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603 104 6937,'0'0'5215,"2"-2"-2685,12-14 8803,-24 15-10448,-7-2 2742,17 3-3581,-1 0 0,1 0-1,0 0 1,0-1 0,0 1-1,0 0 1,-1-1 0,1 1 0,0 0-1,0 0 1,0-1 0,0 1-1,0 0 1,0-1 0,0 1-1,0 0 1,0-1 0,0 1 0,0 0-1,0-1 1,0 1 0,0 0-1,0-1 1,0 1 0,0 0 0,0 0-1,1-1 1,-1 1 0,0 0-1,0-1 1,0 1 0,0 0 0,1 0-1,-1-1 1,0 1 0,0 0-1,1 0 1,-1 0 0,0-1 0,0 1-1,1 0 1,-1 0 0,0 0-1,0 0 1,1 0 0,-1-1 0,0 1-1,1 0 1,0 0-46,0-1 0,0 1 0,-1-1 0,1 1 0,0-1 0,0 1 0,-1-1 0,1 1 0,0-1 0,-1 0 0,1 0 0,0 1 0,-1-1 0,1 0 0,-1 0 0,1 0 0,-1 1 0,0-1 0,1 0 0,-1 0 0,0 0 0,0 0 0,0 0 0,1-1 0,-1-2 0,4-16 0,-7 14 0,1 3 0,2 2 0,0 1 0,-1-1 0,1 0 0,0 0 0,-1 1 0,1-1 0,-1 0 0,1 1 0,-1-1 0,1 0 0,-1 1 0,0-1 0,1 1 0,-1-1 0,0 1 0,1-1 0,-2 0 0,-5 0 0,1-1 0,-1 1 0,0 0 0,0 1 0,0 0 0,1 0 0,-1 0 0,-8 2 0,-57 11 0,43-5 0,1 0 0,1 2 0,0 1 0,0 1 0,1 2 0,0 0 0,1 2 0,-35 28 0,43-29 0,0 0 0,0 1 0,2 1 0,0 0 0,1 1 0,0 1 0,2 0 0,0 1 0,1 0 0,2 1 0,-11 30 0,17-42 0,1 1 0,0-1 0,1 0 0,0 1 0,1-1 0,0 1 0,0-1 0,1 1 0,0-1 0,1 1 0,0-1 0,0 0 0,5 11 0,-5-15 0,0 0 0,1 0 0,0 0 0,0-1 0,0 1 0,0-1 0,1 0 0,-1 0 0,1 0 0,0 0 0,1-1 0,-1 1 0,1-1 0,-1 0 0,1 0 0,0-1 0,0 0 0,0 0 0,0 0 0,1 0 0,-1-1 0,0 0 0,1 0 0,-1 0 0,12 0 0,2-1 0,1-1 0,0-1 0,-1-1 0,1 0 0,-1-1 0,0-1 0,0-1 0,30-15 0,-19 4 0,-2-2 0,0-1 0,-1-1 0,-1-1 0,-1-1 0,-1-2 0,21-28 0,-45 53 0,1 0 0,-1-1 0,0 1 0,0-1 0,1 1 0,-1 0 0,0 0 0,1-1 0,-1 1 0,0 0 0,1-1 0,-1 1 0,1 0 0,-1 0 0,0 0 0,1-1 0,-1 1 0,1 0 0,-1 0 0,0 0 0,1 0 0,-1 0 0,1 0 0,-1 0 0,1 0 0,-1 0 0,1 0 0,-1 0 0,0 0 0,1 0 0,-1 0 0,1 0 0,-1 1 0,0-1 0,1 0 0,-1 0 0,1 0 0,-1 1 0,0-1 0,1 0 0,-1 1 0,0-1 0,1 0 0,-1 0 0,0 1 0,0-1 0,1 1 0,-1-1 0,0 0 0,0 1 0,1-1 0,-1 0 0,0 1 0,0-1 0,0 1 0,0-1 0,0 1 0,0-1 0,0 0 0,0 1 0,0 0 0,0 0 0,4 9 0,-1 1 0,-1-1 0,0 1 0,0 0 0,-1 0 0,-1 0 0,0 12 0,2 19 0,7 20-4109,8 24-9060,-11-63 664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63 11661,'10'8'1705,"-10"-4"946,-21-1 2974,-7 0-3689,-92 27 3741,117-30-3272,-13 0-1341,15 0-1061,0 0-1,0 0 1,0 0-1,0 0 1,0 0-1,0-1 1,1 1-1,-1 0 1,0 0-1,0-1 1,0 1-1,0-1 1,1 1-1,-1 0 1,0-1-1,0 0 1,0-1-3,0 0 0,1-1 0,0 1 0,-1 0 0,1 0 0,0 0 0,0 0 0,0-1 0,0 1 0,1 0 0,-1 0 0,1 0 0,-1 0 0,1 0 0,-1-1 0,1 1 0,0 0 0,0 1 0,0-1 0,1 0 0,1-3 0,0 0 0,1-1 0,0 1 0,0 0 0,0 0 0,1 0 0,6-5 0,-8 8 0,0 0 0,0 0 0,0 1 0,0-1 0,0 1 0,0 0 0,0 0 0,1 0 0,-1 0 0,0 1 0,1-1 0,-1 1 0,0 0 0,1 0 0,-1 0 0,1 0 0,4 2 0,-2-1 0,0 1 0,0 0 0,-1 1 0,1-1 0,0 1 0,-1 1 0,0-1 0,10 8 0,-3 0 0,-1 0 0,-1 0 0,1 1 0,-2 1 0,0-1 0,14 27 0,-8-2 0,-1-1 0,-2 2 0,-1 0 0,-3 0 0,-1 1 0,4 61 0,-11-129 0,2 0 0,0 0 0,2 1 0,1-1 0,2 1 0,0 0 0,2 1 0,1 0 0,2 0 0,19-34 0,-23 49 0,0 0 0,1 1 0,1 0 0,0 0 0,19-15 0,-25 22 0,1 1 0,0-1 0,0 1 0,0 1 0,0-1 0,1 1 0,-1-1 0,1 2 0,0-1 0,-1 1 0,1-1 0,0 2 0,0-1 0,0 0 0,0 1 0,0 1 0,7 0 0,-5 1 0,0 0 0,0 1 0,-1 0 0,1 0 0,-1 1 0,0 0 0,0 0 0,0 0 0,0 1 0,-1 0 0,0 1 0,0-1 0,0 1 0,-1 1 0,0-1 0,0 1 0,0-1 0,-1 1 0,0 1 0,4 10 0,6 16 0,-1 1 0,-2 0 0,8 47 0,-16-68 0,15 79-1256,13 55-3743,-26-129 4155,2 0 0,0 0 0,1 0 1,1-1-1,14 23 0,-3-18-6124,7-5-4529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560 710 10609,'-3'-1'2440,"-4"-1"-1735,1 1 0,-1-1 0,0 2 0,1-1 0,-1 1 0,0 0 0,0 0 0,1 1 0,-1 0 0,0 0 0,1 0 0,-8 4 0,-16 4 844,2 2 0,-1 1-1,1 2 1,-40 25 0,39-19-1162,2 0 1,1 2-1,0 1 1,2 1-1,0 1 1,-34 49-1,49-61-377,1 1-1,0 0 0,1 1 0,1-1 1,0 1-1,1 0 0,0 1 1,1-1-1,-2 28 0,5-36-9,0-1 0,1 1 1,0 0-1,1-1 0,-1 1 0,1 0 0,0-1 0,1 1 0,0-1 1,0 1-1,0-1 0,1 0 0,0 0 0,0 0 0,0 0 1,1-1-1,0 1 0,0-1 0,0 0 0,1 0 0,-1 0 0,1-1 1,1 1-1,-1-1 0,10 5 0,-8-6 0,1 1 0,0-2 0,0 1 0,0-1 1,0 0-1,0-1 0,0 0 0,1 0 0,-1-1 0,0 0 0,1 0 0,-1-1 1,0 0-1,0 0 0,0-1 0,0 0 0,10-4 0,-5 1-1,0-1 0,0 0 0,0-1 0,0 0 0,-1-1 0,-1-1 0,1 0 0,-1 0-1,13-15 1,-9 4-28,-1 0 0,-1-1 0,-1-1 1,-1 0-1,-1-1 0,13-40 0,4-28-42,22-131 0,-26 104 30,37-235-43,-28 148 389,-31 200-292,0-1 0,-1 0 0,1 0 0,-1 0-1,0-1 1,-1 1 0,1 0 0,-3-8 0,3 13-12,0 1 0,0 0 1,0-1-1,0 1 0,-1-1 0,1 1 0,0 0 0,0-1 0,0 1 0,-1 0 0,1-1 0,0 1 0,0 0 0,-1 0 0,1-1 1,0 1-1,-1 0 0,1 0 0,0-1 0,-1 1 0,1 0 0,0 0 0,-1 0 0,1-1 0,0 1 0,-1 0 0,1 0 0,-1 0 0,1 0 1,0 0-1,-1 0 0,1 0 0,-1 0 0,1 0 0,0 0 0,-1 0 0,0 0 0,-1 2 0,1-1 1,-1 0-1,0 1 0,0-1 1,1 1-1,-1-1 0,1 1 1,-1 0-1,1 0 0,-1-1 1,0 4-1,-4 6-1,0 1 0,1-1 0,0 1 0,1 0 0,-5 21 0,-7 68 0,11-67 0,-5 51-1022,3 1 0,4 0-1,4 0 1,4 0 0,3 0 0,26 111 0,-27-170-1795,1 0 0,2 0 0,15 30 0,9 2-8543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 13541,'-37'-2'2458,"29"1"2233,8 4-2680,-22 104 4216,5-31-4317,-8 102 0,16-57-1883,-7 163-1923,22-143-2006,-1-100 303,13 55-1,-8-61-2761,5-8-4072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2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256 234 11765,'2'-5'342,"-1"3"-151,1 0-1,-1 0 0,0 0 0,0 0 0,-1-1 0,1 1 0,0 0 1,-1-1-1,1 1 0,-1 0 0,0-1 0,1 1 0,-1 0 0,-1-1 0,1 1 1,0-1-1,0 1 0,-1 0 0,0-4 0,0 3 42,0 0 0,1 0 0,0 0-1,-1 0 1,1 0 0,0 0 0,1 0 0,-1 0 0,1 0-1,-1 0 1,1 0 0,0 1 0,0-1 0,0 0-1,0 0 1,1 0 0,-1 1 0,1-1 0,-1 1 0,1-1-1,0 1 1,0 0 0,0-1 0,3-1 0,3-4 148,1 0 0,0 0 0,0 1 0,0 0 0,14-6 0,-3 3-71,1 1 0,-1 1 0,1 0 0,1 2 0,26-4 0,-34 7-231,0 1-1,0 1 1,0 1-1,0 0 0,0 0 1,0 1-1,0 1 1,0 1-1,18 5 0,-28-7-67,0 1 0,0 0-1,0 0 1,0 0-1,0 1 1,-1-1-1,1 1 1,-1 0-1,0 0 1,1 0-1,-1 0 1,-1 1 0,1-1-1,0 1 1,-1 0-1,0 0 1,0 0-1,0 0 1,0 0-1,-1 0 1,1 1 0,-1-1-1,0 0 1,0 1-1,-1-1 1,0 1-1,1-1 1,-1 0-1,-1 1 1,1-1-1,-1 1 1,1-1 0,-1 1-1,-1-1 1,1 0-1,-3 6 1,-13 31 23,-28 48 0,-15 39-4,54-114-26,2 0-1,0 0 1,0 1 0,1-1-1,1 1 1,1 0 0,0 19-1,1-29 1,0 0-1,0 0 0,1-1 0,0 1 1,0 0-1,0-1 0,1 1 0,-1-1 0,5 9 1,1-3 0,0 0 1,1-1 0,1 0 0,10 10 0,16 12-26,-6-5-27,39 45 0,-62-65 85,-1 1 0,1 0 1,-1 0-1,0 0 0,-1 0 0,0 1 1,0-1-1,0 1 0,-1 0 0,-1 1 1,1-1-1,-1 0 0,0 1 0,-1-1 1,0 1-1,-1-1 0,1 1 0,-2 0 1,1-1-1,-1 1 0,0-1 0,-1 1 1,0-1-1,0 1 0,-1-1 0,-6 13 1,-1-2 91,0-2 0,0 1 0,-2-1-1,0-1 1,-1 0 0,-1-1 0,-29 26 0,6-10 67,-1-3-1,-54 31 0,-134 57 384,48-27-1416,65-21-3274,142-72-18123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2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1721 40 9569,'-9'-1'828,"5"1"-384,1 0 1,-1 0-1,0 0 0,1-1 0,-1 0 1,0 1-1,1-1 0,-1-1 0,1 1 1,-1 0-1,1-1 0,0 0 0,-1 0 1,1 0-1,0 0 0,0 0 0,-3-4 1,3 4 46,1 0-1,-1 1 1,1-1 0,-1 1 0,0 0 0,0 0-1,1 0 1,-1 0 0,0 0 0,0 1 0,-4-1 0,5 3-177,0 1 0,0-1 0,0 0 0,1 1 0,-1-1 1,1 1-1,-1 0 0,1-1 0,-2 7 0,4-4-152,1 1 0,-1 0 1,1-1-1,0 1 0,1-1 0,-1 0 0,1 0 0,6 9 0,0 0 121,19 39-83,-3 0 0,-1 2 0,-3 1 0,-3 0 0,-2 2 0,-3 0 0,-2 0 0,-3 1 0,-2 0 0,-3 1 0,-2-1 0,-3 0 0,-3 1 0,-2-1 0,-3-1 0,-2 1 0,-33 92 0,14-75-295,-3 0-1,-3-3 1,-3-1-1,-4-1 1,-2-3 0,-4-2-1,-2-2 1,-3-2-1,-84 72 1,44-54-213,-3-4 0,-3-5 1,-4-4-1,-2-5 0,-178 75 0,49-56-4054,166-59 440,1 0-3279,44-13-4296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3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118 246 9833,'-4'-1'388,"-1"1"1,1-1 0,0 0-1,-1-1 1,1 1-1,0-1 1,0 1 0,0-1-1,0 0 1,0-1-1,0 1 1,0-1-1,1 1 1,-1-1 0,1 0-1,-3-4 1,-1 1 676,-4-3 1134,8 7-1602,0 0-1,0-1 0,0 1 1,0-1-1,1 1 1,-1-1-1,1 0 1,-3-4-1,4 6-514,1-1 0,0 1 0,-1 0 0,1-1 0,0 1 0,0 0 0,0-1 0,0 1 0,0-1 1,0 1-1,0 0 0,0-1 0,0 1 0,1-1 0,-1 1 0,1 0 0,-1-1 0,1 1 0,-1 0 0,1 0 0,0 0 0,-1-1 0,1 1 0,0 0 0,0 0 0,0 0 0,0 0 0,0 0 0,2-1 1,11-10 7,2 0 0,0 0 0,0 1 1,1 1-1,0 1 0,1 1 0,0 0 1,34-9-1,-24 9-957,1 1 1,1 2-1,-1 0 1,1 2 0,42 2-1,-57 1-27,0 2 0,0 0 0,20 5 1,-29-5 159,1 0 0,-1 0 0,-1 1 0,1-1 0,0 1 1,-1 1-1,1-1 0,-1 1 0,0 0 0,8 8 0,11 23-7780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0:5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45 232 10809,'-45'-6'7841,"58"-2"-5545,22-4-436,0 4-376,13-7-312,9-2-248,6-3-272,10-3-640,7 9-748,-4-6-568,-3-3-868,-3 3-1072,-4-3-2581,4 0-4960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1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23 12301,'1'-1'427,"0"0"1,0 0-1,-1-1 0,1 1 0,0 0 0,-1-1 0,1 1 1,-1 0-1,0-1 0,1 1 0,-1 0 0,0-1 1,0-2-1,0 4-208,0 0 0,0 0 0,-1-1 0,1 1 1,0 0-1,0 0 0,-1 0 0,1 0 0,0 0 0,-1 0 1,1 0-1,0-1 0,0 1 0,-1 0 0,1 0 0,0 0 1,-1 0-1,1 0 0,0 0 0,-1 0 0,1 0 0,0 1 1,0-1-1,-1 0 0,1 0 0,0 0 0,-1 0 0,1 0 1,0 0-1,0 0 0,-1 1 0,1-1 0,0 0 0,0 0 1,0 0-1,-1 1 0,-17 16 6118,11-2-7693,-38 177 2751,-3 224-1395,20-127 0,23-252-68,-13 92-2906,0 224-1,20-125-6003,6-170 3171,7-6-3174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2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 10597,'6'1'501,"0"1"0,0-1 0,0-1 0,0 1 0,0-1 0,1 0 0,-1 0 0,9-2 0,23-1 1164,20 7-49,-1 2 0,86 21 0,107 48-143,-53 1-744,-164-61-568,-1 1 0,-1 1 0,55 42 0,-81-55-101,1 0 1,-1 1-1,0-1 1,-1 1-1,1 1 0,-1-1 1,0 0-1,0 1 1,-1 0-1,0 0 0,0 0 1,3 7-1,-6-9-11,1 0 0,-1 0 0,1-1 0,-1 1 0,0 0 0,-1 0 0,1-1 0,-1 1 0,1 0 1,-1 0-1,0-1 0,0 1 0,-1-1 0,1 1 0,-1-1 0,0 0 0,0 1 0,0-1 0,0 0 0,0 0 0,-1 0 0,1-1 0,-6 5 0,-8 7 89,0-1 0,-1-1 1,0 0-1,-1-2 0,-1 0 0,-25 10 1,-125 38 293,133-47-367,-16 6 16,-209 68 73,193-58-1204,-115 62-1,182-89 1025,-33 18-1523,2 2-1,0 0 1,1 2-1,-48 46 0,40-17-3621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526 119 8613,'1'-3'311,"-1"0"-1,0-1 1,-1 1 0,1 0 0,0 0 0,-1-1 0,0 1-1,0 0 1,0 0 0,0 0 0,0 0 0,-1 0-1,1 0 1,-1 0 0,0 1 0,0-1 0,0 0 0,-4-3-1,-15-24 3486,19 28-3457,1-1-1,-1 1 0,1 0 0,-1 0 0,0 0 0,0 1 1,0-1-1,0 0 0,0 1 0,-1-1 0,1 1 0,0 0 1,-1 0-1,1 0 0,-1 0 0,-2-1 0,4 2-277,-6 2 1682,-10 9-1123,1 0 0,0 2 1,1 0-1,0 0 0,1 2 0,0 0 0,1 0 0,1 1 1,0 1-1,-11 23 0,-21 40-596,4 1 1,3 2-1,-50 171 1,68-182-29,4 0 1,3 1 0,3 1 0,4-1-1,4 100 1,4-137 14,0 0 0,3 0 0,0 0 0,3 0 0,25 67 0,-25-84-37,0-1 1,1 0 0,0 0 0,2-1 0,0 0-1,1-1 1,0-1 0,2 0 0,-1-1 0,2 0-1,0-1 1,20 12 0,-9-10-734,0-1 1,1-1-1,1-1 0,0-1 1,0-2-1,42 7 0,-32-9-1754,0-2-1,1-2 1,-1-2 0,62-5-1,-4-11-9129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343 108 8281,'0'0'4084,"-1"4"-2248,-1 12-928,-1-1 0,-1 1 0,0 0 0,-1-1 0,-1 0 0,-14 25 0,-180 353 2712,114-221-3078,74-152-247,22-48-44,-2 7-270,17-65 96,8-17-6,63-166-85,-81 232 21,2 1-1,1 1 1,2 0 0,1 2 0,2 0 0,31-34 0,-50 62 27,1 0 1,-1 0-1,2 0 1,-1 0-1,0 1 0,1 0 1,7-4-1,-11 7 10,0 0-1,0 0 1,0 1-1,1-1 0,-1 0 1,0 1-1,0 0 1,1 0-1,-1-1 0,0 1 1,1 0-1,-1 1 1,0-1-1,1 0 0,-1 1 1,0-1-1,0 1 1,0 0-1,0 0 0,1 0 1,-1 0-1,0 0 1,0 0-1,3 3 0,1 2 89,0 0 0,0 0-1,-1 0 1,0 1 0,0-1-1,0 1 1,-1 1 0,0-1-1,0 0 1,-1 1-1,0 0 1,-1 0 0,3 9-1,2 18 612,5 62 0,-11-89-657,3 103 532,-5-1 0,-17 127 0,3-51-1219,14-152-190,1 0 1,2 0 0,8 46-1,-6-57-879,2 0-1,16 43 1,-20-61 271,1 1 1,-1-1-1,1 0 1,1 0-1,-1 0 1,8 9-1,16 14-9110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35 200 11437,'-19'-2'2452,"3"2"4521,16-20-5441,3-3-360,10 11-224,22-8-276,0 6-568,13 0-548,-7-3-328,6-1-544,4 1-808,-6-3-384,-1 6-2889,7 5-4348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64 8065,'19'-40'12758,"-13"17"-9401,-3 43-754,32 91 274,-4 29-2276,-7 1 0,7 163 0,-27-206-341,-5 0 1,-4 0 0,-4 0 0,-23 100 0,18-137-1433,-2-1 1,-3-1-1,-3 0 1,-57 111-1,60-138 358,-1-1 1,-1-1-1,-2 0 0,-1-2 0,-1-1 1,-1-1-1,-2-1 0,0-1 0,-57 36 1,-26-4-5303,-3-11-3556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 12073,'-35'-12'14762,"38"15"-13887,47 46 392,61 46-1,-22-21-798,147 117-1715,-81-69-2316,-5 9-3928,-100-86 1503,-1-6-3450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5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591 17 13181,'-76'-17'2628,"51"20"45,-26 6-581,13 2-268,0 3-336,6 6-276,-6 3-248,3 6-216,0 5-247,-3 9 3,6 3-244,7 2-592,-4 9-609,4 3-411,3 6-820,3 0-532,0 5-3397,6-2-5388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5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12869,'-5'2'390,"-1"-1"0,1 1 0,0 0 0,0 0 0,0 0 0,0 1-1,0 0 1,1 0 0,-1 0 0,1 0 0,0 1 0,0-1 0,0 1 0,0 0 0,1 1 0,-1-1 0,1 1-1,0-1 1,-2 7 0,-14 39 2267,2 0-1,-17 93 0,-2 110-1320,27-184-1221,-5 94-1825,-4 23-2921,16-173 4165,-8 61-3639,7-26-1365,2 5-5251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10849,'32'-18'11540,"5"8"-7671,40 3-4753,-49 6 2195,425-27-1643,1 5-7212,-336 19 1503,-6 1-3743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7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40 11089,'0'-40'13317,"-2"42"-11847,1-1-1343,-2 0 61,1 1-1,0-1 0,0 0 1,0 1-1,0 0 0,0 0 1,1-1-1,-1 1 0,0 0 1,1 0-1,-1 0 0,1 1 0,0-1 1,0 0-1,0 0 0,0 1 1,0-1-1,0 1 0,1-1 1,-1 1-1,1-1 0,0 1 0,-1 2 1,-11 87 456,-4-2 0,-31 99-1,4-24-306,34-125-363,-38 191-962,40-186 545,3 0-1,1 0 1,5 53 0,-1-73-621,8 64-2521,-7-80 2220,0 0 1,0-1-1,1 1 0,0 0 0,1-1 0,0 0 0,6 11 0,13 13-10063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20 9865,'20'-16'6476,"3"12"-4177,-11 6-1985,-1 1 1,0 1 0,0-1-1,20 11 1,-6-3 9,25 11 687,90 53 0,-103-52-808,-2 1 0,0 1-1,47 47 1,-70-60-157,-1 0 0,-1 1 0,0 1 0,-1-1 0,9 19 0,-13-23-19,-2 0-1,1-1 1,-1 2 0,-1-1-1,1 0 1,-2 0-1,1 1 1,-1-1-1,-1 1 1,0 9-1,-1-8-13,-1 0-1,0-1 0,-1 1 1,0-1-1,-1 0 0,0 0 1,-1 0-1,0 0 0,0-1 1,-1 1-1,0-2 1,0 1-1,-1-1 0,-1 0 1,1 0-1,-1 0 0,-18 11 1,-9 6 7,-2-2 1,-1-2-1,-45 19 1,56-28-55,-57 29-307,-38 18-1621,42-27-2410,56-23-1223,7 4-3360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0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78 5885,'27'-17'2518,"32"-13"1,-43 20-980,14-6 2208,-9 11 3018,-33 28-3844,-168 282 3927,145-244-6840,3 2 0,3 2-1,-39 127 1,59-155-8,1-1-1,2 1 0,1 0 1,2 1-1,2-1 1,2 1-1,1-1 0,1 0 1,11 44-1,-3-42-80,1 0 0,2-1 0,2-1 0,1 0 0,2-1 0,1-1 0,2-1 0,2-1 0,0-1 0,3-1 0,0-1 0,2-1 0,1-2 0,1-1 0,1-1 0,2-2 0,61 32 0,-30-23-2154,3-2-1,122 35 1,37-18-7798,-90-30-1553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1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1780 112 7657,'-8'-25'2736,"7"21"-1971,0-1-1,0 1 0,-1 0 1,0 0-1,0 0 1,0 0-1,-4-6 1,3 6-130,-1 0 0,1 0 0,-1 0 0,0 0 0,0 0 0,-1 1 0,1 0 0,-1-1 0,1 2 0,-9-5 0,10 6-428,1 0 0,-1 0-1,0 1 1,0-1 0,-1 1 0,1-1 0,0 1 0,0 0 0,0 0 0,0 1-1,0-1 1,0 0 0,0 1 0,0 0 0,0 0 0,0 0 0,0 0 0,0 0 0,1 1-1,-1-1 1,-3 3 0,-7 6 84,1 0 0,0 0 0,1 1 0,0 1-1,1 0 1,-12 17 0,-49 89 1938,35-54-1772,-257 366-457,196-294 0,-60 87 0,-169 234 0,-20-21 0,255-328-3241,-34 52-9891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1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0 10745,'0'0'6445,"-2"1"-4753,-6 3-1195,1 0-1,0 0 0,0 0 1,0 1-1,0 0 0,1 0 0,0 0 1,0 1-1,1 0 0,-1 1 0,-7 11 1,-5 10 393,-21 45 1,38-70-822,-24 54 553,4 0-1,-29 116 1,12 21-42,38-190-305,13-24 20,6-18 19,25-74 0,-30 71-195,2 1 1,22-41-1,62-78 18,-83 135-130,2 1 1,0 1-1,1 0 1,32-25-1,-49 44 21,1 0 0,0 0-1,-1 0 1,1 1-1,0-1 1,1 1 0,-1 0-1,0 0 1,1 1-1,-1-1 1,1 1 0,-1 0-1,1 0 1,-1 1-1,1-1 1,0 1 0,-1 0-1,1 1 1,0-1-1,-1 1 1,1-1-1,-1 1 1,1 1 0,-1-1-1,1 1 1,-1 0-1,0 0 1,8 4 0,-5 0 18,-1-1 0,0 1 1,0 0-1,0 1 1,-1-1-1,0 1 0,0 0 1,0 0-1,-1 1 1,-1-1-1,1 1 1,-1 0-1,0 0 0,3 16 1,0 6 89,-1 0-1,2 52 1,-8 28-136,-18 136 0,8-132 0,-10 173-1115,21-281 297,0-1-1,-1 0 1,0 1-1,0-1 1,-1 0-1,-3 9 1,5-7-5512,3 2 3497,-1-6 424,2 14-8958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11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66 15989,'-23'3'6869,"43"-15"-4253,14-2-619,5 5-417,8 4-324,17-1-236,6 6-236,9-6-532,10 3-580,3 3-868,6-2-664,1 2-781,-4-9-995,-3 6-3061,-3 6-6324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1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1826 99 8541,'-1'-5'732,"0"1"0,0-1 1,-1 1-1,1-1 1,-1 1-1,0 0 0,-1 0 1,1 0-1,-1 0 0,0 0 1,0 0-1,0 1 0,0 0 1,-1-1-1,1 1 1,-5-3-1,-2-3 869,8 8 71,-22-17 4271,36 33-5694,-1 1 0,-1 0 0,0 1-1,9 24 1,26 77 959,-33-81-1100,5 14-108,-3 2 0,-2 0 0,-2 0 0,-3 1 0,-2-1 0,-5 108 0,-6-78 0,-4-1 0,-4 0 0,-46 151 0,34-160 0,-2-2 0,-4-1 0,-3-1 0,-2-2 0,-4-2 0,-54 66 0,35-58 0,-3-3 0,-2-2 0,-4-4 0,-125 90 0,71-69-1470,-142 71 1,173-110-435,-1-4 1,-143 44 0,88-44-5978,12-2-5372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1501 3084,'44'-143'556,"-28"89"-104,-9-4 104,5-2-312,-5 3-64,2-9-52,-9-14-64,10-11-36,-1-3-32,-6-9-100,1-6 80,-1 1-44,9 8 48,14 0-8,6 0-24,9 5 112,10 12-224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2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97 5236,'9'-4'531,"2"-2"99,-2 4 2617,-3-17-714,-5 17-2383,0 1 0,0-1 0,0 0 0,0 1 0,0 0 0,0-1 0,0 1 0,0-1 0,0 1 1,1 0-1,-1 0 0,0 0 0,1 0 0,-1 0 0,1 0 0,0 0 0,-1 0 0,1 0 0,-1 1 0,1-1 0,0 1 0,2-1 0,-1 0 603,-1 0-1,1 1 1,0-2-1,-1 1 1,1 0 0,-1 0-1,0-1 1,1 0 0,2-2-1,-6 3-575,1-1 0,-1 1 0,1-1 0,-1 0 0,0 1 0,0-1 0,0 1 0,0 0 0,0-1 0,0 1-1,0 0 1,0-1 0,0 1 0,-1 0 0,1 0 0,0 0 0,-2-1 0,-29 12 1301,29-9-765,1 3 66,-9 30-210,2 0 0,1 0 0,1 1-1,-2 42 1,-3 15 45,-101 498-614,92-505-576,-3 10-2492,-13 116-1,36-207 1880,1 0 1,0 1-1,0-1 0,1 0 0,-1 1 0,1-1 0,2 8 0,-2-7-475,5 20-10231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2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402 340 7389,'0'-1'76,"0"-2"339,0-1 0,1 1 0,-1 0 0,0-1 1,0 1-1,-1-1 0,1 1 0,-1-1 0,0 1 1,0 0-1,0-1 0,0 1 0,0 0 0,-1 0 1,1 0-1,-1 0 0,0 0 0,0 0 0,0 1 1,0-1-1,-1 0 0,-4-3 0,-5-6 930,2 0 0,-1-1-1,-16-27 1,17 26-654,8 11-577,0 0 0,0 0 0,0 0 1,1 0-1,-1 0 0,1 0 0,0-1 0,0 1 0,0 0 0,0-1 0,0 1 0,1-1 0,0 1 1,-1-1-1,1 1 0,1-1 0,-1 1 0,0 0 0,1-1 0,0 1 0,0-1 0,0 1 1,0 0-1,0-1 0,1 1 0,-1 0 0,1 0 0,0 0 0,0 0 0,0 1 0,0-1 0,0 0 1,1 1-1,4-4 0,1-1-17,0 1 1,1 0 0,-1 1-1,1 0 1,0 0-1,0 1 1,1 0-1,-1 1 1,1 0 0,15-2-1,-3 2-30,1 2 0,-1 0 0,0 2-1,0 0 1,1 2 0,-1 0 0,0 2-1,-1 0 1,1 1 0,-1 1 0,-1 2 0,38 19-1,-47-22-55,0 1 1,-1 1-1,0 0 0,0 0 0,0 1 0,-1 1 0,-1-1 1,1 1-1,-1 1 0,7 13 0,-10-14-9,-1-1 0,0 1 0,0 0 1,-1-1-1,-1 2 0,0-1 0,0 0 0,-1 0 0,0 1 0,-1-1 0,0 0 1,0 1-1,-1-1 0,-3 12 0,0-7-2,-1 0 0,0 0 0,-1 0 0,-1 0 0,0-1 0,-1 0 0,-1-1 0,0 0 0,-1 0 0,0-1 0,-1 0 0,-24 20 0,-13 7-28,-105 64 1,115-79 27,2-1 3,13-10-6,0 1-1,1 2 1,-35 31 0,56-45 4,-1-1 0,1 0 1,0 1-1,0-1 0,0 1 0,0-1 1,0 1-1,0-1 0,0 1 1,0 0-1,1-1 0,-1 1 0,0 0 1,1 0-1,0-1 0,-1 1 1,1 0-1,0 0 0,0 0 1,0 0-1,0-1 0,0 1 0,1 0 1,-1 0-1,0 0 0,1-1 1,-1 1-1,1 0 0,0 0 0,0-1 1,-1 1-1,1-1 0,0 1 1,0 0-1,1-1 0,-1 0 0,0 1 1,0-1-1,3 2 0,4 4 7,1-1 0,0 1 0,0-1-1,0-1 1,11 5 0,97 44-37,-53-25 47,111 66 0,-165-88-19,0 1 0,0 0 0,-1 0-1,0 1 1,0 0 0,-1 0 0,0 1 0,-1 0 0,0 1 0,-1-1-1,0 1 1,0 1 0,4 13 0,-8-17 6,0 0-1,0 1 1,0-1 0,-1 0 0,-1 0-1,1 1 1,-1-1 0,-1 0 0,0 1-1,0-1 1,0 0 0,-1 0 0,0 0-1,-1 0 1,0 0 0,0 0-1,-1-1 1,0 1 0,0-1 0,-9 12-1,4-8 15,-1-1 0,-1 0 0,0-1-1,0 0 1,0 0 0,-1-1 0,-1-1-1,1 0 1,-16 6 0,-18 5 58,-63 17 1,-126 24 58,41-12-1089,179-43 492,-1-1 0,1 0 0,-17 0 0,26-2-171,0-1 1,0 0-1,-1-1 1,1 0-1,0 0 1,0 0-1,1 0 0,-1-1 1,0 0-1,-7-4 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58 4516,'-23'-12'7564,"24"10"-6503,11-22 5933,-9 10-6112,-2 9-176,-2 7-251,-6 19-71,-7 29-116,-74 546 5177,77-506-5010,-40 279 1036,-34 62-431,10-53-537,70-348-469,-157 940 423,141-830-622,-34 265-1898,32-134-3241,18-195 2472,3-42-1774,0-16 304,2 4-5657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7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8 617 5304,'-8'-8'1493,"16"12"-457,-7-3-700,0 0 0,0 0-1,0-1 1,1 1 0,-1 0-1,0-1 1,0 1 0,0-1-1,1 0 1,-1 1 0,0-1-1,1 0 1,-1 1 0,2-1 0,0-4-127,-1 0 1,1 0-1,0 0 1,1 0-1,-1 1 1,0 0-1,1 0 1,0 0 0,0 0-1,0 0 1,0 1-1,0-1 1,0 1-1,1 0 1,-1 1 0,1-1-1,-1 1 1,1 0-1,0 0 1,0 0-1,6 0 1,17-1 207,-1 1 0,43 4 0,-66-3-414,471 57 1565,-157 13-558,-232-49-606,207 25 1662,-242-42-1169,35 6 856,-73-9-1349,1 0-1,-1 0 1,22-2 0,-11 0-106,-20 1-131,-1 0-24,65 2 294,-66-2-345,18 3-16,8-1-3,1-2 0,-1-1 0,0-1 0,0-2 0,33-8 0,10 0-25,166-31 53,112-14-8,-195 46-89,231-26 1,-304 20-7,-6 5-75,34-4 17,-54 11-133,-29 1 42,1 2 0,0 1 0,41 4 0,95 8-315,-44-5 395,882 17-2690,-448-80 2002,-480 41 715,0-3-1,108-44 1,-13 4-15,43-1 81,-170 51-31,0 2 0,0 2 0,51 0 0,631 22-455,-460-8 456,-8 2-54,-65-3 39,37-1 19,-205-8-17,151-14-68,-127 5 97,-1-2 1,-1-2-1,0-2 0,-2-1 0,48-28 1,-59 28 93,-19 9-121,1 1 1,0 1 0,17-7 0,39-15 11,8-1-21,-23 11-9,71-32-1,-122 49 14,0 0 1,0 1-1,0-1 0,0 0 1,0 1-1,0 0 1,0-1-1,0 1 0,6 1 1,1 0-929,14-19-4919,-34 10 443,-4 2-3148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2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181 277 4896,'-4'-2'1154,"-1"1"-1,1-1 0,-1 1 0,0-1 0,-9 0 0,1 1-1684,9 1 609,-15 3 146,11-1-92,-1 1 0,1 0 0,-1 0 0,1 1 0,0 0 0,1 0 0,-1 1 0,1-1 0,0 2 0,-10 8 1,15-12 171,0 1-26,1-3-237,1 1-1,-1 0 1,0 0 0,1 0-1,-1 0 1,1 0 0,-1 0-1,1 0 1,-1 0-1,1 0 1,0 0 0,-1 0-1,1 0 1,0 0-1,0 0 1,0 0 0,0 0-1,0 0 1,0 0 0,0 0-1,0 0 1,0 0-1,0 0 1,1 0 0,-1 0-1,0 0 1,1 0-1,-1 0 1,1 0 0,0 2-1,2-1 22,0 0-1,0 0 1,0 0-1,0-1 1,0 1-1,0-1 1,0 0-1,0 0 1,1 0-1,-1 0 1,6 1-1,201 27 397,213 3-1,-228-21-458,276 10-25,-62-4-64,248 20 236,32-29-139,-402-10-174,8 3 257,-52 3-28,892 2 0,-183 17 6,210 3-229,-252-2 79,-381-7 119,466 14 32,1333 20 66,-825-76-87,-1245 19-90,87-2-82,1058-39-6,-1203 37 152,144-6 9,-9 2 16,941-57-35,606-9-40,-1674 76 72,152-3-85,-6 3-22,841-4-132,383-5 174,-665 2 267,1878-25 72,-1347-39 112,-461-36-262,-414 8 328,-339 58-473,-177 43 141,-13 1-1753,-13-6-5202,-11-1 68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3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20 321 5469,'0'0'1450,"-19"13"741,34-17-1998,0 1 0,0 0 0,0 1 1,24 0-1,240-25 1701,-127 8-1031,151-6-12,-36 12-636,78-6-93,-190 3-10,235-55 0,-347 62-69,85-5 0,-57 8-43,-8 3-4,105 7 0,-79 1-11,38 0-40,189 1 65,16-34 48,-300 25-62,-17 1 3,288-20 18,-97 14-50,48-3 13,-33-7 87,-44 3-45,-104 10-9,3 0 39,99 5 0,154 22 75,72-13 323,-286-11-430,74 1-18,-11 7-27,101 6 5,135 29 151,286 17 11,-457-36-150,1 0 0,172-23 98,-288-3-102,275-16 160,-42-25 210,-235 36-297,0 6 0,200 21 1,-222-7-102,709 56 177,-389-35-83,-3 1 31,17-39-79,-331 3 6,41-2-71,391-1-194,-380 11 338,280 4 22,-15 26-94,-369-29-4,161 24 43,239 19-52,-354-48 169,0-4-1,0-4 0,111-23 0,23-18 176,-105 21-134,-100 22-178,1 2 0,0 1 0,-1 2 1,1 0-1,46 8 0,-21-3 24,77 8-107,120 5 641,-170-16-479,138 19 0,-55 2-17,260 3 0,-304-31-40,27 2-90,184 35 13,-75-4 62,245 6 6,193-6-244,-543-26 234,288 41 0,-371-31-19,1-3-1,0-4 0,103-5 0,-148-3-4,-1-2-1,-1 0 1,27-10 0,-24 7-8,0 0 1,30-3-1,71-12 21,-88 8 31,-3 2-42,1 2 1,0 2-1,61-7 1,120 2 7,-101 9-35,504-27-149,-599 31 217,10-1 170,57 4 0,-84-2-135,0 0 1,0 0-1,0 0 1,0-1-1,0 1 0,0-1 1,0-1-1,-1 1 1,1-1-1,0 0 0,8-5 1,-8 4-62,1 0-1,0 0 1,0 1 0,0 0 0,0 1 0,0-1-1,0 1 1,8 0 0,62-5 385,-79 8-405,0 1 1,0-1 0,1 0 0,-1 1-1,1-1 1,0 1 0,-1-1 0,0 4-1,1-3 17,-51 86 225,34-60 92,-27 58-1,32-50-155,3 1 0,0 1 1,3 0-1,-5 69 0,0-8 21,2-33-58,-3 0-1,-33 97 1,-123 411 1494,68-167-620,-96 223 446,176-571-1293,-5 28 26,5 1 0,-11 96 1,18-98-117,1-12-30,-43 136 0,-101 192 26,100-285-84,-15 37 51,-17 107 5,40-108-36,40-129-25,-2 1-1,-1-1 1,-1-1-1,-17 25 1,-23 33-51,52-79 35,-4 5 67,5-7-88,0 0 1,-1-1-1,1 1 1,0-1-1,0 1 1,0 0-1,0-1 1,-1 1-1,1 0 1,0-1-1,-1 1 0,1-1 1,0 1-1,-1-1 1,1 1-1,-1-1 1,1 1-1,0-1 1,-1 1-1,1-1 1,-1 0-1,0 1 1,1-1-1,-1 0 1,1 1-1,-1-1 1,-1 0-1,-18 1-255,-52-3-963,65 2 1174,0-1 1,1 0 0,-1 0 0,0-1 0,1 0-1,-1 0 1,1-1 0,-9-4 0,10 3 68,0 1 1,1-1-1,0 0 1,0-1-1,0 1 1,1-1-1,-1 0 1,1 1-1,0-2 1,1 1-1,-1 0 1,-1-7-1,-4-11-49,-8-37 0,11 38-4,-1-13 59,5 26-50,0 0 1,-1 0-1,0 0 1,0 1-1,-1-1 1,0 0-1,-1 1 1,1 0-1,-7-9 1,9 16 24,-6-16 90,-42-85-176,48 101 167,-44-30-587,41 29 539,1 2 0,-1-1 0,0 0-1,0 1 1,0 0 0,0-1-1,0 2 1,0-1 0,1 0-1,-1 1 1,-7 2 0,6-2-9,1 0 0,0-1 0,0 1 0,0-1 0,0 1 0,0-1 0,-1-1 0,-6 0 0,9 1-84,0 0 0,1 0 0,-1 1 0,0-1 0,0 1 0,1-1-1,-1 1 1,1 0 0,-1-1 0,0 1 0,1 0 0,-1 0 0,1 0 0,0 0 0,-2 2-1,-16 14-1947,17-15 608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7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124 193 4368,'4'-2'743,"8"-4"-472,-6 5 5625,-6 1-5785,-1-1-1,1 0 1,-1 1-1,1-1 1,-1 0-1,1 1 1,0-1-1,-1 0 0,1 0 1,0 1-1,0-1 1,-1 0-1,1 0 1,0 0-1,0 1 1,0-1-1,0 0 1,0 0-1,0 0 0,0 0 1,0 1-1,1-1 1,-1 0-1,0 0 1,0 1-1,1-1 1,-1-1-1,10-19 1968,-8 19-1697,0 0 1,0 0-1,0 0 1,-1 0-1,1-1 1,0 1-1,-1-1 1,0 1-1,1-1 1,-1 0-1,0 1 0,0-1 1,-1 0-1,1 0 1,-1 0-1,1 1 1,-1-1-1,0 0 1,0 0-1,0 0 1,0 0-1,-1 0 1,1 0-1,-1 1 1,0-4-1,2-11-90,-1 15-236,1 1-1,-1 0 1,0 0 0,0 0-1,1-1 1,-1 1 0,0 0-1,0 0 1,0-1 0,-1 1 0,1 0-1,0 0 1,0 0 0,-1-1-1,1 1 1,-1-2 0,-7-11 1012,0-2 1559,11 26-1140,0 1-1486,-1 1 0,0-1 0,-1 0 0,0 1 0,-1-1 0,0 0 0,-1 1 0,0-1 0,-4 16 0,3-12 0,-47 244 0,18-108 0,-3-15-4206,21-88-126,1 0 0,-5 51 0,14-70-8249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205 407 11589,'-12'-12'1253,"1"0"1,1-1-1,0-1 0,-13-23 1,-1-1 2139,20 32-2950,0-1-1,1 0 0,0 0 0,0-1 0,1 1 1,-1-1-1,2 1 0,-1-1 0,1 0 1,0 1-1,1-1 0,0 0 0,1-10 1,0 11-266,0 0 0,1 0 0,0 0 0,0 1 0,1-1 0,0 0 0,0 1 0,0 0 0,1 0 0,0 0 0,0 0 0,1 0 0,0 1 0,7-7 0,-4 5-39,1 1 0,0 0 0,0 0-1,1 1 1,-1 0 0,1 1 0,0 0 0,19-4 0,-2 3-24,1 0 0,-1 2 0,1 2 0,0 0 0,-1 2 0,46 6 0,-40-1-66,-1 1 0,1 1-1,-1 2 1,-1 1 0,1 1 0,55 32-1,-72-34-38,0 0 0,-1 0-1,0 2 1,0 0 0,-2 0-1,16 19 1,-21-21-4,-1-1 0,1 1 0,-2 1 1,1-1-1,-1 1 0,-1 0 0,0 0 0,-1 0 0,0 1 0,2 15 0,-4-13-11,-1-1-1,0 0 1,-1 1 0,-1-1-1,0 0 1,0 0-1,-2 0 1,0 0-1,0 0 1,-1-1 0,0 0-1,-1 0 1,-1 0-1,0-1 1,-13 17-1,-6 4-39,-2-1-1,-1-1 0,-55 43 0,-134 88-127,42-34-221,163-118 319,1 1 0,0 0 0,1 0 0,1 1 0,-1 1 0,-9 14 0,19-24 63,1-1 1,-1 1-1,0 0 0,1 0 1,-1-1-1,1 1 1,0 0-1,-1 0 0,1 0 1,0 0-1,0 0 1,0-1-1,0 1 0,1 0 1,-1 0-1,0 0 1,1 0-1,0-1 0,-1 1 1,1 0-1,0-1 1,0 1-1,0 0 0,0-1 1,0 1-1,0-1 1,0 1-1,0-1 0,1 0 1,-1 1-1,2 0 1,4 4-31,-1-1 1,1 0-1,0 0 1,0 0 0,13 5-1,43 14-183,72 20-1,-78-28 46,110 48 1,-160-61 158,0 1 1,0 0 0,-1 0 0,1 1-1,-1 0 1,0 0 0,0 0 0,5 7-1,-10-11 20,0 1 0,-1-1 0,1 1 0,0 0 0,-1-1 0,1 1 0,0 0 0,-1 0 0,0-1-1,1 1 1,-1 0 0,0 0 0,0-1 0,0 1 0,0 0 0,0 0 0,-1 0 0,1-1 0,-1 1 0,1 0-1,-1 0 1,1-1 0,-1 1 0,-2 2 0,0 3 3,-1-2 1,0 1-1,0 0 1,-7 7-1,1-4 6,1 0 0,-1-1 1,-1-1-1,0 0 0,0 0 0,0-1 0,-17 7 1,-89 27 50,92-32-38,-189 48 161,12-3-711,154-34-1737,47-19 2049,0-1-1,0 1 0,0 0 0,0 0 0,0 0 0,0-1 1,0 1-1,-1-1 0,1 1 0,0-1 0,1 1 0,-1-1 1,0 1-1,0-1 0,0 0 0,0 0 0,-1-1 0,1 1-389,0 0 435,0 1-1,0 0 1,1-1 0,-1 1 0,0-1 0,1 1 0,-1-1 0,1 0-1,-1 1 1,1-1 0,-1 0 0,1 1 0,-1-1 0,1 0 0,-1 1-1,1-1 1,0 0 0,0 0 0,-1 0 0,1 1 0,0-2 0,0 1-225,1-1 1,-1 1 0,1 0 0,0-1-1,0 1 1,-1 0 0,1 0 0,0-1 0,0 1-1,0 0 1,0 0 0,0 0 0,1 0-1,0-1 1,35-27-9310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7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43 12273,'-62'-30'2574,"54"28"-2046,1-1-1,-1 1 0,1 0 1,-1 1-1,0 0 0,1 0 1,-1 0-1,0 1 0,0 0 1,1 1-1,-1 0 0,-8 2 0,1-1 176,-9 2 109,-1 2 0,1 0 0,0 2-1,1 0 1,-1 2 0,2 0 0,-28 18-1,15-5-361,1 3 0,1 0 0,2 3 0,0 0 0,-51 65 0,74-84-396,1 1 1,0-1-1,1 1 1,0 0-1,1 1 0,0-1 1,1 1-1,0 0 1,-2 13-1,7-24-47,0 0 0,0 0 0,0 0-1,0-1 1,0 1 0,0 0 0,0-1 0,0 1 0,0 0 0,0-1 0,0 0-1,0 1 1,0-1 0,1 0 0,-1 1 0,0-1 0,2 0 0,-3 0 2,5 1-1,-1 0 1,0-1-1,1 1 0,-1-1 0,1 0 0,-1-1 0,0 1 0,1-1 1,-1 0-1,0 0 0,1 0 0,-1 0 0,4-3 0,56-27-22,-62 31 12,72-45 96,-50 29-34,2 1 0,-1 1-1,2 1 1,36-13 0,-61 26-60,0-1 1,0 1-1,0-1 1,0 1-1,0 0 1,0 0-1,0-1 1,0 1-1,0 1 1,0-1-1,0 0 1,0 0-1,0 1 0,0-1 1,-1 1-1,1 0 1,3 1-1,-2 0-19,0 1 0,0-1 0,0 1 0,0 0 0,-1-1 0,1 1 0,-1 1 0,0-1 0,0 0 0,2 4 0,46 98-5060,-23-30-7306,-17-43 267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8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15005,'-24'26'2512,"20"-24"-2050,1 1 0,0 0 0,-1 0 0,1 1 0,1-1 0,-1 0 0,0 1 0,1 0 0,0 0 0,0 0 0,0 0 0,0 0 0,1 0 0,-1 0 0,1 0 0,0 1 0,-1 7 0,3-5-225,-1 0 1,1 0-1,0-1 0,0 1 0,1 0 0,0-1 1,0 1-1,0-1 0,1 0 0,0 0 1,0 0-1,1 0 0,4 6 0,-1-4-66,0 0-1,1 0 1,0 0-1,1-1 1,-1 0-1,1-1 1,15 8-1,-6-4-175,1-2 0,1 0 0,-1-1 0,1-1 1,0-1-1,0-1 0,40 3 0,-46-6-55,0-1 1,0-1-1,0 0 1,0-1-1,-1 0 1,1-1-1,22-8 1,-28 8 55,-1 0 0,1-1 0,-1 0 0,0-1 0,0 1 0,0-2 0,-1 1 0,0 0 1,0-1-1,0 0 0,-1-1 0,1 1 0,5-12 0,65-125 2792,-69 129-2757,0 5-31,-2 10 0,-2 12 0,-2-11 0,1 23 0,-1 1 0,-1 0 0,-1-1 0,-1 1 0,-8 37 0,1 4 0,4-24 0,-32 262 0,21-207 0,-32 105 0,-29 22 0,60-185 0,-2-1 0,-2-1 0,-36 52 0,1-16-117,-72 73-1,97-115 36,-1-2 0,-1-2 0,-2-1-1,-58 35 1,86-58 7,-1 0 0,1-1 0,-1 0-1,1 0 1,-12 2 0,17-4 93,1-1-1,-1 1 1,1-1 0,-1 0-1,1 0 1,-1 0 0,0 0-1,1 0 1,-1 0 0,1 0-1,-1 0 1,1-1 0,-1 1-1,1-1 1,-1 1 0,1-1-1,-1 0 1,1 1 0,0-1-1,-1 0 1,1 0-1,0 0 1,0 0 0,-1 0-1,1 0 1,0 0 0,0 0-1,0-1 1,0 1 0,0 0-1,1-1 1,-1 1 0,0 0-1,1-1 1,-1-2 0,-2-6 11,2 0 0,-1 0-1,1-1 1,1 1 0,0 0 0,1-1 0,-1 1 0,2 0 0,3-16 0,7-15 49,16-41 0,-11 36-62,33-89-278,7 1 0,85-147 0,-83 181-198,5 2 0,3 4 0,96-103 0,-127 158-641,108-109-4538,-119 125 728,56-38 0,-20 27-5684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8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16 108 13501,'-5'13'673,"0"0"441,-1-2 5515,49-4-2884,-6 1-2669,-11-4-551,0-2 0,1-1 0,-1-1 0,42-5 0,-62 4-473,0 0 1,0-1-1,0 0 0,0 0 0,-1 0 0,1-1 0,-1 0 0,0 0 1,7-5-1,-10 3 34,-2-2-69,0 1-1,0 0 0,0 0 1,-1 0-1,0 0 1,0 0-1,-1 0 0,1 0 1,-1 0-1,-1 1 0,1-1 1,-1 0-1,0 1 0,0 0 1,0 0-1,-1 0 0,0 0 1,0 0-1,0 1 0,0 0 1,-1 0-1,-7-5 0,11 9 2,0 0 1,0 0-1,0 0 0,0 0 0,0 0 0,0 0 0,0 0 0,0 1 0,0-1 0,0 0 0,0 1 0,0-1 0,0 0 0,0 1 0,0-1 0,0 1 0,1 0 0,-2 0 0,0 1 50,-3 0 17,1 1-1,0 0 0,0 0 1,0 0-1,0 0 0,0 1 1,1-1-1,0 1 1,-6 8-1,-22 43 580,14-22-301,0-2-349,0 1 0,3 1-1,0 0 1,3 1 0,0 0 0,3 1 0,0 0-1,2 0 1,-1 54 0,7-76-194,1 0 1,0 0-1,1 0 0,1 0 1,0-1-1,0 1 0,2-1 1,-1 0-1,2 0 1,-1 0-1,2-1 0,-1 1 1,2-1-1,-1-1 0,1 0 1,1 0-1,17 15 0,-17-17-113,0-1 1,1 0-1,0-1 0,1 0 0,-1 0 0,1-1 0,0-1 0,0 0 0,1 0 0,-1-1 1,1-1-1,0 0 0,-1 0 0,1-1 0,0-1 0,0 0 0,0 0 0,0-2 0,18-3 1,12-8-7392,-1-7-5324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8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15293,'-16'14'3169,"-9"-11"-465,6 0 1920,19 20-3019,0 3-341,3-12-252,0 6-196,0 3-140,10 14-452,0-8-660,3-1-1072,-1 4-733,-8-18-1155,9 15-3608,6 19-6814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293 181 16442,'-6'-4'655,"-15"-12"1206,21 16-1786,-1 0 0,1-1 0,0 1-1,0 0 1,-1-1 0,1 1 0,0 0 0,0-1 0,0 1 0,0-1-1,-1 1 1,1 0 0,0-1 0,0 1 0,0-1 0,0 1 0,0 0 0,0-1-1,0 1 1,0-1 0,0 1 0,0-1 0,0 1 0,1 0 0,-1-1-1,0 1 1,0-1 0,0 1 0,0 0 0,1-1 0,-1 1 0,0 0-1,0-1 1,1 1 0,-1 0 0,0-1 0,0 1 0,1 0 0,-1 0 0,0-1-1,1 1 1,-1 0 0,1 0 0,-1 0 0,0-1 0,1 1 0,0 0-1,7-5 1789,1-1 1,-1 0-1,13-13 0,-15 13-1475,1 0 1,0 0 0,0 1-1,0 0 1,1 0 0,9-4-1,23-9-350,-25 10-38,2 1 1,-1 0 0,1 1-1,0 0 1,1 2 0,-1 0-1,31-3 1,-45 7-1,1 0 0,0 0 0,-1 1 0,1-1 0,0 1 0,-1-1 0,1 1 0,-1 0 0,1 1 0,-1-1 0,0 1 0,1-1 0,-1 1 0,0 0 0,0 0 0,0 0 0,0 1 0,2 2 0,-2-2 0,-1 1 0,1 0 0,-1 0 0,0 0 0,0 0 0,0 1 0,0-1 0,-1 0 0,0 1 0,0-1 0,0 1 0,0 6 0,-1 7 0,0 0 0,-1 0 0,-1 0 0,-1-1 0,-1 1 0,-6 18 0,3-15-112,-1 1-1,0-2 1,-2 1 0,0-1-1,-2-1 1,0 0 0,-1 0-1,-1-1 1,0-1 0,-2 0-1,0-1 1,-1-1 0,-20 15 0,16-16-167,-1-1 0,0 0 1,0-2-1,-2 0 1,1-2-1,-1 0 1,0-2-1,-1 0 1,0-2-1,0-1 0,-35 2 1,49-6-320,-54 3-4200,28-1-1694,12 1-6488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9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13309,'2'-24'2974,"-1"19"-38,9 3 1357,-4 1-3495,42-8 1640,-1 3 0,77-1 1,-46 4-1580,1254-51-576,-1274 52-243,-34 0-133,0 1 0,0 2-1,0 0 1,32 7 0,-45-3-2096,-18 1-171,-38 7-3694,17-6 327,-18 11-7300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4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17318,'0'3'3449,"4"31"1586,-3-26-4017,0 1-1,0 0 1,-1 0-1,0-1 1,-2 18-1,-25 84-266,-5 26-642,-34 152-76,36-172-481,3-37-2849,5-17-1534,18-52 2476,2 1 0,0-1 0,-2 20 0,6 6-9465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0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14325,'3'7'511,"-1"0"0,0 1-1,0-1 1,-1 0 0,0 1-1,0-1 1,-1 1 0,0-1-1,-1 1 1,1-1 0,-1 0-1,0 1 1,-3 8 0,-58 230 6307,-38 48-4780,92-260-1866,5-14-4,7-21-126,113-50-11,-2 1-66,-99 44 37,1 1 0,0 1 0,0 0 0,0 1 0,21 0 0,-21 3 7,-1 0 1,1 1-1,-1 1 0,0 1 1,1 0-1,-1 2 0,-1-1 1,1 2-1,-1 0 1,23 13-1,-12-4 153,-1 2 0,-1 2 0,0 0 0,38 40 0,-54-50-124,8 9 35,1-1 1,0 0-1,1-1 0,1-1 0,1-1 1,34 19-1,-46-30-62,1-1 0,-1 0 0,1-1 0,-1 0 0,1 0 0,0-1 0,0 0 0,-1 0 0,1-1-1,0 0 1,-1-1 0,1 0 0,13-5 0,-13 3-54,-1 0-1,1-1 0,-1 0 1,0 0-1,0-1 0,0 0 1,-1-1-1,0 1 0,0-1 1,-1-1-1,0 1 1,0-1-1,-1 0 0,7-13 1,3-10-161,0-2 1,14-51 0,-25 73 187,6-14-52,4-16-62,-13 39 126,-1 0-1,0 0 1,1-1-1,-1 1 1,0 0-1,0 0 1,-1-1-1,1 1 1,0 0-1,-1 0 1,1 0-1,-1-1 1,0 1-1,0 0 1,-1-3-1,1 4 3,1 0 0,-1 0 0,1 1 0,-1-1 0,1 0 0,-1 1 0,1-1 0,-1 0 0,0 1 0,1-1 0,-1 1 0,0-1 0,1 1 0,-1-1 0,0 1 0,0 0 0,1-1 0,-1 1 0,0 0 0,0-1 0,0 1 0,0 0 0,1 0 0,-1 0 0,0 0 0,0 0 0,0 0 0,0 0 0,0 0 0,0 0 0,1 1 0,-1-1 0,0 0 0,0 0 0,0 1 0,-1 0 0,-1 0 1,-6 2 16,1 0 0,-1 1-1,1 0 1,-1 1-1,1 0 1,1 0-1,-1 1 1,1 0 0,0 0-1,0 0 1,-11 15-1,7-7 16,0 1 0,1 0-1,1 0 1,1 1 0,-8 18-1,14-29-25,0-1 0,1 1 1,-1 0-1,1 0 0,0 0 0,1-1 0,-1 1 0,1 0 0,0 0 1,0 0-1,0 0 0,1 0 0,0 0 0,0 0 0,0 0 0,1 0 1,-1 0-1,1-1 0,0 1 0,0-1 0,1 0 0,0 1 0,5 6 1,-4-6-30,1-1 1,0 1 0,0-1 0,0 0 0,1 0 0,-1-1 0,1 0 0,0 0-1,0 0 1,0 0 0,0-1 0,1 0 0,-1-1 0,0 1 0,1-1 0,9 0-1,2-1-27,-1 0-1,0-2 0,0 0 0,0-1 0,-1-1 1,1 0-1,-1-1 0,0-1 0,18-9 0,12-10 0,68-47 1,-112 71 52,42-29 233,-39 31-171,0-1 0,-1 1 0,1 0 0,-1 0 0,0 0 0,1 1 0,6 3 0,-7-1 55,-1 1-1,1-1 1,-1 1 0,0 0-1,0 0 1,0 1 0,3 8-1,2 3 122,9 16-4,40 58 0,-49-81-206,0 0 0,0-1-1,1 1 1,0-2 0,0 1-1,1-1 1,0-1 0,0 0-1,17 8 1,-20-12-28,0 0 0,1-1 0,-1 0 0,1 0 0,0-1 0,-1 1 0,1-2 0,0 1 0,0-1 0,0-1 0,0 1 0,-1-1 0,1-1 0,0 1 0,-1-1 0,1-1 0,-1 1 0,0-1 0,0 0 0,0-1 0,12-8 0,-12 7 0,0 0 0,0-1 0,-1 1 0,0-2 0,0 1 0,0-1 0,-1 0 0,0 0 0,0 0 0,-1-1 0,0 1 0,0-1 0,-1 0 0,0 0 0,-1-1 0,1 1 0,-1 0 0,-1-1 0,1-9 0,-2 5 0,-1 1 0,0-1 0,-1 0 0,0 1 0,-1 0 0,-1-1 0,0 1 0,0 0 0,-1 1 0,-1-1 0,0 1 0,0 0 0,-1 0 0,0 1 0,-1 0 0,-1 0 0,1 1 0,-1 0 0,-1 0 0,0 1 0,0 1 0,0 0 0,-1 0 0,0 1 0,-22-10 0,26 14-671,-1-1 1,1 1-1,0 1 0,-1-1 1,1 1-1,-1 1 0,1-1 0,-1 1 1,-11 1-1,14 0 33,1-1-1,0 1 1,-1 0 0,1 0 0,0 1-1,0-1 1,0 1 0,0 0-1,0 0 1,0 0 0,1 1-1,-1-1 1,0 1 0,1 0 0,0 0-1,0 0 1,-3 4 0,-1 4-10949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40 15177,'-1'1'203,"0"-1"0,1 1 0,-1-1-1,0 1 1,0-1 0,1 1-1,-1-1 1,0 1 0,0-1-1,0 0 1,1 0 0,-1 1 0,0-1-1,0 0 1,0 0 0,0 0-1,0 0 1,1 0 0,-1 0 0,0 0-1,0 0 1,-2-1 0,3-2 1620,11 1-134,-5 3-1358,-1 0-1,1 0 0,-1 0 1,1 1-1,-1 0 1,0 0-1,0 0 1,0 1-1,0-1 0,0 1 1,-1 1-1,1-1 1,-1 1-1,0-1 1,0 1-1,0 0 0,6 9 1,2 2 101,-1 1 0,-1 0 1,16 34-1,-20-35-351,0 0 1,-1 1 0,-1-1-1,-1 1 1,0 0 0,-1 0-1,-1 0 1,0 1 0,-1-1-1,-1 0 1,-4 29-1,0-22 14,-1 0 0,-1-1 0,-1 1 0,0-1 0,-2-1-1,-1 1 1,-19 27 0,30-48-95,0-1 0,0 0 0,0 1 0,0-1 0,0 0 0,0 1 0,0-1 0,-1 0 0,1 1 0,0-1 0,0 0 0,0 1 0,-1-1 0,1 0 0,0 0 0,0 1 0,0-1 0,-1 0 0,1 0 0,0 1 0,-1-1 0,1 0 0,0 0 0,0 0 0,-1 0 0,1 0 0,0 1 0,-1-1 0,1 0 0,0 0 0,-1 0 0,1 0 0,-1 0 0,1 0 0,0 0 0,-1 0 0,1 0 0,0 0 0,-1 0 0,1 0 0,0 0 0,-1-1 0,1 1 0,0 0 0,-1 0 0,1 0 0,0 0 0,0-1 0,-1 1 0,1 0 0,0 0 0,0 0 0,-1-1 0,1 1 0,0 0 0,0-1 0,-1 1 0,1 0 0,0 0 0,0-1 0,0 1 0,0 0 0,-1-1 0,-3-16 0,5 4 0,1 0 0,0 0 0,1 0 0,0 0 0,1 1 0,1-1 0,0 1 0,8-15 0,5-5 0,39-54 0,-35 57-552,1 0 0,2 1-1,0 2 1,2 0 0,1 2 0,1 1-1,61-37 1,-46 35-1426,46-24-3214,-27 26-1678,0 11-4455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1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75 328 11457,'-16'-23'11032,"18"21"-9787,1-2-870,1-1-1,0 1 1,0 0 0,0 0-1,1 1 1,-1-1 0,1 1-1,7-4 1,14-10 9,-17 11-249,-1 0-1,1-1 1,-1 0 0,-1 0 0,11-14-1,-16 19-124,-1 0 0,0 0 0,1 0 0,-1-1 0,0 1 0,0-1 0,0 1 0,0 0 0,-1-1 0,1 0 0,-1 1 0,1-1 0,-1 1 0,0-1 0,0 0 0,0 1 0,0-1 0,-1 1 0,1-1 0,-1 1 0,1-1 0,-1 1 0,0-1-1,0 1 1,0-1 0,0 1 0,-1 0 0,-1-3 0,2 3 10,-1 0 1,0 1-1,1 0 0,-1-1 0,0 1 0,0 0 1,1 0-1,-1 0 0,0 0 0,0 0 0,0 0 1,0 0-1,-1 1 0,1-1 0,0 1 0,0-1 1,0 1-1,0 0 0,-1 0 0,1 0 0,0 0 0,0 1 1,0-1-1,0 0 0,-1 1 0,1 0 0,0-1 1,0 1-1,0 0 0,0 0 0,-2 1 0,-3 2 46,-1 0-1,1 0 0,0 1 0,0-1 1,0 2-1,-8 7 0,8-4-15,-1 0-1,2 1 1,-1 0 0,1 0-1,1 0 1,0 1-1,0 0 1,1 0 0,1 0-1,0 0 1,0 1 0,1-1-1,0 1 1,1-1-1,1 1 1,0 0 0,0 0-1,1-1 1,4 21 0,-3-22-66,1 0 0,-1 1 1,2-1-1,-1 0 0,2-1 1,-1 1-1,1-1 0,0 1 1,1-2-1,0 1 0,1-1 1,0 1-1,0-2 0,1 1 1,-1-1-1,2 0 0,-1-1 1,1 0-1,0 0 0,0-1 1,15 6-1,-9-8-110,1 0 0,0-1-1,-1 0 1,1-1 0,0-1 0,0-1-1,0 0 1,25-6 0,-33 4 94,1 1 1,-1-2-1,1 1 0,-1-1 1,0-1-1,-1 1 0,1-1 1,-1 0-1,0-1 0,0 0 1,-1 0-1,10-11 0,-11 12 14,4-5 7,-1 0-1,-1-1 1,1 1-1,-2-1 1,1-1-1,4-13 1,27-77-12,-27 68 1,12-33 198,49-130 796,-71 195-895,7-2-40,-8 3-38,0 1 0,1-1 0,-1 1-1,1-1 1,-1 1 0,1-1 0,-1 1 0,1 0 0,-1-1 0,1 1 0,0 0 0,-1-1 0,1 1 0,0 0 0,-1 0 0,1 0 0,0-1 0,-1 1 0,1 0 0,0 0 0,-1 0 0,1 0-1,0 0 1,-1 0 0,1 0 0,0 0 0,-1 1 0,1-1 0,0 0 0,0 1 0,5 4 102,0 0 0,1 1-1,0-2 1,0 1 0,0-1-1,0 0 1,1-1 0,-1 0-1,13 4 1,-4-1-169,-10-3 71,-1-1 1,1 2 0,-1-1-1,1 0 1,-1 1 0,0 0-1,-1 0 1,1 1 0,-1-1-1,0 1 1,0 0 0,0 0-1,-1 1 1,1-1 0,-1 1-1,4 11 1,2 8-7,-1 1 1,8 49-1,0 0 24,-6-35-16,-7-24 1,1-1 1,8 21-1,-10-32 9,-1 0-1,1 0 0,0-1 0,0 1 0,1-1 0,-1 0 0,1 0 0,0 1 0,0-2 0,0 1 0,0 0 0,0-1 0,6 4 1,-6-5 0,0-1-1,0 1 1,0-1 0,0 0 0,0-1 0,-1 1 0,1 0 0,0-1 0,0 1 0,0-1 0,-1 0 0,1 0 0,0 0 0,2-2 0,-3 2 5,7-3 43,0-2 1,-1 1 0,1-1 0,-1-1 0,0 1 0,-1-1 0,11-13-1,11-9 70,-2 4-68,-14 12-66,0 1 1,1 0-1,20-12 1,-29 21 4,1 0 0,0 0 0,0 1 1,0 0-1,0 0 0,1 0 0,-1 1 1,0 0-1,1 0 0,-1 0 0,1 1 1,12 1-1,10 4 40,0 1 1,51 17-1,-54-14-27,0-1 0,1-2 0,39 5 0,-53-10-19,1-2 0,0 1 0,0-2 0,0 0 0,0-1 0,20-6 1,-11 3-1,78-11-95,-91 15 15,1 1 1,-1 0 0,0 1 0,0 0 0,19 2 0,-3 0-253,29 1-2990,74 14 1,-10 8-7426,-61-10-256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80 14625,'-48'-54'5393,"39"40"-3017,2 2 5429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3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41 15865,'-35'-40'14182,"35"66"-11582,-59 716-2478,51-673-124,-15 74 30,11-85-82,4 1 0,-2 66-1,10-110 177,0 44-3328,0-6-4481,0-53 7550,-1 1 0,1-1 0,0 0-1,0 0 1,0 0 0,0 0 0,0 0-1,0 1 1,0-1 0,0 0 0,0 0-1,0 0 1,0 0 0,0 0 0,0 1-1,0-1 1,0 0 0,0 0 0,0 0-1,0 0 1,0 1 0,0-1 0,1 0 0,-1 0-1,0 0 1,0 0 0,0 0 0,0 0-1,0 1 1,0-1-137,0 0 136,1 0 1,-1 0 0,0 0 0,0 0-1,0 0 1,0 0 0,0 0 0,1 0-1,-1 0 1,0 1 0,0-1 0,0 0-1,0 0 1,0 0 0,1 0 0,-1 0-1,0 0 1,0 0 0,0 0 0,19 2-11604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0 15005,'0'0'7810,"4"2"-5828,160 69 2811,23 11-3004,-178-77-1718,117 66 718,-113-62-718,1 0 0,-1 2 0,0 0 0,-1 0 0,-1 1 0,16 21 0,-24-29-69,0 0-1,0 0 0,-1 1 1,0-1-1,0 1 0,0 0 1,-1 0-1,1-1 0,-1 1 1,0 0-1,-1 0 0,1 0 1,-1 0-1,0 0 0,0 0 0,0 0 1,-1 0-1,0 0 0,0 0 1,0 0-1,-1 0 0,1-1 1,-1 1-1,0 0 0,-1-1 1,1 1-1,-1-1 0,-4 6 1,-4 3-3,0-1 0,0 0 0,-1-1 0,-1-1 0,0 0 0,0 0 0,-23 12 0,-248 109-381,41-22-764,195-85 98,15-8-511,2 0 0,0 2 0,1 2 0,-29 23-1,53-37 108,0 0 0,0 0 0,1 1-1,-10 14 1,-4 24-10698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95 527 3980,'0'0'7575,"-10"-9"-6480,9 9-965,1 0 0,-1-1 0,1 1-1,0 0 1,-1 0 0,1-1-1,-1 1 1,1-1 0,0 1 0,-1 0-1,1-1 1,0 1 0,0-1-1,-1 1 1,1-1 0,0 1 0,0-1-1,-1 1 1,1-1 0,0 1-1,0-1 1,0 1 0,0-1 0,0 1-1,0-1 1,0 1 0,0-1-1,0 1 1,0-1 0,0 0 0,11-11 3158,-7 9-4210,-2 1 3173,20-19-2102,-8 18-132,0 1 0,25-1 0,-36 3 46,-2 0-178,0 0 109,-1-1-1,1 1 1,0 0 0,0 0 0,0-1-1,0 1 1,-1 0 0,1 0-1,0 0 1,0 0 0,0 0 0,0 0-1,-1 1 1,1-1 0,0 0-1,0 0 1,0 1 0,0-1 0,1 1-1,-1-1 74,-1 1-1,1-1 0,0 1 1,0-1-1,0 0 0,0 0 1,0 1-1,0-1 0,0 0 1,0 0-1,0 0 0,0 0 1,0 0-1,0 0 0,0 0 0,0-1 1,0 1-1,0 0 0,0 0 1,1-1-1,8-7-25,-7 7 141,-1 0 0,0-1 0,0 1-1,0-1 1,-1 1 0,1-1 0,0 0 0,2-3 0,4-7-98,-7 10 115,-1 0-162,3-25 14,-2 25 112,9-7-224,-10 9 87,0 0 0,0 0-1,0 0 1,0 0 0,0 0 0,0 0 0,0 0 0,0 0-1,0 1 1,0-1 0,0 0 0,0 0 0,0 0 0,0 0-1,1 0 1,-1 0 0,0 0 0,0 0 0,0 0 0,0 0-1,0 0 1,0 0 0,0 0 0,0 0 0,0 0 0,1 0-1,-1 0 1,0 0 0,0 0 0,0 0 0,0 0 0,0 0-1,0 0 1,0 0 0,1 0 0,-1 0 0,0 0 0,0 0-1,0 0 1,0 0 0,0 0 0,0 0 0,0 0 0,0 0-1,1 0 1,-1 0 0,0 0 0,0 0 0,0 0 0,0 0-1,0-1 1,0 1 0,0 0 0,0 0 0,0 0-1,0 0 1,0 0 0,0 0 0,-6 16 909,-19 35-54,14-29-488,-6 19 469,-20 70 0,17-45-214,-11 33-128,13-36-199,-2-2 0,-57 115 0,72-164-296,-7 11 123,8-21-82,3-14-40,3 2-20,0 1 0,1-1 0,-1 1 1,2-1-1,0 1 0,0 0 1,7-11-1,11-24 3,159-343-86,-130 293 74,-11 18-63,3 2 0,72-95 1,-30 72 34,-78 89 44,2-1 1,-1 1-1,1 1 0,0 0 1,1 0-1,-1 1 1,2 0-1,-1 1 0,0 0 1,22-7-1,-26 10-6,-1 1 1,1 1-1,-1-1 0,1 1 1,-1 0-1,1 0 0,-1 0 1,1 1-1,-1 0 0,1 0 0,-1 0 1,1 1-1,-1 0 0,0 0 1,0 0-1,0 1 0,0 0 1,0 0-1,-1 0 0,1 0 1,7 8-1,1 3-7,1 1 0,-2 1 0,0 0 0,-1 1 0,-1 0 0,0 1 0,-1 0 0,10 31 0,-4-4 0,-3 0 0,12 74 0,-14-33 0,-3 1 0,-4 0 0,-3 0 0,-4 0 0,-5-1 0,-3 0 0,-30 111 0,21-104-1902,12-50-1903,-26 72-1,31-101-3847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6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4 206 14589,'-3'-43'8905,"12"26"-6689,13-9-551,7 12-309,6 2-280,16 1-200,19 0-224,12-1-584,17 4-504,8-1-1004,8-2-548,-4-7-865,-16 7-1139,4 8-2141,-4 12-5444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7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9 8929,'26'-7'2409,"-20"6"3595,-12 2-4206,1 0-1474,1 1 0,-1 0 0,0 0 0,0 0 0,1 0 1,-1 1-1,1-1 0,0 1 0,0 1 0,0-1 0,0 0 0,1 1 0,-6 6 0,0 4 548,0 0 0,2 0-1,-10 22 1,-24 69 1497,-33 134 0,35-103-1504,-58 155-865,-51 185 0,128-394 0,4 1 0,3 1 0,-3 161 0,17-176-15,3 1 0,20 116 0,-18-160-72,0-1 0,2 0 0,1 0 0,1-1-1,1 0 1,0-1 0,2 0 0,1-1 0,1 0 0,26 28 0,-22-30-864,2-1-1,0-1 0,1-1 0,0-1 1,1-1-1,1-1 0,40 17 0,-30-18-2290,1-1-1,67 14 1,19-7-8197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7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605 162 9829,'2'-7'422,"0"1"0,1 0 1,0 0-1,0 0 0,1 0 0,-1 1 0,1-1 1,0 1-1,1 0 0,-1 0 0,7-4 0,-9 6-66,0 1-1,0-1 0,0 0 1,-1 0-1,1 0 1,-1 0-1,1 0 0,-1 0 1,1-5-1,3-3 412,-3 3 258,-12 18 289,4-3-1312,4-5 1850,-1-2-1245,-26-2 614,26 1-206,0-1-645,-5-4-165,0 0-1,-1 1 0,1 0 0,-1 0 0,-1 1 0,1 0 0,-1 1 0,1 0 0,-1 0 0,0 1 0,-14-1 0,3 2 60,-1 1-1,1 1 0,-1 1 0,1 1 1,-1 1-1,1 1 0,-37 13 1,32-7-87,1 0 0,-1 2 0,2 0 0,0 2 0,-35 28 0,49-34-146,1 0 0,0 0 0,1 1-1,0 0 1,0 1 0,1 0 0,0 0-1,1 0 1,1 1 0,0 0 0,0 0 0,1 0-1,-4 20 1,6-23-95,1 1-1,0-1 1,0 0-1,1 1 1,0-1 0,1 0-1,0 1 1,0-1-1,1 0 1,0 0 0,1 0-1,0 0 1,0 0-1,1-1 1,0 1 0,1-1-1,-1 0 1,2 0-1,7 9 1,-10-13 22,0-1-1,1 0 1,0 1 0,-1-1 0,1 0-1,0-1 1,0 1 0,1-1 0,-1 0-1,0 0 1,1 0 0,-1 0-1,1-1 1,0 0 0,-1 0 0,10 1-1,-7-3 12,1 1 0,-1-1 0,0 0 0,1 0 0,-1-1 0,0 0 0,0 0 0,0-1 0,13-7-1,2-3 76,0-2 0,-1 0-1,-1-2 1,-1 0 0,20-23-1,-24 25 139,37-37 1002,-47 47-1097,0 1 0,0 0 1,1 0-1,-1 0 1,1 1-1,0-1 0,1 2 1,5-3-1,-10 4-87,0 1 0,0 0 0,0-1 0,0 1 0,-1 0 0,1 0 0,0 1 0,0-1 0,0 0 0,0 0 0,0 1 0,-1 0 0,1-1 0,0 1 0,0 0 0,-1 0 0,1-1 0,0 1 0,-1 1 0,1-1 0,-1 0 0,1 0 0,-1 0 0,0 1 0,0-1 0,1 1 0,-1-1 0,0 1 0,0 0 0,-1-1 0,1 1 0,0 0 0,0-1 0,-1 1 0,1 0 0,0 3 0,2 7 0,0 1 0,-1 0 0,1 24 0,-2-30 0,7 71-5032,24 98 0,-23-140-2361,3-1-4933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76 11837,'-79'22'6519,"78"-22"-6418,0 0 1,0 1 0,0-1 0,0 1-1,0-1 1,0 1 0,0 0-1,0-1 1,0 1 0,1 0 0,-1 0-1,0-1 1,0 1 0,1 0-1,-1 0 1,1 0 0,-2 2 0,2-2 9,-1 0 1,0 0 0,1 0-1,-1 0 1,0 0 0,0 0-1,1 0 1,-1 0 0,0 0-1,0 0 1,0-1 0,0 1-1,0 0 1,0-1 0,0 1-1,0-1 1,-1 1 0,1-1-1,-2 1 1,-4 1 633,1-1 0,-2 1-1,1-1 1,0-1 0,0 0-1,-8 0 1,10-1-551,4 1-120,0-1 1,-1 1-1,1 0 1,0 0-1,-1-1 0,1 1 1,-1 0-1,1 0 0,-1 1 1,1-1-1,0 0 1,-3 1-1,8-21 747,-4 17-788,1 0 0,0 0 1,0 0-1,0 0 0,1 0 0,-1 0 1,1 0-1,-1 0 0,1 0 0,0 1 1,0-1-1,0 1 0,1-1 1,-1 1-1,0 0 0,1 0 0,0 0 1,-1 0-1,1 1 0,0-1 0,0 1 1,0-1-1,0 1 0,0 0 0,0 0 1,0 0-1,1 1 0,-1-1 1,0 1-1,0 0 0,1 0 0,3 0 1,0 0-17,0 0 0,1 1 0,-1 0 0,0 0 0,0 1 0,0 0 0,0 0 0,-1 1 0,1-1 0,0 1 0,-1 1 0,0-1 0,11 9 1,-9-4-47,-1 0 0,0 0 1,0 1-1,0 0 0,-1 0 1,-1 1-1,1-1 0,4 14 1,2 10-481,9 43 1,-3-12-348,-7-42 454,-9-20 360,-1 0 0,0 0-1,1 1 1,-1-1 0,0 0 0,0 1-1,-1-1 1,1 0 0,0 1 0,-1 2 0,19-13-145,-16 5 216,1 1 0,-1-1 0,0 0 0,0 0 0,0 0 0,0-1 0,0 1 0,-1-1 0,0 0 0,1 1 0,-1-1 0,2-8 0,7-8 91,8-10 41,2 0-1,2 2 1,0 1-1,2 0 1,38-30 0,-45 41-119,2 1 0,0 1 0,1 1 0,0 1 0,1 1 0,0 1 0,1 1 0,41-11 0,-55 18-21,-1 0 0,1 1 0,0 1 0,0-1 0,0 1-1,0 1 1,0 0 0,-1 0 0,1 1 0,0 0 0,16 6-1,-20-6-8,0 1 0,1 0 0,-1 0 0,0 0 0,0 1 0,0-1 0,-1 1 0,0 1 0,1-1 0,-1 0 0,-1 1 0,1 0 0,-1 0 0,0 0 0,0 0 0,0 1 0,-1-1 0,4 10 0,-2 7-25,0 0 1,-1 0 0,-1 0-1,-1 0 1,-2 24 0,3 50-1406,1-47-112,-1-18-603,7 43 0,-7-65 248,0 0 0,1 1 1,0-1-1,9 17 1,9 5-8506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8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352 576 13701,'-6'-3'614,"0"0"-1,-1 0 1,1 1 0,-1 0-1,0 0 1,1 1-1,-1-1 1,0 2 0,0-1-1,0 1 1,1 0-1,-1 0 1,0 0 0,0 1-1,0 1 1,1-1-1,-1 1 1,0 0-1,-8 4 1,7-2-204,0 1-1,0 0 1,0 0-1,0 1 1,1 0 0,0 0-1,1 0 1,-1 1 0,1 0-1,0 1 1,1-1-1,-9 17 1,-1 5 77,0 1 0,-13 44 0,16-40-486,1 0 0,2 2 0,2-1 1,1 1-1,2 0 0,0 47 0,5-73-53,0-1 1,0 0-1,1 1 1,0-1-1,1 0 0,5 12 1,-7-19 32,0 0 0,0 0-1,0 0 1,0-1 0,1 1 0,-1 0 0,0-1 0,1 1 0,-1-1 0,1 1-1,-1-1 1,1 0 0,-1 0 0,4 2 0,-4-3 10,0 0 1,1 0 0,-1 1-1,0-1 1,1 0-1,-1 0 1,0 0-1,1 0 1,-1-1-1,0 1 1,0 0-1,1 0 1,-1-1 0,0 1-1,1-1 1,-1 1-1,0-1 1,0 0-1,0 1 1,0-1-1,0 0 1,0 0-1,0 0 1,1-1 0,6-6-64,0 0 0,-1 0 0,-1-1 0,1 0 0,-2 0 0,1-1 0,5-13 0,26-77-170,-25 61 170,118-402-260,9-23 1434,-126 420-576,-9 30-211,-8 31-177,-73 270-292,-29 116-1299,68-258-4109,7-32-4043,14-42-3404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9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26 16145,'-7'-5'631,"-15"-12"1539,20 14-671,10 6 635,-7-2-1890,0-1 0,0 1-1,0-1 1,0 1 0,-1-1 0,1 1 0,0 0 0,0-1 0,-1 1 0,1 0 0,-1 0 0,1 0 0,0-1-1,-1 1 1,1 0 0,-1 0 0,0 0 0,1 0 0,-1 0 0,0 0 0,1 0 0,-1 0 0,0 0 0,0 0-1,0 0 1,0 0 0,0 0 0,0 0 0,-1 1 0,-9 26 2004,-39 66-1940,-42 114 1,77-168-308,1 0-1,2 0 1,2 1 0,2 0 0,2 1 0,0 42 0,5-64-1101,2 0 0,3 22 0,2-10-5079,19 54-1,-10-45-7944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9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198 173 13249,'26'-27'2565,"1"1"1,45-33-1,-62 52-2021,1 0 1,-1 0-1,1 1 0,0 0 1,1 1-1,-1 1 0,1 0 1,0 0-1,0 1 0,0 0 1,21-1-1,-30 4-506,0 0 1,0 0-1,0 0 0,0 0 1,0 1-1,0 0 0,0-1 1,0 1-1,0 0 0,0 0 1,-1 0-1,1 1 0,0-1 0,-1 1 1,1-1-1,-1 1 0,1 0 1,-1 0-1,0 0 0,3 3 1,-3-1-6,0-1 1,0 1-1,0 0 1,-1 0 0,1 0-1,-1 0 1,0 0-1,0 1 1,-1-1 0,1 0-1,-1 0 1,0 8-1,-2 6 30,0 1-1,-1-1 0,-1 0 0,-1 0 0,-10 24 0,-49 93-52,-2 2-397,60-121 340,0 0 1,1 1 0,1 0-1,1-1 1,0 2 0,0 25-1,3-36 35,1-1 0,-1 0-1,1 1 1,1-1 0,-1 0-1,1 1 1,0-1-1,0 0 1,1 0 0,4 7-1,3 2-22,0-1-1,16 18 0,-16-22 41,-1 1-1,-1 0 0,0 0 0,-1 1 1,8 15-1,-14-24 16,0 1 1,-1-1-1,1 1 1,-1-1-1,1 1 1,-1-1-1,0 1 1,0 0-1,-1-1 1,1 1-1,-1-1 1,0 1-1,0-1 1,0 1-1,0-1 1,-1 0-1,1 0 1,-1 1-1,0-1 0,0 0 1,0 0-1,0-1 1,0 1-1,-1 0 1,1-1-1,-6 5 1,-7 5 83,0 0-1,-1-1 1,-27 16 0,-63 29 258,-37 23-3264,89-52-1345,14-12-4725,15-9-1425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1:59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0 16073,'13'42'5521,"32"69"0,-1-3-2341,-17-29-2639,-4 1-1,23 140 1,-41-173-420,-1 1 1,-3-1-1,-1 1 1,-3-1-1,-1 1 1,-15 59-1,5-54-148,-2-1 0,-2 0 0,-2-2 1,-52 91-1,34-79-74,-4-2-1,-1-2 1,-60 61 0,7-25-306,-4-4-1,-4-5 1,-183 117-1,62-81-4164,113-63 328,5 4-3431,36-15-3448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12957,'19'-46'2108,"13"26"-323,-4-5-321,1 5-220,6 0-412,9 0-176,7 8-244,10 1-272,5 2-572,7 9-672,0 3-596,-3 11-297,-13 3-603,-6 9-1376,-7 14-2829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172 201 11689,'-96'15'2377,"92"-13"-1967,0-1 0,0-1 0,0 1 1,0 0-1,0-1 0,0 0 0,0 0 0,0 0 0,0-1 0,-1 1 1,-3-2-1,-15-1 5354,26 2-5091,0 1 1,1-1 0,-1 0-1,0 0 1,0 0 0,0 0 0,4-4-1,14-4 263,93-18-36,231-22 0,-94 18-2992,-73 0-2496,29-5-6140,-69 16-1757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0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89 12833,'32'-73'2782,"-26"58"5418,-2 15-5839,0 1-2207,0 1 0,0-1 1,0 0-1,-1 1 0,1 0 1,0 0-1,-1 0 0,1 0 0,-1 1 1,0 0-1,0-1 0,0 1 1,0 0-1,0 0 0,-1 1 1,1-1-1,-1 0 0,0 1 1,0 0-1,0-1 0,-1 1 1,1 0-1,-1 0 0,1 4 0,3 10 393,0 0 0,-2 0 0,0 0-1,0 24 1,-3 76-547,-6-2 0,-28 165 0,-12-33-447,-16 129-2164,59-350 707,-1 36-3539,8-24-2277,2-21-3938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1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77 12561,'-3'-4'709,"1"0"-1,-1 0 1,1-1-1,0 1 0,0-1 1,0 1-1,0-1 1,1 0-1,-1-4 1,1 6 1262,12-6 972,-10 7-2885,0 1 1,-1 0-1,1 0 1,0 0-1,0 0 1,0 0-1,0 0 1,0 1-1,0-1 0,0 0 1,0 0-1,0 1 1,0-1-1,0 0 1,0 1-1,1-1 1,0 1-1,12 0 152,0 2-1,-1 0 0,1 0 1,-1 1-1,1 1 0,-1 0 1,0 1-1,-1 0 1,14 8-1,2 1-1,0 1 0,-1 1-1,-1 2 1,-1 1 0,27 25 0,-41-34-165,0 0 0,-2 1 1,1 0-1,-1 1 0,-1 0 1,0 0-1,-1 1 0,0 0 0,-1 0 1,-1 1-1,0 0 0,0 0 0,3 20 1,-7-25-31,-1 1 1,1-1-1,-2 0 1,1 1-1,-1-1 1,-1 0-1,1 0 1,-1 0 0,-1 0-1,0 0 1,-4 8-1,0-4 10,0 0 1,-1 0-1,0-1 0,-1 0 1,0 0-1,-14 12 0,-13 7-100,-1-1-1,-1-2 1,-52 30-1,69-46-47,-47 32-860,-83 47-4908,143-87 5108,-20 14-1451,27-17 1749,0 0 1,0 0 0,0 0-1,0 1 1,0-1 0,0 0-1,1 0 1,-1 1 0,0-1-1,1 0 1,-1 1 0,0 2-1,2 15-9756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67 12113,'-28'-60'5617,"27"59"-5193,-1 1 0,1-1 0,-1 0 0,1 0 0,-1 1 0,1-1 0,-1 1 0,1 0-1,-1-1 1,0 1 0,1 0 0,-1 0 0,0 0 0,1 0 0,-1 0 0,1 0 0,-1 0 0,0 1 0,1-1 0,-3 2-1,-11 10 272,2 2 0,-1 0 0,2 0 0,0 1-1,0 1 1,2 0 0,-15 30 0,-2-1-119,-376 730-576,360-682 0,5 2 0,-41 156 0,69-208 0,2 0 0,2 0 0,1 1 0,3 0 0,2 0 0,1 0 0,2 0 0,15 69 0,-10-81-207,2 0 1,0-1-1,3 0 0,0 0 1,2-2-1,1 0 0,1 0 1,2-2-1,1 0 0,1-1 1,1-1-1,1-1 0,1-2 1,1 0-1,1-1 1,1-2-1,1 0 0,0-2 1,1-1-1,58 22 0,-49-25-1431,0-2-1,2-1 1,43 5-1,-45-11-2350,60-1 0,13-13-6922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1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14085,'-12'13'2347,"7"-7"-1566,0-1 0,1 1 0,-1 0 0,1 0-1,0 1 1,1-1 0,-1 1 0,-2 8-1,-15 55 944,3 1-1,4 0 0,-7 80 0,13 37-3530,18-3-4327,-8-135 3542,-2-27 224,2 3-3589,0-7-2553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36 858 8545,'3'-42'418,"-1"8"150,2 1 1,1-1-1,10-36 0,2 11 1124,2 2-1,32-68 0,-45 113-1414,18-45 1196,2 0-1,3 2 1,71-100 0,-94 148-1266,0 0-1,1 1 1,-1 0-1,1 0 1,1 1-1,-1 0 1,1 0-1,0 0 1,0 1-1,10-4 1,-16 8-128,1-1 0,-1 0 0,0 1 0,1 0 0,-1-1 0,0 1-1,0 0 1,1 0 0,-1 0 0,0 0 0,1 1 0,-1-1 0,0 1 0,1-1 0,-1 1 0,0 0 0,4 2 0,-4-2-39,0 1 0,0 0 0,0 0 1,0 1-1,0-1 0,0 0 1,-1 1-1,1-1 0,-1 1 1,0-1-1,0 1 0,0 0 1,0-1-1,0 1 0,-1 0 1,1 0-1,-1-1 0,1 5 0,0 25 129,-1-1 0,-2 0 0,-1 0 0,-1 0-1,-12 44 1,7-36-72,2 1 0,-3 62 0,10-88-108,1-1 0,0 1 0,0 0 0,2 0 0,0-1 0,0 1 0,1-1 0,1 0 0,0 0 0,1 0 0,10 16 0,1-5-215,33 37-1,-36-47 106,-1 2 1,-1-1-1,0 2 0,-1 0 0,16 30 0,-26-43 120,1 0-1,-1 0 1,0 0 0,0 0-1,-1 0 1,1 0 0,-1 0 0,0 0-1,0 0 1,0 0 0,0 0 0,-1 0-1,0 0 1,0 0 0,0 0-1,0 0 1,0-1 0,-1 1 0,0 0-1,0-1 1,0 1 0,0-1 0,0 0-1,-1 1 1,1-1 0,-1 0 0,-5 4-1,-7 5 127,0-1 0,-1-1 0,0 0-1,-29 13 1,28-15-24,-167 68 832,129-57-822,1 3 0,-70 39 0,115-55-452,-1 0-1,1 1 1,1 0-1,-1 1 1,-7 9-1,13-14-139,1 0-1,0 0 1,0 0 0,0 0-1,0 1 1,0-1-1,1 1 1,-2 4-1,2-6 59,1 0 0,0-1 0,0 1 0,0 0 0,-1-1 0,2 1 0,-1 0 0,0 0 0,0-1 0,0 1 0,1 0 0,-1-1 0,1 1 0,-1-1 0,1 1 0,0-1 0,0 1 0,0-1 0,1 3 0,0-2-806,0 0 0,1 0 1,-1-1-1,0 1 0,1 0 0,0-1 1,-1 1-1,6 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689 146 10385,'-1'-6'655,"1"0"1,-1 0-1,1 0 1,1 0-1,-1 0 1,3-10-1,0-9 2392,-3 23-2654,1-1 0,-1 0 0,0 0 0,0 0 0,0 1 0,0-1 0,-1 0 0,1 0 0,-1 0 0,0 1 0,0-1 0,0 0 0,0 1 0,0-1 0,0 1 0,-1-1 0,1 1 0,-3-3 0,2 3-158,-1 0 0,1 1 0,0-1 0,0 1 0,-1 0 0,1 0 1,-1 0-1,1 0 0,-1 0 0,1 0 0,-1 1 0,0-1 0,1 1 0,-1 0 0,-4-1 0,-4 2 66,0 0 0,0 1 0,0 0 0,1 1 0,-1 0 0,1 1 1,0 0-1,-12 6 0,-21 13-234,0 2 0,1 2 1,2 2-1,1 1 1,1 3-1,2 0 1,1 3-1,2 1 1,1 1-1,2 2 1,-48 85-1,71-112-67,1 1 0,0 0 0,1 0 0,0 0 0,-3 25 0,7-35 0,0 0 0,1 0 0,-1-1 0,1 1 0,0 0 0,0 0 0,1-1 0,-1 1 0,1 0 0,0-1 0,0 1 0,0 0 0,0-1 0,1 1 0,-1-1 0,1 0 0,0 1 0,0-1 0,0 0 0,1 0 0,-1 0 0,1-1 0,-1 1 0,1 0 0,0-1 0,0 0 0,0 0 0,5 3 0,1-1-10,0-1 1,0 0-1,1-1 1,-1 0-1,1 0 0,-1-1 1,1 0-1,0-1 1,0 0-1,-1 0 1,1-1-1,0 0 0,13-4 1,16-5-55,-2-2 0,38-17-1,-32 12 43,-19 7 26,46-15-57,-66 23 51,1 1 0,0 0 0,0 0 0,0 0-1,0 1 1,0 0 0,0 0 0,0 0 0,0 0 0,0 1 0,6 2 0,-8-2-2,-1 0 0,0 1 0,0-1 0,1 1 0,-1 0-1,-1 0 1,1 0 0,0 0 0,0 0 0,-1 0 0,1 0-1,-1 0 1,1 1 0,-1-1 0,0 1 0,1 3 0,11 42-326,-12-43 262,0 0-212,26 98-3832,-15-71-377,5 4-3915,4 1-3203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145 133 14797,'1'-1'208,"-1"0"0,1 0 0,0-1 0,0 1 0,-1 0 0,1-1 0,-1 1 0,1-1 0,-1 1 0,1-1-1,-1 1 1,0-1 0,0 1 0,0-1 0,0 1 0,0-1 0,0 1 0,0-1 0,-1 1 0,1-1 0,0 1 0,-1-1 0,1 1-1,-1-1 1,0 1 0,0-2 0,-1 1 2070,1-2-322,-2-29 1123,3 30-2022,0 2-978,-1 1 0,0 0 0,0 0 0,1-1 0,-1 1 0,0 0 0,1-1 0,-1 1 0,0-1-1,1 1 1,-1-1 0,1 1 0,-1-1 0,0 0 0,1 1 0,0-1 0,-1 1 0,0-2 0,0 1 6,0-1-1,0 1 1,0-1 0,0 1 0,-1 0 0,1 0-1,0 0 1,-1 0 0,1 0 0,-4-2 0,-14-3 546,-40-6 0,55 12-404,-12-6-163,4 4-64,11 7 0,11 9 0,-9-12 0,4 5 0,77 118 0,-72-106 0,0 0 0,-2 1 0,0 0 0,-1 0 0,4 22 0,-7-20 0,-1 0 0,-1 0 0,-1 0 0,-1 0 0,-1 1 0,-1-1 0,-1-1 0,-1 1 0,-1 0 0,-1-1 0,-16 41 0,15-48 0,3-13 0,3-9 0,1 4 0,0 0 0,0 0 0,1 0 0,0 0 0,0 0 0,0 0 0,0 1 0,0-1 0,1 0 0,0 1 0,0-1 0,0 1 0,0 0 0,5-6 0,46-51 0,-37 42 0,37-40 0,88-72 0,-111 105 0,2 2 0,1 1 0,1 2 0,68-31 0,-95 48 0,1 0 0,0 1 0,0 0 0,0 0 0,0 0 0,1 2 0,-1-1 0,0 1 0,1 0 0,-1 0 0,14 3 0,-18-2 0,1 0 0,-1 1 0,1 0 0,-1-1 0,0 1 0,0 1 0,0-1 0,0 0 0,0 1 0,0 0 0,-1 0 0,0 0 0,1 0 0,-1 1 0,0-1 0,-1 1 0,1 0 0,0 0 0,-1 0 0,0 0 0,0 0 0,2 6 0,1 7 8,-1 1 0,-1-1 0,0 1 0,-1 0-1,-1-1 1,-1 33 0,-22 110-29,2-17-300,18-111-135,-3 24-4416,5-47 3021,-1 0-1,2 0 1,-1 0 0,1 0 0,1-1 0,3 17-1,10 1-9357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3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572 560 11621,'0'-7'659,"1"-6"1472,-1 0-1,0 0 1,-3-24 0,2 32-1657,-1 0 1,1 0-1,-1 0 1,0 1-1,-1-1 0,1 0 1,-1 1-1,1 0 1,-1-1-1,-1 1 1,1 0-1,-1 1 1,-4-5-1,6 7-408,0 0 0,0 0 0,-1 0 0,1 0 0,-1 0-1,1 1 1,-1-1 0,1 1 0,-1 0 0,1 0 0,-1 0 0,1 0 0,-1 0 0,1 0-1,-1 1 1,1-1 0,0 1 0,-1-1 0,-2 2 0,-50 19 557,49-18-538,-22 10 266,0 1-1,1 2 1,1 1-1,-31 26 1,14-6 420,-54 60 1,83-82-772,2 1 0,0 0 0,1 0 0,0 1 0,1 0 0,1 1 0,1 1 0,-7 20 0,13-32 0,0-1 0,0 1 0,1 0 0,0 0 0,0 0 0,1-1 0,-1 1 0,1 0 0,1 0 0,-1 0 0,1 0 0,1 0 0,-1-1 0,1 1 0,0-1 0,1 1 0,0-1 0,0 0 0,0 1 0,0-2 0,1 1 0,0 0 0,0-1 0,1 0 0,0 0 0,10 9 0,-9-9 0,0-1 0,1 0 0,-1 0 0,1-1 0,0 0 0,0 0 0,0 0 0,0-1 0,0 0 0,1-1 0,-1 1 0,1-1 0,-1-1 0,1 1 0,-1-1 0,1-1 0,-1 0 0,1 0 0,-1 0 0,1-1 0,-1 0 0,0 0 0,0-1 0,0 0 0,0 0 0,0 0 0,-1-1 0,1 0 0,-1-1 0,0 1 0,0-1 0,-1 0 0,0-1 0,9-9 0,17-37 0,-2-1 0,43-113 0,-4 7 0,131-214 0,-93 186 0,-118 209 0,1 0 0,1 1 0,0 0 0,2 1 0,-6 29 0,-27 144 0,35-167 0,-9 52-770,3 1 0,4 0-1,4 121 1,14-119-4534,2-31-1951,9 9-6888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402 512 14189,'0'0'92,"1"0"-1,-1 1 1,1-1 0,-1 0-1,1 0 1,-1 1-1,1-1 1,-1 0-1,1 1 1,-1-1 0,0 1-1,1-1 1,-1 0-1,0 1 1,1-1 0,-1 1-1,0-1 1,0 1-1,1-1 1,-1 1-1,0-1 1,0 1 0,0 0-1,0-1 1,0 1-1,1-1 1,-1 1-1,0-1 1,0 1 0,-1-1-1,1 1 1,0 0-1,0-1 1,0 2-1,-18 12 2238,14-13-1974,1 1 0,0 0 0,0 0 0,0 0-1,0 1 1,1-1 0,-1 1 0,0 0 0,1-1 0,0 1 0,-3 4 0,-36 90 3127,-28 103 0,5-12-2416,-74 138-1753,136-323 626,-1 1-1,1-1 1,-1 1 0,1-1 0,-1 0 0,-4 4 0,-2 2-95,7-12 121,1 1-1,-1 0 1,1-1 0,-1 1 0,1-1 0,0 1-1,0-1 1,-1-5 0,3-28-17,1 0 1,2 1-1,13-54 0,-16 85 49,17-83-15,4 1-1,3 1 1,4 1-1,4 2 1,59-107-1,90-97-40,-156 251 64,1 2 0,2 1 0,1 1 0,2 1 0,63-45 0,-82 67 32,-1 1 1,1 0-1,0 0 0,0 1 0,1 1 1,0 1-1,0 0 0,0 0 0,28-2 1,-33 5 52,1 1 0,-1 1-1,1 0 1,-1 0 0,1 0 0,-1 1 0,1 1 0,-1 0 0,0 0 0,0 0 0,-1 1 0,1 1 0,-1 0 0,0 0 0,14 11 0,-10-5-55,0 1 1,-1 1-1,0-1 1,-1 2 0,-1 0-1,0 0 1,-1 0 0,0 1-1,-1 0 1,-1 1 0,0 0-1,-1 0 1,-1 0-1,-1 0 1,0 1 0,1 24-1,-3 10 20,-1-1 1,-3 1-1,-2-1 0,-13 57 0,-64 211-55,-25-10 0,90-262 0,-1 8-2058,12-33-37,1-1 1,1 0-1,1 1 1,-1 34 0,9-29-4582,7-11-3901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4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15365,'0'-57'3249,"26"28"-429,-4 9-280,10 3-520,6 5-451,9 4-369,10 2-216,4 0-312,12 6-468,6 0-568,10 0-968,-3 0-469,3-5-871,-4 10-820,1 4-2717,3-3-5560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4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1807 78 10745,'5'-8'1147,"-1"1"1,1-1-1,-2 0 0,1 0 1,-1-1-1,0 1 0,2-13 7266,-6 38-6314,2-7-1664,0 132 579,-6 0 1,-38 219 0,25-260-1015,-6-1 0,-3-1 0,-43 101 0,37-123 0,-3-1 0,-3-2 0,-3-2 0,-64 82 0,61-100-241,-1-3-1,-3-2 1,-2-1 0,-3-3-1,-1-3 1,-2-2 0,-85 46-1,7-18-998,-3-6 0,-191 59 0,193-73-3851,52-14-1613,9-1-5633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05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95 14869,'-35'3'5529,"38"-20"-3489,-3-3 1848,9 8-3432,1 4-860,6-1-872,0 3-1112,-1-5-184,1 2-3409,0 4-5196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3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6 11209,'-21'-5'3089,"-4"5"5755,24 0-8331,-1 1 1,1 0-1,0-1 1,-1 1-1,1 0 1,0 0-1,0 0 1,-1 0-1,1 0 1,0 0-1,0 0 1,0 0 0,-2 3-1,-7 17-365,-30 89 946,-48 150 100,78-219-1190,-7 20-34,3 1 1,3 0 0,-6 98 0,17-153-372,0 0 0,1 0 0,-1-1 0,1 1 0,1 0 0,-1-1 0,1 1 0,1-1 0,-1 1 0,1-1 0,3 6 0,-2-7-1021,0 0-1,-1 0 1,2 0 0,-1-1-1,0 1 1,1-1 0,9 6 0,19 12-12058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3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 14545,'8'-2'3175,"46"-5"355,-15 9-2376,-1 1-1,0 2 1,0 2 0,55 16 0,-39-5-412,0 2 1,73 38-1,-93-40-422,0 2 0,49 39-1,-70-48-225,0 1 0,0 0 0,-1 0 0,-1 1-1,0 0 1,-1 1 0,-1 1 0,12 22 0,-18-30-76,0-1 1,-1 1 0,0-1-1,0 1 1,0 0 0,-1 0-1,0 0 1,-1 0 0,0 0-1,0 0 1,0 0 0,-1-1-1,0 1 1,0 0 0,-3 10-1,0-8 1,0 0-1,-1 0 1,0 0-1,0 0 0,0-1 1,-2 0-1,1 0 0,-1 0 1,-12 10-1,-9 4 13,0-1-1,-2-2 0,0-1 1,-64 28-1,-146 42-794,101-42-1633,3 11-3868,92-33-956,26-10-4832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289 115 8745,'0'-4'187,"1"2"80,-1-1 1,0 1 0,0 0-1,0-1 1,0 1 0,0 0-1,0-1 1,-1 1-1,1 0 1,-1 0 0,0-1-1,0 1 1,0 0-1,0 0 1,0 0 0,0 0-1,0 0 1,-1 0 0,1 0-1,0 0 1,-1 0-1,0 1 1,0-1 0,1 1-1,-1-1 1,-3-1-1,3 2-200,-2-2 1004,-1 0 1,1 0-1,0 0 0,0-1 0,0 0 0,0 0 1,1 0-1,-1 0 0,1 0 0,-6-12 3530,-34 106-4294,3 1 1,5 3-1,-43 176 1,72-241-308,1 0 0,2 0 0,0 0 0,3 46 0,2-57 0,1-1 0,0 1 0,1 0 0,1-1 0,0 0 0,2 0 0,0-1 0,0 0 0,15 23 0,-10-20-84,1 0 0,1-1 0,0 0 0,2-1 0,0-1 0,0 0 1,35 24-1,-31-28-972,0-1 0,1-1 1,0 0-1,0-2 0,1-1 1,24 6-1,79 7-9026,-44-12-1558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4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540 402 12641,'-1'-1'491,"-1"0"0,1-1 0,-1 1-1,0 0 1,1 0 0,-1 0 0,0 0 0,0 0-1,0 0 1,0 1 0,0-1 0,0 1 0,0-1-1,0 1 1,0 0 0,0 0 0,-2 0-1,1 0-44,0 1 0,0-1 0,0 1 0,1 0 0,-1 0 0,0 0 0,0 0 0,1 1 0,-1-1 0,-4 4 0,-4 5 257,0 1 0,0-1 0,1 2 0,-9 12 0,-2 3 409,-36 31-403,-93 75 1,41-41-370,94-77-340,-27 21 0,31-30 0,8-7 0,8-8 0,-4 7 0,86-118 0,-2 4 0,32-87 0,-77 128 0,2 2 0,61-77 0,-96 140 0,1 1 0,1 0 0,-1 0 0,1 1 0,1 0 0,-1 1 0,17-10 0,-23 15 0,1 1 0,0-1 0,-1 1 0,1 0 0,0 0 0,-1 0 0,1 0 0,0 1 0,0-1 0,0 1 0,0 0 0,0 0 0,-1 1 0,1-1 0,0 1 0,0 0 0,0 0 0,-1 0 0,1 0 0,0 0 0,-1 1 0,1 0 0,-1 0 0,0 0 0,0 0 0,1 0 0,2 4 0,4 5 0,0 0 0,0 0 0,-1 1 0,-1 0 0,0 0 0,0 1 0,-2 0 0,1 1 0,-2-1 0,0 1 0,6 27 0,-2 2 0,-2 0 0,3 77 0,-9-97 0,0 144 0,-5 46 0,3-206 0,1 185-278,-2-156-2845,-4-9-3749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4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39 103 15529,'-39'12'12666,"46"-24"-11302,18-5-256,13 11-272,13-2-488,13 2-660,12 0-972,6-5-544,4 0-829,-3-7-803,2 4-3125,14 8-6156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5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1188 78 12405,'-19'-9'1716,"1"0"0,0-2 1,-27-19-1,11 12 3678,23 29-2239,10-9-3015,0 1 0,0-1 0,1 0 0,-1 1 1,1-1-1,-1 0 0,1 1 0,0-1 0,0 1 0,0-1 0,0 1 0,1-1 0,-1 0 0,1 1 0,-1-1 0,2 4 0,20 43 1086,-11-28-742,68 135 161,14 29-433,-67-121-212,-2 0 0,-4 2 0,-2 0 0,17 133 0,-31-159 0,-3 0 0,-1 0 0,-1 0 0,-3-1 0,-1 1 0,-2-1 0,-2 0 0,-1 0 0,-30 70 0,15-56-57,-3-1 0,-2-2 0,-3-1 0,-1-2-1,-57 61 1,39-54-252,-3-3-1,-1-2 0,-114 75 1,102-83-1216,-1-4 0,-80 31 0,-155 42-9987,169-70-603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6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83 4476,'0'0'10694,"3"-1"-10133,-1 1-400,-1 0-1,1-1 1,-1 1-1,1-1 1,0 0-1,-1 1 1,0-1-1,1 0 1,-1 0-1,1 0 0,-1 0 1,0 0-1,2-2 1,-3 2 58,0 0 0,0 0 1,0 0-1,0 0 0,0 0 0,-1-1 1,1 1-1,0 0 0,-1 0 0,1 0 1,-1 0-1,1 0 0,-1 0 0,1 0 1,-1 1-1,0-1 0,1 0 0,-1 0 1,0 0-1,-1-1 0,0 0 797,2 1-839,0-1 0,0 1 0,-1-1 0,1 1 0,0-1 0,-1 1 0,0 0 0,1-1 0,-1 1 0,0 0 0,1-1 0,-1 1 0,0 0 0,0 0 0,0 0 0,0 0 0,0 0 0,-2-2 0,-19-15 2177,20 17-1760,6 2 0,228 145 1562,-162-98-3057,1-3 0,79 37 0,-28-30-3291,-40-18-4020,-57-24 3886,10 6-5916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16 12657,'-3'-2'526,"-1"0"0,0 0 0,0 0 0,0 1 0,0-1-1,0 1 1,-1 0 0,1 0 0,0 1 0,0-1 0,-1 1 0,1 0 0,0 0 0,-1 0-1,1 1 1,-5 1 0,-1-1 890,2 0-1053,1 0 1,-1 0 0,1 1 0,0 0-1,-1 1 1,1-1 0,0 1 0,1 1-1,-1-1 1,1 1 0,-1 1-1,1-1 1,0 1 0,1 0 0,-1 0-1,-6 8 1,0 3 350,1 0 0,0 1 1,2 1-1,-12 26 0,12-18-1721,0 0 1,2 0-1,2 0 1,-5 46-1,-2 6-1571,-11 41-8079,18-52-858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158 145 5637,'2'-2'157,"0"1"1,0-1 0,0 0 0,0 1 0,-1-1 0,1 0 0,-1 0 0,1 0 0,-1-1 0,0 1 0,0 0 0,0 0 0,0-1 0,0 1 0,0-1 0,-1 1 0,1-1 0,-1 1 0,0-1 0,0 1 0,0-1 0,0 1 0,0-1 0,0 1 0,-1-1 0,1 1 0,-1-1 0,1 1 0,-3-4 0,-4-23 2512,7 25-1913,-1-1-1,0 1 1,0 0-1,-1 0 0,1-1 1,-1 1-1,-4-7 1,5 9 536,-3 2 318,-4 0-950,7 0-531,-1-1 1,1 1-1,-1 0 1,0 0-1,1 0 0,-1 0 1,1 0-1,-1 0 0,1 1 1,-1-1-1,1 0 0,-1 1 1,1-1-1,-1 1 0,1 0 1,-1-1-1,1 1 1,0 0-1,-1 0 0,1 0 1,0 0-1,0 0 0,0 0 1,0 0-1,0 0 0,0 1 1,0-1-1,0 0 0,0 1 1,0-1-1,1 1 0,-1-1 1,0 3-1,-13 35 693,1 0 1,-11 65-1,-3 88 1880,14-94-2204,7-35-2286,3 1 0,7 90 1,4-86-5120,-5-46 2330,4 24-8365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1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21 14097,'-22'-6'11061,"41"9"-9809,0 3-283,22-6-165,32 0-228,-6 3-472,18-6-1068,14-3-573,9 0-955,-3 1-988,9 5-2565,10-6-5316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601 129 10717,'-1'-5'384,"0"1"1,1 0-1,0 0 0,-1 0 0,2-1 1,-1 1-1,0 0 0,1 0 1,0 0-1,-1 0 0,2 0 0,-1 0 1,0 0-1,1 0 0,0 0 1,0 0-1,0 1 0,0-1 0,1 1 1,4-6-1,-1 0 729,-1-14 4901,-4 15-1238,1 23-2804,-2 4-1951,-1 1 1,0-1-1,-1 0 1,-1 1 0,-10 33-1,-41 95-39,34-97 12,-295 665 6,301-691-44,-111 229-3850,104-206 2421,3 1 1,2 0-1,-14 73 1,25-84-5966,5-14-5079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30 10141,'-11'-24'2428,"9"19"3374,5 5-5471,0 1 0,0-1 1,0 1-1,-1 0 0,1 0 0,0 0 0,0 0 1,4 3-1,9 3 83,238 81 1963,-197-65-2122,-1 3-1,69 44 0,-108-59-161,0 0 1,-1 2-1,0 0 0,-1 1 0,-1 0 0,15 19 0,-24-27-21,-1 0-1,0 0 0,0 1 0,0-1 1,-1 1-1,0 0 0,0 0 1,-1 0-1,0 0 0,0 0 1,-1 1-1,0-1 0,0 0 1,-1 1-1,0-1 0,0 1 1,0-1-1,-1 0 0,0 1 1,-3 8-1,-1-4 47,-1 1 0,0-1 0,-1 0 0,-1 0 0,0-1 0,0 1 0,-1-2 0,0 0 0,-1 0 0,0 0 0,0-1 0,-1-1 0,-15 9 0,-14 8 194,-1-2 0,-66 27-1,-129 35 216,157-60-1572,0 3-1,-127 67 1,191-86 179,0 0-1,-17 15 1,6 3-2352,25-24 2544,-1 0 1,0-1 0,1 1 0,0 0-1,0 0 1,0 0 0,0 0 0,0 0-1,0 4 1,1-4-764,0 1-1,0-1 1,1 1-1,-1 0 1,1-1-1,0 1 1,1 3-1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4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675 221 10585,'-6'-9'326,"-2"-1"262,0-1 0,1 0 0,1 0 0,0 0 0,0-1 0,-5-15 0,9 18 92,-1 1 0,-1-1 1,0 1-1,0 0 1,0 0-1,-1 0 0,-1 1 1,1 0-1,-11-11 1,13 15-419,0 0 1,-1 0-1,0 1 1,1 0-1,-1-1 1,0 1 0,0 0-1,0 1 1,0-1-1,0 1 1,-1 0-1,1 0 1,0 0 0,-1 0-1,1 1 1,-1 0-1,1 0 1,0 0-1,-1 0 1,-8 3 0,4 0-60,-1 0 0,1 1 1,0 0-1,0 0 0,0 1 1,1 1-1,-1-1 1,1 1-1,1 1 0,-1-1 1,1 1-1,0 1 1,1-1-1,-11 16 0,-4 10 588,1 2-1,-21 47 1,41-81-791,-40 90 0,-40 146 0,-6 106 0,69-265 7,4 0 0,3 1 0,3 0 0,4 1 0,3 0 0,19 139 0,-10-171-17,2 0 0,3 0 1,1-1-1,41 87 0,-36-98-18,0-1 0,2-1 0,2-1 0,1-1 0,1-1 1,51 45-1,-46-50-721,1-1 1,1-1-1,2-2 0,0-1 1,1-2-1,1-1 1,61 19-1,-63-27-680,1-1 0,0-2 0,49 4 0,-52-9-848,1-2 0,-1-1 0,64-11 0,3-10-6498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10813,'0'28'2380,"-9"-14"-248,-1 4 13,-6-4-5,-9 12-336,-4-6-264,-2 8-284,5 9-252,-6 3-336,7 12-28,3 8-260,6 0-820,3 3-308,4 0-632,2-3-696,1 0-460,3-3-3329,-4-6-5008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5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101 156 8085,'12'-26'806,"-9"17"-353,0 0 1,1 1-1,0 0 1,1 0-1,0 0 1,0 0-1,1 1 1,-1 0-1,2 0 1,8-8-1,-10 11-84,0 0-1,1 0 0,0 1 1,0 0-1,0 0 0,0 0 1,0 1-1,1 0 1,-1 0-1,1 0 0,-1 1 1,1 0-1,0 0 0,-1 1 1,1 0-1,0 0 1,12 2-1,-11 0-264,-1 0 0,0 1 0,0-1 1,0 1-1,0 1 0,0-1 0,-1 1 0,1 0 1,-1 1-1,0 0 0,0 0 0,-1 0 0,0 0 1,0 1-1,0 0 0,0 0 0,4 9 0,8 13 176,-2 0 0,19 54 0,-24-57-146,22 55 27,-5-8-26,56 104 0,-74-161-138,0 2 1,-1-1 0,-1 1 0,0 0-1,7 32 1,-13-43 0,0 0 0,0 0 1,-1 0-1,0 1 0,0-1 0,0 0 0,-1 0 1,0 0-1,0 0 0,0 0 0,-1 0 0,0 0 1,0 0-1,0-1 0,-1 1 0,0-1 0,0 1 1,-1-1-1,1 0 0,-8 8 0,-5 2 9,0-1 1,-1-1-1,0 0 0,-33 18 1,-83 33 180,57-29-79,9-4-166,-66 33 398,120-56-595,0 0 0,1 1-1,0 0 1,1 1 0,0 0 0,0 0-1,-13 20 1,23-30 220,-15 29-2937,14-6-4161,7-4-2069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1003 29 14577,'-1'-2'2835,"-15"-22"2008,14 21-2869,-7 14 1544,-193 186 522,108-107-3060,-29 26-1740,-107 106-3070,177-165 2677,3 1 0,-47 72 0,-7 49-7561,101-173 7685,0 1 0,0 1 0,0-1-1,-2 11 1,0 28-6845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 9917,'0'0'4341,"-10"10"-640,-4 6-1924,1 0 0,-15 25-1,-40 82 917,55-97-2269,-24 49 225,16-29-214,-43 67 0,37-62 159,25-71-231,1 16-341,1 1 1,-1 0-1,1 0 0,0-1 0,0 1 1,0 0-1,2-6 0,3-7 51,0 0 0,1 1 0,1 0-1,0 0 1,15-21 0,52-64 177,-62 84-143,1 1-1,1 1 0,0 0 0,1 0 0,1 2 0,0 0 0,18-11 0,-27 20-19,0-1 0,-1 1 0,1 0 0,1 1-1,-1-1 1,0 1 0,1 1 0,-1 0 0,1 0 0,-1 0-1,1 1 1,-1 0 0,1 0 0,0 1 0,-1 0-1,1 0 1,-1 1 0,0 0 0,1 0 0,-1 1-1,8 4 1,-3 0-69,0 1 0,-1 0 0,0 1 0,-1 0-1,0 0 1,0 1 0,-1 1 0,-1-1 0,1 1 0,-2 1-1,1 0 1,5 13 0,-2-1-13,-1 0 0,0 0 0,-2 1-1,-1 0 1,5 38 0,-7-8-528,-2 83 0,-1-3-1236,-4-89-3396,-9-16-4073,-1-10-3367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6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42 209 14813,'-25'-28'3221,"9"16"-373,32 1-328,-4-1-292,7 1-556,0-1-347,10 1-261,28-6-224,-3 5-136,6 1-736,13 2-600,4-2-876,-4 0-517,-3-7-807,6 7-1016,-6 2-2189,3 7-5300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6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985 24 10585,'-19'-23'8253,"2"39"-5706,13-10-2264,1-1 0,-1 0 1,1 1-1,1 0 0,-1 0 0,1 0 1,0 0-1,0 0 0,0 0 1,1 1-1,0-1 0,0 0 0,1 1 1,0 12-1,2 9 446,1 0 1,8 30-1,-10-53-668,10 51 87,72 414 2592,-72-377-2241,-4 1 0,-4 0 0,-10 100 0,2-151-680,-2 0 0,-2-1-1,-2 0 1,-2 0 0,-1-1 0,-3-1 0,-1 0-1,-1-2 1,-2 0 0,-2-1 0,-2-1 0,-1-2-1,-2 0 1,-1-2 0,-1-1 0,-67 53 0,39-42-1736,-1-2 0,-117 58 1,112-69-2696,-85 27 1,4-14-7119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7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57 5705,'-3'-2'1646,"-26"-22"5276,30 22-5614,-1 0-714,1 1 0,-1-1 0,0 1 0,1-1 0,-1 0-1,0 1 1,0-1 0,0 1 0,0-1 0,0 0 0,0 1-1,-1-1 1,0-3 0,-8 3 3799,-8 10-4934,11-2 813,0 0 0,0 1-1,1 0 1,0 0-1,0 0 1,0 1 0,1 0-1,1-1 1,-6 17 0,1-7 164,-48 143 1018,28-72-1041,0 8-727,-19 121 0,41-181-1062,2-1 1,1 46-1,3-30-3180,3 1-4556,-1-18-2248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2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890 228 7585,'2'-21'6085,"4"2"-3696,2-15 5,-8 30-2202,0 0-1,0-1 1,1 1-1,0 0 1,0-1-1,0 1 1,0 0-1,1 0 1,0 0 0,-1 0-1,2 0 1,-1 1-1,0-1 1,6-6-1,-2 4-29,-1 1 0,1 0 0,1 0 0,-1 0 0,0 1 0,1 0 0,12-5 0,5 0 134,0 1 1,1 1 0,47-7-1,-58 11-212,0 2-1,1 0 1,-1 0-1,1 1 1,-1 1-1,0 1 1,1 0-1,-1 0 1,0 2-1,16 5 1,-24-6-72,-1-1 1,1 1-1,-1 0 1,0 0-1,0 0 1,0 1 0,-1-1-1,1 1 1,-1 1-1,0-1 1,0 0-1,0 1 1,-1 0-1,0 0 1,0 0 0,0 0-1,0 1 1,-1-1-1,0 1 1,0-1-1,0 1 1,-1 0-1,0 0 1,0-1 0,0 1-1,-1 12 1,-1 0 1,-1-1 1,-1 1-1,-1-1 1,0 1 0,-1-1-1,-1 0 1,0-1-1,-2 1 1,0-1 0,-15 22-1,-7 7-12,-3-1 0,-43 45 0,45-55 4,4-6-11,-43 59 1,41-53 38,21-25-14,5-6-1,5 5 11,-2-7-28,0 0-1,0 0 0,0 0 0,0 0 1,0 0-1,0 0 0,0 0 0,0 0 1,1 0-1,-1-1 0,0 1 0,1 0 1,-1 0-1,0 0 0,1 0 0,-1-1 1,1 1-1,-1 0 0,1 0 1,-1-1-1,1 1 0,0 0 0,-1-1 1,1 1-1,0-1 0,-1 1 0,3 0 1,9-1 0,0 1 0,-1 0 1,1 1-1,0 0 1,-1 1-1,1 0 0,-1 1 1,0 0-1,19 11 0,-23-11 66,0 0 0,-1 0 0,0 1 0,0 0 0,0 1-1,0-1 1,-1 1 0,0 0 0,0 0 0,-1 1 0,0-1-1,0 1 1,0 0 0,-1 0 0,0 1 0,3 7-1,-2 2 162,-1 0-1,0 0 0,-1 0 0,0 0 0,-3 32 0,0-29-48,1-9-52,-1-1 0,0 1 1,-4 14-1,4-21-89,0 0-1,-1 0 1,1 0 0,-1-1-1,0 1 1,-1-1 0,1 1-1,0-1 1,-1 0 0,0 0-1,0 0 1,-5 5 0,-2-2 42,1 1 0,-2-1 0,1-1 0,-1 0 0,1-1 0,-1 0 0,-1 0 0,1-1 0,0 0 0,-1-1-1,0-1 1,-16 1 0,-16-2 29,0-2 0,-44-8 0,53 5-37,-402-60-545,146 10-5829,221 43-1350,8 8-5505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0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50 301 11805,'-4'-12'1308,"0"0"0,-1 0 0,0 1 0,-1-1 0,-8-11-1,12 20-891,0 0-1,1 1 0,0-1 1,0 0-1,0 0 0,0 0 1,0 0-1,0 1 0,1-1 1,-1-1-1,1 1 0,0 0 0,0 0 1,0 0-1,0 0 0,1 0 1,1-4-1,-1 2-62,1 0 0,0 1 1,0-1-1,1 1 0,0 0 0,-1 0 1,1 0-1,1 0 0,6-6 0,3-2 57,1 1-1,0 1 0,1 1 1,30-15-1,-24 15-386,1 1 1,-1 1-1,1 1 1,0 1-1,0 1 1,1 0-1,40 1 1,-22 3-979,0 2 0,0 2 0,58 14 0,-78-13-473,0 1 0,38 15 0,-13 7-2535,-39-23 2510,-1 0-1,0 0 1,-1 1 0,9 11-1,10 24-9123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42 175 11601,'-26'3'2392,"10"-17"5617,38-1-5953,26 1-340,0 0-412,18 0-263,17 2-277,9-2-572,10-3-1060,18 2-649,-2-7-1171,-4 7-312,13 7-3221,-6 5-5576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38 14829,'-24'-35'3115,"23"34"-2991,1 1 0,0 0 1,0 0-1,-1-1 0,1 1 0,0 0 0,-1 0 0,1 0 0,0 0 0,0 0 0,-1 0 0,1-1 0,-1 1 0,1 0 0,0 0 0,-1 0 1,1 0-1,0 0 0,-1 0 0,1 0 0,0 0 0,-1 0 0,1 0 0,0 1 0,-1-1 0,1 0 0,0 0 0,-1 0 0,1 0 0,0 0 0,0 1 1,-1-1-1,1 0 0,0 0 0,-1 1 0,1-1 0,0 0 0,0 0 0,0 1 0,-1-1 0,1 0 0,0 0 0,0 1 0,0-1 0,0 0 1,0 1-1,-1 0 0,-9 16 1580,9-16-1127,-14 30-44,0 1 1,2 0-1,1 0 0,-11 57 0,-13 138 2392,10-48-1930,-58 226-995,59-301-3669,-13 131-1,37-216-4632,1 1-5840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2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37 13729,'95'-28'2840,"-87"25"-2289,1 1 0,-1 1 0,1 0 0,-1 0 1,1 1-1,-1-1 0,1 2 0,-1 0 0,1 0 0,15 4 0,-6-1 499,-3-1-606,-1 1 1,1 0-1,-1 1 0,0 1 1,-1 0-1,1 1 1,-1 0-1,-1 1 0,1 1 1,-1 0-1,-1 0 1,18 20-1,-22-22-366,-1 0-1,-1 1 1,1 0 0,-1 1-1,-1-1 1,0 1 0,0 0-1,0 0 1,-1 0 0,-1 0 0,0 1-1,0-1 1,0 1 0,-1-1-1,-1 1 1,0 0 0,0-1-1,-1 1 1,0-1 0,-4 16 0,-1-1-5,-2 0 0,0-1 0,-2 0 0,0-1 0,-1 0 0,-29 40 0,19-35-28,-1 0 0,-1-2 0,-2-1 0,-38 30 0,2-10-802,-3-3 0,-2-2 0,-132 55 0,83-51-1480,36-15-933,2 6-4336,12 2-5395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29 12685,'-19'-29'14402,"22"31"-12524,5 4-848,-6-6-865,-1 1-1,1 0 1,-1 0-1,1 1 1,-1-1-1,1 0 1,-1 0-1,0 1 1,0-1-1,0 1 1,2 2-1,1 4-21,-1 0-1,0 1 1,0 0-1,1 10 1,22 118-58,-23-122-85,-2 1 0,0-1 0,0 0 0,-2 0 0,0 0 0,0 0 0,-2 0 0,-6 24 0,0 0 0,-4 10 0,-1 0 0,-3-2 0,-31 62 0,26-60 0,-49 139-6409,62-144-4778,6-21-1000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3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510 107 10981,'14'-8'1493,"1"0"-1,-2-1 1,19-16 0,-20 16-633,-1 3 2,0 0-1,0 1 1,1 0 0,-1 0-1,1 2 1,0 0-1,0 0 1,21-2-1,-21 3-589,0 0-37,-1 1 1,0 0-1,1 1 1,-1 0-1,1 0 1,-1 1-1,1 1 1,-1 0-1,0 0 1,0 1-1,18 8 1,-24-9-189,0 1 0,0 0 1,0 0-1,-1 0 0,1 0 1,-1 1-1,0 0 0,0 0 0,0 0 1,0 1-1,-1-1 0,0 1 1,0 0-1,0 0 0,0 0 0,-1 0 1,0 0-1,0 0 0,0 1 1,-1-1-1,0 1 0,0-1 0,0 1 1,-1 6-1,0 0-9,0 0 0,-1 1 0,-1-1-1,0 0 1,0 0 0,-2 0 0,-5 14 0,-40 80 106,3-7-26,31-66-91,11-24-3,0 0 0,0 1 0,1-1 0,-3 14 0,6-20-20,-1 0-1,1 0 0,0 0 1,0 0-1,1 0 0,-1 1 1,0-1-1,1 0 1,0 0-1,0 0 0,0-1 1,0 1-1,0 0 0,1 0 1,-1 0-1,1-1 0,-1 1 1,4 2-1,10 10 9,0 0-1,1-2 0,31 21 1,-26-20-8,0 2 0,33 32 0,-49-44-5,-1 1 0,1 0 0,-2 1-1,1-1 1,0 1 0,-1-1 0,0 1 0,0 0 0,-1 0-1,0 0 1,0 1 0,0-1 0,-1 0 0,0 1 0,0 10-1,-1-10 4,-1-1-1,0 1 0,0-1 0,-1 0 0,0 0 0,0 0 1,0 0-1,-1 0 0,0 0 0,0-1 0,0 1 0,-1-1 1,0 0-1,-6 6 0,-5 5 8,-1 0 0,-33 24-1,22-22-10,-1 0-1,0-2 0,-2-1 0,-39 15 0,-131 35-5,131-45-24,-78 28-575,-1-1-1583,2-7-3485,138-38 4976,-18 5-1330,11 0-4342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17 12761,'-3'-2'618,"-1"0"-1,1 0 0,-1 0 1,0 0-1,0 1 1,1 0-1,-1 0 1,0 0-1,0 0 0,0 0 1,0 1-1,-1 0 1,1-1-1,0 2 1,0-1-1,0 0 0,0 1 1,0 0-1,0 0 1,0 0-1,1 0 1,-1 1-1,0-1 0,0 1 1,1 0-1,-5 4 1,4-3-410,0 0 0,1 1 0,0 0 0,-1-1 0,1 1 0,1 1 1,-1-1-1,-3 8 0,-28 56 798,17-36-778,-13 35 0,-16 58-228,6 3 0,-24 135 0,51-189 0,4 0 0,2 1 0,4 0 0,3 0 0,11 88 0,-4-107 24,3 0-1,23 73 1,-27-108-59,2-1-1,0 0 0,1-1 1,2 0-1,-1-1 1,2 0-1,1 0 0,0-1 1,22 21-1,-14-19-1039,0-1 0,2-1 0,0-2-1,1 0 1,44 20 0,-30-19-4129,61 16-1,-2-8-7433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4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1166 0 12577,'0'0'2526,"1"5"219,39 124 4711,-4-18-4257,-25-65-2711,-3 0 0,-1 1 0,-2-1 0,-2 2 0,-2-1 0,-3 0 0,-11 79 0,2-70-361,-2 0-1,-3-1 0,-2-1 1,-2-1-1,-2 0 1,-32 52-1,24-55-288,-1 0 0,-3-3 1,-1-1-1,-3-1 0,-1-2 0,-3-2 1,-1-2-1,-2-2 0,-1-1 0,-2-3 1,-1-2-1,-2-2 0,-98 41 1,97-54-2294,0-3 1,0-2-1,-83 6 1,60-7-4300,13-4-4718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 12149,'-2'-2'8345,"6"7"-3092,18 17-1263,30 29-2736,338 304 522,-384-350-1784,131 127-4093,-110-108 2507,1-2-1,2-1 1,38 21-1,-28-18-5644,-4 1-4818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702 1 15209,'-54'0'3165,"0"11"-557,16 1-316,7 5-460,2 0-292,-3 6-331,-3 6-245,-6 5-184,3 3-208,-3 9-560,-1-3-432,-2 8-804,3 0-353,-1 4-671,1-4-524,-3 1-640,12-1-2117,10 0-4488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 15653,'-3'18'2561,"1"0"-1,2 0 0,0 22 0,1 1-506,-5 11-821,-3 0-1,-21 82 1,-1 11-112,-42 262-1883,18-106-1000,48-241-5093,10-29-903,3-14-4888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6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14593,'6'-51'8425,"19"54"-6237,23 2-456,-4-10-403,17 2-301,15-3-216,13 3-196,12 0-424,17 3-552,12-5-1028,3-7-577,-6-8-1027,7 9-152,5 8-3093,-5 3-5608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348 203 6173,'0'0'3488,"0"-4"-2191,4-23 1126,-4 26-2098,0 0-1,0 0 1,1 0-1,-1 0 1,1 0-1,-1 0 1,0 0-1,1 0 1,0 0-1,-1 0 1,1 0-1,-1 1 1,1-1-1,0 0 1,0 0-1,-1 1 1,1-1-1,0 0 1,0 1-1,0-1 1,0 1-1,0-1 1,0 1-1,0 0 0,0-1 1,0 1-1,0 0 1,2-1-1,-4 1-272,0 0-1,1 0 1,-1-1-1,1 1 1,-1 0-1,0-1 0,1 1 1,-1-1-1,1 1 1,-1-1-1,1 1 1,-1-1-1,1 1 0,-1-1 1,1 1-1,0-1 1,-1 0-1,1 1 1,0-1-1,0 0 0,-1 1 1,1-1-1,0 0 1,0 0-1,0-1 191,-1 1 0,1 0 0,-1 0 0,1 0 0,0 0 0,-1 0 0,0 0 0,1 0-1,-1 0 1,0 0 0,1 1 0,-1-1 0,0 0 0,-1-1 0,1 1-180,0 1 0,0 0 1,0-1-1,0 1 0,0-1 0,0 0 1,0 1-1,0-1 0,1 0 1,-1 0-1,0 1 0,0-1 0,1 0 1,-1 0-1,1 0 0,-1 0 0,1 0 1,-1 0-1,1 0 0,-1 0 0,1 0 1,0 0-1,0 0 0,-1 0 1,1 0-1,0 0 0,0 0 0,0 0 1,0-2-1,1-1 139,0 0 0,0 0-1,1 0 1,-1 0 0,1 0 0,0 1 0,4-7 0,26-47 1385,-43 77-1586,-1-1 0,0 0 0,-21 23 0,1 1 0,16-22 0,-34 47 0,3 1 0,-66 133 0,103-179 0,0 0 0,2 0 0,1 0 0,0 1 0,2 0 0,1 0 0,1 1 0,1-1 0,1 1 0,1-1 0,1 1 0,1 0 0,1-1 0,8 27 0,-1-18-22,2-1-1,1 0 1,1-1 0,1-1 0,2 0-1,1-1 1,2-1 0,0 0 0,2-2-1,1-1 1,1 0 0,1-2-1,1-1 1,1-1 0,1-1 0,47 25-1,-23-19-1944,2-3 0,86 27 0,36-9-8884,-73-26-1801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7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9389,'-47'2'17748,"31"7"-14986,13-6-2662,1-1 1,-1 1-1,1 0 1,0 0-1,0 0 1,0 0-1,0 0 1,0 0-1,1 0 1,-1 1-1,1-1 1,0 1-1,0-1 1,0 1-1,0 4 1,-6 64 1125,6-63-1192,-10 96 30,5-62-190,2 0 0,1 64 1,4-71-4507,-7 67 1,5-90 3090,1 21-5517,5-3-4550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3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143 124 13081,'-1'-3'292,"0"0"0,0 0 0,0 0 0,0 0 0,1 0 0,-1 0 0,1 0 0,0 0 0,0 0 0,0 0 0,0 0 0,0-1 0,1 1 0,0 0 0,1-4 0,0 3 248,1-1-1,0 1 1,0 0 0,0 0 0,1 0-1,-1 1 1,1-1 0,0 1-1,4-4 1,-2 4-325,0-1 0,0 1 0,0 0 0,0 0-1,0 0 1,1 1 0,-1 0 0,1 1 0,0-1 0,0 1-1,-1 0 1,1 1 0,0 0 0,0 0 0,0 0 0,-1 1 0,1 0-1,0 0 1,7 3 0,2 1-104,0 0-1,-1 1 1,1 0 0,-1 2 0,0 0-1,22 16 1,-27-17-69,0 0 1,-1 1-1,0 1 1,0-1-1,-1 2 1,0-1-1,-1 1 1,0 0-1,-1 0 0,9 18 1,-13-22-32,0-1 0,0 1-1,-1 0 1,0 0 0,0 0 0,0 0 0,-1-1 0,0 1 0,0 0 0,0 0 0,-1 0-1,0 0 1,0 0 0,0 0 0,-1-1 0,0 1 0,0 0 0,0-1 0,-1 0-1,0 1 1,0-1 0,0 0 0,-7 7 0,-4 4-20,1-2 0,-2 0 0,0-1 0,-1 0 0,0-1 0,-1-1 1,-25 13-1,-15 3-679,-62 20 0,31-14-3919,4 5-4423,60-25-1852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219 208 7525,'0'0'20752,"-27"13"-16995,-87 254-3024,58-153-733,34-77 0,145-224 0,-66 97-99,3 3 1,96-108-1,-148 186 82,0 0 0,0 1 0,0 0 0,1 0 1,1 1-1,-1 1 0,1-1 0,0 1 0,11-4 0,-19 9 26,0 1-1,0 0 1,0 0-1,0-1 1,0 1-1,-1 0 1,1 1-1,0-1 1,0 0-1,0 0 1,0 1-1,0-1 1,-1 1-1,1 0 1,0-1-1,0 1 1,-1 0-1,1 0 1,-1 0-1,1 0 1,-1 1-1,1-1 1,-1 0-1,0 0 1,1 1-1,-1-1 1,0 1-1,0-1 1,2 4-1,1 3 22,0-1 0,0 1 0,-1-1 0,1 1 0,-2 0 0,3 11 0,3 38-30,-2 0 0,-2 0 0,-8 96 0,2-92 0,-2 33 13,0-43-353,6 96 0,2-74-7327,-4-68 3357,0 12-12829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0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14525,'19'-37'2905,"-3"34"-409,-6-8-424,-1-1-408,16 4-340,20-4-276,3 12-256,12 0-424,13 0-700,9 3-468,1 3-580,3-3-836,-1 0-696,4 5-2905,-3 7-4936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0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860 129 13269,'-4'-15'481,"-5"-34"2434,9 45-2372,0 1 0,0-1 0,0 1 0,1-1 0,-1 1 0,1-1 0,0 1 0,0-1 0,0 1 0,0 0 0,1-1 0,3-4 0,4-7 4786,-8 19-3973,-1 7-1138,1 0 0,-2 0 0,0 0 0,0 0 0,-1 0-1,-5 18 1,-26 69 615,-17 13-833,-4-3 0,-74 110 0,-31 59 0,9 7 39,-67 133-250,173-310-2877,31-73-1736,2-1-4664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1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17 9769,'-2'-2'5050,"1"1"-4699,1 0-1,-1 0 1,0 0-1,0 0 0,0 0 1,0 0-1,0 0 0,0 0 1,0 1-1,0-1 1,0 0-1,-1 0 0,1 1 1,0-1-1,0 1 1,0-1-1,-1 1 0,-1-1 1,1 2-110,0-1 1,0 1-1,1 0 0,-1-1 1,0 1-1,1 0 1,-1 0-1,1 0 1,-1 0-1,1 0 1,-1 0-1,1 1 0,0-1 1,0 0-1,-2 3 1,0-1 22,0 0 0,1 1 0,0-1 0,-1 1 0,1-1 0,0 1 0,1 0 0,-1 0 0,-2 7 0,-5 16 969,-4 14-469,1 0 0,-9 67 0,15-66-1997,1 54 0,5-43-848,1 28-2133,-4-27-1424,-1-29 130,0 0-3106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1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252 222 6621,'-8'-13'517,"6"9"-275,-1 1 0,1-1 0,0 1 0,0-1 0,0 0 0,0 0 0,1 0 0,-1 0 0,1 0 0,0 0 0,0 0 0,1 0 0,-1 0 1,1 0-1,0-1 0,0 1 0,0 0 0,1 0 0,0 0 0,-1-1 0,1 1 0,1 0 0,1-4 0,0 1 251,0 0 0,0 0 0,1 1 0,0-1 0,0 1 0,1 0 0,-1 0 0,1 1 0,1-1 0,-1 1 0,10-7 1,-8 8-270,0 0 1,1 1 0,0-1 0,0 2 0,-1-1-1,2 1 1,-1 0 0,0 0 0,0 1 0,17 0 0,-9 1-25,-1 0 0,0 1-1,1 0 1,-1 1 0,0 1 0,15 5 0,-23-6-129,0 1 0,0-1-1,-1 2 1,1-1 0,-1 1-1,0 0 1,0 0 0,0 1-1,-1-1 1,1 1 0,-1 1-1,0-1 1,-1 1 0,1 0-1,4 9 1,-4-5-1,0 0 1,-1 0 0,0 0-1,-1 1 1,0-1-1,-1 1 1,0 0-1,-1 0 1,0 0 0,-1 17-1,-2 6 29,-3-1 0,-9 36 0,-3 26-25,16-83-70,0-1 1,1 1-1,1-1 1,0 0-1,0 1 1,1-1-1,0 0 1,1 0-1,0 0 1,6 12 0,0-4-27,1 0 1,1-1 0,1 0 0,16 19 0,-25-32 18,1-1 0,-1 0 0,-1 1 0,1-1 0,-1 1 0,1 0 0,-1 0 0,-1 0 0,1 0 0,-1 0-1,0 0 1,1 10 0,-2-12 3,0 0 0,0 0 0,-1 1-1,0-1 1,1 0 0,-1 0 0,0 0 0,0 0-1,-1 0 1,1 0 0,-1 0 0,1 0 0,-1 0-1,0-1 1,0 1 0,0-1 0,0 1 0,-1-1-1,1 0 1,-1 0 0,1 0 0,-4 2 0,-18 8 58,0 0 0,-1-2 0,0 0 1,0-2-1,-45 8 0,37-8-26,-77 18 12,55-14-268,-75 27 1,111-32-125,-70 22-1354,32-16-3759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2:4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1204 35 9449,'-27'-28'11316,"24"21"-10809,-1 11-195,1 0 0,-1-1 0,1 1 0,0 0-1,1 0 1,-1 1 0,1-1 0,-4 8 0,6-11-268,-4 10 311,0-1 0,0 1 0,2 0 0,-1 0-1,1 0 1,1 0 0,-1 20 0,8 83 1400,-5-106-1629,63 454 2720,-21-173-1768,4 249-1078,-46-462 0,-4 0 0,-3 0 0,-3 0 0,-4-1 0,-23 80 0,20-109-14,-2-1 0,-1 0-1,-3-2 1,-2 0 0,-32 45 0,-4-8-261,-104 108 0,125-148-724,-3-1 0,-1-2 0,-93 60 0,90-70-477,-1-2 0,-2-2 0,0-2 0,-69 18 0,-15-5-5227,-3-7-4366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1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93 8185,'1'0'150,"0"0"1,1 0-1,-1-1 1,0 1-1,0 0 0,0-1 1,0 1-1,1-1 1,-1 1-1,0-1 1,0 0-1,0 1 1,0-1-1,0 0 0,0 0 1,-1 0-1,1 1 1,0-1-1,0 0 1,-1 0-1,1-1 1,0 1-1,-1 0 0,1 0 1,-1 0-1,1 0 1,-1 0-1,0 0 1,1-1-1,-1-1 1,-1-1 610,1-1 1,-1 1 0,0 0 0,0 0 0,-1 0 0,0 0 0,1 1 0,-5-8 0,4 9 923,2 1-1471,0 0 1,0-1 0,-1 1 0,1 0-1,-1 0 1,1 0 0,-1 0 0,1 0-1,-1 0 1,0 0 0,0 1 0,1-1-1,-1 0 1,0 0 0,0 0-1,0 1 1,0-1 0,0 0 0,0 1-1,0-1 1,0 1 0,0-1 0,0 1-1,0 0 1,0-1 0,0 1 0,0 0-1,-1 0 1,1 0 0,0 0 0,0 0-1,0 0 1,0 0 0,0 0 0,-1 0-1,1 0 1,-2 1 0,-1 3-36,0-1 0,1 1 0,-1-1 0,1 1 0,0 0 0,0 1 0,0-1 0,1 0 0,-1 1 0,1-1 0,0 1 0,-2 9 0,-2 0 89,-10 30-121,2 0 0,1 2 0,-9 70 0,6-30-114,-74 437-33,38-209 0,0 14 78,26 1-468,26-318 172,-1 45-1563,7 61 0,-4-102 785,0 0 1,0-1 0,2 1-1,0-1 1,1 0 0,0 0-1,1-1 1,0 1-1,12 17 1,9-3-5150,6-12-3447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1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213 122 11425,'0'-6'913,"-2"0"0,1 1 0,0-1 0,-1 0 0,0 1 0,-1-1 0,1 1 0,-4-7 0,-5-11 2272,11 21-3043,0 1 0,0-1 0,0 0 0,0 0 0,0 0 0,1 0 0,-1 1 0,1-1 0,0 0 0,-1 1 0,1-1 0,0 0 0,0 1 0,0-1 0,0 1 0,0-1 0,0 1 0,1 0 0,1-3 0,2 3-43,1-1 1,0 1-1,-1 0 0,1 0 1,0 1-1,0 0 0,-1 0 1,1 0-1,7 2 0,-4-2-3,15 3 51,-1 0-1,1 2 0,-1 0 0,0 2 1,38 16-1,-9 1 30,60 38 1,-56-27-44,90 77 0,-135-103-126,1 1 0,-2 0 0,0 0 0,0 1 0,-1 1 0,0-1 0,-1 1 0,0 1 0,-1 0 0,6 14 0,-11-21-1,-1 0 0,1 0 0,-1 0 0,0 0 0,0 0 0,-1 1 0,0-1 0,0 0 0,0 0 0,-1 1 0,0-1 0,0 0 0,-1 0 0,0 0 0,0 0 0,0 0 0,-1 0 0,1-1-1,-1 1 1,-1-1 0,1 0 0,-8 9 0,-6 5-2,-1-1 0,-1 0-1,0-1 1,-1-1 0,-1-1-1,-27 14 1,-143 66-608,154-79 314,-117 50-1230,-27 13-2544,67-19-4415,61-28-2073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93 8165,'1'-1'170,"0"0"0,0 0 0,0 0 1,0 0-1,0 0 0,-1 0 0,1 0 1,0-1-1,-1 1 0,1 0 0,-1-1 1,1 1-1,-1 0 0,0-1 0,1 1 1,-1 0-1,0-1 0,0 1 0,0 0 1,0-1-1,0 1 0,0-1 0,-1 1 0,1 0 1,-1-3-1,-16-36 5310,17 39-5370,-1 0-1,1 0 1,0 0-1,-1 0 1,1 0 0,-1 0-1,1 1 1,-1-1-1,0 0 1,1 0 0,-1 0-1,0 1 1,0-1-1,1 0 1,-1 1 0,0-1-1,0 1 1,0-1-1,0 1 1,0-1 0,0 1-1,0-1 1,0 1-1,0 0 1,0 0-1,0 0 1,0-1 0,0 1-1,0 0 1,0 0-1,0 0 1,0 0 0,0 1-1,0-1 1,0 0-1,0 0 1,0 1 0,0-1-1,0 0 1,1 1-1,-1-1 1,0 1 0,0-1-1,0 1 1,0 0-1,0-1 1,1 1 0,-1 0-1,0 0 1,1-1-1,-1 1 1,0 0 0,1 0-1,-1 1 1,-7 9 450,1 0 0,1 0 0,-9 18 1,10-17 20,-127 324 4629,96-237-4574,-23 71-636,-50 232 0,93-321 0,4 0 0,3 1 0,3 0 0,5 0 0,10 101 0,-4-144 8,2 0 0,1-1 0,2 1 0,2-2 0,1 0 0,2-1-1,23 41 1,-22-50-39,0-2-1,2 0 0,1-1 1,1 0-1,0-2 0,2 0 1,1-2-1,0 0 0,47 28 1,-43-32-668,0-2 1,2 0-1,-1-2 1,2-2-1,-1 0 1,2-2-1,-1-1 1,40 3-1,-36-7-1577,-1-2 0,1-2 0,0-1 0,46-8 0,25-13-9587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3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427 234 10405,'-29'8'3893,"-6"2"1664,15 3-4918,3 10 91,2 1 0,0 0 1,2 1-1,-17 43 0,18-40-424,-125 306 1401,100-230-1586,25-68 366,-22 50-1,34-86-478,0 1 1,0-1-1,0 0 1,0 0-1,0 0 1,0 1-1,0-1 1,0 0-1,-1 0 1,1 0-1,0 0 1,0 1-1,0-1 1,0 0-1,0 0 0,0 0 1,0 0-1,0 0 1,-1 1-1,1-1 1,0 0-1,0 0 1,0 0-1,0 0 1,0 0-1,-1 0 1,1 0-1,0 1 1,0-1-1,0 0 1,0 0-1,-1 0 1,1 0-1,0 0 1,0 0-1,0 0 0,-1 0 1,1 0-1,0 0 1,0 0-1,0 0 1,-1 0-1,1 0 1,0 0-1,0-1 1,0 1-1,0 0 1,-1 0-1,1 0 1,0 0-1,0 0 1,0 0-1,0 0 1,0 0-1,-1-1 1,1 1-1,0 0 0,0 0 1,0 0-1,0 0 1,0-1-1,-7-18 276,1-34 48,11 11-222,2 0 1,1 1 0,3 0 0,18-48 0,-11 32-58,14-43-19,4 2 1,4 1-1,72-124 0,-105 208-19,1 1-1,0 1 0,1-1 1,0 2-1,1-1 0,21-17 1,-28 25-6,1 1 0,-1-1 0,1 1 0,0 0 0,-1 1 0,1-1 0,0 1 0,0-1 0,0 1 0,0 0 0,1 1 0,-1-1 0,0 1 0,0 0 0,0 0 0,0 0 0,1 0 1,-1 1-1,0-1 0,0 1 0,0 0 0,0 1 0,0-1 0,0 1 0,0-1 0,-1 1 0,1 1 0,4 2 0,10 9 201,0 1 0,-1 1 0,-1 0-1,0 1 1,-1 1 0,-1 1 0,-1 0 0,-1 0 0,19 40 0,-1 11 367,36 121 0,-20-34-843,40 126 360,-26-100-6242,-38-139-6519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3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153 135 13249,'-105'-29'2588,"89"26"349,0-2-425,0 2 5637,35-9-7397,16-5-336,13 9-568,15-4-792,20 1-496,12 2-553,0 1-735,7-1-816,0 3-2341,15 3-5048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3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787 225 10929,'5'-19'305,"3"-6"1185,-2 1-1,5-34 0,-11 53-894,1-1-1,-1 1 0,1-1 1,-2 0-1,1 0 1,0 1-1,-1-1 0,0 1 1,-1-1-1,1 1 1,-1-1-1,0 1 0,0 0 1,-1 0-1,0 0 1,-4-6-1,6 12-366,-1-1 1,0 1-1,1 0 1,-1 0-1,0 0 1,1 0-1,-1 0 1,1 0-1,-1 0 1,1 0-1,0 1 0,0-1 1,-2 3-1,2-4-127,-12 17 468,1 0 1,1 1-1,0 0 1,2 1-1,-13 31 1,7-14-326,-47 100-244,-201 460 0,41 14 0,122-213 0,88-346 0,6-24-1305,1 0 0,-2 40-1,7-57 667,0 0 0,0 1 0,1-1-1,1 0 1,-1 0 0,2 0 0,-1 0-1,2 0 1,7 17 0,2-7-6628,5-14-4941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126 328 7649,'-11'46'1933,"11"-45"-1829,-1 0-1,1 0 0,0 0 0,0 0 1,0 0-1,0 0 0,1 0 1,-1-1-1,0 1 0,0 0 1,0 0-1,1 0 0,-1 0 1,1 0-1,-1-1 0,0 1 1,1 0-1,-1 0 0,1-1 1,0 1-1,0 1 0,5 8 1216,-5 9-37,-1-1 0,0 0 0,-2 0 0,-4 23 0,0 7-227,-24 151 1136,3-24-2082,27-162-111,0-10-5,0-7 0,8-48 59,3 0 0,18-53 1,44-102 347,-62 176-337,82-188 425,-72 178-353,2 1 1,2 1 0,33-41 0,-54 75-125,6-7 4,1-1-1,22-18 1,-30 28-13,0 1 0,0-1 0,0 1 1,1 0-1,-1 0 0,1 0 0,0 1 0,-1-1 0,1 1 0,0 0 0,0 0 0,0 0 0,0 0 0,-1 1 0,1 0 0,0-1 0,7 2 0,-8-1 2,1 1 0,-1-1 0,1 1 0,-1 0 0,1 0 1,-1 1-1,0-1 0,1 1 0,-1-1 0,0 1 0,0 0 0,0 0 1,0 0-1,-1 1 0,1-1 0,0 1 0,-1 0 0,0-1 1,1 1-1,-1 0 0,-1 0 0,1 0 0,0 1 0,-1-1 1,1 0-1,-1 1 0,0-1 0,0 1 0,0-1 0,-1 1 0,1-1 1,-1 1-1,0 6 0,1 206 351,0-210-330,0 1-1,0-1 1,0 0 0,0 1-1,1-1 1,3 7-1,30 44 114,57 67 100,-88-119-235,0 1 0,0 0 1,-1 1-1,0-1 0,0 0 1,0 1-1,-1 0 0,0-1 1,0 1-1,0 0 0,-1 0 1,0 0-1,-1 1 0,0-1 1,0 0-1,0 0 0,-1 0 1,0 0-1,0 0 0,-1 0 1,0 0-1,0 0 0,0-1 1,-1 1-1,0-1 0,-1 0 1,1 1-1,-1-2 0,0 1 1,-1 0-1,1-1 0,-1 0 1,-10 9-1,-6 4 15,-1-1-1,0-1 1,-44 24 0,-82 31-53,70-36-16,-107 62-539,44-23-1269,131-68 1422,5-4-55,1 0 0,-1 1 0,1-1 0,0 1 0,-8 7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4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1334 0 12497,'0'0'5259,"2"4"-3518,2 6-974,8 20 1028,1-1-1,34 54 1,33 28 24,77 123 452,-139-202-2067,-1 1 0,-2 0 0,-1 2 0,-2-1 0,13 63 0,-19-65-112,-3 2 0,0-1 1,-2 0-1,-2 0 0,0 1 0,-3-1 0,-9 44 0,2-34-30,-2-1 0,-2-1 0,-1 0 0,-2-1 0,-25 39-1,3-16-158,-3-2 0,-2-2-1,-3-2 1,-3-3 0,-1-1-1,-87 65 1,26-34-994,-177 99 0,-139 42-3933,158-86-4794,165-80-1563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10757,'1'-1'192,"0"1"0,-1-1 0,1 0 0,-1 1 0,1-1 0,-1 0 0,1 1 0,-1-1 0,1 0 0,-1 0 0,0 0 0,0 0 0,1 1 0,-1-1 0,0 0 0,0 0 0,0 0 0,0 0 0,0 0 0,0 0 0,0 1 0,0-1 0,0 0 0,0 0 0,-1 0 0,1-1 0,-1-1 509,1 0-1,0-1 1,0 1 0,0 0 0,0-1 0,0 1 0,1 0 0,1-6 0,-1 4-452,1 0 0,0 0 1,0 0-1,0 0 0,0 1 0,1-1 1,0 0-1,0 1 0,0 0 1,1 0-1,-1 0 0,1 0 0,0 0 1,0 1-1,0 0 0,1-1 1,4-1-1,8-4-286,1 1 1,0 0-1,0 2 0,1 0 1,-1 1-1,1 1 1,30-3-1,-19 5-957,0 1 1,0 2-1,-1 0 0,36 8 1,-55-8 537,-1 1 0,1 1 0,-1 0 0,0 0 0,1 1 0,-2 0 0,1 0 0,0 1 1,9 7-1,-14-8-9,1 0-1,-1 0 1,0 0 0,-1 0 0,1 0 0,-1 1 0,0-1 0,0 1 0,0 0-1,-1 0 1,1 0 0,-1 1 0,-1-1 0,1 0 0,-1 1 0,0-1 0,1 10-1,-3 27-5093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0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29 146 11445,'-29'35'5113,"42"-50"-2889,-4 4 3544,10-6-4420,20-6-324,2 6-267,16 3-149,19-4-460,16 4-1008,7 0-429,2 0-1007,-6-4-848,-2 13-3033,-1 5-5508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142 707 3612,'9'-94'6421,"-7"-3"-2841,-2 60-2089,-1 0-1,-1 0 1,-9-42-1,2 32 886,-17-51-1,-6-27 3014,23 81-2688,4 32-2444,-1 15-156,-2 16-108,8-18 7,-8 32 0,2 1 0,2 0 0,1-1 0,2 52 0,0-17 0,-13 599 0,9-358 0,4-253-1198,1 0-1,3 0 1,11 60-1,-12-107-12,1 0-1,-1 0 1,8 14 0,8 6-5885,7-3-5952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5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209 121 10953,'-46'-43'2254,"9"8"5040,38 33-5460,-1 0-1632,0 0 0,0 0 0,1 0 0,-1 0 0,0 0 0,1 1 0,0-1 0,0 0 0,-1 0 0,1 1 0,0-1 0,2-2 0,0 2-102,-1 1 0,0 0 0,1 0 1,-1 0-1,1 0 0,-1 0 0,1 1 0,-1-1 1,1 1-1,0 0 0,2-1 0,33-2 309,-1 2-1,1 1 1,0 2-1,0 2 1,50 11-1,-26-1-137,-2 3 1,87 37-1,-123-44-218,-1 1-1,0 1 1,-1 1-1,-1 1 1,0 1-1,0 1 1,33 35-1,-47-44-34,-1 0-1,-1 1 1,0 0-1,0 0 1,0 0 0,-1 1-1,0 0 1,-1-1-1,0 1 1,3 15 0,-5-16-7,0 0 1,-1 0 0,0 0 0,0 0 0,-1-1 0,0 1 0,0 0 0,-1 0 0,0-1 0,-1 1-1,1-1 1,-2 0 0,1 0 0,-7 10 0,0-1 12,-2 0-1,0-1 1,0-1 0,-2 0 0,0-1-1,-29 22 1,-106 60 29,111-73-40,-94 56-113,-139 84-2391,95-46-3859,135-91 2947,15-13-2751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314 402 10793,'-3'-11'1186,"3"7"-662,0 1 0,-1-1 0,0 0 0,0 1-1,0-1 1,-1 0 0,1 1 0,-1 0 0,1-1 0,-1 1 0,0 0-1,-1 0 1,1 0 0,-1 0 0,1 0 0,-1 1 0,0-1 0,0 1-1,0-1 1,-5-2 0,6 5-349,0-1 0,0 0 0,0 1 0,0-1-1,0 1 1,0 0 0,0 0 0,0 0 0,0 0 0,0 0-1,0 0 1,0 0 0,0 1 0,0-1 0,0 1 0,0-1 0,0 1-1,0 0 1,0 0 0,0 0 0,1 0 0,-1 0 0,0 0 0,0 0-1,1 1 1,-1-1 0,1 1 0,0-1 0,-1 1 0,1 0 0,0-1-1,0 1 1,-1 2 0,-4 7 67,0 1-1,1-1 0,0 1 1,-3 16-1,3-13 138,-62 261 721,49-188-522,-54 164 0,59-210-578,16-105 0,13-14 0,4 0 0,3 2 0,42-95 0,-9 49 0,80-127 0,-53 121 0,-69 108 0,1 1 0,0 1 0,1 1 0,26-21 0,-38 34 0,-1 0 0,1 0 0,0 1 0,0-1 0,1 1 0,-1 0 0,0 0 0,1 1 0,-1-1 0,1 1 0,-1 0 0,1 0 0,0 1 0,0-1 0,-1 1 0,10 1 0,-9 0 0,-1 0 0,1 1 0,0-1 0,-1 1 0,1 1 0,-1-1 0,0 0 0,0 1 0,1 0 0,-2 0 0,1 0 0,0 1 0,-1-1 0,0 1 0,1 0 0,1 4 0,8 11 0,-2 0 0,0 0 0,-1 1 0,-2 0 0,9 25 0,24 112 0,-34-129 0,114 713 0,-94-410-5991,-28-284-5370,-2-24-1070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13869,'22'-43'3037,"7"35"1631,19-4-3016,-10 7-324,6-1-320,17-5-180,8 2-228,11 0-540,9 4-768,-7-4-480,-9 3-768,-6 4-624,-13 2-3533,-35 0-5408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11325,'-6'19'637,"1"-2"429,-1 0-1,-1 0 0,-14 26 0,13-28-194,1 0 0,1 1 0,0 0-1,1 0 1,1 0 0,0 1 0,-2 29-1,4 124 2660,3-75-2182,6 365 2006,-1-377-3470,4-1 1,3-1 0,37 125 0,-40-177-403,1-1 0,2 0 1,1-1-1,1 0 1,1-1-1,1-1 1,1 0-1,29 30 1,-27-36-699,0-1 0,1 0-1,41 26 1,-41-32-648,1-1 0,0 0-1,0-2 1,37 11 0,19-2-7268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6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1096 1 11665,'10'18'7539,"-5"8"-4192,-5-21-3166,1-1 0,-1 1 0,1-1-1,0 0 1,0 1 0,3 5 0,63 111 2822,-8-17-1454,-21-23-917,-3 2 0,-3 2 1,33 148-1,-50-162-320,-3 2-1,-4-1 1,-3 1-1,-3 0 1,-8 76-1,-1-95-387,-3 0-1,-1 0 1,-4-1-1,-1-1 1,-3-1 0,-2 0-1,-2-2 1,-2 0 0,-2-2-1,-60 79 1,38-66-159,-2-3 1,-3-1 0,-2-3-1,-2-2 1,-3-3-1,-1-3 1,-74 40-1,68-49-1966,-123 47 0,-80 8-8044,254-86 9128,-98 29-10186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67 9069,'-3'-3'935,"1"0"1,0 0-1,0 0 0,0 0 1,0 0-1,0-1 0,1 1 1,-1 0-1,1-1 1,0 0-1,0 1 0,1-1 1,-2-5-1,1 8-532,0-1 0,-1 1 1,1 0-1,0-1 0,-1 1 0,0 0 0,1 0 1,-1 0-1,0 0 0,-2-1 916,51 49 355,61 79 0,14 15 230,71 39-5695,-167-159 2895,1-1 0,1-2 0,1 0 0,1-2 0,53 22 0,-32-26-9323,-20-6-178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38 12929,'-20'-8'2160,"-1"0"0,0 2 1,-40-8-1,55 13-1700,0 1 0,0-1 0,0 1 0,0 0 1,0 1-1,0-1 0,0 1 0,0 1 0,1-1 0,-1 1 1,0 0-1,1 0 0,-1 1 0,1-1 0,-1 1 0,1 0 0,0 1 1,-8 7-1,0 2-230,1 0-1,0 1 1,1 1 0,1 0 0,-12 23-1,-33 86 736,34-74-854,-3 7-298,-88 203-4456,-48 133-7471,130-312-725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 11109,'-38'14'15589,"45"-14"-14642,211 5 1056,185-6-6485,-285-10 252,-30 2-2121,11 2-5250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8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16754,'-4'1'2856,"-31"1"3750,35 4-4649,-21 230 2637,14-151-4594,4 89 0,2-33 0,1 441-321,-1-489-2105,-1-5-2397,2-64 7,7 37 0,2-10-7765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83 14085,'-6'-60'2838,"9"46"746,8 11-2886,-10 3-277,2-2-92,1 1 1,0 0-1,0 1 1,0-1-1,0 1 0,0-1 1,0 1-1,1 1 1,-1-1-1,7 2 1,43 13 634,-39-9-600,49 15 40,-1 4-1,-1 2 1,-2 3-1,-1 3 1,83 60-1,-123-78-354,0 1 1,-1 1-1,0 0 0,-2 1 0,0 1 0,-1 1 0,15 25 0,-25-38-40,-1 1 0,-1-1 0,1 1 0,-1 0 0,0 0 0,-1 0 0,0 0-1,0 1 1,-1-1 0,0 0 0,0 1 0,-1-1 0,0 1 0,-1-1-1,0 1 1,0-1 0,-1 0 0,0 1 0,0-1 0,-1 0 0,0 0-1,0-1 1,-1 1 0,-6 10 0,-7 3 4,0 0-1,-2-1 1,0-1 0,-1-1-1,-1-1 1,0-1 0,-1 0-1,-34 17 1,-19 5-49,-108 40 0,39-25-217,-91 36-1282,-31 37-4756,232-113 4365,29-12 969,-1 1 0,1 0 0,0 0 0,0 0 0,0 1-1,0-1 1,-7 7 0,11-9 548,1 1-1,0 0 1,-1-1-1,1 1 1,0 0-1,-1-1 1,1 1-1,0 0 0,0-1 1,0 1-1,0 0 1,0-1-1,0 1 1,-1 0-1,2 0 1,-1-1-1,0 1 0,0 0 1,0-1-1,0 1 1,1 1-1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3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35 11765,'-3'-3'2236,"-23"-28"7527,10 45-6510,8-4-2582,2 0 0,0 0 0,0 1 0,1 0 0,-7 20 0,-3 5 312,-34 73-722,-102 253 163,134-308-413,1 0 1,3 2-1,3-1 0,-7 112 0,16-122-11,3 0 0,1 0 0,2 0 0,2 0 0,2-1 0,2 0 0,23 55 0,-23-70 0,2-1 0,2-1 0,0 0 0,2-1 0,0-1 0,2 0 0,1-1 0,1-2 0,1 0 0,0-1 0,43 30 0,-34-32-685,1-1-1,1-1 1,0-2 0,1-1-1,1-2 1,58 13 0,-38-15-1976,0-2 0,0-2 0,95-3 0,-28-10-11681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0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12 280 9337,'-9'0'10146,"7"7"-5344,9 22-4174,3 6 474,-5 48 72,-4 1-1,-19 155 1,18-193-823,16-52-227,-11 2-115,1 0 1,-1-1-1,0 0 1,0 0-1,-1 0 0,1 0 1,-1-1-1,0 0 1,-1 0-1,1 0 1,3-11-1,0 4-2,72-162 13,10-20-344,-56 138-66,52-73 0,-73 114 286,1 0-1,0 1 1,2 0-1,-1 1 0,2 1 1,0 0-1,0 1 1,30-16-1,-42 26 81,-1 1 0,0-1 0,0 1 1,1 0-1,-1 0 0,1 0 0,-1 0 0,1 1 0,-1-1 1,1 1-1,0 0 0,-1 0 0,5 1 0,-7-1 20,0 1 1,1 0-1,-1-1 0,0 1 1,1 0-1,-1 0 0,0 0 0,0-1 1,0 1-1,0 0 0,0 1 0,0-1 1,0 0-1,0 0 0,0 0 1,-1 1-1,1-1 0,0 0 0,-1 1 1,1-1-1,-1 0 0,1 1 0,-1-1 1,0 1-1,0-1 0,1 1 0,-1-1 1,0 1-1,0-1 0,-1 3 1,-1 14 37,0 0 0,-2 0 0,0-1 0,-1 1 0,0-1 0,-2 0 0,0-1 0,-10 18 0,2-4 189,-11 39 0,23-59-176,0 0 0,1 0 0,0 0 0,1 0 0,0 1 0,0-1 0,1 1 1,2 10-1,0-12-14,0-1 0,0 0 1,1 0-1,0 0 1,1 0-1,0 0 0,0-1 1,1 0-1,-1 0 0,9 9 1,9 9 52,32 28 0,-44-44-68,20 19 33,-13-14-30,-1 1 0,0 0 0,-1 1 1,0 1-1,-1 1 0,19 33 0,-31-47-16,-1 0-1,1 0 0,-1 0 0,0 0 0,0 0 0,-1 0 0,1 0 0,-1 1 1,0-1-1,0 0 0,0 0 0,-1 0 0,1 1 0,-1-1 0,0 0 0,-1 0 1,1 0-1,0 0 0,-1 0 0,0-1 0,0 1 0,0 0 0,-1-1 1,1 1-1,-1-1 0,0 0 0,1 0 0,-2 0 0,-3 3 0,-6 4 10,1 0 0,-2-2 0,1 0 0,-1 0 0,0-1 0,-26 9 0,-220 50 210,156-44-195,29-8-256,48-10-2123,-46 12-1,69-14-284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804 43 14377,'-24'-36'3207,"19"29"2196,-12 25-1037,11-6-3630,0-1-1,0 2 0,1-1 1,0 0-1,-4 19 1,-4 10 48,-85 271-567,-56 99-217,-27-14 0,-24-14-5125,166-304 284,20-28-2025,8-2-6085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1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10 13789,'0'0'4567,"-3"2"-2329,-2 0-1815,4-1-262,-1-1 1,0 1 0,0 0 0,1 0-1,-1 0 1,1 0 0,-1 0-1,1 0 1,-1 0 0,1 0 0,-1 1-1,1-1 1,0 1 0,0-1-1,0 1 1,0-1 0,0 1 0,0 0-1,0-1 1,1 1 0,-1 0 0,0 0-1,1-1 1,0 1 0,-1 0-1,1 0 1,0 0 0,0 0 0,0 0-1,0-1 1,0 3 0,0 157 2029,-7-1 1,-33 189 0,8-201-2192,29-127 0,3-19 0,0-5 0,0-14 0,3-29 0,13-22 0,3 1 0,2 1 0,4 0 0,2 2 0,3 1 0,2 1 0,4 2 0,84-110 0,-105 153 0,0 0 0,1 1 0,1 1 0,0 0 0,1 1 0,26-15 0,-38 25 0,0 1 0,1-1 0,-1 1 0,0 1 0,1-1 0,0 1 0,-1 0 0,1 1 0,0-1 0,0 1 0,0 1 0,0-1 0,0 1 0,0 1 0,0-1 0,0 1 0,0 0 0,0 1 0,0-1 0,0 1 0,-1 1 0,1-1 0,-1 1 0,1 1 0,-1-1 0,0 1 0,0 0 0,-1 0 0,1 1 0,4 4 0,5 7 0,-2 0 0,0 0 0,0 1 0,-2 1 0,0 0 0,-1 1 0,0 0 0,8 28 0,-3-3 0,-3 1 0,-2 0 0,9 88 0,-14 140 0,-14-176-2011,-32 152-1,35-219 1429,6-28-419,-1 1 1,0 0 0,0 0 0,0 0 0,0 0-1,0-1 1,0 1 0,-1-1 0,0 1 0,-1 2-1,1-3-160,-8 15-11839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1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15897,'-29'-3'10237,"39"-14"-7656,-4 0-501,16 11-428,16-5-1332,3-1-320,10 1 0,13-1 0,2-2 0,4 0 0,10 2 0,9-2-2012,-1-3-1144,-8 0-1053,2 2-2675,4 7-6638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1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1271 64 12217,'-37'-19'1011,"-35"-24"3443,58 42-618,-17 11-1420,28-9-2186,1 2-1,0-1 1,-1 0 0,1 0-1,0 1 1,0-1 0,0 1-1,0 0 1,1-1-1,-1 1 1,1 0 0,-1 0-1,1 0 1,0 0-1,0 0 1,1 1 0,-1-1-1,1 0 1,-1 0 0,1 0-1,0 1 1,1 4-1,-1 9 514,2 0-1,6 31 0,4-9-422,1-1-1,1-1 1,39 71-1,-28-58-272,-1-2-47,28 53 0,62 176 0,-103-241 0,-1 0 0,-2 0 0,-2 1 0,-1 0 0,-2 0 0,-1 0 0,-2 0 0,-1 0 0,-8 43 0,-1-33 10,-2-1 0,-3-1 0,-1 0 0,-2-1 0,-2-1 0,-1-1 0,-3-1 0,-1 0 0,-40 47 0,3-16-141,-2-2 0,-4-3 1,-128 98-1,105-99-2417,-135 75-1,-113 28-9251,173-95-663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0 681 7237,'0'0'4424,"13"8"-2607,-2-2-778,0 0 1,0 1 0,0 0-1,8 9 1,-9-8-818,0 0 1,0-1-1,1 0 0,15 7 1,11 0 174,1-1-1,0-2 1,65 10 0,123 5 283,-215-25-658,560 15 494,5-38-282,-560 21-227,2248-138 233,-1312 76-217,5846-258 33,-6122 303-56,1929-73 47,-2225 64-19,-16-24-23,-327 43-14,55-20-1,-90 28 3,0-1-1,0 0 1,0 1 0,0-1-1,0 0 1,0 0 0,-1 0-1,1 0 1,0 0-1,-1-1 1,1 1 0,-1-1-1,1 1 1,-1-1 0,0 1-1,1-1 1,-1 0-1,1-1 1,-2 2-11,0-1-1,0 1 1,1 0 0,-1-1-1,0 1 1,0 0 0,-1-1-1,1 1 1,0 0 0,0 0-1,0-1 1,-1 1 0,1 0-1,-1 0 1,1-1 0,-1 1-1,0 0 1,1 0 0,-1 0-1,-1-2 1,-2-1-136,0 0 0,-1 0 0,1 0 0,-1 0 0,1 1 0,-1 0 0,0 0 0,0 0 0,-1 0 0,-8-2 0,-7-3-293,3 0-1980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4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 15513,'-13'-3'1088,"0"1"395,1-1 4303,22 36 67,-6-11-5081,-1 1 1,1 31-1,1 17-45,13 107-750,-5 234-1,-19-152-2774,4-217 1150,-2 60-3289,4-34-2917,0-9-4645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652 123 10877,'-6'-33'1479,"5"28"-491,0 0 0,0-1 0,0 1 0,-1 0 0,0 0 0,-1 0 0,1 0 0,-1 0 0,1 1 0,-1-1 0,-7-6 0,10 10-903,0 1-1,0 0 0,0-1 0,0 1 1,0-1-1,0 1 0,0-1 0,1 1 1,-1-1-1,0 1 0,0 0 1,0-1-1,0 1 0,1-1 0,-1 1 1,0 0-1,0-1 0,1 1 1,-1 0-1,0-1 0,1 1 0,-1 0 1,0-1-1,1 1 0,-1 0 1,1 0-1,-1-1 0,0 1 0,1 0 1,0 0-1,16-9 673,2 7-431,1 1 0,0 1 0,0 0 0,29 6-1,-24-3-133,31 4-26,0 3 0,0 3 1,-1 1-1,-1 4 0,-1 1 1,0 3-1,58 34 0,-99-49-144,-1 0-1,-1 0 0,0 1 1,0 0-1,0 1 0,-1 0 1,16 20-1,-22-24-16,1 0 1,-1 1-1,-1-1 1,1 0-1,-1 1 1,0 0-1,0-1 0,-1 1 1,0 0-1,0 0 1,0 0-1,0 0 1,-1 0-1,0 0 1,-1 0-1,1 0 0,-1 0 1,0 0-1,-2 6 1,-2 1-3,0-1 0,-1 1 0,0-1 0,-1-1-1,-1 1 1,0-1 0,0-1 0,-1 1 0,0-1 0,-1-1 0,-21 17 0,-8 3-25,-2-2 0,-44 21 0,-384 159-1900,346-158 854,-241 93-6153,331-127 3729,-40 25 0,9-1-7311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73 12669,'-3'-7'444,"0"1"0,0 0 0,0-1 0,0 1 0,-8-9 0,8 13-50,1-1-1,-1 1 1,0 0-1,0 0 1,0 0-1,0 0 1,-1 1-1,1-1 1,0 1-1,-1 0 0,1 0 1,-1 0-1,-5-1 1,3 1-198,0 1 1,0-1-1,0 1 1,1 0-1,-1 1 1,0-1-1,0 1 1,0 0-1,0 1 1,1-1-1,-1 1 1,-7 4-1,4-1 379,0 0-1,0 0 1,1 1 0,-1 1-1,1 0 1,-10 10 0,-3 8 762,1 1 0,1 0 0,-22 44 0,14-17-1337,2 2 0,3 1 0,2 1 0,3 1 0,2 0 0,3 1 0,2 1 0,-2 77 0,11-101 0,1 1 0,2 0 0,2-1 0,1 0 0,2 0 0,1 0 0,2-1 0,2 0 0,1 0 0,1-2 0,2 0 0,1 0 0,2-2 0,1 0 0,48 55 0,-31-46-797,2-2 1,2-1-1,1-2 0,2-2 1,1-2-1,78 40 0,-47-35-1950,1-3 0,2-4 0,133 31-1,-53-25-10469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5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16530,'-2'0'180,"1"0"1,-1 0-1,1 0 1,-1 1-1,1-1 1,-1 1-1,1-1 1,0 1 0,-1-1-1,1 1 1,-1 0-1,1 0 1,0-1-1,0 1 1,0 0 0,-1 0-1,1 0 1,0 0-1,0 1 1,0-1-1,0 1 1,0 1 249,0 0 0,0 0 0,1 0 0,-1 1 1,1-1-1,0 0 0,0 0 0,0 5 0,1 14 703,-4 46-189,0 332 5373,47 13-12234,-36-350 919,-3-21-3153,-2-10-2566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169 235 10821,'-7'-17'1771,"0"0"-1,-5-26 1,10 35-966,1 1-1,0-1 1,0 1 0,0-1-1,1 0 1,0 1 0,1-1-1,2-14 1,-2 19-641,1 0 1,0-1 0,-1 1-1,1 0 1,0 0-1,1 1 1,-1-1 0,0 0-1,1 1 1,-1-1-1,1 1 1,0 0 0,0 0-1,0 0 1,5-2-1,1-1 44,0 1 0,0 0 0,1 0 0,13-2 0,-7 3-103,0 1 0,1 0 0,-1 2 0,0 0 0,1 0 0,-1 2 0,1 0 0,-1 1 0,0 1-1,0 0 1,-1 1 0,1 0 0,-1 2 0,0 0 0,-1 0 0,26 19 0,-29-19-129,0 1 1,-1 0 0,0 1 0,0 0-1,-1 1 1,-1 0 0,0 0 0,0 1-1,-1 0 1,0 0 0,0 0 0,-2 1-1,1 0 1,-2 0 0,0 1 0,0 0-1,-1-1 1,0 1 0,-1 0-1,-1 0 1,0 19 0,-2-16-11,-2 0 1,0 1 0,0-1-1,-1 0 1,-1-1-1,-10 20 1,-49 84-145,48-93 158,1 0-1,1 1 1,1 0 0,1 1-1,-7 29 1,18-52 18,0 0 1,0 1-1,0-1 1,1 0-1,0 0 1,0 0-1,1 0 1,-1 1-1,1-1 1,0 0-1,0 0 1,1 0-1,0 0 1,-1-1-1,2 1 1,-1 0-1,6 7 1,2 1-89,0 0 0,2-1 0,0 0 0,15 11 0,-14-12-158,-1-1 0,-1 1 0,18 23-1,-28-32 230,0-1-1,-1 1 1,1-1 0,0 1-1,-1-1 1,0 1-1,1 0 1,-1-1-1,0 1 1,0 0-1,0-1 1,0 1-1,0 0 1,0 0-1,0-1 1,-1 1-1,1 0 1,-1-1 0,1 1-1,-1-1 1,1 1-1,-1-1 1,-1 3-1,-22 30-139,21-32 136,-4 6-13,0-1 0,-1 0-1,0 0 1,-1-1 0,0 0 0,-17 9-1,-64 24-105,36-18 89,-42 24-169,-67 27-1776,56-37-3368,85-28-290,14 8-3336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6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1620 17 13317,'-9'-16'10126,"13"25"-4288,4 5-7407,41 69 2015,134 253 2395,-153-273-2399,-3 3 0,-3 0 0,23 101 0,-39-125-442,-2 1 0,-1-1 0,-3 1 0,-1 0 0,-2-1 0,-2 1 0,-15 72 0,6-68 0,-2 1 0,-1-2 0,-3 0 0,-2-1 0,-2-1 0,-40 61 0,14-38 16,-2-3 0,-3-1 0,-2-4 0,-4-1 0,-83 63 0,10-23-255,-235 131 0,185-136-4833,-226 79-1,241-106-1810,11-4-5490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4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44 4504,'-25'-20'15629,"28"14"-15586,-3 4-27,0 1-1,1 0 1,-1 0 0,0 0-1,1 0 1,-1 0 0,1 0 0,-1 0-1,1 0 1,0 0 0,-1 1-1,1-1 1,0 0 0,-1 0-1,1 0 1,0 1 0,1-2 0,9 10-8,-10-8-10,0 1 1,0-1 0,1 1-1,-1 0 1,0-1 0,0 1 0,0 0-1,0 0 1,0 0 0,-1 0 0,1 0-1,0 0 1,0 0 0,0 0-1,-1 0 1,1 0 0,-1 0 0,1 1-1,-1-1 1,1 0 0,-1 0 0,0 1-1,0-1 1,1 0 0,-1 2-1,0 3 8,11 56 583,4 74 0,-10-80-325,7 280 1389,-11-195-1198,-20 749 1395,-3-156-1146,37 220-169,-4-441-270,-8-335-231,-3 501 188,-3-260-135,-14 194 290,14-583-38,-1 0 0,-2 0 0,-18 56 0,16-69-140,6-14-142,0 1 0,1-1 0,0 1 0,-1 0 0,1 0 0,0 0 0,1 0 0,-1-1-1,1 7 1,-1-4-104,0-1-1,0 0 0,-1 1 0,1-1 1,-1 0-1,0 1 0,-3 4 0,2-3 10,1-5 7,-12 26-133,-8-6 77,20-20 15,3 0-206,0 0 224,-1 1 0,1-1 1,0 1-1,0-1 1,1 0-1,-1 0 0,0 1 1,1-1-1,-1 0 0,1 0 1,0 0-1,-1-1 1,1 1-1,0 0 0,0-1 1,0 1-1,1-1 1,2 2-1,-4-2 39,-1-1 0,1 1 1,0 0-1,-1 0 0,0 0 1,1 0-1,-1-1 0,1 1 0,-1 0 1,0 0-1,0 0 0,1 0 0,-1 0 1,0 0-1,0 0 0,0 0 0,0 2 1,0 0-16,6 28-93,2 37 0,2 16 26,-7-69-35,0 0 0,1 0 0,0-1 1,1 1-1,1-1 0,0 0 0,1-1 0,0 0 1,19 25-1,10 4 34,3-2 0,51 43 1,-55-51 62,-14-16-50,1 0-1,0-1 1,0-1 0,2-2 0,0 0 0,0-1 0,1-2 0,0 0 0,46 8 0,3-3-177,0-4 0,89 0 1,537-35-450,-373 5 663,339-17-87,222-9 91,1244 4-115,-657 60 117,-1112-9 54,295 7-12,-273-5-7,2952 106 53,1081 154-77,-3921-231 31,2516 174-27,-1272-150 12,-1275-52 31,75 4-9,-381-12 1,660 9 30,-2-42 33,-386-18-75,-285 24-166,-145 22-225,1 0-147,-1-1-1,0 0 1,0 0-1,-1 0 1,1-1-1,0 1 1,-1 0-1,1-1 1,1-3 0,-7-6-4944,-2 1-3226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4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1316 3896,'15'-21'1923,"-14"19"167,0-1-1465,0 1-1286,7-13 4051,-8 15-3309,1 0 0,-1 0 0,0 0 0,1-1 0,-1 1 1,0 0-1,1 0 0,-1 0 0,0 0 0,1 0 0,-1 0 0,0 0 0,1 0 0,-1 0 0,0 0 0,1 0 1,-1 0-1,0 0 0,1 0 0,-1 0 0,0 0 0,1 1 0,-1-1 0,0 0 0,1 0 0,-1 0 0,0 0 1,0 1-1,1-1 0,-1 0 0,0 0 0,0 1 0,1-1 0,-1 0 0,0 0 0,0 1 0,0-1 0,1 0 1,-1 1-1,0-1 0,0 0 0,0 1 0,0-1 0,0 1 0,2 1-52,0 0 0,0 0 0,0-1 0,0 1 0,0 0-1,0-1 1,1 0 0,-1 1 0,0-1 0,1 0 0,-1 0 0,1 0 0,-1-1 0,1 1 0,0 0-1,3-1 1,52 4 198,-42-3-158,72-1 329,170-20 0,-65-17 716,-28 5-897,35 19-243,-134 11 165,79-12-1,76-17-132,-135 29-93,-16 1 23,17 0 124,-60 2-33,43-4 0,70-12 365,239-45-155,-353 56-234,115-17 50,-95 12-228,-36 7 196,1 0 0,0 0 0,20 0 0,122-11 36,-43 2-50,128-25-89,-44 5 68,379-10 56,1215-91-155,-861-8 248,-813 121-131,167-6-1,114 21 26,-256 4-16,-55 1-19,244-10-63,101-28-594,-265 22 340,342-22-241,117 59-145,-101 2 736,-416-23-71,102-2 102,-131-3-83,93-9-120,-44 4 72,-6 0 113,170-48 79,-230 43-90,100-14 14,206-9 0,-170 21-2,1650-57-286,-1100 93 321,-162-1-55,-465-16-42,234 3-176,0-26 230,-303 12 5,-1-2 1,52-18-1,-57 13-21,-30 9-15,0 1-1,29-5 1,-36 8 9,-1 1 0,1-1 0,0-1 0,0 1 0,-1-1 1,1 0-1,8-6 0,-10 5-15,1 1 0,-1 0 0,1 0 1,0 1-1,13-4 0,-11 4 5,1 0-1,-1-1 0,0-1 1,1 1-1,-2-1 0,14-8 1,-16 10-20,0 0 0,-1 0 0,1 1 0,0 0 0,1 0 0,-1 0 0,5 0 0,4-1 30,14-1-27,0 1-1,0 1 1,-1 1-1,42 6 0,31 0 28,315 0 40,-192-1-41,139 4-7,280 2 69,-255-5 3,-286-5-105,74 6-2,269 13-37,-259-14 54,267-27 0,-406 16 74,0-3 0,54-15 0,-70 7 69,-26 14-113,0-1 1,0 1 0,0-1-1,1 1 1,-1 1 0,1-1-1,8-1 1,-1-27 41,0 18-49,-12 12-2,1-1 1,0 1 0,0-1 0,0 0 0,-1 1-1,1-1 1,0 1 0,-1-1 0,1 0 0,-1 0 0,1 1-1,0-1 1,-1 0 0,0 0 0,1 0 0,-1 1-1,1-1 1,-1 0 0,0-1 0,1-1-11,1 0 0,-1 0 0,0 0-1,1 0 1,-1 1 0,1-1 0,0 1 0,0-1 0,0 1 0,0 0 0,1-1-1,-1 1 1,1 0 0,-1 1 0,6-4 0,-6 4-34,2 1 33,11-1-5,0 0 1,27-5 0,-39 5-32,160 0-130,-102-1 161,69 5 0,532 76 129,-201-12 64,371 19-141,-715-78-60,108 3 110,-171-10-91,216-7-164,-4-8 134,-209 12 90,86-8 54,-139 10-115,-1-1 81,93-28 133,91-1-175,-22 4-130,-102 14 110,-48 8-38,0 1 0,0 0 0,20 0 1,36-6-95,211 10 13,-121-4 11,-32 9 58,160 28 0,-255-29 71,264 38-111,732 98 14,-921-128 107,180 18 64,-226-30-81,98-10-1,-89 4 1,49-9-55,-62 6-180,63 1 0,-42 5-127,93-13 0,-170 14 323,1 1 50,62-5-86,-63 5 21,1-1 8,113-21 292,-113 21-278,1 0 0,-1-1-1,0 1 1,0-1 0,0 0-1,0-1 1,0 1 0,-1-1-1,1 1 1,3-4 0,13-9 238,-8 9-225,0 1-1,0 1 1,1 0-1,-1 0 1,1 1-1,20-2 1,-29 5-46,-1-1 199,-3 11-17,-1-1 1,1 1-1,-2-1 1,1 1-1,-1-1 1,-1 0-1,0 0 1,0 0-1,-9 16 1,-134 219 1448,100-175-1012,3 2 0,-63 142 0,80-136-269,-30 143-1,7 85 129,25-141-241,19-135-179,-80 410 388,-16-16-145,50-202-191,12-32-24,8 1 0,-10 285 0,38-404-52,-43 515-16,42-561 13,-29 154-14,-72 191 65,25-105 9,58-178-96,-12 96 0,-5 20 137,8-52-169,22-109 83,-2 0 1,-1-1-1,-2 0 1,-27 52-1,-93 149-45,44-85-8,47-79 127,-27 49-143,-62 159-1,84-151 45,-75 172 41,93-246-39,-78 149 25,82-165-1,-2-2 0,-51 62 1,-186 180 61,220-241-66,-12 12-24,-3-3-1,-87 61 1,126-100 28,0 1-83,-1-2 1,-40 19-1,-11-11 3,60-18 59,0 0 1,0 1-1,0 0 0,0 1 0,1 0 0,-16 10 0,-6 6-112,15-10-57,1 1 0,0 1 0,0 1 0,-18 19 0,5-2-101,20-21 123,1 0 0,-16 21 0,24-30 140,0 1-1,0-1 0,-1 1 1,1-1-1,0 0 0,0 0 1,-1 0-1,1 0 1,-1-1-1,1 1 0,-1-1 1,1 1-1,-1-1 0,1 0 1,-1 0-1,1 0 0,-1 0 1,1 0-1,-4-1 1,2 0 9,-2 0 1,0 0 1,0-1-1,0 1 1,1-1-1,-1-1 1,1 1-1,-1-1 0,-7-5 1,-21-9 122,-10 2 23,-1 2 1,-1 2-1,1 2 1,-2 2-1,1 2 1,-87 2-1,91 5-114,0 2-1,1 2 1,-63 16 0,61-7-163,-6 1-441,46-15 476,1 0 0,0-1 0,0 1 0,0 0 0,0 0 0,0 1 0,1-1 0,-1 0 0,0 1 0,1-1 0,-1 1 0,0-1 0,1 1 0,0 0 0,-1 0 0,1 0 0,0-1 0,0 1 0,0 0 0,0 1 0,1-1 0,-1 0 0,0 0 0,1 0 0,-1 0 0,1 0 0,0 3 0,-1-3 19,1 0-488,-1-1 511,0-1 0,0 1 0,1-1 0,-1 1 0,0 0 0,0-1 0,1 1-1,-1 0 1,1 0 0,-1-1 0,1 1 0,-1 0 0,1 0 0,-1 0 0,1 0-1,0 0 1,-1 0 0,1 1 0,-8 11-4322,-8-25-5705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193 102 5428,'15'-10'1324,"-15"10"-1262,1-1 0,-1 1 0,0 0 0,1-1 0,-1 1 0,0-1 0,0 1 0,0-1 0,1 1 0,-1-1 0,0 1 0,0-1 0,0 1-1,0 0 1,0-1 0,0 1 0,0-1 0,0 1 0,0-1 0,0 1 0,0-1 0,0 1 0,0-1 0,0 1 0,-1-1 0,1 1 0,-1-4 3968,4-8-1915,0-5-1001,0 12 3078,12-18-2729,-13 15 4597,-2 8-5936,-1-1 0,0 0-1,1 0 1,-1 1 0,0-1-1,1 0 1,-1 1 0,0-1 0,0 0-1,0 1 1,0-1 0,1 1-1,-1 0 1,0-1 0,0 1-1,0 0 1,0-1 0,0 1 0,0 0-1,0 0 1,0 0 0,0 0-1,-2 0 1,2 1 141,0 1 1,-1-1-1,1 1 0,0-1 0,0 1 1,0 0-1,0-1 0,1 1 0,-1 0 1,0 0-1,0 2 0,-5 12-1098,-82 212 331,65-154-1408,-17 90 1,32-120 773,-21 125-3567,25-133 1656,1-1 0,4 62 0,10-1-7386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6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480 331 15069,'0'0'4611,"-2"1"-2509,-5 4-1432,0 0-1,1 0 1,-1 0-1,1 1 1,1 0 0,-1 0-1,1 1 1,0-1 0,-6 12-1,-37 76 805,30-58-787,-57 136 265,74-170-707,2-5-198,11-31-8,2 1 0,1 0 0,26-40 0,70-89-76,-72 111 31,84-84 0,-102 115-7,0 1-1,2 2 0,0 0 1,1 2-1,1 0 0,0 2 1,29-11-1,-41 19 13,2-2-3,2 1 0,-1 1 1,1 0-1,0 1 0,0 1 1,0 1-1,30-1 0,-40 3 6,1 0 0,-1 1 0,1-1-1,-1 2 1,0-1 0,0 1 0,0 0-1,0 1 1,0 0 0,0 0 0,-1 0-1,1 1 1,-1 0 0,0 0 0,10 9-1,-12-8-3,0 0 0,0 0-1,-1 0 1,0 0-1,0 1 1,0-1-1,-1 1 1,1 0-1,-1 0 1,-1 0 0,1 0-1,-1 0 1,0 0-1,0 0 1,-1 0-1,0 0 1,0 1-1,-1-1 1,0 8 0,-2 0 12,0 1 0,-1-1 0,-1 0 1,0 0-1,-1 0 0,0-1 1,-1 0-1,-9 13 0,-79 97-48,50-68 20,-2 1 48,23-29-22,-30 46 0,52-71-11,1 1-1,0-1 1,-1 0 0,1 1-1,0-1 1,0 0 0,1 1-1,-1-1 1,0 1-1,1 0 1,-1-1 0,1 1-1,0-1 1,0 1-1,0 0 1,0-1 0,1 1-1,-1-1 1,2 5 0,-1-3 0,1-1 1,0 0 0,0 0 0,0 0-1,0 0 1,0-1 0,1 1 0,-1-1 0,1 1-1,0-1 1,0 0 0,5 3 0,7 3-12,1 0 0,0-2 1,0 0-1,28 7 0,-42-13 11,72 17-47,-45-12 6,-1 1 1,0 2 0,29 12-1,-55-19 43,-1-1 0,0 1-1,1-1 1,-1 1 0,0 0 0,0 0-1,1-1 1,-1 1 0,0 0-1,0 0 1,0 0 0,0 0 0,0 0-1,0 0 1,-1 1 0,1-1-1,0 0 1,0 0 0,-1 1 0,1-1-1,-1 0 1,1 1 0,-1-1-1,0 0 1,1 1 0,-1-1 0,0 1-1,0-1 1,0 1 0,0-1-1,0 0 1,0 1 0,-1-1 0,1 2-1,-2 0 1,1 1-1,0-1 1,-1 0-1,0 0 1,0 0-1,0-1 0,0 1 1,0 0-1,0-1 1,-1 1-1,1-1 1,-1 0-1,-4 3 1,-14 8-4,-2 0 1,1-2-1,-39 13 1,-78 18 65,119-37-60,-247 62 87,-67 19-698,119-11-3322,170-54 1705,28-12-981,0-1-4079,4-2-4051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6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16 14881,'-32'-11'3148,"18"7"1122,1 6-2563,5 0-481,-32 2-541,0 2 0,0 2 0,1 2 0,0 2 0,0 1 0,2 2 0,-1 1 0,2 2 0,1 2 0,-58 41 0,54-31-685,2 1 0,0 2 0,-35 42 0,69-71 0,0 0 0,0 0 0,0 0 0,1 0 0,0 1 0,-1-1 0,-1 9 0,4-13 0,-1 1 0,1 0 0,0 0 0,0 0 0,0 0 0,0 0 0,0 0 0,0-1 0,0 1 0,0 0 0,0 0 0,0 0 0,0 0 0,1 0 0,-1 0 0,0-1 0,1 1 0,-1 0 0,0 0 0,1 0 0,-1-1 0,1 1 0,0 0 0,-1-1 0,1 1 0,-1 0 0,1-1 0,0 1 0,-1-1 0,1 1 0,0-1 0,0 1 0,0-1 0,-1 0 0,1 1 0,0-1 0,0 0 0,0 0 0,0 1 0,0-1 0,-1 0 0,1 0 0,0 0 0,0 0 0,0 0 0,1 0 0,11-2 0,-1 1 0,1-2 0,-1 0 0,1 0 0,-1-1 0,0-1 0,0 0 0,21-12 0,-6 4 0,79-45 0,-74 38 0,66-29 0,-96 48 0,2-1 0,-1 1 0,0 0 0,0 0 0,0 0 0,0 1 0,1-1 0,-1 1 0,0 0 0,1-1 0,-1 1 0,0 1 0,1-1 0,-1 1 0,0-1 0,0 1 0,1 0 0,-1 0 0,0 0 0,0 0 0,0 1 0,0 0 0,0-1 0,-1 1 0,4 3 0,1 2 0,-2 0 0,1 0 0,-1 0 0,0 1 0,-1 0 0,1 0 0,4 16 0,26 50-3415,28 34-9061,-37-68-1416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7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60 17310,'0'1'3483,"6"12"-1847,-1 0-580,0-1-1,2 0 0,0 0 1,0 0-1,1-1 0,16 19 1,-9-15-457,1 0 0,0-1 0,35 23 0,-22-20-774,2-1 0,0-1 0,1-1-1,0-2 1,43 11 0,-49-17-63,0-1 0,0 0-1,1-2 1,-1-1 0,1-2 0,0 0 0,45-7-1,-61 5 248,0 0 0,0-1 0,-1 0 0,1-1-1,-1 0 1,0-1 0,0 0 0,0 0 0,-1-1-1,0-1 1,0 1 0,0-1 0,-1-1 0,0 0-1,-1 0 1,1 0 0,-2-1 0,1 0 0,-1-1-1,-1 1 1,6-11 0,-1-11 651,0 0 1,-2-1-1,-2 0 0,4-33 1,-9 58-646,-1-11-15,-5 14 0,-7 12 0,12-8 0,-6 5 0,0 0 0,0 0 0,1 1 0,0-1 0,0 1 0,1 0 0,0 1 0,0-1 0,-6 14 0,-25 71 0,29-74 0,-32 139 0,17-60 0,-99 523 0,12 14 0,64-430 0,-78 213 0,102-360-92,-1-1 0,-4-2 0,-1 0 0,-3-2 0,-45 62 0,58-92 44,-1-1 0,-1-1 0,0 0 0,-2-1 0,0-1 0,-1-1 0,0-1 0,-1 0 0,-1-2 0,0-1 0,-1-1 0,0 0 0,-1-2 0,-29 6 1,32-10 7,-1-2 0,1 0 1,-1-1-1,1-2 1,-1 0-1,0-2 1,1 0-1,-1-1 1,1-2-1,0 0 1,-41-16-1,53 17 68,-1-1-1,1 0 1,0-1-1,0 0 1,1 0 0,0-1-1,0 0 1,0-1-1,1 0 1,0 0 0,1-1-1,0 0 1,0 0-1,1-1 1,0 0-1,1 0 1,0 0 0,0 0-1,1-1 1,1 0-1,0 0 1,0 0-1,1 0 1,0-1 0,1-12-1,1-6 27,2 0 0,1 1 0,1-1 0,2 1 0,1 0-1,1 1 1,2 0 0,0 0 0,18-31 0,12-16-17,97-133-1,-53 97-679,5 4-1,4 4 0,170-145 0,179-98-5156,-132 140-4699,-184 128 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50 246 12637,'0'0'3714,"4"-1"-2030,9-4-1115,0 1 0,1 1 0,-1 1 0,1 0 1,0 0-1,0 2 0,16 0 0,45-4 286,-17-3-231,61-17 0,-101 19-486,-1 0 0,0-1 0,0-1 0,-1-1 0,1 0 0,-2-1 0,26-19 0,-40 27-106,1 0 0,0 0 0,-1 0 0,1 0 0,0-1 0,-1 1 0,0-1 0,1 1-1,-1-1 1,0 1 0,0-1 0,0 0 0,0 0 0,0 0 0,0 1 0,0-1 0,-1 0 0,1 0 0,-1 0 0,1 0 0,-1 0 0,0 0 0,0 0-1,0 0 1,0-1 0,0 1 0,0 0 0,-1 0 0,1 0 0,-1 0 0,1 0 0,-1 1 0,0-1 0,1 0 0,-1 0 0,-2-3 0,-1 1 57,0-1 1,0 1-1,0 0 0,-1 0 1,1 0-1,-1 1 1,0-1-1,0 1 1,-10-4-1,8 5 42,0 1-1,0 0 1,0 0 0,0 0-1,0 1 1,0 0-1,0 1 1,0-1-1,0 1 1,0 1 0,0-1-1,1 1 1,-12 5-1,10-5 44,-16 7-7,1 1 0,0 0 0,1 2 0,0 0 1,1 2-1,1 0 0,0 2 0,0 0 0,-23 26 0,18-15 37,2 0 0,1 2 0,2 0-1,0 2 1,-29 62 0,42-77-204,1-1 0,1 2 0,0-1 0,1 0 0,1 1 0,0 0 0,1 0 0,1 0 0,1 0 0,0 0 0,4 24 0,-2-30 0,1 1 0,0-1 0,1 0 0,0 1 0,1-2 0,0 1 0,1-1 0,0 1 0,1-2 0,0 1 0,0-1 0,1 0 0,0 0 0,1-1 0,-1 0 0,2-1 0,12 9 0,4-1-698,0 0 1,1-2-1,1-1 0,0-2 0,1 0 1,0-2-1,46 7 0,-39-10-1134,0-1 1,1-3-1,-1-1 0,0-1 0,70-12 0,-28-6-11378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17 12733,'-19'-17'2764,"41"17"-71,-41 6-357,7 2-344,2 7-336,-3 2-296,1 9-352,-7 14-167,9-3-169,0 6-116,4-1-152,3 4-436,3 3-912,6-4-349,-3 1-835,1 6-744,2-1-3557,-3 0-5904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230 492 12633,'0'-4'2170,"-1"-1"-1749,1 1 0,1-1 0,-1 1 0,1-1 0,0 1 0,0-1 0,0 1 1,0 0-1,1-1 0,0 1 0,0 0 0,0 0 0,0 0 0,1 0 0,-1 1 0,6-6 0,36-52 2600,-27 37-2159,1 0 0,1 1-1,22-21 1,51-51 620,-67 66-917,1 2 0,50-41 0,-73 66-550,0 0 0,0 0 0,0 1 0,0-1 0,0 1 0,0 0 0,0 0 0,0 0 0,1 0 0,-1 0 0,0 1 0,1-1-1,-1 1 1,1 0 0,-1 0 0,0 0 0,1 1 0,-1-1 0,0 1 0,1 0 0,-1 0 0,0 0 0,0 0 0,0 0 0,0 1 0,0-1 0,0 1 0,0 0 0,0 0-1,3 4 1,3 2 2,-1 0-1,0 0 0,0 1 1,-1 0-1,0 1 0,-1 0 0,9 15 1,-8-10 2,-1 0 1,0 0 0,-2 1-1,1-1 1,-2 1 0,0 0-1,0 0 1,-2 0 0,0 0-1,-1 1 1,-1-1 0,0 0-1,-1 0 1,-7 28 0,3-25 2,0-1 1,-2 0 0,0 0 0,0 0-1,-2-1 1,0 0 0,-1-1-1,-1 0 1,-1-1 0,0 0-1,-27 23 1,5-11-712,-1-2 0,-1-1 0,-1-2 0,-1-2 0,0-1 0,-2-2 0,0-2-1,-1-2 1,-71 13 0,23-7-4271,33-6-1297,0 0-5418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9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3 555 13541,'0'0'107,"0"0"-1,1 0 0,-1-1 0,0 1 1,1 0-1,-1-1 0,0 1 0,1 0 1,-1-1-1,0 1 0,0 0 0,0-1 1,1 1-1,-1-1 0,0 1 0,0 0 1,0-1-1,0 1 0,0-1 1,0 1-1,0-1 0,1 1 0,-1-1 1,-1 1-1,1 0 0,0-1 0,0 1 1,0-1-1,0 1 0,0-1 0,0 1 1,0 0-1,0-1 0,-1 1 0,1-1 1,0 1-1,0 0 0,-1-1 1,1 1-1,0 0 0,-1-1 0,1 1 1,0 0-1,-1 0 0,1-1 0,0 1 1,-1 0-1,1 0 0,0-1 0,-1 1 1,1 0-1,0-5 6402,9-4-3765,-8 8-2148,13-7-129,0-1 0,1 2 0,0 0 0,0 1 0,0 0-1,1 1 1,17-3 0,8-4-339,459-118-127,-262 72 0,-168 40 0,441-102 0,-422 102-75,0-3 1,168-66-1,-254 86-1279,-9 2-1254,-19 3-1023,-1 1 0,1 2 0,-46 17 0,11 6-7442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3:59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16077,'-4'4'501,"1"1"0,0-1 0,-1 1 0,2 0-1,-1 0 1,0 1 0,1-1 0,0 0-1,0 1 1,1 0 0,0-1 0,0 1-1,0 0 1,0-1 0,1 1 0,0 0-1,1 8 1,-1 6 528,-39 381 4953,24-281-5317,-4 136-6073,19-223 3589,2 0 0,1 0 0,2-1 0,1 1 0,18 56 0,0-29-11642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13757,'0'0'1926,"0"4"-65,0 10-1183,0 0 0,1 0 0,1 0 0,0 0 0,1-1 0,0 1 0,1 0 0,6 12 0,13 55 349,-20-50-948,-1 0 1,-1 0 0,-7 61-1,0 9-478,6-98 373,2-3-34,18-5 223,-1-1-1,0-1 1,-1-1 0,32-17-1,-29 14 384,1 0 0,45-15-1,-42 20-187,0 0 0,0 2-1,1 1 1,-1 0-1,36 3 1,-47 1-259,0 0 1,-1 1-1,1 1 0,0 1 1,-1-1-1,0 2 0,0 0 1,0 1-1,0 0 0,-1 1 1,16 11-1,11 12 61,-27-21-124,-1 0-1,1-1 0,1 0 1,0-1-1,16 6 0,-18-8-50,1-1 0,0 0-1,-1-1 1,1-1 0,0 0 0,1-1-1,-1 0 1,0 0 0,0-2 0,1 1-1,-1-2 1,0 1 0,0-2 0,14-4-1,-13 3-11,1 0 0,-1-2-1,0 0 1,-1 0 0,0-1-1,0-1 1,0 0 0,-1 0-1,0-1 1,-1-1 0,15-16-1,-22 22 45,0 0-1,0 0 0,0 0 0,-1 0 0,0-1 0,0 1 0,1-6 0,0 4 50,-3 4-3,0 1-1,-1 0 1,1-1 0,0 1-1,0-1 1,0 1 0,-1 0-1,1-1 1,-1 1 0,1 0-1,-1 0 1,0-1-1,1 1 1,-1 0 0,0 0-1,0 0 1,0 0 0,0 0-1,0 0 1,0 0 0,-2-2-1,-2 3 27,1 0-1,-1 0 1,0 0-1,1 0 1,-1 1-1,1 0 1,-1 0-1,1 0 1,0 1-1,-5 1 1,1 0-37,-6 1-47,1 1-1,-1 0 1,1 1-1,0 1 1,1 0-1,0 0 1,0 1-1,0 1 1,1 0-1,1 1 1,-1 0-1,-14 18 1,23-25-5,0 0 0,1-1 0,-1 1 0,0 0 0,1 0 0,-1 0 0,1 0 0,0 0 0,0 0 0,0 0 0,1 0 0,-1 0 0,1 1 0,-1-1 0,1 0 0,0 0 0,0 1 0,1-1 0,-1 0 0,1 0 0,-1 1 0,1-1 0,0 0 0,0 0 0,1 0 0,-1 0 0,1 0 0,-1 0 0,1-1 0,0 1 0,0-1 0,0 1 0,0-1 0,1 1 0,-1-1 0,1 0 0,-1 0 0,1 0 0,3 1 0,6 5 0,1-2 0,0 1 0,0-2 0,1 1 0,0-2 0,0 0 0,20 3 0,-2-2-390,-1-2-1,1-2 1,0 0 0,0-2 0,0-2-1,0 0 1,-1-2 0,1-2 0,29-10-1,-38 9 99,0-1-1,-1 0 0,0-2 1,-1 0-1,0-2 0,-1 0 1,0-1-1,-1-2 0,-1 1 1,0-2-1,-2-1 0,23-28 1,-18 16 1137,31-59 1,-42 67 7,1 1-1,1 1 0,1 0 1,1 1-1,0 0 1,22-20-1,-35 38-850,1-1 0,0 1 0,0 0 0,-1-1 0,1 1 0,0 0 1,0 0-1,0 0 0,0 1 0,0-1 0,1 0 0,-1 1 0,0-1 0,0 1 0,0 0 0,0 0 0,1 0 0,-1 0 0,0 0 0,0 0 0,0 1 0,0-1 0,1 1 0,-1-1 0,0 1 0,0 0 0,0 0 0,0 0 0,2 1 0,2 2-3,-1 0-1,0 0 1,1 1 0,-2-1-1,1 1 1,0 0 0,-1 0-1,4 7 1,10 19 1,-1 1 0,-2 1 0,-1 1 0,-1 0 0,8 37 0,-17-55 0,0-6 0,0 1 0,0-1 0,1 0 0,0 0 0,1 0 0,0 0 0,1-1 0,0 0 0,0-1 0,12 11 0,-16-16 0,0 0 0,1 0 0,-1 0 0,1-1 0,0 0 0,0 1 0,0-1 0,0-1 0,1 1 0,-1 0 0,0-1 0,1 0 0,-1 0 0,1-1 0,-1 1 0,1-1 0,-1 0 0,1 0 0,-1 0 0,1-1 0,-1 1 0,1-1 0,-1 0 0,1-1 0,-1 1 0,0-1 0,0 0 0,8-4 0,-4 1 0,0-1 0,0 0 0,-1 0 0,0-1 0,0 0 0,-1 0 0,1 0 0,-2-1 0,1 0 0,-1 0 0,0-1 0,-1 1 0,0-1 0,0 0 0,-1 0 0,0-1 0,3-14 0,-4 11 0,-1 0 0,0 0 0,-1 0 0,0-1 0,-1 1 0,0 0 0,-1 0 0,0 0 0,-2 1 0,1-1 0,-1 1 0,-12-23 0,5 15 0,-1 1 0,0 0 0,-2 1 0,0 0 0,-1 1 0,-1 1 0,-1 0 0,0 1 0,-1 1 0,0 1 0,-1 1 0,0 0 0,-1 1 0,-1 1 0,0 1 0,0 1 0,0 1 0,-1 1 0,0 1 0,0 1 0,-1 0 0,-29 0 0,39 4-1133,0 1 0,0 0 1,0 1-1,0 0 0,-14 5 0,23-5 533,0-1 0,0 0-1,1 1 1,-1 0 0,1 0-1,-1 0 1,1 0-1,0 1 1,-5 3 0,7-4 359,0-1 1,0 0 0,0 1 0,0-1 0,0 1-1,1-1 1,-1 1 0,0-1 0,1 1-1,-1 0 1,1-1 0,-1 1 0,1 0-1,0-1 1,0 1 0,0 0 0,0 0-1,0-1 1,0 1 0,0 0 0,1-1 0,0 4-1,0-2-1174,1 0 1,-1 0-1,1 0 0,0 0 0,0-1 0,0 1 0,3 3 0,-5-6 1277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5 267 14321,'-2'-9'-9,"-1"-9"4335,24 32 895,-21-13-5187,33 20 3023,-25-16-2711,0-1 1,-1 2 0,12 10 0,-8-5-224,-1 1 0,-1 1 0,0 0 1,-1 0-1,0 1 0,-1 0 0,0 0 0,-2 1 0,1-1 0,-2 1 0,0 1 0,-1-1 0,0 0 0,-1 1 0,-1 0 0,0-1 0,-2 1 0,1 0 0,-2-1 1,0 1-1,-1-1 0,-1 0 0,0 1 0,-1-2 0,-9 22 0,-9-3 70,15-24-57,6-6 560,2-6-522,1-17-167,2 0 0,0 0 0,1 0 0,1 1 1,0-1-1,2 1 0,0 0 0,14-23 0,3-4-144,3 2 0,36-47 0,-16 32-2128,60-61 1,-19 40-2163,-57 57 254,33-21 0,10 2-7930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16 404 12649,'-1'0'133,"1"0"0,-1 0 0,1 0 0,-1 0 0,0 0 0,1-1 0,-1 1 0,1 0 0,-1 0 0,1 0 0,-1 0 0,0-1 0,1 1 0,-1 0 0,1-1 0,-1 1 0,1 0 0,-1-1 0,1 1 0,0 0 0,-1-1 0,1 1 0,-1-1 0,1 1 0,0-1 0,-1 1 0,1-1 0,0 1 0,0-1-1,-1 0 1,1 1 0,0-1 0,0 1 0,0-1 0,0 1 0,-1-6 6139,4 5-4992,68-40 1480,-53 32-2466,-1-1 0,1 0 0,29-25 0,-36 25-202,0-1 1,-1 0-1,0 0 0,-1-1 1,0 0-1,-1-1 0,10-20 1,-15 25-54,0 1 0,0-1 0,-1 0 1,0 0-1,0 0 0,-1-1 0,0 1 1,0 0-1,-1-1 0,0 1 0,0 0 1,-1-1-1,0 1 0,-5-16 0,6 23-36,-1-1 0,1 1 0,-1-1 0,1 1 0,-1 0 0,1-1 0,-1 1 0,0 0-1,0-1 1,0 1 0,0 0 0,0 0 0,0 0 0,0 0 0,0 0 0,0 0 0,-1 0-1,1 0 1,0 0 0,0 0 0,-1 1 0,1-1 0,-1 1 0,1-1 0,-1 1-1,1-1 1,-1 1 0,1 0 0,-1 0 0,1 0 0,-1 0 0,1 0 0,-1 0 0,1 0-1,-1 0 1,1 0 0,-1 1 0,1-1 0,-1 1 0,1-1 0,0 1 0,-1 0 0,-2 1-1,-2 2 4,-1 0 0,1 0 0,-1 0 0,1 1 0,1 0-1,-1 0 1,1 1 0,-6 6 0,2 2-9,0 1 1,0 0-1,2 0 1,0 1-1,0 0 1,2 0-1,0 0 1,0 1-1,2-1 1,0 1 0,1 0-1,1 0 1,0 0-1,2 0 1,-1 0-1,2 0 1,1 0-1,0 0 1,1 0-1,9 24 1,-11-35-91,1 0-1,0 0 1,1 0 0,0 0 0,0 0-1,0-1 1,0 0 0,1 0 0,0 0 0,0 0-1,0-1 1,1 0 0,-1 0 0,1 0 0,0-1-1,0 0 1,1 0 0,-1 0 0,0-1-1,1 0 1,0 0 0,9 1 0,-3-2-74,0 0 0,0-1 1,0 0-1,0-1 0,0 0 1,0-1-1,0-1 0,-1 0 0,1-1 1,23-10-1,-28 9 126,0 1 0,0-2 0,-1 1 0,0-1 0,0 0 0,0-1 0,9-11 0,18-18-45,-24 28 32,-2-1-1,1 0 1,13-21 0,-20 30 49,0-1 1,1 0-1,-1 1 1,0-1-1,0 1 1,1 0 0,-1 0-1,0 0 1,1 0-1,-1 0 1,0 1-1,1-1 1,-1 1-1,3 0 1,-3 0 0,0 0 0,0 0 0,0 0 0,0 0 0,0 0 0,0 0 0,0 1 0,0-1 0,0 1-1,-1-1 1,3 4 0,2 0 10,37 39-13,-41-42 56,38 8 26,-39-9-73,0-1 1,0 0-1,0 0 0,0-1 1,0 1-1,0 0 0,0 0 1,0 0-1,0-1 0,0 1 1,0 0-1,0-1 0,0 1 1,0-1-1,0 1 0,-1-1 1,1 1-1,0-1 0,0 0 1,0 0-1,2-2 1,20-9-20,-13 6 4,1 0-1,-1 1 0,1 1 1,12-4-1,-18 7 15,0 0 0,0 0 0,0 1 0,0 0 0,0 0 0,-1 0 0,1 0 0,0 1 0,0 0-1,0 0 1,0 0 0,-1 1 0,7 2 0,2 2-202,0 1 1,20 14-1,-26-15-12,1-1-1,0 0 1,0 0 0,1-1 0,-1 0-1,1 0 1,12 3 0,-17-7 141,-1 1 0,0-1 0,1 0 0,-1 0 1,1 0-1,-1 0 0,0-1 0,1 1 0,-1-1 0,0 0 1,1 0-1,-1 0 0,0 0 0,0-1 0,0 1 0,0-1 0,0 0 1,5-4-1,0-1-14,0-1-1,-1-1 1,0 0 0,9-13-1,-10 13 37,0 0 0,1 0 0,0 1 0,12-11 0,-8 11-121,0 0 0,0 1 0,21-10-1,-27 15-51,1-1 0,1 1-1,-1 0 1,0 0 0,0 1-1,1 0 1,-1 0-1,1 0 1,12 1 0,76 7-5463,-72 2 3144,-23-8 2480,1-1 1,0 0 0,-1 1 0,1-1 0,0 1-1,0-1 1,-1 0 0,1 0 0,0 1-1,0-1 1,-1 0 0,1 0 0,0 0-1,0 0 1,-1 0 0,1 0 0,0 0-1,0 0 1,0 0 0,-1 0 0,1-1-1,0 1 1,0 0 0,-1 0 0,1-1-1,0 1 1,-1 0 0,1-1 0,0 1-1,-1-1 1,1 1 0,0-1 0,0 0-1,25-23 642,-23 21-355,0-1 1,0 1-1,1 0 0,-1 1 1,0-1-1,7-3 0,-6 4 290,0-1 0,-1 1 1,1-1-1,0 0 0,-1 0 0,0 0 0,0 0 0,0 0 0,3-5 0,-1 2-161,-4 4 83,-23 1-1465,-1-1-5127,2 2 50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75 4236,'-2'2'627,"-1"1"0,1-1 0,0 0-1,-1 0 1,1 0 0,-1 0 0,0-1 0,1 1-1,-1-1 1,0 1 0,0-1 0,0 0-1,-3 1 1,-5 1 10626,5-36-9825,-3 22-779,0 1 0,-1 0 0,-1 1-1,0 0 1,-19-11 0,16 46 357,13-11-709,1 0 0,0-1 0,4 28 0,1 15 249,-2 18-431,-1 176 138,-4-196-229,-3 0 1,-19 85 0,13-95-609,-2 14-2856,-25 68 0,35-120 1914,0 0 0,-1 0 0,0 0 0,-6 6 0,3-2-3128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82 8929,'0'-17'394,"-1"-12"10902,-1 17-8900,1 10-999,0 1-1094,-1 0 1,1-1 0,-1 1-1,1 0 1,0 0 0,-1-1-1,1 1 1,0-1 0,0 1-1,0-1 1,0 1 0,-1-4-1,24 4-134,0 1 0,0 2 1,0 0-1,0 1 0,0 0 0,26 10 0,5 3 7,71 33 0,34 33 18,-134-68-172,-2 1 1,0 1-1,0 1 1,27 30-1,-45-42-18,1 0-1,-1 0 0,-1 0 0,1 1 0,-1-1 0,0 1 0,0 0 1,0 0-1,-1 0 0,0 0 0,0 0 0,1 8 0,-3-9-1,0 0 0,0 0 0,0 0-1,0 0 1,-1 0 0,0 0 0,0 0-1,0-1 1,-1 1 0,1 0 0,-1-1-1,0 1 1,-1-1 0,1 0 0,-1 1-1,-5 6 1,-3 0-5,0 0 1,0 0-1,-1-1 0,0-1 1,0 0-1,-1-1 1,-19 9-1,-104 41-581,125-53 482,-235 78-3584,80-46-2604,112-27-50,13 6-3925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6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35 13249,'-2'-21'2448,"-4"14"1323,-6 4-2914,11 2-273,-1 1-357,0-1 0,1 1 0,-1-1 1,0 1-1,0 0 0,1 0 0,-1-1 0,0 1 0,0 1 0,0-1 0,1 0 0,-1 0 0,0 1 0,1-1 0,-1 1 1,0-1-1,0 1 0,1 0 0,-1-1 0,1 1 0,-1 0 0,1 0 0,-1 0 0,1 0 0,0 1 0,-1-1 0,1 0 0,0 0 1,0 1-1,0-1 0,0 1 0,-1 1 0,-4 7 304,1 1 0,0-1 1,-7 22-1,9-23 20,-35 113 186,-32 195 0,28-110-523,27-137-214,3 1 0,-6 103 0,17-148 0,1 0 0,2 0 0,0 0 0,2-1 0,0 1 0,2 0 0,1-1 0,1 0 0,1-1 0,13 27 0,-12-35-443,1-1 1,0-1-1,0 0 1,1 0-1,1-1 0,1-1 1,0 0-1,0-1 1,1 0-1,0-1 0,1-1 1,0 0-1,1-2 1,0 0-1,0 0 0,0-2 1,35 7-1,-23-6-652,0-3 0,0 0 0,1-2 0,-1 0-1,1-3 1,-1 0 0,0-2 0,0-1 0,0-1-1,38-14 1,-12-2-8674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396 140 12481,'-64'20'8569,"55"-16"-8226,0 0 1,1 1-1,0 1 1,0-1 0,0 1-1,1 0 1,-1 1 0,-6 8-1,-23 30 514,2 2 0,-35 62 0,-6 9-344,61-94-318,14-22-131,-9-11-4,9 7-58,0 1-1,0-1 1,0 0-1,0 1 1,1-1 0,-1 0-1,0 0 1,1 0-1,-1 0 1,1 0-1,0 1 1,0-1 0,0 0-1,0 0 1,0 0-1,0 0 1,1-3-1,10-41 29,-5 25-5,3-14-46,2 0 0,2 1 0,0 1 0,3 0 1,0 1-1,2 0 0,2 2 0,0 0 0,2 1 0,45-44 1,-61 67 28,0 1 1,0-1 0,1 2 0,0-1 0,0 1 0,0 0-1,0 0 1,1 1 0,-1 0 0,1 0 0,0 1-1,10-2 1,-13 3 47,0 1 1,-1 0-1,1 0 0,0 0 0,-1 1 0,1 0 0,0 0 0,-1 0 0,1 0 0,-1 1 1,0 0-1,1 0 0,-1 0 0,0 0 0,0 1 0,0-1 0,-1 1 0,1 0 1,-1 0-1,1 0 0,-1 1 0,5 7 0,2 3 232,0 2-1,-1-1 1,-1 1-1,0 1 1,-1-1 0,-1 1-1,5 24 1,18 127 1161,-23-119-1277,4 53-269,-6 204 0,-2-267-1112,-1-15 507,-1-8-2818,-1-4-2529,-1 1-3741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6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34 13761,'-26'-8'8881,"36"-6"-7773,0 2-236,12 12-184,29 3-208,136 14-2328,-114-17 284,0 0-544,6 0-108,-6-8-833,0-1-1291,-3 6-3341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18 14389,'-13'-17'2619,"6"16"589,-8 11-1516,11-7-1184,0 1 1,0-1-1,1 1 0,-1 0 1,1 1-1,-1-1 1,1 1-1,1-1 0,-1 1 1,-3 9-1,-16 54 2324,21-68-2794,-44 211 1521,-6 19-721,11-106-3074,-37 148-7898,74-255 3489,2 3-4123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7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104 277 10741,'4'-3'641,"-1"-1"0,0 0 0,-1 0 0,1 0 0,-1 0 0,0 0 0,0 0 0,0-1 0,0 1 0,1-8 0,14-27 8592,-19 41-8465,-4 7-559,1 0 0,-1 0 0,2 1 0,0 0 0,0 0 0,1 0 0,0 0 0,0 0 0,0 13 0,-8 20 241,-74 253 1231,82-288-1511,0-9-69,-1-17-51,5-37-137,7 15 83,2-1 1,2 2 0,1-1-1,2 2 1,32-59 0,-32 70-74,2 0 1,0 1-1,2 1 1,1 1-1,1 0 1,1 2 0,0 1-1,28-20 1,-42 35 36,-1 1 0,1 1 0,0 0 0,0 0 0,0 0 0,1 1 0,13-4 0,-20 7 34,-1 0 1,1-1-1,0 1 1,0 0-1,-1 0 1,1 0-1,0 0 1,0 0-1,0 0 1,-1 1-1,1-1 1,0 1-1,-1-1 1,1 1-1,0-1 1,-1 1-1,1 0 1,-1 0-1,1 0 1,-1 0-1,1 0 1,-1 0-1,0 0 1,0 0-1,1 1 1,-1-1-1,0 1 1,0-1-1,0 0 1,0 1-1,-1 0 1,1-1-1,0 1 0,0-1 1,-1 1-1,0 0 1,1 0-1,-1-1 1,0 1-1,1 0 1,-1 0-1,-1 3 1,1 10-5,0 0 0,-1-1 0,-1 1 1,-1 0-1,-4 16 0,2-14 1,2 0 0,0 0 0,-1 23 0,4-31 13,1-1 0,-1 0 0,1 1 0,1-1 0,-1 0 0,2 0 0,-1 0 0,1 0 0,0 0 0,0-1 0,1 1 0,0-1-1,1 0 1,0 0 0,0 0 0,0-1 0,1 0 0,-1 0 0,1 0 0,1-1 0,-1 0 0,1 0 0,10 6 0,19 10-6,-14-8 16,32 24-1,-49-34-16,0 1 1,0 0-1,-1 1 1,0-1-1,0 1 1,0 0-1,-1 0 1,1 0-1,-1 0 1,0 1-1,3 10 1,-5-12 1,0 0 0,-1 0 0,0 0 0,0 0 0,0 1 0,-1-1 0,1 0 0,-1 0 0,0 0 0,0 0 0,0 0 0,-1 0 0,1-1 0,-1 1 0,0 0 0,0-1 0,0 1 0,-1-1 1,1 1-1,-1-1 0,0 0 0,0 0 0,-4 3 0,-14 12 20,-1-1 0,-1 0 0,0-2 0,-1-1 0,-44 19 1,-233 96-1493,261-109-3180,38-19 2187,13-12-4852,-7 9 5195,22-17-7930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14385,'0'0'2467,"-3"1"-87,-29 3 1588,31-1-2963,13 14 506,1 0-515,78 114 4247,-64-87-5138,-2 1 1,-2 1-1,-2 1 1,-3 1-1,23 86 1,-33-97-86,-2 0 0,-2 1 0,-1-1 0,-1 1-1,-3 0 1,-1 0 0,-1 0 0,-14 55 0,3-43-21,-2 1 0,-3-2 0,-2 0 0,-1-2 0,-3 0 0,-2-2 0,-2-1 0,-1-1 0,-41 43 0,-42 33-291,-199 163 1,309-279 281,-83 74-4303,56-57-428,14-9-4388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8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24 235 10449,'-6'-17'6122,"3"11"-5016,0-1 0,1 0 0,-1 1-1,1-1 1,0 0 0,-1-10 0,5 12-938,-1 1 0,0 0 1,1-1-1,0 1 0,-1 0 1,2 0-1,-1 0 1,0 0-1,1 0 0,0 1 1,0-1-1,0 1 0,0 0 1,1 0-1,-1 0 1,1 0-1,0 0 0,5-2 1,9-6 118,0 2 1,34-13 0,-25 13-248,0 1-1,0 1 1,50-4 0,86 1-3797,-124 9 1812,-32 0 573,1 1 0,-1 1 0,1-1 0,0 1 0,-1 0 0,11 4 0,21 7-8871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08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75 12377,'-29'9'2340,"17"-18"325,-1 1 6235,22-1-7307,4 3-289,6-2-284,0 5-188,10-3-472,25 3-692,-7-2-1012,1-1-532,-4-8-1017,7 8-299,0 9-3241,3-3-5904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0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87 5489,'-44'5'3717,"51"-21"-178,0 3-1941,-5 11-25,-3-3-748,0 0-1,0 1 1,-1-1-1,1 0 1,-1 1-1,0-1 1,-1 1-1,1 0 1,-1 0-1,1 0 1,-7-7 5671,5 16-6431,0-1-1,0 1 1,0 0-1,1 1 1,0-1-1,0 1 1,0-1-1,1 1 1,-4 12-1,1 2 177,-2 36 0,-3 10-83,-107 492-158,71-284-7313,46-268 6123,0 1 0,0-1 0,0 0 0,0 1-1,1-1 1,1 1 0,-1-1 0,3 7 0,3 7-10569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0 11941,'-44'18'10085,"56"-3"-8579,-6-5-1226,18 16 92,0-1-1,1-2 1,2 0 0,0-2-1,37 22 1,59 48 55,-109-79-390,0 1-1,-1 0 1,-1 1 0,0 0-1,0 1 1,16 31-1,-25-40-28,0-1 0,0 1 0,-1 0-1,0 0 1,-1 0 0,1 0 0,-1 1-1,0-1 1,0 0 0,-1 0 0,0 1-1,0-1 1,-1 0 0,1 1-1,-2-1 1,1 0 0,0 0 0,-1 0-1,0 0 1,-1 0 0,1 0 0,-1-1-1,-7 11 1,0-3-1,-1 0-1,0-1 1,-1 0 0,0-1-1,0-1 1,-2 0 0,1 0-1,-19 9 1,-18 6-31,-58 21 0,31-14 31,-117 64-1585,71-19-3916,117-73 4696,-14 11-1959,20-15 2491,0 1 1,-1 0-1,1-1 0,-1 1 0,1-1 0,0 1 0,-1 0 0,1 0 0,0-1 0,0 1 0,0 0 0,-1-1 1,1 1-1,0 0 0,0 0 0,0-1 0,0 1 0,0 1 0,10 17-8001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1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11309,'1'0'113,"0"0"-1,0 1 1,0-1-1,0 0 1,0 0 0,0 0-1,0 0 1,0 0-1,-1 0 1,1 0 0,0 0-1,0-1 1,0 1-1,0 0 1,0 0 0,0-1-1,0 0 1,0-9 2559,-1 9-2528,0 0-1,-1 0 1,1 0-1,0 1 1,0-1-1,0 0 0,0 0 1,0 0-1,0 0 1,0 0-1,0 0 1,0 0-1,1 0 0,-1 0 1,0 0-1,1 1 1,-1-1-1,0 0 1,1 0-1,-1 0 0,1 1 1,0-1-1,-1 0 1,1 0-1,-1 1 1,1-1-1,0 0 0,0 0 1,4-1 193,0-1-1,0 1 1,0 0-1,0 1 1,0-1 0,0 1-1,0 0 1,0 0 0,1 1-1,-1 0 1,0-1 0,1 2-1,-1-1 1,0 1 0,0-1-1,1 2 1,-1-1 0,8 3-1,5 3-69,0 0 0,0 1 0,27 17 0,-32-17-193,-1 1-1,-1 0 1,1 1 0,-1 0 0,-1 1 0,0 0-1,-1 0 1,0 1 0,0 0 0,-2 1 0,1 0-1,-2 0 1,1 1 0,-2 0 0,7 23 0,-9-24-57,-1-1 1,0 1-1,0 0 1,-1 0 0,-1 0-1,0 0 1,-1 0-1,-1 0 1,0 0 0,0 0-1,-1 0 1,-1-1-1,0 1 1,-1-1 0,0 0-1,-1-1 1,-13 22-1,6-18 121,11-14-103,0 1 1,1-1-1,-1 1 0,1-1 1,0 1-1,0 0 1,-1-1-1,1 1 0,0 0 1,1 0-1,-1 0 0,0 0 1,-1 3-1,-13-14 419,13 8-435,1 0 0,0 0-1,-1 0 1,1 0 0,0 0-1,0 0 1,0-1 0,0 1 0,0-1-1,0 1 1,1-1 0,-1 1-1,0-1 1,1 1 0,-1-1-1,1 1 1,0-1 0,-1 0 0,1 1-1,0-1 1,0 0 0,0 1-1,0-1 1,0 0 0,1 1 0,-1-1-1,0 0 1,1-2 0,3-8 65,0-1 0,9-21 0,-4 12 71,2-3-374,0 0 1,1 0 0,2 2 0,0-1 0,1 2 0,2 0 0,0 1 0,38-36 0,-12 20-1650,2 1 1,1 2-1,60-33 1,-75 49 20,37-15 0,-57 28 1504,0 1 0,0 0 0,1 1 0,0 0 0,0 1 0,21-2-1,-30 4 642,0 1 249,32 7 2100,-42 24 695,0-11-2789,0 1-1,2-1 0,1 1 0,0 0 0,2 1 0,0-1 0,2 0 0,0 0 0,2 1 0,0-1 1,10 39-1,-6-40-448,1-1 1,1 0 0,1 0-1,0 0 1,2-1 0,0-1-1,1 0 1,1-1 0,1 0-1,0 0 1,1-2 0,1 0-1,34 25 1,-44-36-97,-1-1 0,1 0-1,-1-1 1,1 1 0,0-1 0,0 0 0,1-1-1,-1 0 1,0 0 0,0 0 0,1 0-1,-1-1 1,0 0 0,1-1 0,-1 1 0,0-1-1,0 0 1,0-1 0,1 1 0,-1-1-1,-1-1 1,1 1 0,0-1 0,0 0-1,-1 0 1,0-1 0,0 1 0,0-1 0,0 0-1,0-1 1,-1 1 0,0-1 0,0 0-1,0 0 1,0 0 0,-1 0 0,0-1 0,0 0-1,0 1 1,-1-1 0,0 0 0,0 0-1,1-10 1,-1 2 0,-2 0 0,0-1 0,-1 1 0,0 0 0,-1 0 0,-1 0 0,0 1 1,-1-1-1,0 1 0,-1-1 0,-1 1 0,0 1 0,-1-1 0,0 1 0,-16-21 0,1 6-108,-1 0-1,-1 1 1,-2 2 0,0 0 0,-34-22-1,47 37-431,-1 1 0,1 1 0,-1 0-1,0 1 1,-1 0 0,0 1 0,0 1-1,-22-4 1,33 8-48,0-1 1,-1 1-1,1 0 1,0 1-1,-1-1 1,1 1-1,0 0 1,-7 2-1,-13 7-6202,4 5-3877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1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66 13577,'-23'-66'11945,"17"93"-9318,-66 421 1991,57-356-4618,-5 148 0,20-198 0,2 1 0,1-1 0,2 0 0,2-1 0,24 77 0,-27-108 0,0 0 0,1 0 0,0-1 0,1 0 0,0 0 0,0 0 0,1-1 0,0 0 0,0 0 0,1-1 0,11 8 0,-16-12 0,0-1 0,-1 0 0,1 0 0,0-1 0,0 1 0,0-1 0,0 1 0,1-1 0,-1 0 0,0 0 0,1 0 0,-1-1 0,0 1 0,1-1 0,-1 0 0,1 0 0,-1 0 0,1 0 0,-1 0 0,0-1 0,1 0 0,-1 0 0,0 0 0,1 0 0,-1 0 0,0 0 0,0-1 0,0 0 0,0 0 0,0 1 0,-1-2 0,1 1 0,0 0 0,-1 0 0,1-1 0,-1 0 0,2-3 0,0 1 0,-1 0 0,-1 0 0,1 0 0,-1-1 0,0 1 0,0-1 0,0 0 0,-1 1 0,0-1 0,0 0 0,-1 0 0,1 0 0,-1 0 0,-1 0 0,1 0 0,-1 1 0,-2-11 0,-1-2 0,-2 0 0,0 1 0,0 0 0,-14-25 0,14 34-320,1 0 0,-1 0 0,-1 1-1,1-1 1,-1 1 0,-1 1 0,1-1 0,-1 1 0,0 1 0,-1 0 0,1 0-1,-1 0 1,0 1 0,0 0 0,0 1 0,-1 0 0,1 0 0,-12-1-1,-15 6-5343,21-1 2866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93 11713,'-38'-36'4379,"31"29"-3048,-1 0 0,1 0 0,-1 0 0,-13-8 0,17 13-1074,-1 0 0,1 0 0,-1 1 1,1-1-1,-1 1 0,1 0 0,-1 0 0,0 1 0,1-1 0,-1 1 0,0 0 0,0 0 0,-7 2 0,-8 2 41,1 1 0,-1 1 0,1 1 0,0 1 0,1 0 0,0 1-1,0 1 1,1 1 0,0 1 0,1 0 0,-17 17 0,0 2-179,2 2 0,1 1 0,2 1 1,-24 39-1,50-70-129,0-1 0,0 1 0,0 0 0,1-1 0,0 1 0,0 0 0,-1 8 0,1-8-10,2-3 20,0 0 0,-1-1 0,1 1 0,0-1 0,0 1-1,0-1 1,0 0 0,0 1 0,0-1 0,0 0-1,1 1 1,-1-1 0,0 0 0,0 0 0,2 0 0,-3 0-1,6 0 1,-1 0-1,1 0 1,-1 0 0,1-1-1,-1 0 1,1 0-1,-1 0 1,0-1 0,1 1-1,6-5 1,55-30 28,-44 22-19,-16 10-10,89-45 58,-88 45-52,1 1-1,-1 0 1,1 0-1,0 1 1,0 0 0,0 0-1,0 1 1,1 1-1,12 0 1,-17 1-14,1 0 0,0 1 1,-1 0-1,1 0 0,-1 0 0,0 1 0,0 0 1,0 0-1,0 0 0,0 0 0,-1 1 1,6 5-1,0 1-797,0 2 1,0-1 0,13 21-1,-19-25-1149,1 2 0,-1-1 1,0 0-1,-1 1 0,4 12 0,-6-16 424,5 21-9438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2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 9281,'0'0'4648,"-3"2"-2760,-10 6-1039,1 1 0,0 1 0,0 0 0,1 1 0,1 0 0,-1 0 0,2 1 0,0 1 0,0 0 0,-7 14-1,-8 22 1191,-27 79 0,36-87-1292,-155 489 2040,138-364-2787,29-140 0,1 1 0,1-1 0,2 1 0,4 35 0,-4-55 0,0 1 0,1-1 0,0 0 0,0 0 0,0 0 0,1 0 0,0-1 0,0 1 0,0 0 0,1-1 0,0 0 0,1 0 0,-1 0 0,1-1 0,0 0 0,1 0 0,-1 0 0,1 0 0,0-1 0,0 0 0,0 0 0,1 0 0,-1-1 0,1 0 0,0 0 0,0-1 0,11 2 0,-5-2 0,1 0 0,0-1 0,-1-1 0,1 0 0,0-1 0,-1-1 0,1 0 0,-1-1 0,0 0 0,1-1 0,-1 0 0,-1-1 0,1-1 0,-1 0 0,0-1 0,0 0 0,12-10 0,-14 7-52,0 0-1,-1 0 1,0-1 0,0-1-1,-1 1 1,-1-1 0,0-1-1,-1 1 1,9-25-1,-12 29 20,-1 0 0,1 0 0,-1 0 0,-1-1 0,0 1 0,0 0 0,0-1 0,-1 1 0,-1-1 0,1 1 0,-1 0 0,-1-1 0,1 1 0,-2 0 0,1 0 0,-1 0 0,-6-13 0,4 13-75,-1 0 0,0 0 0,-1 0-1,0 1 1,0 0 0,0 0 0,-1 1 0,0 0 0,0 0 0,-1 1 0,1 0 0,-1 0 0,0 1-1,-1 0 1,1 1 0,-1 0 0,1 0 0,-1 1 0,0 1 0,0-1 0,0 2 0,0-1 0,0 1-1,0 1 1,0 0 0,0 0 0,0 1 0,-9 3 0,15-4-293,0 0 1,0 0-1,0 1 0,0-1 1,0 1-1,0 0 0,1 0 1,-1 0-1,1 1 1,0-1-1,0 1 0,-5 4 1,5-3-1093,0 0 0,0 0-1,1 0 1,0 0 0,-4 9 0,-3 10-9870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14317,'-54'0'2881,"38"11"-125,1 1-424,2-1-412,7 4-364,-1-1-376,-6 3-223,4 0-273,-1 6-44,-2 11-264,5-19-492,1 10-964,0-2-337,2-3-667,4 0-552,-3 0-48,0-3-3137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20 104 11381,'-7'-20'2420,"1"-6"-220,0 3 1613,9 6-2489,3 0 1188,-3 43-8576,0-4 847,1 7-4168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15141,'34'12'3071,"-27"-4"1175,-9 6-3134,2-13-538,-1 86 6317,1-58-6026,-3 44 0,-12 24-864,-4-1-1,-52 151 1,56-198-1304,3 0-1,1 1 1,-3 51-1,14-41-3980,5-22-1194,4 6-6329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3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21 14453,'-19'-20'6905,"6"34"-5177,0-3-316,7 6-284,-10 23 404,7-17-1039,6 3-653,-1 0-693,1-1-343,0 1-688,-3-3-496,2 0-128,1-6-3061,-3 3-4548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3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9189,'42'-108'1788,"-20"62"-116,-3 12-20,-3 5-204,-10 15-247,4-6-233,-4 0-224,4 8-344,-1 1-388,13 22-8917,10 18 1720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3 13381,'-21'-2'2236,"21"2"-2201,0 0 0,0 0 0,0 0 0,0 0-1,-1-1 1,1 1 0,0 0 0,0 0 0,0 0 0,0 0 0,0 0 0,0 0 0,-1 0 0,1 0 0,0 0 0,0 0 0,0 0 0,0 0 0,0 0 0,0 0-1,-1 0 1,1 0 0,0 0 0,0 1 0,0-1 0,0 0 0,0 0 0,0 0 0,0 0 0,-1 0 0,1 0 0,0 0 0,0 0 0,0 0 0,0 0 0,0 0-1,0 1 1,0-1 0,0 0 0,0 0 0,0 0 0,0 0 0,0 0 0,0 0 0,-1 0 0,1 1 0,0-1 0,0 0 0,0 0 0,0 0 0,0 0 0,0 0-1,0 0 1,0 1 0,0-1 0,1 0 0,-1 0 0,0 0 0,0 0 0,0 0 0,0 1 0,-3 26 1577,-1 0 1,-2 1-1,0-2 0,-19 48 1,5-14-612,-1 5-281,2-5-779,-23 113-1,11 19-7056,17-142-1595,5-22 75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12873,'0'0'5503,"4"0"-4367,119 3 1649,105-3-1235,-190-2-1446,0-2 0,0-1 0,70-20 1,55-27 21,-146 50-141,-15 3 21,0 0 0,0 1 1,-1-1-1,1 1 0,0-1 0,-1 1 0,1 0 1,-1 0-1,0-1 0,0 1 0,0 0 0,0 0 1,2 4-1,12 35 28,-9-24-81,-3-8-31,0 0 1,1 0-1,0 0 1,1 0 0,0-1-1,0 0 1,1 0-1,0 0 1,0-1-1,1 0 1,0 0-1,0 0 1,0-1-1,16 10 1,-11-11-73,0 0 0,0 0 1,0-2-1,0 1 0,0-2 1,1 1-1,0-2 0,-1 0 1,1 0-1,18-2 0,-25 0 239,0 1 0,0-1 0,0 0 0,0-1 0,-1 1 0,1-1 0,0 0 0,-1-1 0,1 1 0,-1-1 0,0 0 0,0-1 0,0 1 0,0-1 0,-1 0 0,1 0 0,-1 0 0,0-1 0,0 0 0,-1 0 0,1 0 0,-1 0 0,0 0 0,2-6 0,-3 4 318,0 0 1,-1 0-1,0-1 1,0 1-1,0 0 0,-2-11 1,5-29 1458,-3 40-1535,1 1 0,0 0 0,0 0 0,1 0 0,0 0 0,0 0 0,7-10 0,-9 16-299,0 1 0,0-1 1,0 0-1,0 1 0,0-1 1,0 1-1,0-1 0,-1 1 1,1-1-1,0 1 0,0 0 1,-1-1-1,1 1 0,0 0 1,0 0-1,-1 0 7,2 1-8,0 0 0,0 0 0,-1 1 0,1-1 0,-1 1 0,1-1 0,-1 1 0,0 0 0,0 0 0,0-1 0,-1 1 0,1 0 0,-1 0 0,1 3 0,-1 41 165,0-38-146,-3 27 14,-2 0 0,-2 0 1,-16 52-1,11-42-52,-48 146-12,-110 240 0,111-293 0,-36 84-2197,-209 357 0,298-569 1978,-1 0 1,0-1-1,-1 0 1,0 0-1,-1-1 1,0 0-1,0 0 1,-1-1-1,-13 8 1,22-15 194,0-1 0,0 0 0,0 1 0,0-1 0,0 1 0,0-1 0,0 0 0,0 0 0,0 0 0,-1 0 0,1 0 0,0 0 0,0 0 0,0 0 0,0 0-1,0-1 1,-1 1 0,1 0 0,0-1 0,0 1 0,0 0 0,0-1 0,0 0 0,0 1 0,0-1 0,0 0 0,0 1 0,1-1 0,-1 0 0,0 0 0,0 0 0,1 0 0,-1 1 0,-1-3 0,-1-2-9,1 1 0,-1-1 0,1 0 0,-1 0 0,-2-9 0,3 4 2,0-1-1,1 1 1,0-1 0,0 1-1,1-1 1,1 1-1,1-13 1,19-75 14,-17 84 23,19-74 48,5 0 0,3 1 0,73-139 0,-71 168-1470,79-105 1,-79 123-894,3 1 1,0 1-1,43-32 0,20-5-7744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4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22 352 9069,'-4'-13'913,"3"10"-541,-1 0 0,1-1 0,0 1 0,1-1 0,-1 0 0,1 1 0,-1-1 0,1 1-1,0-1 1,1-5 0,-2-9 1193,-5-14 4959,2 11-3360,3 17-206,2 9-1402,6 27-1219,-2 0 0,-1 0 0,-1 38 0,-8 105 768,0 1-631,5-162-474,2 47 0,10 71 0,-10-115 0,2 0 0,0 0 0,1 0 0,0-1 0,2 0 0,-1 0 0,2-1 0,18 28 0,-24-40-1,-1-1 0,1 0 0,0 0 0,0 1-1,0-1 1,0-1 0,1 1 0,-1 0 0,0 0 0,1-1 0,0 0 0,-1 1 0,1-1-1,-1 0 1,1 0 0,0 0 0,0-1 0,0 1 0,-1-1 0,1 1 0,0-1 0,0 0 0,0 0-1,0-1 1,0 1 0,0 0 0,-1-1 0,1 0 0,0 1 0,0-1 0,0 0 0,-1-1-1,1 1 1,-1 0 0,1-1 0,-1 1 0,0-1 0,3-2 0,3-2-17,-1 0 1,0 0-1,-1-1 1,0 0-1,0 0 1,0 0 0,0-1-1,-1 0 1,-1 0-1,6-12 1,-4 0-136,-1 1 0,-1-1-1,0 0 1,-2 0 0,0 0 0,-2 0 0,0 0 0,-1 0 0,-6-36 0,-4 2-184,-3 1 0,-27-70 0,-6 14-132,28 70 228,3-1 0,-14-46-1,28 81 166,1 0 0,0-1 0,0 1 0,0 0 0,1-1 0,0 1 0,0-1 0,0 1 0,1 0 0,-1-1 0,1 1 0,1 0 0,-1 0 0,1-1 0,0 1 0,0 0-1,0 1 1,1-1 0,-1 0 0,1 1 0,0-1 0,1 1 0,-1 0 0,1 0 0,0 0 0,0 0 0,0 1 0,0 0 0,1 0 0,6-4 0,11-4-177,1 1-1,0 1 1,1 0 0,0 2-1,29-5 1,-33 8 137,273-53-958,-98 22 907,-192 34 245,-1 1 1,1-1-1,-1 0 0,1 1 1,0 0-1,-1-1 0,1 1 1,-1 0-1,1 1 0,0-1 1,-1 0-1,1 1 0,-1-1 1,1 1-1,-1 0 0,1 0 1,-1 0-1,1 0 0,-1 0 1,0 0-1,0 1 0,3 2 1,-3-2 53,0 1 0,-1 0 1,1 0-1,-1 0 1,0 0-1,0 1 0,0-1 1,0 0-1,0 0 1,-1 1-1,0-1 1,1 0-1,-1 0 0,0 1 1,-1 3-1,-4 92 366,-11 507 4288,12-184-4786,-2-318 0,-5 0 0,-26 106 0,20-129 0,-23 89 0,31-138 0,-2-1 0,-1-1 0,-19 35 0,30-62-19,0-1 1,0 0-1,0 0 0,0 0 1,-1 0-1,1 0 0,-1 0 1,1 0-1,-1-1 0,0 1 1,0 0-1,0-1 0,0 1 1,0-1-1,0 0 0,0 0 1,0 0-1,0 0 0,-1 0 1,-3 1-1,4-2-30,-1 0 1,1-1 0,0 1-1,-1-1 1,1 1-1,0-1 1,0 0-1,-1 0 1,1 0-1,0 0 1,0 0-1,0 0 1,0 0-1,0-1 1,1 1-1,-1-1 1,-2-2-1,-3-4-121,0-1-1,0 0 0,1 0 1,0 0-1,1-1 0,0 0 0,-6-17 1,5 8 132,1 0 0,1 1 0,1-2 0,0 1 0,2 0 0,0 0 0,1-1 0,1 1 0,1 0 0,0-1 0,2 1 0,8-26 0,-3 20 50,0 0 0,2 1 0,2 1 0,0-1 0,1 2 0,1 0 0,1 1 0,30-32 0,-13 23-247,0 0-1,2 2 1,2 2-1,0 1 1,1 2-1,1 2 1,56-22-1,-13 12-2112,2 4-1,149-30 1,-109 37-4346,-11 5-4450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5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141 471 12565,'0'0'13521,"3"0"-11515,9-2-1556,-1 0 0,1 1 0,0 1 0,-1 0 0,1 1 0,11 2 0,-4-1 59,0-1-1,25-1 0,-7-4-508,0-2 0,-1-1 0,0-2 0,0-1 0,-1-2 0,38-19 0,-54 23 0,-1-2 0,0 0 0,0-2 0,-1 1 0,0-2 0,-1 0 0,-1-1 0,0-1 0,-1 0 0,-1-1 0,0-1 0,16-26 0,-28 39 0,1 1 0,-1-1 0,0 0 0,0 1 0,0-1 0,-1 0 0,1 0 0,-1 0 0,0 0 0,0 1 0,-1-1 0,1 0 0,-1 0 0,1 0 0,-3-7 0,0 5 0,1 0 0,0 1 0,-1-1 0,0 0 0,-1 1 0,1-1 0,-1 1 0,-7-8 0,2 6 0,0 0 0,-1 0 0,1 0 0,-1 1 0,-1 1 0,1 0 0,-1 0 0,0 1 0,0 0 0,0 1 0,-1 1 0,1-1 0,-13 1 0,-4-1 0,1 2 0,0 1 0,-1 1 0,-41 8 0,41-3 0,0 0 0,1 2 0,-1 2 0,2 0 0,0 2 0,0 0 0,1 2 0,-32 23 0,40-24 0,1-1 0,0 2 0,1 0 0,1 1 0,0 1 0,1 0 0,1 1 0,0 0 0,2 1 0,0 0 0,0 0 0,-7 26 0,13-33 4,1 1 0,1-1-1,0 1 1,1 0 0,0 0 0,1 0-1,0 0 1,1 0 0,0-1 0,1 1 0,0 0-1,1-1 1,0 1 0,1-1 0,0 0-1,1 0 1,0 0 0,1-1 0,0 1 0,0-1-1,1-1 1,13 15 0,-3-7-44,0 0 1,1-1-1,1-1 1,0-1-1,1 0 1,1-2 0,0 0-1,0-1 1,1-2-1,30 10 1,-7-6-2153,1-1 0,79 8 0,-86-17-3517,70-3 0,-43-7-5733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15625,'0'0'7721,"1"4"-5702,6 28 71,1-1-1,17 45 1,2 1-1033,109 322-981,-135-396-76,1 1 0,-1-1 0,1 0 0,0 0 0,0 0 0,1 0 0,2 3 0,-4-5 0,0 0 0,-1 0 0,1-1 0,0 1 0,0 0 0,0-1 0,0 1 0,0-1 0,0 1 0,0-1 0,0 0 0,0 1 0,0-1 0,0 0 0,0 0 0,0 0 0,0 0 0,0 0 0,0 0 0,0 0 0,0 0 0,0 0 0,0 0 0,0 0 0,0-1 0,0 1 0,0 0 0,0-1 0,0 1 0,0-1 0,0 1 0,0-1 0,1 0 0,15-15 0,0-1 0,-1 0 0,-1-1 0,-1 0 0,23-38 0,3-4 0,111-134-3434,-122 156 283,58-57-1,3 18-4913,-8 19-3916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6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54 549 13453,'26'-13'784,"-1"-1"785,1 1 0,1 1 1,-1 2-1,34-9 0,-39 13-749,1-1 0,-1 0-1,0-2 1,0-1 0,-1 0 0,21-16-1,-41 26-797,1-1 0,-1 0-1,1 0 1,-1 0-1,0 0 1,1 0 0,-1 0-1,0 0 1,0 0 0,0 0-1,0 0 1,0 0 0,0 0-1,0 0 1,0 0 0,0 1-1,0-1 1,-1-2 0,1 1 32,-1-1-28,1 0 0,-1 0-1,0 0 1,0-1 0,0 1-1,0 1 1,-1-1 0,1 0-1,-1 0 1,0 0 0,0 1-1,0-1 1,0 1 0,0 0-1,-1-1 1,1 1 0,-1 0-1,-2-2 1,-2 0 39,1-1 1,-1 1 0,0 1-1,0-1 1,0 1-1,0 0 1,-9-2-1,1 2 22,1 0 0,-1 1-1,0 0 1,0 2-1,-28 1 1,34 0-45,0 0 1,1 1-1,-1 0 0,1 0 1,0 1-1,-1 1 1,1-1-1,1 1 0,-1 0 1,0 1-1,-12 10 0,12-7-3,0 0-1,0 1 0,1 0 0,0 0 0,0 0 1,1 1-1,1 0 0,0 0 0,0 1 0,1 0 1,0-1-1,1 1 0,0 1 0,1-1 0,0 0 1,0 1-1,2-1 0,0 20 0,1-17-41,0 0 1,1 0-1,0 0 0,2 0 0,-1 0 1,2 0-1,0-1 0,0 0 1,1 0-1,1 0 0,0-1 0,1 0 1,0 0-1,17 18 0,-20-25-27,1 0 0,0 0-1,-1-1 1,2 1 0,-1-1-1,0-1 1,1 1 0,-1-1 0,1 0-1,0-1 1,0 0 0,1 0-1,-1 0 1,0-1 0,0 0 0,1 0-1,-1-1 1,1 0 0,-1-1-1,0 1 1,1-1 0,-1 0 0,0-1-1,0 0 1,0 0 0,13-6-1,2-3-13,0-1 0,-1 0-1,0-2 1,-1 0 0,-1-1-1,33-33 1,-41 38 45,7-11-76,2 2 0,1 1 0,0 0 0,1 2-1,44-26 1,-62 40 57,0 1-1,1-1 1,-1 1-1,1 0 1,-1 0-1,1 1 1,0-1-1,-1 1 1,1 0-1,0 0 1,-1 0 0,1 1-1,0 0 1,-1 0-1,1 0 1,-1 0-1,1 1 1,-1 0-1,0 0 1,0 0-1,1 0 1,-1 1-1,-1-1 1,1 1 0,0 0-1,5 6 1,4 5 1,-1 0 0,0 1 0,-1 0 0,0 1 0,8 18 1,-18-33 19,0 1 0,0-1 0,0 0 0,0 1 0,0-1 0,0 0 0,0 0 0,1 0 0,-1 0 0,1 0 1,-1 0-1,1 0 0,-1 0 0,1-1 0,-1 1 0,1-1 0,-1 1 0,1-1 0,0 0 0,-1 1 0,1-1 0,0 0 0,-1 0 1,1 0-1,2-1 0,5 0-13,-1 0 1,1-1-1,14-5 1,-13 3 17,16-4 5,-11 2-13,0 1 0,0 1 1,28-5-1,-30 9-6,0 0 1,0 0-1,0 1 1,0 1-1,0 0 1,0 1-1,21 7 1,1 4 13,43 25 0,32 12 8,-104-49-46,-1 0 0,1 0 0,0-1 0,0 0 0,0 0 1,0-1-1,0 1 0,0-1 0,0 0 0,0-1 0,0 1 1,0-1-1,0-1 0,9-2 0,-7 0-13,-1 1-1,1-1 1,-1 0 0,0-1-1,-1 0 1,1 0 0,-1 0-1,0-1 1,9-10 0,-1-3-16,-1 0 0,-1-1 0,-1 0 0,-1-1 0,0 0 0,11-38 0,11-63 332,7-20 218,-21 92-13,2 1 1,45-80-1,-65 128-445,1-1 0,0 1 0,0 0 0,-1 0 0,1 0 0,0 0 0,0-1 0,0 1 0,0 0-1,0 1 1,1-1 0,-1 0 0,0 0 0,0 0 0,0 1 0,1-1 0,-1 0 0,1 1 0,-1 0 0,0-1 0,1 1 0,-1 0 0,1-1 0,-1 1 0,0 0 0,1 0 0,-1 0-1,1 0 1,-1 1 0,1-1 0,1 1 0,-1-1 17,0 1-1,-1 0 0,1 0 1,0 0-1,0 1 0,0-1 1,-1 0-1,1 1 1,0-1-1,-1 1 0,1-1 1,-1 1-1,0 0 0,0 0 1,1 0-1,-1-1 0,0 1 1,-1 0-1,2 3 1,4 18 78,-1 0 1,-1 0-1,-1 0 1,-1 0 0,-1 0-1,-3 33 1,-26 143 82,18-147-780,2 1-1,-2 106 0,10-128-2007,1 6-828,5-12-6916,-1-11-1628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6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14633,'22'-2'2681,"0"2"-237,4 2-492,15 1-392,0 0-316,7 3-244,22-6-396,22 3-876,19 0-804,10-9-1300,22 6-324,12 6-3157,1-4-4996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295 392 15669,'-3'-2'326,"1"0"-67,1 1 0,-1-1 1,0 1-1,0 0 0,1 0 0,-1 0 0,0 0 1,0 0-1,0 0 0,0 0 0,-1 1 0,1-1 1,0 1-1,0-1 0,0 1 0,0 0 0,-1 0 1,1 0-1,0 0 0,0 0 0,-7 3 7829,11-1-6645,0 2-1357,-1 0 0,1 0-1,-1 0 1,0-1 0,0 1 0,0 0 0,0 0 0,-1 1 0,0-1-1,0 0 1,0 6 0,-11 48 575,3-27-554,-1 14-107,-2-1 0,-1 0 0,-3-1 0,-37 76 0,33-95 0,14-19 0,-12 9 0,16-14 0,-1 1 0,1 0 0,-1-1 0,0 1 0,1-1 0,-1 0 0,0 1 0,1-1 0,-1 0 0,0 0 0,0 0 0,1 0 0,-1 0 0,0 0 0,1-1 0,-1 1 0,0 0 0,1-1 0,-1 0 0,0 1 0,-2-2 0,2 0 0,-1 0 0,1-1 0,0 1 0,-1 0 0,1-1 0,0 1 0,0-1 0,0 0 0,1 1 0,-3-6 0,-2-6 0,2 1 0,-1-1 0,2 0 0,-3-16 0,3 3 0,1-1 0,2 1 0,0 0 0,2 0 0,1-1 0,1 1 0,1 0 0,13-38 0,-5 27 0,2 0 0,1 0 0,2 2 0,2 0 0,25-35 0,-30 50 0,1 0 0,0 1 0,2 0 0,0 1 0,2 2 0,33-26 0,-45 38 0,1 0 0,0 0 0,0 0 0,0 1 0,0 0 0,1 1 0,0 0 0,0 1 0,0 0 0,0 1 0,0-1 0,0 2 0,0 0 0,0 0 0,0 0 0,0 2 0,0-1 0,0 1 0,0 0 0,11 5 0,-7-1 0,0 1 0,-1 0 0,0 1 0,0 1 0,0 0 0,-1 1 0,-1 0 0,1 0 0,-2 2 0,1-1 0,-2 1 0,0 0 0,8 15 0,-3-3 0,0 1 0,-2 0 0,-1 1 0,-2 0 0,0 1 0,6 35 0,-6 4 0,-2 1 0,-5 123 0,-15 15 0,9-158 0,-23 169-332,27-211-226,-1-1-1,1 1 1,-1-1 0,-1 1-1,1-1 1,-1 0-1,1 0 1,-1 0 0,-3 4-1,3-4-760,0 0-1,1-1 1,-1 1-1,0 0 1,1 0-1,0 0 1,0 0 0,0 5-1,0 11-10672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29 15001,'-31'-20'3237,"8"23"4239,39-11-5895,6 5-261,7 3-268,25 0-220,0 0-164,13 5-460,9-2-704,6-3-1068,7 0-789,0-3-1131,0 1-3428,3 10-6670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19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1 12485,'0'0'7686,"-3"1"-6763,-11 4-509,1 1 0,0 1 0,1 0 0,-1 0 0,1 1 1,1 1-1,0 0 0,0 0 0,-11 14 0,-85 106 979,84-95-1151,1 1 1,-20 45 0,40-77-226,0 1 0,1 0 0,0 0 0,0 1 0,0-1 0,0 0 0,0 0 0,1 0 0,0 1 0,0-1 0,0 0 0,0 0 0,1 1 0,0-1 0,0 0 0,0 0-1,0 0 1,0 0 0,3 4 0,-3-5-10,1-1-1,-1 0 1,1 0 0,-1 1-1,1-1 1,0 0-1,0 0 1,0-1-1,0 1 1,0 0-1,0-1 1,1 1-1,-1-1 1,1 1-1,-1-1 1,1 0-1,-1 0 1,1-1 0,-1 1-1,1 0 1,0-1-1,-1 1 1,1-1-1,0 0 1,0 0-1,-1 0 1,1 0-1,0-1 1,0 1-1,2-2 1,4 0 8,-1-1-1,0 0 1,0-1 0,0 0 0,0 0-1,0 0 1,-1-1 0,0 0 0,0-1-1,0 0 1,-1 0 0,10-12 0,3-6 503,-1-2-1,19-35 1,0-3 1200,-35 62-1160,6 36 167,-1-9-636,-2 30-77,-2 1 1,-6 61-1,2-57-15,-21 363 3,13-351 0,-2 0 0,-4 0 0,-42 124 0,50-178-42,0 1 1,-1-1-1,-1 0 1,-1-1-1,0 0 0,-1-1 1,-1 0-1,0-1 0,-2 0 1,1 0-1,-2-2 1,0 0-1,-24 16 0,33-26 33,1-1 0,-1 0 0,0-1 0,-1 1 0,1-1 0,0 0 0,0-1 0,0 1 0,-1-1-1,1 0 1,0-1 0,-1 0 0,1 0 0,0 0 0,0-1 0,0 1 0,0-2 0,0 1 0,1 0 0,-7-4 0,1-1 16,0 0 1,1 0 0,-1-1-1,1 0 1,1-1 0,-1 0-1,2 0 1,-1-1 0,1 0-1,1-1 1,0 0 0,0 0-1,-7-19 1,10 22-11,1-1 1,0 0-1,1-1 1,0 1-1,0 0 1,1-1-1,0 1 0,1 0 1,0-1-1,1 1 1,0-1-1,0 1 1,1-1-1,0 1 0,0 0 1,1 0-1,1 0 1,-1 0-1,7-9 1,3-3-81,2 0 1,0 1-1,2 1 1,0 0-1,1 2 1,0 0-1,2 0 1,29-18-1,6 1-151,1 2 0,66-26 0,347-107-353,-302 112 491,-162 52 92,23-8 187,32-6 0,-54 13-69,1 1 0,-1 0 0,1 1 0,-1-1-1,1 1 1,-1 1 0,1-1 0,-1 1 0,1 0 0,-1 1-1,8 2 1,-12-4-84,-1 1 0,1 0 0,-1 0 0,0-1-1,1 1 1,-1 0 0,0 0 0,0 0 0,0 0 0,0 1-1,0-1 1,0 0 0,0 0 0,0 1 0,0-1 0,-1 0 0,1 1-1,0-1 1,-1 1 0,1-1 0,-1 1 0,0-1 0,1 1-1,-1-1 1,0 1 0,0-1 0,0 1 0,0-1 0,0 1-1,-1 1 1,0 5 12,-1 0 1,-1 0-1,0 0 0,-5 12 0,-3 7-84,4-2 58,-11 43-11006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13765,'13'-26'2292,"6"23"1693,6 9-3049,-2 3-492,-4-1-400,9 12-556,-2-3-772,9 9-700,0 5-3265,-1 1-4204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0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46 11909,'-6'7'717,"1"0"0,0 0 0,0 0 0,0 1-1,1-1 1,0 1 0,1 0 0,0 0 0,0 1 0,1-1-1,0 0 1,0 1 0,1 0 0,0-1 0,1 13 0,0 18 1217,3 1 0,8 45 1,-2-17-1041,-6-35-222,16 60 1,-15-80-539,0 1-1,1-1 1,0-1 0,1 1 0,0-1 0,1 0 0,10 13 0,-15-22-130,0-1 1,0 1-1,0-1 1,0 0-1,0 0 1,1 0-1,-1 0 1,1 0-1,0 0 1,0-1-1,-1 1 0,1-1 1,0 0-1,0 0 1,0 0-1,0 0 1,1 0-1,-1-1 1,6 1-1,-5-2 3,1 1 0,-1-1 0,0 0 0,1-1 0,-1 1 0,0-1 0,0 1-1,0-1 1,0-1 0,0 1 0,0 0 0,5-6 0,4-4 9,-1 0 0,0-1 0,-1-1 0,0 0 0,18-31 0,-10 8-27,25-70 1,-2 2-425,-32 83-80,65-126-4079,-61 125 2369,1 1-1,20-22 1,-6 16-4417,2 11-4258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0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112 320 10969,'35'-10'2250,"-34"10"-1969,1-1 0,0 0 0,-1 1 0,1-1-1,-1 0 1,1 0 0,-1 0 0,1 0 0,-1 0-1,0 0 1,0-1 0,1 1 0,-1 0 0,0-1 0,0 1-1,1-4 1,3-1 578,40-33 3591,-35 31-3759,1-1 1,-1 0-1,-1 0 1,10-13-1,-16 18-590,0-1 0,-1 1 0,1-1 0,-1 1 0,0-1 0,0 0 0,-1 0 1,0 0-1,1 0 0,-2 0 0,1-1 0,-1 1 0,1 0 0,-2-9 0,1 10-55,0-1 0,-1 1 0,0-1 0,0 0 0,0 1 0,0-1 0,-1 1 0,0 0 0,0 0 0,0-1 0,0 1 0,-1 0 1,1 1-1,-1-1 0,0 0 0,0 1 0,-1 0 0,1-1 0,-1 1 0,1 1 0,-1-1 0,0 0 0,0 1 0,0 0 0,-1 0 0,1 0 1,0 1-1,-1-1 0,1 1 0,-1 0 0,1 0 0,-1 1 0,0-1 0,1 1 0,-1 0 0,0 0 0,1 1 0,-1-1 0,-4 2 0,-1 2-13,1 0 0,0 0 0,0 1-1,0 0 1,0 1 0,1 0 0,0 0-1,0 1 1,1 0 0,0 0 0,0 0-1,0 1 1,1 1 0,1-1 0,-1 1-1,1 0 1,1 0 0,-1 0 0,-3 15 0,2-9-23,2 1 1,0 1 0,0-1 0,2 0 0,0 1-1,1 0 1,1-1 0,0 1 0,1 0 0,1-1-1,6 25 1,-6-33-54,0-1 0,0 0-1,1 0 1,0-1 0,1 1-1,0 0 1,0-1 0,0 0-1,1 0 1,-1 0 0,1-1-1,1 0 1,-1 1 0,1-2-1,0 1 1,10 5 0,-11-7 13,0-1-1,-1 0 1,1 0 0,0-1 0,0 0 0,0 1 0,1-2 0,-1 1-1,0-1 1,0 1 0,0-1 0,1-1 0,-1 1 0,0-1-1,0 0 1,0 0 0,0 0 0,0-1 0,0 0 0,0 0 0,0 0-1,-1-1 1,1 1 0,4-5 0,14-12-8,-2-1 0,0-2 0,-1 0 0,20-30-1,-6 10 17,-30 36 20,1 1 1,-1 0 0,1 1 0,1-1-1,-1 1 1,0 0 0,1 0 0,0 0 0,0 1-1,0 0 1,0 0 0,11-3 0,-14 6 4,0-1 0,1 1 0,-1 0 1,0 0-1,0 0 0,0 0 1,0 1-1,0-1 0,1 1 0,-1 0 1,0 0-1,0 0 0,-1 0 1,1 0-1,0 1 0,0-1 0,0 1 1,-1 0-1,1 0 0,-1 0 1,0 0-1,1 0 0,-1 0 0,3 5 1,4 5 5,-1 0 0,0 1 0,-1 0 0,0 0 1,-1 0-1,4 16 0,20 87 149,-25-93-66,-4-20-2,4-3-41,0-1 1,0 1 0,0-1-1,-1 0 1,1 0 0,0-1-1,0 0 1,0 1-1,-1-2 1,1 1 0,-1 0-1,0-1 1,0 0 0,0 0-1,0 0 1,0 0-1,6-8 1,-10 11-47,51-47 562,77-65-74,-106 95-457,0 1 0,1 1 0,49-23 1,-67 35-30,0 1 0,0 0 0,0 1 0,0-1 0,0 1 0,0 0 1,0 0-1,0 1 0,0 0 0,0 0 0,1 0 0,-1 0 0,0 1 0,0 0 1,0 0-1,0 0 0,9 4 0,-8-2 8,0 0 0,-1 1 0,0 0 1,0 0-1,0 0 0,0 0 0,-1 1 0,1 0 0,-1 0 0,0 0 0,-1 1 1,5 8-1,1 5 18,-1 0 1,-1 0 0,-1 1 0,-1-1 0,-1 1-1,0 1 1,1 38 0,1 110-3974,-5-163 3070,-1 0 0,-1 0 0,1 0 0,-1 0 0,0 0 1,-1 0-1,-3 9 0,0 2-6139,14 3-4352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42 103 11697,'-10'-28'2754,"7"22"174,0 0 742,-6-3-2683,-1-1 1659,7 4 4713,13-5-6633,-10 10-726,1 1 0,-1 0 0,0-1 0,0 1 0,1-1 0,-1 1 0,0 0 0,0 0 0,1-1 0,-1 1 0,0 0 0,1 0 0,-1-1 0,0 1 0,1 0 0,-1 0 0,1 0 0,-1-1 0,0 1 0,1 0 0,-1 0 0,1 0 0,-1 0 0,1 0 0,-1 0 0,0 0 0,1 0 0,-1 0 0,1 0 0,-1 0 0,0 0 0,1 0 0,-1 1 0,1-1 0,-1 0 0,0 0 0,1 0 0,-1 1 0,1-1 0,-1 0 0,0 0 0,1 1 0,-1-1 0,0 0 0,0 0 0,1 1 0,-1-1 0,0 0 0,0 1 0,1-1 0,-1 1 0,0-1 0,0 0 0,0 1 0,0-1 0,0 1 0,1-1 0,-1 0 0,0 1 0,0-1 0,0 1 0,0 0 0,0 0 0,0 0 0,1-1 0,-1 1 0,0 0 0,1 0 0,-1 0 0,1-1 0,-1 1 0,1 0 0,-1 0 0,1-1 0,0 1 0,-1-1 0,1 1 0,0 0 0,-1-1 0,1 1 0,0-1 0,0 0 0,1 1 0,6-3 0,-7 1 0,24-5 0,-21 4 0,12-8 0,-17 2 0,1 8 0,-1-1 0,1 1 0,0-1 0,-1 0 0,1 1 0,0-1 0,0 0 0,0 1 0,0-1 0,0 0 0,-1 1 0,1-1 0,0 0 0,0 1 0,0-1 0,1 0 0,-1 1 0,0-1 0,0 1 0,0-1 0,0 0 0,1 1 0,-1-1 0,1-1 0,-4 12 0,0 0 0,1 0 0,0 0 0,1 0 0,0 0 0,0 0 0,2 12 0,-2 16 0,-36 205 0,5-45 0,25-146-475,3-32-290,2 0 0,0 1 0,1-1 0,0 0 0,2 1 0,1-1 0,5 27 0,-6-34-1994,-1-11 1864,1 0 1,-1 0-1,0 0 0,0 0 1,1 0-1,-1 0 1,1 0-1,0 0 0,1 4 1,17 8-10589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2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299 494 13081,'-3'-21'719,"0"1"1,1-1-1,2 0 0,0 1 0,1-1 0,1 0 0,1 1 1,6-26-1,-5 32-24,4-15 1272,1 1 0,23-49 0,-27 68-1654,1 0 0,0 0 0,0 0 0,1 1 0,0 0 0,0 0 0,1 1 0,0 0-1,0 0 1,1 1 0,13-8 0,-12 9-135,0 0 0,0 1 0,0 0-1,1 0 1,0 1 0,0 0 0,0 1-1,0 1 1,0-1 0,0 2 0,22 0-1,-25 1-134,0 1 0,0-1 0,1 1-1,-1 1 1,0-1 0,-1 1 0,1 1-1,0 0 1,-1 0 0,0 0 0,0 1-1,0 0 1,-1 0 0,1 0 0,-1 1-1,9 11 1,-6-3-43,0 0 0,0 0 0,-2 1 1,0 0-1,0 0 0,-1 1 0,-1 0 0,-1 0 0,0 0 1,-1 1-1,-1-1 0,0 1 0,-2 0 0,0-1 0,-3 29 0,-1-14 0,-1-1 0,-2 0 0,-1 0 0,-1-1 0,-1 0 0,-2-1 0,-25 45 0,7-26 0,-39 46 0,-12 18 0,70-94 0,5-10 0,1 1 0,1-1 0,-1 1 0,-5 14 0,9-20 0,1 0 0,-1 1 0,1-1 0,-1 0 0,1 0 0,0 0 0,0 1 0,0-1 0,0 0 0,0 0 0,0 1 0,1-1 0,-1 0 0,1 0 0,0 0 0,-1 0 0,1 0 0,0 0 0,0 0 0,0 0 0,1 0 0,-1 0 0,0 0 0,2 1 0,12 11 0,0-2 0,1 0 0,1 0 0,0-2 0,26 13 0,35 22 0,-59-33 0,-1 1 0,-1 0 0,0 2 0,25 27 0,-38-38 0,-1 0 0,0 0 0,0 0 0,0 1 0,0 0 0,-1-1 0,0 1 0,1 0 0,-2 0 0,1 0 0,-1 0 0,0 1 0,0-1 0,0 0 0,0 1 0,-1-1 0,0 0 0,0 1 0,-1-1 0,0 0 0,0 0 0,0 1 0,0-1 0,-1 0 0,-2 6 0,-2 1 0,-1-1 0,-1 0 0,1-1 0,-2 1 0,1-1 0,-1-1 0,-1 0 0,-13 10 0,-5 2 0,-58 33 0,29-24-1341,-65 24-1,40-25-2502,-2-3-1,0-4 1,-116 15 0,183-34-7879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3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0 569 8885,'1'0'476,"-1"1"0,1-1 0,0 1 0,0-1 1,0 1-1,-1-1 0,1 1 0,0-1 0,0 0 0,0 0 0,0 0 1,0 1-1,-1-1 0,1 0 0,0 0 0,0 0 0,0 0 1,0 0-1,0 0 0,1-1 0,21-10 3067,24-28-4155,-31 24 1912,3 0-963,-1-1 0,-1-1-1,0-1 1,-1 0 0,-1-2-1,-1 1 1,0-2-1,-2 0 1,0 0 0,-1-1-1,-2-1 1,0 1-1,-2-2 1,0 1 0,6-42-1,8-75 703,-20 137-882,-3 8-53,0 1 0,0-1 1,1 0-1,0 1 0,-1 7 1,-1 4 63,-65 220 1457,9-43-1039,48-151-559,-12 51 4,22-84-30,0 0 0,0 0 0,1 0 0,0 1-1,0-1 1,1 0 0,3 11 0,-3-18-1,0 0 0,0 0 0,0-1 0,1 1 0,-1-1 0,0 1 0,1-1 0,0 1 0,0-1 0,0 0 0,0 0 0,0 0 0,0 0 0,0 0 0,1-1 0,-1 1 0,0-1 0,1 1 0,0-1 0,-1 0 0,1 0 0,0 0 0,-1 0 0,1-1 0,3 1 0,7 1 0,0 0 0,0-2 0,1 1 0,12-3 0,-21 2 0,106-14-74,-76 9-25,68-3 0,-91 8 87,0 1 1,0 0-1,0 1 0,-1 0 1,1 1-1,-1 0 0,0 1 1,0 0-1,19 11 0,-10-2 51,-1 1-1,-1 1 1,0 1-1,0 1 1,-2 0-1,23 31 0,41 42 82,-73-84-120,0 0 0,0 0 0,1 0 0,0-1 0,0 0 0,1 0 0,-1-1 0,1 0 0,0-1 0,0 0 0,0 0 0,1-1 0,-1 0 0,0-1 0,1 0 0,10 0 0,-8-2 0,1 0 0,-1-1 0,0 0 0,0-1 0,0 0 0,0-1 0,0 0 0,-1-1 0,0-1 0,0 0 0,0 0 0,10-8 0,-9 5 0,-1-1 0,0 0 0,0-1 0,-1 0 0,-1 0 0,0-1 0,0-1 0,10-20 0,-6 6 0,0-1 0,-2-1 0,7-30 0,-14 22 0,-3 36 0,-1-1 0,0 1 0,0 0 0,0 0 1,0 0-1,0-1 0,0 1 0,0 0 0,0 0 0,0 0 0,-1 0 0,1-1 1,0 1-1,-1 0 0,1 0 0,-1 0 0,1 0 0,-2-2 0,-8 1-6,9 3 0,-2-2-21,0 1-1,0 0 1,1 0-1,-1 0 1,0 0-1,0 0 1,1 1-1,-1-1 1,0 1-1,1 0 1,-1 0-1,0 0 1,1 0-1,-1 0 1,1 1-1,0-1 1,-1 1-1,-2 2 1,-40 41-715,28-27 307,14-14 245,-1 0 1,1 0 0,0 0 0,0 1 0,1-1 0,-4 7 0,-1 4-221,6-14 234,2 0 25,-1-1 141,1 1-1,-1 0 0,1-1 0,-1 1 1,0-1-1,1 1 0,-1 0 0,1-1 1,-1 1-1,0 0 0,0-1 0,1 1 1,-1 0-1,0-1 0,0 1 0,0 0 1,0 0-1,0 1 0,6 15-129,2-5 149,0-1 1,1 0 0,1-1-1,0 0 1,0 0 0,1-1 0,0-1-1,0 0 1,1 0 0,0-1-1,24 10 1,-26-13-16,1 0-1,-1-1 1,1 0 0,-1-1 0,1 0-1,0 0 1,0-1 0,0-1 0,0 0-1,0 0 1,0-1 0,0-1 0,0 0-1,-1 0 1,1-1 0,12-5 0,-12 3 6,-1 0 0,1-1 1,-1-1-1,-1 1 0,1-2 0,-1 1 1,0-1-1,-1 0 0,0-1 1,0 0-1,-1-1 0,0 1 1,-1-1-1,0-1 0,-1 1 0,0-1 1,0 0-1,-1 0 0,0 0 1,-1-1-1,1-11 0,3-14 133,9-42 601,-14 72-613,0-1-1,0 1 0,1-1 0,0 1 0,1 0 1,0 0-1,5-7 0,-7 12-83,0 0-1,0 0 1,0 0 0,0 0-1,0 1 1,0-1 0,1 1-1,-1 0 1,1-1 0,-1 1-1,1 0 1,-1 0 0,1 1-1,-1-1 1,1 1-1,0-1 1,-1 1 0,1 0-1,0 0 1,0 0 0,-1 0-1,1 0 1,0 1 0,-1-1-1,1 1 1,0 0 0,-1 0-1,1 0 1,-1 0-1,0 0 1,1 0 0,2 3-1,7 3 137,0 1-1,-1 0 0,0 1 1,20 20-1,-15-12-156,-1 0 0,0 1 0,-1 1 1,-1 1-1,-1 0 0,-1 0 0,-1 2 0,0-1 0,-2 1 0,7 24 0,-12-35-15,-1 1 0,0-1 0,-1 1 0,0-1 0,-1 1 0,0-1 0,-1 1 0,0-1 0,0 1-1,-2-1 1,1 0 0,-1 1 0,-1-1 0,0-1 0,-1 1 0,0-1 0,0 1 0,-1-1-1,0-1 1,-1 1 0,0-1 0,-10 9 0,4-6-423,0-1-1,-1 0 1,-1-1 0,0-1-1,0 0 1,0-1-1,-1-1 1,0 0 0,-1-1-1,0-1 1,0 0 0,0-1-1,-27 2 1,-15-2-3291,1-3 1,-97-9-1,89 3-9019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75 9697,'2'-29'2438,"-2"28"-2297,0 1-1,0-1 0,-1 0 1,1 0-1,0 0 0,-1 0 1,1 1-1,-1-1 1,1 0-1,-1 0 0,1 1 1,-1-1-1,1 0 1,-1 1-1,0-1 0,1 1 1,-1-1-1,0 1 1,0-1-1,1 1 0,-1-1 1,0 1-1,0 0 1,0-1-1,0 1 0,-1 0 1,1-1 365,-41-27 12363,21 48-9767,13-1-3011,2 1-1,0 1 1,-4 30 0,-2 7-90,-14 40-1,-19 89 0,40-159 0,2 0 0,1 1 0,1-1 0,4 49 0,-2-71 0,0 0 0,0-1 0,0 1 0,1-1 0,-1 1 0,1-1 0,1 0 0,-1 0 0,1 0 0,0 0 0,0 0 0,0 0 0,1-1 0,0 0 0,0 0 0,0 0 0,0 0 0,1 0 0,-1-1 0,1 0 0,6 4 0,-2-3 0,1-1 0,-1 1 0,1-2 0,0 1 0,0-1 0,0-1 0,0 1 0,0-2 0,0 0 0,0 0 0,0 0 0,11-3 0,1-1 0,-1-1 0,0 0 0,-1-2 0,27-11 0,-35 13 0,0-1 0,0-1 0,-1 0 0,0 0 0,0-1 0,-1 0 0,0-1 0,-1 0 0,10-12 0,-10 8-14,-1 0 1,-1 0-1,0-1 1,-1 0-1,0 0 0,-1-1 1,-1 1-1,0-1 1,-1 0-1,-1 0 1,0 0-1,-1-1 0,0 1 1,-2 0-1,1 0 1,-2-1-1,0 1 0,-1 0 1,-1 0-1,0 1 1,-9-22-1,6 19-47,0 0 0,-1 1 0,-1 0 0,-1 0 0,0 1 0,-1 1 0,-1-1 0,0 2 0,-1-1 0,0 2 0,-1 0 0,0 0 0,-1 2 0,0-1 0,-1 2 0,0 0 0,-29-11 0,39 18-359,-1 0-1,0 1 1,1-1-1,-1 1 1,0 1-1,0-1 1,0 1 0,0 0-1,1 1 1,-14 1-1,16 0-194,-1-1 1,1 1-1,-1-1 0,1 1 1,0 0-1,-8 6 0,9-5-414,-1 0 0,0 0-1,1 0 1,0 1 0,0 0 0,0-1-1,-3 7 1,-8 18-10195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5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92 10713,'-4'-5'581,"0"1"0,1-1 0,-1 0 0,1 0 1,0 0-1,1 0 0,-1 0 0,1-1 0,0 1 0,0-1 0,-1-7 0,2 11 60,0 0 1,-1 0-1,0 0 0,1 0 0,-1 0 0,0 1 0,0-1 1,0 0-1,0 1 0,-1 0 0,-3-3 0,-2 5-366,0 0 0,0 1-1,0-1 1,0 2-1,0-1 1,0 1-1,1 0 1,0 0 0,-1 1-1,1 0 1,0 1-1,1 0 1,-1 0 0,-10 11-1,-4 5 815,1 1 1,-32 47-1,39-50-1089,2 0 0,0 1 0,2 1 0,0 0 0,1 0 0,1 1 0,1-1 0,1 2 0,1-1 0,-2 32 0,5-42 0,1 1 0,0 0 0,1 0 0,0-1 0,1 1 0,0-1 0,1 1 0,0-1 0,1 0 0,1 0 0,0 0 0,0-1 0,1 0 0,0 0 0,1 0 0,1-1 0,0 0 0,0 0 0,18 16 0,-10-14-789,1-1 0,0 0-1,0-2 1,1 0 0,0 0 0,1-2 0,0 0 0,0-1-1,26 4 1,-19-6-497,1-1-1,-1-1 1,1-2-1,-1 0 1,1-2 0,39-7-1,-54 6 753,0-1-1,-1 0 1,1 0 0,-1-1-1,0-1 1,0 0 0,-1 0-1,0-1 1,0 0 0,17-17-1,-14 11 524,0-1-1,0-1 0,-2 0 0,1-1 1,-2 0-1,10-21 0,-4 4 1632,19-60-1,-30 73-271,0 0 0,-2 0-1,0 0 1,0-35 0,-3 34 83,0 21-1317,-1-1 1,0 0-1,1 1 0,-1-1 0,0 1 0,0-1 0,0 1 0,0-1 0,1 1 1,-1 0-1,0-1 0,0 1 0,0 0 0,0 0 0,0-1 0,0 1 0,0 0 1,0 0-1,0 0 0,0 0 0,0 0 0,0 1 0,-1-1 0,1 0 166,-4 1-91,1 0 1,-1 0 0,1 0-1,0 0 1,-1 1 0,1 0 0,0 0-1,0 0 1,0 0 0,0 1 0,1-1-1,-1 1 1,1 0 0,-1 0 0,1 0-1,0 1 1,0-1 0,1 1 0,-1 0-1,1-1 1,0 1 0,-3 5-1,-6 14 477,0 0 0,-11 40-1,21-61-643,-4 14 123,0-1 0,1 1 1,1 0-1,1 0 0,-1 28 0,3-38-236,0-1 0,1 1 0,-1 0 0,1 0 0,1-1 0,-1 1 0,1 0 0,0-1 0,0 0 0,0 1 0,1-1 0,0 0 0,0 0 0,0 0 0,1-1 0,0 1 0,0-1 0,0 0 0,7 6 0,-4-5-251,1 1 0,1-1 0,-1 0 0,1 0 0,-1-1 0,1-1 0,1 1 0,-1-2 0,0 1 0,1-1 0,-1 0 0,1-1 0,0 0 0,-1-1 1,11 0-1,-20 0 336,11-1-223,0 1 0,0-1 0,-1-1-1,1 0 1,-1 0 0,1-1 0,-1-1-1,0 1 1,14-8 0,-6-1 124,1-1 1,-2 0-1,0-1 0,-1-1 1,0-1-1,-1 0 0,-1-1 1,0 0-1,-1-1 0,-1-1 1,18-38-1,-11 26 756,-17 27-542,1 0 0,0 0 1,-1 0-1,0-1 0,0 1 0,0 0 0,0-1 0,0-6 0,-1 8 1519,-3 11-455,-7 30 170,5-20-1032,1 0 0,1 0 0,-1 20 0,4-31-247,0-1 0,0 1 0,0-1 0,1 1 0,0-1 0,0 1 0,6 10 0,-7-15-49,0 0 0,0 0-1,1 0 1,0 0 0,-1 0-1,1 0 1,0 0-1,0 0 1,0 0 0,0-1-1,0 1 1,0-1 0,0 0-1,1 1 1,-1-1 0,0 0-1,1 0 1,-1-1-1,1 1 1,-1 0 0,1-1-1,-1 0 1,5 1 0,0-2-8,0 1-1,1-1 1,-1 0 0,0-1 0,1 0 0,-1 0 0,0-1 0,0 1 0,-1-1 0,1-1 0,0 0 0,6-4-1,5-6 12,0-1 0,23-25 0,-25 24-18,34-49 1190,-48 63-960,-1 2-197,0 0-1,0 0 1,0 0 0,0 0-1,1 1 1,-1-1 0,0 0-1,0 1 1,0-1-1,0 1 1,0-1 0,0 1-1,-1-1 1,1 1 0,0 0-1,0-1 1,0 1-1,0 0 1,-1 0 0,1 0-1,0-1 1,-1 1 0,1 0-1,-1 0 1,1 0-1,-1 0 1,1 0 0,-1 0-1,0 0 1,1 0 0,-1 0-1,0 1 1,0-1-1,0 1 1,-1 43 253,0-32-170,-4 32-623,3-27 102,1 1-1,0 33 1,11-10-4779,-7-37 3588,-1 0-1,1 0 1,0 0 0,0 0 0,0 0-1,5 4 1,7 7-9077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5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12501,'8'24'2136,"-8"-24"-2083,0 0 0,0 0 1,0 1-1,0-1 1,0 0-1,0 0 1,0 1-1,0-1 0,1 0 1,-1 0-1,0 1 1,0-1-1,0 0 0,0 0 1,1 0-1,-1 1 1,0-1-1,0 0 0,0 0 1,0 0-1,1 0 1,-1 1-1,0-1 1,0 0-1,1 0 0,-1 0 1,0 0-1,0 0 1,1 0-1,-1 0 0,0 0 1,0 0-1,1 0 1,-1 0-1,0 0 0,1 0 1,11 3 529,1 0 0,-1 1 0,0 1 0,0 0 0,-1 0 0,1 1 0,-1 1 0,-1 0 0,1 0 0,-1 1 0,0 0 0,-1 1 1,17 19-1,-20-21-460,-1 1 1,1 0-1,-1 0 1,-1 0-1,1 1 1,-1-1-1,-1 1 1,0 0-1,0 0 1,-1 0-1,0 1 1,0-1-1,-1 1 1,0-1-1,-1 1 1,0-1-1,-1 1 1,0-1-1,0 1 1,-4 12-1,0-10-5,0 1 0,-1-1 0,0 0 0,-1-1 0,-1 0 1,0 0-1,0 0 0,-1-1 0,0 0 0,-1-1 0,0 0 0,-1 0 0,-15 9 0,26-18-91,0 0-1,-1 0 1,1 1 0,0-1 0,0 0-1,-1 0 1,1 0 0,0 0-1,0 1 1,-1-1 0,1 0 0,0 0-1,-1 0 1,1 0 0,0 0 0,0 0-1,-1 0 1,1 0 0,0 0-1,-1 0 1,1 0 0,0 0 0,-1 0-1,1 0 1,0 0 0,-1 0-1,1 0 1,0 0 0,-1 0 0,1-1-1,0 1 1,0 0 0,-1 0 0,1 0-1,0 0 1,0-1 0,-1 1-1,1 0 1,0 0 0,0-1 0,0 1-1,-1 0 1,1 0 0,0-1-1,0 1 1,0 0 0,0-1 0,0 1-1,0 0 1,-1 0 0,1-1 0,0 1-1,0 0 1,0-1 0,0 1-1,0 0 1,0-1 0,0 1 0,0 0-1,0-1 1,1 1 0,-1-1-1,5-27 321,2 16-260,0 1 0,0-1 1,1 1-1,1 0 0,0 1 1,18-17-1,8-10-95,1-3-1547,2 1 1,76-59-1,-76 70-2918,68-37 1,-64 46-1436,-1 8-3246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6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254 735 9729,'9'0'443,"-5"0"-68,1-1 1,0 1-1,-1-1 0,1 0 0,-1 0 0,1 0 0,-1 0 0,9-4 7449,-4 2-7049,-8 3-728,1 0 0,-1 0 0,1 0 0,-1 0 0,1-1 1,-1 1-1,0 0 0,1-1 0,-1 0 0,1 1 0,-1-1 0,0 0 0,0 1 0,1-1 0,0-1 0,2-6 169,-2 5-82,0 0-1,-1 0 1,1-1 0,-1 1-1,1-1 1,-1 1 0,0-1-1,-1 0 1,1 1 0,0-1-1,-1 0 1,0 0 0,0 1-1,0-1 1,-1 0 0,1 0 0,-1 1-1,0-1 1,0 0 0,0 1-1,0-1 1,-3-5 0,1 3 40,-1 1 1,1-1 0,-1 1-1,0 0 1,0 0 0,-1 0-1,1 1 1,-1 0-1,-7-6 1,8 8-91,1 0-1,-1 0 1,0 1 0,0-1-1,0 1 1,0 0-1,0 0 1,0 0 0,0 0-1,0 1 1,-1 0-1,1 0 1,0 0 0,0 0-1,0 1 1,-6 1-1,-4 1 79,1 2 0,0-1 0,0 2-1,0 0 1,1 0 0,0 1 0,0 1-1,1 0 1,0 0 0,0 1 0,1 1-1,-15 17 1,18-19-126,1-1 0,0 1 0,1 0 0,0 1-1,0-1 1,1 1 0,0 0 0,0 0 0,1 1 0,0-1 0,1 1 0,0-1-1,1 1 1,0 0 0,0 0 0,1 0 0,0-1 0,0 1 0,3 10 0,-1-14-65,-1 1 1,2 0 0,-1-1-1,1 0 1,0 0 0,0 0-1,0 0 1,1 0 0,0-1-1,0 1 1,1-1 0,7 7 0,-4-5-72,0-1 1,1 0 0,-1-1-1,1 0 1,1 0-1,-1-1 1,16 5 0,2-2-203,0-2 1,0 0-1,0-2 1,1-1-1,38-2 1,-36-1-11,1-1-1,-1-2 1,49-12-1,-64 12 315,-2-1-1,1 0 0,0-1 1,-1 0-1,0-1 0,0 0 1,-1-1-1,0-1 1,17-15-1,-25 19 71,0 0 1,0 0 0,-1-1-1,0 0 1,0 0-1,0 0 1,-1 0 0,1 0-1,-1 0 1,-1-1-1,1 1 1,-1-1 0,0 1-1,-1-1 1,0 1 0,0-1-1,0 0 1,-2-10-1,1 15-56,1 0 0,0 0-1,-1 0 1,1 0 0,-1 0-1,0 1 1,0-1 0,1 0-1,-1 0 1,0 0 0,-1 1-1,1-1 1,0 0 0,0 1-1,-1-1 1,1 1 0,-1 0-1,1-1 1,-1 1 0,0 0-1,1 0 1,-3-1 0,1 1-2,0 0 0,0 1 0,0-1 0,-1 1 0,1 0 0,0 0 0,0 0 0,0 0 0,-1 0 0,1 1 0,0-1 0,-5 2 0,-6 3 29,1 1 0,-1 0 0,1 0 0,1 1 0,-15 11 0,11-5 3,-1 0 0,2 1 0,0 1 0,0 1 1,2 0-1,-17 25 0,27-37-38,1 0 1,-1 1 0,1-1-1,0 0 1,0 1 0,1-1-1,0 1 1,-1-1 0,1 1-1,0 6 1,1-8-12,0-1 0,0 1-1,1-1 1,-1 1 0,1-1 0,-1 0 0,1 1-1,0-1 1,0 0 0,0 1 0,0-1 0,0 0-1,1 0 1,-1 0 0,1 0 0,-1 0 0,1 0-1,0 0 1,0-1 0,2 3 0,-1-3-26,0 1 1,-1-1-1,1 0 1,0 1-1,0-1 0,1-1 1,-1 1-1,0 0 1,0-1-1,0 0 1,0 1-1,1-1 0,-1-1 1,0 1-1,0 0 1,0-1-1,5-1 1,57-19-580,-49 15 476,-2 1 61,0-1 0,0 0 0,-1 0 0,0-1 0,-1-1 0,1 0 0,-1-1 0,-1 0 1,0-1-1,0-1 0,-1 1 0,0-1 0,-1-1 0,0 0 0,-1 0 0,-1-1 0,0 0 0,0 0 0,-1-1 1,-1 0-1,0 0 0,3-19 0,0-20 418,-2-1 1,-3 0 0,-5-64 0,0 57 27,3 1 0,9-66 0,-4 89-132,23-115 1136,-20 131-901,-8 21-468,-1 0 1,0 0-1,1 0 0,-1 0 1,0 0-1,0 0 1,1 1-1,-1-1 0,0 0 1,0 0-1,1 0 1,-1 0-1,0 1 1,0-1-1,1 0 0,-1 0 1,0 1-1,0-1 1,0 0-1,1 0 0,-1 1 1,0-1-1,0 0 1,0 0-1,0 1 0,0-1 1,0 0-1,0 1 1,0-1-1,0 0 0,0 1 1,0-1-1,0 0 1,0 0-1,0 1 0,5 48 395,-4-45-390,0 93 157,-20 171 1,0-21-3042,12-185 137,0-1-2078,7-54 3524,0 0 0,0 0-1,1 0 1,-1 0 0,2 0 0,1 9 0,14 21-9313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92 12729,'-38'-15'7697,"26"1"-5845,5 0 1792,14 0-4396,2-1-1060,4 4-7161,-4 2-2428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2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38 6513,'0'-1'219,"0"-1"0,0 0 1,-1 1-1,1 0 0,0-1 1,-1 1-1,1-1 0,-1 1 1,0-1-1,1 1 1,-1 0-1,0 0 0,0-1 1,0 1-1,0 0 0,0 0 1,0 0-1,0 0 0,0 0 1,-1 0-1,1 0 0,0 0 1,-1 1-1,-1-2 1,-7-4 7515,24 82-5340,-12-50-1846,0-1-1,-2 1 1,-1 0-1,-1 0 1,-1-1-1,-9 37 0,-9 51 1026,-13 194 0,20-150-465,1 9-63,-8 69 452,9-130-1498,5 0 0,5 1 0,12 111 0,-5-146 0,-2 0 0,-4 1 0,-3-1 0,-3 0 0,-2-1 0,-25 87 0,19-102 0,3 1 0,1 0 0,4 0 0,2 1 0,3 100 0,3-82 0,-4 1 0,-20 126 0,11-125 0,4-1 0,2 135 0,7 18 0,-1-3 0,1-208 0,0-1 0,1 1 0,1-1 0,1 1 0,0-1 0,1 0 0,1 0 0,0-1 0,1 0 0,15 24 0,2 5 0,-5-17 0,7 2 0,-16-23 0,-6-15 0,5-12 0,-6 14 0,18-23 0,1 5 0,-4 0-277,-16 22-1217,-8-15-3744,3 0 1690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0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66 5693,'2'0'136,"0"0"1,1 0 0,-1-1-1,0 1 1,0-1 0,0 1-1,0-1 1,0 0 0,0 0 0,0 0-1,0 0 1,0 0 0,0-1-1,0 1 1,-1 0 0,1-1 0,-1 1-1,1-1 1,-1 0 0,1 1-1,-1-1 1,3-4 3561,-1 4-3243,-1 1 1,1 0 0,0-1 0,0 0-1,0 0 1,-1 0 0,1 0-1,-1 0 1,0 0 0,1 0-1,2-5 1,5-3 3182,-11 12-3407,-12 112 1432,8-60-1068,-35 257 2638,-9 82-1246,-33 82-876,-40-9-676,110-424-424,-90 360 115,-75 599 0,156-738-129,20-207 10,3 1 1,15 93 0,46 224 132,-56-336-136,26 113-40,-9-79 38,62 131 0,-32-86-26,-48-103 26,0-1 0,-2 1 0,1 0 0,-1 1 1,-1-1-1,-1 1 0,0 0 0,-1-1 0,0 1 1,-1 0-1,-1 0 0,-1 0 0,0-1 0,0 1 1,-2-1-1,0 1 0,0-1 0,-12 24 1,-23 67 24,6-11 55,26-76-35,2 1 1,0 1 0,1-1-1,-1 26 1,1-18 171,-8 36 0,5-42-186,2 1 0,0 1 0,1-1-1,1 0 1,2 1 0,0 0 0,1-1 0,1 1 0,4 22 0,20 75 16,16 114-20,-38-164-64,-10 129 1,2-141 54,2 0 0,3 0 1,11 90-1,-6-118-15,24 134 188,7 174 0,1-49-193,-30-251 0,-3-15 0,-1-7 0,0 1 0,-1-1 0,-1 0 0,0 1 0,-3 20 0,1-7 0,0-1 0,4 32 0,0 10 0,-3-38 0,2 0 0,1-1 0,14 60 0,-4-62 0,-2-4-77,-10-23-329,17-38-11061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3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81 5665,'10'-23'1996,"-7"18"1814,-4 2-2055,-16-37 7717,17 39-9269,0 1 0,0-1 1,-1 1-1,1-1 0,0 1 1,-1-1-1,1 1 0,-1-1 0,1 1 1,-1-1-1,1 1 0,-1-1 1,1 1-1,-1 0 0,1-1 1,-1 1-1,1 0 0,-1-1 1,0 1-1,1 0 0,-1 0 1,-1 0-1,2 0-190,-1 1-1,0-1 1,0 1-1,1 0 1,-1-1 0,0 1-1,1 0 1,-1 0-1,1 0 1,-1-1 0,1 1-1,-1 0 1,1 0-1,0 0 1,-1 0 0,1 0-1,0 0 1,0 0-1,0 0 1,-1 0 0,1 1-1,-3 72 2493,-35 162-264,22-154-2276,9-52-1100,-4 44 0,2 22-3727,-1-32-5427,4-30-1668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3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25 12385,'-18'10'2172,"22"-25"779,0 8-2081,-3 5-635,1 1 0,0 0 0,0 0 0,0 0 0,0 0 0,0 0 0,0 0 0,0 0 0,0 1 0,0-1 1,0 1-1,1-1 0,-1 1 0,0 0 0,0 0 0,3 0 0,9 3 106,0 1-1,0 0 1,-1 1-1,0 0 1,0 1 0,0 0-1,-1 1 1,19 14-1,-13-10-73,122 85 869,-123-82-1044,-1 0 0,0 0 0,-2 2 0,1 0 0,21 34 0,-32-45-76,-1 0 0,-1 1 1,1 0-1,-1-1 0,0 1 0,0 0 1,0 0-1,-1 0 0,0 0 1,0 1-1,-1-1 0,1 0 0,-1 0 1,-1 0-1,1 1 0,-1-1 1,0 0-1,-1 0 0,1 0 0,-1 0 1,0 0-1,-1-1 0,-5 11 0,2-6-8,-1-1-1,-1 1 1,1-1-1,-2 0 0,1-1 1,-1 0-1,0 0 1,-1-1-1,1 0 0,-2-1 1,-16 8-1,-55 22-1623,-140 41 0,87-41-10301,106-28 2177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26 9541,'-7'-4'1458,"-1"0"1,1 1-1,-1-1 0,0 2 1,1-1-1,-17-2 0,19 5-967,0 0-1,-1 0 0,1 0 0,0 1 0,0 0 0,-1 0 0,1 0 0,0 0 0,0 1 0,0 0 0,-7 4 0,-4 2-192,0 1-1,0 1 0,1 0 1,1 1-1,0 1 1,0 0-1,1 1 0,1 0 1,0 1-1,1 1 0,0-1 1,1 2-1,1-1 0,0 2 1,1-1-1,1 1 0,1 0 1,0 0-1,1 1 1,1 0-1,1 0 0,0 0 1,1 32-1,2-38-725,1 0 1,0-1-1,1 1 1,0 0-1,1 0 1,1-1-1,0 0 1,0 1-1,10 15 1,-6-14-424,1-1 0,0 0 0,1-1 1,0 0-1,0-1 0,2 0 1,14 11-1,13 7-6218,5-5-4564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5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161 105 9049,'0'0'1895,"-1"3"-86,-33 102 4797,-29 54-3746,3-34-1422,59-123 452,1-6-1794,-1-1-1,1 0 1,-1 0-1,1 1 1,1-1-1,-1 0 1,1 0 0,0 1-1,0-1 1,0 0-1,0 1 1,1-1 0,3-7-1,26-42 158,1 1 0,3 2 0,60-68 0,-72 91-146,34-31 0,-48 51-39,-1 1 0,1 0 0,1 0 0,-1 1 0,1 1 0,0-1 0,0 2 0,12-5 0,-18 8-19,-1 1 1,0-1-1,0 1 0,0 0 0,1 0 0,-1 0 1,0 0-1,0 0 0,1 1 0,-1 0 0,0 0 0,0-1 1,0 2-1,0-1 0,0 0 0,0 1 0,0-1 1,0 1-1,-1 0 0,4 2 0,-1 0 54,-1 0-1,1 1 0,-1-1 1,0 1-1,0 0 1,0 0-1,-1 1 1,1-1-1,2 8 1,4 14 63,-2 0 1,0 1-1,-2 0 1,-1 0-1,-1 1 1,0 41-1,-5-1 245,-14 106-1,8-133-694,4-31-4,0 1 1,2 0-1,-1 0 0,2 0 0,-1 0 1,3 13-1,-2-20-326,1 0 1,-1 0-1,0 0 0,0 0 1,0 0-1,-1 0 0,1 0 1,-1-1-1,-1 1 0,-1 6 1,2-8-2331,-18-6-14847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10089,'-6'23'4704,"-3"-34"-2531,2 2 975,23 6-2080,0-3-216,22 4-316,19 2-420,-6 0-640,3-3-568,3 0-804,-3-3-532,3 3-2505,4 0-3896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0 10301,'-16'13'9486,"0"-6"-5396,15-7-4020,0 1 1,-1-1-1,1 1 0,0-1 0,-1 1 0,1-1 1,0 1-1,0 0 0,-1 0 0,1 0 1,0 0-1,0-1 0,0 1 0,0 1 0,0-1 1,0 0-1,1 0 0,-1 0 0,0 0 1,0 1-1,1-1 0,-1 0 0,1 1 0,-1-1 1,1 0-1,0 1 0,-1-1 0,1 0 1,0 1-1,0-1 0,0 1 0,0-1 0,0 1 1,0-1-1,1 2 0,4 38 772,2 0 0,1 0 0,3 0 0,23 60 0,-13-42-429,12 63 1,-26-89-322,-2 1 0,-1-1 0,-2 1 0,-1-1 1,-5 43-1,1-54-73,-1 0 0,0 0-1,-2 0 1,-1-1 0,-1 0 0,0 0 0,-2-1-1,-22 37 1,16-35-95,-1 0 0,-1-1-1,-1 0 1,0-2-1,-2 0 1,0-2 0,-25 17-1,-8-1-3284,-113 51-1,144-72 1123,-2 1-5925,9-7-3279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6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66 11041,'0'0'178,"0"1"0,-1 0 0,1-1 0,0 1 0,0-1 0,-1 1 0,1 0 1,0-1-1,-1 1 0,1-1 0,-1 1 0,1-1 0,0 1 0,-1-1 0,1 0 0,-1 1 0,0-1 0,1 1 0,-1-1 0,1 0 0,-1 0 1,1 1-1,-1-1 0,0 0 0,1 0 0,-1 0 0,0 0 0,1 1 0,-1-1 0,0 0 0,1 0 0,-1 0 0,0 0 0,1-1 0,-1 1 1,1 0-1,-1 0 0,0 0 0,1 0 0,-1-1 0,0 1 0,1 0 0,-1-1 0,1 1 0,-1 0 0,1-1 0,-1 1 0,1-1 0,-1 1 1,0-2-1,-7-3 6066,12 3-4924,8-3-882,0 0 0,0 0 0,0 2 0,1-1 0,22-2 0,73-1 477,-4 0-1822,-29-1-1639,-23 5-2304,-27 0 1416,-7-2-2926,-5 2-3789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40 14561,'-5'-18'-1104,"-4"-3"16599,7 42-13474,-27 230-456,8-103-1336,-17 107-229,-6 60 0,41-233-2151,3-58 158,-1 0 0,-1 1 1,-9 43-1,6-45-5413,7-2-4849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60 14277,'0'-7'1158,"1"-1"0,0 1 0,0-1 0,1 1 0,4-13 0,-6 20-1120,0 0-1,0 0 1,0-1-1,0 1 1,1 0-1,-1 0 1,0 0-1,0 0 0,0 0 1,0 0-1,0-1 1,0 1-1,0 0 1,0 0-1,0 0 1,0 0-1,1 0 1,-1 0-1,0 0 1,0 0-1,0-1 0,0 1 1,0 0-1,0 0 1,1 0-1,-1 0 1,0 0-1,0 0 1,0 0-1,0 0 1,0 0-1,1 0 1,-1 0-1,0 0 1,0 0-1,0 0 0,0 0 1,0 0-1,1 0 1,-1 0-1,0 0 1,0 0-1,0 0 1,0 0-1,0 0 1,1 1-1,14 2 474,1 0-1,-1 2 1,0 0 0,0 0-1,0 2 1,-1-1 0,0 2 0,0 0-1,20 16 1,-6-1-172,0 1 0,-1 1 1,28 34-1,-48-51-285,0 1 0,0 0 0,-1 0 0,-1 1 0,1-1 0,-2 1 0,1 0 0,-1 1 0,-1-1 0,0 1-1,3 16 1,-6-21-36,1 1-1,-1-1 0,-1 1 0,1 0 1,-1-1-1,0 1 0,0-1 0,-1 1 1,0-1-1,0 0 0,-1 0 0,1 0 1,-2 0-1,1 0 0,0 0 0,-1-1 0,0 0 1,0 1-1,-1-2 0,-5 6 0,-7 5 26,0-2-1,-1 0 0,0 0 0,-34 15 0,-86 31 82,12-6-1299,118-49 599,0 0 1,0 1-1,0 1 1,-7 6-1,12-10-1835,9 1-2467,5 6 2205,-3-2-139,31 17-8171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14453,'2'-1'417,"0"0"-1,0 0 0,-1 0 0,1 0 1,0 0-1,0-1 0,-1 1 0,1-1 0,-1 1 1,1-1-1,-1 0 0,0 1 0,2-3 1,3-5 1329,-5 9-1587,0 0 1,0-1 0,0 1-1,-1 0 1,1 0-1,0 0 1,0 0 0,0 0-1,0 0 1,0 0 0,0 0-1,0 0 1,0 0-1,0 0 1,0 0 0,0 1-1,0-1 1,1 1-1,0-1 250,10 3-12,-1 0 0,1 1 1,-1 0-1,1 1 0,-1 0 1,0 0-1,-1 2 0,1-1 1,-1 1-1,-1 0 1,1 1-1,9 11 0,1 2-150,-1 1 0,-2 0 0,0 1 0,16 30 0,-23-34-163,0 0 0,-2 1 1,0 0-1,-1 0 0,6 33 1,-11-40-49,0 0-1,0 0 1,-1 0 0,-1 1 0,-1-1-1,1 0 1,-2 0 0,0 0 0,-1 0-1,-4 14 1,-4-8-36,-3 3 0,9-20 0,1-2 0,3 0 0,1 0 0,0 0 0,-1 1 0,1-1 0,-1 0 0,1 0 0,-1 0 0,1 0 0,-1 0 0,1 0 0,-1 0 0,1 0 0,-1 0 0,1 0 0,-1 0 0,1 0 0,-1 0 0,1-1 0,-1 1 0,1 0 0,-1 0 0,1 0 0,-1-1 0,1 1 0,-1 0 0,1-1 0,0 1 0,-1 0 0,1-1 0,0 1 0,-1 0 0,1-1 0,0 1 0,-1-1 0,1 1 0,0-1 0,0 1 0,-1 0 0,1-1 0,0 1 0,0-1 0,0 1 0,0-1 0,0 1 0,0-1 0,0 1 0,0-1 0,0 1 0,0-2 0,2-22 0,1 15 3,0 1 0,1 0 0,0 0 0,0 0 0,1 0 0,0 1 1,0-1-1,7-6 0,57-54-119,-64 63 93,38-33-1760,2 1 0,1 3 1,2 1-1,71-35 1,-72 45-2767,1 3 1,84-25-1,-106 38-2564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96 11009,'-5'4'223,"-3"1"328,1 1 0,-1 0 0,1 1 0,0 0 0,-7 8 0,9-10 20,0 0 0,0-1 0,0 0 0,-1 0 1,-8 5-1,10-7-139,0 0 0,0 0 1,0 1-1,0 0 1,0 0-1,1 0 1,-1 0-1,1 1 0,0-1 1,0 1-1,0 0 1,1-1-1,-1 2 0,-2 4 1,3-2-214,0 0 0,0 0 0,1 0 0,-1 0 0,1 0 0,1 0 0,0 0 1,0 0-1,0 0 0,1 0 0,0 0 0,0 0 0,1 0 0,0 0 0,0-1 0,0 1 0,1-1 0,0 1 0,0-1 0,9 11 0,-5-6 153,2 0 0,-1-1-1,1 0 1,1-1-1,0 1 1,0-2-1,1 0 1,0 0-1,22 11 1,-25-15-372,-1-1 0,0-1 0,1 0 0,-1 0 0,1 0 0,0-1 0,0 0 0,-1-1 0,1 1 0,0-1 0,0-1 0,0 0 0,-1 0 0,1 0 0,8-4 0,-12 4 0,0 0 0,0-1 0,0 0 0,0 0 0,0 0 0,-1 0 0,1 0 0,-1-1 0,0 0 0,0 0 0,1 0 0,-2 0 0,1 0 0,0 0 0,-1-1 0,1 1 0,-1-1 0,0 0 0,0 0 0,-1 0 0,1 0 0,-1 0 0,0 0 0,0 0 0,0 0 0,-1-1 0,1 1 0,-1-6 0,-1-7 0,-1-1 0,0 0 0,-1 1 0,-1 0 0,-1 0 0,-1 0 0,-14-30 0,-1 6 0,-48-71 0,64 105-831,-1-1 0,0 1 0,-1 1-1,0-1 1,0 1 0,0 0 0,-1 0 0,-11-6 0,16 10 357,-1 1 1,1-1 0,0 0 0,-1 1-1,1 0 1,-1 0 0,1 0 0,-1 0 0,0 0-1,1 1 1,-1 0 0,0 0 0,0 0-1,1 0 1,-1 0 0,0 1 0,1-1 0,-1 1-1,1 0 1,-1 0 0,1 1 0,-1-1-1,1 1 1,-4 2 0,-6 7-9999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8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0 16117,'-6'4'618,"0"1"0,1 0-1,0 0 1,-1 0 0,1 1-1,1 0 1,-1 0 0,-5 11-1,2-2 1222,1 1-1,-8 29 0,-19 84 950,-30 227 0,57-298-2788,3 1 0,2-1 0,9 91 0,-5-132 0,1-1 0,1 0 0,1 0 0,0 0 0,1-1 0,0 0 0,15 26 0,-18-37 0,1 1 0,-1 0 0,1-1 0,0 1 0,0-1 0,1 0 0,-1 0 0,1-1 0,-1 1 0,11 4 0,-11-6 0,0-1 0,0 0 0,-1 0 0,1 0 0,0-1 0,0 1 0,0-1 0,0 0 0,0 0 0,0 0 0,-1 0 0,1-1 0,0 0 0,0 0 0,0 0 0,-1 0 0,8-3 0,-7 1 0,-1 1 0,1 0 0,-1-1 0,1 0 0,-1 0 0,0 0 0,0 0 0,-1 0 0,1-1 0,-1 1 0,1-1 0,-1 0 0,0 1 0,0-1 0,-1 0 0,1 0 0,-1 0 0,0-1 0,0 1 0,0 0 0,-1 0 0,1-1 0,-1 1 0,0-5 0,0-2 0,-1 0 0,0 0 0,0 0 0,-1 0 0,-1 0 0,1 0 0,-2 0 0,-5-13 0,4 14-283,0 1 1,-1-1-1,0 1 0,0 0 1,-1 1-1,0 0 0,-1 0 0,1 0 1,-2 1-1,1 0 0,-1 1 1,0 0-1,0 0 0,0 1 1,-1 0-1,0 1 0,-19-6 1,7 8-4126,7 6-2752,2 0-5967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49 15485,'-10'-8'1745,"0"1"0,-1 0 0,1 1-1,-1 0 1,-14-4 0,22 8-1463,1 1-124,-1 1 0,0-1 0,0 1 0,0-1 0,0 1 0,0 0 0,0 0 0,0 0-1,1 1 1,-1-1 0,0 1 0,0-1 0,0 1 0,0 0 0,-2 1 0,-42 22 913,27-11-841,1 1 1,0 1-1,1 1 1,1 1-1,0 0 1,-16 23-1,-77 125-1586,104-155 1085,1 0 0,0 0 0,1 1 0,-5 16 1,9-24 63,5-4 236,1-1 0,0 1 1,0-1-1,0 0 0,-1 0 0,1-1 0,-1 1 0,1-1 1,-1-1-1,0 1 0,0-1 0,-1 0 0,1 0 1,7-8-1,-6 5 53,1 1 1,0 0 0,0 1 0,1-1-1,13-6 1,-16 11-80,0-1 0,1 1 0,-1 0 0,1 0 1,-1 1-1,0 0 0,1 0 0,-1 0 0,1 0 0,-1 1 0,1 0 0,-1 0 0,0 1 0,0-1 0,1 1 1,-1 0-1,0 1 0,-1-1 0,1 1 0,7 5 0,10 8-1073,-2 0-1,0 2 1,18 20-1,-27-27-175,22 26-3665,-13-6-2387,0 4-1510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9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25 9561,'7'-6'715,"13"-9"333,-19 15-938,-1 0 1,1-1 0,0 1 0,-1-1-1,1 1 1,0 0 0,-1 0 0,1-1-1,0 1 1,-1 0 0,1 0 0,0 0-1,-1 0 1,1 0 0,0 0 0,-1 0-1,1 0 1,0 0 0,-1 0 0,1 0-1,0 0 1,-1 1 0,1-1 0,0 0-1,-1 0 1,2 1 0,-2 0 84,1 0 0,-1 0-1,0 0 1,0 0 0,0 0 0,0-1-1,1 1 1,-1 0 0,-1 0 0,1 0 0,0 0-1,0 0 1,0 0 0,0 0 0,-1-1-1,1 1 1,-1 2 0,0 1 442,-126 475 12062,86-344-11088,10-8-1611,28-112 0,1 0 0,1 0 0,0 1 0,1-1 0,1 0 0,3 22 0,-3-32 0,0 0 0,1-1 0,0 1 0,0-1 0,0 0 0,0 0 0,1 0 0,0 0 0,-1 0 0,2 0 0,-1-1 0,0 1 0,1-1 0,-1 0 0,1 0 0,0 0 0,0 0 0,0-1 0,0 0 0,1 0 0,-1 0 0,0 0 0,1-1 0,0 1 0,-1-1 0,6 0 0,-3 0 0,0 0 0,0 0 0,0-1 0,0 0 0,-1-1 0,1 1 0,0-1 0,0-1 0,0 1 0,-1-1 0,1 0 0,-1-1 0,0 0 0,0 0 0,1 0 0,-2 0 0,1-1 0,5-5 0,-8 7 0,0-1 0,0 0 0,0 1 0,0-2 0,-1 1 0,1 0 0,-1 0 0,0-1 0,0 1 0,0-1 0,0 0 0,-1 0 0,0 1 0,1-1 0,-1 0 0,-1 0 0,1 0 0,0-6 0,-2 7 0,1-1 0,-1 1 0,0 0 0,0 0 0,0-1 0,-1 1 0,1 0 0,-1 0 0,0 1 0,0-1 0,0 0 0,0 0 0,0 1 0,0-1 0,-1 1 0,1 0 0,-1 0 0,0 0 0,1 0 0,-1 0 0,0 0 0,-6-1 0,-2-3-19,-1 1 0,0 1 0,0 0 0,0 1 0,0 0 0,-1 1 1,1 0-1,-1 1 0,0 0 0,1 1 0,-1 0 0,-15 3 0,25-2-356,1 0-1,-1 0 1,0 0 0,0 0-1,1 0 1,-1 0 0,0 1-1,1-1 1,-4 4-1,5-4-344,0 0 0,0 0 0,0 0 0,0 0 0,-1 0 0,2 1 0,-1-1 0,0 1 0,0-1 0,0 0 0,1 1 0,-1-1 0,1 1 0,-1 0 0,1-1 0,-1 1 0,1-1 0,0 3 0,4 15-11383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12633,'-35'17'3144,"29"3"-247,-10 11-665,6-22-544,-2 11-228,-1 0-300,7 0-544,-1 3-1032,4-3-616,3 0-1016,0-3-6697,3 3-1860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14141,'0'0'7073,"-6"20"-6617,2 0-400,-2 0-2740,0 0 812,12 5-3205,0 15-4032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3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13 15461,'-23'-12'2909,"22"12"-2818,1 0 0,0 0-1,0 0 1,-1 0-1,1 0 1,0 0 0,0 0-1,0 0 1,-1 0-1,1 0 1,0 0 0,0 0-1,-1 0 1,1 0-1,0 1 1,0-1-1,0 0 1,-1 0 0,1 0-1,0 0 1,0 0-1,0 1 1,0-1 0,-1 0-1,1 0 1,0 0-1,0 0 1,0 1 0,0-1-1,0 0 1,0 0-1,0 0 1,0 1 0,0-1-1,-1 0 1,1 0-1,0 1 1,0-1 0,0 0-1,0 0 1,0 1-1,-1 12 527,1-12-124,-15 96 1404,-5-1-1,-3 0 0,-4-2 1,-65 146-1,-38 135-11236,116-315 1686,4 0-5135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13145,'-34'32'2884,"40"-6"-131,-22-9-493,0 0-404,10 3-364,-1-3-284,-2 9-308,3-3-212,2 5-527,1-2-918,13-3-383,-1 0-764,-2-6-516,2 0-220,-6 0-2877,0-3-4468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8453,'19'-43'7792,"3"48"-14064,1 1-717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0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15105,'22'5'2941,"-25"15"-413,-4 15-324,4-1-348,-3 3-364,-4 3-408,-2 3-135,-1 8-189,-3 1-152,0 5-356,3 0-408,1-3-884,2 4-345,-6-10-767,0-5-660,-9-6-724,9 0-2041,10-2-4560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11829,'2'0'210,"1"1"-1,0-1 1,-1 0-1,1 0 1,0 0 0,-1 0-1,1-1 1,0 1-1,-1-1 1,1 0 0,-1 1-1,1-1 1,-1 0 0,0 0-1,4-3 1,-3 3-21,1-1 1,-1 0-1,1 1 1,0 0 0,-1 0-1,1 0 1,0 0-1,6 0 1,98-3 657,-1-5 0,191-40 0,-294 48-473,13 31 381,-8-3-518,-9-23-239,1 0 0,0 0 0,0-1 0,1 1 0,-1 0 0,1-1 0,-1 1 0,1-1 0,0 0 0,1 1 0,2 2 1,4 3-110,2 0 1,-1 0 0,1-1 0,1 0-1,0-1 1,0-1 0,0 1 0,1-2-1,-1 0 1,1-1 0,0 0 0,1 0 0,-1-2-1,1 0 1,-1 0 0,1-1 0,0-1-1,0 0 1,-1-1 0,1-1 0,-1 0-1,1-1 1,16-5 0,-22 5 427,1-1-1,-1 0 1,-1 0-1,1-1 1,-1 0 0,11-9-1,-14 11-1,-1-1 0,1 1 0,-1-1-1,0 1 1,0-1 0,0 0-1,-1 0 1,1-1 0,-1 1 0,0 0-1,0-1 1,2-7 0,-3 6 54,0 0 0,1 0 0,0 0 0,0 1 0,0-1 0,1 1 0,0 0 0,0 0 0,0-1 0,0 2 0,1-1 0,0 0 0,6-5 0,-9 9 759,-4 21-404,-4 1-514,0 1-1,0-1 1,-15 25 0,3-4 8,-7 17-154,-131 317 129,8-63-2280,55-126 623,0-9-1192,82-159 2331,-1-1 0,0 0 0,-1-1 0,-1 0 0,-1-2 0,-31 26 0,44-39 349,0 0 0,0 0 1,1 0-1,-1-1 0,-1 1 1,1-1-1,0 0 0,0 0 0,0 0 1,-1 0-1,1-1 0,0 1 1,-1-1-1,1 0 0,-1 0 1,1 0-1,0 0 0,-1-1 0,1 1 1,-4-2-1,5 1 47,-1 0 1,1 0-1,0-1 1,0 1-1,0-1 0,0 1 1,0-1-1,0 0 0,1 0 1,-1 0-1,0 0 1,1 0-1,-1 0 0,1 0 1,0 0-1,0 0 1,0-1-1,0 1 0,0-1 1,1 1-1,-1 0 0,0-1 1,1 1-1,0-1 1,0 0-1,0 1 0,0-3 1,1-14 45,1 1 0,1 0 0,1 0-1,0 0 1,1 1 0,1 0 0,1 0 0,0 0 0,1 0 0,1 1 0,11-14 0,14-19-805,3 2 0,46-47 1,-27 36-1857,64-50 0,14 10-4798,1 15-3378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279 378 9069,'2'-5'238,"2"-4"802,-1-1 0,0 1 1,0-1-1,1-11 0,-4 17 41,0-1-1,0 1 1,0-1 0,-1 1 0,0 0 0,1-1-1,-3-6 1,-1-1 922,4 10-188,-2 3-96,-5 3-1433,0 1-1,1 0 0,0 0 0,0 1 1,0 0-1,0 0 0,1 0 0,0 1 1,0-1-1,1 1 0,0 0 0,-6 15 0,-7 9 83,-91 170-368,91-161 0,1 0 0,2 1 0,-11 55 0,20-72 0,1 0 0,2 0 0,0 0 0,2 0 0,5 44 0,-3-52 0,1-1 0,1 0 0,0 0 0,1 0 0,1 0 0,0-1 0,1 0 0,1 0 0,17 24 0,-22-35 0,1 1 0,1-1 0,-1 0 0,0 0 0,1 0 0,-1-1 0,1 1 0,0-1 0,0 0 0,0-1 0,0 1 0,0-1 0,0 0 0,0 0 0,1 0 0,-1-1 0,0 0 0,1 0 0,-1-1 0,0 1 0,0-1 0,1 0 0,-1 0 0,0-1 0,0 1 0,0-1 0,7-4 0,-7 2-42,-1 0 1,0-1-1,0 1 0,0-1 0,-1 1 1,0-1-1,1 0 0,-2 0 0,1-1 1,-1 1-1,1-1 0,-1 1 0,-1-1 1,1 0-1,-1 1 0,0-1 1,0 0-1,-1 0 0,0-9 0,-1-13-367,-2 0 0,-10-52 0,9 61 306,-58-205-2069,38 149 1181,-19-98 0,41 166 944,1 0 0,0 0 0,0 0 0,0 0 0,1 0 0,0 0 0,0 0 0,1 0 0,0 0 0,0 0 0,1 0 0,0 0 0,0 0 0,0 1 0,1-1 0,0 1 0,0 0 0,1 0 0,0 0-1,0 0 1,0 1 0,7-8 0,3-1-48,1 1 0,1 0 0,-1 1-1,2 1 1,0 0 0,23-10-1,115-42-320,-105 45 349,222-67-263,-267 84 314,8-3 110,1 0 0,0 1-1,0 0 1,0 2 0,15-1 0,-26 2-30,-1 0 1,1 0-1,0 0 1,0 1 0,-1-1-1,1 1 1,0 0-1,-1-1 1,1 1-1,-1 0 1,1 1 0,-1-1-1,0 0 1,1 1-1,-1-1 1,0 1 0,0 0-1,0 0 1,0 0-1,0 0 1,0 0-1,-1 0 1,1 0 0,-1 1-1,1-1 1,-1 1-1,0-1 1,0 1 0,0-1-1,0 1 1,-1-1-1,1 1 1,0 4-1,2 35 794,-2 0 0,-2 1 0,-2-1-1,-12 65 1,9-64-350,-7 46 28,-33 200 270,-121 569-806,105-569 0,-6 41 0,61-284-1214,-2 64-1,12-113-264,-2 2 1386,1 0 0,-1 0 0,0 0 0,0-1 0,0 1-1,0 0 1,0-1 0,0 1 0,0-1 0,0 1 0,-1-1 0,2-2 0,-1-9-99,-2 0 1,1 0 0,-1 1 0,-1-1-1,0 0 1,-8-24 0,1 4-96,-20-67 511,-5 1 0,-47-96 0,75 183-83,-2-6 76,1 0 0,1 0 0,0-1 0,2-1 0,-4-25 0,7 37-166,1-1 0,0 0 0,0 1 0,1-1-1,0 0 1,0 1 0,1 0 0,0-1 0,1 1 0,0 0-1,0 0 1,1 0 0,0 0 0,8-12 0,-3 9-119,0 0 0,1 1 1,1 0-1,-1 1 0,1 0 1,1 1-1,0 0 0,14-7 1,112-47-1939,-89 42 1022,169-59-4172,-66 38-1627,-7 11-3596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1 341 11405,'5'-1'563,"0"-1"0,0 1-1,0 0 1,0 0 0,0 1 0,1 0 0,-1 0-1,0 0 1,0 0 0,0 1 0,0 0-1,1 0 1,6 3 0,27 3 431,256 3 1689,-259-12-2544,0-1 1,0-1-1,-1-3 0,0 0 1,0-3-1,39-15 0,-66 22-100,1-1 1,-1 0-1,0-1 0,0 0 0,-1 0 1,1-1-1,-1 0 0,-1 0 0,11-12 0,-14 14-9,-1 0 0,1 0-1,-1 0 1,0 0-1,0 0 1,0 0 0,-1-1-1,1 1 1,-1-1 0,0 1-1,0-1 1,-1 1-1,1-1 1,-1 0 0,0 1-1,-1-1 1,1 1-1,-1-1 1,0 0 0,-1-5-1,-3-28 219,5 29-140,0 0-1,-1 0 1,-1 0 0,1 0-1,-5-12 1,5 19-60,1 0 1,-1 0 0,0 0-1,-1 0 1,1 0 0,0 0-1,-1 0 1,1 1 0,-1-1-1,1 0 1,-1 1-1,0-1 1,1 1 0,-1 0-1,0 0 1,0-1 0,0 1-1,0 0 1,-1 1 0,1-1-1,0 0 1,0 1 0,0-1-1,-1 1 1,1-1 0,-4 1-1,1 0 53,-3-1 75,0 1 1,0 0 0,-1 0 0,1 1-1,0 0 1,0 0 0,0 1 0,0 0-1,0 0 1,0 1 0,0 0 0,1 0-1,-14 9 1,-6 9 160,1 2 0,1 0 1,1 1-1,1 2 0,1 0 0,1 2 1,2 0-1,-31 61 0,43-75-358,0 1 0,1 0 0,1 0 0,0 1 1,1-1-1,1 1 0,1 0 0,0 0 0,1 0 0,0 0 0,2 0 0,3 32 0,-1-37-30,-1 0-1,2 0 1,-1 0-1,1 0 1,1-1-1,0 0 1,0 0-1,1 0 1,1 0-1,-1-1 1,2 0-1,-1 0 1,1-1-1,0 0 1,1-1-1,0 1 1,0-2-1,20 12 1,-3-5-794,1-2 0,0-1 0,0 0 0,1-3 0,0 0 0,1-2 0,-1-1-1,56 1 1,-44-5-448,0-2 0,-1-2-1,1-2 1,-1-2 0,73-23-1,-97 26 1017,0-1-1,0-1 0,0 0 0,-1-1 0,0-1 0,0 0 0,-1-1 0,13-12 0,-17 13 329,-1 0 0,0-1 0,-1 0 0,0-1 0,0 1 0,-1-1 0,0 0 0,-1-1 0,-1 1 0,1-1 0,2-14 0,-6 18 65,3-3 427,-1-1 0,0 1 0,-1-1 0,-1 0 0,0 0 0,0 0 0,-1 0 0,-1 0 0,0 1 0,-3-15 0,3 22 418,-1 4-783,0 0 0,-1 1-1,1-1 1,0 0 0,-1 1 0,1-1 0,0 1 0,0 0 0,0 0-1,0 0 1,0 0 0,0 0 0,0 0 0,0 0 0,0 1-1,0-1 1,0 1 0,1-1 0,-1 1 0,-1 3 0,0 0 6,0-1 0,0 1 0,1 0 1,0 0-1,0 1 0,0-1 1,1 0-1,-1 9 0,-1 7 207,2 1-1,1-1 1,3 32-1,-2-35-179,1 0 1,2 1-1,-1-1 0,2 0 0,13 33 0,-16-47-170,0 0-1,0-1 1,1 1 0,-1 0-1,1-1 1,0 1 0,0-1-1,0 0 1,0 0 0,0 0-1,1 0 1,-1-1-1,5 3 1,-4-3-10,-1-1 0,0 0 1,0-1-1,1 1 0,-1 0 0,0-1 0,1 0 0,-1 0 0,1 0 1,-1 0-1,0 0 0,1-1 0,-1 0 0,0 1 0,1-1 1,-1-1-1,0 1 0,0 0 0,5-3 0,11-7 40,0-1 0,0 0 0,-1-1 0,-1-1 0,0-1 0,27-31 0,72-68-3521,-61 63 672,-34 31 100,1 2 0,0 0 0,31-18 0,13 0-8621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3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 10361,'13'1'1105,"1"-2"0,0 1 0,-1-2 0,1 0 0,24-7 0,67-28 2293,-63 21-2927,-29 11-271,0-1 1,-1-1 0,1 0-1,-1-1 1,0 0-1,-1-1 1,0 0-1,0-1 1,10-12-1,-20 20-138,1 1-1,-1 0 0,0 0 1,0-1-1,0 1 0,0 0 1,-1-1-1,1 1 0,0-1 0,0 1 1,-1-1-1,1 1 0,-1-1 1,0 0-1,1 1 0,-1-1 1,0 0-1,0 1 0,0-1 0,0 0 1,0 1-1,0-1 0,-1 0 1,1 1-1,-1-1 0,1 1 1,-1-1-1,1 1 0,-1-1 0,0 1 1,0-1-1,0 1 0,0-1 1,0 1-1,0 0 0,-1-2 0,-4-2 169,0-1-1,0 2 0,-1-1 0,1 0 0,-1 1 1,-10-4-1,14 6-150,-1 0 1,1 1-1,-1-1 1,1 1-1,-1 0 1,0 0-1,0 0 1,1 1 0,-1-1-1,0 1 1,0 0-1,0 0 1,0 0-1,0 1 1,1-1-1,-1 1 1,0 0-1,0 0 1,1 0-1,-1 1 1,1-1-1,-1 1 1,-3 2-1,3 0-6,0-1-1,0 1 1,1-1-1,-1 1 0,1 0 1,0 0-1,0 1 1,1-1-1,-1 0 0,1 1 1,0 0-1,0 0 0,0-1 1,1 1-1,0 0 1,0 0-1,-1 9 0,1-3-7,0 0-1,1 0 1,1 1-1,-1-1 1,2 0-1,-1 0 0,2 0 1,5 18-1,-1-13-27,1 0 0,0 0 0,1-1 0,18 24-1,-23-34-84,0 0-1,0-1 1,1 0-1,-1 0 0,1 0 1,0-1-1,0 0 1,1 0-1,-1 0 0,0 0 1,1-1-1,0 0 0,-1 0 1,1 0-1,0-1 1,0 0-1,0 0 0,11 0 1,-9-1-5,1 0 0,-1-1 0,1 0 0,-1 0 0,0-1 1,1 0-1,-1 0 0,0-1 0,0 0 0,-1-1 0,1 1 1,13-10-1,17-19-19,-23 18 14,1 1-1,1 0 1,19-11 0,-32 21 50,0 1 1,1 0 0,-1 0 0,1 0-1,0 0 1,-1 1 0,1 0 0,0 0-1,0 0 1,-1 1 0,1-1 0,0 1-1,0 0 1,0 1 0,0-1 0,0 1-1,-1 0 1,8 2 0,-2 1 11,-1 1 0,0 0 0,0 0 0,-1 0 0,1 1 0,-1 1 0,9 8-1,4 7 27,20 27 1,-28-31-25,1-1 0,1-1 1,0 0-1,24 18 0,-36-32-35,1-1 0,-1 1 1,1-1-1,0 1 0,-1-1 0,1 0 0,0 0 0,0-1 0,0 1 0,0-1 0,0 0 0,0 0 0,0 0 0,0 0 1,-1-1-1,1 0 0,0 0 0,0 0 0,0 0 0,-1 0 0,1-1 0,0 0 0,-1 0 0,6-3 0,9-6-68,-1-1 0,0-1-1,18-18 1,-34 30 99,218-191 145,-204 178 59,2 0-1,0 2 1,0 0 0,1 1 0,0 0-1,23-8 1,-37 18-82,0 0 1,0 0-1,0 1 1,0-1-1,0 1 0,-1 0 1,1 0-1,0 1 0,0-1 1,0 1-1,0-1 1,0 1-1,0 1 0,0-1 1,-1 0-1,1 1 0,-1 0 1,1 0-1,3 3 1,-5-4-83,-1 0 0,1 0 0,-1 0 0,0 1 0,0-1 0,0 0 0,0 1 0,0-1 0,0 1 0,0-1 0,0 1 0,0 0 1,-1-1-1,1 1 0,-1 0 0,1-1 0,-1 1 0,0 0 0,0 0 0,1 0 0,-1-1 0,-1 4 0,2 4 0,0 12-40,0-1 0,-1 1-1,-1-1 1,-2 1 0,1-1 0,-11 34-1,-47 115-3,57-162-447,1-1 0,1 1 0,-1 0 1,1 0-1,0 14 0,0-7-924,1-13 729,1 1 0,-1-1 1,0 1-1,1-1 0,-1 1 1,1-1-1,-1 1 1,1-1-1,0 0 0,0 1 1,0-1-1,-1 0 0,1 0 1,0 0-1,2 2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3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15173,'-54'3'3009,"76"-3"1695,6 9-2868,26-1-356,-6-2-347,6 3-33,13 2-552,12 1-476,10-1-904,16 3-669,3-8-1111,-4 8-1096,4 1-2345,10 5-5312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4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251 410 16001,'-29'29'2991,"28"-29"-2887,1 0 0,0 0 0,-1 1 1,1-1-1,0 0 0,-1 0 0,1 1 1,0-1-1,-1 0 0,1 1 0,0-1 1,0 1-1,-1-1 0,1 0 0,0 1 1,0-1-1,0 1 0,-1-1 0,1 1 1,0-1-1,0 0 0,0 1 0,0-1 1,0 2-1,-1 19 573,-2 0 1,0 0-1,-1-1 1,-2 1-1,0-1 0,0 0 1,-2 0-1,-11 19 1,-90 150 4389,106-185-5062,-10 12-5,13-15 0,0-1 0,-1 1 0,1-1 0,-1 1 0,1-1 0,0 1 0,-1-1 0,1 0 0,-1 1 0,1-1 0,-1 1 0,1-1 0,-1 0 0,1 1 0,-1-1 0,1 0 0,-1 0 0,0 1 0,1-1 0,-1 0 0,1 0 0,-1 0 0,0 0 0,1 0 0,-1 0 0,0 0 0,1 0 0,-1 0 0,1 0 0,-1 0 0,0 0 0,0-1 0,-3-6 0,2 4 0,1 0 0,-1 1 0,1-1 0,-1 0 0,1 0 0,0 0 0,1 0 0,-1-1 0,0 1 0,1 0 0,0 0 0,0 0 0,0-1 0,0-3 0,11-48 0,-7 37 0,9-33 0,2 0 0,3 2 0,2 0 0,1 1 0,49-78 0,-45 88 0,2 0 0,1 2 0,2 1 0,2 2 0,0 1 0,69-51 0,-89 74 0,1 1 0,0 0 0,1 1 0,0 0 0,0 1 0,0 1 0,1 0 0,0 1 0,-1 1 0,22-2 0,-26 4 0,-1 1 0,1 0 0,0 1 0,0 0 0,0 0 0,-1 1 0,1 1 0,-1-1 0,1 1 0,-1 1 0,0 0 0,0 0 0,-1 1 0,1 0 0,-1 1 0,0 0 0,7 6 0,0 3 0,0 0 0,-2 1 0,1 0 0,-2 1 0,0 0 0,15 32 0,-13-20 0,-2 1 0,-2 0 0,13 55 0,-9 4 0,-4 0 0,-1 101 0,-2-114-3422,-3-54 301,1 0 1,1-1-1,10 23 0,-10-26-10757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17382,'45'-11'3048,"2"-9"-276,-12 11-412,13-2-467,0-1-405,12 1-348,13 2-552,6 1-724,10-4-1108,10-2-692,-7-3-981,9 6-275,7 11-3097,3 0-5684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10441,'0'0'2013,"-2"2"28,-4 3-1325,0 0 0,0 1 1,1-1-1,0 1 1,1 0-1,-1 1 1,1-1-1,0 1 0,1 0 1,-1 0-1,1 0 1,1 0-1,-4 15 0,-2 13 1128,-6 60 1,12-77-1345,-38 688 3554,40-649-5790,3 0-1,3-1 1,2 1-1,24 87 1,-29-134 433,1 0 0,-1 0 0,2-1 0,-1 0 0,1 0 0,1 0 0,7 9 0,17 17-9374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6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12 10625,'-3'-12'4050,"9"21"2262,3 5-2894,0-3-4368,12 8 1787,2-1 1,41 24-1,-5-3-230,-25-16-356,-2 2 1,-1 1-1,0 1 1,34 42-1,-56-58-201,-1 0 1,0 1-1,-1 0 0,0 1 0,-1-1 0,9 28 0,-13-31-21,0 0 0,0 0 0,-1 1 0,0-1 0,-1 0 0,0 1 0,0-1 0,-1 0 0,-1 1-1,1-1 1,-5 15 0,-3-2 16,0 0 1,-1-1-1,-1 0 0,-1-1 0,-1 0 1,-19 22-1,-104 107 12,66-76-167,11-9-677,-65 70-2616,41-46-2539,47-46-146,14-4-3501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7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75 6205,'0'0'1826,"-1"-4"-53,-1-23 2202,2 21-467,-14-1-1563,6 4-733,2 0 3280,2 0-3882,0 0 1,0 0 0,0 1-1,0 0 1,-1 0 0,1 0-1,0 0 1,-1 1 0,0-1-1,1 1 1,-10-1 0,3 20-136,-4 15-469,2 1 0,1 1-1,2 0 1,-8 51 0,12-59-7,-19 104 1,5 0 0,6 2 0,4 146 0,10-247-604,2 1 0,2-1 0,1 0 0,1 0 0,2-1 0,1 0 0,22 53 0,-25-73 228,0 1 0,1-1-1,1-1 1,-1 1 0,1-1-1,1 0 1,0-1 0,0 0 0,18 12-1,-19-15 189,1-1 0,0 0-1,0-1 1,0 0 0,1-1-1,-1 0 1,1 0 0,0-1 0,0 0-1,0-1 1,0 0 0,0-1-1,18-1 1,-5-2-2187,-1-1 0,0 0-1,21-9 1,19-6-6676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8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129 214 10581,'-35'8'4192,"32"-7"-2211,-28 13 3620,26-11-5311,0 1 0,1 0 0,0 0 0,-1 0 0,1 1 0,1-1 0,-1 1 0,1 0 0,0 0 0,0 0 1,0 1-1,0-1 0,1 1 0,0-1 0,1 1 0,-1 0 0,1 0 0,0 0 0,0-1 0,1 11 0,-1 10-85,2 0-1,1 0 1,6 31-1,-5-38-7,1 0-366,0 0 0,1 0-1,1-1 1,16 34 0,-19-45 125,-2-4-65,0-7 66,0-17 34,0-1-1,-2 0 0,-6-39 0,0-16-37,7 22 28,2-1-1,3 0 0,2 1 1,22-83-1,-27 133 10,0 0 0,0 1 1,0-1-1,1 0 0,-1 1 0,1-1 0,0 1 0,0 0 0,1 0 0,0 0 0,-1 1 1,1-1-1,0 1 0,1 0 0,-1 0 0,0 0 0,10-4 0,-11 7 11,0-1-1,0 1 1,0 0-1,0 0 1,0 0-1,0 1 0,-1-1 1,1 1-1,0-1 1,0 1-1,0 0 1,4 2-1,-4 0-1,1 0-1,-1 0 1,1 0-1,-1 1 0,0-1 1,0 1-1,-1 0 1,1 0-1,-1 0 1,0 0-1,0 0 1,0 1-1,1 6 1,15 25-9,25 20 14,-25-36 3,-1 2 1,-1 0-1,19 38 0,-32-54-4,0 0-1,0 0 1,-1 0 0,0 1-1,0 0 1,-1-1 0,0 1-1,0 0 1,0-1 0,-1 1-1,0 0 1,0 0-1,-1-1 1,0 1 0,0 0-1,-1 0 1,0-1 0,0 1-1,-3 6 1,-4 4 101,-1 0 0,-1-1-1,-1 0 1,0-1 0,-1 0 0,-1-1 0,-25 21 0,-2-3 492,-72 43 0,71-52-522,39-21-614,26-11-6175,-3 1 3106,-6 2-2138,-1-3-4873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52 12869,'-1'-1'110,"-7"-6"1172,0 0-1,0-1 1,-14-20 4248,18 49-1852,3-19-3582,1 0 0,-1 0-1,1 0 1,-1 0-1,1 0 1,0 0-1,0 0 1,0 0 0,0 0-1,0 4 1,6 18 750,1 0 1,1 0-1,16 34 1,-7-17-89,21 52 11,49 185 1,-71-202-770,-3 1 0,-4 1 0,-3 0 0,-5 79 0,-4-106 0,-2 0 0,-2 0 0,-3-1 0,-2 0 0,-2-1 0,-2-1 0,-26 54 0,24-66-359,-1 0 1,-2-2-1,-1 0 0,-2-2 1,-1-1-1,-2 0 0,-1-2 1,-48 39-1,48-47-73,0-1 0,-2-1-1,-1-2 1,0-1 0,-1-1 0,0-2 0,-1-1 0,-1-2-1,0-1 1,-36 5 0,20-8-4873,-87-2 0,51-6-5886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63 11517,'-12'0'943,"-1"-1"0,1-1 0,0 0 0,-1 0 0,-11-5 1,-23 4 12765,52 2-12486,50-10-1062,0 3 0,1 2 1,64 1-1,-34 2-147,330-3-4576,-131 5-353,-149-2-2658,-7 2-5160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4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8 15661,'-1'-1'214,"1"1"-1,-1-1 0,0 0 0,1 1 0,-1-1 0,0 1 0,0-1 0,1 1 0,-1-1 0,0 1 0,0 0 0,0-1 0,0 1 0,0 0 1,0-1-1,0 1 0,1 0 0,-1 0 0,0 0 0,0 0 0,0 0 0,0 0 0,0 0 0,0 0 0,-1 1 0,1 0 26,-1 0 1,1-1-1,0 1 0,0 0 0,0 0 0,0 1 0,0-1 0,0 0 0,0 0 1,0 0-1,0 1 0,0-1 0,1 0 0,-2 3 0,-2 8 675,1-1 0,0 1-1,-2 17 1,2-14-58,-28 143 322,-12 174 0,16 161-66,26-447-1112,-2 2 0,2-1 0,2 0 0,2 0 0,11 56 0,-10-89-564,0 0 0,1 0 1,1 0-1,7 13 0,-8-18-358,1 0 0,0 0 0,0 0 0,1-1-1,0 0 1,1 0 0,0-1 0,0 0 0,0-1 0,1 1 0,0-2 0,0 1-1,1-1 1,0 0 0,-1-1 0,22 6 0,15-1-10366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89 12889,'-26'-30'1685,"16"18"308,0 1 0,0 0-1,-20-14 3949,33 26-5171,48 18-224,-1 3 0,-1 1 0,46 31 0,-63-36-417,-12-6-66,17 8 72,38 29 1,-65-41-119,-1-1 1,0 1 0,0 1 0,-1-1-1,0 2 1,0-1 0,-1 1 0,10 18-1,-15-25-13,0 1-1,-1 0 0,0-1 1,1 1-1,-2 0 0,1 0 1,0 0-1,-1-1 0,1 1 1,-1 0-1,0 0 0,0 0 1,-1 0-1,1 0 0,-1 0 1,-2 7-1,0-5 3,1 0 0,-1-1 0,-1 1 0,1-1 0,-1 0 0,0 0 0,0 0 0,0-1 0,-9 8 0,-8 3 10,0 0 0,-1-2-1,-1-1 1,-26 12 0,47-24-16,-193 73 113,34-15-1555,130-46-1190,1 3 1,-55 34-1,73-36-4172,15 5-4449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14341,'0'-1'234,"1"0"-1,-1 0 1,1 0-1,-1 0 1,1 0-1,0 0 1,-1 0 0,1 0-1,0 0 1,0 0-1,0 1 1,0-1-1,-1 0 1,1 1-1,0-1 1,0 0-1,0 1 1,0-1-1,1 1 1,-1 0-1,0-1 1,0 1-1,0 0 1,0 0-1,0-1 1,0 1 0,1 0-1,-1 0 1,0 0-1,0 0 1,0 1-1,0-1 1,2 1-1,49 11 3180,-43-9-3443,21 6 360,-1 2 1,0 2 0,0 0-1,-1 2 1,-1 1 0,-1 2-1,0 0 1,32 30-1,-45-36-281,0 1-1,0 1 0,-1 0 1,-1 1-1,-1 0 0,0 0 1,0 1-1,-2 0 0,0 1 1,-1 0-1,-1 0 0,0 1 1,-1 0-1,-1 0 0,3 35 1,-7-46 8,0 1-1,0-1 1,0 0 0,-1 1 0,-1-1 0,1 0 0,-1 0 0,0 0 0,-1 0 0,0 0 0,0-1-1,0 1 1,-1-1 0,0 0 0,0 0 0,0 0 0,-6 5 0,9-10-24,1 1 0,-1-1-1,0 0 1,0 0 0,0 0 0,0 0 0,0-1 0,0 1 0,0 0-1,-1 0 1,1-1 0,0 1 0,0 0 0,-1-1 0,1 0 0,0 1 0,-1-1-1,1 0 1,0 1 0,-1-1 0,1 0 0,0 0 0,-1 0 0,1 0-1,0 0 1,-1 0 0,1-1 0,0 1 0,-1 0 0,1-1 0,0 1 0,-1-1-1,1 1 1,0-1 0,0 0 0,0 0 0,-1 1 0,1-1 0,-1-2-1,-1 0 53,0 0 0,0-1-1,0 0 1,0 1 0,1-1-1,0 0 1,0-1-1,0 1 1,0 0 0,1 0-1,-2-5 1,2-1-85,0 1 0,0 0 0,1 0 0,0-1 0,0 1 0,1 0 0,1-1 0,-1 1 0,2 0 0,-1 0 0,1 0 0,6-12 0,0 3 0,0 0 0,1 1 0,1 0 0,25-29 0,-10 19-1177,1 0 0,1 2 0,2 1 0,0 1 0,2 2 0,53-28 0,-5 11-3852,143-46 0,-180 70 461,-2-1-2350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0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 10861,'-26'7'1704,"20"-6"133,-6 3 1869,3 1-3143,1 0 0,0 0 0,1 1 0,-1-1-1,1 2 1,1-1 0,-1 1 0,1 0 0,0 1-1,0-1 1,1 1 0,0 0 0,1 0 0,-1 1-1,2 0 1,-1-1 0,-2 12 0,-2 11 148,1 0 1,1 0-1,-3 58 1,9-69-623,0 1 0,1-1 0,2 1 0,0-1 0,1 0 0,1 0 0,0-1 0,2 1 0,0-1-1,20 36 1,-20-44-34,0-1 0,1 1 0,-1-1-1,2-1 1,0 0 0,0 0-1,0 0 1,15 9 0,-17-14-39,1 1 0,0-1 0,1 0 1,-1 0-1,1-1 0,0-1 0,-1 1 1,1-1-1,0-1 0,0 1 0,1-2 1,12 1-1,-14-2-16,0 0 0,-1 0 0,1 0 0,0-1 0,-1 0 0,0-1 0,1 1 0,-1-2 0,0 1 0,0-1 0,-1 0 0,1 0 0,-1 0 0,0-1 0,0 0 0,0-1 0,-1 1 0,0-1 0,0 0 0,0 0 0,4-9 0,-4 7 0,0-1 0,-1 0 0,-1 0 0,1-1 0,-1 1 0,-1-1 0,0 1 0,0-1 0,-1 0 0,0 0 0,-1 0 0,0 0 0,0 0 0,-1 0 0,-1 0 0,-2-11 0,-4-5-3,-1 0-1,-1 1 1,-2 1-1,0 0 1,-1 0 0,-2 1-1,0 1 1,-1 0-1,-2 2 1,0 0 0,-30-26-1,40 39-393,-1 1 0,1 1 0,-1-1 0,-1 2 0,1-1 0,0 1-1,-1 0 1,0 1 0,0 0 0,0 1 0,-13-1 0,8 1-1672,0 1-1,0 1 1,-1 0 0,1 1-1,0 1 1,-22 5 0,19 0-8423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52 14109,'-16'-43'3140,"13"34"5613,1 13-7439,-23 61-11,2 1 0,3 1 1,-11 75-1,19-87-1065,-41 230-238,46-225 0,2 0 0,7 110 0,1-136 0,2-1 0,1 0 0,2 0 0,1 0 0,1-1 0,2-1 0,1 0 0,26 43 0,-30-59 0,1 0 0,1-1 0,0-1 0,1 0 0,0 0 0,1-2 0,26 19 0,-28-23 0,0 0 0,0-1 0,1-1 0,0 0 0,0-1 0,0 0 0,0-1 0,1 0 0,-1-1 0,1 0 0,21 0 0,-28-2 0,0 0 0,1-1 0,-1 1 0,1-1 0,-1 0 0,0-1 0,1 0 0,-1 0 0,0 0 0,0-1 0,0 1 0,-1-1 0,1-1 0,-1 1 0,1-1 0,-1 0 0,0 0 0,-1-1 0,1 1 0,-1-1 0,0 0 0,0-1 0,0 1 0,-1 0 0,4-8 0,-4 6 0,-1 0 0,0 0 0,0 0 0,-1 0 0,0 0 0,0-1 0,0 1 0,-1 0 0,0-1 0,-1 1 0,0 0 0,0-1 0,0 1 0,-1 0 0,0 0 0,0 0 0,-1 0 0,0 0 0,0 1 0,-1-1 0,-8-11 0,2 5-131,-1 1 1,0 0-1,-1 1 0,0 0 1,-1 1-1,0 0 0,-1 1 1,0 0-1,0 1 0,-24-9 1,6 5-454,0 1 0,0 2 1,-1 1-1,-40-4 1,65 10-535,0 2 0,-1-1 0,1 1 0,0 0 0,-12 1 0,-4 8-6773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1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13 12709,'-67'-11'5747,"63"10"-5522,-1 1 1,0-1-1,1 1 1,-1 0-1,0 1 1,1-1-1,-1 1 1,0 0-1,1 0 1,-1 1-1,1-1 1,0 1-1,-6 2 1,-7 6 289,-29 20 0,37-24-312,-19 16 130,1 1-1,1 0 1,-36 43-1,-58 88 189,114-145-508,3-7-13,14-3 114,-1-1 0,1 0-1,-1-1 1,0 0 0,0 0 0,-1-1-1,1-1 1,-1 0 0,18-11 0,20-11 450,-30 19-423,1 1-1,0 1 0,1 0 0,-1 1 0,1 1 1,36-3-1,-46 6-199,1 1 1,0 0 0,-1 1-1,1 0 1,-1 1 0,1 0-1,-1 0 1,1 1-1,-1 0 1,0 1 0,-1 0-1,1 0 1,0 1-1,-1 0 1,12 10 0,-3 1-960,0 0 1,21 29 0,5 13-4074,-14-20-1368,-4-7-2415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1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78 8861,'31'-64'2209,"-24"51"2852,-8 18-4660,0 0 1,0 0 0,0 1-1,0-1 1,-1-1 0,0 1-1,-3 7 1,-2 2 99,-121 258 4750,31-76-3035,67-130-1652,-92 220 1402,102-231-1668,3 1 1,1 0-1,-8 74 1,21-111-228,1 0 0,1 0 0,1 0 0,0 0 1,2 0-1,4 21 0,-5-34-80,1 0-1,-1 0 0,1-1 1,1 1-1,-1-1 0,1 1 1,0-1-1,0 0 0,0 0 1,1 0-1,0 0 1,0-1-1,0 0 0,1 0 1,-1 0-1,1 0 0,0 0 1,0-1-1,0 0 0,0 0 1,1-1-1,-1 1 1,7 1-1,4 0-75,0-1 0,0 0 0,0-2 0,1 1 0,-1-2 0,1 0 0,-1-1 0,0-1 0,1 0 0,24-8 1,-22 5 26,-2-1 1,1-1 0,-1 0 0,0-1 0,0-1 0,-1 0 0,0-2 0,-1 0 0,15-13-1,-25 19 40,0 0 0,0 0 0,0-1 0,-1 1 0,0-1 0,0 0 0,3-7 0,-5 9 8,-1 0 1,1 0-1,-1 0 0,0 0 1,-1 0-1,1 0 0,-1 0 1,0 0-1,0 0 0,0 0 1,0 0-1,-1 0 0,1 0 1,-3-6-1,0 2 8,0 0-1,0 0 0,-1 1 1,0 0-1,0-1 1,-1 1-1,0 1 1,0-1-1,0 1 1,-1 0-1,0 0 1,-1 0-1,1 1 1,-1 0-1,0 0 1,-10-4-1,-13-6-344,-1 1 0,-59-18 0,65 24-226,19 6-204,-20-4-678,25 6 1010,0 1 0,-1-1 0,1 0 0,0 0 0,0 1 0,0-1-1,0 1 1,0-1 0,0 1 0,0-1 0,0 1 0,0-1 0,1 1 0,-1 0 0,-1 1 0,2-2 251,-1 0 1,1 0-1,0 1 0,-1-1 1,1 0-1,0 0 1,-1 1-1,1-1 1,0 0-1,0 1 0,0-1 1,-1 0-1,1 1 1,0-1-1,0 1 1,0-1-1,0 0 1,0 1-1,0-1 0,0 1 1,-1-1-1,1 0 1,0 1-1,0-1 1,1 1-1,-1-1 0,0 0 1,0 1-1,0-1 1,0 1-1,20 13-9319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1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12109,'-38'68'2668,"28"-51"-63,4 0-493,0 1-480,-1 2-380,1 2-240,6 7-288,0-3-804,0-6-464,0 5-880,16-10-832,0 2-3633,-4-6-5048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10937,'-19'3'2296,"6"-1"4449,13 16-6677,3-1-624,3-6-992,1 1-665,2 8-10532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2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0 13209,'-49'42'2649,"3"1"-1,1 3 1,3 2 0,-46 65-1,38-38-994,3 2 0,-52 116 0,82-154-1812,2 1 0,1 1-1,2 0 1,-11 75 0,20-84-1092,0 0-1,4 48 1,2-53-770,0 1 0,2 0 0,10 32 0,5-7-4124,9-1-3520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0 13369,'-29'32'2240,"1"-4"-271,9-2-85,0 5-308,-13 1-292,3 2-268,4 9-200,-1 0-108,7 3-508,3-1-516,4 4-224,-4-9-488,10 0-712,9-6-676,6-5-3253,10-6-4700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7605,'19'-6'2160,"3"0"3068,-13 0-6392,7 4-900,0 10-1392,16 9-1869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2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11969,'-124'78'3116,"86"-21"-143,-10-3-445,10 0-404,6-2-396,0 5-336,-3 6-328,7 2-295,-1 1-49,7 3-268,6-4-432,7-2-832,2-6-293,14-8-503,5-9-756,-5-20-632,12 3-2937,16 17-5120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18 10989,'-15'-9'2833,"43"19"269,4-7-1496,55-1-1,-36-2-1051,200-11 1097,-34-1-550,-211 12-1058,1 1-1,-1-1 0,0 2 0,0-1 0,0 1 0,0 0 0,0 0 0,0 0 1,8 5-1,49 36 56,-46-30-320,31 17 0,-4-7-1008,0-3-1,75 24 0,-103-39 1224,1-1-1,-1-1 1,1 0 0,-1-1 0,1-1 0,0-1 0,0 0 0,-1-1 0,1-1 0,0 0 0,21-7 0,-35 9 105,-1-1 0,0 0 0,0 1 1,0-1-1,0 0 0,0-1 0,0 1 0,0 0 1,0 0-1,0-1 0,0 1 0,-1-1 1,1 0-1,-1 0 0,1 1 0,-1-1 0,0 0 1,1 0-1,-1 0 0,1-4 0,-1 2 108,0 1 0,-1-1 0,1 1 0,-1-1 0,0 0 1,0 1-1,-1-1 0,1 0 0,-1 1 0,0-1 0,-2-6 0,-3-7 630,-2 1 0,0 0 1,0 0-1,-14-16 0,19 27-642,2 4-150,0 1 1,0-1-1,0 1 1,-1 0 0,1 0-1,0 0 1,0-1-1,0 1 1,0 0-1,0 0 1,0 0-1,-1 1 1,1-1-1,0 0 1,0 0-1,0 1 1,0-1-1,-2 1 1,0 0 78,-2 1-59,0 0-1,1 0 1,-1 0-1,1 1 0,-1 0 1,1 0-1,0 0 1,0 0-1,0 0 0,0 1 1,1 0-1,-1 0 0,1 0 1,0 0-1,1 0 1,-5 8-1,-6 13 273,-18 47-1,26-59-257,-4 10 23,-356 817 580,292-722-1521,47-79-195,-24 47 1,40-65 427,-1-1 0,-1-1 1,-1 0-1,-1 0 0,-23 24 0,34-40 554,1-1 0,-1 0 0,1 0 0,-1 0 0,0 0 0,0 0 0,1-1 0,-1 0-1,-1 1 1,1-1 0,0 0 0,0 0 0,0 0 0,0-1 0,-1 1 0,1-1 0,0 0 0,-1 0-1,1 0 1,0 0 0,-1-1 0,1 1 0,0-1 0,0 0 0,0 0 0,-1 0 0,1 0-1,0-1 1,-4-2 0,2 1 61,1 1 1,0-1-1,0-1 0,0 1 0,1 0 0,-1-1 1,1 0-1,0 0 0,0 0 0,0 0 0,0-1 1,1 1-1,0-1 0,-1 1 0,2-1 0,-1 0 1,1 0-1,-2-6 0,1-6 222,1 0 1,1-1 0,1 1-1,0-1 1,1 1-1,1 0 1,0 0-1,2 0 1,8-24 0,-3 19-98,1 0 0,0 0 1,2 1-1,0 1 0,2 0 1,17-19-1,7-1-468,1 3 0,2 1 0,1 3 1,2 1-1,64-34 0,-40 28-2086,142-53 0,-13 33-5829,-81 38-1145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300 741 12869,'9'-10'13726,"-10"26"-10194,-11 33-2491,-7 1-786,-2 0 1,-3-2 0,-49 77 0,-21 39 162,81-137-387,2 0 1,0 1 0,2 0-1,-8 38 1,16-60-32,0-1 0,0 1 0,1 0 0,-1 0 0,1-1 0,1 1 0,-1 0 0,1 0 0,0-1 0,0 1 0,1 0 0,-1-1 0,1 0 0,1 1 0,-1-1 0,1 0 0,0 0 0,0 0 0,0 0 0,1-1 0,-1 1 0,8 5 0,-4-4 0,0-1 0,1 0 0,0 0 0,0-1 0,0 0 0,1 0 0,0-1 0,-1 0 0,1 0 0,0-1 0,0-1 0,0 1 0,13-1 0,7-1 0,0-1 0,-1-1 0,1-1 0,-1-2 0,0-1 0,41-14 0,-29 5 0,-1-1 0,-1-3 0,64-39 0,-87 48 0,-1 0 0,0-1 0,0-1 0,-1 0 0,-1-1 0,0 0 0,-1-1 0,11-16 0,-16 19 0,0 0 0,-1 0 0,0 0 0,-1 0 0,0-1 0,-1 0 0,0 0 0,-1 0 0,0 0 0,-1 0 0,-1 0 0,-1-21 0,-1 11-47,-2 0-1,0 0 1,-2 1-1,0-1 1,-2 1-1,0 1 1,-16-29-1,-11-10-282,-45-58 1,29 44 139,45 64 89,0 0 1,1 0 0,0 0 0,1-1 0,0 0 0,1 1 0,0-2 0,0 1 0,-1-15 0,3 18 43,1 0 0,0 1 1,0-1-1,1 0 0,0 0 0,0 0 1,0 1-1,1-1 0,0 1 0,1-1 0,-1 1 1,1 0-1,0 0 0,1 0 0,5-8 1,8-7-111,1 1 1,1 0-1,1 2 1,39-29 0,98-53-183,-79 52 260,24-22 131,-58 38 369,2 2 0,62-31 1,-106 60-366,0 0 1,-1 1-1,1-1 0,-1 1 1,1-1-1,0 1 1,0-1-1,-1 1 1,1 0-1,0 0 1,0 0-1,-1 0 1,1 0-1,0 0 0,0 0 1,-1 1-1,1-1 1,0 1-1,-1-1 1,1 1-1,0 0 1,-1-1-1,1 1 0,-1 0 1,1 0-1,-1 0 1,0 0-1,1 1 1,-1-1-1,0 0 1,0 0-1,0 1 0,0-1 1,0 1-1,1 1 1,1 3 71,0 0 0,0 0 1,-1 0-1,0 0 0,0 1 0,-1-1 0,0 1 1,1 8-1,2 108 78,-14 147 1,6-195-194,-68 556-3,-45-10 0,79-457 0,16-75 0,-22 178 0,43-250-252,1 0 1,0 0-1,1 0 0,0 0 0,2 0 1,0-1-1,7 22 0,-8-33 133,0 1-1,0 0 1,1-1-1,0 1 1,1-1-1,-1 0 1,1 0-1,0 0 1,0 0-1,0-1 1,1 0-1,-1 0 1,1 0-1,0 0 1,0-1-1,1 0 1,-1 0-1,1 0 1,-1 0-1,1-1 1,0 0-1,10 2 1,-6-3-208,0 0 0,1 0 0,-1-1 0,0-1 0,1 0 0,-1 0 0,0-1 0,0 0 0,0-1 0,0 0 0,0 0 1,0-1-1,-1 0 0,17-11 0,-15 8 147,-1 0 0,1-1 0,-1 0-1,-1 0 1,0-1 0,0 0 0,-1-1 0,0 0 0,0 0 0,-1-1 0,9-18 0,-13 21 200,-1 0 0,0 0 0,0 0 0,-1 0 0,0 0 0,0 0-1,-1-1 1,0 1 0,0 0 0,-1 0 0,0-1 0,-1 1 0,0 0 0,0 0 0,-1 0 0,1 1 0,-2-1 0,-7-13 0,-4-5 296,-2 0 1,-1 2 0,-36-40-1,-29-20 1391,-5 5 0,-115-83 0,63 54 378,133 102-1974,-75-64 1149,74 61-1096,0 1-1,0-1 1,1 0 0,0-1 0,0 0 0,-8-18-1,13 24-146,1 0-1,0 1 1,0-1-1,0 0 1,0 0-1,1 0 1,0 1-1,-1-1 1,2 0-1,-1 0 1,0 0-1,1 0 1,-1 0-1,1 1 1,0-1-1,0 0 1,1 1-1,-1-1 1,1 0-1,0 1 1,0 0-1,0-1 1,0 1-1,0 0 1,1 0-1,0 0 1,-1 1-1,1-1 1,4-2-1,5-4-90,1 0 0,0 0 0,1 1 0,-1 1 0,2 0 1,15-5-1,52-12-1725,0 3-1,110-14 1,-140 26 736,293-36-10260,-151 29-195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5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152 468 14649,'-21'-19'2700,"16"15"2264,37 7-520,11-1-3367,311-48 801,-326 41-1905,1-2 0,-1-1 1,0-2-1,48-22 0,-72 30 25,1-1 0,-1 0 1,0 0-1,0 0 0,0 0 0,0 0 0,-1-1 0,1 0 1,-1 0-1,0 0 0,0 0 0,0 0 0,-1-1 0,1 1 1,-1-1-1,0 1 0,-1-1 0,1 0 0,1-6 0,-3 4 24,1 1-1,-1-1 1,0 1-1,-1-1 1,0 1-1,0-1 1,0 1-1,-1-1 1,0 1-1,0 0 1,0 0-1,-1 0 0,0 0 1,-5-8-1,1 3 80,-1-1 0,0 2 0,-1-1 0,0 1 0,-1 0 0,0 1 0,0 0 0,-1 1 0,0 0 0,-1 1 0,0 0 0,-23-10 0,18 11 50,-1 1 0,1 0 0,-1 2 0,0 0-1,0 0 1,0 2 0,0 0 0,0 2 0,-24 2-1,19 0-142,1 1-1,0 1 0,0 1 1,1 1-1,0 1 1,0 0-1,1 2 0,0 0 1,0 1-1,1 2 1,1 0-1,0 0 0,-24 26 1,29-27-9,2 2-1,0-1 1,0 1 0,2 1 0,-1 0 0,2 1 0,0-1-1,1 1 1,1 1 0,0 0 0,1-1 0,1 2 0,0-1 0,2 0-1,0 1 1,1-1 0,2 33 0,1-30-133,1 1-1,1-1 1,1 0 0,0 0 0,2-1-1,0 1 1,2-1 0,0-1-1,12 18 1,-6-13-300,2 0-1,0-1 1,2-1-1,0-1 1,1-1 0,29 22-1,-21-21-2,0-1-1,1-1 0,2-2 1,-1-1-1,2-1 1,0-2-1,0-1 0,1-2 1,0-1-1,1-1 1,50 3-1,-69-10 76,0 0 0,-1-1-1,1 0 1,0-2 0,0 1 0,-1-2 0,1 0-1,-1-1 1,0 0 0,0-1 0,25-15 0,-29 14 371,1-1 1,-1 0 0,0 0 0,-1-1 0,0-1 0,0 1 0,-1-1 0,0-1 0,-1 1 0,0-1 0,-1-1 0,0 1 0,-1-1-1,4-13 1,11-52 3185,20-156-1,-32 173-644,-8 60-2503,1-1 0,-1 1 0,1-1 0,0 1-1,-1 0 1,1-1 0,0 1 0,-1 0 0,1-1 0,0 1-1,0 0 1,-1 0 0,1 0 0,0 0 0,0 0 0,-1 0-1,1 0 1,0 0 0,0 0 0,-1 0 0,1 0 0,0 0 0,0 1-1,-1-1 1,1 0 0,1 1 0,-2-1 38,4 1-18,-1 1 0,0-1 0,0 1-1,0-1 1,0 1 0,0 0-1,0 0 1,-1 0 0,1 1 0,-1-1-1,1 1 1,-1-1 0,4 6 0,24 46 497,-17-28-366,27 50 223,72 115 168,-105-182-543,0 0 1,1-1-1,0 1 1,0-1 0,1-1-1,0 0 1,11 7 0,-18-12-37,0-1 0,0 0 1,0 0-1,0 1 0,0-1 1,0 0-1,0-1 0,1 1 1,-1 0-1,0-1 1,1 1-1,-1-1 0,1 0 1,-1 1-1,0-1 0,1-1 1,-1 1-1,1 0 0,-1 0 1,0-1-1,1 1 1,-1-1-1,0 0 0,1 0 1,-1 0-1,0 0 0,0 0 1,0 0-1,0-1 0,0 1 1,0-1-1,0 1 0,-1-1 1,1 0-1,0 0 1,-1 0-1,1 0 0,-1 0 1,1-2-1,49-103 67,-40 79-689,1 1-1,1 1 1,31-46-1,-19 42-1640,2 0 1,45-39-1,20-4-7628,-41 40-840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33 358 7837,'-27'15'2035,"22"-13"1665,35 6 936,3-3-4084,1-1 0,-1-2 0,0-2 0,1-1 0,-1-1 1,51-11-1,-70 10-435,-1 0 0,0-1 0,0 0 0,14-7 0,-24 10-73,-1-1 0,0 1 0,0 0 0,0-1 0,1 1 0,-2-1 0,1 0 0,0 1 0,0-1 0,0 0 0,-1 0 0,1 0 0,1-4 0,-3 5 3,1-1 1,-1 1 0,0 0 0,0-1-1,0 1 1,0-1 0,0 1-1,0-1 1,0 1 0,0-1 0,-1 1-1,1-1 1,0 1 0,-1-1-1,1 1 1,-1 0 0,0-1 0,1 1-1,-1 0 1,0 0 0,0-1-1,0 1 1,0 0 0,0 0 0,-2-1-1,-4-5 134,-2 0-1,1 1 0,-1 0 1,0 0-1,0 1 1,0 0-1,-1 1 0,0 0 1,0 0-1,0 1 0,0 1 1,-1 0-1,1 0 1,-1 1-1,1 0 0,-1 0 1,1 2-1,-14 1 0,15-2-109,0 1 0,0 0 0,0 1 0,0 0-1,0 0 1,1 1 0,-1 0 0,1 1-1,0 0 1,-1 0 0,2 1 0,-1 0 0,0 0-1,1 0 1,0 1 0,1 1 0,-1-1 0,1 1-1,0 0 1,1 0 0,-7 11 0,11-12-45,-1 0 0,1 0 0,0 1 0,0-1 0,0 0 0,1 1-1,0-1 1,1 0 0,-1 1 0,1-1 0,0 1 0,1-1 0,0 0 0,0 0 0,0 0 0,0 0 0,1 0 0,4 6 0,-2-5-22,0 0 1,0 0-1,0-1 1,1 0-1,0 0 1,0-1-1,0 0 0,1 0 1,0 0-1,0-1 1,0 1-1,1-2 0,-1 1 1,1-1-1,0 0 1,0-1-1,0 0 0,0 0 1,0-1-1,14 1 1,-13-2-2,1 0 0,-1-1 0,0 1 0,1-2 0,-1 0 0,0 0 0,0 0 0,0-1 0,0-1 0,0 1 0,-1-1 1,1-1-1,-1 0 0,0 0 0,-1 0 0,1-1 0,11-12 0,42-56 312,-60 74-315,-1 0 0,0-1 0,1 1 1,-1-1-1,1 1 0,0 0 0,-1-1 0,1 1 1,-1 0-1,1 0 0,-1-1 0,1 1 0,0 0 1,-1 0-1,1 0 0,-1 0 0,1 0 0,0 0 1,-1 0-1,1 0 0,0 0 0,-1 0 0,1 0 1,-1 0-1,1 0 0,0 1 0,-1-1 0,1 0 1,19 16 12,13 30 16,-28-38-26,11 16-24,0 0-1,2-1 0,0-2 1,1 1-1,2-2 0,29 23 1,-45-40 6,1 0 1,-1 0 0,1-1-1,-1 0 1,1 0-1,0 0 1,0-1-1,0 1 1,0-2 0,0 1-1,0-1 1,1 0-1,-1 0 1,0 0-1,0-1 1,0 0 0,0 0-1,0-1 1,0 0-1,-1 0 1,1 0 0,7-4-1,11-7-26,1-1 1,-1-1-1,33-29 1,-28 22 14,9-7 5,106-73-51,-126 92 59,-1 0 0,1 2 1,1 0-1,0 0 0,0 2 0,31-6 1,-45 11 17,-1 0 0,0 1-1,0-1 1,1 1 0,-1 0 0,0 0 0,0 1 0,1-1 0,-1 1 0,0 0 0,0 0 0,0 0 0,0 1-1,0 0 1,0-1 0,0 1 0,-1 1 0,5 2 0,-4-2 20,-1 1-1,1 0 1,0 1-1,-1-1 1,0 0-1,0 1 1,-1 0-1,1 0 1,-1 0-1,0 0 1,0 0-1,1 7 1,1 11 59,-1 0-1,0 0 1,-2 0 0,-1 0 0,-4 29-1,3-40-61,0 1 0,1 0 0,1 0 0,0-1 0,0 1 0,5 14-1,-5-23-62,0 0 1,1 0-1,-1 0 0,1 0 0,0 0 0,0 0 0,1-1 0,-1 1 0,1-1 0,0 1 1,0-1-1,0 0 0,0 0 0,0-1 0,1 1 0,-1-1 0,1 1 0,0-1 0,0 0 1,-1-1-1,9 4 0,1-2-148,-1 0 0,1 0 1,0-1-1,0-1 0,0 0 0,0 0 1,0-2-1,0 1 0,0-2 1,0 0-1,0 0 0,0-1 0,0-1 1,-1 0-1,0-1 0,0 0 1,0-1-1,0 0 0,11-9 0,1-1-31,-1-1-1,0-1 0,-2-1 1,0-1-1,29-35 0,-3-17 222,-3-1 1,64-148-1,-91 184 295,-2 4 18,2-6 297,40-65 0,-57 103-596,0 1-1,1-1 0,-1 1 1,1-1-1,-1 0 0,1 1 0,-1-1 1,1 1-1,-1-1 0,1 1 1,-1-1-1,1 1 0,0 0 0,-1-1 1,1 1-1,0 0 0,-1-1 1,1 1-1,0 0 0,-1 0 0,1 0 1,0 0-1,0 0 0,-1-1 1,1 1-1,0 0 0,-1 1 0,1-1 1,0 0-1,0 0 0,-1 0 1,1 0-1,0 0 0,-1 1 0,1-1 1,0 0-1,-1 1 0,1-1 1,0 0-1,-1 1 0,1-1 0,-1 1 1,2 0-1,15 24 16,-12-12-180,0 1 1,-1 0 0,2 18 0,2 8-613,5 20-1231,3 13-2044,-12-62 2331,-1 1 1,2-1-1,-1 0 1,8 11-1,14 15-6610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35 14301,'-70'-34'13062,"93"39"-11542,21 1-412,10 3-600,9-6-716,17-3-1112,15 5-613,3-5-939,14 6-104,11 8-3301,8-5-5652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20 439 15165,'-1'0'169,"0"-1"-1,0 1 1,0 0-1,1 0 0,-1 0 1,0 0-1,0-1 1,0 1-1,0 0 0,0-1 1,0 1-1,0-1 1,0 1-1,1-1 0,-1 0 1,0 1-1,0-1 1,1 0-1,-1 1 0,0-1 1,1 0-1,-1-1 1,1 1 136,0 0 1,0-1 0,0 1-1,1-1 1,-1 1 0,1 0 0,-1-1-1,1 1 1,-1 0 0,1 0-1,0-1 1,-1 1 0,1 0-1,1-1 1,-1 1-84,1 1-1,-1 0 0,0 0 1,0 1-1,1-1 0,-1 0 1,0 0-1,0 0 0,0 1 1,0-1-1,1 1 0,-1-1 1,0 1-1,0-1 0,1 2 1,-1-2 205,3 2-159,0 0 1,0 0 0,-1 0-1,1 1 1,-1-1-1,0 1 1,1 0 0,-1-1-1,-1 1 1,1 1 0,0-1-1,-1 0 1,4 7 0,0 0 54,-1 1 1,0 0 0,6 20-1,-4-5-301,-2-1-1,-1 1 0,-1 0 0,-1 0 1,-1 34-1,-20 131-34,2-38-76,17-149 32,-1 16-820,2 39-1,-1-54 430,1 0 1,-1 0-1,1 0 0,1-1 0,-1 1 0,1 0 0,0 0 0,0-1 1,0 1-1,0-1 0,1 1 0,0-1 0,4 5 0,-6-8 276,1 1 1,0-1-1,0 0 0,0 0 0,0 0 1,0 0-1,0 0 0,0 0 0,0-1 0,0 1 1,0-1-1,0 1 0,0-1 0,1 0 1,-1 0-1,0 0 0,0 0 0,0 0 0,0 0 1,1-1-1,-1 1 0,0-1 0,0 0 1,0 1-1,0-1 0,0 0 0,2-1 0,1-1-40,1 0 0,-1 0-1,0-1 1,-1 1-1,1-1 1,0 0 0,-1 0-1,0 0 1,5-8-1,6-11 219,-2 0-1,0-1 0,-2-1 1,-1 0-1,-1 0 0,12-51 1,11-162 2800,-13 68-713,-18 163-1980,7-47 1102,2 0 0,27-81 0,-31 119-1036,1 0 1,0 0-1,1 0 1,1 1-1,0 0 1,1 1-1,1 0 1,0 1-1,1 0 1,1 1-1,-1 0 1,19-12-1,-11 11-70,1 2-1,1 0 1,-1 1 0,2 1 0,-1 1 0,1 1-1,0 1 1,1 2 0,-1 0 0,28-1-1,-20 3-29,-1 2-1,0 1 1,0 1 0,0 2-1,0 1 1,-1 1-1,49 17 1,-69-20-58,-1 0 1,0 1-1,0 0 1,0 0-1,0 1 0,-1 0 1,1 0-1,-1 1 1,-1 0-1,1 0 1,-1 1-1,0 0 0,5 8 1,-9-13-15,-1 1 1,0 0-1,0-1 1,-1 1 0,1 0-1,-1 0 1,1 0-1,-1-1 1,0 1-1,0 0 1,0 0-1,0 0 1,0 0-1,-1 0 1,1-1-1,-3 6 1,-16 34 30,9-29-14,0-1 0,-1 0 0,0 0 0,-1-1 0,0 0 0,-1-2 0,-26 17 0,-41 33-21,29-9-34,49-47 31,0-1 0,0 1 0,0 0 0,0 0 0,1 0 0,-1 0 0,1 0 1,0 1-1,0-1 0,0 0 0,0 1 0,0-1 0,1 0 0,0 1 0,0-1 0,0 1 0,0-1 0,0 1 0,1-1 1,-1 1-1,1-1 0,0 0 0,2 6 0,2 2-15,0-1 0,1 1 0,0-2 0,1 1 0,8 9 0,80 88-137,3 4 86,-83-92 65,-1 1 0,-1 0 0,-1 2 0,11 25-1,-16-33 25,-2 1 0,0 0 0,-1 0-1,0 1 1,-1-1 0,1 21 0,-4-27 9,0-1 0,-1 1 0,1 0 0,-2-1 0,1 1 0,-2-1 0,1 0 1,-1 1-1,0-1 0,0 0 0,-1-1 0,-9 15 0,0-6 36,-1 0 1,0-1-1,-1 0 0,0-1 0,-1-1 1,-1 0-1,0-2 0,0 0 0,-2 0 1,-33 13-1,-19 3 136,-116 28 1,170-51-191,-172 42-633,64-23-6005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6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29 112 15245,'-6'-25'3289,"-4"16"-529,-3-2 1448,23-1-2884,-1 1-547,14 5-781,-1 0-1029,13 1-1035,16-10-1096,-17 4-3149,8 14-5724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88 12365,'-2'-5'787,"0"1"0,-1 0 0,0-1 0,0 1 0,0 1 0,0-1 0,-1 0 0,0 1 0,1 0 0,-1 0-1,-8-5 1,2 0 1159,6 6 1926,4-18-1000,1 12-2167,1 25 36,0 28 82,-12 73-823,-48 220 0,23-165 0,10-36-2429,-10 204 0,38-290-2586,7-18-1922,8 2-6036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8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407 101 10057,'1'-2'51,"0"0"211,0 1 1,0-1-1,0 0 1,-1 0 0,1 0-1,-1 0 1,1 0 0,-1 0-1,1-1 1,-1 1-1,0 0 1,0 0 0,0 0-1,0 0 1,-1 0 0,1 0-1,0 0 1,-1 0-1,1 0 1,-1 0 0,0 0-1,0 0 1,0 0 0,0 0-1,0 0 1,0 0-1,0 1 1,-3-3 0,4 3 176,-1 1 0,0-1 0,1 0 0,-1 0 0,1 0 0,-1 1 0,1-1 0,-1 0 0,1 0 0,-1 0 0,1 0 0,0 0 0,0 0 1,-1 0-1,1 0 0,0-2 0,8-9 1441,-6 11-1834,1-1-1,0 1 0,-1 0 1,1 0-1,0 0 0,0 0 1,0 0-1,0 1 0,5-1 1,11 1 232,0 1 1,0 1-1,0 1 1,0 1-1,34 11 1,-17-5-63,35 11 19,-1 3 1,-1 3-1,-2 3 0,82 50 0,-134-71-232,0 0 1,-1 2-1,-1-1 1,0 2-1,0 0 1,15 19-1,-25-28-2,0 1 0,-1 0 0,1 0 0,-1-1 0,0 1 0,0 1 0,0-1 0,-1 0 0,1 0 0,-1 1 1,0-1-1,0 0 0,0 1 0,-1-1 0,0 1 0,0-1 0,0 1 0,0 0 0,-1-1 0,0 0 0,1 1 0,-2-1 0,1 1 0,0-1 0,-1 0 0,0 0 0,0 0 0,0 0 0,-4 5 0,-1 0-2,-1 0-1,0-1 0,0 0 1,-1 0-1,1-1 1,-2 0-1,1-1 0,-13 7 1,-14 4-73,-38 14 0,68-28 58,-95 33-1106,-145 31 0,-110-2-4042,245-51 1391,38-7-2070,4 1-4611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4:5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689 122 8005,'-48'-37'3590,"31"24"-1186,0 0 0,-36-21-1,45 30-2018,0 0-1,0 1 1,0 0-1,-1 0 1,1 1-1,0 0 0,-16-2 1,18 4-196,1 1 0,0-1 0,0 1 0,0 0 0,0 0 0,-1 0 0,1 1 0,1 0 0,-1 0 0,0 0 0,0 1 0,1-1 0,-1 1 0,-5 5 0,-2 3 255,0 1 0,0 0 1,1 1-1,1 0 0,0 1 0,1 0 0,0 0 1,-13 31-1,-1 13 887,-15 61 1,35-111-1232,-62 229 329,11 4 1,-33 327 0,78-474-416,4-1-1,3 1 1,21 163 0,-12-210-28,3-1 0,2-1 1,30 76-1,-28-90-22,1 0-1,2-1 1,1-1 0,1-1-1,43 49 1,-32-46-622,2-1-1,1-2 1,2-1-1,0-1 1,2-2-1,1-2 1,44 20-1,-32-21-1850,87 26-1,-76-32-1749,72 10 1,-8-12-6503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292 378 8149,'0'0'9076,"-2"-3"-7902,-67-72 3204,68 73-4342,0 0 1,0 0-1,0 1 1,0-1-1,0 0 0,0 0 1,0 0-1,1 0 1,-1 0-1,0 0 1,1 0-1,0 0 0,0-3 1,-1 1 35,1 1 59,-7-34 553,-1 7 44,-9 9 2549,14 20-3098,2 0-164,1 1 0,-1-1 0,0 1-1,0 0 1,0-1 0,0 1 0,0 0 0,0-1 0,0 1 0,0 0 0,0 0-1,0 0 1,0 0 0,1 0 0,-1 0 0,0 0 0,0 0 0,0 1 0,0-1 0,0 0-1,0 0 1,0 1 0,0-1 0,0 1 0,0-1 0,1 1 0,-1-1 0,0 1-1,0-1 1,-1 2 0,1 1 47,0 0-1,0 1 1,0-1-1,0 0 1,0 1-1,0-1 1,1 7-1,-2 7 29,-31 164 1056,-8 63-535,10-53-413,19-136-185,11-52 112,9-20-41,55-121-73,-40 82-31,55-94 1,3 10-257,-43 73-119,65-91 0,13 21-298,-112 132 663,1 1-1,0-1 1,0 1-1,0 1 1,0-1-1,0 1 0,8-4 1,-12 6 22,3-1-42,-5 14 34,-1-1 0,-1 0 1,1 0-1,-2 0 1,1-1-1,-2 1 0,1-1 1,-12 18-1,-13 34-22,25-52 41,1 1 1,1-1-1,0 1 0,0 0 1,1 0-1,1-1 0,-1 1 1,2 0-1,0 0 0,0 0 1,1-1-1,3 13 0,0-8 2,0-1 0,2 1 0,0-1 0,0-1 0,1 1 0,1-1 0,18 21 0,55 74 34,-74-97-34,-1 1 1,-1-1-1,0 1 1,-1 1-1,0-1 0,-1 1 1,0-1-1,2 16 1,-6-21 6,0 0-1,0 1 1,-1-1 0,0 0 0,0 0 0,-1 0 0,0 0 0,0 0-1,-1 0 1,1 0 0,-2-1 0,1 0 0,-1 1 0,0-1 0,0 0-1,0-1 1,-1 1 0,0-1 0,0 0 0,-7 5 0,-7 6 43,0-1 1,-2-1-1,1-1 0,-39 17 1,-14 0-28,-2-4 0,-137 30 0,100-28-1696,84-22-615,21-6-1829,1 0-3741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1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734 28 9201,'0'0'1713,"-3"-2"-95,-2-1-579,0-1-1,-1 1 1,1-1 0,-1 2 0,-10-5 0,13 6-834,0 1 1,1-1-1,-1 1 1,1-1-1,-1 1 1,0 0-1,1 0 1,-1 0-1,0 1 1,1-1-1,-1 0 1,1 1-1,-1 0 1,1-1-1,-1 1 1,1 0-1,-1 1 1,1-1-1,-3 2 1,-13 10 638,1 2 1,0 0 0,0 1-1,-26 35 1,-53 85 1762,56-76-1832,-165 266 1260,118-154-3559,17 7-4315,55-132 1968,8-14-2703,5-1-5149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 12417,'0'1'162,"1"1"-1,-1 0 1,1 0-1,-1 0 1,0 0 0,0 0-1,0 0 1,0-1-1,0 1 1,0 0 0,-1 0-1,1 0 1,-1 0-1,1 0 1,-1-1-1,1 1 1,-1 0 0,0 0-1,0-1 1,0 1-1,0-1 1,0 1 0,-1-1-1,1 1 1,0-1-1,-1 0 1,1 1-1,-1-1 1,1 0 0,-3 1-1,-18 20 1519,1 10-391,1 0-1,2 1 0,1 1 1,1 0-1,-11 40 1,-16 33-181,9-27-536,-45 94 356,64-156-807,15-18-118,0 0 0,0 0 0,-1 0 0,1 0 1,0 0-1,0-1 0,-1 1 0,1 0 0,0 0 0,0 0 0,-1-1 0,1 1 1,0 0-1,0 0 0,0-1 0,0 1 0,0 0 0,-1-1 0,1 1 0,0 0 0,0 0 1,0-1-1,0 1 0,0 0 0,0-1 0,0 1 0,0 0 0,0-1 0,0 1 1,0 0-1,0-1 0,0 1 0,0 0 0,0 0 0,1-1 0,5-44 58,3 11-55,1 1 0,2 0 0,1 1 0,1 0 0,23-36 0,1 9 0,70-84-1,-90 121-2,37-34-1,-48 50 15,1 0 0,-1 0 0,1 1 0,0 0 0,0 0 0,1 1 0,-1 0 0,1 1 0,10-3 0,-16 5 17,1 0 0,-1 1 0,1-1 0,-1 1 0,1 0 0,-1 0 0,1 1 0,-1-1 0,1 1 0,-1-1-1,1 1 1,-1 0 0,0 0 0,0 1 0,1-1 0,-1 1 0,4 2 0,-2-1 47,-1 1 0,1 0 1,-1 1-1,0-1 0,0 1 0,0 0 1,-1 0-1,1 0 0,2 7 1,3 7 176,-1 1 1,-1 0 0,-1 0 0,6 37-1,-1 38-223,-4 0 1,-6 110-1,0-2-52,-1-195-657,1 0 0,0 0 0,1 0 0,0-1 0,0 1 0,1 0 0,-1-1 0,2 0 0,-1 1 0,1-1 0,0-1 0,1 1 0,7 8 0,-1-23-8540,2-4-1919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1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 11873,'-19'11'10301,"35"-16"-8609,-4-4-344,33 12-292,21 3-244,-8-3-283,5-3-789,10 2-669,0 1-563,3 0-780,-3-3-480,-6-3-3161,0 0-5096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1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1213 46 10869,'-24'-18'2895,"-6"-10"5222,29 38-6134,0 5-1147,1 0 0,1-1 0,0 1 0,1 0 0,6 26 0,30 82 1291,-9-34-998,-9-14-953,-3 1-1,11 122 1,-25-151-159,-2 1 0,-2-1 1,-2 1-1,-2-1 1,-18 70-1,8-63-174,-3-1 0,-3-1 0,-1-1 1,-3-1-1,-2-1 0,-2-1 0,-2-1 0,-2-2 1,-2-2-1,-2-1 0,-79 71 0,61-68-225,-2-3 1,-1-2-1,-2-2 0,-2-3 1,-1-3-1,-1-3 0,-2-2 1,-136 34-1,131-45-2809,0 0-5245,36-6-4403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2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10477,'3'0'2345,"41"2"2546,23-16-2271,4 0-1134,965-51 2785,-956 62-4163,345 3 333,-423 0-436,0-1 0,0 1 0,1 1 1,-1-1-1,0 0 0,0 0 0,0 1 0,0-1 0,1 1 0,-1 0 0,3 1 0,-22 5-362,-50 0-3033,51-10 1686,5 1-738,2 2-4029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252 117 8737,'-1'-1'413,"0"0"0,1 0 0,-1 0 0,0 0 0,1 0 0,-1 0 0,1-1 0,-1 1 0,1 0 0,0 0 0,-1-1 1,1 1-1,0 0 0,0 0 0,0-1 0,0 1 0,0 0 0,0-1 0,0 1 0,1 0 0,0-2 0,3-9 33,-3 9 1248,2 2-1039,45-32 4541,-70-7 1681,22 40-6876,0 0 1,0 1-1,0-1 1,0 0-1,0 0 1,0 0-1,0 0 1,0 0-1,0 0 0,0 1 1,-1-1-1,1 0 1,0 0-1,0 0 1,0 0-1,0 0 1,0 0-1,0 0 1,0 0-1,0 1 1,-1-1-1,1 0 1,0 0-1,0 0 1,0 0-1,0 0 1,0 0-1,-1 0 1,1 0-1,0 0 1,0 0-1,0 0 1,0 0-1,0 0 0,0 0 1,-1 0-1,1 0 1,0 0-1,0 0 1,0 0-1,0 0 1,0 0-1,-1 0 1,1 0-1,0-1 1,0 1-1,0 0 1,0 0-1,0 0 1,0 0-1,0 0 1,-1 0-1,1 0 1,0 0-1,0 0 1,0-1-1,0 1 1,0 0-1,0 0 0,0 0 1,0 0-1,0-1 1,-1 17-17,1-12 12,-2 73 3,-16 95 0,-26 81 0,31-183 0,-55 229 0,7-34 0,42-174 27,-22 135-231,38-200-241,1-13-1855,0 0 0,1 0 1,2 20-1,2-27-3367,5-3 3145,-6-2 525,11 10-7779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63 11245,'8'-52'2224,"-7"41"7518,1 15-8737,13 20-402,1 0 1,2 0 0,24 25 0,71 65 159,-27-30-377,-44-42-262,68 77 127,-98-104-220,-1 0-1,0 1 1,-2 0 0,1 1 0,-2 0-1,8 23 1,-14-34-24,0 1 1,0-1 0,-1 1-1,0-1 1,-1 1-1,0 0 1,0-1-1,0 1 1,-1-1-1,1 1 1,-2 0-1,1-1 1,-1 0-1,0 1 1,0-1-1,-1 0 1,0 0-1,0 0 1,0 0 0,0-1-1,-1 1 1,0-1-1,-1 0 1,1 0-1,-6 4 1,-6 5 6,0-2 0,-1 1 0,0-2 1,-1-1-1,0 0 0,-37 14 0,-276 76-555,97-34-3607,192-56 2232,-8 4-1539,22 2-2843,19-4-3025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64 126 11733,'-27'-40'2609,"-2"-2"3360,23 32-4002,6 9-1683,-1 0 0,1-1 1,0 1-1,0 0 0,0-1 0,0 1 0,0 0 1,0-1-1,0 1 0,1 0 0,-1-1 0,1 1 1,-1 0-1,0-1 0,1 1 0,0 0 0,-1 0 1,1 0-1,0-1 0,0 1 0,0 0 0,-1 0 0,2-1 1,16 4-110,0 0 1,-1 0 0,1 2-1,-1 0 1,0 1 0,-1 1-1,1 0 1,-1 2 0,0-1-1,-1 2 1,17 12 0,5 5 214,-2 1 0,-1 2 0,40 44 0,-56-54-390,-2 0 0,0 2 0,-2-1 0,0 2 0,-1 0 0,-1 0 0,14 38 0,-22-47 0,0 0 0,0 0 0,-1 1 0,-1-1 0,0 1 0,-1 0 0,-1-1 0,0 1 0,-1 0 0,0-1 0,-1 1 0,-1 0 0,0-1 0,0 0 0,-9 20 0,7-24 0,0-1 0,-1 1 0,1-1 0,-1 0 0,-1 0 0,0-1 0,0 0 0,0 0 0,-1-1 0,0 0 0,-16 9 0,20-12 0,0-1 0,0 1 0,0-1 0,-1 0 0,1-1 0,0 1 0,-1-1 0,0 0 0,1 0 0,-1 0 0,0-1 0,0 1 0,1-1 0,-1 0 0,0-1 0,0 1 0,1-1 0,-1 0 0,0 0 0,1-1 0,-1 1 0,1-1 0,-1 0 0,1 0 0,0 0 0,-6-5 0,7 4 0,1 0 0,-1 0 0,1 0 0,0 0 0,0 0 0,1-1 0,-1 1 0,0-1 0,1 1 0,0-1 0,0 0 0,0 1 0,0-1 0,1 0 0,0 0 0,-1 0 0,1 0 0,1 1 0,-1-1 0,0 0 0,1 0 0,0 1 0,2-7 0,1-5 0,1 0 0,0 1 0,1-1 0,12-19 0,-3 11-77,0 0 0,2 1 0,1 1 1,0 1-1,2 1 0,0 0 0,31-21 0,4 3-690,111-58 0,118-33-6622,-211 100 3874,148-33 0,-210 59 3854,-1 1 0,1 0 1,0 0-1,-1 1 0,1 1 1,0 0-1,16 3 0,-34 15 1757,-21 34 688,-37 79 973,59-115-3515,1-1 1,0 1-1,1 0 1,0 0-1,2 0 1,-1 28-1,3-28-126,0 0 0,2 0 0,0 0-1,1 0 1,1 0 0,1-1-1,6 17 1,-8-25-84,0-1 0,1 1-1,1-1 1,-1 0 0,1 0-1,0 0 1,1 0 0,-1-1-1,1 0 1,1 0 0,-1-1-1,1 0 1,0 0 0,0 0-1,15 7 1,-14-9 9,0 0 0,-1-1 0,1 0 0,0 0-1,1 0 1,-1-1 0,0 0 0,0-1 0,1 0 0,-1 0 0,0-1-1,0 0 1,0-1 0,0 1 0,0-1 0,0-1 0,0 0 0,0 0-1,-1 0 1,1-1 0,-1 0 0,0-1 0,0 1 0,-1-1 0,0-1 0,1 1-1,-2-1 1,1 0 0,-1 0 0,0-1 0,0 0 0,0 0 0,-1 0-1,0 0 1,-1 0 0,0-1 0,0 0 0,0 0 0,-1 0 0,0 0-1,1-14 1,-2 7-13,-1-1-1,0 0 0,-1 0 1,-1 0-1,0 0 0,-1 0 1,-1 1-1,-1-1 0,-6-15 1,-4-3 4,-1 1 1,-37-57-1,42 75-162,0-1 0,-1 2 0,-1-1 0,0 2-1,0-1 1,-2 2 0,0 0 0,0 1 0,-1 0 0,0 2 0,-27-13 0,38 20-361,1 1 1,0 0 0,0 0 0,-1 0-1,1 0 1,0 1 0,-1-1 0,1 1-1,0 0 1,-1 1 0,1-1 0,0 1 0,-1 0-1,-6 2 1,-12 11-7732,6 1-4424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83 13729,'-11'-69'3132,"9"56"2071,-5 27-1711,-2 9-2383,2 0 0,1 1 0,0 0-1,-3 48 1,2-22-260,-67 397-104,25-156-672,24-63-73,23-185 0,2 1 0,3-1 0,9 55 0,-10-86 0,1-1 0,0 1 0,1-1 0,0 0 0,1 0 0,0 0 0,0 0 0,2-1 0,-1 0 0,1 0 0,13 13 0,-13-16 0,0 0 0,1-1 0,0 0 0,0-1 0,0 0 0,1 0 0,-1-1 0,1 0 0,0-1 0,1 1 0,-1-2 0,0 1 0,1-1 0,16 1 0,-10-3 0,-1 0 0,1-1 0,0-1 0,-1 0 0,1-1 0,-1-1 0,0 0 0,0-1 0,0-1 0,-1 0 0,19-12 0,-26 14 0,0-1 0,0 0 0,0 0 0,-1-1 0,0 1 0,0-1 0,0-1 0,-1 1 0,0-1 0,5-9 0,-8 11 0,1 0 0,-1-1 0,0 0 0,0 1 0,-1-1 0,0 0 0,0 0 0,0 0 0,-1 0 0,1 0 0,-2 0 0,1 0 0,-1 0 0,1 1 0,-4-11 0,1 7 0,-1 0 0,0 0 0,0 1 0,0-1 0,-1 1 0,-1 0 0,1 1 0,-1-1 0,-1 1 0,1 0 0,-1 1 0,0 0 0,-1 0 0,1 0 0,-14-6 0,-8-5 0,-1 3 0,-1 0 0,-34-10 0,44 18-658,-1-1 0,0 2 0,0 1 0,-1 1 1,1 1-1,-1 1 0,-40 3 0,59-2-2452,10 2-1960,4 5 2383,0 0-216,31 12-7847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5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324 812 12133,'-80'12'2349,"8"-1"2771,60-9-4388,0 0-1,0 1 1,1 1 0,-1 0 0,1 1 0,0 0 0,-17 10-1,22-11-526,1-1-1,1 1 0,-1 0 1,1 1-1,-1-1 0,1 1 0,0 0 1,1 0-1,-1 0 0,1 0 0,0 1 1,1-1-1,-1 1 0,1 0 0,-3 11 1,5-15-172,-1 0 0,1 0 1,0 0-1,0 0 1,0 0-1,1-1 0,-1 1 1,0 0-1,1 0 1,-1 0-1,1 0 0,0 0 1,0-1-1,-1 1 1,1 0-1,0-1 0,1 1 1,-1 0-1,0-1 1,0 1-1,1-1 0,1 2 1,-1-1-19,0 0 1,0-1-1,0 1 1,1-1 0,-1 1-1,1-1 1,-1 0-1,0 0 1,1 0-1,0 0 1,-1 0 0,1-1-1,4 1 1,240-6-100,-207 5-612,1-1-1,-1-2 0,0-2 1,0-1-1,0-3 1,74-25-1,-80 20 180,-1-2 0,0-1 1,56-40-1,-72 44 501,-1 0 0,-1-1 1,0-1-1,-1 0 0,-1-1 0,0 0 1,-1-1-1,14-27 0,-3-2 802,-2-1 1,-2-1-1,24-96 1,9-53 1112,-42 167-1591,2 1 0,0 0 0,2 0 0,24-36 0,-36 63-267,-1-1 0,1 1 0,0 0-1,0 0 1,-1 0 0,2 0 0,-1 0 0,0 1-1,0-1 1,0 0 0,1 1 0,-1 0-1,1-1 1,3 0 0,-5 2-19,0 0 0,1 0 0,-1 0 0,0 0 0,0 0 0,0 0 0,1 0 0,-1 1 0,0-1 0,0 0 0,0 1 0,0-1 0,0 1 0,0-1 0,0 1 0,0-1 0,0 1 0,0 0-1,0 0 1,0 0 0,0-1 0,0 1 0,0 0 0,-1 0 0,1 0 0,0 0 0,-1 0 0,1 0 0,-1 0 0,1 1 0,-1-1 0,1 1 0,3 11 95,0 0-1,-1 0 1,0 1 0,-1-1 0,-1 1-1,0-1 1,-1 1 0,0-1-1,-5 25 1,-30 129 991,29-143-1080,-75 238-28,-3 14 0,71-223 0,3 1 0,1 0 0,-1 66 0,10-100 0,0 0 0,2 0 0,0 0 0,1-1 0,1 1 0,0-1 0,2 0 0,14 34 0,-17-47 0,0 0 0,1 0 0,-1 0 0,1-1 0,0 1 0,0-1 0,1 0 0,0 0 0,0-1 0,0 1 0,0-1 0,1 0 0,0-1 0,-1 1 0,1-1 0,1 0 0,-1 0 0,0-1 0,1 0 0,-1 0 0,1-1 0,-1 1 0,1-1 0,0-1 0,0 1 0,0-1 0,-1-1 0,13-1 0,-6-1 0,1 0 0,0-1 0,-1 0 0,0-1 0,0-1 0,0 0 0,-1-1 0,16-10 0,-5 0 0,-1-1 0,0 0 0,20-25 0,-35 36 0,0-1 0,-1 0 0,0-1 0,0 1 0,-1-1 0,0 0 0,-1 0 0,0-1 0,0 1 0,-1-1 0,-1 0 0,1 0 0,-2 0 0,2-17 0,-3 19 0,0 0 0,-1 1 0,0-1 0,0 1 0,-1-1 0,0 1 0,0 0 0,-1-1 0,1 1 0,-2 0 0,1 1 0,-1-1 0,0 0 0,-1 1 0,1 0 0,-1 0 0,0 1 0,-1-1 0,-11-8 0,0 1-728,-1 2 1,-1 0-1,0 2 0,0 0 1,-1 1-1,0 0 0,0 2 1,-1 1-1,1 0 1,-1 1-1,-1 2 0,1 0 1,0 1-1,0 1 0,-28 4 1,49-5 595,0 1 1,0 0-1,0 0 1,0 0 0,0 0-1,0 0 1,-1 0 0,1 0-1,0 0 1,0 0 0,0 0-1,0 0 1,0 0-1,0 0 1,-1 0 0,1 0-1,0 0 1,0 0 0,0 1-1,0-1 1,0 0-1,0 0 1,-1 0 0,1 0-1,0 0 1,-1 1-1183,1-1 1183,0 0 0,0 0-1,0 1 1,0-1-1,0 0 1,0 0 0,0 0-1,0 0 1,0 0 0,0 0-1,0 1 1,0-1-1,0 0 1,0 0 0,0 0-1,0 17-11177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24 14597,'-67'-23'3013,"61"37"-401,-4 3-456,1-2-444,2 2-352,7 3-296,0 0-235,3 3-365,-3-1-752,13 7-809,6 14-835,-3-15-856,-7-16-3629,4 16-5884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11061,'32'-17'1692,"-26"5"644,16 12-1648,4 6-716,-10 3-836,6-4-564,-3 10-2468,9 8-2681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0 11741,'-5'7'524,"0"0"-1,-1 0 1,0-1 0,0 0 0,-1-1-1,0 1 1,-13 7 0,11-7 48,1 0 0,-1 0 1,1 1-1,-11 13 0,-33 48 2431,4 3 0,-58 113 0,75-128-2218,3-3-77,2 1 0,-37 111-1,54-134-1243,2 0 0,0 0 1,2 1-1,2 0 0,1 0 0,1 0 0,4 39 0,-1-58-444,0 0 1,1 1 0,1-1-1,6 16 1,16 22-6661,-1-11-3261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11929,'-16'5'1984,"1"4"-144,8 14-191,1 0-413,-7 5-300,-6 12-188,10-11-136,-7 2-132,-3 4-32,-7-4-512,4-8-572,6 0-804,7-9-592,-1 9-3221,1 3-4200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8237,'47'-23'5340,"-25"26"-5016,4 0-676,2-1-548,10 13-1084,-9 2-1188,6 0-1337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12569,'-38'40'2312,"3"-17"341,4 14-233,-4 3-408,6 3-360,0 9-316,1 2-276,-1 3-320,4 6-51,3 0-241,3-6-516,9 0-769,1-3-259,5-2-696,1-9-740,0-26-276,3 14-2785,-3-2-4588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7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125 164 10589,'0'0'-1,"3"0"339,-1-1 0,1 1 0,0-1 0,0 0 0,-1 0 0,1 0 0,0 0 0,-1 0 0,1-1 0,-1 1 0,1-1 0,3-3 0,-5 4-187,1 0 0,0 0 0,0 0 0,0 0 1,-1 0-1,1 0 0,0 0 0,0 1 0,0-1 0,0 1 0,0-1 0,1 1 0,-1 0 1,2 0-1,40 0 850,-10 1-411,36-7-42,-1-4 0,0-3 0,0-2 0,84-32 0,-25 2 712,-123 44-1208,1 1-1,0 0 1,0 0-1,0 0 1,0 0-1,0 1 1,-1 0 0,1 0-1,0 1 1,-1 0-1,1 0 1,-1 0-1,1 1 1,-1-1 0,5 4-1,6 2 229,-13-6 765,-6 17 579,2-13-1420,-1 0 0,0-1-1,-1 1 1,1-1 0,-1 1-1,0-1 1,0 0-1,-1 0 1,1 0 0,-1-1-1,-9 9 1,-8 12 491,-21 34-355,3 2 0,2 2 0,3 1-1,-44 121 1,28-35 318,-32 171-1,71-272-677,-45 179-409,43-184 314,-2-1 1,-2 0 0,-24 42-1,37-76 58,-1 0-1,-1 0 1,0 0 0,0-1-1,0 0 1,-1 0 0,0-1-1,-1 0 1,0 0-1,0 0 1,0-1 0,-15 8-1,16-13 42,0 1 0,-1-1 0,1-1-1,0 1 1,0-1 0,0-1 0,0 1 0,0-1 0,-1 0-1,1-1 1,1 0 0,-9-3 0,10 4 6,-3-2 43,-1 0 0,1 0 0,-1-1 0,1 0 0,0-1 0,1 0 0,-1 0 0,1 0 0,0-1-1,0 0 1,1-1 0,0 1 0,0-1 0,0-1 0,1 1 0,0-1 0,0 0 0,1 0 0,0 0 0,-3-10 0,3 6 30,1 1 0,1 0 0,-1-1 1,2 0-1,0 1 0,0-1 0,1 0 0,0 0 1,1 1-1,1-1 0,0 0 0,0 1 0,1-1 1,1 1-1,5-12 0,4-3-128,1 1 0,2 0 1,0 1-1,2 0 0,1 2 1,0 0-1,2 1 0,0 1 0,39-28 1,1 6-1476,2 2 0,107-50 0,-3 17-3381,-52 37-3112,-28 18-3359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183 562 15257,'-65'-6'3036,"65"6"-2939,-1-1 1,0 1-1,1 0 1,-1 0-1,0 0 1,0 0-1,1 0 1,-1 0-1,0 0 0,0 0 1,1 0-1,-1 0 1,0 1-1,1-1 1,-1 0-1,0 0 1,0 1-1,1-1 0,-1 0 1,1 1-1,-1-1 1,0 1-1,1-1 1,-1 1-1,1-1 1,-1 1-1,1-1 0,-1 1 1,1 0-1,0-1 1,-1 1-1,1-1 1,0 1-1,-1 0 1,1 0-1,0-1 0,0 1 1,-1 0-1,1-1 1,0 1-1,0 0 1,0 0-1,0-1 1,0 1-1,0 0 0,0 0 1,1 1-1,-1 5 744,-6 24 1425,0-1-1,-13 35 1,-5 22-302,9-14-1842,-10 142 0,23-180-129,3 1 0,0-1 0,3 1 0,0-1 0,3 0 0,12 41 0,-13-60 7,0-1 0,2 1 0,0-1 0,0 0 0,2-1 0,-1 0 0,2 0 0,0-1 0,1-1 0,0 0 0,0 0 0,2-1 0,-1-1 0,1 0 0,30 15 0,-32-19 0,0-1 0,0 0 0,1 0 0,-1-2 0,1 1 0,0-2 0,0 0 0,1 0 0,-1-1 0,0-1 0,0 0 0,1-1 0,-1 0 0,0-1 0,0-1 0,0 0 0,0-1 0,0 0 0,-1-1 0,22-11 0,-24 11 0,-1-1 0,1-1 0,-1 1 0,-1-1 0,1-1 0,-1 0 0,0 0 0,-1-1 0,0 1 0,-1-2 0,1 1 0,-2-1 0,1 0 0,-1 0 0,-1 0 0,0-1 0,0 1 0,-1-1 0,-1 0 0,0 0 0,0 0 0,-1-1 0,0 1 0,-2-22 0,-2 6 0,-1 0 0,-1 0 0,-1 1 0,-2-1 0,0 2 0,-20-40 0,1 10 0,-64-93 0,-12 15 10,63 86-36,-50-80-1,88 124-23,-1-1 1,1 0 0,1 0-1,-1 0 1,0 0 0,1 0-1,0-1 1,0 1 0,0 0-1,1-1 1,-1 1 0,1 0-1,0-1 1,0 1 0,0-1-1,1 1 1,0 0 0,0-1-1,0 1 1,0 0 0,1 0-1,-1 0 1,1 0 0,0 0-1,0 0 1,1 0 0,-1 1-1,1-1 1,0 1 0,0 0-1,0 0 1,0 0 0,7-5-1,22-15-308,0 2 0,1 2 0,71-31 0,14-7 11,31-28 1566,139-106 1,-265 175-698,-23 16-522,1-1 18,-1 1 1,1-1 0,-1 1-1,1 0 1,-1-1 0,1 1-1,-1 0 1,1-1 0,-1 1-1,1 0 1,-1 0 0,1-1-1,0 1 1,-1 0 0,1 0-1,-1 0 1,1 0 0,0 0-1,-1 0 1,1 0 0,0 0-1,-1 0 1,2 0 0,-1 1-12,0 1 1,1-1-1,-1 1 1,0 0 0,0-1-1,0 1 1,0 0-1,0-1 1,-1 1-1,1 0 1,-1 0 0,1 0-1,-1 0 1,1 2-1,3 35-28,-3-34 20,3 153 1,-16 165 0,9-281 0,-73 940 0,42-403 0,33-561-13,1-1 0,1 1 0,0-1 1,1 0-1,2 1 0,-1-1 0,2 0 0,0-1 0,8 17 0,-10-27-11,0 1-1,1-1 1,0 0-1,0 0 1,0-1-1,1 1 1,0-1-1,0 0 1,0 0-1,1 0 1,-1-1-1,1 0 1,0 0-1,0-1 1,1 1-1,-1-1 1,1-1-1,0 1 1,0-1-1,-1 0 1,1-1-1,1 0 1,-1 0-1,10 0 1,0-1-373,0-1 1,-1-1 0,1 0 0,-1-1-1,0-1 1,0-1 0,0 0 0,23-11 0,-29 12 247,-1-1 0,0 0 0,-1-1 0,1 1 1,-1-1-1,0-1 0,0 0 0,-1 0 1,0 0-1,0-1 0,-1 0 0,0-1 0,0 1 1,-1-1-1,4-9 0,-7 13 145,-1 0 0,0-1 0,0 1 0,0 0-1,-1 0 1,0 0 0,0-1 0,0 1 0,-1 0 0,1 0 0,-1 0-1,0 0 1,-1 0 0,1 0 0,-1 0 0,0 0 0,-1 0 0,1 1-1,-1-1 1,0 1 0,0 0 0,0-1 0,0 1 0,-7-5 0,-4-5 194,-1 0 0,-1 1 1,0 1-1,-34-19 1,-164-73 1718,141 71-234,-132-79-1,199 109-1633,1-1-1,0 0 1,0 0-1,0 0 1,0-1-1,1 1 1,0-1 0,0 0-1,0-1 1,-4-6-1,7 9-35,0 1 1,1-1-1,-1 0 0,0 0 0,1 0 0,0 0 0,-1 1 1,1-1-1,0 0 0,1 0 0,-1 0 0,0 0 1,1 0-1,0 0 0,-1 1 0,1-1 0,0 0 0,1 1 1,-1-1-1,0 0 0,1 1 0,-1 0 0,1-1 1,0 1-1,4-4 0,7-8-25,1 1 0,0 0 0,1 1 0,1 1 0,33-19 0,97-39-506,-113 54 317,547-225-7890,-189 81-3642,-254 102 2653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9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504 391 4636,'-29'0'592,"13"0"5417,15 0-5843,0 0 0,0 0 0,0 0 0,0 0 0,0 0 0,0 0 0,0 0 0,0 0 1,0-1-1,0 1 0,0-1 0,0 1 0,0-1 0,0 1 0,0-1 0,0 1 0,0-1 0,1 0 0,-1 1 0,0-1 0,0 0 0,1 0 0,-1 1 0,0-1 0,1 0 0,-1 0 1,0-2-1,-2-25 2046,3 23-2385,0 2 1786,-1 2-1591,0 0-1,1 0 1,-1 0-1,1 1 1,-1-1-1,1 0 1,-1 0 0,1 0-1,-1 0 1,1 0-1,0 0 1,-1 0-1,1-1 1,0 1-1,0 0 1,0-1 0,0 1 35,0 1 0,0-1 1,0 0-1,0 0 1,0 0-1,-1 1 1,1-1-1,0 0 1,0 0-1,-1 1 1,1-1-1,0 0 1,-1 0-1,1 1 1,-1-1-1,1 0 1,-1 1-1,1-1 0,-1 1 1,1-1-1,-1 1 1,0-1-1,1 1 1,-1-1-1,0 1 1,1-1-1,-1 1 1,0 0-1,1 0 1,-1-1-1,0 1 1,-1 0-1,-24-9 2000,9 3-634,0 0 0,-33-5-1,34 9-931,13 1 1189,4 4-1487,2 1-165,-1 0-1,1 0 0,0 0 1,0-1-1,1 1 0,-1-1 1,1 0-1,-1 0 0,1 0 1,0 0-1,0-1 0,1 0 1,-1 0-1,0 0 0,1 0 1,-1-1-1,1 1 0,-1-1 1,1 0-1,6 0 1,21 3 75,43-1 0,-70-3-100,-1 0-1,1-1 0,0 1 1,0-1-1,0 0 0,-1-1 1,1 1-1,-1-1 1,8-4-1,2 0-8,-10 5 6,-1-1-1,1 0 0,-1 0 1,0 0-1,0-1 0,0 1 1,0-1-1,0 1 1,0-1-1,-1 0 0,4-6 1,3-1-3,13-17-4,-1 0 1,-2-2 0,31-60 0,-48 86 18,0-1 1,0 1-1,-1-1 1,0 0-1,0 1 0,0-1 1,0 0-1,-1 0 1,1 0-1,-1 0 1,0 0-1,0 0 1,0 0-1,-1 0 0,-1-5 1,2 7 0,-1 0 0,0 1 0,0-1 0,0 0 0,0 1 0,0-1 0,0 0 0,0 1 0,-1 0 0,1-1 0,0 1 0,-1 0 0,1 0 0,-1-1 0,0 1 0,1 0 0,-1 1 0,0-1 0,0 0 0,1 0 0,-1 1 0,0-1 0,0 1 0,0 0 0,0-1 0,0 1 0,0 0 0,0 0 0,0 0 0,1 0 0,-1 1 0,-4 0 0,-14 3 38,-1 1-1,0 1 1,1 1-1,1 1 1,-1 1 0,1 0-1,0 1 1,1 1 0,1 1-1,-28 24 1,-13 16 112,-79 92 1,105-109-164,2 1 0,2 2 0,1 1 0,-38 77 0,57-99 0,1 0 0,1 1 0,1 0 0,0 0 0,1 1 0,-2 27 0,6-34 0,0 0 0,1 1 0,0-1 0,0 0 0,2 0 0,-1 0 0,2-1 0,-1 1 0,1 0 0,1-1 0,6 11 0,-2-8-158,0-1 0,1 0 0,1-1 0,0 1 0,1-2-1,0 0 1,0 0 0,1-1 0,1-1 0,0 0 0,0-1 0,0 0 0,29 9 0,-3-3-544,1-1 1,1-3-1,0-1 1,47 3-1,54-5-4618,-47-11-2392,-17-4-3318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09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11981,'-27'30'5040,"22"-25"-4528,0 1 0,0-1-1,0 1 1,0 0-1,1 0 1,0 0 0,0 1-1,1 0 1,0-1 0,0 1-1,0 0 1,1 0 0,-1 9-1,-2 21 467,3 0-1,1-1 0,8 72 1,28 111 396,-26-170-1101,47 186 633,-55-234-897,0 0 0,0 0 0,0 0 0,0 0 0,1-1 0,-1 1 0,0 0 0,0-1 0,1 1 0,-1 0 0,1-1 0,-1 0 0,0 1 0,1-1 0,-1 0 0,1 0 0,-1 0 0,0 0 0,1 0 0,-1 0 0,1 0 0,2-1-1,1-3 39,1 0 0,-1 0 0,0-1 0,0 1 0,-1-1 0,1 0-1,-1-1 1,0 1 0,-1-1 0,1 1 0,2-9 0,-2 8 15,66-141 346,-56 109-932,3 2-1,1 0 1,43-62 0,-34 63-1466,51-49 0,-15 32-2071,-51 44 2019,0 1 0,0 0-1,21-7 1,14 0-8553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0 329 8197,'0'0'2020,"2"2"-187,1 0-1491,0 1 0,0-1-1,1 1 1,-1-1-1,1 0 1,-1 0 0,1 0-1,0-1 1,0 1-1,-1-1 1,1 0 0,0 0-1,5 0 1,61 6 1318,-54-6-1181,10 0 231,38-2 0,-55 0-550,0 0 0,0 0 0,0-1 1,0-1-1,0 1 0,-1-1 0,1-1 0,11-6 0,-12 4 114,-1 1-1,-1-1 0,1 0 1,-1-1-1,0 0 0,0 0 1,7-12-1,-11 16-154,-1 1-1,0-1 1,0 0-1,0 1 1,0-1 0,-1 0-1,1 0 1,-1 0-1,0 1 1,0-1-1,0 0 1,0 0-1,0 0 1,0 0 0,-1 0-1,0-2 1,-18-50 924,14 41-582,2 7-288,1 0 1,-2 1-1,1-1 1,-1 1 0,0 0-1,0 0 1,0 0-1,-1 0 1,-8-7-1,10 10-104,-1 1 0,1-1-1,-1 1 1,0 0 0,1 0 0,-1 0-1,0 0 1,0 1 0,0 0-1,0 0 1,-1 0 0,1 0 0,0 0-1,0 1 1,0 0 0,-1 0-1,-7 1 1,2 1-16,1 0-1,-1 1 1,1 0-1,0 0 1,0 1 0,0 0-1,1 1 1,-1 0-1,1 0 1,0 0-1,1 1 1,-11 10 0,8-5 18,0 0 0,0 1 0,1 0 1,0 1-1,1 0 0,1 0 0,-11 27 1,13-26-40,1-1 1,0 1 0,1-1 0,0 1-1,1 0 1,1 0 0,0 0-1,2 23 1,0-28-43,0 0 0,1 0 0,0 0-1,0 0 1,1-1 0,0 1 0,1-1 0,0 0 0,0 0-1,1 0 1,0-1 0,0 1 0,11 11 0,-9-13-14,-1 0 1,1-1 0,0 1 0,0-2 0,1 1 0,-1-1 0,1 0 0,0 0 0,0-1 0,0 0-1,16 3 1,-10-4-8,-1 0 1,0-1-1,1-1 0,-1 0 0,0-1 0,0-1 0,16-3 1,-4-1 37,0-1 1,-1-2-1,0-1 1,0 0-1,-1-2 1,-1-1 0,34-24-1,-55 37-4,4-4 8,0 0 0,0 0-1,0 1 1,1 0 0,-1 0 0,1 0 0,6-2-1,-9 5-10,-1-1 0,0 1 0,1 0 1,-1 0-1,1 0 0,-1 1 0,0-1 0,1 0 0,-1 1 0,1 0 0,-1-1 0,0 1 0,0 0 0,0 0 0,1 0 0,-1 1 0,0-1 0,0 0 0,-1 1 0,1 0 0,0-1 0,2 4 0,45 47-28,-37-37 10,1-1 1,1 0 0,0 0 0,0-2-1,2 0 1,27 17 0,-35-25-16,-1-1-1,2 0 1,-1 0 0,0-1 0,0 0 0,1 0-1,-1-1 1,1 0 0,-1-1 0,1 0 0,-1 0-1,1-1 1,-1 0 0,1 0 0,-1-1-1,0 0 1,12-5 0,5-5-9,-1 0 0,-1-1-1,0-1 1,23-19 0,-14 9 29,-21 18 5,0 1 0,0 0 0,0 0 0,1 1 0,-1 0 0,1 1 0,0 0 0,0 1 0,19 0 0,-11-1-42,-1 0-1,1 0 1,19-8-1,-24 6 8,-1-1-1,0 0 1,0-1-1,23-15 1,-30 16 39,0 0 0,0 0 0,0-1 0,-1 0 0,0 0 0,0 0 0,-1-1 0,1 0-1,6-14 1,0-9 402,-2 1 0,-1-2 0,9-48 0,-10 39 173,21-62 0,-20 86-571,-2 14 0,-1 11 0,-3-4 0,0 1 0,-1-1 0,1 1 0,-1 0 0,0 0 0,0-1 0,0 1 0,-1 0 0,0 1 0,0-1 0,0 0 0,-1 0 0,0 8 0,0 12 0,-5 36 0,4-56 0,-36 219 0,34-208-662,0 0 1,1 0-1,0 1 1,2-1-1,0 0 0,0 1 1,2-1-1,0 0 0,1 0 1,0 0-1,10 25 1,-11-36-927,0 0 0,-1 0 0,1 0 0,-1 0 0,0 0 0,0 10 1,2 8-9142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0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15 12741,'-35'3'9285,"44"-12"-6761,4 0-668,22 15-443,38 6-305,-3-4-236,9 4-572,13-4-876,7-2-848,6 5-789,-4-8-979,-2 0-3501,-4 8-6324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1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54 12857,'-4'-6'1734,"-15"-24"1207,14 12 5426,-8 30-4549,10-5-3526,1 1 0,-1 0 1,1 0-1,1-1 0,-1 1 1,1 0-1,1 0 1,0 15-1,-2 16 127,-49 445-419,43-324 0,7-119 0,0-27-609,1 1-1,0 0 1,5 28 0,-2-34-268,0 0 1,0-1-1,1 1 1,8 13-1,-5-15-5564,4-5 3562,-7-2 632,15 6-9149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1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274 195 13473,'-1'-27'894,"1"21"-486,0 1-1,0-1 1,-1 0 0,1 1 0,-1-1-1,0 0 1,-1 1 0,0-1 0,-2-5-1,5 3 2829,9-5-2534,-8 11-141,2-2-294,-1 0 1,1 1 0,0 0 0,0-1-1,0 1 1,0 1 0,1-1 0,-1 1-1,1-1 1,0 1 0,-1 1 0,8-3-1,68-10 1633,-53 10-1403,186-21 1950,-170 23-2133,-1 2 0,1 2 0,45 7-1,-77-7-292,-1 0 0,1 1 1,0 0-1,-1 0 0,1 1 0,-1 1 0,0 0 0,9 6 0,-15-8-19,-1-1 1,0 1-1,1 0 0,-1 0 1,0 0-1,-1 0 0,1 0 0,0 1 1,-1-1-1,0 1 0,0 0 1,0-1-1,0 1 0,-1 0 0,1 0 1,-1 0-1,0 1 0,0-1 1,-1 0-1,1 0 0,-1 0 0,0 1 1,-1 7-1,-1 3-2,-1 0 0,-1 0 0,-1 0 0,0-1 0,-14 28 0,-45 66 0,39-68 0,12-19-9,-1 0-62,1 1 1,1 1-1,1 0 1,-9 26-1,18-42 50,0 0-1,1 0 0,0 0 1,0 0-1,0 0 0,1 0 1,0 0-1,0 0 0,1 0 0,0 0 1,0 0-1,0 0 0,1 0 1,0-1-1,1 1 0,0-1 1,0 1-1,0-1 0,6 9 1,2-1-74,1 0 1,0-1 0,0-1-1,2 0 1,-1 0 0,21 12 0,99 53-318,-81-49 294,-18-10 53,0 2-1,-2 1 0,0 2 1,-1 1-1,40 41 1,-66-60 62,-1 0 0,0 1 1,0-1-1,0 1 0,-1 0 1,0 0-1,0 0 0,-1 1 0,1-1 1,-1 1-1,0-1 0,-1 1 1,0 0-1,0 0 0,0-1 1,-1 1-1,0 0 0,-1 0 0,1 0 1,-1-1-1,0 1 0,-1 0 1,0-1-1,0 1 0,0-1 0,-1 1 1,0-1-1,0 0 0,0 0 1,-1-1-1,0 1 0,0-1 1,-1 1-1,1-1 0,-9 7 0,-5 3 19,-1-1-1,0-1 0,-1 0 0,0-2 0,-1 0 0,0-1 1,-44 13-1,-7-3 7,-84 13 1,51-18-580,-205 5 0,100-24-3552,2-10-6635,129 6-763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286 263 7613,'4'-3'458,"-1"-1"0,0 0 0,0-1 0,0 1 0,0 0 1,-1-1-1,0 0 0,0 1 0,0-1 0,0 0 0,-1 0 1,0 0-1,0 0 0,0 0 0,-1 0 0,0-1 0,0 1 1,0 0-1,0 0 0,-1 0 0,0 0 0,-2-6 0,0 0 269,0 1 0,-2 0-1,1 1 1,-1-1 0,-1 1-1,1 0 1,-2 0 0,1 1 0,-1-1-1,0 1 1,-1 1 0,0 0-1,0 0 1,-10-6 0,17 12-640,-1-1-1,0 1 1,0 0 0,0 0 0,0 0 0,-1 0 0,1 0-1,0 0 1,0 1 0,-1-1 0,1 1 0,0-1 0,-1 1-1,1 0 1,0 0 0,-1 0 0,1 0 0,0 1 0,-1-1-1,1 1 1,-3 0 0,1 1-8,-1 0 0,1 0 0,0 1 0,1-1 0,-1 1 0,0 0 0,1 0 0,0 0 0,-1 1-1,-3 4 1,-1 4 18,0 1 0,0-1 0,1 1 0,1 0 0,0 1 0,-4 16 0,-25 114-33,32-125-316,1 0 1,0 0-1,1 0 1,2 0-1,3 34 1,-3-48 143,0 0-1,1 1 1,0-1 0,0 0-1,0 0 1,0 0 0,1 0-1,-1 0 1,1-1 0,1 1-1,-1-1 1,1 0 0,-1 0 0,1 0-1,0-1 1,5 4 0,-6-5 70,0 0 1,0 0-1,1-1 1,-1 1-1,1-1 1,-1 0-1,1 0 1,-1 0 0,1-1-1,-1 1 1,1-1-1,0 0 1,-1 0-1,1 0 1,0 0-1,-1-1 1,1 1 0,0-1-1,-1 0 1,1 0-1,-1-1 1,0 1-1,1 0 1,-1-1-1,4-2 1,20-16 20,0-1-1,-1 0 1,-1-2 0,39-47-1,-35 37 379,2 1 1,39-32-1,-59 55-179,0 1 0,1 1 0,0 0 0,19-8 0,-29 14-136,0-1-1,0 2 1,0-1 0,0 0 0,0 0 0,0 1-1,1-1 1,-1 1 0,0-1 0,0 1 0,1 0-1,-1 0 1,0 0 0,1 0 0,-1 1 0,0-1-1,0 1 1,1-1 0,-1 1 0,0 0-1,0 0 1,0 0 0,0 0 0,0 0 0,0 0-1,0 0 1,0 1 0,-1-1 0,1 1 0,0 0-1,-1-1 1,1 1 0,-1 0 0,2 3 0,2 4 10,-1 1 0,-1 0 0,0 1 1,0-1-1,-1 0 0,-1 1 0,0-1 1,0 1-1,-1 17 0,-3 14 155,-9 46-1,6-55-184,-57 330-26,42-274 0,-3 0 0,-36 85 0,50-151 0,0-1 1,-2-1-1,0 0 0,-25 31 0,28-40 0,-1-1-1,-1 0 0,0-1 0,-1 0 0,0 0 0,0-1 1,-1-1-1,-19 10 0,13-9-98,-1-1 1,1-1-1,-33 7 1,45-13 66,0 1 1,0-1-1,0-1 1,-1 1-1,1-1 0,0-1 1,0 1-1,0-1 1,0 0-1,0-1 1,0 0-1,0 0 0,-13-6 1,18 6 20,-1-1 0,1 1 0,-1-1-1,1 0 1,0 0 0,0 0 0,0 0 0,0 0 0,1 0 0,0-1 0,-1 1-1,1 0 1,0-1 0,0 1 0,1-1 0,-1 1 0,1-1 0,0-5 0,0 0-48,0 1 0,1-1 0,1 1 0,-1 0 0,1-1 0,1 1 0,-1 0 0,1 0 0,1 1 0,-1-1 0,7-9 0,0 1-122,0 1 0,1 1 0,1 0 0,21-20 0,161-149-1741,-149 144 1449,3 2 0,93-56-1,-114 77 350,109-58-82,3 5 1,270-93-1,-380 151 450,-20 7-72,1 0 0,-1 1 0,1-1 0,0 2 0,0 0 0,1 0 1,-1 0-1,0 2 0,1-1 0,-1 1 0,0 1 0,13 1 0,27 17 1604,-49-18-1708,0 0 0,1-1-1,-1 1 1,0 0-1,0 0 1,1 0-1,-1 0 1,0 0 0,0 0-1,0 0 1,0 0-1,0 0 1,0 1 0,-1-1-1,1 0 1,0 0-1,-1 1 1,1-1-1,-1 1 1,1-1 0,-1 1-1,1-1 1,-1 1-1,0-1 1,0 1 0,0-1-1,0 1 1,0-1-1,0 2 1,0 7 163,-1 15-197,-1 0 1,0-1 0,-2 1-1,-1-1 1,-1 0 0,-11 27 0,6-12-45,3-13-175,4-17-198,1 0 0,0 0 0,1 1 0,0 0 0,0-1 0,1 1 0,0 0 0,1 0 0,0-1 0,1 1 0,0 0 0,4 19 0,-1-18-937,14 18-11462,-2-10 2265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4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41 12861,'-16'-40'7093,"41"48"-8041,0 1-552,-9 14-357,13 14-2699,-7-8-3553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14081,'-7'7'914,"1"1"-1,0 0 1,0 0-1,1 0 1,1 1-1,-1 0 1,1 0-1,1 0 0,-1 0 1,2 1-1,-4 16 1,1 11 2081,-1 67 0,5-73-2209,0 18-419,7 69 1,-3-98-338,0-1 1,1 1-1,1-1 1,1 0-1,0 0 1,13 25-1,-16-38-30,1 0 0,0 0 0,0-1 0,0 1 0,0-1 0,1 0 0,0 0 0,0 0 0,1 0 0,-1-1 0,1 0 0,0 0 0,8 3 0,-10-5 0,0-1 0,0 1 0,1-1 0,-1 0 0,0 0 0,1-1 0,-1 1 0,1-1 0,-1 0 0,1 0 0,-1-1 0,0 1 0,1-1 0,-1 0 0,0 0 0,1-1 0,-1 1 0,0-1 0,0 0 0,0 0 0,5-4 0,7-5-549,-1 0 0,-1-1 0,0-1 0,0-1 0,-1 0 0,-1 0 0,13-22 0,3-9-2965,28-63 0,-26 55-3510,6 2-4315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7 403 12981,'-1'0'162,"1"-1"0,-1 1-1,1-1 1,-1 1 0,1-1-1,-1 0 1,1 1 0,0-1-1,-1 0 1,1 0 0,0 1-1,-1-1 1,1 0 0,0 0-1,0 1 1,0-1 0,0 0-1,0 0 1,0 1 0,0-1-1,0 0 1,0 0 0,0 0-1,0 1 1,0-1 0,0 0-1,1 0 1,-1 1 0,0-1-1,1 0 1,-1 0 0,0 1-1,1-1 1,-1 0 0,1 1-1,-1-1 1,1 1 0,-1-1-1,1 1 1,0-1 0,-1 1-1,1-1 1,0 1 0,-1-1-1,1 1 1,1-1 0,5-1 971,0 0 1,0 0 0,0 1-1,12-1 1,7-1-1087,-10-1 323,34-6 554,-1-3 0,55-21 0,-91 29-842,-1 0 0,0-1 0,0 0 0,0-1 0,-1-1 0,0 0 0,-1 0 0,1-1 0,-2 0 0,1-1 0,-1 0 0,-1 0 0,11-17 0,-16 21-58,-1-1-1,0 1 0,0 0 0,0-1 0,-1 0 1,1 1-1,-2-1 0,1 0 0,-1 0 0,0 1 0,0-1 1,-1 0-1,0 0 0,0 1 0,-1-1 0,0 1 1,0-1-1,0 1 0,-1 0 0,0-1 0,-4-5 1,6 10-23,0 1 1,0-1 0,0 1-1,0 0 1,-1-1 0,1 1 0,0 0-1,-1 0 1,1 0 0,-1 0-1,0 0 1,1 0 0,-1 0 0,0 0-1,1 1 1,-1-1 0,0 1-1,0-1 1,1 1 0,-1 0 0,0-1-1,0 1 1,0 0 0,0 0-1,0 0 1,1 1 0,-1-1 0,0 0-1,0 1 1,0-1 0,1 1-1,-1 0 1,0 0 0,1-1 0,-4 3-1,-4 2 8,1 0 0,0 1 0,0 0 0,0 0 0,-9 10 0,0 4 18,0 0-1,1 0 1,2 2 0,0 0 0,1 1 0,-17 41-1,18-33-28,1 1 0,2 1-1,1 0 1,-6 55 0,13-78 1,0-1 1,1 1 0,1 0-1,-1-1 1,1 1-1,1 0 1,0-1 0,0 0-1,1 1 1,0-1-1,0 0 1,6 9 0,-6-13-18,0-1 1,0 0 0,0 0 0,0-1-1,1 1 1,-1-1 0,1 1 0,0-1-1,0 0 1,0 0 0,0-1 0,1 1 0,-1-1-1,1 0 1,0-1 0,-1 1 0,1-1-1,0 1 1,0-1 0,0-1 0,0 1 0,0-1-1,0 0 1,10-1 0,6-2-24,0 0 1,-1-2 0,1 0-1,-1-1 1,0-2 0,0 0-1,-1-1 1,25-15-1,-4-1 0,-1-2 0,58-53-1,111-117 17,-207 195 24,1 1 0,-1-1-1,1 1 1,-1-1 0,1 1 0,0 0-1,0 0 1,0 0 0,-1 0 0,1 0-1,0 0 1,0 0 0,1 0 0,-1 1-1,0-1 1,0 1 0,0 0 0,0-1-1,0 1 1,1 0 0,-1 0 0,0 1 0,0-1-1,0 0 1,0 1 0,0-1 0,0 1-1,0 0 1,0 0 0,0-1 0,3 3-1,-3-1 1,1 0-1,-1 1 0,0-1 1,0 1-1,0 0 0,0 0 1,0-1-1,-1 1 1,1 0-1,-1 1 0,0-1 1,0 0-1,0 0 0,0 0 1,0 1-1,-1-1 0,1 0 1,-1 1-1,0 3 0,-2 34-8,-14 75 0,3-34 10,12-81 0,1-1 0,0 1 0,0 0 0,-1-1 0,1 1 0,0 0 0,0-1 0,0 1 0,0 0 0,0-1-1,0 1 1,0 0 0,0-1 0,0 1 0,1-1 0,-1 1 0,0 0 0,0-1 0,0 1 0,1 0 0,-1-1-1,0 1 1,1-1 0,-1 1 0,1-1 0,-1 1 0,1-1 0,-1 1 0,0-1 0,1 1 0,0-1 0,-1 0-1,1 1 1,-1-1 0,1 0 0,-1 1 0,2-1 0,-1 0 1,1 0 0,-1 0 0,1 0 0,-1 0 0,0-1 0,1 1 0,-1 0 0,1-1 0,-1 0 0,0 1 0,0-1 0,1 1 0,1-3 0,149-120 652,-1-1 494,-126 107-1025,0 0 0,0 2 1,2 1-1,42-16 0,-63 28-122,0 0 0,1 0 0,-1 0 0,1 1 0,0 0 0,-1 0 0,1 0 0,0 1 0,-1 0 0,1 0 0,0 1 0,-1 0 0,1 0 0,0 1 0,-1 0 0,0 0 0,1 0 0,-1 1 0,0 0 0,0 0 0,0 0 0,-1 1 0,1 0 0,-1 0 0,0 0 0,0 1 0,0 0 0,-1 0 0,1 0 0,4 8 0,3 6 8,-1-1 1,0 1-1,-2 1 1,0 0-1,11 39 0,18 114-65,-18-69-171,-12-72-1964,22 58 0,-21-68-3620,21 33 0,-3-13-7728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178 245 13317,'-14'-35'1162,"0"0"733,4-1 9310,2 78-10106,2 1 1,2 0-1,2 45 1,-3 30-465,-10 7-557,-34 138-1,43-243-77,0 0 0,-1-1 0,-19 37 0,26-57 0,0 1 0,0 0 0,0 0 0,0 0 0,0 0 0,-1 0 0,1 0 0,0 0 0,0-1 0,0 1 0,0 0 0,0 0 0,0 0 0,-1 0 0,1 0 0,0 0 0,0 0 0,0 0 0,0 0 0,0 0 0,-1 0 0,1 0 0,0 0 0,0 0 0,0 0 0,0 0 0,0 0 0,-1 0 0,1 0 0,0 0 0,0 0 0,0 0 0,0 0 0,-1 0 0,1 0 0,0 0 0,0 0 0,0 0 0,0 0 0,0 0 0,-1 1 0,3-21 0,18-52 0,3 0 0,63-135 0,-31 105 0,4 3 0,115-148 0,-165 234 0,12-14 0,30-32 0,-45 53 0,1 0 0,-1 0 0,1 1 0,0 0 0,0 0 0,0 1 0,1 0 0,-1 0 0,1 1 0,13-4 0,-18 6 0,1 1 0,-1 0 0,1 0 0,0 0 0,-1 0 0,1 1 0,-1-1 0,1 1 0,-1 0 0,1 0 0,-1 0 0,0 0 0,1 1 0,-1 0 0,0-1 0,0 1 0,0 0 0,0 1 0,-1-1 0,1 0 0,0 1 0,-1-1 0,0 1 0,3 4 0,3 3 0,0 2 0,-1-1 0,-1 1 0,1 0 0,5 19 0,5 19 0,-3 1 0,15 100 0,-4 112 0,-17-166 0,43 388 0,-42-444-1407,1 0-1,2 0 1,17 39-1,-28-78 875,0 0-1,-1-1 1,1 1-1,0-1 1,0 1 0,0-1-1,1 1 1,-1-1-1,0 1 1,1-1 0,-1 0-1,0 0 1,1 0-1,-1 0 1,1 0-1,2 1 1,2 1-2107,13 9-9805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5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29 109 17462,'-29'-3'3420,"33"-14"-384,2 5-520,0 1-599,17 2-401,21-2-368,0 2-628,26 1-712,19 2-892,13 0-824,18 1-801,7 2-1075,10 0-2677,9-3-5952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168 165 11873,'-2'-12'488,"1"4"9,-1 1 0,1-1-1,1 0 1,-1 1 0,1-1 0,1 0 0,-1 1-1,4-14 1,-2 13 438,-1 6-659,0 1-1,-1-1 1,1 0-1,-1 1 1,1-1 0,-1 0-1,0 0 1,0 0-1,0 0 1,0 1 0,0-1-1,0 0 1,-1-2-1,1 3-136,0 0-1,0-1 0,0 1 0,0-1 1,1 1-1,-1 0 0,0-1 0,0 1 1,1-1-1,-1 1 0,1 0 1,-1 0-1,1-1 0,0 1 0,-1 0 1,1 0-1,0 0 0,0-1 1,0 1-1,0 0 0,0 0 0,0 0 1,0 1-1,0-1 0,0 0 0,1 0 1,-1 1-1,0-1 0,0 0 1,1 1-1,-1-1 0,0 1 0,1 0 1,-1-1-1,1 1 0,-1 0 0,0 0 1,1 0-1,-1 0 0,1 0 1,-1 0-1,0 1 0,1-1 0,-1 0 1,1 1-1,-1-1 0,0 1 0,0-1 1,1 1-1,-1-1 0,0 1 1,0 0-1,0 0 0,1 0 0,-1 0 1,0 0-1,0 0 0,1 2 0,1 2 16,-1 1-1,1 0 0,-1-1 0,-1 1 0,1 0 0,-1 0 1,0 0-1,-1 0 0,1 0 0,-1 12 0,-1 2-15,-1 0-1,0 0 0,-2 0 1,-8 28-1,-32 76 398,22-68-458,-24 64-77,-51 149 0,95-262 0,-1 3 0,0 0 0,1 0 0,0 1 0,-1 14 0,3-23 0,-1-1 0,1 1 0,0-1 0,0 1 0,0-1 0,1 1 0,-1 0 0,0-1 0,1 1 0,-1-1 0,1 1 0,-1-1 0,1 1 0,0-1 0,-1 0 0,1 1 0,0-1 0,0 0 0,0 1 0,0-1 0,0 0 0,0 0 0,1 0 0,-1 0 0,0 0 0,0 0 0,1 0 0,-1-1 0,1 1 0,-1 0 0,1-1 0,-1 1 0,1-1 0,-1 0 0,1 1 0,-1-1 0,2 0 0,8 0 0,0 0 0,0-1 0,0 0 0,-1 0 0,1-2 0,0 1 0,18-8 0,76-38 0,-60 26 0,33-15 0,98-30 0,-144 57 0,-1 2 0,1 1 0,1 1 0,-1 2 0,1 2 0,45 1 0,-63 2 0,0 1 0,0 1 0,0 0 0,-1 1 0,1 1 0,-1 0 0,0 1 0,0 0 0,-1 1 0,1 1 0,-2 0 0,15 12 0,6 9 0,-1 2 0,50 62 0,-53-58 0,1-1 0,57 50 0,-76-76-14,1 0 0,-1-1 1,1 0-1,1-1 0,-1 0 0,1-1 0,0 0 1,0-1-1,0 0 0,28 3 0,-31-6 1,1-1-1,-1 0 1,1 0 0,-1-1-1,1-1 1,-1 1-1,0-2 1,1 1-1,-1-1 1,-1-1-1,1 0 1,0 0 0,-1-1-1,17-12 1,-13 8-9,0-1 0,-1-1 1,0 0-1,-1-1 1,-1 0-1,1 0 0,-2-2 1,0 1-1,-1-1 1,0 0-1,-1 0 0,0-1 1,-1 0-1,-1-1 1,-1 1-1,5-25 0,-9 37 16,3-9-30,-2 0 1,1 0 0,-2-1 0,1 1 0,-3-13 0,2 23 31,0 0 0,0 0-1,-1 0 1,1 0 0,-1 1 0,1-1 0,-1 0 0,0 0 0,0 1 0,1-1 0,-1 0-1,0 1 1,0-1 0,-1 1 0,1-1 0,0 1 0,-1 0 0,1 0 0,0-1 0,-1 1 0,1 0-1,-1 0 1,0 0 0,1 0 0,-1 1 0,0-1 0,0 0 0,1 1 0,-1-1 0,0 1-1,0 0 1,0-1 0,0 1 0,1 0 0,-1 0 0,0 0 0,0 1 0,0-1 0,0 0 0,0 1-1,1-1 1,-3 2 0,-10 3-109,1 0-1,-1 1 1,1 1-1,1 0 1,-1 1-1,-17 15 1,6-5-121,7-3 68,17-15 161,-1 1 0,1-1 0,0 0 0,0 0 1,0 0-1,0 1 0,0-1 0,-1 0 0,1 0 1,0 1-1,0-1 0,0 0 0,0 0 0,0 1 0,0-1 1,0 0-1,0 0 0,0 1 0,0-1 0,0 0 1,0 1-1,0-1 0,0 0 0,0 0 0,1 1 0,-1-1 1,0 0-1,0 0 0,0 0 0,0 1 0,0-1 1,0 0-1,1 0 0,-1 0 0,0 1 0,1-1 1,2 2-24,1-1 0,0 0 1,-1 0-1,1 0 1,0 0-1,0-1 0,5 1 1,15 1 66,14 7-38,0 2-1,-1 1 1,0 2-1,59 32 1,-48-22-91,81 27 0,-128-51 82,1 1 0,-1-1-1,1 0 1,-1 0-1,0 0 1,1 0-1,-1 0 1,0 0-1,1 0 1,-1-1-1,0 1 1,1 0 0,-1-1-1,0 1 1,1-1-1,-1 1 1,0-1-1,0 0 1,0 1-1,0-1 1,1 0-1,-1 0 1,0 0 0,0 0-1,-1 0 1,2-2-1,0 1 1,0-1-1,0 0 1,0 0-1,-1 0 1,1 0-1,-1 0 1,0 0-1,0 0 1,1-4-1,0-12 116,-1-37 0,1 0 117,2 26-123,1 1 0,1-1 0,2 2 0,1-1 1,1 1-1,2 0 0,0 1 0,2 0 0,1 1 0,1 1 0,1 1 0,29-32 0,-39 48-81,1-1-1,1 1 0,-1 0 1,1 1-1,1 0 1,-1 1-1,1 0 0,0 0 1,1 1-1,13-5 1,-21 9-4,1 0 0,0 0 0,-1 0 0,1 0 0,0 1 0,0-1 0,0 1 0,-1 0 0,1 0 0,0 1 0,7 0 0,3 3 70,0 0-1,0 0 0,0 1 1,16 9-1,-26-11-61,0-1-1,0 1 1,0 0-1,0 0 1,-1 1 0,1-1-1,-1 1 1,0 0 0,0-1-1,0 1 1,0 1 0,-1-1-1,0 0 1,0 1-1,3 6 1,-2 1 25,0 1-1,-1-1 0,2 26 1,-3-30-47,0 20-2,-2 0 0,0 0 0,-2 0 0,-1 0 0,-1 0 0,-2-1 0,0 0 0,-2 0 0,-17 36 0,10-29 0,-2-1 0,-1-1 0,-1-1 0,-2 0 0,-1-2 0,-43 43 0,44-51-516,-1-2 1,-1 0-1,0-2 1,-45 25-1,58-36 130,-1-1 0,0 1 0,0-2 0,0 0 0,-1 0 0,0-2 0,0 1-1,1-1 1,-1-1 0,0 0 0,0-1 0,0-1 0,-15-2 0,-13-6-7712,2 2-5604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16 13529,'6'-8'-274,"-2"1"8509,-11 10-2684,5-1-5361,0-1 0,1 1 0,-1 0 1,1 0-1,-1 0 0,1 0 0,0 0 0,0 0 0,-1 0 0,2 0 0,-1 0 0,0 1 1,0-1-1,1 0 0,-1 4 0,-4 42 875,3-27-492,-46 272 99,21-153-485,-13 236 0,40-360-187,0 0 0,1 0 0,1 0 0,0 0 0,2 0 0,0-1 0,0 1 0,1-1 0,8 15 0,-10-24 0,0 0 0,0-1 0,1 1 0,0-1 0,0 1 0,0-1 0,0-1 0,1 1 0,0-1 0,0 1 0,0-1 0,1-1 0,-1 1 0,1-1 0,0 0 0,0 0 0,0-1 0,0 0 0,0 0 0,1 0 0,-1-1 0,1 1 0,-1-2 0,11 1 0,0-2 0,-1-1 0,0 0 0,0-1 0,0-1 0,0 0 0,0-2 0,-1 1 0,1-2 0,23-14 0,-9 2 0,0-1 0,-2-1 0,39-37 0,-46 38 0,-2-1 0,0-2 0,-2 1 0,0-2 0,-2 0 0,0-1 0,-2-1 0,-1 0 0,-1-1 0,-1 0 0,-1-1 0,7-40 0,-13 49 0,-1 0 0,-1 0 0,-1 0 0,0 0 0,-1 0 0,-1 0 0,-1 0 0,-9-28 0,7 32 0,0 0 0,-2 0 0,0 1 0,0 0 0,-1 1 0,-1-1 0,-1 1 0,0 1 0,0 0 0,-1 1 0,-15-13 0,9 9-1256,-1 2 1,0 0-1,-1 1 0,-35-17 1,48 26 660,-1 0 0,0 1 0,1 0 1,-1 0-1,0 0 0,0 1 0,0 0 1,0 0-1,0 1 0,0 0 1,0 0-1,0 1 0,0 0 0,0 0 1,0 0-1,0 1 0,0 0 0,-12 6 1,-4 6-11611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8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221 101 13177,'4'-27'1069,"2"-46"13926,-26 79-12676,11-1-2222,0 2 1,1-1-1,0 1 0,1 0 1,-1 0-1,1 1 0,1 0 0,-11 17 1,-1 3 67,-20 45 1,25-44-166,0 1 0,2 0 0,2 1 0,0 0 0,2 1 0,2 0 0,1 0 0,0 37 0,4-55 0,0 1 0,1-1 0,1 1 0,1-1 0,0 0 0,0 0 0,1 0 0,1 0 0,1-1 0,0 0 0,0 0 0,2 0 0,-1-1 0,2 0 0,-1-1 0,2 0 0,-1 0 0,1-1 0,1 0 0,16 12 0,-14-13-79,1-1-1,0 0 1,0-1 0,1 0 0,18 5-1,-24-9 30,-1-1-1,1 0 0,-1-1 0,1 1 0,0-2 0,0 1 0,-1-1 0,1-1 1,0 0-1,0 0 0,13-4 0,-8 1-18,0-2 1,0 0 0,-1 0-1,0-1 1,0-1-1,0 0 1,-1-1 0,-1 0-1,14-14 1,32-26 1231,-55 48-830,-3 4-303,1 0 0,-1 0 0,0 0 0,0 0 0,0 0 0,0 0 0,-4 5 0,-3 9 4,2 1-32,1 0 0,1 0 0,0 1 0,1-1 0,1 1 0,1 28 0,1-42-4,0 1-1,1 0 0,0-1 0,0 1 1,0 0-1,1-1 0,0 0 0,0 1 1,0-1-1,1 0 0,-1 0 0,1 0 0,0 0 1,1-1-1,-1 1 0,1-1 0,0 0 1,0 0-1,0 0 0,1 0 0,-1-1 1,1 0-1,0 0 0,0 0 0,8 3 1,0-2-487,0 1 0,0-2-1,0 0 1,1-1 0,-1 0 0,17 0 0,-11-2-1120,-1-1 1,0-1-1,0 0 0,22-7 1,1 1-5262,0 4-4519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8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24 11941,'-1'-3'2226,"0"2"-1699,1 0-1,0-1 1,-1 1-1,0 0 0,1-1 1,-1 1-1,0 0 1,0 0-1,1 0 0,-1 0 1,0 0-1,0 0 1,0 0-1,0 0 0,-1 0 1,1 0-1,-2-1 1,2 2-260,0 0 0,0 0 0,0 0 0,1 0 0,-1 0 0,0 0 0,0 1 0,0-1 0,0 0 0,1 0 0,-1 1 0,0-1 0,0 0 0,1 1 0,-1-1 0,0 1 0,0 0 0,-13 11-818,8-4 1006,0 0 0,1 0-1,-1 1 1,1 0 0,-5 13 0,-7 13 622,-74 146-260,79-153-768,2 0 0,1 0 1,1 1-1,-7 54 0,14-70-49,1 0 0,0-1 0,0 1 0,3 15 0,4 13 0,14 47 0,-17-77 0,0 0 0,1 0 0,0-1 0,0 0 0,1 0 0,0 0 0,1-1 0,0 0 0,1 0 0,0-1 0,0 0 0,1 0 0,0-1 0,10 7 0,-13-9 0,9 6-614,1-1 1,0 0-1,1-1 1,-1-1-1,2-1 0,-1 0 1,1-1-1,0-1 1,24 3-1,3-2-3131,0-2 0,74-3-1,-65-3-8665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9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13 12777,'-2'-2'399,"-1"1"1,1 0-1,-1-1 0,1 1 1,-1 0-1,0 0 0,1 0 1,-1 0-1,0 1 0,0-1 1,0 1-1,1 0 0,-1 0 1,0 0-1,0 0 0,0 0 1,0 0-1,0 1 0,1 0 0,-1-1 1,-5 3-1,4 0-49,1-1-1,-1 1 1,1-1 0,0 1-1,0 0 1,0 0 0,0 1-1,0-1 1,1 1 0,-1-1-1,1 1 1,0 0 0,0 0-1,-2 6 1,-1 3-29,1 1 0,1 0 0,0 0 0,1 0 0,0 0 0,1 0 0,1 0 0,0 1 0,1-1 0,3 19 0,4 8-114,2-1 1,20 52 0,-28-85-318,1-1 0,0 1 0,0-1 0,1 0 0,0 0 0,0 0 0,0 0 0,1 0 0,-1-1 0,1 0 0,1 0 0,-1-1 0,1 1 0,0-1 0,0 0 0,0-1 0,0 1 0,1-1 0,-1 0 0,1-1 0,0 0 0,0 0 0,0 0 0,0-1 1,0 0-1,0 0 0,0-1 0,0 0 0,0 0 0,10-2 0,-3 0-9,0 0 0,-1-1 0,1 0 0,-1-2 0,0 1 0,0-1 0,0-1 1,-1 0-1,0-1 0,0-1 0,0 0 0,-1 0 0,0-1 0,18-19 0,-10 5 749,-2 0 0,0-1 0,22-42 0,-37 62-703,12-19 1358,-10 24-391,-2 15-531,-3-4-244,0 0 0,-1 0 0,-1-1 0,-6 23 0,0-2 1,-3 17-70,-11 62-1195,15-30-2384,7-58 1199,0-8-630,1 1 1,0-1 0,3 22 0,3-19-6738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1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34 13685,'15'17'1773,"-1"1"0,-1 0 0,14 26 1,-21-30-1171,1 0 1,-2 0 0,0 0 0,-1 1 0,5 26 0,-6-14-336,-1 0 0,-2 0 0,0-1-1,-2 1 1,-1 0 0,-1-1 0,-1 1 0,-1-1 0,-18 44 0,19-58-173,-1-1 1,0-1-1,-1 1 0,-15 19 1,-13 18 1615,34-46-1055,9-25 744,6-8-1177,2 0 1,0 0-1,40-53 1,79-76 325,-101 125-1909,1 2 0,1 2 0,2 1 0,75-45 0,-83 57-82,2 2 1,0 2 0,1 1 0,1 1-1,0 2 1,0 1 0,45-5 0,-5 7-10012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123 740 8501,'28'-9'2015,"0"1"1,44-6-1,-38 8-933,49-14 1,-52 10-176,0-2 0,51-26 0,-75 34-681,1 0 1,-1-1 0,-1 0 0,1 0 0,-1 0 0,1-1 0,-2 0 0,1-1 0,-1 1-1,0-1 1,0 0 0,0 0 0,-1 0 0,0-1 0,5-15 0,-8 14 114,1-1 0,-2 0 0,1 0 1,-1 0-1,-1 0 0,0 1 0,0-1 0,-1 0 1,0 1-1,0-1 0,-5-10 0,4 12-149,0 0-1,0 1 0,-1-1 1,0 1-1,0 0 1,-1 0-1,0 0 0,0 1 1,-1 0-1,1 0 1,-1 0-1,0 1 1,-13-9-1,14 11-97,-1 0 0,0 1 0,0-1 0,0 1-1,0 0 1,0 1 0,0 0 0,-1 0 0,1 0 0,0 0 0,-1 1 0,1 0 0,0 1-1,-1-1 1,1 1 0,0 1 0,0-1 0,-10 4 0,-10 5-18,0 2 0,2 0 0,-1 1 0,1 2 0,1 0 0,1 2 0,0 0 0,-20 22 0,25-21-29,0 0-1,0 2 0,2 0 0,1 0 0,0 1 0,2 1 1,0 0-1,2 1 0,-10 28 0,18-44-46,0 1 0,0 0 0,0 1 0,1-1 0,0 0 0,1 0 0,0 1 0,0-1 0,1 0 0,0 0 0,1 0 0,-1 0 0,1 0 0,1 0 0,0 0 0,0 0 0,0-1 0,7 10 0,-3-7 0,1 0 0,0 0 0,0-1 0,1-1 0,0 1 0,1-2 0,0 1 0,0-1 0,1-1 0,-1 0 0,19 8 0,10 1-229,0-2 1,0-1-1,1-2 1,1-2-1,0-2 1,69 2-1,-52-7-109,0-4 0,0-2 0,-1-2 0,66-17 0,-105 19 309,-1 0 1,1-2-1,-1 1 0,0-2 0,-1-1 0,0 0 0,0 0 0,-1-2 0,27-23 0,-35 28 59,-2 0-1,1 0 1,-1-1-1,0 1 0,0-1 1,-1 0-1,0 0 1,0-1-1,0 1 0,-1-1 1,0 0-1,-1 0 1,0 0-1,0 0 0,-1 0 1,0 0-1,0-1 1,-1 1-1,0 0 0,0-1 1,-1 1-1,0 0 1,-4-12-1,4 17-19,0-1 1,0 1-1,0 0 0,-1 0 1,1 0-1,-1 0 0,0 0 1,0 0-1,0 0 1,-1 1-1,1-1 0,-1 1 1,1 0-1,-1 0 0,0-1 1,0 2-1,0-1 0,0 0 1,0 1-1,0-1 0,0 1 1,0 0-1,-1 0 0,1 0 1,-4 0-1,1 0-2,0 0-1,0 1 1,0 0-1,0 0 1,0 1-1,1 0 1,-1 0-1,0 0 1,0 0 0,1 1-1,-1 0 1,1 0-1,-9 5 1,-6 6 18,1 1 0,0 1 1,0 0-1,2 2 0,0 0 1,1 0-1,1 2 0,-20 30 1,27-37-20,0 1 1,1 0-1,1 0 1,0 1-1,1 0 1,0 0-1,1 0 1,1 1-1,0-1 1,1 1-1,1 0 1,0 0-1,1-1 1,3 27-1,-2-33-12,1-1 1,0 1-1,0-1 0,1 1 0,0-1 1,1 0-1,-1 0 0,2 0 0,-1-1 1,0 1-1,1-1 0,0 0 0,8 6 0,-5-5-48,1 0-1,1 0 1,-1-1-1,1 0 1,1-1-1,-1 0 1,0-1-1,16 5 1,-4-4-217,0 0 1,0-2 0,0 0 0,0-1 0,0-2 0,1 0 0,-1-2 0,40-6 0,-47 4 179,1 0 0,-1-1 0,-1 0 0,1-2 1,-1 1-1,0-2 0,0 0 0,-1 0 0,0-1 0,-1-1 0,0 0 1,0-1-1,-1 0 0,-1-1 0,0 0 0,0-1 0,-1 0 0,-1 0 0,0-1 1,-1 0-1,0 0 0,7-24 0,-4 4 268,-1-1-1,-2-1 1,-2 1 0,3-53-1,-12-142 1063,1-30 30,27 56-428,-20 179-745,1 65 33,-11-10-85,-16 48 0,1-4-10,-25 84 7,27-100 108,-20 110 0,38-164 38,4-6-164,10-6-16,-1 0-1,0-1 0,-1-1 0,0 0 0,16-21 1,41-64-576,-36 48 2,-1 8-193,-24 31 639,0 0 0,0 0 0,-1-1-1,0 0 1,0 0 0,-1 0 0,0-1 0,5-15 0,-6 13 27,0 1 1,0 0 0,10-15 0,-10 17 69,1 1 0,-1-1 0,-1 0 0,6-18 0,-9 24 18,1 1 1,0 0-1,0 0 0,0 0 0,0 0 0,0 0 1,0 0-1,0 0 0,1 0 0,2-3 0,0 1-9,-3 2-95,-1 22-7380,0 0 1194,0 3-4074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628 992 5557,'20'-11'2344,"22"-11"4991,-18 13-6235,-22 7-875,1 0 0,0 1 1,-1-1-1,1 0 0,-1 0 0,0-1 0,1 1 0,-1 0 0,0-1 1,0 1-1,-1-1 0,1 0 0,-1 0 0,2-3 0,-1 3 189,-1 0-253,0 0 0,-1 1 1,1-1-1,-1 0 0,1 0 1,-1 0-1,0 1 0,0-1 1,0 0-1,-1 0 1,1 0-1,-2-4 0,-11-37 1567,8 31-1340,-2 1 0,0-1 0,-1 1 1,0 1-1,0-1 0,-1 1 0,-1 1 1,0 0-1,0 0 0,-1 1 1,-1 0-1,1 1 0,-18-9 0,22 15-226,0 0 1,-1 1-1,0 0 0,1 0 0,-1 0 0,0 1 0,0 0 0,1 1 0,-1-1 1,0 2-1,1-1 0,-12 4 0,6-1-49,-1 1 0,1 0 1,0 1-1,0 1 0,1 0 1,-17 12-1,-1 4 126,-29 28 1,21-14-240,1 2 0,-52 70 0,70-81 0,0 1 0,3 0 0,0 1 0,2 1 0,-14 42 0,26-65-47,0 1 0,0-1 0,1 1 0,0-1 1,0 1-1,1 0 0,0-1 0,1 1 0,-1 0 0,5 13 0,-5-19 27,1 0 0,0 0 0,0-1 0,0 1 0,1-1 0,-1 1 0,1-1 0,-1 1 0,1-1 0,0 0 0,0 1 0,0-1 0,0 0 0,0 0 0,0-1-1,1 1 1,-1 0 0,1-1 0,-1 1 0,1-1 0,0 0 0,-1 0 0,1 0 0,0 0 0,0-1 0,0 1 0,-1-1 0,1 1 0,0-1 0,0 0 0,0 0 0,0-1 0,0 1 0,5-2 0,13-2-137,0-1 0,0-1 0,0-1 0,-1-1 0,0 0 0,-1-2 0,0 0 0,28-21 0,19-22-322,87-89 0,-102 92 323,33-34-78,-3-2 1,108-152-1,-144 163 134,70-155 0,-96 189 97,2-11 263,15-60 0,-8 23 446,-22 74 1126,-12 30-583,-11 49-1081,-12 81 1,9-40-165,-89 402-4,85-343-5179,23-136 2476,0 0 0,2-1 0,8 55 0,5-25-11089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1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37 15701,'-6'-17'5457,"-4"6"-3513,4 2 1216,25 15-4488,0 2-720,-6 4-1068,-1 2-2761,4-2-5032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8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26 117 13557,'10'-22'848,"-8"18"-583,0 1-1,0-1 1,0 0 0,0 0 0,-1 0-1,0 0 1,0 0 0,0-1 0,0 1-1,-1 0 1,1 0 0,-1-1 0,0 1 0,-1 0-1,0-7 1,1 10 13,-1 0 1,1 0-1,0 0 0,0 0 1,-1 0-1,1 0 0,0-1 1,0 1-1,0 0 0,0 0 1,0 0-1,1 0 0,-1 0 0,0 0 1,1 0-1,-1-1 0,1 0 1,-1 2-67,1 0-1,-1 0 1,0-1 0,1 1 0,-1 0 0,1 0-1,-1 0 1,1 0 0,-1 0 0,0 0 0,1 0-1,-1 0 1,1 0 0,-1 0 0,0 0 0,1 0-1,-1 0 1,1 0 0,-1 0 0,0 0 0,1 0-1,-1 1 1,1-1 0,-1 0 0,0 0 0,1 1-1,-1-1 1,0 0 0,1 1 0,14 14 3991,-4 3-5645,-8-4 1442,-1 0 0,0 1 0,-1-1 0,0 1 1,-2-1-1,1 1 0,-5 19 0,2-8 0,-35 281 0,-12 193 0,49-459-1419,3 0 0,1 1-1,2-1 1,2-1 0,12 44 0,-4-45-6474,1-6-5482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9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121 141 8837,'5'-67'2301,"-4"63"-1977,1 0 0,-1 0 0,1 0 0,-1 0 0,1 1 0,1-1 0,-1 0 0,0 1 0,1-1 0,0 1 0,0 0 0,0 0 0,0 0 0,0 1 0,0-1 0,1 1 0,0-1 0,-1 1 0,1 0 0,0 0 0,0 1 0,0-1 0,0 1 0,0 0 0,0 0 0,0 0 0,1 1 1,5-1-1,7 3-36,-1 0 1,0 0 0,0 2 0,0 0 0,-1 0-1,1 2 1,-1 0 0,0 0 0,19 13 0,11 9 338,66 51 0,-86-58-378,-1 0 0,33 37 0,-47-46-152,0 1-1,-1 0 1,0 1-1,-1-1 1,0 2-1,-1-1 1,5 17-1,-10-26-57,-1 0-1,0 0 0,0 0 0,0 0 1,-1 0-1,0 1 0,0-1 0,0 0 1,0 0-1,-1 0 0,0 0 0,0 0 1,-3 8-1,0 3 60,0 0 1,-2 0-1,0-1 1,0 1-1,-2-1 1,0-1-1,0 1 1,-2-2-1,0 1 0,0-1 1,-1 0-1,-20 17 1,-13 4 60,0-3 1,-60 33-1,-102 40-1658,97-51-1489,57-24-900,22-10-2109,11-3-5137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2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69 8877,'0'-4'402,"0"0"-1,0-1 1,1 1 0,0 0 0,0 0 0,0 0 0,0-1-1,1 1 1,-1 0 0,1 0 0,0 1 0,0-1-1,1 0 1,5-7 5495,-24 20-3521,11-4-1907,-16 14 290,0 1 0,2 1 0,1 1 0,1 0 0,-20 34 0,12-19-85,-113 173 1473,-134 273 1,240-419-2146,2 2 0,4 2 0,2 0 0,3 1 0,-12 81-1,28-117-5,1 0 0,1 0 0,3 1 0,0 0 0,2-1 0,2 0 0,1 0 0,1 0 0,2 0-1,1-1 1,1 0 0,2-1 0,21 40 0,-21-51-137,1-1 0,1 0 0,0 0 0,31 29 0,-10-12-617,1-2-1,2-2 0,1-1 0,2-2 1,85 46-1,-74-51-716,2-3 0,0-2 0,107 23 0,63-13-7010,-85-21-1610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530 169 11961,'-90'81'8732,"69"-59"-6922,-33 47-1,-311 526 2150,441-720-3766,113-177-631,-155 251 345,38-54-223,138-156 0,-203 252 320,2 0 0,-1 1-1,1-1 1,0 2 0,1-1-1,0 1 1,0 1 0,0 0-1,1 0 1,0 1 0,17-6-1,-26 11 24,0 0 0,1 0 1,-1 0-1,0 0 0,0 0 0,0 0 0,1 0 0,-1 1 0,0-1 0,0 1 1,0 0-1,0 0 0,0 0 0,0 0 0,0 0 0,0 0 0,0 0 0,-1 0 1,1 1-1,0-1 0,-1 1 0,1-1 0,-1 1 0,1 0 0,-1 0 0,0 0 1,0-1-1,0 1 0,0 0 0,1 4 0,4 6 176,-2 1-1,0 0 1,5 24 0,-9-36-195,9 62 525,-3 0 0,-3 72 0,-1-36-262,19 175-55,12-95-2855,-25-144 1270,15 47-2542,-20-74 2125,1 0 1,0 0-1,0 0 0,6 8 0,4 1-9473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0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81 14117,'-35'-40'2905,"29"25"3275,28 1-4868,22 3-304,14 11-192,15 5-232,19-2-496,6 3-764,7 0-412,3-1-748,6 1-728,-9 3-736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1083 29 14269,'-63'-24'3187,"50"20"-332,9 4-210,-1 2-2117,0 0 0,0 0 1,0 0-1,0 0 0,0 1 0,1 0 0,-1 0 0,1 0 1,0 0-1,0 1 0,0 0 0,-5 5 0,-2 6 430,0 1 0,-12 22 1,14-22-966,-136 274 102,39-69-113,-285 526 18,344-661-2025,4 3-1,4 1 1,4 2-1,-30 125 1,54-147-5341,8-8-4924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5284,'-10'12'2485,"4"5"-1945,3 3 400,-10-6-816,4 3-196,2-5-192,1-1-168,-16-5-1236,3 0-361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198 190 7645,'-8'-15'1972,"7"15"-1878,1 0 1,0 0-1,0 0 0,0-1 1,0 1-1,-1 0 1,1-1-1,0 1 0,0 0 1,0 0-1,0-1 1,0 1-1,0 0 0,0-1 1,0 1-1,0 0 1,0 0-1,0-1 1,0 1-1,0 0 0,0-1 1,0 1-1,0 0 1,0 0-1,0-1 0,0 1 1,0 0-1,0-1 1,1 1-1,-1 0 0,0 0 1,0-1-1,0 1 1,1 0-1,-1 0 0,0 0 1,0-1-1,0 1 1,1 0-1,-1 0 1,0 0-1,0 0 0,1-1 1,-1 1-1,0 0 1,2 0 2603,-4-2-724,1 2-1669,-1-1 1,1 0 0,-1 0-1,1 1 1,-1-1-1,1 1 1,-1-1-1,1 1 1,-1 0 0,1-1-1,-1 1 1,1 0-1,-1 0 1,0 0 0,1 0-1,-1 0 1,1 1-1,-1-1 1,1 0 0,-1 1-1,1-1 1,-3 2-1,2 0-52,0-1 0,0 1 0,0 0-1,0 0 1,0 0 0,0 0-1,1 0 1,-1 0 0,1 0 0,-1 1-1,1-1 1,-1 4 0,-3 9 180,0 0 0,1 0 1,-3 27-1,6-31-77,-16 160 955,10-74-890,2-41-692,-3 1 0,-21 78 0,-4-38-960,32-94 1103,-2-17-29,1 9 138,1 1 0,0-1 0,0 0 0,0 1 0,1-1 0,0 0 0,-1 1 0,2-8 0,6-35-15,2 2 0,2-1 0,18-45 0,66-128-30,-72 174 54,3 2-1,59-77 1,-65 95-4,2 1 0,0 2 1,1 0-1,2 2 0,47-32 0,-69 49 13,1 1 0,0 0 0,0 0 1,0 0-1,0 0 0,0 1 1,1-1-1,-1 1 0,0 0 0,1 1 1,7-2-1,-9 3 1,-1-1 0,0 1 0,0 0 0,1 0 0,-1 0 0,0 0 0,0 0 0,0 0 0,0 0 0,0 1 1,0-1-1,-1 1 0,1-1 0,0 1 0,-1 0 0,1-1 0,-1 1 0,0 0 0,1 0 0,-1 0 0,0 0 0,0 1 0,1 2 0,2 8 1,-1 0 0,0 0-1,0 1 1,-2-1 0,1 1-1,-2 0 1,0-1 0,-2 21-1,0 22 1,4-24 3,0 1 1,2-1-1,11 42 0,-10-55-4,1-1 0,1 1 0,1-1 0,1 0-1,0-1 1,20 29 0,51 47-55,-55-66 31,-1 1 1,31 47-1,-53-72 21,-1-1 0,0 1 0,0-1 0,0 1 0,0 0 1,0-1-1,-1 1 0,1 0 0,-1-1 0,0 1 0,1 0 0,-1 0 0,-1 0 0,1-1 0,0 1 0,-1 0 0,1 0 1,-1-1-1,0 1 0,0-1 0,-2 5 0,1-3 5,0 0-1,-1 0 1,0 0 0,0 0 0,0-1-1,0 0 1,0 1 0,-1-1 0,1 0-1,-1-1 1,-5 4 0,-8 3 5,-1-1 0,0-1 0,0-1 0,-1 0 1,-27 4-1,-99 7-14,79-10-4,37-4-184,-151 22-943,146-18-2044,-48 17 1,79-23-29,19 19-12724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1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1873 0 12473,'0'0'2010,"0"3"27,-3 11-1045,1-1-1,0 1 0,1 0 1,1 0-1,0 0 0,0 0 1,6 25-1,15 52 1058,-4 1 1,10 161-1,-27-176-1787,-3 1-1,-4-1 1,-3 0-1,-35 131 1,16-113-47,-3-2 0,-5-1 0,-64 114 0,47-109-215,-4-2 0,-5-3 0,-3-3 0,-4-2 0,-150 141 0,109-132-1908,-5-6 1,-4-4-1,-4-6 1,-2-5-1,-157 66 0,148-81-5051,9-8-4419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2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3 158 14189,'0'0'2928,"0"-3"-286,-1 1-2392,1 0-1,-1 0 1,1 0-1,0 0 1,0 0 0,0 0-1,0 0 1,0 0-1,0 0 1,1 0-1,-1 0 1,1 0 0,-1 0-1,1 0 1,0 0-1,0 1 1,0-1-1,0 0 1,2-2 0,1 0-33,0 0 1,0 1-1,1 0 0,-1 0 1,1 0-1,0 0 1,5-1-1,17-8 171,0 2 0,0 1 0,1 1 0,33-5 0,114-9-1290,72 9-2457,-200 14 1902,1 2 0,-1 3-1,53 12 1,-86-15 339,1 1 0,-1 1 0,0 0 0,0 1-1,-1 1 1,23 14 0,-1 12-6411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2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12717,'-50'17'829,"27"-9"732,0 0-1,-46 8 1,49-12 6723,38-5-3680,2 0-6117,257-14 2104,-87 11-3106,-32 8-2415,0 7-3346,-36 2-3213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3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263 183 10397,'10'-10'757,"-7"7"-466,0 0 0,0 0 1,0 0-1,0 0 1,-1 0-1,0-1 0,0 1 1,0-1-1,0 1 0,0-1 1,-1 0-1,2-6 0,16-88 9798,-12 73-8405,-7 25-1607,0 0-1,1 0 1,-1 1 0,0-1-1,1 0 1,-1 0 0,0 0-1,1 1 1,-1-1 0,0 0-1,0 0 1,0 0 0,1 1-1,-1-1 1,0 0 0,0 1-1,0-1 1,1 0 0,-1 0-1,0 1 1,0-1 0,0 0-1,0 1 1,0-1 0,0 0-1,0 1 1,0-1 0,0 0-1,0 1 1,0-1 0,0 0-1,0 1 1,0 0 0,1 7 612,0 1 0,-1-1 1,0 1-1,-1 8 0,-6 14-689,-1-1 0,-18 45 0,6-19 0,-21 62 0,-70 242 0,81-230-26,-48 262-534,71-339 267,2 1 1,3 0 0,2 0-1,3-1 1,12 72 0,3-52-4705,-1-28-2840,4-3-6772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4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56 7789,'-1'0'667,"0"-1"1,1 1-1,-1-1 1,0 1 0,0-1-1,1 0 1,-1 1-1,0-1 1,1 0 0,-1 1-1,1-1 1,-1 0-1,1 0 1,-1 0 0,1 1-1,-1-1 1,1-1-1,3-12 2112,-1 12-2737,0 1 1,-1-1-1,1 0 0,0 1 1,0-1-1,0 1 1,1-1-1,-1 1 0,0 0 1,0 0-1,1 0 0,2-1 1,11-1 275,-1 0 0,1 1 1,-1 1-1,1 0 0,0 1 1,0 1-1,-1 0 0,1 1 1,0 1-1,-1 1 0,0 0 1,15 6-1,8 5 70,0 2-1,-2 1 1,54 36-1,-74-44-307,-1 1 0,0 1-1,-1 1 1,0 0-1,-1 0 1,0 1 0,-1 1-1,-1 0 1,14 25-1,-21-33-59,0 1-1,-1 0 0,0 0 1,0 0-1,-1 0 0,0 1 1,0-1-1,-1 1 0,0-1 1,-1 1-1,0-1 0,0 1 1,-1-1-1,0 1 0,0-1 1,-1 0-1,0 1 0,-1-1 1,0 0-1,0 0 0,0 0 1,-1-1-1,-7 11 0,-2 0 5,0-1 0,-2-1 0,0 0-1,0-1 1,-2-1 0,-29 21-1,-3-3 14,-68 32-1,34-25-596,-175 55 1,-96-6-5293,270-66 2265,35-3-2702,22-6-4202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28 12701,'1'0'115,"0"-1"1,-1 1-1,1-1 0,-1 0 0,1 1 0,-1-1 1,1 0-1,-1 1 0,0-1 0,1 0 0,-1 0 1,0 0-1,0 1 0,0-1 0,1 0 0,-1 0 1,0 0-1,0 1 0,0-1 0,0 0 1,0 0-1,0 0 0,-1 1 0,1-1 0,0 0 1,0 0-1,-1 0 0,1 1 0,-1-2 0,0 2 74,0-1 0,0 0 0,0 1-1,0-1 1,-1 1 0,1 0 0,0-1 0,-1 1-1,1 0 1,0 0 0,0 0 0,-1-1-1,1 2 1,0-1 0,-1 0 0,0 0-1,-11 2 939,1 1-1,0 0 1,-15 6-1,11-2-407,0 1-1,1 1 0,0 0 0,1 1 1,0 1-1,1 0 0,0 1 1,-22 25-1,14-12-238,2 1-1,0 0 1,2 2 0,-15 30 0,21-33-478,1 0 0,1 1 0,2 0 0,0 0 1,2 0-1,1 1 0,1 0 0,1 0 0,1 0 1,2 0-1,0 0 0,2 0 0,1 0 0,1 0 0,2-1 1,0 0-1,21 47 0,-17-50-398,1 0-1,2-1 1,-1-1 0,2 0 0,1-1-1,1-1 1,20 20 0,-12-18-1169,0 0 1,1-2 0,39 22 0,-37-26-3285,52 20 0,-12-12-5817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5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261 228 13701,'-3'2'1983,"-2"2"-1219,1 1 1,-1-1-1,1 1 0,0 0 1,0 0-1,0 1 0,-5 10 1,-21 50 1783,14-29-1267,-32 88 940,36-88-1776,-2-1 1,-28 54-1,28-66-388,0 2-1,-13 35 0,26-58-207,3-6-500,9-17 594,-1-1 0,-1 0 0,12-42-1,-9 24 26,134-342-166,-130 346 182,41-76 64,-52 101-9,1 1 0,0 0 0,1 1 0,0-1 0,0 1 0,1 1 0,0 0 0,16-12 0,-22 18-21,0 1 1,0-1-1,0 0 0,0 1 0,0-1 1,0 1-1,0 0 0,1-1 1,-1 1-1,0 0 0,0 0 1,0 0-1,0 1 0,0-1 1,0 1-1,0-1 0,0 1 0,1-1 1,-2 1-1,1 0 0,0 0 1,2 1-1,33 26 238,-26-15-180,-2-1 0,0 1 0,0 1 0,-1 0-1,-1 0 1,0 0 0,7 24 0,-7-22-25,7 22 95,-2 1-1,11 60 1,3 85-299,-5-36-2407,-15-100 571,0-2-2031,1-14-3927,0-7-2648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14469,'0'0'9133,"16"-3"-7801,25 0-276,-3 6-280,13-3-488,9 0-736,10 0-300,0-3-520,0-5-664,9-1-524,-3-2-720,-6-6-1853,6 2-3984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49 12109,'-12'-11'910,"9"8"-513,0 1 0,0-1 0,0 0 0,1 0 0,-1 0 0,1 0 0,0 0 0,0 0 1,-4-9 7553,7 28-6840,0-1 0,5 22 0,0-3-449,21 124 1785,5 43-772,-3 259-1542,-29-359-142,-5-1 0,-27 158 0,25-224-40,0-1 0,-2 1 0,-2-1 1,-1-1-1,-1 0 0,-2-1 0,-1 0 0,-2-1 0,-1-1 1,-1-1-1,-25 28 0,38-48-95,-10 12-529,0-1-1,-2 0 1,0-2-1,-1 0 0,-1-1 1,0-1-1,-1 0 1,-34 15-1,-5-7-5116,-91 23-1,41-19-5619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22 11165,'0'0'2632,"-1"-2"202,-7-17 2812,14 30 562,5 11-2522,0-3-4143,20 20 784,1-2 0,68 61 0,-24-25-255,51 43-3185,-55-60-2327,3-4 0,116 63 1,-149-94-4912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6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674 58 11697,'-48'-26'3336,"23"12"-39,-4 3-457,-31 5 1908,25 14-3079,-16 12-221,10 3-324,0 9-248,-7 5-188,0 6-512,4 5-580,6 7-864,3-1-348,-3-3-701,9 9-855,-6 0-3641,7-5-6512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7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229 132 12001,'-1'0'122,"-1"0"-1,1 0 1,-1 0-1,1 0 1,-1-1 0,1 1-1,-1 0 1,1-1-1,0 0 1,-1 1-1,1-1 1,0 0 0,-1 1-1,1-1 1,0 0-1,0 0 1,0 0 0,0 0-1,0 0 1,0-1-1,0 1 1,-1-1-1,2-1 217,0 0 0,1 0-1,-1 1 1,1-1-1,-1 0 1,1 1 0,0-1-1,0 1 1,0-1-1,1 1 1,1-3 0,1-5 394,-3 7-300,0 0 1,0 0-1,0 0 1,0-1-1,-1 1 0,0 0 1,1-1-1,-1 1 0,0 0 1,-1-1-1,1 1 0,-2-6 1,2 6 529,-4-2 242,4 4-1118,0 0 0,0 0 0,-1 0 0,1 1 0,0-1 0,-1 0 0,1 0 0,-1 0 0,1 1 0,-1-1 0,0 0 0,1 1-1,-1-1 1,0 0 0,1 1 0,-1-1 0,0 1 0,0-1 0,1 1 0,-1 0 0,0-1 0,-1 0 0,-11 19 427,1 0 0,1 0 0,1 1 0,0 0 0,-11 34 1,4-10-171,-6 17-343,3 1 0,3 1 0,3 0 0,-12 111 0,22-39-3224,4-47-16,0-63-2520,4 46 0,4-24-6039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17966,'0'0'5348,"9"-20"-3172,1 0-584,15 9-255,20-9-301,2 6-216,14 2-196,15-2-400,16 5-580,13 4-988,6-4-480,9 3-861,14 9-955,2 0-2657,7 6-5696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233 112 13085,'-1'-1'23,"-22"-53"2892,-2 22 2159,9 16-545,10 9-3519,3 5 249,2 7-901,-1 0 1,1 0 0,0 0 0,0 1 0,1-1 0,-1 0 0,1 0 0,1 7 0,-1 10 227,-76 615 470,71-600-1289,-8 53-3420,-25 87 0,25-131-882,7-18-1691,5-6-5257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8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61 9561,'21'-47'7019,"-19"46"-6682,-1 0 0,1-1 1,0 1-1,0 0 1,0 0-1,0 0 0,0 0 1,0 0-1,0 0 1,0 1-1,0-1 0,0 1 1,0-1-1,0 1 1,4 0-1,7 3-109,1 0-1,0 1 1,-1 0 0,0 1 0,0 1-1,-1 0 1,1 1 0,-1 0-1,13 10 1,11 10 187,53 52-1,-75-65-396,-1 0-1,0 1 1,0 0 0,-2 1-1,0 1 1,-1-1-1,11 25 1,-17-29-27,0 1 0,0-1 1,-1 1-1,0 0 0,-1-1 0,-1 1 1,0 0-1,-1 0 0,0 0 0,-1 0 0,0 0 1,-4 15-1,-3 0 12,-1 0 0,-2 0 1,-24 46-1,12-27 35,0 19-7,19-49-200,-2 0 0,-8 19 0,11-30 109,0 0 0,0-1 0,-1 0 0,1 1 0,-1-1 0,-1-1 0,1 1 0,-1-1 0,1 1 0,-7 3 0,-6 2-30,-1 0 0,-1 0-1,1-2 1,-1-1 0,0 0-1,-1-1 1,-21 3 0,-145 15-390,150-21 339,-154 11-1268,66-6-1236,4 3-4460,63-1-1435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337 133 6577,'2'-8'1115,"1"0"0,0 0 1,0 1-1,0-1 1,1 1-1,0-1 1,0 1-1,1 0 1,0 1-1,8-9 0,-9 11-1252,10-12 4867,-13 15-4485,-1 1 1,0-1 0,0 0 0,0 0 0,0 0 0,0 0 0,0 0 0,0 0 0,0 1 0,0-1 0,0 0 0,-1 0 0,1 0 0,0 0 0,0 1-1,-1-1 1,1 0 0,-2-1 0,2 2-198,0-1 1,0 1-1,0-1 0,-1 1 0,1 0 1,0-1-1,0 1 0,-1 0 0,1-1 1,0 1-1,-1 0 0,1-1 0,0 1 1,-1 0-1,1 0 0,0-1 0,-1 1 1,1 0-1,-1 0 0,1 0 0,0 0 0,-1 0 1,1 0-1,-1-1 0,1 1 0,-1 0 1,1 0-1,0 0 0,-1 0 0,1 0 1,-1 1-1,1-1 0,-1 0 0,1 0 1,0 0-1,-1 0 0,1 0 0,-1 1 1,1-1-1,0 0 0,-1 0 0,0 1 0,-20 21 1558,-15 38-641,-13 72-952,18-43-15,-2 10 2,-35 170 0,-22 147-379,64-321-4054,14-53 70,1 1-3549,4-8-4784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3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398 145 9029,'23'-31'2307,"-21"30"-2094,-2-1-1,1 1 0,0 0 0,0 0 1,0-1-1,0 1 0,-1-1 0,1 1 0,-1 0 1,1-1-1,-1 1 0,0-1 0,1 1 1,-1-1-1,0 0 0,0 1 0,0-1 0,0 1 1,-1-2-1,1 1-18,0 1 1,0 0 0,0-1-1,0 1 1,0-1-1,0 1 1,0 0-1,1-1 1,-1 1-1,0-1 1,1 1-1,-1 0 1,1-1-1,0 0 1,4-8 503,-3 7-520,-1 0 1,0 0-1,1 0 1,-1 0-1,1 1 1,0-1 0,0 0-1,0 1 1,0 0-1,0-1 1,1 1-1,-1 0 1,0 0-1,1 0 1,0 1 0,0-1-1,-1 0 1,1 1-1,0 0 1,0 0-1,0 0 1,0 0 0,6-1-1,-3 1-63,0 1 0,0-1-1,0 1 1,0 1 0,0-1-1,0 1 1,0 0 0,0 0 0,0 0-1,0 1 1,0 0 0,-1 0 0,9 5-1,3 3 49,-1 1 0,-1 0 0,0 1 0,0 0 0,-1 1-1,-1 1 1,0 0 0,-1 1 0,-1 0 0,13 22 0,-17-26-95,-2 1 0,1-1 0,-2 1 1,1 0-1,-2 0 0,1 1 0,-2-1 0,0 1 1,0 0-1,-1 0 0,-1-1 0,0 1 0,0 0 1,-2 0-1,1-1 0,-7 22 0,0-13 3,0-1 0,-2 0-1,0 0 1,-1-1 0,-1 0-1,-1-1 1,-1 0 0,0-1-1,-1-1 1,-30 25 0,1-5-202,-2-2 0,-99 55 0,-23-10-3717,51-39-2206,63-23 54,3 5-3538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574 103 8061,'-12'-74'6800,"12"73"-6411,0-1-1,0 1 0,0-1 0,0 1 0,0-1 0,0 1 1,1-1-1,-1 1 0,1-1 0,-1 1 0,1-1 1,-1 1-1,1-1 0,2-1 0,-3-1 2637,-13 9-1414,8-2-1362,0 0 0,0 1 0,1-1 0,0 1 0,0 0 1,0 1-1,0-1 0,0 1 0,1 0 0,0 0 0,0 0 0,0 0 0,-2 8 0,-8 11 335,-10 14-169,-128 225 2546,108-179-2961,-106 222 0,122-240 0,2 1 0,-28 119 0,48-160 9,0 0-1,2 1 1,1 0 0,1-1-1,1 1 1,2 0-1,1 0 1,9 41 0,-8-53-32,1 0 0,0-1 0,1 0 0,1 0 0,1 0 1,0 0-1,0-1 0,1-1 0,1 1 0,0-2 0,1 1 1,0-1-1,0-1 0,2 0 0,-1-1 0,16 9 0,-1-3-846,0-1 0,1-2 0,0-1 0,1-1 0,36 8 0,-3-6-5435,96 6 1,-61-10-5348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161 479 12809,'0'0'5504,"-2"1"-4103,-1 0-1175,1 0 0,0 0 0,-1 0-1,1 0 1,0 1 0,0-1 0,0 0-1,0 1 1,0 0 0,0-1 0,0 1-1,0 0 1,-1 3 0,0-1 13,1 1-1,0-1 1,0 1 0,0 0 0,1 0 0,-2 9-1,-7 33 319,-15 69-1195,14-77-1633,-15 38 0,13-18-1230,10-43 2494,3-13 291,-2-5 240,-1 0 574,1-1 0,0 0 0,0 0 0,0 0 0,0 0 1,1 0-1,-1 0 0,1-1 0,0 1 0,0 0 0,0-1 0,0 1 1,0-1-1,1 1 0,0-1 0,0-6 0,1-9 227,0 0-1,5-21 1,-2 19 102,7-55 624,41-201 1604,-44 245-2419,2 1 0,2 0-1,0 1 1,2 0 0,2 1-1,29-42 1,-31 52-106,0 1-1,1 1 1,26-23-1,-36 36-110,-1 0-1,1 0 1,0 1-1,0 0 1,0 0-1,1 0 1,-1 0 0,1 1-1,-1 0 1,1 0-1,0 1 1,0-1-1,0 1 1,0 1-1,0-1 1,0 1-1,0 0 1,6 1-1,-8 0-8,0 0 1,-1 0-1,1 1 0,-1-1 0,1 1 1,-1 0-1,0 0 0,0 0 1,0 0-1,0 1 0,0-1 0,0 1 1,-1 0-1,1 0 0,-1 0 0,0 0 1,0 0-1,0 1 0,0-1 0,-1 0 1,1 1-1,-1-1 0,0 1 1,0 0-1,1 5 0,1 11 2,0-1 1,-1 1-1,-1 30 0,-1-46-9,0 8 2,0 0 0,0 0 0,2 0 0,-1 0 0,2-1 0,-1 1 0,1-1 0,1 1 0,0-1 0,1 0 0,0 0 0,1-1 0,0 0 0,10 14 0,7 4 35,-9-12-46,-1 1 0,0 0-1,-2 0 1,0 1 0,8 20-1,-17-34 6,0 1-1,0-1 0,-1 1 1,0 0-1,0-1 0,0 1 1,-1 0-1,0 0 0,0 0 0,0 0 1,0-1-1,-1 1 0,1 0 1,-1 0-1,-1 0 0,1-1 1,-1 1-1,1-1 0,-1 1 0,-1-1 1,1 0-1,-1 1 0,1-1 1,-1-1-1,0 1 0,0 0 1,-5 3-1,-4 4 18,-1 0 0,-1 0 1,0-2-1,-27 15 0,-68 25 275,8-4-74,45-17-181,15-8-451,-67 44-1,105-62-763,5 0-692,14 23-6620,-2-21-645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1137 20 13557,'-32'-16'2652,"26"12"-200,-6 22 2547,6-8-3799,-53 88 1737,-57 130 0,22-37-904,-284 420-2033,323-528 0,-42 69-2290,-143 202-12492,198-301 2071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189 113 7077,'22'-28'12438,"-33"13"-8716,3 14-799,6 3-2577,0 0 1,0 1-1,0-1 1,1 1-1,-1-1 1,1 1-1,-1 0 1,0 3-1,-1 1-208,-1 0 198,1 0-1,1 0 1,-1 0 0,1 0-1,1 1 1,-2 9 0,-6 28 575,-5 13-827,-43 150-78,57-207-6,-70 234 0,67-217 0,2-17 0,1 0 0,0 0 0,0 0 0,0 0 0,0 0 0,0 0 0,0 0 0,0 0 0,0 0 0,0 0 0,1 0 0,-1 0 0,0 0 0,1 0 0,-1 0 0,0 0 0,1 0 0,-1 0 0,1 0 0,0 0 0,-1-1 0,1 1 0,0 0 0,-1 0 0,1-1 0,0 1 0,0 0 0,-1-1 0,1 1 0,0-1 0,0 1 0,0-1 0,0 0 0,0 1 0,0-1 0,0 0 0,0 1 0,2-1 0,-3 0 0,3 0 0,-1 0 0,0 0 0,0 0 0,0 0 0,1 0 0,-1-1 0,0 1 0,0-1 0,0 0 0,0 0 0,0 1 0,0-1 0,0 0 0,0-1 0,3-1 0,28-24 0,-24 19 0,15-16 0,-1-1 0,-1-1 0,-1 0 0,-2-2 0,19-33 0,-10 15 0,2 0 0,29-49 0,137-163 0,-184 245 0,1 1 0,-1 0 0,22-13 0,-32 23 0,0 1 0,-1-1 0,1 1 0,0 0 0,0 0 0,0 0 0,0 0 0,1 0 0,-1 1 0,0-1 0,0 0 0,0 1 0,1 0 0,-1 0 0,0-1 0,1 1 0,-1 1 0,0-1 0,0 0 0,1 0 0,-1 1 0,0-1 0,0 1 0,0 0 0,1 0 0,-1 0 0,0 0 0,0 0 0,0 0 0,-1 0 0,1 1 0,0-1 0,0 1 0,-1-1 0,1 1 0,-1 0 0,1 0 0,1 2 0,1 3 0,0 1 0,0 0 0,0 0 0,-1 0 0,0 0 0,-1 0 0,0 1 0,2 10 0,0 21 0,-2 1 0,-5 67 0,-18 84 0,15-144 0,-41 252-133,43-237-3137,1-21-3375,3-34-753,3 9-4939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17094,'22'-46'3424,"1"29"-300,8 0-396,7 0-599,13 5-425,10 4-440,15 5-164,9 3-900,4 3-200,3-3 0,4 3-856,-1 0-1092,0-1-620,-3-2-817,-6 6-3675,0-3-6906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1483 52 12657,'-51'-51'9567,"50"51"-9353,-1 0 0,0 0 0,0 1 0,0-1 0,0 0 0,1 1 0,-1 0 0,0-1 0,0 1 0,1 0 1,-1 0-1,0 0 0,1 0 0,-1 0 0,1 0 0,0 0 0,-1 1 0,1-1 0,0 1 0,0-1 0,0 0 0,0 1 0,0 0 0,0-1 0,0 1 0,0 0 0,0-1 0,1 1 0,-1 0 0,1 0 0,0 0 0,-1 0 0,1 2 1,-1 9 284,0-1 0,1 1 0,2 24 1,-1-20 147,5 75-378,4 374 83,-11-455-352,-4 102 0,-5 0 0,-29 132 0,27-194 0,-3 0 0,-1-1 0,-3-1 0,-2-1 0,-2-1 0,-2 0 0,-2-2 0,-2-1 0,-54 63 0,44-65-659,-1-2 0,-1-1 0,-3-3 0,-1-1 0,-1-3 0,-2-1 0,-1-3 0,-1-1 0,-2-3 0,-79 25 0,-137 13-7533,208-51 5189,-108 23-8336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18 12805,'-6'-3'-266,"-10"-8"5302,44 8-1169,208 13-3118,-37-1-493,1222 27 539,3941 82-422,-426-104 3084,-2693-76-1967,-1800 23-2359,-418 38 200,-10-1-1496,-30-11-1361,11 11 2724,0 0 1,1 1 0,-1-1 0,0 1 0,0 0 0,-1 0-1,1 1 1,-6-1 0,0 0-2470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4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43 13969,'-19'-35'3167,"16"27"2428,-3 22-3955,0 0-1,2 0 0,-5 25 0,-9 24 1840,-142 371-3479,-4 39 0,136-389-666,-35 129-5681,57-185 4797,2 1 0,0 0-1,2 0 1,1 0 0,6 50-1,1-29-11917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4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82 10413,'-1'-6'1114,"0"1"-93,-1-1-1,1 0 0,1 0 0,-1 1 1,1-13-1,0 17-859,0 0 0,1-1 1,-1 1-1,0 0 0,1-1 0,-1 1 1,1 0-1,0-1 0,-1 1 0,1 0 1,0 0-1,0 0 0,0-1 0,-1 1 1,1 0-1,0 0 0,1 0 0,-1 0 1,0 1-1,0-1 0,0 0 0,0 0 1,1 1-1,-1-1 0,0 1 0,1-1 1,-1 1-1,0 0 0,1-1 0,-1 1 0,3 0 1,7 0 109,-1 0 0,1 1 0,0 1 0,-1 0 0,1 0 0,-1 1 0,1 0 0,-1 1 0,0 0 0,13 8 0,-16-9-118,70 34 456,-1 2 0,-2 4 1,105 80-1,-167-113-549,1 0 0,-2 1 0,1 1 0,-1 0 0,-1 0 0,0 1 0,9 18 0,-17-28-34,0 1 0,0 0 0,0 0 0,-1-1 0,0 1-1,1 0 1,-2 1 0,1-1 0,0 0 0,-1 0 0,0 0 0,1 0 0,-2 1-1,1-1 1,0 0 0,-1 0 0,0 0 0,0 0 0,0 0 0,-1 0 0,1 0-1,-1 0 1,0-1 0,0 1 0,0 0 0,-1-1 0,1 0 0,-1 1 0,1-1-1,-1 0 1,0 0 0,-6 3 0,-3 3 36,0-1 0,0 0 1,-1-1-1,0 0 0,-1-1 0,-18 5 1,-89 21 121,103-29-177,-323 44-4464,315-44 3699,-4 0-675,-22 2-1324,14-2-4837,13-3-2764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126 275 15605,'6'33'2991,"-7"-21"1192,-5 1-2200,1-4-659,-6 36 475,2 0-1,-5 74 0,3-24-512,-49 291-1286,49-335-167,11-51 164,0 0 1,0 0-1,0 0 1,0-1 0,0 1-1,0 0 1,0 0 0,0 0-1,0 0 1,0 0-1,-1 0 1,1 0 0,0 0-1,0 0 1,0 0-1,0 0 1,0 0 0,0 0-1,0 0 1,0 0-1,0 0 1,-1 0 0,1 0-1,0 0 1,0 0 0,0 0-1,0 0 1,0 0-1,0 0 1,0 0 0,0 0-1,0 0 1,-1 0-1,1 0 1,0 0 0,0 0-1,0 0 1,0 0-1,0 0 1,0 1 0,0-1-1,0 0 1,0 0-1,0 0 1,0 0 0,0 0-1,0 0 1,-1 0 0,1 0-1,1-29-61,4-25 50,3 1-1,3 0 1,1 0-1,3 1 1,3 0-1,23-49 1,-2 20-83,3 1 1,98-136 0,-134 209 76,95-124-195,-84 111 145,1 0 0,2 2 1,-1 0-1,24-16 0,-42 33 64,0 1 0,0-1 0,0 0 0,0 0 0,0 0 0,0 1 0,0-1 0,0 0 0,0 1 0,0-1 0,1 1 0,-1-1 0,0 1 0,0 0 0,1-1 0,-1 1 0,0 0 0,0 0 0,1 0 0,-1 0 0,0 0 0,0 0 0,1 0 0,-1 1 0,0-1 0,0 0-1,1 1 1,-1-1 0,0 1 0,0-1 0,0 1 0,2 1 0,-2 0 3,1 0-1,-1 0 1,0 0-1,0 1 1,0-1 0,0 0-1,-1 1 1,1-1-1,-1 1 1,1-1-1,-1 1 1,0-1-1,0 5 1,-5 48-32,3-45 39,0 1-1,1-1 1,1 0-1,-1 1 1,2-1-1,0 0 1,2 11-1,0-7-5,2 0 1,-1-1-1,2 0 0,0 0 0,0-1 0,2 0 1,15 22-1,7 1-130,37 36 0,27 30-237,-89-95 355,0 0 1,-1 1-1,0-1 1,0 1 0,0 0-1,-1 0 1,0 1-1,-1-1 1,1 0-1,-1 1 1,-1 0 0,0-1-1,0 1 1,0 9-1,-1-10 35,-1 1 0,-1-1 0,1 0-1,-1 0 1,0 0 0,-1 0 0,0 0-1,0 0 1,0-1 0,-1 0 0,0 1-1,0-1 1,0-1 0,-1 1 0,-7 6-1,0 0 43,-1-1-1,-1-1 1,1 0-1,-31 16 0,-69 26 139,65-31-140,7-3-1532,-58 36 0,66-38-2927,36 3-16523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407 183 11081,'-80'-111'4802,"75"103"-3908,-1-1 0,-1 1-1,0 0 1,0 1-1,-13-12 1,18 18-727,0 0 0,1-1-1,-1 1 1,0 0 0,0 0 0,0 0 0,0 0 0,0 0 0,0 1 0,0-1 0,0 1 0,0-1 0,0 1 0,0 0 0,0 0 0,-1 0 0,1 0 0,0 0 0,0 0-1,0 0 1,0 1 0,0-1 0,0 1 0,0 0 0,0-1 0,0 1 0,0 0 0,0 0 0,0 0 0,0 1 0,0-1 0,1 0 0,-1 1 0,1-1 0,-2 3 0,-6 6 303,0 1 0,1 0 1,1 1-1,0 0 1,1 0-1,0 1 1,-6 18-1,-25 103 1213,33-117-1696,-29 139 26,6 2 0,7 1 0,8 0 1,6 1-1,22 245 0,-10-345 10,3 0 1,2-1-1,23 73 1,-27-110-63,1 0 0,2-1 0,0 0 0,1 0 0,1-1 0,0-1 0,2 0 0,0-1 0,1 0 0,1-1 0,27 22 0,-23-25-902,1 0-1,0-1 1,0-1-1,1-1 1,1-1 0,41 12-1,-27-13-4166,67 10 0,-6-10-7495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4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 24 9741,'-29'-23'9787,"30"28"-8181,52 196 3603,-31-128-4239,-3 0-1,12 97 0,-29-123-752,-1 0 0,-3 0 0,-1 0 0,-3-1-1,-1 1 1,-3-1 0,-1-1 0,-3 0 0,-1 0 0,-3-2-1,-1 0 1,-30 49 0,14-35-200,-2-2 1,-3-1-1,-2-2 0,-2-2 1,-3-1-1,-1-3 1,-3-2-1,-58 39 0,67-55-847,-1-2-1,-2-2 1,0-2-1,-1-2 0,-78 22 1,0-13-3829,-4-10-3366,41-10-3550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58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17 5637,'4'3'472,"11"8"4138,-17-12-3690,-6-1-2114,-5-3 8277,14 5-6965,-1 0 0,0-1 0,0 1-1,0 0 1,0-1 0,0 1 0,0 0 0,1-1 0,-1 1 0,0 0 0,0-1 0,1 1 0,-1 0 0,0 0 0,0-1-1,1 1 1,-1 0 0,0 0 0,1 0 0,-1 0 0,0-1 0,1 1 0,-1 0 0,0 0 0,1 0 0,-1 0 0,0 0-1,1 0 1,-1 0 0,0 0 0,1 0 0,-1 0 0,0 0 0,1 0 0,-1 0 0,0 0 0,1 0 0,15-4 159,1 0 0,-1 1 0,1 0 1,0 2-1,28 0 0,-36 2-260,0 1 1,0 0-1,-1 0 0,1 1 0,-1 0 1,1 1-1,-1-1 0,0 2 1,-1-1-1,1 1 0,-1 0 1,0 1-1,0 0 0,7 7 1,53 61 86,-58-63-91,-2 0 0,0 0 0,0 1 0,-1-1 0,-1 1 0,0 1-1,0-1 1,-1 1 0,-1 0 0,0 0 0,-1 0 0,1 17 0,-2-7 14,-2-1 0,0 1 0,-2-1 0,0 0 0,-12 40 0,8-42 5,0 0 0,-2 0 0,-1-1 1,0 0-1,-1 0 0,-1-2 0,-21 25 1,-7 3 317,-62 53 1,94-91-111,1-1 1,-1 0-1,0 0 1,0-1-1,-16 8 1,22-12-165,-1 0 0,0-1 1,0 0-1,1 1 1,-1-1-1,0 0 0,1 0 1,-1 0-1,-5-1 0,4 0 44,4 1-117,0 0 0,0 0 0,0 0 0,0 0 1,0 0-1,0 0 0,0 0 0,0-1 0,0 1 1,0 0-1,1 0 0,-1 0 0,0 0 0,0 0 1,0 0-1,0 0 0,0 0 0,0 0 0,0-1 1,0 1-1,0 0 0,0 0 0,0 0 0,0 0 1,0 0-1,0 0 0,0 0 0,0 0 0,0-1 1,0 1-1,0 0 0,0 0 0,0 0 1,0 0-1,0 0 0,-1 0 0,1 0 0,0 0 1,0-1-1,0 1 0,0 0 0,0 0 0,0 0 1,0 0-1,0 0 0,0 0 0,0 0 0,0 0 1,-1 0-1,1 0 0,0 0 0,0 0 0,0 0 1,0 0-1,0 0 0,0 0 0,0 0 0,0 0 1,-1 0-1,1 0 0,0 0 0,0 0 0,0 0 1,0 0-1,0 0 0,0 0 0,4-10 47,1 0 0,1 0 0,0 1 0,0 0 0,1 0 0,0 0 0,9-8 0,67-58-161,-55 51-58,46-40-527,375-304-2545,-396 338 3570,-45 28 253,-9 7-20,-17 18 397,13-17-753,-7 9 449,-74 97 2531,77-100-2959,2 0 1,0 1-1,0 0 0,1 0 1,1 1-1,0 0 0,-5 25 1,10-33-209,-1 0 0,1 1 1,0-1-1,1 0 1,-1 1-1,1-1 1,1 0-1,-1 0 0,1 1 1,0-1-1,1 0 1,-1-1-1,1 1 0,0 0 1,0-1-1,1 0 1,0 1-1,0-1 0,0-1 1,0 1-1,1-1 1,0 0-1,7 5 1,4 3-43,1-2 0,-1 0 1,2-2-1,-1 0 1,1 0-1,28 7 1,-2-5-904,0-1 1,85 6 0,91-12-3637,-164-6 471,98-20 1,-97 13-314,29-2-5343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5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16 9365,'1'0'182,"-1"0"1,0-1 0,0 1-1,1 0 1,-1-1-1,0 1 1,0 0-1,0-1 1,0 1 0,1 0-1,-1-1 1,0 1-1,0 0 1,0-1 0,0 1-1,0-1 1,0 1-1,0 0 1,0-1-1,0 1 1,0-1 0,0 1-1,0 0 1,0-1-1,-1 1 1,1 0-1,0-1 1,0 1 0,0-1-1,0 1 1,-1 0-1,1-1 1,0 1-1,0 0 1,-1 0 0,1-1-1,0 1 1,-1 0-1,1 0 1,0-1-1,-1 1 1,1 0 0,0 0-1,-1 0 1,1 0-1,0-1 1,-1 1 0,1 0-1,0 0 1,-1 0-1,1 0 1,-1 0-1,1 0 1,-17 1 5716,5 2-4715,11-1-627,-1 0 0,1 0 1,0 0-1,-1 0 0,1 0 0,0 0 0,0 1 1,0-1-1,1 0 0,-2 4 0,-3 48-769,1-1 0,7 86-1,2-86-4240,3 1-3996,2 0-7464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59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38 217 6265,'4'-3'655,"-2"2"-323,-1 0 0,0 0 1,1-1-1,-1 1 0,0 0 0,0 0 0,1-1 1,-1 1-1,0 0 0,1-4 0,-16-9 4218,1 3-742,-15-36 1017,26 45-2893,35-5-887,-18 8-954,-1 0-1,0 1 0,0 1 0,0 0 1,0 1-1,0 0 0,22 11 0,-26-10-75,1 1 0,-1-1-1,0 2 1,-1-1-1,1 1 1,-1 1 0,-1 0-1,1 0 1,11 16 0,-17-20-14,-1 0 0,0 1 1,0-1-1,0 1 1,-1-1-1,1 1 0,-1 0 1,0 0-1,-1-1 1,1 1-1,-1 0 1,0 0-1,0 0 0,0 0 1,-1 0-1,0-1 1,0 1-1,-1 5 1,-2 3-21,-1-1 1,0 0 0,0 0 0,-2 0 0,-10 15 0,-10 8 22,-2-1 0,-1-2 0,-51 43 0,81-74-3,-3 1 30,8-1-35,6-1-9,0 0 1,0-1-1,0 0 1,0-1-1,0 0 1,0-1-1,-1 0 1,1-1-1,17-8 1,94-57-90,-96 53 65,6-4 19,-1-1-1,-1-2 1,-1-1 0,-2-2-1,0 0 1,-1-2-1,-2-1 1,-1-1 0,33-56-1,23-64-35,-71 132 199,-10 19 190,-16 26 303,2 8-214,1 1 0,2 1 1,1 0-1,2 0 1,1 1-1,2 0 0,-2 40 1,8-53-388,0 0 1,1 0 0,2 0-1,1 0 1,0-1-1,2 1 1,1-1 0,1 0-1,1-1 1,1 1-1,22 40 1,-23-53-338,-1 0 1,1-1 0,1 0-1,0 0 1,0-1-1,1 0 1,0-1-1,1 0 1,0 0-1,0-1 1,0-1-1,1 0 1,0-1-1,21 7 1,-14-6-1040,0-2 0,1 0 0,29 2 0,-23-5-1817,0-1 1,31-3 0,-6-3-6574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5:5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 10873,'11'-1'6561,"-4"5"-3351,1 16-2550,4 9-203,-5-17-391,0 1 0,-1 0 0,0 0 0,0 0 0,-2 1 0,0 0 0,0-1 0,-1 2 0,-1-1 0,0 0 0,-1 0 0,-1 1 0,0-1 0,-1 0 0,-1 1 0,0-1 0,0 0 0,-8 21 0,1-8 226,-1-1 1,-1 0-1,-1-1 1,-1-1-1,-2 1 1,0-2-1,-2 0 1,-22 24-1,24-32 621,12-13-256,8-3-142,14-5-342,219-55-4801,-92 26-555,-53 17-643,10 10-3458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0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99 11973,'-2'-1'210,"0"0"1,0 0-1,0 0 0,0 0 1,1-1-1,-1 1 0,0 0 0,1-1 1,-3-3-1,2 3 238,1 0-1,0 0 1,1 0 0,-1 0-1,0 0 1,0 0-1,1 0 1,-1 0 0,1-1-1,0 1 1,0 0 0,0 0-1,0 0 1,0-1 0,0 1-1,1 0 1,-1 0-1,1 0 1,-1-1 0,1 1-1,0 0 1,0 0 0,0 0-1,0 0 1,0 0 0,0 1-1,3-4 1,-2 3-326,0 0 0,0 0 1,0 0-1,0 1 0,1-1 0,-1 0 1,1 1-1,-1 0 0,1 0 0,-1-1 1,1 2-1,0-1 0,0 0 0,-1 0 1,1 1-1,0 0 0,0-1 0,0 1 1,0 0-1,-1 0 0,1 1 0,0-1 1,0 1-1,0-1 0,-1 1 0,4 1 1,5 1 47,0 1 1,-1 0 0,0 0 0,0 1 0,11 7-1,-11-4-94,0 0-1,-1 0 0,0 1 0,0 0 0,-1 1 1,0 0-1,-1 0 0,0 0 0,-1 1 0,0 0 1,0 1-1,-2-1 0,7 20 0,-4-6-10,-1 0 1,-2 0-1,0 1 0,-1-1 0,-2 42 1,-5-24 3,-1-1 1,-3 0-1,-18 60 1,-7 35 39,33-137-109,0 0 0,0 0 0,0 1 0,0-1 0,0 0 0,-1 1 0,1-1 0,0 0 0,0 1 0,0-1 0,0 0 0,0 1 0,0-1 0,0 0 0,0 1 0,0-1 0,0 0 0,0 1 0,0-1 0,0 0 0,0 0 0,0 1 0,1-1 0,-1 0 0,0 1 0,0-1 0,0 0 0,0 1 0,1-1 0,-1 0 0,0 0 0,0 1 0,0-1 0,1 0 0,-1 0 0,0 0 0,1 1 0,-1-1 0,0 0 0,0 0 0,1 0 0,-1 0 0,0 0 0,1 0 0,-1 1 0,0-1 0,1 0 0,-1 0 0,0 0 0,1 0 0,-1 0 0,0 0 0,1 0 0,-1 0 0,0-1 0,1 1 0,-1 0 0,0 0 0,1 0 0,-1 0 0,0 0 0,0 0 0,1-1 0,-1 1 0,0 0 0,0 0 0,1-1 0,17-10 0,3-9 0,-1-1 0,-1-1 0,30-45 0,-21 29 0,281-368-731,-300 394 693,-3 4 1,1-1-1,0 1 0,0 0 0,1 1 1,0-1-1,0 1 0,1 1 1,9-6-1,-17 12 44,-1-1-1,1 1 1,-1 0 0,1-1 0,0 1-1,-1 0 1,1 0 0,0-1 0,0 1-1,-1 0 1,1 0 0,0 0 0,-1 0-1,1 0 1,0 0 0,-1 0 0,1 0-1,0 0 1,0 0 0,-1 1 0,1-1-1,0 0 1,-1 0 0,1 1 0,0-1-1,-1 0 1,1 1 0,-1-1 0,1 1-1,0 0 1,1 1 25,-1 0-1,0-1 1,0 1-1,0 0 1,0 0 0,-1 0-1,1 1 1,0-1 0,-1 0-1,1 4 1,0 9 152,0 1-1,-3 21 1,2-25-184,-2 31 20,2 0 0,10 72 1,-7-99-22,0 0 1,1-1 0,1 1 0,1-1 0,0-1 0,1 1 0,1-1 0,0 0 0,0-1 0,17 19 0,-2-6-711,2-2 1,1 0-1,1-2 0,1-1 0,0-1 1,2-1-1,0-2 0,60 25 0,-19-15-2127,0-4 0,2-3 0,79 11 0,-72-18-9182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1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5 10485,'3'-3'3983,"-3"3"-3651,0 0 0,1 0 0,-1 0 0,0 0 0,0-1 0,1 1 0,-1 0 0,0 0-1,1 0 1,-1 0 0,0 0 0,1 0 0,-1 0 0,0 0 0,1 0 0,-1 0 0,0 0 0,1 0 0,-1 0 0,0 0 0,1 0 0,-1 0-1,0 1 1,1-1 0,-1 0 0,19 11 2346,15 19-2652,-15-11 297,0 2-1,24 32 1,-38-46-297,-1 0 0,1 1 0,-1 0-1,0-1 1,-1 1 0,0 0 0,0 0 0,-1 1 0,0-1 0,-1 1 0,0-1 0,1 15 0,-4-3-4,-1 0 1,-8 29-1,5-26-24,-5 39 1,10-55-9,1 1 1,0-1 0,0 1-1,1-1 1,0 1 0,0-1-1,1 0 1,0 1-1,4 9 1,-3-9-39,1-1-67,-1 0 0,-1 0 0,1 0 1,-1 1-1,1 8 0,-3-14 93,0 0-1,0 1 1,0-1 0,0 0 0,0 1 0,-1-1 0,1 0 0,-1 1 0,1-1-1,-1 0 1,0 1 0,0-1 0,0 0 0,0 0 0,-1 0 0,1 0 0,0 0 0,-1 0-1,1-1 1,-1 1 0,-3 2 0,-5 3-35,0 0 0,0-1 0,-1 0 0,0 0 0,0-2 0,-17 6 0,-78 18-361,101-27 393,-266 41-2349,98-18-2337,91-6-1041,10 2-3438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 5092,'-16'3'1488,"24"-3"63,14-2 1087,-19 4-1085,-14 2 211,10-4-2339,-9 4 1621,3-6-8180,-3-12 2695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16 763 4540,'19'-8'8385,"-22"7"-7917,-3 0-1249,5 2 939,0-1 0,0 0-1,0 0 1,0 0 0,1 0 0,-1 0 0,0 0 0,0 0 0,0 0 0,0-1 0,0 1 0,1 0 0,-1 0 0,0-1 0,0 1-1,0-1 1,0 1 0,1-1 0,-1 1 0,0-1 0,1 1 0,-1-1 0,0 1 0,1-1 0,-1 0 0,1 1 0,-1-1 0,1 0-1,-1 0 1,1 1 0,-1-1 0,1 0 0,0 0 0,0 0 0,-1 0 0,1 0 0,0 1 0,0-1 0,0 0 0,0 0 0,0-1-1,1-10-63,1 1-1,0-1 1,1 1-1,0 0 1,6-16-1,2 3 1,1-1 1,1 2-1,0 0 0,31-38 1,-13 24 75,66-58 0,-80 81-139,1 0-1,35-19 1,9-6-19,-43 26 24,34-17 0,41-19 105,55-24 312,-97 53-372,1 3 0,94-18 0,-61 24-61,137 1 0,-134 9-41,198 4 88,-83 2-94,-70-2 7,43 0 40,382 4 11,-514-5-28,67-1 20,109 9-68,-84-3 50,-7-1-47,370 61 129,-484-64-78,12 0-22,-1 2 0,0 1 0,0 2 0,-1 0 0,38 18 0,-22-1 15,-2 3 0,-1 1 0,-1 2 0,41 42 0,-52-47 8,21 20 2,70 85 1,-116-128-18,0-1 1,0 1-1,0 0 0,0 0 1,-1 0-1,0 0 1,1 0-1,-1 0 1,0 0-1,-1 0 1,1 1-1,0-1 1,-1 0-1,0 0 0,0 1 1,0-1-1,0 0 1,0 1-1,-1-1 1,1 0-1,-2 5 1,0 2 4,1-7 24,0-3-19,-1 1 0,0-1-1,0 0 1,1 1-1,-1 0 1,0-1 0,1 1-1,-1 0 1,1 0-1,-1 0 1,1 0 0,-3 3-1,-21 10-55,-25-3 113,47-11-57,0 0-14,2 0 9,-2 0 1,-1 0 0,0 0 0,0 0 0,1 0 1,-1-1-1,0 1 0,0-1 0,1 0 0,-1-1 0,1 1 0,-1 0 0,1-1 1,0 0-1,-1 0 0,-4-4 0,-29-30 151,35 34-141,1 0 18,-1 0 0,1 0 0,0 0 0,0-1 0,0 1 0,0 0 0,0-1 0,0 1 0,0 0 0,0-4 0,4 2-13,0-1 0,1 1-1,-1 0 1,1 0 0,-1 1 0,1-1 0,0 1-1,0-1 1,9-4 0,49-22 66,-47 24-73,0-1 1,22-14-1,121-101-82,-100 82 113,-50 36-39,-1 0-1,1 0 1,0 0-1,0 1 0,0 0 1,0 1-1,1 0 1,-1 0-1,1 1 0,16-1 1,-17 2 4,63-6 16,87-3-60,-129 8 37,-18 0-4,1 1-1,-1 0 1,0 1-1,21 3 1,-19-1 8,1-1 0,-1-1-1,1 0 1,15-1 0,41 2 25,178 9-17,-63-12-68,29 10 16,-114-3 70,24 4-55,-98-8 42,-1 0 1,1-2-1,27-3 0,15 1-10,79-7 10,3 1-16,282 1-72,-269-2 96,253-47 0,-130 3-5,-157 34-53,1 5 1,191 5-1,-119 15 67,-122-2-41,123 13 23,-113-2-20,80 10-83,-122-21 71,137 9-24,-139-13 18,343 6 34,-196 5-2,-100-3 15,15 3-44,-87-8 21,-17-2-5,1 0-1,-1 0 0,0 1 1,0-1-1,0 1 0,0 0 1,-1 0-1,6 3 0,-6-3-4,-1 0 0,1 0 0,0-1 0,0 1 1,0-1-1,0 0 0,1 0 0,-1 0 0,6 1 0,-12 21-4,1-6 18,-2-1 1,1 1 0,-2-1 0,-1 0-1,-12 28 1,-7 18-621,18-19-2883,7-40 1140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1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62 104 10321,'9'-69'8497,"-9"68"-8289,0-1 0,0 1 1,0-1-1,0 1 0,0 0 0,-1-1 1,1 1-1,0-1 0,-1 1 1,1 0-1,-1 0 0,0-1 0,1 1 1,-1 0-1,0 0 0,-1-2 1,-2-3 1711,3 2 3617,-42 277-2466,34-195-3367,3 121-1,9-170-1339,2-1-1,0 0 0,2-1 1,19 48-1,-4-22-10024,-12-38 2195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1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7577,'1'0'221,"0"0"1,1-1-1,-1 1 1,0 0-1,1-1 1,-1 1 0,0-1-1,0 1 1,0-1-1,1 0 1,-1 1-1,0-1 1,0 0-1,0 0 1,0 0 0,0 0-1,0 0 1,0 0-1,-1 0 1,1 0-1,0 0 1,0 0-1,-1 0 1,1 0 0,-1-1-1,1 1 1,-1 0-1,0-1 1,1 1-1,-1 0 1,0-1-1,0 1 1,0 0 0,0-1-1,0 0 1,1-2 246,-1 0 1,1 1-1,0-1 1,0 1-1,0-1 0,0 1 1,3-5-1,-1 3-329,0 1-1,1 0 0,-1 0 0,1 0 0,0 0 0,0 1 1,0 0-1,0-1 0,1 1 0,-1 1 0,1-1 0,-1 1 1,1 0-1,0 0 0,0 0 0,0 1 0,1-1 0,-1 1 1,0 1-1,0-1 0,1 1 0,4 0 0,10 0-130,-1 2-1,0 1 0,0 0 0,32 10 1,-22-4-837,-1 1 0,0 2 0,0 0 0,45 29-1,-55-29-936,-1 1 0,0 1 0,-1 0-1,20 23 1,-10-3-4788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1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1 172 9957,'0'0'13937,"3"-1"-12827,134-30 1114,76-5-4110,-90 15 3,-71 12 700,165-33-5902,-76 10-5122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4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21 6789,'-3'-14'2316,"3"14"-2039,0 0-1,0-1 1,0 1-1,0 0 1,-1-1-1,1 1 1,0 0-1,0-1 1,0 1-1,-1 0 1,1-1-1,0 1 1,-1 0-1,1 0 1,0-1 0,-1 1-1,1 0 1,0 0-1,-1 0 1,1-1-1,-1 1 1,1 0-1,0 0 1,-1 0-1,1 0 1,-1 0-1,1 0 1,0 0-1,-1 0 1,-15 9 5796,4 5-7708,-22 45 3169,2 2 0,2 1 0,-21 67 0,-7 15-658,22-61-1224,-45 172 0,47-130-2380,10-36-1291,3-3-5085,17-62-216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4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8177,'1'4'1894,"1"18"-212,-1 0 0,0 1 0,-6 38 1,-17 71 649,-3 35-1446,21-125-1719,-2-1 0,-12 42 0,10-16-2779,0-12-3114,7-51 2529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72 5072,'0'-71'8808,"3"71"-8184,1 1-529,0 0 0,0 0 0,0 0 0,0 0 0,0 1 0,0 0-1,0-1 1,-1 1 0,1 1 0,-1-1 0,1 0 0,3 4 0,34 42 650,-37-43-687,6 9 220,-1 1 0,-1 0-1,13 29 1,-16-32-68,-5-9-126,0 1 1,0 0-1,-1-1 1,0 1-1,1-1 1,-1 1-1,0-1 1,-1 1-1,1-1 1,-3 4-1,3-5-44,-1 0 1,0-1-1,0 1 0,0 0 1,0-1-1,0 0 0,0 1 1,-1-1-1,1 0 0,0 0 1,-1 0-1,-4 1 0,-33 6 172,32-7-168,-81 7-1281,32-7-6839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5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8065,'0'0'5648,"1"3"-4304,5 7-535,-4-7-608,0-1 0,0 1 0,0 1 0,-1-1 0,0 0 0,1 0 0,-1 0 1,-1 1-1,1-1 0,0 0 0,0 7 0,13 307 3311,-10-100-2755,-1-99 3579,-2-117-4220,0 0 1,0 0-1,-1 0 1,1 0-1,0 0 1,0 0-1,0 0 1,0 0-1,1-1 1,-1 1-1,0 0 1,0-1-1,0 1 1,1 0-1,-1-1 1,0 0-1,2 1 1,3-4 32,0 0 0,0-1 0,0 0 0,-1 0 0,9-8 0,0 0 82,19-16 274,-1 0 0,51-61 1,44-74-224,-105 132-330,29-41-379,66-80-2369,-98 131 1663,0 1-1,2 1 0,0 1 0,45-29 1,-46 36-1634,0 0 1,1 2-1,32-11 1,-33 15-6149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38 7873,'-1'1'222,"-1"1"0,1-1 1,-1 1-1,1-1 0,-1 0 0,1 0 1,-1 0-1,0 0 0,1 0 0,-1 0 1,0-1-1,0 1 0,0 0 0,0-1 1,0 0-1,1 1 0,-1-1 1,-4 0-1,-21 7 1769,0 8-1318,0 2 0,1 1 1,1 0-1,0 2 0,2 1 0,0 1 1,-34 44-1,36-40-527,5-7 4,1 0 0,1 1-1,-20 39 1,33-56-7,18 19-475,-14-22 224,-1 0 0,0 0 0,1 0-1,-1 0 1,0 0 0,0-1 0,1 1 0,-1-1-1,0 0 1,0 1 0,0-1 0,0 0-1,0 0 1,4-3 0,30-20-1582,-32 21 1518,13-8-728,0-1 1,0-1-1,-2 0 1,0-1-1,0-1 1,-1-1 0,-1 0-1,21-34 1,-29 41 748,0-1 0,1 1 0,1 0 0,-1 0 0,1 0 0,1 1 0,0 0 0,0 1 0,0 0 0,1 0 0,13-8 0,38-33 2934,-57 46-1028,-3 5-779,15 96 3867,14 63-2432,-18-134-2040,-9-24-152,0 1-1,1 0 1,-2 0 0,1 0 0,-1 0-1,1 0 1,0 9 0,-2-17-159,1 0 0,0-1 0,0 1 0,0 0 0,1-1 0,-1 1 0,1 0 0,2-3-1,5-13 65,21-68 120,-23 62-554,2 0 0,0 0-1,1 1 1,27-44 0,-32 60 12,7-9-1523,24-27 0,-32 39 718,1 1 1,-1 0-1,1 0 0,0 0 0,11-5 1,-1 2-6240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109 192 7433,'0'0'2066,"0"-4"-205,5-32 1416,-4 33 572,2-65 1025,-3 65-4036,-3-17 756,2 17-1346,0-1 1,0 1-1,-1-1 1,1 1-1,-1-1 1,0 1-1,0 0 1,0 0-1,0 0 1,0 0-1,-1 0 1,-3-2-1,-2-5 533,5 7 1334,0 4-1977,-1-1-109,1 1-1,0 1 0,0-1 1,0 0-1,0 1 0,0-1 0,0 1 1,1 0-1,-1 0 0,1 0 1,-1 1-1,1-1 0,-4 5 1,3-1 10,-1-1 0,2 1 1,-1 0-1,1 0 0,0 0 0,0 0 1,-1 9-1,-1 3-56,2-1 0,0 1 0,1 0 0,0-1 1,2 1-1,0 0 0,1 0 0,1-1 0,0 1 0,2-1 0,0 0 0,8 19 1,-3-15-39,1 0 0,0-1 0,2-1 0,0 0 1,1 0-1,1-1 0,1-1 0,31 26 0,-25-25 7,0-1 0,2-1 0,0-1 0,0-2 0,1 0 0,1-2 0,0 0 0,0-2 0,1-1 0,1-1 0,-1-1 0,1-2 0,0-1 0,0-1 0,0-1 0,31-3 0,-29-1-19,0-2 0,0-2 0,0 0 0,-1-2 0,0-1 0,-1-1 0,0-2 0,-1 0 0,0-2 1,-2-1-1,45-36 0,-32 16 37,-1-2-1,-3-1 1,41-60 0,-35 51-14,-38 45 102,-3 18 34,-1 0-1,0 0 1,-1 0-1,-1 0 1,-6 17-1,-8 34 178,-60 503 671,12-62-259,-96 203-681,141-641-27,-44 126-235,53-164 206,-2 0 1,-1-1 0,-2 0-1,-20 26 1,32-49 24,0 0 0,-1 0-1,0-1 1,-1 0 0,1 0 0,-1-1-1,0 0 1,0 0 0,-1 0 0,0-1 0,0 0-1,0 0 1,-12 3 0,13-6 17,0 1-1,-1-1 1,1-1-1,0 1 1,0-1-1,-1 0 1,1-1-1,0 0 1,0 0-1,0 0 1,0-1-1,0 0 1,0-1 0,0 1-1,0-2 1,-9-4-1,4 0 17,1 1-1,0-2 1,0 1-1,1-2 1,0 1-1,1-1 1,0-1-1,0 0 1,1 0-1,1 0 1,-1-1-1,2 0 1,0-1-1,-8-22 1,9 16-10,1 1 0,0-1 0,1 0 0,1 0 0,1 0 0,0 0 0,2 0 0,0 0 0,1 0 0,6-24 0,3 4-28,1 0 1,3 0-1,1 1 0,1 1 1,2 1-1,2 0 1,1 2-1,2 0 0,52-56 1,-27 40-289,1 2 0,3 2 0,2 3 0,1 2 0,64-34 0,-21 23-1687,2 5 0,2 4 0,213-58 0,-123 63-2636,-63 22-1395,-37 5-1394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05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95 12365,'-19'-14'2244,"-7"-9"-71,20 14-77,-4-5-400,4 3 592,-3-1-1620,-1 1-704,0 22-10385,4-2 332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7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73 6493,'0'0'9366,"-4"0"-7935,-7 2 56,-1 0-1,1 0 0,-21 9 3393,35-10-4070,15 3-515,0-1 0,0-1 1,0 0-1,34-3 0,-26 1-149,2241-57 306,-2246 56-458,232-21-127,-251 22 132,-1 0 1,1 0-1,0 0 0,0-1 0,-1 1 0,1 0 0,0-1 0,-1 0 0,1 1 0,0-1 0,-1 0 0,1 0 0,1-1 0,-3 1 0,0 1-1,0-1 0,0 1 0,-1 0 1,1-1-1,0 1 0,0-1 0,-1 1 1,1 0-1,0-1 0,-1 1 0,1 0 1,0-1-1,-1 1 0,1 0 0,0-1 1,-1 1-1,1 0 0,-1 0 0,1 0 1,0-1-1,-1 1 0,1 0 0,-1 0 1,1 0-1,-1 0 0,1 0 0,-1 0 1,0 0-1,-5-2-181,1 1 0,-1 0 1,0 1-1,0-1 0,0 1 0,1 0 1,-9 1-1,-52 7-4656,62-7 1722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7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18 9421,'0'-1'113,"0"1"-1,0-1 1,0 0 0,0 0 0,0 1 0,0-1-1,0 0 1,0 0 0,0 0 0,-1 1 0,1-1-1,0 0 1,0 0 0,-1 1 0,1-1 0,0 0-1,-1 1 1,1-1 0,-1 0 0,1 1 0,-1-1-1,0 0 1,-10 17 3535,9-12 726,-2-2-3857,1 0 1,1 1-1,-1-1 0,0 1 1,0-1-1,1 1 0,0 0 1,-1 0-1,-2 6 0,2-1-86,1 0 0,0 0 0,1 1 0,0-1-1,0 1 1,0-1 0,1 0 0,2 14 0,-2-1-124,1 0 69,1 0-1,5 23 0,2 26-173,-7-28-1814,2-1 0,16 66 1,-3-45-3745,6-1-4310,-6-28 1784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202 329 8689,'14'-170'4135,"-19"116"-201,4 48-3446,0-1 0,0 1 0,0-1 1,0 1-1,1-1 0,0 1 0,1-1 0,0 0 0,0 1 0,0-1 0,0 1 0,4-8 0,-5 14-415,0-1-1,1 0 0,-1 0 0,1 0 0,-1 1 0,1-1 0,0 0 0,-1 1 0,1-1 0,0 0 0,-1 1 1,1-1-1,0 1 0,0-1 0,-1 1 0,1-1 0,0 1 0,0 0 0,0-1 0,0 1 0,0 0 0,0 0 1,-1 0-1,1-1 0,0 1 0,0 0 0,0 0 0,0 0 0,1 1 0,27 11 746,1 7-362,-2 1 1,0 2-1,37 37 1,69 86 362,-114-122-743,-2 0 0,0 1 0,-2 0 0,-1 2 0,-1 0-1,-1 0 1,-1 1 0,11 38 0,-20-53-58,0 1-1,0-1 1,-2 1 0,1-1-1,-2 1 1,0 0-1,0 0 1,-1-1-1,-1 1 1,0-1-1,0 1 1,-2-1-1,1 0 1,-1 0-1,-1 0 1,-1 0-1,1-1 1,-2 0-1,1 0 1,-1-1 0,-15 17-1,-1-3 8,-1-2-1,-1 0 0,0-1 1,-32 18-1,-117 59-481,109-64-1542,-103 72-1,162-102 1513,0 0 1,0 0-1,1 1 0,0-1 0,0 1 0,0 1 0,0-1 0,1 1 0,0-1 0,0 1 0,0 1 0,1-1 1,0 0-1,0 1 0,0 0 0,-2 13 0,5-18 88,-1 0 1,1-1 0,0 1-1,0 0 1,1 0-1,-1 0 1,0-1-1,0 1 1,1 0-1,-1 0 1,1-1-1,0 1 1,1 3-1,22 20-8225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1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37 649 9833,'13'1'305,"-6"1"9,1-2 0,0 1 0,0-1 0,0-1 0,0 1 0,0-1 0,0-1 0,13-3 0,47-15 2997,79-28-766,-128 40-2367,0 0 1,0-2-1,-1 0 1,0-1-1,21-18 0,-32 22-139,0 0-1,-1 0 0,0-1 0,0 0 0,-1 0 0,0 0 1,0-1-1,-1 0 0,0 0 0,-1 0 0,0 0 0,3-12 1,-5 15-25,1 0 0,-1-1 0,0 1 0,-1-1 1,1 1-1,-2-1 0,1 1 0,0-1 1,-1 1-1,0-1 0,-1 1 0,0 0 1,0-1-1,0 1 0,0 0 0,-1 0 1,0 0-1,0 1 0,-5-6 0,4 7 8,1 1 1,-1 0-1,0 1 0,0-1 0,0 1 1,-1-1-1,1 1 0,-1 0 0,1 1 1,-1-1-1,0 1 0,1 0 0,-1 0 1,0 1-1,0-1 0,0 1 0,0 0 1,1 0-1,-1 1 0,0-1 0,0 1 1,-7 2-1,-7 2 79,-1 1 0,1 0 1,1 1-1,-21 12 0,8-3 17,0 1 0,2 2 1,0 1-1,-29 27 0,46-37-91,1 1 1,0 1 0,1 0 0,0 1-1,0 0 1,2 1 0,-1-1 0,2 2-1,0-1 1,1 1 0,-6 19 0,10-28-22,1-1 0,0 1 0,0 1 1,0-1-1,1 0 0,-1 0 0,2 0 1,-1 0-1,1 0 0,-1 0 0,2 0 1,-1 0-1,1 0 0,0 0 0,0 0 1,5 8-1,-3-7-32,1-1 1,0 0-1,0 0 0,1-1 0,-1 1 1,1-1-1,0 0 0,1-1 0,-1 0 1,1 0-1,10 5 0,10 1-207,0-1 0,0-1 0,1-1 0,0-2-1,56 4 1,24-8-286,93-15-239,-156 10 646,-1-2 0,0-2 0,-1-2-1,76-28 1,-78 23 73,-2-1 0,0-2 1,58-36-1,-77 41 109,0-1 1,-2-2-1,1 1 1,-2-2-1,0-1 1,-1 0-1,24-36 1,-24 27 269,-1-1 0,-2-1 0,0 0 0,14-52 0,15-122 2927,-42 200-3104,0 0 0,1-1 1,-1 1-1,0-1 0,0 1 0,-1 0 0,1-1 1,-3-6-1,3 10-136,0 0-1,0-1 1,0 1 0,0 0-1,0-1 1,0 1 0,-1 0-1,1 0 1,0-1 0,0 1-1,0 0 1,-1-1 0,1 1-1,0 0 1,0 0 0,-1 0 0,1-1-1,0 1 1,-1 0 0,1 0-1,0 0 1,-1 0 0,1-1-1,0 1 1,-1 0 0,1 0-1,0 0 1,-1 0 0,1 0 0,-1 0-1,0 0 15,0 1 1,0-1-1,1 1 0,-1 0 0,0-1 1,0 1-1,0-1 0,0 1 0,1 0 1,-1 0-1,0 0 0,1-1 0,-1 1 1,0 0-1,0 2 0,-7 10 174,1 1-1,0 1 0,1 0 1,1 0-1,0 0 0,-3 19 1,-11 102 481,12-79-469,-33 394 211,38-383-1845,10 114-1,-1-130-1728,13 55 1,-19-103 2287,1-5 98,0 0 674,-1 0-1,1 0 1,-1 0 0,0-1-1,1 1 1,-1 0-1,0-1 1,0 0-1,2-2 1,0-1-49,1 0 78,1-1 0,-2-1 0,1 1 0,-1 0 0,0-1 0,0 0 0,0 0 0,-1 0 0,2-12 0,0 4 56,60-212 483,-51 189-228,1 1-1,2 1 1,2 0-1,24-37 1,-34 62-187,1 0 0,0 1 0,0 0 0,1 0 1,0 1-1,0 0 0,1 1 0,20-12 1,-24 16-48,1 0 1,0 1-1,0-1 1,0 2-1,1-1 0,-1 1 1,1 0-1,-1 1 1,1 0-1,0 1 1,-1-1-1,1 2 1,0-1-1,12 3 1,-12-1-20,-1 0 0,1 1 1,-1 0-1,1 0 0,-1 1 1,0 0-1,0 0 1,0 1-1,-1 0 0,11 9 1,-15-11-7,0 0 1,-1 0-1,1 1 1,-1-1-1,0 0 1,1 1-1,-2 0 1,1-1-1,0 1 1,-1 0-1,1 0 1,-1 0-1,0 0 1,-1 0 0,1 0-1,-1 0 1,1 1-1,-1-1 1,-1 0-1,1 0 1,0 0-1,-1 0 1,0 0-1,0 0 1,-2 5-1,-4 8 8,-2-1 0,0-1-1,0 0 1,-1 0 0,-1 0-1,-1-1 1,0-1 0,-26 22-1,36-32 26,68 4-5,-43-10-92,0 0 1,0-2-1,0 0 0,35-14 1,-11 4-30,-12 4 30,0-1 0,-1-1 0,0-3 1,-1 0-1,-1-2 0,-1-1 0,0-2 0,47-43 0,-73 59 54,-1 0 0,0 0 0,0-1-1,0 0 1,-1 0 0,0 0 0,0 0 0,0 0 0,-1 0 0,0-1 0,2-11 0,-4 16 89,9 19-82,-6-11-17,0 0-1,0-1 1,1 1-1,0-1 0,0 0 1,0 0-1,0 0 1,1-1-1,0 0 0,0 0 1,0 0-1,1 0 1,-1-1-1,1 0 1,7 3-1,9 4-190,2-2-1,41 8 1,-47-11 152,8 0-188,42 2 0,-54-7 234,1 1 1,-1 1 0,0 0 0,1 1-1,-1 0 1,0 1 0,-1 1-1,1 0 1,24 13 0,-18-5-30,0-1 1,0-1-1,1-1 1,1 0-1,0-2 1,39 10-1,-29-12-166,-1-1-1,1-1 1,0-2 0,62-4-1,-75 1 201,0-2-1,0 0 0,-1-2 0,1 0 0,-1 0 0,0-2 0,0 0 1,-1-2-1,25-15 0,-31 17 87,0-1-1,-1 0 1,0 0-1,0-1 1,-1-1-1,-1 0 1,1 0-1,6-12 1,-12 19-75,-1 0-1,1 0 1,0 0-1,-1 1 1,1-1-1,0 1 1,1 0-1,-1 0 1,0 0-1,7-2 1,4-4-16,38-18-306,-40 22 232,-1-2 1,1 0-1,-1 0 0,0-1 1,13-12-1,-20 16 157,0 0-1,0-1 1,0 1 0,0-1-1,-1 0 1,0-1 0,0 1-1,0 0 1,0-1 0,-1 0-1,2-5 1,-3 9-43,-1 0-1,1-1 0,-1 1 1,0 0-1,0-1 1,1 1-1,-1 0 1,0-1-1,0 1 1,-1 0-1,1-1 1,0 1-1,0 0 1,-1 0-1,1-1 1,0 1-1,-1 0 0,1-1 1,-1 1-1,-1-1 1,-6-16 299,4 6-265,0 0 0,0 0-1,1 0 1,1-1 0,-2-20-1,-2 1 38,6 29-64,-11 4 26,1 1 0,0 0 1,-1 0-1,1 1 0,0 0 1,0 1-1,0 0 0,1 0 1,0 1-1,0 1 0,0-1 1,0 2-1,1-1 0,0 1 1,-9 10-1,-1 1 22,1 1-1,1 0 1,1 1-1,1 1 1,-14 28-1,26-47-91,1 0 0,0 0 0,0 0 0,0 0 0,1 0 0,-1 0-1,0 0 1,1 0 0,-1 0 0,1 1 0,0-1 0,0 0 0,0 0 0,0 0-1,0 1 1,0-1 0,1 0 0,-1 0 0,1 0 0,-1 0 0,1 1 0,0-1-1,0 0 1,0 0 0,0 0 0,0-1 0,2 3 0,0-1-30,-1-2-1,0 1 1,1 0-1,-1 0 1,1-1 0,-1 1-1,1-1 1,0 0 0,0 0-1,0 0 1,-1 0 0,1-1-1,0 1 1,0-1-1,0 1 1,0-1 0,0 0-1,0 0 1,4-1 0,16-3-73,0-1 1,-1-1-1,0 0 1,0-2-1,-1-1 1,0 0-1,0-2 1,-1 0-1,0-1 1,-1-1-1,30-27 1,-2-5 613,-1-2-1,75-101 1,-51 42 1242,-77 108-1035,6-1-678,-1-1 0,0 0 0,1 1 0,-1 0 0,0-1 0,1 1 0,-1 0 0,1 0 0,-1 0 0,-2 2 0,-4 8-244,-1 0 0,2 1 1,0 0-1,0 1 0,1-1 1,1 1-1,-5 17 0,3-7-4644,-6 41 0,6-17-5340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0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77 12465,'-6'-4'1049,"-13"-6"13518,29-4-13081,-9 13-1450,1-1 1,0 1 0,0-1 0,0 1 0,-1 0-1,1 0 1,0 0 0,0 0 0,1 0 0,-1 0-1,0 1 1,0-1 0,0 1 0,0 0 0,1-1-1,-1 1 1,0 0 0,4 1 0,7-2 14,353-23-4829,-118 15-5612,-92 8-1775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1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13257,'6'-28'2444,"-2"8"141,-1-3-425,-10 6-260,17-21 896,15 16-1796,17 10-232,12 4-207,22-1-513,19 9-929,26 0-759,9 0-1472,9 6-3353,11 8-5972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1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13461,'146'11'1764,"-86"-8"-287,1 6-213,2-6-204,1-3-256,9 3-160,3-1-200,13-2-348,3-2-904,6-4-1104,-6 3-3549,-6 0-4388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1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9969,'-5'10'2252,"1"0"-1,0 0 1,1 1 0,-3 16-1,7-26-2096,-1 0 0,1 0 0,-1 0 0,1 0 0,-1 0 0,1 0 0,0 0 0,0-1-1,-1 1 1,1 0 0,0-1 0,0 1 0,0 0 0,0-1 0,0 1 0,0-1 0,0 1 0,0-1 0,0 0-1,1 1 1,2 1 319,15 5 92,1-1 0,0 0 0,0-2 0,0 0 0,0-1 0,36 0 1,-26-1-294,202 5 501,-158-10-2383,84-14 0,43-12-4192,-67 14-1343,-11 4-3673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2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12093,'15'5'1736,"1"-2"1737,10 0-1985,-1 3-308,16-3-264,29 5-192,-9-5-124,12 3-124,15 0-348,14-4-544,9-2-1268,0 0-1460,13 3-2069,25 0-4160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2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10829,'0'0'7313,"4"-2"-6359,10-2-605,0 0 0,0 1 0,1 0-1,0 1 1,17 0 0,85 3 258,-71 1-398,214 12 194,-75-3-1657,-16 2-2472,-59 0-2234,-26-2-2524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3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12961,'6'11'1912,"0"1"5505,16-15-6437,17 0-176,11 9-352,23 8-596,19-6-468,10-2-1020,6 0-980,13 0-3197,12 5-4924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11797,'12'-17'1568,"4"-3"-252,-3 6-252,0-3-135,12 8-405,16-8-812,-6 8-993,121-19-11364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11585,'32'-20'1512,"-10"17"-252,1-14-284,21-3-556,-3 3-1040,7 0-1192,12 2-2048,26-5-2617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6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5533,'0'0'1510,"3"-12"1395,0-2-1582,-3 11-44,9-4 855,1-1-553,-5 1 3859,3-8-3628,-2 15 1930,-3 13-690,-2 3-4154,-1-14 1114,1-1 0,-1 1-1,1-1 1,-1 1 0,1-1 0,0 1-1,0-1 1,0 1 0,0-1-1,0 0 1,0 1 0,1-1-1,-1 0 1,0 0 0,0 0-1,3 1 1,-3-1 12,0 0 1,1 0-1,-1 0 0,0 0 0,0 0 1,0 0-1,0 0 0,0 0 0,0 1 1,0-1-1,0 0 0,0 1 0,-1-1 1,1 0-1,0 4 0,1-8-21,-1 0-1,1 0 1,0 0 0,0 0-1,0 0 1,0 1-1,0-1 1,4-3 0,2-3-22,16-20-127,-23 27 50,12 10-790,-12-8 863,0 0-1,1 0 1,-1 1-1,0-1 1,0 0-1,0 0 1,0 0-1,0 0 1,1 0-1,-1 0 1,0-1-1,0 1 1,0 0-1,0-1 1,0 1-1,0-1 1,0 1-1,0-1 1,0 1-1,0-1 1,2-1-1,4-2 59,-5 3-35,20-20-1255,-15 18 1288,-1 1-201,-1 1 0,0-1-1,1 1 1,0 0 0,-1 1-1,1-1 1,-1 1 0,11 1-1,-13-1 241,0-2-105,0 1 35,-1-1 0,1 0 0,-1 0 0,1 0 0,-1 0 1,0-1-1,1 1 0,-1 0 0,-1-1 0,4-4 1,-5 6-4,29-28 2351,-44 77-981,14-39-1181,1-1 0,0 1 0,1-1 0,1 12 0,-1-17-62,-1-2-117,1-1-1,-1 0 1,1 0-1,-1 1 0,1-1 1,-1 0-1,1 0 1,-1 1-1,0-1 0,1 1 1,-1-1-1,1 0 1,-1 1-1,0-1 1,1 1-1,-1-1 0,0 1 1,0-1-1,1 1 1,-1-1-1,0 1 0,0 0 1,0 0 1,1-1 1,-1 1-1,1 0 0,-1 0 1,0 0-1,1-1 1,-1 1-1,1 0 0,-1 0 1,1-1-1,0 1 1,-1 0-1,1-1 1,0 1-1,-1-1 0,1 1 1,0-1-1,0 1 1,0-1-1,1 1 0,30 7 186,-25-28-119,-6 18-86,0 0-1,0 1 1,0-1 0,0 0 0,-1 1 0,1-1 0,0 0 0,-1 0 0,0 0 0,1 1 0,-1-1 0,0-2 0,-15-77-616,15 78 561,-1 0-26,-1-28 34,2 28 36,-2 3-77,0 1 109,0-1 0,1 0 0,-1 1-1,0-1 1,1 1 0,-1 0-1,1-1 1,-1 1 0,0 0 0,1 0-1,0 0 1,-1 0 0,1 0 0,0 1-1,-1-1 1,1 0 0,0 0-1,0 1 1,0-1 0,0 1 0,0-1-1,1 1 1,-1-1 0,0 1-1,1 0 1,-1-1 0,1 1 0,-1 0-1,1 1 1,-3 9 72,2 0-1,-1 0 1,1 16 0,1-14-13,-1 0-55,2 0 0,0-1 0,0 1 0,2-1 0,-1 1-1,2-1 1,-1 0 0,2 0 0,0-1 0,1 1 0,0-1 0,0 0 0,1 0-1,1-1 1,0 0 0,1-1 0,0 1 0,0-2 0,1 1 0,0-1 0,20 12 0,-13-9-67,0-1 0,1-1 0,0 0 0,1-2 0,0 0 0,0-1 0,1-1 0,0-1 0,0-1 0,0 0 0,38 1 0,-40-5-3,-1-1 0,1-1 1,0 0-1,-1-1 1,1-1-1,-1-1 0,0 0 1,-1-1-1,1-1 0,-1-1 1,0 0-1,-1-1 0,27-20 1,-20 9 24,0-1 1,-1 0 0,-2-2 0,0 0-1,-1-2 1,27-47 0,3-11 562,-46 79-121,-4 6-172,-5 8-113,1 0 1,-1 0 0,2 0-1,-1 1 1,2 0-1,-7 18 1,-15 78 309,11-40-255,-134 388 264,107-353-725,-5-3 1,-79 125 0,-236 282-1895,343-484 2117,-7 10-55,-58 54-1,77-80 178,-1-2 0,0 1 0,0-1-1,0 0 1,0-1 0,-12 4 0,18-6-25,0-1 0,0 1 0,0-1 0,0 0 0,-1 1 0,1-1 0,0 0-1,0 0 1,0 0 0,-1-1 0,1 1 0,0-1 0,-4 0 0,5 0-20,0 0 1,0 0-1,0 1 0,0-1 0,1 0 0,-1 0 0,0 0 1,0 0-1,1 0 0,-1 0 0,1 0 0,-1 0 0,1 0 1,-1 0-1,1-1 0,-1 1 0,1 0 0,0 0 0,0 0 1,0-1-1,0 1 0,0 0 0,0 0 0,0 0 0,0-1 1,0 1-1,1-2 0,1-5 42,0-1 0,0 0-1,1 1 1,0 0 0,1 0 0,0 0 0,0 0 0,1 0 0,7-9 0,59-65 91,-57 67-196,215-212-3346,16 17-4577,-137 125 1277,8 4-4059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219 692 10949,'3'-5'348,"13"-38"3031,-15 40-3069,1-1-1,-1 1 1,1 1-1,0-1 1,0 0-1,0 0 1,0 1-1,1-1 1,-1 1 0,0 0-1,1-1 1,0 1-1,0 0 1,-1 1-1,6-3 1,8-7 64,1-4-124,0 0 0,-1-2 0,-1 1-1,-1-2 1,0 0 0,17-30 0,-27 37-172,-1 1 1,0 0-1,0-1 1,-1 0-1,-1 1 1,0-1-1,0 0 1,-1 0-1,0 0 1,-3-13-1,3 22-45,0 0 0,0 0 0,0-1-1,-1 1 1,1 0 0,-1 0 0,1 0-1,-1 0 1,0 0 0,0 0 0,0 0-1,0 0 1,0 0 0,0 0 0,-1 1-1,1-1 1,-1 0 0,1 1 0,-1-1-1,1 1 1,-1 0 0,0-1-1,0 1 1,0 0 0,1 0 0,-1 0-1,0 0 1,-1 1 0,1-1 0,0 0-1,0 1 1,0-1 0,0 1 0,0 0-1,0 0 1,-1 0 0,1 0 0,0 0-1,-4 1 1,-6 2 158,1 0 0,0 0 0,-1 1 0,1 1 1,-16 9-1,9-4 45,0 1 0,2 1 0,-1 1 0,1 0 0,-21 24 0,11-8 8,2 0-1,-20 34 1,34-48-172,1 0-1,0 1 1,2 0 0,0 1-1,0 0 1,2 0 0,0 0-1,1 1 1,1-1 0,-2 24-1,5-32-50,0 1 0,0 0 0,1 0-1,0-1 1,1 1 0,0-1-1,1 1 1,0-1 0,0 0-1,1 0 1,0 0 0,0 0-1,1-1 1,1 0 0,-1 0 0,1 0-1,1-1 1,-1 0 0,1 0-1,10 7 1,-6-6-91,1 0 0,0-1 1,0-1-1,1 0 0,0-1 0,0 0 1,0-1-1,1 0 0,0-1 0,-1-1 1,1 0-1,0-1 0,0 0 0,0-1 1,0-1-1,0 0 0,20-5 0,-9 1-90,0-1 0,-1-2 1,0 0-1,0-2 0,0 0 0,-2-2 0,1 0 0,36-28 0,-29 15 70,-2-1 0,0-2 1,-1-1-1,-2-1 0,36-57 0,88-181-97,-127 226 207,23-59-66,-32 69 131,1 0 0,1 1 0,2 1 0,25-34 0,-41 62-55,1 0-1,0 0 1,-1 0-1,1 0 1,0 0 0,0 1-1,0-1 1,1 1-1,-1-1 1,0 1-1,1 0 1,-1 0-1,0 0 1,5-1-1,-5 1 5,-1 1 0,1 0 0,0 0 1,-1 0-1,1 1 0,0-1 0,-1 0 0,1 1 0,0-1 0,-1 1 0,1-1 0,-1 1 0,1 0 0,-1-1 0,1 1 0,-1 0 0,2 1 0,2 3 56,0 0-1,0 1 1,-1-1-1,0 1 1,0 0 0,0 0-1,-1 0 1,4 10-1,1 2 107,-2 1-1,0 0 1,-2 0-1,5 38 1,-2 80 489,-6-85-545,-3 1 0,-3-1 0,-1 1 1,-3-2-1,-2 1 0,-2-1 0,-3-1 1,-1 0-1,-28 52 0,30-74-361,-1 0 0,-2-1 0,0-1 0,-2-1-1,-1-1 1,-46 42 0,46-49-391,0-1 1,-1-2-1,0 0 1,-1-1-1,-1-1 0,0-2 1,-1 0-1,1-1 0,-34 6 1,-186 20-9467,111-22 457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 14357,'-4'0'2959,"4"0"-2815,-4 0 290,1 0 0,0 1 0,0-1 0,0 1 0,-1-1 0,1 1 1,0 0-1,0 0 0,0 1 0,0-1 0,1 0 0,-1 1 0,0 0 0,0 0 0,1 0 0,-1 0 0,1 0 0,0 0 0,0 1 0,0-1 0,0 1 0,-3 4 0,-9 19 28,0 0-1,3 1 1,0 1-1,1-1 1,-6 33-1,-17 146-4170,8-45-6525,21-141 4985,6 4-2787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11397,'0'0'2209,"10"11"1366,-8-8-3303,0 0 1,-1 0-1,1 0 1,0 0-1,-1 1 1,0-1-1,1 0 1,-1 1-1,-1-1 1,1 1-1,0-1 0,-1 6 1,5 15 491,33 72 1221,-16-46-1371,-5-10-323,2-2 1,2 0 0,2-1 0,31 39 0,-14-27-494,3-1 0,54 48 1,-79-81-16,0-1 1,0 0 0,1-1 0,1-1 0,0-1 0,1 0 0,37 12-1,-44-19 121,0 0 0,0-1 0,0-1 0,1 0 0,-1-1 0,1 0 0,0-1 0,-1-1 0,1 0 0,-1-1 0,1-1 0,-1 0 0,18-6 0,-21 4 75,-1 0 0,1-1 0,0 0 0,-1 0 0,-1-1 0,1 0 0,-1-1 0,0 0 0,-1-1-1,1 0 1,-2 0 0,1-1 0,-2 1 0,11-21 0,2-8 194,-2-2 0,21-75 0,-11 32 109,54-133 1423,-57 171-681,-23 43 344,-5 25-269,-48 253 304,32-89-3452,17-132 551,-2 37-2644,7-33-3544,1-23-2905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331 135 12581,'-53'79'2347,"50"-73"-1910,0 0 1,0 0-1,1 0 1,0 0-1,0 1 0,0-1 1,0 11-1,-3 7 918,0-2-490,0 1 0,1 1 0,2-1 0,0 0 0,2 1 0,0-1 1,1 0-1,7 35 0,-4-40-661,0-1 0,1 1 0,1-1 0,1 0 0,0 0 0,1 0 0,1-1 0,1-1-1,0 1 1,1-2 0,17 20 0,-23-30-234,-1 1-1,1-1 1,0-1-1,0 1 0,0-1 1,1 1-1,-1-2 0,1 1 1,0 0-1,-1-1 0,1 0 1,0-1-1,1 1 1,-1-1-1,0 0 0,0-1 1,0 1-1,1-1 0,-1-1 1,0 1-1,0-1 1,0 0-1,0 0 0,0-1 1,0 0-1,0 0 0,0 0 1,8-5-1,-4 1-38,1 0-1,-1 0 0,-1-1 1,1-1-1,-1 0 1,0 0-1,-1-1 0,0 0 1,0 0-1,-1-1 1,0 0-1,-1 0 0,0 0 1,4-12-1,-2 1 33,-2 0-1,0 0 1,-1 0-1,-1-1 0,-1 1 1,-1-1-1,0 0 1,-2 0-1,-1 0 1,-1 0-1,-7-35 1,5 39 60,-1 0 1,-1 0 0,0 1-1,-1-1 1,-1 2 0,-1-1-1,-1 1 1,0 0 0,0 1-1,-2 0 1,0 1 0,-1 0-1,0 1 1,-16-11 0,12 11-5,0 1 0,-1 1 0,-1 0-1,0 2 1,0 0 0,-1 1 0,0 1 0,0 1 0,-35-5 0,37 8-683,0 2 1,-1 0-1,1 1 1,-32 5 0,34-3-1064,-1 2 1,0 0 0,1 1 0,0 1-1,-21 11 1,-23 18-9792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65 123 11201,'-1'-2'2623,"-3"-3"-1314,0 1 0,0-1 0,0 1-1,-1 0 1,1 1 0,-1-1 0,-11-5 3796,-1-7-533,21 19-4562,0 0 1,0-1-1,1 1 1,-1-1-1,1 0 0,0 0 1,0 0-1,-1 0 1,10 1-1,19 6-1498,-21-25-54,-7 11 907,-3 1 55,1 0 1,0 1-1,0-1 0,0 1 1,1 0-1,5-4 0,-9-12-1047,0 18 1359,0-1 1,0 1-1,0-1 1,0 1-1,-1-1 1,1 1-1,0 0 1,-1-1-1,1 1 1,-1-1-1,0 1 1,-1-2-1,-12-8-7945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8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14545,'-3'1'4781,"-26"3"68,29-4-4813,0 0-1,0 0 1,-1 0-1,1 0 1,0 0 0,0 0-1,0 0 1,0 1 0,0-1-1,-1 0 1,1 0 0,0 0-1,0 0 1,0 0-1,0 0 1,0 0 0,0 0-1,0 0 1,-1 0 0,1 0-1,0 0 1,0 0 0,0 1-1,0-1 1,0 0-1,0 0 1,0 0 0,0 0-1,0 0 1,0 0 0,0 1-1,-1-1 1,1 0 0,0 0-1,0 0 1,0 0-1,0 0 1,0 1 0,0-1-1,0 0 1,0 0 0,0 0-1,0 0 1,0 0 0,0 0-1,1 1 1,-1-1-1,0 0 1,0 0 0,0 0-1,0 12 345,1-1 0,1 1-1,0-1 1,0 0 0,1 0-1,0 0 1,1 0 0,0 0-1,1-1 1,1 0 0,-1 0-1,12 15 1,4 3-318,2-1-1,0-1 0,2-1 1,0-1-1,2-1 0,0-1 1,2-2-1,0-1 0,47 22 1,-60-33-182,0-1 0,1-1 1,0-1-1,1 0 1,-1-1-1,1-1 1,35 1-1,-44-4 95,1 0-1,0 0 0,-1-2 1,1 1-1,-1-1 0,1 0 1,-1-1-1,0 0 0,0-1 1,0 0-1,-1 0 0,1-1 0,-1 0 1,0 0-1,-1-1 0,11-9 1,-6 1 170,0 0 1,-2-1-1,1 0 1,-2 0-1,0-1 1,-1-1-1,0 0 0,-2 0 1,0 0-1,-1-1 1,0 1-1,-2-1 1,0 0-1,-1-1 1,-1 1-1,0 0 1,-4-29-1,-2 31-145,-4 16 0,-5 12 0,7 0 0,1 0 0,0 0 0,0 0 0,1 1 0,1 0 0,-3 14 0,-5 15 0,4-16 0,-154 437 0,-18-62 0,137-317 0,-4-1 0,-92 121 0,131-193 1,-4 5-51,-1-1-1,0-1 1,-1 0-1,-25 20 1,-52 30-512,80-58 499,1 0 0,-1-1 1,0 0-1,0-1 0,-16 5 0,21-8 86,0 0 1,1 0 0,-1-1 0,0 1-1,0-1 1,0-1 0,0 1-1,0-1 1,-9-2 0,14 3-16,-1-1 1,1 1-1,-1-1 1,1 1-1,-1-1 1,1 1-1,-1-1 1,1 0-1,-1 0 1,1 1-1,0-1 1,-1 0-1,1 0 1,0-1-1,0 1 1,0 0-1,0 0 1,0 0-1,0-1 1,0 1-1,0-1 1,1 1-1,-1 0 1,0-1-1,0-1 1,1 0 13,0 1 1,0-1 0,0 1 0,1-1 0,-1 0 0,1 1-1,-1-1 1,1 1 0,0-1 0,0 1 0,0-1 0,0 1-1,3-4 1,3-4 46,1 0 0,-1 0 0,2 1-1,-1 0 1,16-11 0,56-34-1419,2 3 0,99-45 0,-17 10-1075,106-61-8748,-120 73-962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29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61 492 9477,'0'0'49,"-1"0"0,1 0 0,-1 0-1,1 0 1,-1 0 0,1 0 0,-1 0 0,1 0 0,0 0 0,-1-1 0,1 1 0,-1 0 0,1 0 0,0 0-1,-1-1 1,1 1 0,-1 0 0,1-1 0,0 1 0,-1 0 0,1-1 0,0 1 0,0-1 0,-1 1 0,1 0-1,0-1 1,0 1 0,0-1 0,-1 1 0,1-1 0,0 1 0,0 0 0,0-1 0,0 1 0,0-1 0,0 1-1,0-1 1,0 1 0,0-1 0,0 0 0,1-1 60,0 1 1,0-1-1,1 0 0,-1 1 1,0-1-1,1 0 1,-1 1-1,1 0 0,0-1 1,1 0-1,54-30 1681,183-86 1458,-237 116-3017,1 0 0,-1 0 1,0 0-1,0-1 0,0 0 0,0 1 0,0-1 1,2-4-1,-3 5-52,-23 2 2551,6 2-2277,0 1 1,0 0-1,1 1 0,-1 0 1,1 1-1,0 1 1,0 0-1,-24 15 0,11-3-48,2 0 0,-1 2 0,-26 27 0,43-38-318,0 1-1,1 0 0,0 1 0,0 0 1,1 0-1,1 1 0,-1 0 1,2 0-1,0 1 0,1-1 0,0 1 1,-3 19-1,6-26-95,0 1 1,0 0-1,1 0 1,0 0-1,0 1 0,1-2 1,0 1-1,0 0 0,1 0 1,-1 0-1,2 0 1,-1-1-1,1 1 0,0-1 1,0 0-1,0 0 0,1 0 1,0 0-1,1 0 1,-1-1-1,1 0 0,0 0 1,0 0-1,12 7 0,-1-1-221,1-2-1,0 0 1,1-2 0,0 1-1,0-2 1,1-1-1,-1 0 1,1-1-1,0-1 1,1-1-1,-1-1 1,0 0 0,23-3-1,-25 1 118,0-1-1,0-1 1,-1-1-1,1 0 1,-1-1 0,0-1-1,0 0 1,-1-1-1,1-1 1,-2 0-1,1-1 1,-1-1 0,-1 0-1,0-1 1,16-16-1,-3-4 35,-2-1 0,-1-1 0,-2-1 0,30-64-1,48-155 1355,-66 162 160,-29 79-1228,25-58 1029,-26 63-1041,1 0 0,-1 1 0,1 0 0,1-1 0,-1 2 0,1-1 0,8-7 0,-11 11-128,0 1 0,0 0 0,0 1 0,0-1 0,0 0 0,0 1 0,0-1 0,0 1 0,0-1 0,0 1 0,0 0 0,0 0 0,0 0 0,0 0 0,0 0 0,0 0-1,0 1 1,0-1 0,0 1 0,0-1 0,0 1 0,0 0 0,0 0 0,0 0 0,3 2 0,1 1 44,-1-1-1,1 1 1,-1 1-1,1-1 1,-1 1-1,7 9 1,5 12-2,-1 1 0,-2 0 1,-1 1-1,-1 1 1,12 44-1,-22-67-108,8 30-1,-1 1 0,-1-1 0,-3 1 0,0 0 0,-3 1 0,-1-1 0,-7 63 0,4-86-65,0 1 1,-1-1-1,-1 0 1,0 0-1,-1 0 0,-1-1 1,0 1-1,-1-1 1,0-1-1,-1 1 0,-15 18 1,10-17-143,0-1 1,-1 0-1,-1-1 0,0 0 1,-1-1-1,0-1 1,0 0-1,-21 8 0,4-5-210,0-2-1,0 0 0,-1-3 1,-1-1-1,1-1 1,-1-2-1,0-2 1,0-1-1,-49-4 0,-112-26-7837,157 23 5433,-79-12-9073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8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21 17850,'1'-2'252,"-1"1"0,1-1-1,-1 1 1,1-1 0,0 1 0,0-1 0,-1 1 0,1 0 0,0-1 0,0 1 0,1 0 0,-1 0 0,2-2 0,-2 3-2,0 0-1,0 0 1,0 1 0,0-1-1,0 0 1,-1 0 0,1 0-1,0 1 1,0-1-1,0 1 1,0-1 0,0 1-1,0-1 1,0 1 0,-1-1-1,1 1 1,0 0 0,-1-1-1,1 1 1,1 1 0,-1-1-41,-1 0 1,1 0-1,0-1 1,-1 1-1,1 0 1,0 0-1,-1 0 1,1 0-1,-1 0 1,0 0-1,1 0 0,-1 0 1,0 1-1,0-1 1,1 0-1,-1 1 1,1 6 443,5 24-201,-2 1 0,-1 0-1,-2 37 1,0-9-326,-13 335-126,-32-1 0,-9 139 0,51-485-1942,3 0 0,1 0-1,15 73 1,-7-87-6259,5-8-5612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9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17 13713,'-4'-6'-491,"-1"-4"6796,22 10-1358,37 13-4092,-1 2 0,0 2 1,-1 3-1,66 35 0,-54-19-491,-1 2 0,106 84 0,-147-103-295,0 1-1,-2 0 1,0 2-1,-1 0 1,-2 1-1,27 44 1,-39-57-53,1 0 0,-2 0 0,1 1 0,-1 0 0,-1 0 0,0 0 0,-1 0 1,0 0-1,0 0 0,-1 1 0,-1-1 0,0 0 0,0 1 0,-1-1 0,-1 0 1,0 0-1,0 1 0,-1-1 0,-1-1 0,-4 12 0,-1-7-2,0-1 1,-1 1-1,0-1 0,-1-1 1,0 0-1,-1-1 0,-1 0 1,0-1-1,0 0 0,-24 14 1,-8 1 22,-1-2-1,-61 24 1,-324 88-755,270-91-673,51-17-368,-49 15-1431,136-35 1178,1 1 0,0 0-1,1 2 1,-32 20 0,11 2-8813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52 9153,'-2'-10'727,"1"9"-517,1-1-1,-1 0 1,1 0-1,-1 0 1,1 0-1,0 0 1,0 0 0,0 0-1,0 0 1,0 0-1,0 0 1,1 0-1,-1 0 1,1 0-1,-1 0 1,1 0-1,0 1 1,3-6 5735,-8 8-5497,0 0-1,0 1 1,0 0-1,1-1 1,-1 2-1,1-1 1,-1 0-1,1 1 1,0-1-1,-3 4 1,-2 4 19,1 1 1,0-1 0,1 1 0,0 0 0,0 1-1,2-1 1,-6 18 0,-3 5 322,-191 533 2925,179-489-3715,-25 154 0,45-197 0,1 0 0,2 0 0,2 1 0,1-1 0,2 0 0,14 68 0,-12-85-194,0 0-1,2 0 1,0 0-1,2-1 1,-1 0 0,2-1-1,0 0 1,1 0-1,1-1 1,18 18 0,-11-16-450,0-1 0,0-1 0,2 0 0,-1-2 0,2 0 1,0-2-1,26 11 0,-5-6-922,0-3-1,2-1 1,53 8 0,133 1-3916,-109-19-5265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1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97 8917,'-1'-9'1338,"-1"1"0,1-1 0,-1 0 0,-1 1 0,-3-9 0,5 14 287,1 0-172,1-9-1208,-2-3 3867,1 15-4036,0-1 0,-1 1 1,1 0-1,-1-1 0,1 1 0,0 0 0,-1 0 1,1-1-1,-1 1 0,1 0 0,-1 0 0,1 0 1,-1 0-1,1 0 0,-1-1 0,1 1 0,-1 0 1,1 0-1,-1 0 0,1 0 0,-1 0 0,1 1 0,0-1 1,-1 0-1,1 0 0,-1 0 0,1 0 0,-1 1 1,1-1-1,-1 0 0,1 0 0,-1 1 0,-1 0-2,0 1 0,0-1-1,0 1 1,0 0 0,0 0-1,0 0 1,1 0 0,-1 0-1,1 0 1,-1 0 0,1 1-1,0-1 1,0 0-1,0 1 1,0-1 0,0 1-1,1-1 1,-1 1 0,1 0-1,-1 4 1,-3 57 471,4-59-502,1 21 94,0 0-1,2 0 0,1 0 0,1 0 0,13 42 0,-13-55-165,0 0-1,1 0 0,0 0 0,1 0 1,1-1-1,0-1 0,0 1 0,1-1 1,0 0-1,1-1 0,22 18 0,-11-14-326,0-1-1,0-1 1,2-1-1,-1-1 1,1-1-1,1-1 1,-1 0-1,1-2 1,37 4-1,-47-8 257,1-1 0,-1 0-1,1-2 1,-1 1-1,1-2 1,-1 0 0,0 0-1,0-2 1,0 0 0,0 0-1,0-1 1,-1-1-1,0 0 1,0-1 0,0 0-1,-1-1 1,17-15 0,-21 15 112,0 0 0,-1-1 0,0 0 0,-1 0 0,1-1 0,-2 0 0,0 0 0,0 0 0,4-12 0,2-14 991,10-50 0,-10 36 434,-9 46-523,-4 8-466,-4 27-15,2 0 1,1 0-1,1 59 0,0-5 9,-9 43-184,-6 0 0,-5-1 0,-6-1 1,-5-2-1,-80 194 0,88-254-305,0 1-198,-39 71-1,55-119 203,-1-1-1,-1 0 0,0 0 1,0-2-1,-2 1 1,0-1-1,0-1 1,-2-1-1,-18 14 1,31-24 32,-1-1 1,0 1 0,0-1 0,0 0 0,0 0 0,0 0 0,0 0 0,0 0 0,0 0 0,0-1 0,0 0-1,0 1 1,-1-1 0,1 0 0,0-1 0,0 1 0,0-1 0,0 1 0,0-1 0,0 0 0,0 0-1,0 0 1,0 0 0,0-1 0,0 1 0,0-1 0,1 0 0,-1 0 0,1 0 0,-1 0 0,1 0 0,0 0-1,0-1 1,0 1 0,0-1 0,0 1 0,1-1 0,-1 0 0,1 0 0,0 0 0,-2-6 0,1-6-5,1 1 0,0-1 0,1 0-1,1 0 1,1 0 0,0 0 0,1 0 0,0 1 0,1-1 0,1 1 0,0 0 0,1 0 0,8-13 0,10-16-418,2 0-1,53-66 0,3 10-3103,3 3-1,137-120 1,-140 153-2665,1 10-3858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2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1506 69 12869,'-3'-17'1033,"3"13"-529,-1 0 0,0-1 0,0 1 0,0 0 0,0 0 0,0 0-1,-1 0 1,-3-6 5046,-15 5-789,19 4-4678,0 1-1,0-1 1,1 1-1,-1 0 1,0-1-1,0 1 1,0 0 0,0 0-1,0 0 1,0 0-1,1-1 1,-1 1-1,0 0 1,0 0-1,0 1 1,0-1-1,0 0 1,0 0-1,0 0 1,1 1 0,-1-1-1,0 0 1,0 1-1,0-1 1,0 1-1,1-1 1,-1 1-1,0-1 1,1 1-1,-1-1 1,0 1-1,1 0 1,-1-1 0,1 1-1,-1 0 1,0 1-1,-31 33 616,-42 58 0,41-50-625,-143 211-73,28-38 0,-13-2 0,-103 145 0,29 16 0,144-195 0,-126 351 0,209-483-3319,8-35 586,7-32 545,1-26-2500,-4 12-1206,2-2-5067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90 9537,'0'0'4166,"0"-3"-2228,-1-4-287,-1-1 0,0 1 0,0 0 0,0 0 0,-8-14 2711,23 5-3184,-11 14-1120,-1 1 0,1 0 0,0-1 0,0 1 0,0 0 1,0 0-1,0 0 0,1 1 0,-1-1 0,0 0 0,0 1 0,0 0 0,1-1 0,-1 1 0,0 0 0,0 0 0,1 0 0,-1 0 1,0 1-1,1-1 0,-1 0 0,0 1 0,3 1 0,8 2 107,-1 0 0,20 11 0,-22-10-86,1 0-24,0 1 1,-1 0 0,1 1 0,-1 0 0,-1 0 0,1 1 0,-1 1 0,-1-1 0,0 1 0,0 1 0,0 0 0,-2 0 0,1 0 0,-1 1 0,0 0-1,4 13 1,-7-14-49,0 0-1,0 1 0,-2-1 0,1 1 1,-1 0-1,0-1 0,-1 1 0,-1 0 1,1 0-1,-2-1 0,1 1 0,-2-1 1,1 1-1,-1-1 0,-1 0 0,0 0 0,0 0 1,-9 13-1,-23 31-272,-2-2 0,-75 80 0,109-127 148,-1 0-1,1 1 1,0 0-1,-4 9 1,4-8-35,4-7 149,0 0-1,0 0 1,0 0-1,1 0 1,-1 0-1,0 0 1,0 0-1,0 0 0,0 0 1,0 0-1,0 0 1,0 0-1,0 0 1,1 0-1,-1 0 1,0 0-1,0 0 1,0 0-1,0 0 1,0 0-1,0 0 1,1 0-1,-1 0 1,0 0-1,0 0 1,0 0-1,0 0 1,0 0-1,0 0 0,0 0 1,0 0-1,1 0 1,-1 0-1,0 0 1,0 0-1,0 1 1,0-1-1,0 0 1,0 0-1,0 0 1,0 0-1,0 0 1,0 0-1,0 0 1,0 0-1,0 1 1,0-1-1,0 0 1,1 0-1,-1 0 0,0 0 1,0 0-1,0 0 1,0 1-1,0-1 1,0 0-1,-1 0 1,1 0-1,0 0 1,0 0-1,0 0 1,0 0-1,0 1 1,0-1-1,0 0 1,0 0-1,0 0 1,0 0-1,0 0 0,14 2-188,0-1 0,0-1 0,0-1 0,1 0 0,-1 0 0,0-1 0,0-1 0,22-8 0,10-5-621,55-28 0,-49 17 445,-1-3 0,-2-2 0,0-2 0,-3-2 0,45-45 0,-71 61 386,-2-2 1,20-27-1,6-8 996,-41 54-827,0-1-1,0 0 1,-1 0-1,0 0 1,1-1-1,-1 1 1,2-7 0,0-1 428,-2 9 2788,-4 4-3305,0 1 1,0-1-1,0 1 0,0 0 0,1-1 1,-1 1-1,0 0 0,1 0 0,0 0 1,-1 0-1,-1 4 0,-3 11-97,1-1 0,1 1 0,0 0 0,1 0 0,1 1 0,0 25 0,3 5 0,7 54 0,-6-83-913,1 0 1,1-1-1,9 31 1,-9-40 218,1 1 0,0-1 0,0 1 0,1-1 0,0-1 0,0 1 0,1-1 0,13 12 0,18 16-6748,-2-6-5003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25 17002,'-2'-2'9689,"1"0"-9529,1 1 0,-1-1 0,0 1 0,-1-1 0,1 1-1,0 0 1,0-1 0,0 1 0,-1 0 0,1 0 0,-1 0 0,1 0 0,-1 0 0,1 0-1,-1 1 1,1-1 0,-1 0 0,0 1 0,1-1 0,-1 1 0,0 0 0,0-1 0,1 1 0,-1 0-1,0 0 1,0 0 0,1 1 0,-1-1 0,0 0 0,0 0 0,1 1 0,-1-1 0,0 1-1,1 0 1,-1-1 0,1 1 0,-3 1 0,-4 3-256,0 0 0,0 0 0,1 1 0,0 0 0,0 0 0,0 0 0,1 1 1,0 0-1,0 0 0,-7 13 0,-5 11-1359,-20 49 1,7-15-1119,19-33-6017,7 7-6066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47 12201,'-1'-2'2087,"0"2"-1866,0-1 1,0 0-1,0 1 0,0-1 0,0 0 1,1 0-1,-1 0 0,0 0 0,1 1 1,-1-1-1,1 0 0,-1 0 0,1 0 1,-1 0-1,1 0 0,-1 0 1,1-1-1,0 1 0,0 0 0,0 0 1,-1 0-1,1 0 0,0 0 0,0 0 1,1 0-1,-1 0 0,0-1 1,0 1-1,0 0 0,1 0 0,-1 0 1,1 0-1,-1 0 0,1 0 0,-1 0 1,1 0-1,-1 0 0,1 1 1,0-1-1,-1 0 0,1 0 0,0 0 1,0 1-1,0-1 0,0 0 0,0 1 1,1-2-1,-1 2-143,1 0-1,-1 1 1,0-1 0,0 0 0,0 0 0,1 1-1,-1-1 1,0 0 0,0 1 0,0-1-1,0 1 1,0 0 0,0-1 0,0 1-1,0 0 1,0-1 0,1 2 0,0 0 108,11 6 2,0 1-1,-1 0 1,0 1-1,-1 1 1,0-1-1,0 2 1,-1 0-1,-1 0 1,0 0-1,-1 1 1,0 1-1,-1-1 1,0 1 0,-1 1-1,-1-1 1,0 1-1,4 26 1,-6-21-140,-1-1 0,0 1 0,-2-1 0,0 1 1,-2 0-1,0-1 0,-1 0 0,-1 1 0,-1-1 1,0 0-1,-1-1 0,-2 0 0,-14 29 0,-2-8-6,15-26-21,1 0 0,1 0-1,0 1 1,0 0-1,-4 16 1,35-35-61,8-10-37,0-2-1,-2-1 0,0-1 0,0-1 0,43-41 0,-37 26 77,-2-2-1,-2 0 1,51-77-1,-26 33 469,-50 70-26,-5 9 882,-2 4-1028,2 15-286,-2 0 0,0 0-1,0 0 1,-2 0 0,-4 24-1,-4 39-17,10-58-596,0-1 1,2 0-1,0 1 1,10 38-1,-7-43-343,1 0 0,1 0-1,0 0 1,1-1-1,1 0 1,1 0 0,0-1-1,1 0 1,1-1 0,0-1-1,0 0 1,2 0-1,-1-1 1,2-1 0,-1 0-1,22 11 1,7 3-9690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5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73 14009,'1'-7'1186,"-1"0"0,0-1 0,0 1 0,-1 0 0,-2-11 0,4 17-1032,0 0 0,-1 0 0,1 0 1,0 1-1,-1-1 0,1 0 0,0 0 1,0 1-1,0-1 0,0 1 0,0-1 1,0 1-1,0-1 0,0 1 0,0 0 1,0-1-1,0 1 0,1 0 0,0-1 176,6-1-119,0 1 0,-1-1 0,1 2 0,0-1 0,0 1 0,0 0-1,0 1 1,0-1 0,0 2 0,0-1 0,0 1 0,0 0 0,-1 1 0,1 0 0,-1 0 0,0 1 0,0-1 0,0 2 0,0-1 0,10 9 0,-15-10-185,-1-1 1,1 0 0,0 1-1,-1 0 1,0-1 0,1 1-1,-1 0 1,0 0 0,-1 0-1,1-1 1,0 1 0,-1 0-1,1 0 1,-1 0 0,0 0-1,0 0 1,0 0 0,-1 0-1,0 5 1,-1 2 11,0-1 0,-1 1 0,0 0-1,-6 11 1,-6 9 33,-3-1-1,0-1 0,-30 36 0,26-37-23,1 1-1,-31 58 1,51-85-58,0 1 1,0 0-1,0-1 1,1 1-1,-1 0 1,0 0-1,1-1 0,-1 1 1,1 0-1,0 0 1,-1 0-1,1 0 0,0 0 1,0 0-1,0 0 1,1-1-1,-1 1 0,0 0 1,1 0-1,-1 0 1,1 0-1,0-1 0,-1 1 1,1 0-1,0 0 1,0-1-1,0 1 1,0-1-1,0 1 0,1-1 1,-1 1-1,0-1 1,1 0-1,-1 1 0,1-1 1,-1 0-1,1 0 1,0 0-1,-1-1 0,1 1 1,0 0-1,2 0 1,5 2-291,0-1 0,0 0 0,0 0 0,0-1 0,0 0 0,1-1 0,12 0 0,14-4-2562,45-11-1,24-2-6046,-42 11-564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0 1 356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61 5901,'-4'0'1706,"0"-1"-1007,-1 1 0,0-1 0,0 0-1,1-1 1,-1 1 0,1-1 0,-1 1 0,1-1-1,0-1 1,0 1 0,0-1 0,-7-5 0,6 5 151,-1 0 0,1 0 1,-1 0-1,0 0 1,0 1-1,0 0 1,0 0-1,-8 0 0,2-1 29,6 1-714,0 0 0,-1 1 1,1 0-1,-1 1 1,1-1-1,-1 1 0,0 0 1,1 1-1,-1-1 1,1 1-1,-1 1 0,1-1 1,0 1-1,0 0 0,-1 1 1,1-1-1,-9 7 1,-3 3 784,1 1 1,0 0-1,-29 32 1,-3 1-187,-31 34-942,15-14-1073,56-57 146,1-1 0,0 1 0,-7 11 0,-14 34-7463,0 11-6798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6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15 14301,'-16'-9'2329,"3"4"399,-6 10-360,0-2-308,3 3-376,4 0-464,-7 2-159,-4 1-297,1 8-84,-10 9-416,23-18-836,-13 12-904,-1-6-1077,-5 6-1171,-7 15-2533,13-10-5636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6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19 215 8157,'22'-44'2528,"-17"35"-1334,1-1 0,-2 0 0,1 0 0,4-19 1,-6 13 720,-1 0 1,-1 0-1,-1-22 1,0 25-1087,0 9 1381,3 5-1646,8 4-389,-1 0 1,1 1-1,-1 0 0,-1 1 1,1 0-1,-1 1 0,16 16 0,-2 1 45,32 45 0,-44-53-171,0 0-1,-1 1 1,-1 0-1,0 1 1,-2 0-1,0 0 0,5 22 1,-9-27-48,-1-1 1,0 1-1,-1 0 1,-1 1-1,0-1 1,-1 0-1,0 0 0,-1 0 1,-1-1-1,0 1 1,-6 16-1,-1-6-64,-1-1-1,-1 1 1,-2-2-1,0 0 1,-1 0 0,-25 26-1,-116 105-272,139-138 320,-11 12-30,243-194-118,-175 137 171,41-33 7,-36 26 134,1 3 0,2 1 0,71-36 0,-117 68-99,1-1-1,-1 1 0,1 0 0,-1 0 0,1 0 0,0 0 0,-1 1 0,1-1 1,0 1-1,0-1 0,-1 1 0,1 0 0,0 0 0,0 0 0,-1 1 0,1-1 1,0 1-1,0-1 0,-1 1 0,1 0 0,0 0 0,-1 0 0,1 0 1,-1 1-1,0-1 0,1 1 0,-1-1 0,0 1 0,0 0 0,0 0 0,0 0 1,3 3-1,-1 3 108,1 0 0,-1 0-1,0 1 1,-1-1 0,0 1 0,-1-1 0,1 1 0,0 13 0,3 15-148,27 124 61,-28-141-126,2-1 1,0 0 0,1-1 0,1 0 0,1 0 0,14 19-1,-13-22-1038,1-1-1,0 0 0,1-1 1,1-1-1,24 19 0,-19-19-2858,0 0 0,28 11-1,-1-3-7074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6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7 12013,'-2'-6'11807,"6"17"-5688,-2-4-8425,-4 2 2433,0 0 0,-1 0 0,1-1 0,-6 10 0,-8 28 180,14-34-391,0 0-1,0 0 1,1-1-1,0 1 1,1 0-1,1 0 1,0 0-1,3 13 0,1-5-251,0-1-1,2 0 0,0-1 0,18 35 0,38 58-698,-61-108 1029,-1 0 1,1 0-1,-1 0 1,0 1-1,0-1 1,0 0-1,0 0 1,0 1-1,-1-1 1,1 0-1,-1 1 1,0-1-1,0 1 0,0-1 1,-1 0-1,1 1 1,-1-1-1,-1 6 1,0-5 53,0-1 0,0 1 0,-1-1 0,1 0 0,-1 0 0,1 0 0,-1-1 0,0 1 0,0 0 0,0-1 0,-1 0 0,1 0 0,-7 3 0,-9 3 203,0-1-1,0-1 1,0-1-1,-39 4 1,52-8-260,-173 22 403,51-8-2260,5 4-5038,103-12 871,7 6-3480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4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1169 188 7241,'-24'-26'2180,"23"25"-1982,0 0 1,0 0-1,0 0 0,1 0 0,-1 0 1,0 0-1,1-1 0,-1 1 1,1 0-1,-1 0 0,1 0 1,-1-1-1,1 1 0,0 0 1,0 0-1,0-1 0,-1 1 1,1 0-1,1-1 0,-1 1 1,0-2-1,0-12 2772,-1 8-2273,1 1 0,0-1 0,-1 0 0,2 1 0,-1-1-1,1 1 1,0-1 0,1 1 0,-1-1 0,6-11 0,-6 16-566,0 0 0,0-1 1,1 1-1,-1 0 0,0 0 0,1 0 0,-1 0 1,1 1-1,0-1 0,0 0 0,0 1 1,0-1-1,0 1 0,0 0 0,0 0 0,0-1 1,0 1-1,1 1 0,-1-1 0,0 0 1,1 0-1,-1 1 0,1 0 0,-1-1 0,1 1 1,-1 0-1,1 0 0,-1 0 0,0 1 1,1-1-1,-1 0 0,1 1 0,-1 0 0,3 0 1,1 2 11,0 0 1,1 0 0,-2 0 0,1 0-1,0 1 1,-1 0 0,1 0 0,-1 1-1,0 0 1,-1 0 0,1 0 0,-1 0-1,0 0 1,0 1 0,-1 0-1,6 11 1,2 10 258,0 0 0,11 45-1,-21-65-382,24 92 35,13 134 1,-11 108-77,-24-178 22,-7 1 0,-7-1 0,-7-1 0,-7 0 0,-47 158 0,37-201 0,-5-2 0,-65 132 0,63-164 0,-5-1 0,-3-2 0,-84 104 0,98-143-945,-2-1 1,-2-2-1,-1-2 1,-78 55-1,89-73 158,-1-2-1,0-1 0,-1-1 1,-1-2-1,-1-1 0,0-1 1,0-2-1,-52 7 0,-37-7-5995,-1-11-4405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1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53 14173,'-9'-7'1278,"-1"0"0,1 0 0,-1 1 0,-21-10 0,27 14-870,0 1 0,0-1 0,0 1 1,0 0-1,-1 0 0,1 1 0,0-1 0,-1 1 1,1 0-1,0 0 0,-1 0 0,1 1 0,0-1 1,-1 1-1,1 0 0,0 1 0,-6 2 1,-4 3-220,1 1 1,0 1 0,0 0-1,1 1 1,1 0 0,-1 1-1,1 0 1,1 1 0,0 0-1,1 1 1,1 0 0,0 0-1,0 1 1,-5 15 0,-6 18 313,2 1-1,2 0 1,-9 52 0,14-48-2087,-3 52-1,10-62-764,1 0 0,3 0 0,1 0 0,2 0 0,2 0 0,22 79 0,-15-85-7822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11453,'33'36'7749,"7"25"-5390,-6-8-984,30 38 12,124 170 446,-158-224-1911,2 0 0,51 45 0,-62-65-218,0 0 0,0-2-1,2 0 1,0-2 0,47 21 0,-56-29 157,1 0 0,-1-2 1,1 0-1,0 0 0,0-1 1,0-1-1,0-1 0,1 0 0,-1-1 1,0-1-1,0 0 0,0-1 1,-1 0-1,1-1 0,-1-1 0,0 0 1,0-1-1,0-1 0,-1 0 1,20-14-1,-7 2 86,-1-1 0,0-2 1,-2 0-1,0-1 1,-2-2-1,0 0 0,-2-1 1,24-43-1,112-242 3433,-148 293-2402,-6 16 60,-4 4-78,-3 4-762,-1 0-1,1 0 0,0 0 0,1 1 0,-1 0 0,1 0 0,1 0 0,-1 1 0,-3 9 0,-5 14 160,-9 37 1,7-23-56,0-3-598,1 1 1,3-1-1,1 2 1,-6 73-1,12-54-1351,-1 43-3029,8-34-3688,3-19-2589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74 168 14413,'-24'131'4513,"18"-105"-3282,-30 164 4665,33-163-5412,1 1 0,1 0 1,2 0-1,7 54 0,-2-50-220,2 0 0,1-1 0,14 33 0,-15-47-201,0-1 1,1 1-1,0-2 1,1 1-1,1-1 1,25 26-1,-27-34-56,0 0 0,0 0 1,1 0-1,0-1 0,0-1 0,0 0 0,1 0 1,19 5-1,-22-7-6,0-1-1,0 0 1,0-1 0,0 0 0,0 0 0,0-1 0,0 0 0,0 0-1,0-1 1,0 0 0,0 0 0,0-1 0,0 0 0,0 0 0,-1-1-1,1 0 1,-1 0 0,0-1 0,1 0 0,-2 0 0,1-1 0,0 0-1,-1 0 1,0 0 0,0-1 0,-1 0 0,0 0 0,9-14 0,-2 2 23,-2 0 0,0-1 0,-1 0 0,-1 0 0,-1-1 0,-1 0 0,-1 0-1,0-1 1,3-38 0,-7 26 81,-2 0 0,-1-1 0,-1 1 0,-2 0-1,-1 1 1,-1-1 0,-2 1 0,-18-42 0,9 33 99,-1 1 1,-2 1 0,-2 1 0,-1 0 0,-52-59 0,64 83-216,-2 0 1,1 1 0,-2 1 0,0 0 0,0 1-1,-30-16 1,40 24-256,-1 1 0,1-1 0,0 1 0,-1 0 0,1 0 0,-1 1-1,0 0 1,0 0 0,1 0 0,-1 1 0,0-1 0,0 2 0,0-1 0,0 0 0,1 1 0,-1 0 0,0 1-1,1-1 1,-1 1 0,1 0 0,-1 0 0,1 1 0,0 0 0,0 0 0,0 0 0,-5 4 0,7-3-276,0-1 1,0 1 0,0 0-1,0 0 1,1 1 0,-1-1-1,1 0 1,0 1 0,1-1-1,-1 1 1,1 0 0,0 0 0,0-1-1,0 1 1,0 0 0,1 0-1,0 0 1,0 0 0,1 5-1,9 52-10867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31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40 12365,'-16'-26'1128,"10"12"-1128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84 10533,'0'0'2412,"-2"-2"-242,1 1-1639,-1-1 1,1 0 0,-1 0 0,1 0-1,0-1 1,0 1 0,0 0 0,0 0 0,0-1-1,0 1 1,0 0 0,1-1 0,0 1-1,-1-1 1,1 1 0,0-4 0,0 4-330,1 1 1,-1 0 0,0 0 0,1 0 0,-1-1-1,1 1 1,-1 0 0,1 0 0,0 0 0,-1 0-1,1 0 1,0 0 0,0 0 0,0 0 0,1-1-1,0 1-209,0 0-1,0-1 1,0 1-1,0 0 0,1 0 1,-1 0-1,0 1 1,1-1-1,-1 0 0,3 0 1,47-5-38,0 2 0,61 3 0,108 15-3854,-175-10 2778,17 1-881,43 3-5193,-31 2-2785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0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92 10105,'-92'17'2372,"76"-14"-188,-7-3-179,1-3 4411,13-6-4772,-1 1-228,36-4-440,31-2-203,3 5-153,16 1-300,23-4-728,12 4-825,13-1-1131,-4-2-1348,4 8-2537,13-3-5632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3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54 9457,'-16'-29'2440,"13"23"-160,-17 4 2259,15 1-3766,0 0-1,0 0 1,0-1-1,1 1 1,-1-1-1,0 0 1,-6-4-1,-19 17 4600,27-8-5235,-1-1 0,1 1-1,0 0 1,0 0 0,0 1-1,0-1 1,0 0 0,1 1 0,-1 0-1,-1 4 1,-20 45 818,20-43-915,-139 427-40,110-323 0,-20 64 0,-50 322 0,102-488-317,0-1-1,0 1 1,1-1 0,1 1-1,0 0 1,0-1-1,1 0 1,1 1 0,0-1-1,0 0 1,1 0 0,1-1-1,8 16 1,-12-24-87,-1-1-1,1 0 1,0 0 0,0 0 0,0 0 0,0 1-1,0-1 1,0 0 0,0-1 0,0 1-1,1 0 1,-1 0 0,0 0 0,0-1 0,1 1-1,-1-1 1,0 1 0,1-1 0,-1 1-1,1-1 1,-1 0 0,2 1 0,5 0-2483,21 7-10269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3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57 11857,'-4'-6'1252,"1"-1"0,-1 0 0,2 0 0,-1 0 0,-3-16 5562,18 25-6453,1 0 0,-1 0 1,0 2-1,0-1 0,0 2 0,-1-1 1,1 2-1,-1-1 0,10 8 0,8 3 30,30 15-34,-2 2 0,57 44 0,-88-57-284,-1 1 0,-1 1 0,0 2 0,-2 0 0,-1 1 0,21 33-1,-35-48-51,-1 1 0,0 0-1,-1 1 1,0-1-1,-1 1 1,-1 0 0,3 12-1,-5-20-15,-1-1 0,0 1 0,0-1 0,0 1 0,0-1 0,-1 1 0,1-1 0,-1 1 0,0-1 0,0 0-1,0 1 1,0-1 0,-1 0 0,1 0 0,-1 0 0,-2 4 0,-3 5 17,0 0 0,-1-1 0,0 0 0,-1 0 0,0-1 0,-1 0 0,0 0 0,0-1 0,-1-1 0,0 0 0,-1 0 0,0-1 0,-18 8 0,-32 6-34,-1-3-1,-123 20 1,124-27-155,-37 8-769,-77 13-5292,163-30 5203,-14 1-1670,12 3-3559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4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23 11561,'-1'1'156,"1"-1"-1,0 0 1,0 1-1,0-1 1,0 1-1,-1-1 1,1 1-1,0-1 1,0 1-1,-1-1 1,1 0-1,0 1 1,-1-1-1,1 0 1,-1 1-1,1-1 1,0 0-1,-1 1 1,1-1-1,-1 0 1,1 0-1,-1 0 1,1 1-1,-1-1 1,1 0-1,-1 0 1,1 0-1,-1 0 1,1 0-1,-1 0 1,1 0-1,-1 0 0,0 0 1,-4-15 6627,1-2-1637,-12 31-3319,14-13-1719,-1 1 0,1 0 0,0 0 0,0 0 0,0 0 0,0 0-1,0 1 1,0-1 0,0 1 0,1-1 0,-3 6 0,-13 30 88,2 1-1,-19 80 1,31-103-170,0 0-1,1 0 1,0 1-1,2-1 1,0 1-1,0-1 1,2 1-1,0-1 1,1 0-1,8 26 1,-8-34-153,1 1 0,1-1 0,-1-1 0,1 1 0,1-1 1,-1 1-1,1-2 0,1 1 0,-1-1 0,1 1 0,0-2 0,0 1 0,1-1 0,0 0 0,0-1 0,0 0 1,0 0-1,1-1 0,10 3 0,2 0-219,1-1 1,-1-1 0,1-1 0,-1-1-1,1-1 1,0-1 0,23-3 0,-30 1 245,0 0 1,0-2-1,0 0 1,0-1-1,-1 0 1,1-1-1,-1-1 1,-1 0 0,0-1-1,0 0 1,13-11-1,-12 8 205,-1-1-1,0-1 1,0 0-1,-2-1 1,0 0-1,0 0 1,-1-1-1,-1-1 1,9-20 0,26-45 1320,-25 47-693,-17 31-130,7 23 38,-8-13-560,0-1 0,0 1 0,0-1 0,-1 1 0,0-1 0,0 1 0,-1-1 0,1 1 0,-1-1 0,-1 0 0,1 1 0,-6 11 0,0 4 138,-34 113 44,-7-2 0,-69 138 0,100-234-257,-24 54-5,-5-2 0,-3-2 0,-4-2 0,-90 111 0,105-149 0,-3-2 0,-1-2 0,-91 72 0,117-104 0,8-5 0,0 0 0,0-1 0,-1 0 0,-10 5 0,18-9 0,0-1 0,0 1 0,0 0 0,-1-1 0,1 1 0,0-1 0,0 0 0,-1 1 0,1-1 0,0 0 0,-1 0 0,1 1 0,0-1 0,0 0 0,-1 0 0,1-1 0,0 1 0,-1 0 0,1 0 0,0-1 0,-1 1 0,1-1 0,0 1 0,-2-2 0,3 2 0,-1-1 0,1 0 0,0 1 0,-1-1 0,1 0 0,0 1 0,0-1 0,-1 0 0,1 0 0,0 1 0,0-1 0,0 0 0,0 0 0,0 1 0,0-1 0,0 0 0,1-1 0,-1 2 0,2-8 0,0 1 0,1 0 0,-1 0 0,2 0 0,-1 1 0,1-1 0,0 1 0,0-1 0,1 1 0,0 1 0,7-8 0,3-5 0,75-85-3036,165-147-1,133-56-5111,-349 277 2193,-9 5-3652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17 11597,'-16'-14'2645,"16"14"-2568,0 0 0,0 0 1,0-1-1,-1 1 0,1 0 0,0 0 0,0 0 0,0 0 1,-1-1-1,1 1 0,0 0 0,0 0 0,0 0 1,-1 0-1,1 0 0,0 0 0,0 0 0,-1 0 1,1 0-1,0 0 0,0 0 0,-1 0 0,1 0 0,0 0 1,0 0-1,-1 0 0,1 0 0,0 0 0,0 0 1,-1 0-1,1 0 0,0 0 0,0 0 0,-1 1 1,-10 2 739,0 1 1,1 0-1,-1 1 1,1 0-1,0 1 1,0 0 0,0 0-1,1 1 1,0 0-1,1 1 1,-14 15-1,7-5 1,1 1 1,1 1-1,0 0 0,-13 31 0,-32 92 916,50-123-1655,-72 215-25,-49 247 1,114-419-941,3 1 0,2-1 0,-1 120 0,12-159 450,0 0 1,2-1-1,0 1 1,2 0-1,1-1 1,0 0 0,2-1-1,0 1 1,2-1-1,1-1 1,0 0 0,1 0-1,26 30 1,24 15-7056,4-10-5161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5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1366 1 12213,'-16'81'4061,"7"-42"-1475,-5 52 1,6 138 1233,-1 1-1926,4-171-1298,-25 111 0,14-116-514,-1-1 0,-3 0 0,-3-2 1,-1-1-1,-3 0 0,-2-2 1,-1-2-1,-3 0 0,-2-2 0,-2-2 1,-1-1-1,-2-2 0,-2-2 1,-2-2-1,-1-1 0,-1-3 0,-2-2 1,-82 38-1,102-56-550,0-1 1,0-1-1,-1-1 0,0-2 0,0-1 0,0-1 1,-1-2-1,-39-1 0,40-3-1711,-41-7 0,39 2-1763,-37-13-1,15 2-6536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 12437,'0'0'14,"-17"0"2018,17 0-1908,-1 0 0,1 0 0,0-1 0,0 1 0,0 0 0,0-1 0,0 1 1,0 0-1,-1-1 0,1 1 0,0 0 0,0-1 0,0 1 0,0 0 1,0-1-1,0 1 0,0 0 0,1-1 0,-1 1 0,0 0 0,0-1 0,0 1 1,0 0-1,0 0 0,0-1 0,6-2 6486,11 39-1128,112 146-3786,26 43-427,-110-152-3387,-12-21-3137,50 60-1,-59-80-1317,-2 1-4008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1077 105 10421,'-25'-53'2670,"23"49"-2265,0 1 1,0-1 0,-1 1 0,1 0 0,-1 0 0,0 0 0,1 0 0,-1 0 0,0 1 0,-1-1 0,1 1 0,0 0 0,-1 0 0,1 0 0,-1 1 0,0-1 0,0 1 0,1 0 0,-1 0 0,0 0 0,0 0 0,0 1 0,-8-1 0,-1 1 323,0 0 0,0 1 0,0 1 0,0 0 0,-19 6 0,-3 3 132,2 1 0,-1 2 1,-52 31-1,-89 68 134,156-100-967,-185 142-3013,11 15-6309,140-116 2956,15-2-3737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8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0 12901,'-6'9'1504,"1"-1"1,-1-1-1,-1 1 0,-10 9 1,10-10-803,1 0 0,-1 0 0,1 0 0,-9 17 0,-40 77 3057,-112 234-983,154-299-4664,-18 72 0,22-59-2672,0 2-4543,3-20-942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6:58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32 14173,'-7'-31'7737,"26"39"-5833,-3 1-372,22-6-344,29 8-211,-3 1-237,15 5-212,3-6-400,11 3-920,15 1-413,3-4-771,0-2-1016,0 2-3493,0-2-5988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14421,'-24'8'7303,"20"-7"-3863,9 12 244,0-2-2951,5 26-524,-1 1 0,-2-1-1,-2 1 1,-1 0 0,-2 1-1,-2-1 1,-1 0 0,-2 1 0,-10 46-1,-10 23 342,-71 204-1,79-271-535,-8 22-145,2 2-1,-18 100 1,28-103-1711,-5 43-3370,15-92 2848,1 0 0,0 0 0,4 18 0,5 13-10529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41 12153,'0'0'2299,"1"-4"15,1-21 1062,-2 14 601,5 11-2846,10 1-820,-1 0-1,0 1 1,1 1-1,-1 1 1,0 0-1,-1 0 1,1 2-1,15 7 1,15 11 182,45 32 0,-27-13-118,64 57 0,-102-79-309,-1 2 0,-1 0 0,-1 2 0,-1 0 0,22 36 0,-38-53-52,0-1-1,0 1 1,-1-1-1,0 1 1,0 0-1,-1 1 1,0-1-1,-1 0 0,1 1 1,-2-1-1,1 0 1,-1 1-1,0-1 1,-3 16-1,1-17-5,0 1-1,-1 0 0,0-1 1,0 0-1,-1 0 1,0 0-1,0 0 1,-1-1-1,1 1 1,-1-1-1,-1 0 0,1-1 1,-1 1-1,0-1 1,-13 8-1,-7 3-25,0-1 1,-1-1-1,-1-1 0,0-2 1,-31 8-1,-154 30-1164,154-37 553,-231 37-3351,94-19-6744,129-18-169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3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408 112 5805,'0'0'13879,"0"-3"-13464,2-28 243,-1 27 723,-4 5-1383,-32 1 23,32-2-17,5 0-291,0-1 318,0 0 0,0 0 0,0 0 0,0 0 0,0 0 0,0 0 0,0 0 0,0-1 0,-1 1 0,1 0-1,1-3 1,-24-13 90,19 16 510,5 0-512,-1 0-284,0 1 255,-1-1 1,1 1 0,0-1 0,-1 1 0,1-1 0,-1 0 0,1 1 0,-1-1 0,0 0 0,1 0 0,-1 0 0,0 0 0,1 0 0,-1-1 0,0 1-1,0 0 1,0 0 0,0-1 0,0 1 0,0-1 0,-1 1 0,1-1 0,0-1 0,4-9 4,-4 9 1163,-6 5-670,-5 2-287,-1 0 0,1 1 1,0 0-1,0 1 1,0 0-1,1 1 0,-13 11 1,-60 65 1452,68-68-1590,-21 24 423,-44 65 0,79-104-585,-14 19-3,2 1 0,0 1 0,0 0 0,2 0 0,1 1 0,1 1 0,0-1 0,2 1 0,1 1 0,1-1 0,-3 45 0,7-48-429,2 0 1,0-1 0,1 1 0,1 0 0,0-1 0,2 0 0,0 0 0,1 0 0,1-1 0,1 0-1,0-1 1,2 0 0,22 29 0,-17-27-964,0 0-1,2-2 1,32 26 0,28 9-5881,-3-9-3454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3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 10941,'0'0'45,"0"0"1,0 0-1,0 0 0,0 0 0,-1 0 1,1 0-1,0 0 0,0 0 0,0 0 1,0 0-1,0-1 0,-1 1 1,1 0-1,0 0 0,0 0 0,0 0 1,0 0-1,0 0 0,0 0 1,0-1-1,-1 1 0,1 0 0,0 0 1,0 0-1,0 0 0,0-1 0,0 1 1,0 0-1,0 0 0,0 0 1,0 0-1,0-1 0,0 1 0,0 0 1,0 0-1,0 0 0,0 0 0,0-1 1,0 1-1,0 0 0,0 0 1,0 0-1,0 0 0,0 0 0,0-1 1,1 1-1,-1 0 0,0 0 0,0 0 1,0 0-1,0 0 0,0-1 1,0 1-1,0 0 0,1 0 0,-1 0 1,0 0-1,0 0 0,0 0 1,0 0-1,0 0 0,1 0 0,-1 0 1,0 0-1,0 0 0,0 0 0,1-1 1,20-3 3188,24 3-186,-37 3-2829,1 1 1,-1 1-1,0-1 1,-1 1-1,1 1 1,-1-1-1,1 1 1,-1 1 0,-1-1-1,1 1 1,-1 0-1,0 1 1,-1 0-1,1-1 1,7 15-1,-10-14-31,0-1-1,-1 1 0,0 0 1,0 0-1,-1 0 0,0 0 1,0 1-1,0-1 0,-1 11 1,-8 58 652,4-55-631,0-1 0,-2 1 0,-1-1 0,0 0 0,-19 35 0,4-18 185,-47 62 1,57-79-237,12-20-152,-1 1-1,1-1 0,0 0 0,0 0 1,0 0-1,0 1 0,0-1 0,0 0 1,0 0-1,0 0 0,0 1 0,1-1 1,-1 0-1,0 0 0,0 0 0,0 1 1,0-1-1,0 0 0,0 0 0,0 0 1,0 0-1,0 1 0,1-1 0,-1 0 1,0 0-1,0 0 0,0 0 0,0 0 1,1 0-1,-1 1 0,0-1 0,0 0 1,0 0-1,0 0 0,1 0 0,-1 0 1,0 0-1,0 0 0,0 0 0,1 0 1,-1 0-1,0 0 0,0 0 0,1 0 1,-1 0-1,0 0 0,41-12 88,-30 6-122,1 1 1,-2-1-1,1-1 0,18-14 0,0 0-93,1-3-110,-1-1 0,36-39-1,-36 34 18,49-41 1,-74 69 344,2 14 303,-4-10-398,-1 1 1,0 0-1,-1-1 0,1 1 0,0 0 1,-1-1-1,0 1 0,1 0 1,-1 0-1,0-1 0,-1 1 1,1 0-1,-1 4 0,-12 43 195,6-23-89,1-4-81,2 0 0,1 0 0,1 1 0,1-1 0,2 25 0,0-36-289,1 0 1,0-1-1,0 0 1,2 1-1,-1-1 1,1 0-1,1-1 1,0 1 0,0-1-1,1 0 1,14 18-1,-7-12-892,2-1 0,-1-1 0,2-1-1,0 0 1,19 12 0,-13-12-3648,42 19-1,-25-17-2703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4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 12653,'-44'17'2192,"-4"-26"73,32 4 187,-9 7-368,-1 1-388,4-3-236,3 6-292,-3 0-280,3 2-163,0 7-161,-3 2-480,12 0-960,4-3-561,-4 0-1067,1 1-956,-1 8-2465,4-3-5120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4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8661,'0'0'157,"1"1"1,0-1-1,0 0 1,-1 0-1,1 1 0,0-1 1,0 1-1,-1-1 1,1 0-1,0 1 1,-1-1-1,1 1 0,-1 0 1,1-1-1,0 1 1,-1-1-1,1 1 1,-1 0-1,0 0 0,1 0 1,-13 6 4490,-14 4-1036,14-2-2535,0 1 1,1 0-1,1 0 0,0 1 1,-10 13-1,-21 22 490,1-9-690,-23 23-289,26-14-3389,-3-7-4914,27-28 2669,-6 4-6131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5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8833,'-9'23'4832,"-2"4"2579,9-8-7916,4 4 976,6 197 1791,-10-197-2215,0 0 0,-1-1 0,-1 1 0,-1-1 0,-1 0 0,-1-1 0,-13 30 0,-16 28 99,35-77-183,8 12 60,-6-13-25,-1-1 1,1 1-1,-1-1 0,1 1 1,-1 0-1,1-1 0,0 0 0,-1 1 1,1-1-1,0 1 0,-1-1 0,1 0 1,0 1-1,-1-1 0,1 0 1,0 0-1,0 0 0,0 1 0,-1-1 1,1 0-1,0 0 0,0 0 1,1-1-1,23-7-53,27-25-25,-42 25 81,53-37 23,61-57 1,-96 74 463,-25 25 222,-16 25 690,-8 18-656,2 0 0,-25 79 0,39-103-830,1 0 1,1 0 0,0 0 0,1 0 0,1 1 0,1-1 0,0 1-1,1-1 1,1 0 0,1 1 0,4 17 0,-3-21-452,1 0 0,0 0 0,0 0 0,2 0 0,-1-1 0,12 14 0,-12-18-540,0-1 1,0 0-1,15 11 1,-11-11-1098,0 0 0,1-1 0,12 6 0,15 5-5575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5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 5837,'0'0'1690,"4"0"-93,-3 0-1437,11 0 698,0 0 0,-1 1-1,1 0 1,0 1 0,13 3 0,-23-4-731,0 0 0,-1-1 0,1 1 0,0 0 1,0 0-1,0 0 0,-1 0 0,1 0 0,-1 1 0,1-1 0,-1 0 0,1 1 0,-1-1 0,0 1 0,1 0 0,1 2 0,-3-1-52,1-1 1,-1 0-1,0 0 0,1 0 0,-1 0 1,0 1-1,0-1 0,-1 0 1,1 0-1,0 0 0,-1 1 0,1-1 1,-1 0-1,0 0 0,1 0 0,-1 0 1,0 0-1,0 0 0,-3 2 0,-7 14 294,-1 0 0,-1-1 0,-1-1 0,0 0 0,-27 21 0,-92 63 1177,22-18-407,108-80-1081,1 0-1,-1 0 1,1 1 0,0-1-1,-1 1 1,1-1 0,0 1 0,-3 6-1,5-9-50,0 1-1,-1 0 1,1 0-1,0-1 1,0 1-1,0 0 1,0 0-1,-1-1 0,1 1 1,0 0-1,0 0 1,1-1-1,-1 1 1,0 0-1,0 0 1,0-1-1,0 1 0,1 0 1,-1 0-1,0-1 1,1 1-1,-1 0 1,0-1-1,2 2 0,1 0-97,0 0 0,0 0 0,0 0 0,1 0 0,-1-1 0,1 0 0,-1 1 0,1-1-1,-1-1 1,1 1 0,0 0 0,-1-1 0,1 0 0,4 0 0,12 0-889,1 0 0,-1-2 0,0 0-1,0-1 1,37-11 0,44-23-6609,-60 21 1734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 8981,'-7'34'2112,"-2"-26"-116,-10 12-104,0 0-271,0-2-289,3-1-180,-3 6-392,-10 11-144,10-11-136,-3 0-256,-3-3-692,6 0-876,9-9-808,-6 9-2933,0 0-4048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69 7037,'-16'-15'1962,"16"15"-1876,0-1 0,0 1-1,-1-1 1,1 1 0,0-1-1,0 1 1,0-1 0,0 0-1,0 1 1,0-1 0,0 1-1,0-1 1,0 1-1,0-1 1,1 1 0,-1-1-1,0 1 1,0-1 0,0 1-1,1-1 1,-1 1 0,0-1-1,1 1 1,-1-1 0,0 1-1,1-1 1,-1 1-1,0 0 1,1-1 0,-1 1-1,1 0 1,-1-1 0,2 1-1,5-10 2207,-6 5 2832,-5-4-4990,-1-5 1839,14 23-802,-1 1-1114,0 1-1,-1 0 0,-1 0 1,0 1-1,0 0 0,-1 0 1,-1 0-1,0 1 0,-1-1 1,0 1-1,-1 0 0,0 0 1,-1 0-1,0 0 0,-1 0 1,-1 0-1,0 0 0,-5 20 1,0-8-48,-2-1 0,0 0 0,-2-1 0,-1 1 0,0-2 0,-2 0 0,0 0 0,-26 30 1,3-7-23,-70 68 0,102-110 0,-1 2-5,-1 0 0,1 0 0,0 0 0,0 1 0,1-1 0,-6 9 0,39-18-80,-18 1 84,0 0-1,-1 0 0,1-1 0,-1-1 0,0 0 1,0 0-1,0-1 0,15-11 0,73-69-73,-59 49 65,146-135 301,-184 173-171,0 1-1,1-1 0,-1 1 1,0-1-1,0 1 0,0-1 1,0 1-1,0-1 0,0 1 1,0 0-1,-1-1 0,1 1 1,-1 0-1,1 3 0,-2 9 107,0 1 0,-2-1 0,0 0 1,-6 17-1,4-11 109,-7 38 0,9-25-330,0-1 0,3 1 0,1-1 1,8 57-1,-6-74-654,1 0-1,0 0 1,2 0-1,-1-1 1,9 15 0,-8-19-710,0 0-1,0-1 1,1 0 0,0-1 0,0 0 0,1 0 0,17 13 0,5-1-7488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65 7589,'0'-1'254,"-1"-1"1,1 0 0,0 0 0,0 0 0,-1 1-1,1-1 1,0 0 0,1 0 0,-1 0 0,0 1-1,0-1 1,1 0 0,-1 0 0,1 1-1,0-1 1,-1 0 0,1 1 0,0-1 0,0 1-1,0-1 1,0 1 0,0-1 0,0 1 0,3-3-1,-2 2 42,1 0 0,0-1-1,0 1 1,0 0 0,0 1-1,1-1 1,-1 0 0,0 1-1,1 0 1,-1 0 0,5-1-1,-5 3-214,-1 0 0,1 0 0,-1 0 0,1 0 0,-1 1 0,0-1 0,1 1 0,-1 0 0,0-1 0,0 1 0,0 0 0,0 0 0,1 3 0,0-1-28,-1 0-1,1 1 1,-1-1-1,0 1 1,-1-1-1,1 1 1,-1 0-1,0-1 1,0 1-1,0 0 1,-1 0-1,1 0 1,-1 0-1,-1 8 1,-2 9 332,-9 42 1,9-52-257,-9 35 295,-8 40 388,6-16-164,8-41-340,-5 41-1,11-67-292,-1 1 0,0 0 0,0-1 0,-1 0 0,1 1 0,-1-1-1,0 0 1,0 0 0,-1 0 0,1 0 0,-1 0 0,0-1-1,0 1 1,0-1 0,0 1 0,-1-1 0,1 0 0,-1-1 0,0 1-1,0-1 1,0 1 0,0-1 0,0 0 0,0-1 0,-5 2-1,-12 4-311,0-1-1,-1-1 1,-39 4-1,40-7-340,-38 4-1855,45-5-63,0 0-1,-25 6 0,22-1-5681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0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1 7417,'0'0'13380,"0"3"-12387,-2 3-543,1-2-275,1 0-1,-1 0 1,1 0 0,-1 0-1,1 0 1,0 0 0,0-1-1,1 1 1,-1 0 0,1 0 0,0 0-1,0 0 1,2 4 0,18 48 755,-3 0 1,-2 1-1,9 60 1,-21-83-714,-1 0 0,-1 1 1,-2-1-1,-1 1 1,-2-1-1,-12 57 0,6-56-107,-2-1 0,-1 0-1,-2-1 1,-1 0 0,-1-1 0,-2-1-1,-1-1 1,-35 42 0,6-17-466,-3-1 1,-3-3-1,-66 49 1,-137 71-5436,113-81-4168,76-42-802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1632 69 5392,'45'-12'7114,"-30"-3"-4671,-12 7 3409,-11-23-4528,7 28 1153,-1 4-2357,0-1 1,0 1 0,0-1 0,0 1-1,0 0 1,1 0 0,-1 0 0,0 0-1,0 0 1,0 1 0,1-1 0,-3 2-1,-3 4 177,-23 17 481,2 2 0,1 1 1,-33 42-1,8-8 36,-546 524 1558,279-309-2372,-87 137-7193,323-308-993,72-90 5713,-27 35-9458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678 83 6077,'4'-21'6040,"-1"8"-2522,-1 1 0,2-25 0,-8 39-3053,-4 0-269,4-1-103,1 0 0,-1 0 0,0 1 1,1-1-1,-1 1 0,1 0 0,0 0 0,-1 0 0,1 0 0,0 0 0,0 1 0,1-1 0,-5 5 1,-50 87 1572,54-87-1622,0 0-1,0-1 1,0 2 0,1-1 0,0 0 0,1 0-1,-1 1 1,2-1 0,-1 1 0,1-1 0,0 1 0,0-1-1,1 1 1,0-1 0,0 0 0,1 1 0,0-1 0,0 0-1,1 0 1,0 0 0,5 9 0,-3-10-137,1 1 0,0-1 0,0-1-1,1 1 1,0-1 0,0 0 0,0 0 0,0-1 0,11 5 0,-2-2-237,0 0-1,0-2 1,28 7 0,-33-10 284,0-1 0,0 0 0,1 0 0,-1-2 0,0 1 0,0-1 0,1-1 0,-1 0 1,0-1-1,0 0 0,-1 0 0,1-1 0,-1-1 0,1 0 0,-2 0 0,1-1 0,0 0 1,-1-1-1,0 0 0,-1 0 0,1-1 0,-2 0 0,1 0 0,-1-1 0,0 0 0,-1 0 1,0-1-1,0 0 0,6-16 0,-11 22 76,0 1 1,0 0-1,0-1 1,0 1-1,-1-1 1,0 1-1,0 0 1,0-1-1,0 1 0,0-1 1,0 1-1,-2-4 1,1 7 18,0 0 0,0 0-1,0 0 1,-1 0 0,1 1 0,0-1 0,0 1 0,0-1-1,0 1 1,0-1 0,0 1 0,0-1 0,0 1 0,0 0-1,-1 1 1,-7 6 244,0 0-1,0 1 1,1 0-1,0 0 1,1 1-1,-10 17 1,-33 72 1179,42-82-1258,-18 46 398,4 0 0,-19 81 1,-13 42-51,35-130-483,-4-1-1,-1-1 1,-3-1 0,-64 93 0,76-125-111,-2-1 1,0 0 0,-1-1-1,-1-1 1,0-1 0,-2 0-1,0-2 1,-1 0-1,0-2 1,-1 0 0,0-2-1,-1 0 1,-39 11-1,39-15 1,-1-2-1,-39 4 0,57-8 27,0-1-1,0 0 1,0 0-1,0 0 1,0-1-1,1 0 1,-1-1 0,0 0-1,1 0 1,-1 0-1,1-1 1,-1 1-1,1-2 1,-6-3-1,10 5 6,0 1 0,0-1-1,1 0 1,-1 0 0,1 0-1,-1-1 1,1 1 0,0 0 0,0 0-1,0-1 1,0 1 0,0-1 0,0 1-1,1-1 1,-1 1 0,1-1-1,0 1 1,0-1 0,0 1 0,0-1-1,0 1 1,0-1 0,2-3 0,-1-2 0,1 0 0,1-1 0,-1 1-1,1 0 1,6-11 0,0 6-15,0-1-1,0 1 0,2 0 0,-1 1 0,18-16 0,65-48-413,-84 69 373,75-52-1702,3 4 1,149-70-1,-93 64-2726,-46 30-2733,-22 13-2962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1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38 100 12317,'-25'-20'2276,"22"-5"-231,-1-1-253,1 12-464,0-1 1400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88 7789,'-1'0'94,"1"0"-1,-1-1 1,0 1 0,1 0 0,-1-1 0,0 1-1,0 0 1,0 0 0,1 0 0,-1 0 0,0 0-1,0 0 1,1 0 0,-1 0 0,0 0 0,0 0-1,0 0 1,1 0 0,-11 8 13298,15-9-13220,1 0 0,-1 0 0,0 0 0,1-1 0,-1 1 0,0-1 0,0 0-1,0-1 1,6-4 0,-8 6-59,4-2-5,0 1 1,0 0-1,0 0 1,0 0-1,0 1 1,0 0-1,0 0 1,0 1-1,0-1 0,0 1 1,1 1-1,-1-1 1,0 1-1,0 0 1,8 3-1,12 3 93,0 1 0,26 13 0,0 2-66,1-2-1,1-2 0,0-3 1,84 14-1,42-7-21,90 10-154,-127-23 74,148-10 1,141-33-59,-180-3 66,9-2-9,170 12-33,118 25-93,-263 3 97,305 24 2,-343-11 16,87-12-39,-192-4 11,428-36 14,-313 14-18,1285-23-174,-849 3 196,-220 7 6,-223 38-24,-156 1 19,308 18-70,167 0-534,-72-43-920,-413 17 1353,79 4-172,259 30 0,-137-3 265,-148-14-6,102 3 152,94-42-104,-256 19 24,0 3 0,0 4 0,0 3 1,124 20-1,-2 12-69,-185-32 92,1 0 0,29-1 0,10 1-81,-9 2 69,89-5 0,182-8-6,-241 10-37,117 3-17,73 0 16,-234-5 76,2 1 68,0-1 0,0-2 0,-1-1 0,0-2 0,58-17 0,-74 17-66,0 2 0,0 0-1,1 0 1,-1 2 0,1 0 0,-1 1-1,20 2 1,125 18 8,-84-8-41,-10 1 69,-41-7-70,0-1 0,43 2 0,-30-8-38,63-10 1,-97 11 23,0 1 0,0 1 0,0-1 1,0 1-1,-1 0 0,12 3 0,4 1-6,-8-3 6,1 1 0,-1 0 1,0 1-1,0 0 0,13 7 1,-23-10-91,-1 0 0,1 0 0,-1 0 0,1 0 0,0 0 0,-1-1 0,1 1-1,0-1 1,0 0 0,2 0 0,-5 0 42,0 0 1,1 0-1,-1 0 0,0 0 0,0 1 0,0-2 0,0 1 0,0 0 0,1 0 0,-1 0 0,0 0 0,0 0 0,0 0 0,0 0 0,0 0 0,1 0 0,-1 0 0,0 0 0,0 0 1,0 0-1,0 0 0,0 0 0,0-1 0,1 1 0,-1 0 0,0 0 0,0 0 0,0 0 0,0 0 0,0 0 0,0-1 0,0 1 0,0 0 0,0 0 0,0 0 0,0 0 0,0 0 1,0-1-1,0 1 0,0 0 0,0 0 0,0 0 0,0 0 0,0 0 0,0-1 0,0 1 0,0 0 0,0 0 0,0 0 0,0 0 0,0-1 0,-16-11-2180,-71-34-6309,43 23 284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8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46 6489,'0'0'63,"0"0"0,1-1 0,-1 1 0,0-1 0,0 1 1,0 0-1,0-1 0,-1 1 0,1 0 0,0-1 0,0 1 1,0 0-1,0-1 0,0 1 0,0 0 0,-1-1 1,1 1-1,0 0 0,0-1 0,0 1 0,-1 0 0,1-1 1,0 1-1,0 0 0,-1 0 0,1-1 0,0 1 0,-1 0 1,1 0-1,0 0 0,-1 0 0,1-1 0,0 1 0,-1 0 1,1 0-1,0 0 0,-1 0 0,1 0 0,0 0 1,-1 0-1,1 0 0,-1 0 0,1 0 0,0 0 0,-1 0 1,1 0-1,0 0 0,-1 0 0,1 0 0,-5 2 5221,11-7-3761,4-10 6427,-12 13-7493,0 0 0,-1 1-1,1 0 1,-1-1 0,1 1 0,-1 0-1,0 0 1,1 0 0,-1 1 0,0-1-1,-5 0 1,-9 0-912,13 1 2178,26-2-1588,-21 1-131,-1 1 1,1 0-1,-1 0 0,0 0 0,1 0 0,-1 0 0,1 0 1,-1 0-1,0 0 0,1 0 0,-1 0 0,0 0 1,1 0-1,-1 0 0,1 1 0,-1-1 0,0 0 0,1 0 1,-1 0-1,0 0 0,1 1 0,-1-1 0,0 0 0,1 0 1,-1 1-1,0-1 0,0 0 0,1 0 0,-1 1 1,0-1-1,0 0 0,1 1 0,-1-1 0,0 0 0,0 1 1,-3 19 332,-25 34 437,13-25-557,-18 50-217,4 2 0,-19 88 0,-20 170 0,40-155-270,29-184 40,0 0 1,0 0 0,0 1-1,1-1 1,-1 0-1,0 0 1,0 0-1,0-1 1,0 1-1,1 0 1,-1 0-1,0-1 1,0 1-1,0 0 1,2-2-1,1 0-402,0 0 0,1-1 0,-1 0 0,-1 0 1,1 0-1,0 0 0,-1 0 0,5-6 0,15-21-7473,-1-1-3944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19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35 11357,'-26'-7'2103,"20"5"2808,6 1-4736,0 0 0,0 0 0,0 0-1,-1 0 1,1 0 0,0 0 0,-1 0 0,1 0 0,-1 0-1,1 0 1,-1 0 0,1 0 0,-1 1 0,0-1 0,-1-1-1,-1-4 833,18 3-308,-9 3-587,1 0 1,0 1-1,0 0 0,0 0 0,-1 1 0,1-1 1,-1 2-1,8 2 0,49 27 215,-43-21-219,-1 2 0,0 0 0,-1 1 0,0 1-1,17 19 1,-29-28-56,0 1 0,0 0 0,-1 0 0,1 1 0,-2-1 0,1 1 0,-1 0 0,0 0 0,-1 1 0,0-1 0,0 1 0,-1 0 0,0 0 0,0-1 0,0 18 0,-2-20 24,-1 0-1,0-1 0,0 1 0,-1-1 0,1 0 1,-1 1-1,0-1 0,0 0 0,-1 0 1,0 0-1,0-1 0,-4 7 0,1-4 33,-1 1 0,0-1-1,-1 0 1,1-1 0,-1 0-1,-11 7 1,-3-2 44,1 0 0,-2-1 0,1-1 0,-43 10 0,-233 44-1426,265-54 449,13-3-1829,-1-1-1,-36 4 1,29-6-3172,12 6-3484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274 100 4988,'0'0'1777,"0"-3"-99,11-28 1267,-10 28-608,1 2-1873,-1-1 0,1 0 0,-1 0-1,0 0 1,1 0 0,-1 0 0,0 0 0,0 0-1,-1 0 1,2-3 0,-51-22 6875,31 17-5992,11 8-585,14 11-388,12 8-191,-1 1-1,-1 0 0,0 1 0,-2 1 1,0 1-1,17 31 0,-26-41-151,-1 0 0,-1 0 0,0 0 0,-1 0 0,0 1 0,0-1-1,-1 1 1,-1 0 0,0-1 0,-1 1 0,0 0 0,0 0 0,-1 0 0,-1-1-1,0 1 1,-4 11 0,0-7-11,0 0 0,-1 0 1,-1 0-1,0-1 0,-1 0 0,-1-1 0,0 0 1,-1-1-1,-19 19 0,-8 3 6,-79 53 0,19-16 44,72-48-59,24-22-5,6-2-34,10-1-37,0-1 1,0 0-1,-1-1 1,0 0 0,1-1-1,-1-1 1,0 0-1,-1 0 1,21-14-1,14-10-350,46-39-1,-86 62 380,38-29-160,-1-2 1,-2-2-1,-2-2 1,-2-2-1,-2-1 1,42-67 0,-62 83 370,12-17 516,-26 43-216,-7 22 874,-4 18-1095,2 1 0,1 0 1,2 0-1,2 50 0,2-71-177,1 0 0,1-1 0,1 1 0,0-1 0,1 1 0,1-1 0,1 0-1,0-1 1,2 1 0,-1-1 0,20 28 0,-12-25-736,1-1 1,0-1-1,2-1 0,-1-1 0,2 0 1,0-1-1,1-1 0,0-1 1,1 0-1,32 11 0,-20-11-1016,-1-1 0,1-2-1,1-2 1,-1-1 0,1-1-1,59 0 1,-30-5-9135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24 11165,'-2'-3'1122,"0"1"1,-1 0-1,1 0 1,0 0-1,-1 1 0,1-1 1,-1 0-1,-5-1 0,-7-1 10043,15 4-11160,0 0 0,0 0 0,0 0 0,0 0 0,0 0 0,0 0-1,0 1 1,0-1 0,0 0 0,0 0 0,0 0 0,0 0 0,0 0 0,0 1 0,0-1 0,0 0 0,0 0 0,0 0 0,0 0 0,0 0 0,0 0-1,0 1 1,0-1 0,0 0 0,0 0 0,0 0 0,0 0 0,0 0 0,1 0 0,-1 0 0,0 1 0,0-1 0,0 0 0,0 0 0,0 0 0,0 0-1,0 0 1,0 0 0,1 0 0,-1 0 0,0 0 0,0 0 0,0 0 0,0 0 0,0 0 0,0 0 0,1 0 0,-1 0 0,0 0 0,0 0-1,0 0 1,0 0 0,0 0 0,1 0 0,4 3 58,1 18-61,-5-7-147,0 1-1,-1 0 1,-1 0-1,0-1 1,-2 1 0,1-1-1,-9 25 1,-41 100-2807,48-130 2675,-35 79-12102,24-42-633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2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45 7297,'2'-13'3630,"-7"2"10799,0 7-10665,-4-3-6414,7 5 3957,-16-3-880,10 3-109,2 14-147,5-4-93,1-1 1,0 1 0,0-1 0,0 0 0,1 1 0,0-1 0,0 1-1,5 12 1,23 55 362,31 53 41,28 65-69,-73-153-334,-1 1-1,16 82 1,-26-94-50,0 1 1,-2 0 0,-2-1-1,0 1 1,-7 45 0,4-58-41,-1 1-1,-1-1 1,0 0 0,-1 0 0,-1-1 0,0 0 0,-1 0-1,-1 0 1,-1-1 0,-17 20 0,-4 0-644,-2-2 0,-1-2 0,-2-1 0,-1-1 0,-64 37 1,-55 16-4070,-6-8-4433,88-42-1078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13 7021,'-18'-10'2502,"15"8"420,11 6-962,-7-3-1864,-1-1 1,1 1-1,-1-1 1,1 1 0,-1 0-1,1-1 1,-1 1-1,1 0 1,-1-1 0,0 1-1,1 0 1,-1-1-1,0 1 1,0 0 0,0 0-1,1 0 1,-1-1-1,0 1 1,0 0 0,0 0-1,0-1 1,0 1 0,0 0-1,-1 0 1,1 0-1,0-1 1,0 1 0,-1 0-1,1 0 1,0-1-1,-1 1 1,1 0 0,0-1-1,-1 1 1,1 0-1,-2 0 1,-23 35 1964,11-18-973,-19 36 439,3 2 0,2 1 0,2 1 0,-32 111 0,37-87-1211,4 0 0,3 1 0,-3 98 0,15-141-654,3 0-1,0 0 1,3 0-1,1 0 0,11 38 1,-11-58-241,1-1 0,1 0 0,0 0 0,2-1 0,0 0 0,0-1 0,2 0-1,0 0 1,1-1 0,1-1 0,29 28 0,-21-26-1620,1-1 0,0 0-1,37 17 1,16 0-7067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16670,'73'-22'2916,"-47"-10"-396,-4 18-396,-9 5-420,6-2-412,0-1-279,-7 4-453,4 2-584,0-2-1088,0-1-841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3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 14937,'-21'-4'3116,"18"7"534,5 12-1990,-2-14-1295,23 99 8017,-22-85-8263,6 46 60,-3 1 1,-4 69-1,-3-91-179,-2 0 0,-2 0 0,-1-1 0,-16 44 0,7-36-650,-77 217-12363,88-248 6738,8 3-3570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47 11861,'-4'-7'686,"3"6"-505,0 0 0,1 0-1,-1 0 1,0-1 0,0 1-1,0 0 1,1 0 0,-1-1 0,1 1-1,-1 0 1,1-1 0,-1 1-1,1-1 1,0 1 0,0 0 0,0-1-1,-1 1 1,1-1 0,1 1-1,-1-1 1,0 1 0,0 0-1,0-1 1,1 1 0,2-5 4163,14 25-1562,11 9-1625,86 96 1169,-94-100-2111,-1 1-1,-1 1 0,19 36 0,-34-55-171,1 0 0,-1 1 0,-1-1-1,1 1 1,-1-1 0,-1 1 0,1 0-1,-1 0 1,-1 0 0,0 0 0,0 0-1,0 0 1,-1 0 0,0-1 0,0 1-1,-1 0 1,0 0 0,-1-1 0,0 1-1,0-1 1,0 0 0,-1 0 0,0 0-1,0-1 1,-1 1 0,0-1 0,0 0-1,0 0 1,-1 0 0,-10 7 0,-13 7 64,0-1 1,-1-1-1,-1-2 1,-54 20-1,-16 8-1327,79-33 205,5-3-221,1 0-1,-21 14 1,33-18 20,-1-1 0,1 1 1,0 0-1,0 0 1,1 0-1,-1 0 0,-2 6 1,-2 5-10526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11933,'1'15'1395,"3"-14"86,8-23 1771,7-15 1360,-18 37-4348,-1-1-1,1 0 0,0 0 1,0 1-1,-1-1 1,1 0-1,0 1 0,0-1 1,0 1-1,0-1 0,0 1 1,-1-1-1,1 1 0,0 0 1,0 0-1,0-1 0,0 1 1,0 0-1,0 0 0,2 0 1,-1 0-171,-1 0 0,1 1 0,0-1 1,0 1-1,-1 0 0,1-1 0,-1 1 1,1 0-1,0 0 0,-1 0 0,2 1 1,1 2-101,1-1 1,-1 1 0,-1 0 0,1 1 0,-1-1 0,1 1 0,2 6-1,6 10 119,-2 1-1,0 0 1,-2 0-1,0 1 1,7 38-1,-10-37-64,-2 1 0,0-1-1,-1 1 1,-2 0 0,0 0 0,-8 47-1,3-53-30,0 0-1,-1 0 0,-2-1 1,1 0-1,-2-1 0,0 0 0,-2 0 1,0-1-1,0 0 0,-1-1 1,-16 15-1,26-27 29,14-19-42,-6 10-6,35-37-33,53-43-1,-21 21-1,83-89-11,-74 71 83,-69 70 271,1 1-1,0 1 1,0 0-1,20-11 1,-34 22-295,0 0 1,0 0-1,0 0 1,0 1-1,0-1 1,0 0 0,0 0-1,0 0 1,0 0-1,0 0 1,0 0-1,0 0 1,0 0 0,0 0-1,0 1 1,0-1-1,0 0 1,0 0-1,0 0 1,0 0 0,0 0-1,0 0 1,0 0-1,0 0 1,0 0-1,0 1 1,0-1 0,0 0-1,0 0 1,0 0-1,0 0 1,0 0-1,0 0 1,0 0 0,0 0-1,0 0 1,1 0-1,-1 0 1,0 0-1,0 0 1,0 1 0,0-1-1,0 0 1,0 0-1,0 0 1,0 0-1,0 0 1,0 0 0,1 0-1,-1 0 1,0 0-1,0 0 1,0 0-1,0 0 1,0 0 0,0 0-1,0 0 1,0 0-1,1 0 1,-1 0-1,0 0 1,0 21 24,-1 45 42,3-1-1,13 72 1,-12-117-73,1 0-1,2 0 1,0 0-1,1 0 1,0-1 0,2 0-1,0-1 1,2 0-1,0-1 1,0 0-1,17 18 1,-21-28 5,4 7-94,1-2 0,1 0 0,0 0 1,1-1-1,26 16 0,-12-11-927,0-1 1,1-1-1,1-1 0,41 11 0,-48-19-875,0 0 0,40 3 1,11-6-5960,-14-2-2855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5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7749,'8'-9'1433,"1"1"0,0 0 1,1 1-1,-1 0 0,1 0 1,1 1-1,19-9 0,-22 12-917,0 0 0,0 0-1,1 1 1,-1 1 0,1-1 0,16 0-1,-16 2-293,0 0-1,-1 1 0,1-1 0,-1 2 0,16 3 0,-20-3-176,-1-1 0,1 1 1,-1 0-1,0 0 0,0 0 0,0 0 0,0 0 0,0 1 1,-1-1-1,1 1 0,-1 0 0,1 0 0,-1 0 0,0 0 0,0 0 1,0 0-1,1 5 0,0-1-6,0-1 0,-1 1 0,0 0-1,-1 0 1,1 0 0,-1 0 0,-1 0 0,1 0 0,-1 1 0,0-1 0,-1 0 0,-2 11-1,0-6 0,0 1 1,-1-1-1,-1-1 0,0 1 0,-1-1 0,-11 17 0,-9 9 120,-3-3 0,0 0 0,-39 33 0,39-39 109,-3 12 1229,33-39-1453,0 1 0,0-1 0,0 0 0,0 0 0,0 0 0,0 0 0,0 0 0,0 0 0,0 0 0,1 0 0,-1 0 0,0 0 1,1 0-1,-1-1 0,2 2 0,4 0 6,0 1 0,0-1 0,0 0 0,0 0 0,0-1 0,0 0 0,12 0 0,57-4 56,-38 0-192,57-1-1058,200-14-2149,-150-6-1209,-104 14 216,57-22 0,-55 14-4444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5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1 13857,'10'42'9422,"-6"-30"-8757,0 0 0,1-1-1,0 1 1,1-1 0,11 15 0,16 23 361,-1 2 1,-3 2-1,28 71 0,-49-104-933,-1 0-1,-1 1 1,-1 0 0,-1 0-1,-1 1 1,-1-1-1,0 0 1,-2 1 0,0 0-1,-2-1 1,0 0-1,-9 34 1,0-22-188,-1-2-1,-1 1 1,-2-1-1,-2-1 1,0-1-1,-2 0 1,-1-2-1,-1 0 1,-37 36 0,-10 1-2321,-2-3 0,-99 65 0,3-23-3901,95-61 713,0 2-3866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56 6109,'9'-4'423,"16"-6"539,-24 10-875,0-1-1,0 1 1,0 0 0,-1 0-1,1 0 1,0 0 0,0 0-1,0 0 1,0 0-1,0 0 1,0 1 0,0-1-1,0 0 1,-1 0-1,1 1 1,0-1 0,0 1-1,0-1 1,0 0-1,-1 1 1,1 0 0,0-1-1,0 2 1,0-2 44,0 1-1,0-1 1,0 0-1,0 1 1,0-1 0,0 0-1,1 0 1,-1 0 0,0 0-1,0 0 1,0 0-1,0 0 1,0 0 0,0 0-1,0 0 1,0 0 0,0-1-1,0 1 1,1-1-1,1 0 257,54-13 3759,-54 14-1338,-5-2-2524,2 0-214,-1 0-1,-1 0 0,1 0 0,0 1 0,0-1 0,-1 0 0,1 1 0,-1-1 0,1 1 0,-1 0 0,1 0 0,-1-1 0,0 1 0,0 0 0,0 0 0,0 1 0,0-1 0,0 0 1,0 1-1,-3-2 0,-2 1 214,0 0 1,0 1 0,0-1 0,0 1 0,0 1-1,0-1 1,0 1 0,0 0 0,0 1 0,0 0 0,0 0-1,0 0 1,1 1 0,-1 0 0,1 0 0,0 1-1,0 0 1,0 0 0,0 0 0,1 1 0,-9 9 0,-9 8 501,1 0 0,1 2 1,1 1-1,1 0 0,-26 47 1,28-37-603,0 0 0,3 1 1,0 0-1,-10 53 0,15-48-232,3 0 1,1 0-1,2 0 0,1 0 0,3 1 0,1-1 0,2 0 0,2 0 0,22 77 0,-18-90-650,1-1 0,2 0 0,0-1 0,2 0 0,1-1 0,1 0 0,36 39 0,-17-27-2767,1-2 1,2-1 0,72 48 0,-23-29-6742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6341,'13'-24'1576,"-10"19"4016,12-8-3302,-9 8 1407,-5 4-3376,0 0 0,0-1 0,0 1 0,1 0 0,-1 1 0,0-1 0,1 0 0,-1 0 0,1 1 0,-1-1 0,1 0 0,-1 1 0,1-1 0,-1 1 0,1 0 0,0 0 0,-1 0 0,1-1 0,-1 2 0,1-1 0,2 0 0,11 6-825,-14-3 529,0-1 0,0 1 0,-1 0 0,1 0 0,-1-1 0,0 1 0,0 0 0,0 0 1,0-1-1,-1 6 0,11 78 310,-10-83-322,0 0-1,1 0 1,-1 0-1,1 0 1,0 0 0,0 0-1,0 0 1,2 5-1,0-2 15,-1-4-18,0-1 1,0 1-1,1-1 1,-1 1-1,0-1 0,1 0 1,-1 1-1,0-1 0,1-1 1,4 2-1,-7-2-8,3 1 2,0-1 0,0 1 0,0-1 0,0 0-1,0-1 1,0 1 0,0 0 0,-1-1 0,1 0 0,0 1-1,0-1 1,-1 0 0,1 0 0,0-1 0,-1 1 0,1-1 0,2-1-1,0-2 1,0 1 0,0-1 0,0 0-1,-1-1 1,0 1 0,0-1-1,-1 0 1,0 1 0,5-12-1,-2 2-26,-1 0-1,5-29 0,-10 42-4,-2 0 23,0 0 1,-1 1 0,0-1-1,1 1 1,-1 0 0,0 0-1,0 0 1,1 0 0,-5-1-1,4 4-4,0-1 0,1 1 0,-1-1 0,1 1-1,0 0 1,-1 0 0,1 0 0,0 0 0,0 0-1,0 1 1,0-1 0,1 1 0,-1-1 0,1 1-1,-2 3 1,2-4-30,-1-3-229,0 0 261,0 0-1,0 0 0,1-1 1,-1 1-1,0-1 0,1 1 0,-1-1 1,1 0-1,-2-2 0,-3-3-6,-36-27-789,40 33 316,15 15-13033,3-2 5062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46 5432,'0'0'11010,"-2"-2"-9464,-4-6-1206,2 4 937,1-1 1,-2 1-1,1-1 1,0 1-1,-1 0 1,-9-6 2932,29 20-2787,-9-5-1288,1 1 0,-2 0 1,1 0-1,-1 0 0,0 1 1,5 8-1,11 14 59,37 44-375,86 104-1510,-67-104-3266,-46-45 269,-2 0-4345,-16-16-200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8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20 13849,'-67'-20'3027,"62"20"-2536,-1 0 0,1 0 1,0 1-1,-1 0 1,1 0-1,0 0 1,-1 0-1,1 1 1,0 0-1,0 0 1,0 0-1,1 1 0,-1-1 1,0 1-1,1 1 1,0-1-1,-5 5 1,-8 7 169,0 1 1,2 1 0,0 0-1,1 1 1,1 1 0,-19 33-1,13-14-1763,1 1-1,-20 68 1,29-80-1154,-17 32 0,-3 10-7673,21-38 308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 9513,'-19'-17'11520,"9"9"-5036,15 24-3466,14 20-2762,1-1 0,2-1 0,42 50 0,-37-52-2581,56 50 1,-44-47-2472,3 0-4309,-20-16-920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26 13429,'-39'-26'2824,"17"37"-111,-13 7-493,13-1-368,9-6-324,-9 9-300,-16 20-344,6-3-123,1 9-301,-4 0-840,9 2-629,-2 4-683,-4-6-972,-6-1-988,0 1-1869,12 5-4476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2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22 11785,'0'-1'253,"-1"-1"-1,0 1 1,0-1 0,0 1-1,0 0 1,-1 0 0,1-1-1,0 1 1,0 0 0,-1 0-1,1 0 1,0 0 0,-1 0-1,1 1 1,-1-1-1,0 0 1,1 1 0,-1-1-1,1 1 1,-1-1 0,0 1-1,1 0 1,-1 0 0,0 0-1,0 0 1,1 0 0,-1 0-1,0 0 1,1 1 0,-1-1-1,0 0 1,1 1 0,-3 1-1,-2 3 3372,1 8-2711,3-9-187,-30 78 462,4 0 0,3 2 0,4 1 1,4 0-1,-9 114 0,11-74-1417,8-76-612,-2 69 1,9-116 758,0 42-4022,3 2-6865,0-15-1749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30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3 16093,'4'-1'2832,"15"0"-1796,-1 1-1,1 0 1,-1 1 0,0 1-1,22 5 1,-12 0-98,-1 1-1,50 22 0,-36-9-556,-1 1 0,-1 2 0,-1 1 0,36 32-1,-65-49-307,-1-1-1,1 2 0,-1-1 0,0 1 1,-1 1-1,0-1 0,9 18 0,-14-23-57,0 0-1,0 1 0,-1-1 1,0 0-1,0 1 0,0-1 1,0 1-1,-1-1 1,1 1-1,-1-1 0,0 1 1,-1-1-1,1 1 0,-1-1 1,0 1-1,0-1 0,0 0 1,0 1-1,-1-1 0,0 0 1,0 0-1,-5 7 0,1-2 12,-1-2 0,0 1 0,0-1 0,-1 0 0,1-1 0,-2 1-1,1-2 1,-1 1 0,0-1 0,-17 7 0,-9 2-55,-59 14 0,-149 28-1785,-44 11-6988,276-64 7149,0 1 0,1 0 0,-12 6 1,-13 17-9127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31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7185,'4'-16'-46,"6"-12"12929,-2 15-6253,-9 11-6254,-1 0-1,1 0 0,1 0 0,-1 0 1,0 0-1,0-1 0,1 1 0,-1 0 1,1 0-1,-1-5 0,2 6-325,0-1 0,1 1-1,-1-1 1,0 1 0,0 0-1,1 0 1,-1 0 0,1-1-1,-1 1 1,1 1 0,-1-1-1,1 0 1,0 0 0,-1 0-1,1 1 1,0-1 0,-1 1 0,1 0-1,0-1 1,0 1 0,0 0-1,0 0 1,-1 0 0,1 0-1,0 0 1,0 1 0,0-1-1,-1 0 1,1 1 0,0-1-1,2 2 1,8 2-3,-1 1 0,1 1 0,15 9 0,-15-8 5,6 3-44,-1 1 0,-1 0-1,0 1 1,-1 1 0,0 0 0,-1 1-1,-1 1 1,0 0 0,-1 1-1,18 30 1,-24-36-4,-1 1 0,0 0-1,0 0 1,-1 0 0,-1 1 0,0 0 0,-1 0-1,0-1 1,0 1 0,-2 0 0,1 1 0,-1-1-1,-1 0 1,0 0 0,-1 0 0,0-1-1,-1 1 1,-7 17 0,0-7-4,-1-1 0,-1-1 0,-1 0 0,-1 0 0,0-1 0,-2-1 0,0-1 0,-1 0 0,0-1 0,-33 22 0,33-28 0,17-10 0,-1 1 0,0-1 0,0 1 0,1-1 0,-1 1 0,0-1 0,0 0 0,0 1 0,0-1 0,0 0 0,0 0 0,1 0 0,-1 1 0,0-1 0,0 0 0,0 0 0,0 0 0,0-1 0,0 1 0,0 0 0,0 0 0,0 0 0,-1-1 0,-1-8 0,3 9 0,-1-2 0,1-1 0,-1 1 0,1-1 0,-1 1 0,1 0 0,0-1 0,0 1 0,0-1 0,0 1 0,0-1 0,1 1 0,-1 0 0,1-1 0,0 1 0,-1 0 0,1-1 0,0 1 0,1 0 0,-1 0 0,0 0 0,0 0 0,3-2 0,40-51 0,-34 44 0,21-20-178,2 1 0,55-40 0,28-24-254,63-55-247,-178 149 698,-1 1 0,1-1 0,0 1 0,-1-1 0,1 0 0,-1 1 0,1-1 0,-1 1 0,0 0 0,1-1-1,-1 1 1,1-1 0,-1 1 0,0-1 0,1 1 0,-1 0 0,0-1 0,0 1 0,0 0 0,0-1 0,1 1 0,-1 0 0,0-1 0,0 2 0,1 8 127,-1 1 0,0-1 0,-1 1 1,0-1-1,0 0 0,-6 21 1,-2 23-7,6-18-133,1 1 1,2-1 0,2 1-1,7 41 1,-5-55-55,2-1 0,0 0 0,1 0 0,1 0 0,1-1 0,1 0 0,23 34 0,-25-44-428,1 0 0,1 0 0,0-1 1,0 0-1,1-1 0,0 0 1,1-1-1,0 0 0,0-1 0,25 11 1,-10-7-2044,34 9 0,29 1-6825,-43-10-494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31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43 10377,'-1'1'162,"-1"1"-1,1-1 1,-1 1-1,0-1 1,1 0-1,-1 1 1,0-1-1,0 0 1,0 0-1,0-1 1,0 1 0,0 0-1,0-1 1,0 1-1,-1-1 1,1 1-1,-2-1 1,1-1 218,0-1 0,0 1 1,0-1-1,0 1 0,0-1 0,0 0 1,1 0-1,-1 0 0,1 0 0,-3-3 1,4 4-293,-2-2 3806,15-23-340,-8 24-3436,-1 1 1,0 0-1,1 0 1,-1 0 0,0 1-1,1-1 1,-1 1 0,1 0-1,-1 0 1,1 0 0,-1 0-1,6 2 1,39 7 393,18 14 135,-52-18-567,-11-4-63,0 0 0,0 1 0,0-1 1,0 1-1,0-1 0,0 1 0,0 0 1,-1 0-1,1 0 0,-1 0 0,1 1 0,-1-1 1,0 1-1,0-1 0,0 1 0,0 0 1,-1-1-1,3 7 0,-3-6-7,0 1 0,-1-1 0,1 1 0,-1-1-1,0 1 1,0-1 0,-1 1 0,1-1 0,-1 1 0,1-1 0,-1 0-1,0 1 1,0-1 0,-4 6 0,-5 8 9,0 0 0,-1-1 0,-1 0 0,-28 27 0,26-28 13,9-10-28,1 0 0,0 0 0,-1 1 0,2-1 0,-1 1 0,1 0 0,0 0 0,0 0 0,0 1 0,1-1 0,0 1 0,0-1 0,1 1 0,0 0 0,0-1 0,0 1 0,1 0 0,0 0 0,1 0 0,-1-1 0,3 9 0,-2-11-22,0 0 1,0 0 0,-1 0 0,1 0-1,-1-1 1,0 1 0,0 0 0,0 0-1,0 0 1,-1 0 0,0 4 0,0-5 8,0-1 1,0 0-1,0 0 0,0 0 1,-1 0-1,1 0 0,0 0 1,-1-1-1,1 1 1,-1 0-1,0-1 0,0 1 1,1-1-1,-1 0 0,0 1 1,0-1-1,0 0 0,-1 0 1,-3 1-1,-14 4-697,0-1 0,0-1 0,-1 0 0,-25 0 0,-40-3-6134,57-1 1139,13 9-3339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32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0 10749,'0'1'119,"1"0"-1,-1 0 1,0 0-1,0 0 1,1 0-1,-1 0 1,0 0-1,0 0 1,0 0-1,-1 0 1,1 0 0,0 1-1,0-1 1,0 0-1,-1 0 1,1 0-1,-1 0 1,1-1-1,-1 1 1,1 0 0,-1 0-1,1 0 1,-1 0-1,0 0 1,1-1-1,-1 1 1,0 0-1,0 0 1,0-1-1,1 1 1,-1-1 0,0 1-1,0-1 1,0 1-1,0-1 1,0 1-1,0-1 1,0 0-1,-2 1 1,1-1 87,0 1 0,0 0 0,0 0 0,0 0 0,0 0 0,0 0 0,0 0 0,1 1 0,-1-1 0,0 1 0,1-1 0,-1 1 0,1 0 0,0-1 0,-1 1 0,1 0 0,0 0 0,0 0 0,-1 2 0,-2 13 569,1-1-1,1 1 1,0 0 0,1 0-1,1 0 1,2 17-1,17 107 1941,-12-100-2192,2 17 61,5 28 298,3 98 0,-16-158-823,-1 0-1,-2 0 1,0 0-1,-2-1 1,-1 1-1,0-1 1,-2 0-1,-14 33 1,12-42-239,0 0 0,-1 0 1,0-1-1,-1 0 0,-1-1 1,0 0-1,-1-1 0,-1 0 1,0-1-1,-1-1 0,0 0 1,-23 13-1,8-9-826,-1 0 0,0-2 0,-1-2 0,-1 0 0,-63 10 0,-101-1-8441,93-18-896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32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1 6749,'-2'12'4933,"-14"9"-2095,6-7-1233,-3 3-414,-1-2 0,-1 1 0,-17 13-1,-1 2 388,-5 6 156,1 2 1,-62 88-1,87-108-1544,0 1 1,1 0-1,1 1 1,1 1-1,0-1 1,2 2-1,1-1 0,1 1 1,-4 34-1,7-33-215,2 1 0,0-1-1,2 0 1,1 0-1,0 0 1,2 0 0,1 0-1,1-1 1,13 32 0,-6-27-523,1 0 0,1 0 1,2-2-1,0 0 1,2-1-1,38 39 1,-13-23-1913,72 54 0,0-17-4538,-10-17-3587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53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30 11625,'-2'-1'2133,"-12"-5"-665,-19-15 9282,32 20-8777,0 1-1876,0 0 1,0 0-1,0 0 1,0 1-1,0-1 1,0 0-1,1 0 1,-1 1-1,0-1 1,0 0 0,0 1-1,1-1 1,-1 1-1,0-1 1,1 1-1,-1 0 1,0-1-1,1 1 1,-1 0-1,1-1 1,-1 1-1,1 0 1,-1-1 0,1 1-1,-1 0 1,1 0-1,0 0 1,-1 0-1,1-1 1,0 1-1,0 1 1,-3 32 1241,3-28-1107,-19 694-106,16-643-126,-4 91 0,14 157 0,-2-237 23,10 85-27,-11-126-150,2-1-1,0 0 1,17 42 0,-17-55-477,0 2-1022,1 1 1,14 22-1,-18-33 33,1 0 0,0-1-1,0 1 1,0-1 0,0 0 0,7 5 0,12 6-10635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53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489 120 8429,'-20'-17'3160,"18"14"-2607,-1 0 0,-1 0 0,1 1 0,0-1 0,-1 1 0,1-1 0,-1 1 0,-6-2 0,-109-38 9290,118 42-9754,0-1 1,0 1-1,0 0 1,0 0-1,0-1 0,0 1 1,0-1-1,0 1 1,0-1-1,0 1 0,0-1 1,0 1-1,1-1 0,-1 0 1,0 1-1,0-1 1,1 0-1,-1 0 0,0 0 1,1 0-1,-1-1 1,1 1-61,0 1 1,0-1 0,1 0-1,-1 1 1,1-1 0,-1 1-1,1-1 1,-1 1 0,1-1 0,-1 1-1,1-1 1,-1 1 0,1-1-1,0 1 1,-1 0 0,1-1-1,0 1 1,-1 0 0,1-1 0,0 1-1,-1 0 1,2 0 0,47-10 332,-21 9-208,0 1-1,0 1 0,0 1 1,37 8-1,-12 2-30,65 24 1,-79-22-70,-2 1 0,69 39 1,-93-47-47,-1 1 0,-1 0 1,1 1-1,-1 0 0,-1 1 0,0 0 1,0 0-1,-1 1 0,-1 1 1,0 0-1,0 0 0,6 13 0,-12-20-5,-1 0-1,1 1 1,-1-1-1,0 0 0,0 1 1,-1-1-1,1 0 1,-1 1-1,0-1 0,-1 1 1,1-1-1,-1 0 1,0 1-1,-4 9 0,0 8 6,-2 1 0,0-1 0,-2-1 0,0 1 0,-2-2 0,0 1 0,-2-1 0,0-1-1,-1 0 1,-1-1 0,-18 17 0,-284 232 96,17-17-833,147-93-2261,128-127-150,-34 54 0,55-79 1778,1 0 0,0 0 0,0 0 1,-3 13-1,2 17-9786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7:54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580 348 6649,'1'-7'704,"-1"-1"1,0 1-1,0-1 1,-2-9-1,1 10 14,0 0-1,1 0 0,0 1 1,1-14-1,0 5 407,-1 1 0,0-1 0,-1 0 0,-5-27 0,2 15 42,1 15-465,0 1-1,-1 0 1,0 0 0,0 0 0,-1 1 0,-1-1 0,0 1-1,0 0 1,-15-17 0,20 26-576,-3 3 763,-8 18-546,0 1-1,2-1 1,0 2 0,-11 35-1,-21 102 1714,21-74-1616,-123 399-439,-24 98 0,148-496 0,4 1 0,-6 122 0,20-150 0,2 0 0,3-1 0,2 1 0,20 88 0,-17-117-223,1 0 0,1-1 1,2 0-1,1 0 0,20 32 0,-23-44-74,1-1 0,1-1 0,0 0 0,1 0 0,1-2 1,0 1-1,1-2 0,0 0 0,28 16 0,-21-16-1431,1-1 1,44 13 0,14-5-5078,25-7-6685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0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29 3720,'16'2'8305,"-33"-2"-3457,5 4-3563,34-26-132,-21 22-1474,15-11 1391,-13 9-4,-10 8-769,4-2-6,0 0 1,0 1-1,1-1 0,-1 0 1,1 1-1,0 0 1,0-1-1,1 1 1,0 0-1,-1 0 0,1 5 1,-8 21 403,4-21-595,0 1 0,0 0 0,1 1 0,1-1 0,0 1 0,1-1 0,0 1 0,0 0 0,1 0-1,1 0 1,0 0 0,1 0 0,0-1 0,1 1 0,0 0 0,1 0 0,0-1 0,1 0 0,0 0 0,1 0 0,0 0 0,1 0 0,0-1 0,0 0 0,1-1 0,1 1-1,-1-1 1,2-1 0,14 14 0,-3-6-69,1-1 0,0-1 0,1-1 0,1-1 0,0-1 0,0-1-1,1-1 1,0-1 0,31 6 0,-42-12-86,-1-1 1,1 0-1,0-1 1,0-1-1,-1 0 1,1 0-1,0-2 1,-1 1-1,0-2 1,1 1-1,16-9 1,-19 7-32,-1-1 0,0 0 0,-1 0 0,1-1 0,-1 0 0,0 0 0,-1-1 0,0 0 0,0 0 0,-1-1 0,11-18 0,-8 10-83,-1 0 0,-1 0 0,0-1 0,-1 0 0,6-36 0,-9 35 77,2-8-36,-1 0 0,-1 0 0,-2-1 0,-2-33 0,1 55 79,-3-5 34,-12 23 258,6-2-68,1 1-1,0 0 0,0 1 1,1 0-1,1 0 1,0 0-1,1 1 1,-7 21-1,-21 119 1012,23-98-824,-20 95 343,-86 388 630,86-431-1235,-4-1 0,-92 193 0,118-283-105,-24 46-254,-2 0-1,-64 87 1,92-142 188,0 0 0,0 0 0,-1-1 0,0 0 0,0 0 0,0-1 0,-12 7 0,17-11 52,0 0 0,0 0 0,-1 0 0,1 0 0,0 0 0,-1 0 0,1-1 0,-1 1 0,1-1 0,-1 0 0,1 0 0,-1 0 0,1 0 0,-1 0 0,1 0 0,-1-1 0,1 1 0,-1-1 0,1 1 0,0-1 0,-1 0 0,1 0 0,0 0 0,0-1 0,-1 1 0,1 0-1,0-1 1,0 1 0,1-1 0,-1 0 0,-2-3 0,-1-1-13,0-1 0,1 0-1,1-1 1,-1 1 0,1-1-1,0 1 1,1-1 0,0 0 0,0 0-1,1 0 1,0 0 0,0 0-1,1 0 1,0-10 0,1-3-13,1-1 1,1 1 0,1-1 0,8-26-1,-2 21-135,0 1-1,2 0 1,1 1 0,0 0-1,20-24 1,6-4-883,50-52-1,-58 74-14,2 1-1,0 1 0,44-28 0,53-24-7019,-48 37-1757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1230 104 9261,'-4'-6'670,"0"0"1,1-1 0,0 1-1,0 0 1,1-1-1,0 0 1,0 1 0,1-1-1,-2-12 1,3 17-396,0 0 0,0 1 0,0-1 0,-1 1 0,1-1 0,-1 0 0,1 1 0,-1-1 0,1 1 0,-1-1 0,0 1 0,0-1 0,0 1 0,-2-3 0,3 4-112,-1 0 0,1 0 0,-1 0 0,1 0-1,-1 1 1,1-1 0,-1 0 0,1 0 0,-1 0-1,1 1 1,0-1 0,-1 0 0,1 1 0,-1-1 0,1 0-1,0 1 1,-1-1 0,1 1 0,0-1 0,-1 0-1,1 1 1,0-1 0,0 1 0,-1-1 0,1 1-1,0-1 1,0 1 0,0-1 0,0 1 0,-10 28 3219,4-1-3764,-2 10 1139,-62 259 2964,36-196-3645,-4-1-1,-4-2 1,-105 173 0,-210 252-65,278-414-13,5-8-54,-98 143-565,136-189 144,2 2 0,-31 73 0,64-126 78,-1 0-1,0 0 1,1-1-1,0 1 0,0 0 1,0 0-1,0 0 0,1 0 1,0 0-1,-1 0 0,2 1 1,-1 4-1,1-8 56,-1 0 0,1 0 0,-1 0 0,1 0 0,-1 0 0,1 0 1,-1 0-1,1 0 0,0-1 0,0 1 0,0 0 0,-1 0 0,1-1 0,0 1 0,0 0 0,0-1 0,0 1 0,0-1 0,0 1 0,0-1 0,0 0 0,0 1 0,0-1 0,0 0 1,1 0-1,-1 1 0,0-1 0,0 0 0,0 0 0,0 0 0,0-1 0,3 1 0,34-5-10786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1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39 194 9141,'-5'-11'1818,"2"-1"1,-1-1 0,-1-15-1,2 16-177,1 0 0,-1 0-1,-6-14 1,8 24-1427,0 0-1,0-1 1,1 1-1,-1-1 1,1 1 0,-1-1-1,1 1 1,0-1-1,0 1 1,0-1 0,0 1-1,1-1 1,-1 1-1,1-1 1,-1 1 0,2-4-1,-1 5-150,0-1 0,-1 1 0,1 0 0,0-1 0,0 1 0,0 0 0,0 0 0,0 0-1,0-1 1,0 1 0,0 0 0,0 0 0,0 0 0,1 1 0,-1-1 0,0 0 0,1 0 0,-1 1 0,0-1 0,1 1 0,-1-1 0,1 1-1,-1 0 1,1-1 0,2 1 0,2 1 9,0-1-1,0 2 1,0-1-1,0 0 1,0 1-1,0 0 1,0 1-1,-1-1 0,1 1 1,-1 0-1,0 0 1,0 1-1,9 7 1,-2 0 17,0 0 0,-1 2 0,0-1 0,9 16 0,-8-9-41,-1 0 0,-1 0 0,-1 1 0,-1 1 0,0 0 0,-2 0 0,0 0 0,-1 0 0,-2 1 0,0 0 0,-1 0 0,-1 0 0,-4 35-1,-1-16-25,-2 1 0,-3-1 0,-1-1 0,-1 1 0,-3-2 0,-21 45 0,13-22 125,22-61-148,-1 0 1,1 0-1,0-1 1,-1 1-1,1 0 0,0 0 1,0 0-1,0 0 1,0-1-1,-1 1 1,1 0-1,0 0 0,1 0 1,-1 0-1,0 0 1,0-1-1,0 1 1,0 0-1,1 0 1,-1 0-1,0 0 0,1-1 1,-1 1-1,1 0 1,-1-1-1,1 1 1,-1 0-1,1-1 0,-1 1 1,1 0-1,0-1 1,-1 1-1,1-1 1,0 1-1,-1-1 0,1 1 1,0-1-1,0 0 1,0 1-1,-1-1 1,1 0-1,0 0 1,0 1-1,0-1 0,0 0 1,-1 0-1,1 0 1,0 0-1,0 0 1,0 0-1,0 0 0,0-1 1,-1 1-1,1 0 1,0 0-1,0-1 1,0 1-1,1-1 0,5-2-34,1-1 0,-1 1 0,0-2-1,0 1 1,0-1 0,0 0-1,-1 0 1,6-7 0,45-53-312,-21 22 121,163-208-527,-186 238 996,-12 13-227,-1 0 0,0 0 0,0-1 0,1 1 0,-1 0 0,0 0 0,1 0 0,-1 0 1,0 0-1,1 0 0,-1 0 0,0 0 0,0 0 0,1 0 0,-1 1 0,0-1 0,1 0 0,-1 0 0,0 0 1,0 0-1,1 0 0,-1 0 0,0 1 0,0-1 0,1 0 0,-1 0 0,0 0 0,0 1 0,0-1 0,1 0 0,9 30 925,-7-15-883,14 50 619,-6-22-224,29 78 0,-31-102-796,1 1 1,1-2-1,0 1 1,2-1-1,26 30 1,-20-29-1336,1-1 0,0-1 0,2 0 0,32 18 1,-41-27-1380,1 0 0,26 10 0,-2-6-6653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0 12597,'-25'32'2780,"2"-27"221,-8 13-429,18-10-184,-3 9-344,-9 9-488,9 0-291,-3-1-341,3 1-72,0 6-296,3 2-592,-3-8-864,4 2-812,5 1-849,-5-4-1231,-1 1-2577,10-12-5812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41 9361,'-18'2'2910,"20"-12"495,5-11 5067,-26 13-5904,11 5 2042,-57 149-3624,49-112-2221,2-13-2199,-3 11-8088,13-8-1615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77 11641,'0'-4'387,"0"1"-17,0 0-1,0 0 1,0 0 0,0 0 0,0 0 0,-1 0 0,0 1-1,1-1 1,-3-5 0,3 6-83,0 1 0,1-1 0,-1 0 0,1 1 0,0-1 0,-1 0 0,1 1 0,0-1 0,0 1 0,0-1 0,0 1 0,0-1 0,0 1 0,1 0 1,-1 0-1,0-1 0,3 0 0,1 0-143,0 0 1,1 0 0,-1 1 0,1-1 0,-1 1 0,1 1 0,-1-1 0,1 1 0,0 0 0,-1 1 0,1-1-1,0 1 1,-1 0 0,1 0 0,-1 1 0,0-1 0,1 1 0,-1 1 0,0-1 0,5 4 0,-3 0-78,-1 0 0,1 1 0,-1 0 0,0 0 0,-1 0 0,0 1 0,0 0 0,-1 0 1,0 0-1,0 0 0,0 1 0,-2-1 0,1 1 0,-1 0 0,0 0 0,-1 0 0,0 0 1,0 16-1,-1 3 27,-1-1 0,-2 0 0,0 1-1,-2-2 1,-9 32 0,-15 27 42,-46 94-1,67-160-106,3-8 7,0 0-1,1 1 0,0 0 0,1 0 0,0 0 0,-1 14 0,27-29-13,-19 2-17,1 0 0,-1 0-1,0 0 1,1-1-1,-1 0 1,0 0-1,0 0 1,0-1 0,0 1-1,-1-1 1,1 0-1,-1 0 1,5-5-1,5-6-43,21-32-1,-8 9 75,1 0-20,-20 26-32,1 0-1,1 0 1,10-11 0,-16 20 127,0 3 0,1 1 0,-1 0 0,0 0 0,0 0-1,0 0 1,-1 0 0,1 1 0,3 3 0,-3-1-48,0 1 0,-1-1 0,0 1 1,0 0-1,-1 0 0,1-1 1,-1 1-1,-1 0 0,1 11 0,3 13 170,3 15-1,-5-25-274,0-2-1,2 1 1,0 0-1,1-1 1,1 1-1,1-1 0,13 26 1,-6-23-917,-5-6 110,1-1 0,0 0-1,13 14 1,-17-23-719,-1 0-1,1-1 1,-1 1-1,1-1 1,0 0-1,10 4 1,17 8-8244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0 11605,'21'20'5229,"-18"-18"-4982,0 0 0,-1 0 0,1 1 0,-1-1 0,0 1 0,1-1 0,-1 1 0,0 0 0,-1 0 0,1 0 0,0 0 0,1 5 0,1 4-45,-1 0-1,0 0 1,-1 0-1,0 1 1,-1-1 0,0 1-1,-1 0 1,0-1-1,-1 1 1,-1-1 0,0 1-1,-5 16 1,1-11-73,-1 0 1,-1-1-1,0 0 1,-1-1-1,-1 0 1,-1 0 0,-20 24-1,-86 93 2860,113-128-2888,-9 13 825,13-18-907,0 1 0,0-1 1,0 1-1,0-1 1,1 1-1,-1-1 0,0 1 1,0-1-1,1 0 1,-1 1-1,0-1 0,0 1 1,1-1-1,-1 0 1,1 1-1,-1-1 0,0 0 1,1 1-1,-1-1 1,1 0-1,-1 1 0,0-1 1,1 0-1,-1 0 1,1 0-1,-1 0 0,1 1 1,-1-1-1,1 0 1,-1 0-1,1 0 0,-1 0 1,1 0-1,0 0 1,7 1-80,0-1 1,1 0-1,-1 0 1,0 0 0,0-1-1,0 0 1,0-1-1,0 0 1,12-4-1,5-1-366,141-43-4665,-56 14-3256,-30 14-2607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3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11 14333,'-37'-9'3169,"20"7"1645,1 8-2755,13-5-974,0 0 968,0 0-313,-4 2-1321,0 0-1,0 0 0,0 1 0,0 0 1,1 0-1,0 1 0,0 0 1,-11 10-1,11-8-658,0-1 1,0 1-1,1 0 0,0 1 1,0-1-1,1 1 0,-7 15 1,-10 17-4290,5-12-125,9-6-2659,4-3-4308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9161,'37'-21'2213,"-34"20"-1761,-1-1 0,1 0 0,-1 0 1,0 0-1,0 0 0,0 0 1,0 0-1,0 0 0,-1 0 0,1-1 1,-1 1-1,3-5 0,9-11 1403,-5 11-1534,0 1-1,1 0 1,0 0-1,0 1 1,1 0-1,0 1 1,0 0 0,0 1-1,0 0 1,17-3-1,-25 7-293,1 0 0,-1 0 0,0 0 0,1 0 0,-1 0 0,0 0 0,0 1 0,0-1 0,0 1-1,0 0 1,0-1 0,0 1 0,-1 0 0,4 4 0,-5-1-1,1 0 0,-1 1 1,0-1-1,0 0 0,-1 0 0,0 0 0,1 1 0,-2-1 1,1 0-1,-2 5 0,2-9-21,-7 20 16,-1 0-1,0 0 1,-2-1-1,-18 26 0,-18 33 3,44-71-16,-1 0 0,1 0 0,0 0 0,0 0 1,1 1-1,0-1 0,-1 16 0,3-20-4,0 0 0,1 0 0,-1 0 0,1 0 0,0 0 0,0 0 0,0 0 0,0 0-1,1-1 1,0 1 0,0 0 0,0-1 0,0 1 0,0-1 0,1 0 0,-1 0 0,7 6 0,6 2 3,1 0-1,1-1 1,-1-1 0,1-1-1,34 12 1,1 2-9,-43-18 2,0 0 0,0 1 0,0 1 0,0-1 0,-1 1 0,0 1 0,0-1 0,-1 2 0,0-1 0,0 1 0,11 15 0,-17-19 1,0-1-1,0 1 0,0-1 1,0 1-1,0-1 0,0 1 1,-1-1-1,0 1 0,0 0 1,0-1-1,0 1 0,-1-1 1,1 1-1,-1 0 0,0-1 1,-2 6-1,1-1 17,-1-2 0,0 1 0,-1 0 0,0-1 0,0 1 0,0-1 0,-6 6 0,-10 8-186,-2-2-1,0 0 1,-1-2-1,0 0 1,-48 23-1,-35 22-3945,83-47 2238,-1 0-4018,8-1-1909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38 6661,'-25'-26'11417,"15"15"-5115,22 31-5183,-1-4-742,1 17-127,-1 1 1,-2 1-1,-1 0 0,-2 0 0,-1 1 0,0 43 0,-5-49-198,-1 1 0,-2-1 0,-1 0 0,-1-1-1,-1 1 1,-2-1 0,-1 0 0,-14 29 0,-21 41 61,36-77-121,8-21 1,0-1 0,0 0 0,0 0 0,0 1 0,0-1-1,1 0 1,-1 0 0,0 1 0,0-1 0,0 0 0,0 0 0,1 1 0,-1-1-1,0 0 1,0 0 0,0 0 0,1 1 0,-1-1 0,0 0 0,0 0 0,1 0-1,-1 0 1,0 0 0,0 0 0,1 1 0,-1-1 0,0 0 0,1 0 0,-1 0-1,0 0 1,0 0 0,1 0 0,-1 0 0,0 0 0,1 0 0,-1 0 0,1-1-1,4 0-62,0 0 0,-1-1-1,1 0 1,0 0 0,0-1-1,4-3 1,3-2-66,-1 0 0,0-1 0,0-1 1,-1 0-1,-1 0 0,0-1 0,0 0 0,-1 0 1,11-22-1,1-4-237,26-75 0,20-62-134,-64 170 1042,5 55 1338,-1-15-1376,1 5-264,2 1 0,1-1-1,3-1 1,1 0 0,1-1 0,3 0 0,1-1 0,26 37-1,-37-63-553,2 0 0,-1 0 0,2-1-1,-1-1 1,2 0 0,-1 0-1,1-1 1,15 8 0,40 17-3902,6-8-4276,-20-11-2729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969 154 4596,'2'-2'224,"27"-27"2699,-27 27-2638,0 0 1,0 0-1,0 0 0,-1 0 1,1-1-1,-1 1 0,1-1 1,-1 1-1,0-1 0,0 0 1,0 1-1,1-5 0,-25-30 3926,7 13-921,0-3 24,24 64 503,23 96-2163,0-4-1203,-5 1 0,-6 2 0,-6 0 0,-5 0 0,-10 157 0,-5-206-219,-4 0 1,-3-1-1,-3 0 0,-4-1 0,-4-2 1,-3 0-1,-4-2 0,-3-1 1,-62 104-1,24-75-1503,-5-2 0,-4-4 0,-5-4 0,-3-3 0,-174 136 0,105-109-1760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8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39 284 13525,'-10'-60'2548,"-2"48"121,5-2-393,-2-6-208,15 3-432,4 0-348,9-3-312,25-9-191,-3 9-161,4 3-232,2 0-432,17 3-704,9 2-349,3 4-475,0 2-712,-3 12-360,-3 5-3421,-13 6-5316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8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12477,'0'0'8929,"9"-20"-7529,20-2-296,19 10-552,6 1-812,9 2-552,13-5-944,0-1-788,1 4-3145,8 8-4728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9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227 141 8321,'-10'-8'2084,"0"0"1,1-1-1,0 0 1,-12-17-1,12 16-432,1-1-1,-1 2 0,-21-18 0,1 6 930,27 19-13,0 4-1789,0 3-713,-1-1 0,2 0-1,-1 1 1,0 0 0,1-1 0,0 1-1,0 0 1,0 0 0,1-1-1,-1 1 1,1 5 0,7 61 546,-4-42-522,6 115-90,-6 0 0,-7-1 0,-6 1 0,-29 143 0,15-59-4869,17-144 2581,6-77 1267,1 17-2043,4-6-4160,5-1-4093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09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38 14121,'11'-34'2577,"-14"31"1070,-6 6-2436,9-3-1123,0 0 0,-1 0 1,1 0-1,-1 0 0,1 0 0,0 0 1,-1 1-1,1-1 0,0 0 0,-1 0 0,1 0 1,0 1-1,-1-1 0,1 0 0,0 1 0,-1-1 1,1 0-1,0 0 0,0 1 0,-1-1 1,1 1-1,0-1 0,0 0 0,0 1 0,-1-1 1,1 0-1,0 1 0,0-1 0,0 1 1,0-1-1,0 0 0,0 1 0,0-1 0,0 1 1,204 119 3639,29 18-2706,-191-110-881,-2 2 0,-1 2 1,47 49-1,-74-69-116,-1 1 0,-1 0 0,0 0 0,-1 1 0,-1 0 0,0 1 0,-1 0 0,9 25 0,-13-32-19,-2 0 1,1 0-1,-1 0 1,0 1-1,0-1 1,-1 0 0,0 1-1,-1-1 1,0 0-1,0 1 1,-1-1 0,0 0-1,0 0 1,-1 0-1,0 0 1,0-1 0,-1 1-1,-7 10 1,0-3-1,-1 0 0,-1-1-1,0 0 1,-1-2 0,0 1 0,-1-2 0,-1 1 0,1-2 0,-27 13 0,-19 5-86,-82 27 1,123-47 35,-65 22-336,-236 78-4590,243-91 1007,46-12-3670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7 113 13033,'1'-5'427,"-1"0"0,1 0 0,-1 0-1,0 0 1,-1 0 0,1 0 0,-2-5 0,-1-9 3256,1-17-56,3 35-3435,0 0 0,1-1-1,-1 1 1,1 0 0,-1 0 0,1 0-1,-1 1 1,1-1 0,0 0 0,-1 0-1,1 1 1,0-1 0,0 1 0,0 0-1,-1-1 1,4 1 0,3 1-58,1 1 0,-1 0 0,0 0 0,0 0 0,0 1 0,0 0 0,-1 1 0,1 0 0,-1 0 0,0 0 0,0 1 0,0 0 0,7 7 0,6 7 79,1 0-1,28 37 1,-34-36-146,0 1 0,-1 0 1,-2 1-1,0 0 0,-1 1 0,15 46 0,-22-54-64,0-1-1,-2 0 0,0 1 1,0-1-1,-2 1 0,1 0 1,-2-1-1,0 1 0,-1 0 0,0-1 1,-1 1-1,-1-1 0,-7 18 1,-28 57 310,37-86 1467,11-29-1156,6-1-621,1 1 0,1 1-1,2 0 1,0 2-1,34-32 1,-23 22-4,77-73-5695,151-118 1,-195 180-1269,0 10-4464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0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55 13717,'-7'4'981,"1"0"-1,-1 1 0,1 0 0,1 0 1,-1 0-1,-7 10 0,13-12-840,-1 0-1,0 0 1,1 0-1,0 0 1,-1 0-1,1 1 1,0-1-1,1 0 1,-1 0-1,0 0 1,1 0-1,0 0 1,1 5-1,-1-6 7,2 6-77,-1-2 0,2 1 1,-1 0-1,1-1 0,0 1 0,0-1 1,0 0-1,1 0 0,0-1 0,0 1 0,1-1 1,0 0-1,0-1 0,0 1 0,0-1 0,7 3 1,11 6-166,1-2 1,52 17-1,-52-20-18,0-1 0,1-2-1,0 0 1,0-2 0,53 0 0,-67-4 124,0 0 1,0-1-1,-1 0 1,1-1-1,-1 0 1,21-9-1,-26 9 57,1 0 1,-1-1-1,0 0 0,0 0 0,0-1 0,-1 1 0,0-1 0,0-1 0,0 1 0,0-1 1,-1 1-1,4-8 0,5-11 741,-2 0 0,9-29 0,-13 33-60,1 0 0,1 0 0,0 1 0,16-24 0,-14 27-290,-10 16-428,0 0-1,0 0 0,0 0 1,0 0-1,1 0 0,-1 0 1,0 0-1,0 1 0,0-1 1,0 0-1,0 1 0,0-1 1,0 1-1,-1-1 0,1 1 1,0-1-1,0 1 0,0 0 1,0 0-1,-1-1 0,2 2 1,0 0 40,4 4-18,1 0 1,-1 0-1,-1 1 1,1-1-1,-1 1 1,0 1-1,-1-1 1,0 1-1,0 0 0,0 0 1,-1 0-1,-1 0 1,3 12-1,3 17 210,5 67-1,-11-83-195,3 60-36,-3 0-1,-4 1 1,-3-1-1,-4 0 0,-3-1 1,-24 85-1,11-80-17,-3-1 0,-4-2 0,-4 0-1,-3-3 1,-68 104 0,77-137-49,-3-2-1,-1-1 1,-70 66 0,86-92 18,-1-1 0,0-2 1,-1 0-1,-1-1 0,0 0 0,0-2 0,-1-1 0,-1 0 1,0-2-1,-44 10 0,59-16 3,0-1 0,-1 0-1,1-1 1,-1 0 0,1 0 0,-1-1 0,1 0 0,-1 0-1,-10-4 1,14 3 11,1 0 0,-1 0 0,1 0 0,-1 0 1,1-1-1,0 0 0,0 0 0,0 0 0,1 0 0,-1-1 0,1 1 0,0-1 0,0 0 0,0 0 0,0 0 0,0-1 0,-2-5 0,1-1-8,0-1-1,1 1 1,0-1-1,1 0 1,0 0-1,1 1 1,0-1 0,1 0-1,0 0 1,4-22-1,3-3-60,1 1 0,16-44 0,-8 35-189,3 0-1,1 2 1,2 0 0,2 1-1,56-72 1,-33 58-474,2 2 1,2 3-1,72-56 1,181-108-3980,-91 86-6632,-161 100 3132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 11729,'-31'2'2400,"29"-2"-2200,1 0 0,0 0-1,0 1 1,0-1-1,0 0 1,-1 0 0,1 1-1,0-1 1,0 1 0,0-1-1,0 1 1,0-1 0,0 1-1,0 0 1,0-1 0,0 1-1,1 0 1,-1 0-1,0 0 1,-1 1 0,-2 3 551,-5 3-130,0 1 0,1 0 0,1 1 0,0 0 0,0 0-1,1 0 1,0 1 0,1 0 0,-6 14 0,-3 18 919,-11 48 0,23-84-1425,-77 405 3877,68-331-3969,3 0 0,4 1 1,4 0-1,17 143 0,-6-153-856,4-1 0,3 0 0,27 71 0,-33-112 81,1-1 0,1-1-1,1 0 1,2-1 0,1-1 0,24 28 0,-21-31-1668,0-2 0,1 0 1,43 30-1,20 2-8905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1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1137 0 11561,'12'34'7633,"-3"16"-4733,4 12-1404,85 354 3565,-88-352-4692,-3 0-1,-3 1 1,-3-1 0,-11 109-1,0-112-229,-3-1 0,-2-1-1,-3-1 1,-2 0 0,-3-1 0,-2-1-1,-3-2 1,-46 69 0,35-66-510,-3-1 0,-3-3 0,-2-1 1,-2-2-1,-2-3 0,-2-2 0,-64 41 1,72-58-631,0-2 1,-2-2 0,-55 19 0,-155 35-9708,142-52-376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13653,'2'-10'-1496,"-3"10"1776,1-1-1,0 1 0,0 0 0,0-1 0,0 1 0,0 0 0,0-1 1,0 1-1,0 0 0,0-1 0,0 1 0,0 0 0,0-1 1,0 1-1,0 0 0,1-1 0,-1 1 0,0 0 0,0-1 1,0 1-1,0 0 0,1-1 0,-1 1 0,0 0 0,0 0 0,0-1 1,1 1-1,-1 0 0,0 0 0,1-1 0,-1 1 0,0 0 1,0 0-1,1 0 0,5 9 6351,2 7-5642,18 30 72,2-1-1,59 72 1,-10-15-1728,63 70-5534,-89-118 1229,3 1-3427,-20-22-1098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7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78 11233,'-34'-24'1303,"-22"-13"2863,51 34-3823,1 1 1,-1 0-1,0 0 1,0 0-1,1 1 1,-1-1-1,0 1 1,0 1-1,0-1 1,-1 1-1,1-1 1,0 1 0,0 1-1,0-1 1,0 1-1,0 0 1,0 0-1,0 0 1,0 1-1,0 0 1,1 0-1,-1 0 1,1 0 0,-1 1-1,1 0 1,-5 4-1,-5 4 51,1 1 0,0 1 0,1 0 1,0 0-1,1 2 0,-11 16 0,-143 259-2001,43-69-7868,92-167 3775,2 0-3270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1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12745,'0'-14'2364,"3"-3"6725,20 23-7697,24 5-272,14 0-283,21 7-165,23-1-184,22 0-504,13 0-880,9 6-321,3-6-807,1 6-788,-7-3-3617,-19-6-5900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0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78 7065,'1'-1'207,"-1"1"1,1-1-1,-1 1 1,1-1-1,-1 1 1,1-1-1,-1 1 1,1-1-1,-1 0 1,0 1 0,1-1-1,-1 1 1,0-1-1,1 0 1,-1 1-1,0-1 1,0 0-1,0 0 1,0 1-1,0-1 1,0 0-1,0 1 1,0-1 0,0 0-1,0 1 1,0-1-1,0 0 1,0 0-1,0 1 1,-1-1-1,1 0 1,0 1-1,-1-1 1,1 0-1,0 1 1,-1-1-1,1 1 1,-1-1 0,1 1-1,-1-1 1,1 1-1,-1-1 1,1 1-1,-1-1 1,1 1-1,-1 0 1,0-1-1,1 1 1,-1 0-1,0-1 1,1 1 0,-2 0-1,-5-5 6227,7 5-6402,-1 0-1,0 0 1,0 0-1,1 0 1,-1 0-1,0 0 1,0 0-1,1 0 1,-1-1-1,0 1 1,1 0-1,-1-1 1,0 1-1,1 0 1,-1-1-1,1 1 1,-1-1-1,0 1 1,1-1-1,-1 1 1,1-1-1,-1 1 1,1-1-1,0 1 1,-1-1-1,1 0 1,-1 1-1,1-1 1,0 0-1,0 1 1,-1-1-1,1 0 1,0 0-1,0-1 1,0 0 106,0 0 0,0 0 0,0 1 1,0-1-1,0 0 0,1 0 0,-1 0 1,0 0-1,1 0 0,0 0 1,2-4 4025,-2 12-4061,-1 0 1,1 0-1,-1-1 0,0 1 1,-1 7-1,0 7 106,1 2-144,-1-1 1,0 1-1,-2 0 1,-8 32-1,-32 84 202,15-56-209,-12 35-1180,19-57-1214,1 0 1,-11 66-1,28-108 1584,1 0 0,0 0 0,1 0 0,1 0 0,1 0 1,0 0-1,1 0 0,1 0 0,1 0 0,1-1 0,12 31 0,1-13-11879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0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558 174 9317,'-10'-28'2507,"7"23"-1940,1 1-1,0-1 1,0 0 0,1 0-1,-1 0 1,1 0 0,0-1-1,0 1 1,1 0 0,0 0-1,0-1 1,0 1 0,0 0-1,1-1 1,1-6 0,-1 9-454,0 0 1,0 0 0,0 0 0,0 0-1,1 0 1,-1 1 0,1-1 0,0 0-1,0 1 1,0-1 0,0 1 0,0 0-1,0-1 1,1 1 0,-1 0 0,1 0 0,-1 1-1,1-1 1,0 1 0,0-1 0,0 1-1,0 0 1,0 0 0,0 0 0,0 0-1,0 1 1,0-1 0,0 1 0,0 0-1,1 0 1,-1 0 0,0 0 0,0 0-1,4 1 1,3 1-18,1 1 0,-1 0-1,0 0 1,0 0 0,0 2-1,-1-1 1,1 1 0,12 9-1,6 6 54,31 28-1,-20-13-45,-2 2 0,50 62 0,-73-80-85,0 0 1,-1 1-1,-1 0 0,-1 1 1,-1 1-1,-1 0 0,12 43 1,-19-56-13,-1 1 0,1-1 0,-2 1 0,1 0 0,-1-1 0,-1 1 0,1 0 0,-2-1 0,1 1 0,-1-1 0,-1 1 0,0-1 0,0 0 0,-1 0 0,0 0 0,-1-1 0,1 1 1,-8 8-1,2-4-11,-1-1 1,-1 0-1,0-1 1,-1 0-1,0-1 1,0-1-1,-1 0 1,0 0-1,-1-2 1,-16 7-1,-9 2 9,-1-1 1,-59 12-1,-99 8-183,132-24-12,21-4-19,-194 29-1471,134-28-1295,61-7-4913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68 122 4396,'-7'-17'5318,"-4"8"-3282,-13-22 8959,12 37-10977,1-1-12,9-4 250,5-1-508,0-1 253,0 1 0,0 0 0,1-1 0,-1 0 0,0 0 0,0 0 0,0 0 0,0 0-1,-1 0 1,1-1 0,0 0 0,0 1 0,-1-1 0,1 0 0,2-3 0,-3 4 275,7-31 4093,-9 32-4351,0-1-1,0 0 0,0 0 1,0 1-1,0-1 0,0 0 1,0 0-1,0 1 0,0-1 1,0 0-1,0 0 0,0 1 1,0-1-1,1 0 0,-1 1 1,0-1-1,1 0 0,-1 1 1,0-1-1,1 0 0,-1 1 1,1-1-1,-1 1 0,1-1 1,-1 1-1,1-1 0,-1 1 1,1-1-1,0 1 1,-1 0-1,1-1 0,0 1 1,-1 0-1,1-1 0,0 1 1,-1 0-1,1 0 0,0 0 1,0-1-1,-1 1 0,1 0 1,0 0-1,0 0 0,-1 0 1,1 1-1,0-1 0,0 0 1,-1 0-1,1 0 0,0 0 1,-1 1-1,1-1 0,0 0 1,-1 1-1,1-1 1,0 1-1,-1-1 0,1 0 1,0 2-1,13 13 31,-1 1 0,-1 1 1,-1 0-1,0 1 0,-1 0 0,9 24 1,1 8 112,16 62 0,-30-87-124,0 1 1,-2 0-1,-1 0 1,-1 1-1,-1-1 0,-4 37 1,1-44-14,-1 0-1,0 0 1,-2 0 0,0-1 0,-1 1-1,-1-1 1,-1 0 0,0-1 0,-15 23-1,11-24 16,-50 69 168,49-65 321,14-17-304,7-6-124,26-24-51,0-1 0,35-37-1,-20 17-175,-4-1-82,-2-1 1,-2-2-1,48-80 0,-82 120 193,28-43-75,49-70-154,-82 122 171,6 83 614,-8-24-36,2 0-1,19 107 0,-16-142-466,0 1-1,2-1 0,0 0 0,2 0 1,0-1-1,1 0 0,1-1 0,1 0 1,0-1-1,23 25 0,-18-26-449,0-1-1,2-1 0,0-1 1,0 0-1,1-2 0,1 0 0,35 15 1,-22-14-1996,42 11 0,36-1-7155,-49-16-1699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6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6393,'0'0'3307,"3"-1"-1806,11-5 1017,0 1 1,25-6 12587,-61 43-13683,14-16-1493,1 0-1,0 0 1,1 0-1,1 1 1,1 0-1,0 0 1,1 1-1,1-1 1,0 0-1,2 30 1,1 15-4999,0 4-5380,7-20-3041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21 8837,'9'-20'7884,"-13"19"-6448,1 1-1218,-1 0 0,0 1-1,1-1 1,-1 1 0,1 0 0,-1-1 0,1 2 0,-1-1-1,1 0 1,0 1 0,-1-1 0,1 1 0,0 0-1,0 0 1,0 0 0,0 1 0,1-1 0,-1 0 0,1 1-1,-3 3 1,-8 10 650,1 0 0,-15 26 0,19-28-527,-289 536 4640,197-285-7572,22-50-6902,63-166 3464,9-3-3531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2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32 6685,'12'-8'2659,"-15"0"339,-3-8 2257,-12 28-3305,7-5-1508,1 1 0,0 1 1,0 0-1,1 0 0,0 1 0,1 0 0,-15 22 0,19-25-355,1 1-1,-1 0 0,2 0 1,-1 0-1,1 0 0,0 0 1,0 1-1,1-1 1,0 1-1,1-1 0,0 1 1,0-1-1,3 15 1,0-12-48,0 0 0,0 0 1,1-1-1,0 0 0,1 0 1,1 0-1,-1 0 1,1-1-1,1 1 0,0-2 1,0 1-1,1-1 0,11 10 1,-6-7-55,0 0 1,1-1 0,0-1-1,1 0 1,0-1-1,0 0 1,1-1-1,20 6 1,-25-11-8,-1 0 1,1 0-1,-1-1 1,1 0-1,0-1 1,0 0-1,-1-1 1,1 0-1,0 0 1,-1-1-1,1-1 1,-1 0-1,0 0 1,17-9-1,-13 5 27,0-1 0,0-1 0,-1 0-1,0-1 1,-1 0 0,0-1 0,-1 0 0,0-1-1,10-14 1,60-75-197,-79 99 175,-4 6 42,-12 35 182,-88 216 1968,73-191-1842,-162 314 684,78-200-792,-8-4-1,-162 177 1,280-348-227,-32 37 99,-60 53-1,93-91-86,0-1 1,-1 1 0,1 0 0,-1-1 0,1 1-1,-1-1 1,1 0 0,-1 0 0,-4 2 0,6-3-10,0 0 0,1 0 0,-1 0 0,1 0 0,-1 0 0,1 0-1,-1-1 1,0 1 0,1 0 0,-1 0 0,1 0 0,-1 0 0,1-1 0,-1 1 0,1 0 0,-1 0 0,1-1 0,-1 1 0,1-1 0,-1 1 0,1 0 0,0-1 0,-1 1 0,1-1 0,0 1 0,-1-1 0,1 1 0,0-1 0,-1 1 0,1-1 0,0 1 0,0-1 0,0 1 0,0-1 0,-1 1 0,1-1 0,0 0 0,0 1 0,0-1 0,0 1 0,0-1 0,0 1 0,1-1 0,-1 0 0,1-12 9,0 0 0,1 0 0,1 0 0,0 0 1,1 1-1,0-1 0,1 1 0,6-12 0,57-94-150,-60 105 99,74-107-1813,6 4 0,5 4 0,143-136 0,-77 112-6979,-79 78-849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991 82 9973,'-1'-2'176,"1"0"1,-1 0 0,0 0-1,1 0 1,-1-1-1,1 1 1,0 0-1,0 0 1,0 0 0,0 0-1,0 0 1,0 0-1,1 0 1,-1-1-1,1 1 1,-1 0 0,1 0-1,0 0 1,0 0-1,0 1 1,0-1-1,0 0 1,0 0-1,1 0 1,-1 1 0,0-1-1,4-2 1,-3 2 1164,8-16 1997,-8 15-1834,-11 10-881,-5 2-138,0 0-1,-1-1 1,-19 8-1,14-7 827,-33 20 0,48-26-1114,1 1-1,-1-1 0,1 1 0,-1 0 0,1 0 0,0 0 0,1 1 1,-1-1-1,1 1 0,0 0 0,-3 7 0,4-6-76,0 0-1,0 0 1,1 0-1,0 0 1,0 1-1,1-1 1,0 0 0,0 0-1,1 7 1,11 60 643,-9-62-608,28 135 96,51 264 852,-65-300-772,4 192 0,-22-250-340,-1-1 0,-4 1 0,-1-1 1,-22 81-1,19-99-55,-2-1 1,-1-1-1,-1 0 1,-1-1-1,-2-1 1,-1 0 0,-2-1-1,-23 27 1,10-21-802,-1 0 0,-2-2 0,-1-2 0,-1-1 0,-1-3 1,-2 0-1,-52 23 0,42-26-1915,-2-3 0,0-1 1,-67 13-1,-13-5-8350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9 6481,'-2'-1'711,"1"0"1,-1 0 0,1 0 0,-1 0 0,1 0 0,-1 1 0,1-1 0,-1 1 0,0-1 0,1 1-1,-1 0 1,0 0 0,1-1 0,-1 1 0,-3 1 0,2-1-415,1 1 0,-1 0-1,1-1 1,-1 1 0,1 0 0,0 1 0,-1-1 0,1 0 0,-3 3-1,-3 2 20,2 1 0,-1-1 0,1 1 0,-11 15 0,-10 22 1008,2 1 1,2 2-1,2 0 1,-18 58-1,23-62-734,-19 56 30,4 2 1,-31 177 0,53-216-439,3-1 0,3 1 0,3-1 0,2 1 0,3-1 0,13 63 0,-10-88-784,3 0 0,1-1-1,1 0 1,2-1 0,1-1 0,2 0-1,1-2 1,2 0 0,1-1 0,50 54-1,-25-39-1305,2-1-1,2-3 0,2-2 0,1-2 0,82 41 0,0-8-9796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9433,'0'0'4352,"0"3"-2520,1 4-1161,-1 0 0,1-1 0,0 1-1,0 0 1,1-1 0,0 1 0,0-1-1,4 8 1,14 41 1726,-13-34-1656,1-1 0,19 37 0,-11-33-639,1-1 1,1 0-1,0-1 1,43 37-1,-18-24-2535,76 50 0,-102-76 944,0-1 0,1 0-1,0-1 1,26 6 0,-13-4-2924,-9 0-2664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505 105 8237,'-42'-45'2022,"39"42"-1518,1 0-1,-1-1 1,1 1 0,0-1 0,0 0-1,-2-7 1,3 10-352,1-1 0,-1 1-1,1 0 1,-1-1 0,1 1 0,-1 0-1,0 0 1,0-1 0,0 1 0,0 0 0,0 0-1,0 0 1,0 0 0,0 0 0,0 0 0,0 0-1,0 1 1,0-1 0,-1 0 0,1 1-1,0-1 1,-1 1 0,1-1 0,-2 0 0,-2 0 47,1 1 1,0-1-1,0 0 1,-1 1-1,1 0 0,0 0 1,-1 0-1,1 1 1,0 0-1,-1-1 1,1 1-1,0 1 1,0-1-1,0 1 1,0-1-1,0 1 1,0 0-1,0 1 1,-3 2-1,-6 4 18,0 1 0,1 1 0,0 0 0,-11 13 0,-99 126-576,43-46-4575,46-54-609,9 5-3291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1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 9101,'-51'54'2324,"20"-17"-220,8 3-260,4-2-195,0 2-397,4 2-328,-5 7-196,1 2-140,4 4-164,-8-1-516,1 0-496,0-2-880,6-4-496,0 4-2993,3-1-3928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2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 11873,'-29'-6'9805,"42"15"-8421,9 8-292,19 0-300,16 6-140,23 0-880,12 0-380,9 2-736,7-2-948,0-3-748,10 0-2349,6-3-4324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58 10485,'0'-3'2543,"-5"-33"2740,4 33-2808,-1 1-1809,1 0 0,-1 1 1,1-1-1,-1 1 0,0 0 0,0 0 0,0 0 1,0 0-1,0 0 0,0 0 0,-2-1 1,-7 14-172,1 0 1,1 0 0,0 1 0,1 0-1,0 0 1,-6 16 0,-8 13 20,-16 28-516,4 2 0,-37 111 0,-20 162 0,76-255 0,-6 139 0,21-192-1403,1 1 1,3 0-1,0-1 1,18 66-1,-20-99 600,-1 0 0,0 0-1,1 0 1,0-1 0,0 1-1,0 0 1,0-1 0,1 1-1,-1-1 1,4 4 0,0 0-1944,6 7-8440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55 10657,'-1'-2'433,"0"0"0,0 0 0,0 0-1,0 0 1,0 0 0,0 0 0,0 0 0,1 0 0,-1 0 0,1 0 0,0 0-1,0 0 1,-1 0 0,1 0 0,0 0 0,1-1 0,-1 1 0,0 0 0,1 0-1,-1 0 1,1 0 0,0 0 0,2-6 5175,18 32-4330,150 205-413,-97-134-692,-63-79-147,0 1-1,-1 0 0,0 0 1,-2 1-1,13 33 0,-20-46-11,1 1-1,-1-1 1,0 1-1,0 0 1,0-1 0,-1 1-1,0 0 1,0 0-1,0 0 1,-1-1-1,0 1 1,0 0-1,-1-1 1,1 1 0,-1-1-1,0 1 1,-1-1-1,1 0 1,-1 0-1,0 0 1,0 0-1,-1-1 1,1 1-1,-1-1 1,0 0 0,-5 5-1,-7 3 50,0 0-1,-1-1 1,0-1 0,-1-1-1,-34 14 1,-17 1 45,-106 24 0,9-5-1286,87-21-402,-38 12-2437,102-28 860,0 0 1,-23 14 0,25-8-7263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3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627 103 7001,'-8'-53'5393,"6"46"-995,1 7-4271,1-1 0,-1 1 0,1-1 1,-1 1-1,1-1 0,-1 1 1,1-1-1,-1 0 0,1 1 1,-1-1-1,1 0 0,-1 1 0,1-1 1,0 0-1,0 1 0,-1-1 1,1 0-1,0 0 0,0 1 1,0-1-1,0-1 0,0 0 203,-1 1 0,1 0 0,0-1 0,-1 1 0,1-1 0,-1 1 0,0 0-1,1-1 1,-1 1 0,0 0 0,0 0 0,1 0 0,-1 0 0,-1-2 0,0 2-196,0 0 0,1 1 0,-1-1 0,0 0 1,1 0-1,-1 1 0,0-1 0,0 1 0,1 0 0,-1-1 0,0 1 1,0 0-1,0 0 0,0 0 0,0 0 0,1 0 0,-1 1 0,0-1 0,0 1 1,-1 0-1,-2 1 163,1 1-1,0 0 1,0 0 0,0 0 0,0 1 0,0-1 0,-4 7 0,-173 212 2737,135-156-3034,-19 25 0,-73 137 0,123-198 0,1 0 0,1 1 0,2 1 0,1-1 0,2 2 0,1-1 0,1 1 0,2 0 0,0 41 0,5-55-31,1 0-1,0-1 1,2 1 0,0-1-1,1 0 1,1 0 0,1-1-1,0 0 1,1 0 0,1 0-1,1-1 1,0-1 0,1 1-1,1-2 1,0 1 0,15 12-1,-3-6-172,1 0-1,0-1 1,2-2-1,1 0 1,0-2-1,1-1 1,0-2-1,45 15 0,-29-15-2670,83 14-1,-10-15-5917,-25-8-4072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8981,'0'0'12352,"3"0"-11798,2 0-469,-1 0 1,0 0-1,0 1 0,0-1 1,1 1-1,-1 0 1,0 0-1,0 0 1,0 1-1,0 0 1,-1-1-1,1 1 1,0 1-1,-1-1 1,1 0-1,-1 1 0,0 0 1,0 0-1,0 0 1,0 0-1,0 0 1,3 5-1,1 0 59,0 1 1,0-1-1,-1 1 0,0 0 0,0 1 1,-1-1-1,0 1 0,-1 0 0,0 1 1,0-1-1,-1 0 0,-1 1 0,2 15 1,-4-15-81,0 0 0,-1 1 0,-1-1 0,0 0 1,0 0-1,-1 0 0,0-1 0,-1 1 0,0-1 1,-1 1-1,-6 9 0,-8 10 105,-2-1 0,-29 32 0,4-4 42,46-57-214,0 0 1,0 0 0,0 0-1,0 0 1,1 0-1,-1 0 1,0 0 0,0 0-1,0 0 1,0 0 0,1 0-1,-1 0 1,0 0-1,0 0 1,0 0 0,0 0-1,0 1 1,1-1-1,-1 0 1,0 0 0,0 0-1,0 0 1,0 0-1,0 0 1,0 1 0,0-1-1,1 0 1,-1 0-1,0 0 1,0 0 0,0 1-1,0-1 1,0 0-1,0 0 1,0 0 0,0 0-1,0 1 1,0-1 0,0 0-1,0 0 1,0 0-1,0 1 1,0-1 0,0 0-1,0 0 1,0 0-1,0 0 1,-1 0 0,1 1-1,0-1 1,0 0-1,0 0 1,0 0 0,0 0-1,0 0 1,0 1-1,-1-1 1,1 0 0,0 0-1,0 0 1,0 0-1,0 0 1,0 0 0,-1 0-1,1 1 1,23-9-123,32-22-52,-23 2 47,-1-1 0,-1-1 0,29-40 0,12-12 22,-46 45 81,-19 26 47,-3 8 151,12 14 536,-12-8-661,-1-1 1,0 1-1,0 0 0,0 0 0,0 0 1,0 0-1,-1 0 0,1 0 0,-1 0 1,0 1-1,0-1 0,0 0 0,0 1 1,-1-1-1,0 1 0,1-1 1,-1 5-1,2 12 90,5 13 166,18 51 0,-20-71-341,0-1 1,1 0-1,1 0 1,0 0 0,0 0-1,17 17 1,2 1-657,-18-20 94,0 1-1,1-1 0,0-1 1,1 0-1,0 0 1,0-1-1,1 0 1,0 0-1,18 8 1,5-6-2951,-1-5-3635,-10-5-827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10385,'0'0'7474,"1"2"-6405,37 68 1955,-30-60-2911,-1 1 0,-1 0 0,0 0 0,0 1 0,-1 0 0,-1 0 0,0 0 0,-1 0 0,0 1 0,0-1 0,0 19 0,-5-10 133,0-1-1,-1 1 0,-2-1 1,0 0-1,-1 0 1,-1 0-1,-16 32 1,-1-14 1100,24-37-1323,0-1-1,0 1 1,0-1-1,0 1 1,0 0 0,0-1-1,1 1 1,-1-1-1,0 1 1,0 0-1,0-1 1,1 1-1,-1-1 1,0 1-1,1-1 1,-1 1-1,0-1 1,1 1-1,-1-1 1,1 1-1,-1-1 1,1 0-1,-1 1 1,1-1-1,-1 0 1,1 1-1,14 9 107,-4-7-394,0 0 1,0-1 0,1-1 0,-1 1 0,1-2 0,-1 1 0,0-2 0,1 0-1,16-3 1,40-11-3376,-6-4-4206,-26 5-2397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5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864 58 6953,'-16'-32'10915,"16"30"-10391,-1 0 1,1 0-1,-1 0 1,1 0 0,-1 0-1,0 0 1,0 0-1,0 0 1,0 0 0,0 0-1,-2-2 1568,-10 29-816,1 0 1,1 1-1,1 1 1,-10 39-1,2-5-703,-9 16-552,-3-2-1,-3-1 0,-54 85 1,-143 184-1042,2-5-883,188-276-120,-5 8-1912,19-20-6833,19-30 640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6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8 8829,'8'-7'6246,"-7"32"-1124,-1-21-4821,-1 0 1,0 0 0,0 0 0,-1-1-1,1 1 1,-1 0 0,-4 6 0,-5 16 721,9-20-923,0 0 0,0 0 0,1 0 0,0 0 1,1 0-1,-1 0 0,1 0 0,0 0 0,1 0 0,-1 0 0,1 0 0,1 1 0,-1-2 0,1 1 0,0 0 0,0 0 0,0-1 0,1 1 1,0-1-1,7 10 0,-6-9-142,1 0 0,0 0 1,0-1-1,0 0 1,0 0-1,1-1 0,0 1 1,0-1-1,0 0 0,1-1 1,-1 1-1,1-1 1,-1-1-1,1 1 0,0-1 1,0 0-1,1-1 0,-1 0 1,0 0-1,0 0 1,1-1-1,-1 0 0,0 0 1,0-1-1,1 0 0,-1-1 1,0 1-1,0-1 1,10-5-1,-12 4 22,0 0 0,-1 0 1,0-1-1,0 1 0,0-1 0,0 0 1,0 0-1,4-8 0,23-38-23,-3-10 267,-26 58-173,-15 28 470,-30 81 813,-53 200 0,27-72-1145,47-170-80,-49 97 0,59-136-137,-19 32 73,28-53-33,0 0 0,0-1 1,-1 1-1,0-1 0,0 0 0,0 0 0,0-1 1,0 1-1,-6 3 0,-1-2-8,11-30 46,3 12-56,0 1-1,1-1 1,1 1-1,0 0 1,1 0-1,0 1 1,0 0 0,14-18-1,75-81-857,-78 91 592,-1 2 51,195-208-3867,-62 85-2005,-104 99 805,-6 4-3174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1014 40 5989,'0'-23'6729,"6"11"-4658,-4 8 2067,-3 6-1537,-10 19-603,-13 29-941,13-21-450,3 0 1,0 0-1,2 1 0,1 0 1,1 0-1,1 31 1,13 183 1275,-5-167-1410,4 46-280,10 228 672,-19-273-693,-3-1 1,-22 118 0,17-151-232,-1 0 0,-3-1 1,-2-1-1,-31 67 0,34-89-135,-1-1 1,0 0-1,-29 31 1,-116 115-1882,138-147 1599,0 0 0,0-1 0,-2-1-1,0-1 1,-1-1 0,0-1 0,-1-1 0,-1-1 0,0-1-1,-34 10 1,21-9-1301,0-1 0,-52 7 0,-20-5-4885,19-3-2747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8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 10917,'-10'-4'11516,"14"13"-7311,2 1-3480,2-1 0,-1 0-1,1 0 1,1-1-1,-1 0 1,13 8-1,-1 1 38,38 33-503,137 112-421,-160-137-2617,64 35 1,-72-46-3628,44 15 1,-37-17-4812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725 78 9897,'-23'-37'2484,"-2"14"-196,12 14 213,-15 6-1,-4-2-312,0 5-240,-25 3-248,16 5-372,0 6-287,-4 7-173,1 10-180,-4 3-188,-3 3-472,0 6-1052,7 3-653,-7-3-1043,0 8-4488,4 6-7138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72 8145,'-9'9'1859,"0"-1"0,0 1 1,-1-2-1,-15 11 1,7-6 82,15-10-1522,0 0 0,0-1 0,0 0 0,0 0 0,0 0 0,0 0-1,0 0 1,-6 0 0,-2 2 4643,15-4-4097,167-19 940,-58 9-2230,285-51-6803,-169 22-3200,-112 25-9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9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63 5144,'0'0'64,"0"0"-1,0 1 0,0-1 0,0 1 1,0-1-1,0 0 0,1 1 0,-1-1 1,0 1-1,0-1 0,0 0 0,1 1 1,-1-1-1,0 0 0,0 0 0,1 1 1,-1-1-1,0 0 0,1 0 0,-1 1 1,0-1-1,1 0 0,-1 0 0,0 0 1,1 1-1,-1-1 0,0 0 0,1 0 1,-1 0-1,1 0 0,-1 0 0,0 0 1,1 0-1,-1 0 0,1 0 0,-1 0 1,0 0-1,2 0 0,8-16 2476,3-5 252,-11 19-1753,0-1 1,-1 0 0,1 1 0,0-1 0,-1 0 0,0 0 0,1 0 0,-1 0-1,-3-5 6414,2 7-7347,-12 20 2815,-1 9-2920,1 0 0,2 1 0,-10 42 0,9-29 0,1 3 0,2-1 0,-4 91 0,6-48 0,2 4 0,9 114 0,-2-147 0,4 53-3523,-2-58-2769,14 58 1,-13-77-7386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39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35 13081,'-3'-4'943,"-7"-8"-145,4 8 4943,14-2-2677,-7 6-3013,-1-1 1,0 0-1,1 1 1,-1-1-1,1 1 1,-1-1-1,1 1 1,-1-1-1,1 1 1,-1-1-1,1 1 1,0 0-1,-1-1 1,1 1-1,-1 0 1,1 0-1,0-1 1,-1 1-1,1 0 1,0 0-1,0 0 1,-1 0-1,1 0 1,0 0-1,1 0 1,5 2 182,0 0 0,0 1 0,0 0 1,0 0-1,-1 1 0,12 7 0,-8-4-33,17 9 17,-2 1 0,0 1-1,-1 2 1,-1 0-1,-1 1 1,-1 2-1,0 0 1,-2 1-1,-1 1 1,-1 1 0,-1 0-1,22 51 1,-35-69-198,0 1 1,-1-1-1,0 1 1,0-1-1,-1 1 0,0 0 1,0 0-1,-1 0 1,0 0-1,-1 0 1,0-1-1,-4 18 1,1-15-2,0-1 0,0 1 0,-1-1 0,0 0 0,-1-1 0,0 1 0,-1-1 0,0-1 0,-9 10 0,-7 3-7,-1-1 0,-1-1 0,0-1 0,-2-1 0,0-2 0,-43 19 0,1-4-1697,-104 29 1,125-47-2773,-69 10 1,92-18-1361,8 6-3275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0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320 198 5236,'19'-26'2827,"-16"21"1456,0-8-3124,2-7 2235,7 8-3382,-11 11 445,-1 1-1,1-1 0,-1 0 1,1 0-1,-1 0 0,1 0 0,-1 0 1,1 0-1,-1-1 0,0 1 1,0 0-1,1 0 0,-1 0 0,0 0 1,0 0-1,0 0 0,-1-2 1,-1-10 594,2 11 1846,-35 4-2195,32-1 1098,1-8-1810,1 6 15,1 0 1,-1 0-1,1 0 0,-1 0 0,1 0 1,0 0-1,0 0 0,-1 0 1,1-1-1,0 1 0,0 0 1,0 0-1,0 0 0,0 0 0,0-1 1,1 1-1,-1 0 0,0 0 1,0 0-1,1 0 0,-1 0 1,1-2-1,2 2-14,-1 0 9,-1 0-1,0 0 0,0 0 0,0 1 0,0-1 1,1 0-1,-1 1 0,0-1 0,1 1 1,-1 0-1,0-1 0,3 1 0,6-34 1058,-8 22-1015,-37 63-42,-54 66 0,56-76 0,-34 53 0,46-59 0,1 2 0,2 0 0,1 0 0,2 2 0,-15 63 0,26-86 0,1 0 0,1 0 0,0 0 0,1 0 0,1 0 0,0 0 0,1 0 0,1 0 0,1 0 0,0 0 0,1-1 0,1 1 0,0-1 0,1 0 0,0 0 0,2-1 0,10 18 0,-6-17-465,0-1 0,1-1 0,1 0 0,0-1 0,0 0 0,2-1 0,-1 0 0,1-2 0,0 0 0,1 0 0,0-2 0,35 11 0,-14-8-1401,1-1 0,-1-2 0,1-2 0,0-2 0,46-1 0,4-4-10676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 10201,'-2'-2'7494,"-14"-19"-3649,15 18-2371,3 5-240,8 6-911,0 0 0,0 1 1,-1 1-1,0 0 0,-1 0 0,0 0 0,-1 1 0,0 0 0,0 1 0,-1 0 0,-1 0 0,0 0 1,-1 0-1,0 1 0,3 22 0,-3-17-248,-2 1 0,0 0 1,-1-1-1,-1 1 0,-1 0 1,0-1-1,-1 1 0,-2 0 1,0-1-1,-9 28 0,-7-6 37,17-33-85,-1 0-1,1 0 0,0 0 0,0 0 0,-2 12 0,4-17-12,1 0 0,-1-1 1,0 1-1,1 0 0,-1 0 1,0 0-1,0-1 0,0 1 1,-1 0-1,1-1 0,-3 3 1,3-3-31,13-10 5,3-3-49,-1-1 0,0 0 0,0-1-1,-2 0 1,13-18 0,48-84-355,-34 51 302,26-28 109,-64 93 24,0 0 0,0 0 0,1 0 0,-1 1 0,0-1 0,0 0 0,1 1-1,-1-1 1,0 1 0,0-1 0,0 1 0,1 0 0,-1-1 0,0 1 0,1 1-1,-1-1 17,4 2 13,-1 0 0,1 1-1,0 0 1,-1 0 0,0 1-1,0-1 1,0 1 0,-1-1-1,4 8 1,28 55 297,-21-37-193,55 91-194,-59-107-483,0 0 0,2 0 0,-1-1 0,2-1-1,24 20 1,22 8-3377,1 2-7140,-42-29 1046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12797,'0'0'8380,"2"2"-7677,6 3-341,-1 1 0,1 0 1,-1 0-1,-1 1 0,1 0 0,9 14 1,73 128 1226,-82-135-1498,-6-13-77,-1 0-1,0 0 1,0 0 0,0 0 0,0 0 0,0 0 0,0 0-1,0 0 1,0 0 0,0 0 0,0 0 0,0 0 0,0-1 0,-1 1-1,1 0 1,0 0 0,-1 0 0,1 0 0,-2 1 0,1 2 39,-1-1 3,0 1 0,0 0 0,-1 0 0,1-1 0,-1 1 0,1-1 0,-1 0 0,0 0 0,-1 0 0,1 0 0,0-1 0,-1 1 0,0-1 0,1 0 0,-1 0 0,-6 3 0,-12 4 187,-39 11 1,37-13-240,-33 16-1193,23-8-2840,31-14 1006,23-1-13621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1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354 149 8613,'4'-7'453,"-1"2"-63,-1 1 0,1-1 0,-1 1 0,1 0 0,0 0 0,1 1-1,-1-1 1,1 0 0,6-4 0,-8 6 43,0-1-1,0 0 1,0 1-1,0-1 1,0 0-1,-1 0 1,1 0 0,-1 0-1,0 0 1,0 0-1,0-1 1,0 1-1,-1 0 1,1-6-1,0 3 607,-1 5-648,1-1 0,-1 0 1,0 0-1,-1 1 0,1-1 0,0 0 0,0 0 1,-1 1-1,1-1 0,-1 0 0,0 1 0,1-1 1,-1 1-1,0-1 0,0 1 0,-2-3 1,-3-7 92,-6 40 1992,-90 282-825,0 1-638,-21 22-1013,105-276-1672,3 1 0,-10 80 0,20-95-3649,7-17-1396,4-5-6012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2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265 131 9737,'0'0'2389,"-3"-2"-202,-23-13 5895,19-5-5644,3 12 1031,2 6-3455,0 0 0,0 0 1,0 0-1,1 0 0,-1-1 0,1 1 0,-1-1 0,1 1 1,0-1-1,0 1 0,0-1 0,0 0 0,0 1 1,1-1-1,-1 0 0,1 0 0,0 0 0,0 1 1,0-1-1,1-4 0,-1 3 114,-12-21 1607,9 28-1657,0-1 0,0 1-1,0-1 1,0 1 0,0 0-1,0 0 1,1 0 0,0 0-1,0 0 1,0 1-1,0-1 1,0 1 0,0 0-1,1-1 1,0 1 0,0 0-1,-1 5 1,-3 15 277,-3 37 0,7-55-307,0 8-21,1 0-1,0 0 1,1 0-1,1 0 1,0 0-1,1 0 1,0 0-1,6 15 1,-5-20-128,-1 0-1,1 0 1,1 0 0,0-1 0,0 0 0,1 0 0,-1 0 0,2 0-1,-1-1 1,1 0 0,0-1 0,15 12 0,-14-15-135,-1 0-1,1 0 1,-1 0 0,1-1 0,0 0-1,0 0 1,0-1 0,0 0-1,0-1 1,12 0 0,6-1-790,40-7-1,-58 5 878,1 1-1,0-1 1,-1-1-1,0 1 0,0-1 1,0-1-1,-1 0 1,1 0-1,-1 0 1,0-1-1,0 0 1,-1 0-1,0-1 1,0 1-1,7-13 0,0 4-94,-6 6 161,0-1 1,-1 0-1,-1-1 1,1 1-1,-2-1 1,7-18-1,3-9 302,-13 35 752,-20 9 454,16-5-1325,0 1 1,0 0-1,0 0 0,0 0 1,0 0-1,1 0 0,-1 0 1,1 1-1,-1-1 0,1 1 1,0 0-1,0 0 0,0 0 1,1 0-1,-4 6 0,-19 54 869,24-61-914,-48 168 1725,-38 265 0,77-382-1739,-2-1 0,-2 0 0,-3-1 0,-2-1 0,-2 0 0,-49 87 0,55-116-68,0-1-1,-1-1 1,-2 0 0,0-2-1,0 1 1,-2-2 0,0 0-1,-1-2 1,0 0 0,-29 14-1,47-28 23,0 0-1,0-1 0,0 1 0,0 0 1,0-1-1,0 0 0,0 1 0,0-1 1,0 0-1,0 0 0,1 0 0,-1 0 1,0 0-1,1-1 0,-1 1 0,0 0 1,-1-3-1,2 1 2,1-1 0,0 1 0,-1-1 1,1 1-1,0 0 0,1-1 0,-1 1 0,1-1 0,-1 1 1,1 0-1,0-1 0,3-4 0,-1-3-7,4-15-165,2 0 0,1 1-1,1 0 1,0 0 0,2 2 0,18-26 0,105-125-2634,-106 138 2168,108-127-2827,13-15-1959,-55 56-1941,-47 56-998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25 5705,'0'0'8976,"4"-15"-6890,-4 15-2001,0-1 0,0 1 0,0 0-1,0-1 1,0 1 0,0-1 0,0 1 0,0 0 0,0-1 0,0 1 0,1 0-1,-1-1 1,0 1 0,0 0 0,0-1 0,1 1 0,-1 0 0,0-1 0,1 1-1,-1 0 1,0 0 0,1-1 0,-1 1 0,0 0 0,1 0 0,-1 0 0,0-1-1,1 1 1,-1 0 0,0 0 0,1 0 0,-1 0 0,1 0 0,-1 0 0,0 0-1,1 0 1,0 0 0,15 10 1471,-13-6-1298,1 0 0,-1 0 1,0 0-1,-1 0 0,1 1 0,-1-1 0,4 9 1,-3 0 194,0 1 0,-1-1 0,0 18 1,6 33 683,31 96 906,-12-53-820,25 194 0,-49-266-1144,-2 0 0,-1 0 0,-2 0 1,-1 0-1,-2 0 0,-1-1 0,-2 0 0,-1 0 0,-25 60 0,21-66-303,-2-1 0,-1 0 1,-1-1-1,-1 0 0,-1-2 0,-29 29 0,27-33-584,-1-1 1,-1-1-1,0-1 1,-1-1-1,-1-1 0,0-1 1,-28 10-1,-140 47-9741,105-42 266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5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0 500 5845,'12'-3'966,"-1"-1"0,0-1 0,20-10 1,-30 14-852,0 1 1,0-1 0,0 1 0,0 0-1,0-1 1,1 1 0,-1 0 0,0 0-1,0 0 1,0-1 0,1 1 0,-1 1-1,0-1 1,0 0 0,0 0 0,2 1-1,3 0 230,211 11 4936,106 37-2224,-287-43-2791,212 29 614,372 5 0,254-54-783,-851 14-85,120-5 28,592-28-6,554-76-102,-610 32 70,-595 66 4,350-54-18,179-20 5,116 16-68,-350 39 44,-115 11 45,1489-77-2,-210 132-49,-775-6 14,1099 6 5,-1017-9-22,-652-19 35,151 9-16,-3 4-10,-28-2 36,510 26-75,-656-36 75,252 4-29,-217-15 30,332-8 9,-531 9-18,306-6-3,-242 9 5,-1 3 1,98 20-1,-153-21-14,335 80-291,-348-83-237,-7-1-912,-61-1-7511,20-4 1074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6 16414,'-1'-1'267,"0"1"1,0-1-1,0 0 1,0 1-1,0-1 1,0 1-1,0 0 1,0-1-1,0 1 1,0 0-1,-1 0 1,1-1 0,0 1-1,0 0 1,0 0-1,-1 1 1,1-1-1,0 0 1,0 0-1,0 0 1,0 1-1,0-1 1,-1 1 0,1-1-1,0 1 1,0-1-1,0 1 1,0 0-1,0-1 1,0 1-1,1 0 1,-1 0-1,0-1 1,0 1 0,-1 2-1,0 0 30,1 0 0,-1 1 1,1-1-1,0 0 0,0 0 0,0 1 1,1-1-1,-1 1 0,1-1 0,-1 0 0,1 1 1,1 4-1,3 106 700,-11 148 0,-38 116-133,-37 79-864,43-256 0,33-169-785,2-16-766,1-1-1,1 1 1,0 0-1,1 0 1,2 21-1,-1-35 953,0-1 192,0-1 0,0 1 0,0 0 0,0 0 0,0 0 0,1 0 0,-1-1 0,0 1 0,0 0 0,1 0 0,-1 0 0,0-1 0,1 1 0,-1 0 0,1 0 0,0 0 0,23 5-11764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7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46 15173,'-63'-30'6020,"48"21"-1765,3 3-1790,16 19-817,14 14-1117,1-2 1,1 0-1,1-1 0,32 28 1,-18-18-242,-3-2-228,7 6 17,53 67 0,-82-92-76,-1 0 1,-1 0-1,0 1 1,-1 0-1,0 0 1,-1 1 0,-1-1-1,0 1 1,-1 0-1,2 19 1,-5-26-4,-1 0 0,0 0 0,0-1 0,-1 1 0,0 0 0,0 0 0,-1 0 0,0-1 0,-1 1 0,1-1 0,-7 12 0,3-8 0,-1 0 0,0-1 0,-1 0 0,0 0 0,0-1 0,-17 15 0,-2-4 0,-1 0 0,-1-2 0,0-1 0,-50 21 0,5-8-1138,-108 28 0,-82 5-2568,249-59 2633,-19 2-1610,11-4-4795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8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66 8385,'15'-8'1682,"-13"3"952,-25-2 1775,22 7-4371,-1-1 778,-1 0-1,1-1 1,-1 1 0,1-1 0,0 1 0,0-1 0,-1 0 0,1 0 0,0 0 0,1 0 0,-1 0 0,0-1 0,-2-4 0,-6-5 2801,31 8-3038,-7 5-579,1 1 0,-1 0 0,1 0 0,-1 1 0,0 1 0,0 1 0,24 11 0,-30-13 0,17 7 0,-1 1 0,-1 2 0,0 0 0,36 27 0,-51-34 0,0 1 0,-1-1 0,0 1 0,0 1 0,0-1 0,-1 1 0,0 0 0,-1 1 0,0 0 0,0-1 0,0 1 0,-1 1 0,-1-1 0,0 1 0,3 12 0,-6-15 0,0 0 0,0 0 0,-1 0 0,0 0 0,0 0 0,-1 0 0,0 0 0,0 0 0,0-1 0,-1 1 0,0-1 0,0 1 0,-1-1 0,0 0 0,0-1 0,0 1 0,-1-1 0,1 1 0,-1-1 0,-8 5 0,-12 11 0,-1-1 0,-1-2 0,-29 16 0,42-26 0,-142 75 0,154-81 0,0-1 0,0 0 0,-1 1 0,1-1 0,0 0 0,-1 0 0,1 0 0,-1 0 0,1-1 0,-1 1 0,0-1 0,1 1 0,-1-1 0,1 0 0,-1 0 0,-3-1 0,6 1 0,-1 0 0,1 0 0,0-1 0,-1 1 0,1 0 0,-1 0 0,1-1 0,0 1 0,-1 0 0,1-1 0,0 1 0,-1-1 0,1 1 0,0 0 0,0-1 0,-1 1 0,1-1 0,0 1 0,0-1 0,0 1 0,-1-1 0,1 1 0,0-1 0,0 1 0,0-1 0,0 1 0,0-1 0,0 1 0,0-1 0,0 1 0,0-1 0,1 1 0,-1-1 0,0 1 0,0-1 0,0 1 0,1-1 0,-1 1 0,0 0 0,0-1 0,1 1 0,-1-1 0,11-12 0,-1 2 0,2-1 0,-1 1 0,1 1 0,1 0 0,22-13 0,21-17 0,91-95 0,6-5 0,-150 138 0,0-1 0,-1 1 0,1 0 0,0 0 0,0 0 0,0 1 0,1-1 0,-1 1 0,0 0 0,1-1 0,-1 2 0,0-1 0,1 0 0,5 0 0,-7 1 0,0 1 0,1-1 0,-1 1 0,0 0 0,0 0 0,0 0 0,0 0 0,0 0 0,0 0 0,0 0 0,-1 0 0,1 1 0,0-1 0,-1 1 0,1-1 0,-1 1 0,1 0 0,-1 0 0,0 0 0,0-1 0,0 1 0,0 0 0,1 4 0,29 62 0,-13-27 0,37 64 0,-47-92 0,0-1 0,1-1 0,1 1 0,0-1 0,0-1 0,1 0 0,0-1 0,1 0 0,15 9 0,-11-9-1075,2-1 1,-1 0-1,32 8 1,-24-9-1598,1-2 1,0-1 0,1-1-1,33 0 1,-36-3-9457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8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16942,'-48'7'3377,"39"-6"-45,8 6-2577,0 0 0,-1-1 1,0 1-1,0-1 0,0 1 0,-1-1 1,0 0-1,0 0 0,-6 9 0,-5 12 809,7-11-1564,2 0 0,0 0 0,1 1 0,0 0 0,-1 29 0,3 88 0,3-79 0,0-19-1714,1-28 434,-2-1-1,1 1 1,-1 0 0,0 0-1,-1 0 1,0 0-1,0 0 1,-1-1-1,0 1 1,0-1 0,-5 12-1,0-4-11423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8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33 13377,'-2'-3'268,"1"1"0,0 0 1,-1 0-1,0 0 0,1 0 0,-1 0 0,0 0 0,0 0 0,0 1 0,0-1 0,0 1 1,0-1-1,0 1 0,-1 0 0,1 0 0,-1 0 0,1 0 0,-4 0 0,0 0 689,0 1-1,0 0 0,0 0 1,0 0-1,0 1 0,0 0 0,-9 3 1,9-2-726,0 0 1,1 0-1,0 1 1,-1-1-1,1 1 0,0 0 1,0 1-1,1-1 1,-1 1-1,1 0 1,0 0-1,0 1 1,0-1-1,-6 10 1,-2 6 795,0 1 0,-11 29 0,16-35-935,-36 89-92,-49 185 0,80-240 0,3 1 0,1 0 0,3 0 0,1 66 0,6-77 0,0 0 0,3 1 0,1-2 0,2 1 0,2-1 0,16 41 0,-18-59-448,1 0-1,2-1 1,0 0 0,0-1 0,2 0-1,0-1 1,2 0 0,-1-1 0,2-1-1,0 0 1,36 24 0,-28-24-409,1-1-1,0-1 1,1-1 0,0-2 0,1 0-1,0-2 1,1-1 0,50 6-1,20-3-5543,3-6-3886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775 26 13877,'1'-4'368,"3"-13"1677,-4 16-1987,0 1 0,0 0 1,0 0-1,0-1 0,0 1 1,0 0-1,-1 0 0,1 0 0,0-1 1,0 1-1,0 0 0,0 0 0,-1 0 1,1-1-1,0 1 0,0 0 1,0 0-1,-1 0 0,1 0 0,0 0 1,0-1-1,-1 1 0,1 0 0,0 0 1,0 0-1,-1 0 0,1 0 0,0 0 1,0 0-1,-1 0 0,1 0 1,0 0-1,-1 0 0,1 0 0,0 0 1,0 0-1,-1 0 0,1 0 0,0 1 1,0-1-1,-1 0 0,1 0 1,0 0-1,0 0 0,0 0 0,-1 1 1,1-1-1,0 0 0,0 0 0,0 0 1,0 1-1,-1-1 0,1 0 0,0 1 47,-1-1 0,1 0-1,0 0 1,-1 1-1,1-1 1,0 0-1,-1 1 1,1-1 0,0 0-1,0 1 1,-1-1-1,1 0 1,0 1-1,0-1 1,0 1 0,-1-1-1,1 1 1,0-1-1,0 0 1,0 1-1,0-1 1,0 1 0,0-1-1,0 1 1,0-1-1,0 0 1,0 1-1,0-1 1,0 1 0,1-1-1,-1 1 1,0-1-1,0 0 1,0 1-1,0-1 1,1 1 0,-1-1-1,0 0 1,0 1-1,1-1 1,-1 0-1,0 1 1,1-1-1,-1 0 1,1 1 0,24 24 1836,-2-2-609,3 11-956,-1 1 0,-2 1 0,-2 1 0,-1 1 0,-2 0 0,-2 2 0,12 44-1,-22-60-215,0 0 0,-2 1 0,-1 0 0,-1-1 0,-2 1 0,0 0 0,-1 0 0,-2 0 0,0 0 0,-2-1 0,0 1 0,-2-1 0,-15 36 0,4-23-151,-2-1 1,-1 0-1,-1-2 1,-3 0-1,0-2 1,-2-1-1,-41 37 1,14-21-105,-2-2 0,-1-3 0,-87 48 1,91-61-2391,-106 40 1,11-25-8885,76-29-1773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23 10173,'-15'-13'678,"-13"6"5933,-2 10 457,11 1-5579,16-3 779,4 2-1698,0 2-414,-1-3-92,0-1 0,0 1-1,0-1 1,1 1 0,-1-1 0,1 1-1,-1-1 1,1 1 0,-1-1 0,1 0-1,0 1 1,0-1 0,0 0 0,0 0-1,0 1 1,0-1 0,0 0 0,0 0-1,0 0 1,0 0 0,3 1-1,5 1 325,0 0 0,0-1-1,17 3 1,-23-4-100,-4-1-266,0 0 0,-1 1 0,1-1-1,0 1 1,0 0 0,0-1 0,0 1 0,0 0 0,0 0 0,0 0 0,0-1 0,0 1 0,0 0 0,0 0 0,0 1 0,-1 1 0,6-2-27,0 0 0,0 0-1,0-1 1,0 0 0,0 1 0,0-1 0,0-1 0,0 1-1,0 0 1,0-1 0,0 0 0,0 0 0,0 0-1,-1-1 1,1 1 0,0-1 0,-1 0 0,1 0 0,-1 0-1,1 0 1,3-4 0,-9 4-156,1 0 1,0-1-1,-1 1 0,1 0 1,-1 0-1,0 0 0,1 0 1,-1 1-1,-4-4 0,5 5 26,-9-10-1851,-8-6-2551,6 8-4465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4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37 14389,'-32'-31'3198,"26"25"4142,-16 28-2273,19-17-4928,0 1 0,1 0 0,0-1 0,0 1 1,0 0-1,1 0 0,0 1 0,-1 7 0,1 56 979,0-13-715,-10 135-403,-3 43 0,7-113-2906,-2 15-3182,6-107-1646,3 1-5321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299 111 13549,'-3'-69'2969,"3"55"-157,1 12-394,0 0-2227,0 0 0,0 0 0,1 1-1,-1-1 1,0 1 0,0-1 0,1 1 0,-1 0 0,1-1 0,0 1 0,-1 0-1,1 0 1,0 0 0,-1 0 0,1 0 0,0 1 0,0-1 0,0 0 0,0 1-1,2-1 1,1 1 15,-1 0-1,0 0 1,1 0 0,-1 1-1,1-1 1,-1 1-1,0 0 1,9 3-1,3 3 115,-1 1-1,0 0 1,0 1-1,15 12 0,5 6 115,-1 0-1,41 47 1,-58-56-316,-1 2 0,-1 0 1,-1 1-1,0 0 0,17 39 1,-28-52-90,0 0 1,0 0 0,-1 1-1,0-1 1,-1 1-1,0-1 1,0 1 0,0 0-1,-1-1 1,-1 1 0,0 0-1,0-1 1,0 1 0,-1-1-1,0 1 1,-1-1 0,0 0-1,-6 11 1,2-6-15,-1 0 0,0-1 0,-1 0 0,0 0 0,-1-1 1,-1-1-1,0 1 0,0-2 0,-1 1 0,-13 7 0,-22 10-270,-2-3 0,-1-1 0,-1-3 0,-77 20 0,-82 34-7464,171-54 285,18-7-5097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99 12533,'-34'-31'2916,"22"19"1429,7 0-2344,3 6-478,4 4-973,-1-1-1,1 1 0,0-1 1,0 1-1,0 0 0,0 0 1,1 0-1,4-3 1,-2 2-309,1 1 1,0 0 0,0 0 0,0 0 0,0 1 0,0 0 0,0 0 0,0 1 0,0-1 0,0 1 0,0 1-1,0-1 1,10 3 0,-1 0-59,-1 0 0,0 1 0,0 1 0,22 11 0,-23-10-170,-1 1 0,0 0-1,0 1 1,-1 1 0,0 0 0,-1 0 0,0 1 0,0 0 0,-1 1 0,0 0 0,-1 1 0,11 20 0,-15-23-11,1 1 0,-2 0 0,1 0 0,-2 1 0,1-1 0,-1 0 0,-1 1-1,0 0 1,0-1 0,-1 1 0,0-1 0,-1 1 0,-1 0 0,1-1 0,-2 1 0,1-1 0,-6 14 0,-7 5-2,-1 0 0,-1-1 0,-2 0 0,-41 48 0,28-42 0,25-27 0,1 1 0,-1-1 0,-7 14 0,14-21 0,0 0 0,-1 0 0,1 0 0,0 0-1,0 0 1,0 0 0,-1 1 0,1-1 0,0 0 0,0 0 0,0 0 0,-1 0-1,1 1 1,0-1 0,0 0 0,0 0 0,0 0 0,0 1 0,0-1 0,-1 0-1,1 0 1,0 0 0,0 1 0,0-1 0,0 0 0,0 0 0,0 1 0,0-1-1,0 0 1,0 0 0,0 1 0,0-1 0,0 0 0,0 0 0,0 1 0,0-1-1,1 0 1,-1 0 0,0 0 0,0 1 0,0-1 0,0 0 0,0 0 0,0 0-1,1 1 1,-1-1 0,0 0 0,0 0 0,0 0 0,0 0 0,1 1 0,-1-1-1,0 0 1,0 0 0,0 0 0,1 0 0,-1 0 0,0 0 0,0 0 0,1 0-1,-1 0 1,13-3-31,-12 3 21,16-6-25,-1-1 1,0 0-1,-1-1 1,0 0-1,0-2 1,13-10-1,82-76-59,-72 62 80,72-75 86,-108 107-68,-1 0 1,1 1-1,0-1 0,0 0 1,0 1-1,1-1 1,-1 1-1,0 0 1,1 0-1,-1 0 1,0 0-1,1 0 0,3 0 1,-5 1 0,1 0 1,-1 0-1,1 0 1,-1 0-1,1 0 1,-1 0-1,1 1 1,-1-1-1,1 1 0,-1-1 1,1 1-1,-1 0 1,0-1-1,1 1 1,-1 0-1,2 2 1,3 3 16,-1-1 1,-1 2 0,1-1-1,-1 0 1,0 1 0,5 13 0,0-3-10,3 8-37,2-2 1,0 0-1,2 0 0,0-2 0,2 0 1,0-1-1,1 0 0,1-2 1,1 0-1,1-2 0,0 0 0,1-1 1,1-1-1,0-2 0,31 12 1,-23-12-1339,2-2 1,-1-1 0,45 5 0,-16-8-3292,3-4-4044,-31-2-1912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0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13569,'0'0'14862,"2"2"-13898,4 4-820,-1 0 0,0 0 0,0 0 0,0 0 0,-1 1 0,0-1 0,0 1 0,-1 0 1,0 1-1,0-1 0,-1 0 0,0 1 0,0-1 0,-1 1 0,1 0 0,-2 0 0,1 0 1,-1-1-1,0 1 0,-1 0 0,0 0 0,-2 10 0,-7 14-130,-2 0 1,0-1-1,-23 40 1,31-54-15,4-16 0,0 1 1,0 0-1,1-1 1,-1 1-1,1-1 1,0 1-1,-1-1 1,1 1-1,0-1 1,0 1-1,0-1 1,0 0-1,0 0 1,0 1-1,0-1 0,1 0 1,-1 0-1,0 0 1,1 0-1,-1 0 1,0 0-1,1-1 1,-1 1-1,1 0 1,1 0-1,5 1-7,0 0 0,0 0-1,16 1 1,-11-2-27,29 3-845,0-2 1,0-1-1,44-6 0,120-28-6037,-92-1-2649,-58 17-171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1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0 9917,'-12'3'1181,"0"0"0,0 0 0,-1-2-1,1 0 1,-21 0 0,28-1-802,1 0 1,0 1-1,-1-1 0,1 1 0,0 0 0,-1 1 0,1-1 0,0 0 1,0 1-1,0 0 0,0 0 0,0 1 0,1-1 0,-4 3 1,-1 2 165,0-1 0,1 1 0,0 1 1,0-1-1,-6 11 0,-2 6 451,2 0 1,0 0-1,2 2 1,-10 29-1,-26 110 822,46-162-1827,-14 53 15,3 1 0,2 1 0,3 0 0,0 89-1,9-120-9,0 0 0,2-1 0,1 1 0,1-1 0,9 26 0,-8-34-11,0 0-1,1-1 1,1-1 0,1 1-1,0-2 1,1 1-1,1-1 1,14 13-1,-5-8-746,2-1 0,0 0-1,1-2 1,0-1-1,2-1 1,45 19 0,-5-8-5709,114 29 0,-67-29-4885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1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2 12077,'3'0'2164,"-1"-1"-1885,0 1 1,0 0-1,0 0 1,0-1-1,0 1 1,0 0-1,0 1 1,1-1-1,-1 0 1,0 1-1,0-1 1,0 1-1,0-1 1,-1 1-1,1 0 1,0 0-1,3 2 1,-2 0 129,1 1 1,-1 0-1,0 0 1,0 0-1,0 0 1,4 9-1,9 21 573,-2 1-1,-1 0 1,-2 1-1,-1 0 1,9 72-1,-16-75-790,-1 0 0,-1 0 0,-2 0 0,-2 1 0,-1-1 0,-1 0 0,-2-1 0,-1 0 0,-1 0 0,-2 0 0,-1-1 0,-2-1 0,-27 46 0,6-23-469,-1-1 0,-3-3 0,-1 0-1,-3-3 1,-2-2 0,-66 50-1,56-54-1678,-1-3 0,-65 31 0,11-6-6688,44-19-2608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14 14397,'-28'-14'16390,"31"15"-14874,29 7-1052,2 3-464,-5-2-3297,19 0-9058,-32-7-1776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43 12981,'-35'-42'16283,"34"44"-14570,-12 35-1280,2 0 0,1 1 1,-6 55-1,8-51-376,-2 39-57,-1 88 0,2-9 0,1-31-4009,10 66-9061,1-164 366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2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88 13705,'4'-9'611,"0"0"-1,1 1 0,0 0 1,0 0-1,9-10 1,-10 15-265,-1 0 0,1 1 0,-1-1 0,1 1 0,0-1 1,-1 1-1,1 1 0,0-1 0,1 0 0,-1 1 0,0 0 1,0 0-1,1 0 0,-1 1 0,6-1 0,3 1 23,0 1-1,0 0 1,0 1-1,0 0 1,0 1 0,0 1-1,-1 0 1,0 1-1,21 10 1,12 9 455,48 36-1,-54-34-468,0 2-1,-2 2 0,55 58 1,-79-73-264,-1 0 1,0 1 0,-1 1 0,16 33 0,-22-38-47,-1-1 0,0 1 0,0 0 0,-1-1 0,-1 1 0,0 1 0,-1-1 0,0 23 0,-2-24-20,-1-1-1,0 0 0,0 0 0,-1 0 1,0 0-1,-1 0 0,0 0 0,0-1 0,-1 0 1,-1 0-1,1 0 0,-1-1 0,-1 0 1,0 0-1,0 0 0,0-1 0,-1 0 0,0 0 1,0-1-1,-12 7 0,-13 6 14,-2-1 1,0-1-1,-1-3 0,-38 12 1,-199 54-940,123-38-2987,140-39 2635,0 0-1,0-1 1,-1 0-1,-16 0 1,28 0-644,-1-2 1797,0 0 0,0 0 0,0 0 0,0 0 0,0 1 0,0-1 1,0 0-1,-1 0 0,1 0 0,0 0 0,0 0 0,0 0 1,0 0-1,0 0 0,0 0 0,-2 1-2097,2-1 2097,0 0 0,0 0 1,0 0-1,0 0 0,0 0 0,0 0 0,0 0 0,7 19-10591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9285,'1'-7'925,"1"0"0,0 0 0,0 1 1,1-1-1,0 0 0,0 1 0,1 0 0,0-1 1,0 1-1,0 1 0,10-11 0,-8 10-253,1 0-1,0 0 1,0 1-1,1-1 1,0 2-1,0-1 1,0 1-1,0 1 1,10-4-1,-11 5-501,0 0-1,-1 0 0,1 1 1,0-1-1,0 2 1,0-1-1,0 1 0,0 0 1,0 0-1,0 1 1,0 0-1,-1 0 0,1 1 1,0 0-1,-1 0 1,1 1-1,-1-1 1,0 1-1,1 1 0,-1-1 1,-1 1-1,1 0 1,-1 1-1,1-1 0,-1 1 1,0 0-1,4 6 1,-1 0-137,0 1-1,-1 0 1,-1 0 0,0 0 0,0 1 0,-1 0 0,-1 0 0,0 0 0,-1 0 0,0 1 0,-1-1 0,-1 1 0,0 0 0,-1 0-1,0-1 1,-4 20 0,1-14-3,-2 0 1,0 0-1,-1-1 0,-1 1 0,-1-2 0,0 1 0,-2-1 0,0 0 1,0-1-1,-2 0 0,-13 14 0,8-10-30,9-10 0,0-1 0,0 0 0,-18 15 0,15-19 0,9-7 0,6-11 0,-3 12 0,6-10 0,0 0 0,2 1 0,-1-1 0,1 1 0,0 1 0,1 0 0,0 0 0,21-13 0,18-17 0,24-28-2,155-129-12,-227 195 15,0 0-1,-1 1 1,1-1 0,0 0 0,0 1-1,0-1 1,0 1 0,0-1 0,0 1-1,0 0 1,0-1 0,0 1 0,0 0-1,0 0 1,2-1 0,0 2-1,0 0 0,0 0 1,0 0-1,0 0 0,0 0 0,-1 0 1,1 1-1,0-1 0,-1 1 0,1 0 1,-1 0-1,0 0 0,1 0 0,-1 0 0,0 0 1,0 1-1,-1-1 0,1 1 0,0-1 1,1 4-1,5 10 0,0 0 0,8 24-1,-3-5 1,-2-10-129,0-1-1,2 0 1,1-1-1,1-1 1,1 0-1,1 0 1,1-2-1,0 0 1,2-1-1,0-2 1,1 1-1,1-2 1,0-1-1,1-1 1,32 15-1,-25-18-2775,59 17 0,-9-11-6222,-73-15 8007,39 9-10534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3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44 13829,'1'-15'1020,"0"0"565,0 2 6923,0 16-8327,1 0 0,-1 0 0,0 0 0,1-1 0,0 1 0,0 0 0,-1-1 0,2 1 0,-1-1 0,0 1 0,0-1 0,1 0 0,-1 0 0,1 0-1,0-1 1,2 3 0,-1-2-30,9 8 63,0 0-1,0 1 0,-1 1 1,0 0-1,17 24 1,-25-30-189,1 2 0,-1-1 0,0 0 0,-1 1 0,0 0 0,0 0 0,-1 0 0,0 0 0,0 0 0,0 0 1,-1 0-1,-1 1 0,0 13 0,-4 19-7,-1 34-43,5-70-79,0 0 0,0 1 1,1-1-1,0 0 0,0 1 0,1-1 1,0 0-1,-1 0 0,2 0 0,4 8 1,-7-12 44,1 0 0,-1 1 0,1-1 1,-1 0-1,0 0 0,1 0 1,-1 0-1,0 1 0,0-1 0,0 0 1,0 0-1,0 0 0,0 1 1,0-1-1,0 0 0,-1 2 0,1 3-143,0-2 118,-1-1 0,1 1 0,-1-1 0,1 0 0,-1 1 0,0-1 0,0 0-1,-1 0 1,1 0 0,-1 0 0,1 0 0,-1 0 0,0 0 0,0 0 0,0-1 0,-1 1 0,1-1 0,-1 1 0,1-1 0,-1 0 0,0 0 0,1 0 0,-1 0 0,-4 1 0,-9 5-292,0-1 0,0 0 0,-23 5 1,22-7-30,-61 21-1369,18-6-1541,17-6-3589,22-6-1562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1420 0 12937,'-2'0'291,"0"1"-1,0-1 0,-1 0 1,1 1-1,0-1 0,0 1 1,0 0-1,0 0 1,0 0-1,0 0 0,0 0 1,0 0-1,1 0 0,-1 1 1,0-1-1,1 1 1,-1-1-1,1 1 0,-1-1 1,1 1-1,0 0 0,0 0 1,0 0-1,0 0 1,0 0-1,-1 2 0,0 1 49,1 0-1,-1 0 1,1 1-1,0-1 0,0 0 1,1 1-1,0-1 1,0 1-1,0-1 0,0 0 1,2 7-1,11 37 1682,3 1 0,41 88 0,-34-88-1564,-3 0 0,-1 2 0,11 55 0,-26-84-454,-1 0 1,-1 0-1,-1 0 0,-1 0 0,-1 0 0,-2 0 0,0 0 0,-1-1 0,-1 1 1,-1-1-1,-1 0 0,-1 0 0,-1-1 0,-1 0 0,0 0 0,-2-1 0,0-1 1,-2 0-1,0-1 0,-31 32 0,1-10-384,-1-2 0,-2-3 1,-1-1-1,-2-2 0,-1-3 0,-56 25 0,-31 3-1603,-169 47 0,12-26-4330,155-43-209,20-1-3777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8:5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1 8133,'-4'0'2235,"-3"0"-1620,0 0 1,0 1 0,1 0 0,-1 0-1,0 1 1,1-1 0,-1 1 0,1 1-1,0-1 1,-1 1 0,1 1 0,0-1 0,1 1-1,-1 0 1,-9 8 0,-7 9 476,1 0-1,0 1 1,2 1 0,0 1 0,-26 47 0,-64 145 2536,74-141-3133,3 2 1,4 1 0,4 2-1,-15 82 1,33-128-507,1 1 0,3-1-1,0 0 1,2 1 0,2-1-1,1 1 1,2-1 0,1 0-1,1-1 1,2 1 0,2-1 0,20 44-1,-17-50-410,2-1-1,1 0 0,0-1 0,2 0 1,1-2-1,1 0 0,1-1 0,1-2 1,35 26-1,-19-20-2331,72 38 1,53 6-6111,-41-29-2284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01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 4876,'-29'-12'1223,"24"9"-231,8 3-206,67 4 123,0 4 0,78 17 1,-63-9-649,34 4-118,679 111 388,8-41-405,255-67-26,-1-72-17,-706 19 10,236-10-56,-240 28-105,-347 12 99,0 0 0,-1 1 0,1-2 0,-1 1 0,1 0 0,-1 0 0,1-1 0,-1 0 0,1 1 0,-1-1 0,4-2 0,-6 3-16,0 0-1,0 0 0,0 0 1,0 0-1,0-1 0,1 1 1,-1 0-1,0 0 0,0-1 1,0 1-1,0 0 0,0 0 0,0 0 1,0-1-1,0 1 0,0 0 1,0 0-1,0-1 0,0 1 1,0 0-1,0 0 0,0-1 1,0 1-1,0 0 0,-1 0 1,1 0-1,0-1 0,0 1 1,0 0-1,0 0 0,0 0 1,0-1-1,-1 1 0,1 0 1,-15-12 391,2 6-61,-1 1 1,1 0 0,-1 1-1,-19-4 1,28 7-229,3 1 57,-1-1-57,-7-1 19,1 0-1,-1 1 1,0 0-1,1 1 1,-16 1-1,22-1 26,-16 3 190,15-2-237,-1 0 1,0 0-1,1 1 0,-1-1 0,1 1 1,-6 3-1,10-5-112,0 0 0,0 1 0,0-1 0,0 0 0,0 0 0,-1 0 0,1 0 0,0 0 0,0 1 0,0-1 0,0 0 0,0 0 0,0 0 0,0 0 0,0 1 0,0-1 0,0 0 0,0 0 0,0 0 0,0 0 0,0 1 0,0-1 0,0 0 0,0 0 0,0 0 0,0 0 0,0 1 0,0-1 0,0 0 0,0 0 0,1 0 0,-1 0 0,0 1 0,0-1 0,0 0 0,0 0 0,0 0 0,0 0 0,1 0 0,-1 0 0,0 0 0,0 1 0,0-1 0,0 0 0,0 0 0,1 0 0,19 8 180,65 13-369,153 17 0,-157-27 118,1376 153-2264,-805-132 1608,-569-29 619,743 15-600,-568-6 439,-220-10 192,-2 2 26,55 13 0,-66-11 86,1 0 1,1-2 0,-1-1-1,46-1 1,5-13 874,-20 23-794,-41-8-98,-14-5-15,0 0-1,0 0 1,0 0 0,0-1 0,-1 1 0,1-1 0,0 1 0,-1-1 0,1 0 0,-1 1 0,1-1 0,0-2 0,-15-13-26,9 12 17,-1-1 1,1 1-1,-1 0 1,0 0-1,0 0 1,-9-5-1,-47-37-32,59 45 33,52-9 6,-37 12-14,0 0 0,24 7 0,-2-1-22,-34-7 35,1 0 1,-1 1 0,0-1 0,0 1 0,0-1 0,0 1-1,0-1 1,0 1 0,0-1 0,-1 1 0,1 0-1,0 0 1,0-1 0,0 1 0,-1 0 0,1 0 0,0 0-1,0 2 1,-1-3 3,1 1 0,-1-1 0,0 1 0,1 0 0,-1-1 0,0 1-1,1-1 1,-1 1 0,1-1 0,-1 1 0,1-1 0,-1 0 0,1 1 0,-1-1 0,1 0 0,0 1-1,-1-1 1,1 0 0,-1 1 0,1-1 0,0 0 0,-2 4 90,-1 1 1,0-1-1,-1 0 1,1 0-1,-1 0 1,0 0-1,0-1 1,0 1-1,-6 5 0,6-6-32,-2 2 26,1 1-1,0-1 1,0 1 0,0 0-1,1 0 1,0 0 0,0 1-1,1-1 1,0 0 0,0 1-1,0 0 1,0 7 0,-1 10-43,2 1 1,1 27-1,-1 25-37,-9-2 29,-3-1 1,-4-1-1,-2-1 0,-37 90 0,-141 270 98,-8-50 24,113-199-96,-131 268-320,185-373 85,-4 7-620,4 1-1,-28 94 1,43-106 355,10-34-32,1 0 1,-7 46-1,12-50 244,-1 19-38,8-52 246,1-1-52,0 0 65,0-1-1,0 1 1,1-1-1,-1 1 1,1-1 0,-1 0-1,1 1 1,0-1 0,0 0-1,3 2 1,92-78 268,-88 67-221,0 1 0,0 0-1,1 1 1,0 0 0,1 1 0,-1 0 0,1 1 0,0 0 0,0 0-1,1 1 1,-1 1 0,1 0 0,12-1 0,16 2-17,0 1-1,61 9 1,-37-3-13,1700 206 263,1111 405 148,-1194-164-1018,1660 281 107,-2214-562 236,5-43-551,1562 77-884,-1021-234 1470,-666-93 116,66-100 685,-197 37-431,-114 18-27,-449 71 11,-211 59-77,1 5-1,129-21 0,255 19-650,-184 19 359,-242 10 199,0-3 1,-1-2-1,0-3 0,63-21 0,-105 25 46,0-1 1,-1-1 0,0 0-1,0-1 1,-1-1-1,25-23 1,1 0 311,-14 15-72,1 1 1,39-19-1,-7 4-780,-58 33 157,-1-1 1,0 1-1,1-1 1,-1 0-1,0 0 1,0 0-1,0 0 1,0 0-1,2-4 1,-2 4-152,8-10-2805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1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49 15537,'-29'-11'6701,"39"2"-5229,3-2-300,15 8-340,23-3-568,-7 3-732,13-2-308,4 5-588,2 5-848,1-2-376,-4 6-2957,-9 11-4496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10189,'38'-29'1508,"6"9"24,-6 0-268,10 0-264,-4 9-520,13-9-972,13-3-808,6 0-2784,7 0-3029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2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0 13781,'-16'15'7266,"15"-12"-5092,-97 357 7372,90-328-9546,2 1 0,1 0 0,1 1 0,1-1 0,4 42 0,-1-64 0,1 1 0,1 0 0,0-1 0,1 0 0,0 1 0,0-1 0,1 0 0,1-1 0,0 1 0,0-1 0,1 0 0,1 0 0,-1-1 0,2 1 0,-1-1 0,1-1 0,0 0 0,14 10 0,-12-11-68,1 0 0,-1-1 0,1 0 0,1-1 0,-1-1 0,1 0 0,0 0 1,0-1-1,0 0 0,0-1 0,0-1 0,1 0 0,21-1 0,-26 0 22,0-1-1,0-1 1,0 1 0,0-1 0,-1-1 0,1 1-1,0-1 1,-1 0 0,0-1 0,1 0-1,-2 0 1,1-1 0,0 0 0,-1 0-1,0 0 1,0-1 0,0 0 0,-1 0-1,0 0 1,0-1 0,6-11 0,-4 2 24,0-1-1,-1 1 1,-1-1 0,0-1-1,-1 1 1,-1-1 0,-1 1 0,-1-1-1,0 0 1,-2-22 0,-3-7 175,-2-1 1,-20-72 0,-10-1 119,29 104-240,0 1 0,0 0 0,-2 0 0,0 0 0,-12-14 0,14 22-527,-2 0 1,0 0-1,0 1 1,-14-10-1,14 36-3936,8-13 2682,-1 1 0,1-1 0,0 1 0,0-1 0,1 11 0,0 11-9368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2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23 14429,'-6'0'2457,"-13"-6"95,-1 1-376,5 2-268,-1 3 1704,32-6-8004,3 3 1268,3 3-2709,3 0-4968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3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9 15809,'-102'-9'6360,"95"10"-5926,0 0-1,1 0 1,-1 1-1,1 0 1,-1 0-1,1 1 1,0-1-1,0 1 0,0 1 1,0-1-1,0 1 1,1 0-1,-9 8 1,-6 7 1076,1 0-1,-17 22 1,20-19-1510,1 1 0,1 0 0,0 0 0,2 1 0,-12 32 0,10-13 0,1-1 0,-11 62 0,18-67 0,1 1 0,2 0 0,2-1 0,1 1 0,9 64 0,-7-85 0,2-1 0,-1 0 0,2-1 0,0 1 0,1-1 0,1 0 0,0 0 0,1-1 0,0 0 0,1 0 0,1-1 0,0 0 0,1-1 0,1 0 0,20 17 0,-12-15 0,1-1 0,0 0 0,0-2 0,42 15 0,-61-25 0,-1 0 0,1-1 0,0 1 0,0-1 0,0 1 0,0-1 0,0 0 0,0 0 0,0 0 0,0 0 0,0 0 0,0 0 0,0-1 0,0 1 0,0-1 0,2 0 0,-3 0 0,0 1 0,0-1 0,0 1 0,-1-1 0,1 0 0,0 1 0,-1-1 0,1 0 0,0 0 0,-1 0 0,1 1 0,-1-1 0,1 0 0,-1 0 0,1 0 0,-1 0 0,0 0 0,0 0 0,1 0 0,-1 0 0,0 0 0,0 0 0,0 0 0,0 0 0,0 0 0,0 0 0,0 0 0,0 0 0,-1 0 0,1-1 0,-4-10 0,1 0 0,-2 0 0,1 0 0,-2 1 0,1-1 0,-2 1 0,-12-17 0,-7-3 0,-32-31 0,33 36 0,-33-42 0,56 66-74,1 0 0,0 0 0,-1 0 0,1 0 0,0-1 0,0 1 0,0 0 0,0-1 0,0 1-1,1 0 1,-1-1 0,1 1 0,-1-1 0,1-2 0,0 3-61,1 1-1,-1-1 1,0 1-1,1 0 1,-1-1-1,1 1 1,-1 0-1,1-1 1,0 1-1,0 0 1,-1 0-1,1 0 1,0 0-1,0 0 1,0 0-1,0 0 1,0 0-1,2-1 1,4-2-420,-1 1 0,1 0 1,-1 1-1,1 0 0,0 0 1,0 0-1,0 1 0,7-1 1,18-1-1055,-1 2 0,0 1 0,62 8 0,92 26-1904,-168-30 3231,89 17-820,69 16 658,-59-4 3573,-94-23-174,-34-7 844,-33-5-1021,42 1-2883,0 1 0,0-1 0,0 0 1,0 0-1,1 0 0,-1 0 0,0 0 1,1-1-1,-1 1 0,1-1 1,-1 0-1,1 0 0,0 1 0,0-2 1,0 1-1,0 0 0,-2-3 0,-10-13-3300,3 2-3799,4 5-2291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1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182 241 10209,'-23'-14'2153,"22"14"-2048,1-1-1,0 1 1,0 0-1,-1 0 1,1-1-1,0 1 1,0 0-1,0-1 1,0 1-1,-1 0 1,1-1-1,0 1 1,0 0-1,0-1 1,0 1-1,0 0 1,0-1-1,0 1 1,0-1-1,0 1 1,0 0-1,0-1 1,0 1-1,0 0 1,0-1-1,0 1 1,1 0-1,-1-1 1,0 1-1,0 0 0,0-1 1,0 1-1,1 0 1,-1 0-1,0-1 1,1 1-1,10-14 1332,-9 12-442,25-25 745,17-20-38,-44 46-1684,1 1 0,-1 0 0,0-1 0,1 1 0,-1-1 0,0 1 0,0 0 0,1-1 0,-1 1 0,0-1 0,0 1 0,1 0 0,-1-1 0,0 1 0,0-1 0,0 1 0,0-1 0,0 1 0,0-1 0,0 1 0,0-1 0,0 1 1,0-1-1,0 1 0,0-1 0,0 1 0,0-1 0,0 1 0,0-1 0,0 1 0,-1-1 0,1 1 0,0 0 0,0-1 0,-1 1 0,1-1 0,0 1 0,-1 0 0,1-1 0,0 1 0,-1 0 0,1-1 0,-1 1 0,1 0 0,0-1 0,-1 1 0,1 0 0,-1 0 0,1 0 0,-1 0 0,1-1 0,-1 1 0,1 0 0,-1 0 0,1 0 0,-1 0 0,1 0 0,-1 0 0,0 0 0,-2 0 49,0 0 1,0 0-1,1 0 0,-1 0 0,0 1 0,0-1 1,0 1-1,1 0 0,-1 0 0,0 0 0,-3 2 1,-12 9 324,1 2 1,1 0 0,1 0 0,0 2-1,0 0 1,2 0 0,-18 29 0,23-32-268,0 1 1,1 0-1,1 1 0,0-1 1,1 1-1,1 0 1,0 1-1,1-1 0,1 1 1,-1 18-1,3-28-120,0 1 0,0-1 0,1 0 0,0 1-1,0-1 1,0 0 0,1 0 0,0 1 0,0-1 0,1-1 0,-1 1-1,2 0 1,-1-1 0,0 1 0,1-1 0,0 0 0,0 0-1,1-1 1,-1 1 0,1-1 0,0 0 0,0 0 0,0 0 0,1-1-1,-1 0 1,1 0 0,8 3 0,-4-3-148,-1 0 1,1-1-1,-1 0 1,1 0-1,0-1 1,0 0-1,0-1 1,0 0-1,0-1 1,0 0-1,-1-1 0,1 0 1,0 0-1,-1-1 1,1 0-1,-1 0 1,13-8-1,-10 5 69,-1-1 0,-1 0-1,1 0 1,-1-1 0,0-1 0,-1 1 0,0-2-1,-1 1 1,1-1 0,-2 0 0,0-1-1,0 0 1,6-13 0,1-14 239,-1-1-1,-3-1 1,0 0 0,-3 0 0,-2-1-1,2-51 1,-8 34 1041,-1 42-884,3 14-163,-1-1 0,-1 1 0,1-1 0,0 1 0,-1-1 0,1 1 0,-1 0 1,1-1-1,-1 1 0,-2-5 0,2 8-122,1 0 1,0 0-1,-1-1 1,1 1-1,0 0 1,0 0-1,0-1 0,0 1 1,0 0-1,0 0 1,0-1-1,0 1 1,0 0-1,0 0 0,0 0 1,0-1-1,0 1 1,1 0-1,-1 0 1,0-1-1,1 1 0,-1 0 1,0-1-1,2 2 1,9 26 566,24 44 1,-6-15-194,51 81 76,-2-6-252,-70-115-213,0 2 0,0-1 0,-2 1 0,-1 0 0,6 32 0,-10-43-43,0 1 1,-1 0-1,0-1 1,0 1 0,-1 0-1,0-1 1,-1 1-1,1-1 1,-2 1-1,1-1 1,-1 0 0,-1 0-1,1 0 1,-1-1-1,-1 1 1,1-1-1,-1 0 1,-8 9 0,4-7-233,0 0 0,-1-1 0,-1 0 0,1 0 0,-1-1 1,0-1-1,-1 0 0,0 0 0,0-1 0,0 0 1,-21 4-1,0-2-889,0-1-1,0-1 1,0-2 0,-36-2 0,36-2-2361,1-2 0,-37-7 0,25-1-6503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0 12469,'0'0'2241,"-2"4"281,0 3-1938,-1 0 1,1 0 0,1 1 0,-1-1 0,1 0-1,1 1 1,-1-1 0,1 1 0,0-1 0,1 1 0,0-1-1,0 0 1,4 13 0,12 48 2159,16 131 0,-31-160-2407,-1 0 1,-1-1-1,-3 1 0,-14 75 1,7-70-462,-3 0-1,-2-1 1,-1-1 0,-3-1 0,-42 71 0,37-75-760,-2 0 0,-2-2-1,-1-1 1,-1-1 0,-68 55 0,59-61-1137,-1-2 1,-2-2-1,0-2 1,-68 25-1,67-29-880,-64 31-7655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 13945,'-5'26'2433,"1"-22"723,-9-6-1740,13 2-1068,-1 0-233,1 0 0,-1 0-1,1 0 1,0 0 0,-1 0 0,1 0 0,-1 0-1,1 0 1,-1 0 0,1 0 0,0 0 0,-1 0-1,1 1 1,-1-1 0,1 0 0,0 0 0,-1 0 0,1 1-1,0-1 1,-1 0 0,1 0 0,0 1 0,-1-1-1,1 0 1,0 1 0,0-1 0,-1 0 0,1 1-1,0-1 1,0 1 0,0-1 0,-1 0 0,1 1-1,0 0 1,-5 24 2705,5 42 200,1-48-2414,-3 40-336,-3-1-1,-19 94 0,-42 111-73,60-239-195,-146 433-2028,129-391 1309,19-55-638,-9 27-1067,12-19-1015,6-2-3952,6-5-5041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2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77 15409,'-95'-53'5807,"66"29"4025,50 41-8216,138 99-1489,60 49-151,-191-140 24,-1 0 0,-1 2 0,-2 1 0,0 1 0,-2 0 0,28 53 0,-43-69 0,0 0 0,-1 1 0,-1 0 0,-1 0 0,0 1 0,0-1 0,-2 1 0,0 0 0,0 0 0,-2 0 0,0 0 0,0-1 0,-1 1 0,-1 0 0,-1 0 0,0 0 0,-1-1 0,0 0 0,-8 17 0,-1-7 0,0-1 0,-1-1 0,-1 0 0,-1-1 0,-1 0 0,-1-2 0,-1 0 0,-21 17 0,-180 121 0,203-146 0,-224 143-7646,82-52-1270,144-92-4305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72 5725,'2'-10'1945,"3"-17"8530,-2 12-2251,-11 3-7441,1 4 506,4 9 2483,0 6-3736,0 1 0,1 0 0,0 0 0,0 0 0,1 0 0,0 1 0,1 12 0,5 68 181,-1-36-168,-3-23-49,2-1 0,0 0 0,15 55 0,-15-75 0,0 0 0,1 0 0,-1 0 0,2 0 0,-1 0 0,1-1 0,1 0 0,-1 0 0,2 0 0,-1 0 0,1-1 0,0 0 0,0-1 0,1 0 0,9 7 0,-12-11-19,0 1 0,0-1 0,1 0 0,-1-1 0,1 1 0,-1-1 0,1 0 0,-1 0 0,1-1 1,0 0-1,-1 0 0,1 0 0,0 0 0,6-2 0,2-1-55,-1-1-1,0 0 1,0-1 0,19-9 0,-17 6 29,0-1 0,-1-1 1,0 0-1,-1-1 1,1-1-1,-2 0 0,15-17 1,70-106-81,-40 52 54,-49 73 52,-5 4 16,1 0 1,0 1-1,1 0 0,-1 0 1,1 0-1,9-7 0,-14 12 3,1 0-1,0-1 1,-1 1-1,1 0 1,0-1-1,-1 1 1,1 0-1,0 0 1,0 0-1,-1 0 1,1-1-1,0 1 1,0 0-1,-1 0 1,1 0-1,0 1 1,-1-1-1,1 0 1,0 0-1,0 0 1,-1 1-1,1-1 1,0 0-1,-1 0 1,2 1-1,0 1-3,-1 0 0,1 0 1,-1 0-1,1 0 0,-1 0 0,0 0 0,1 0 0,-1 0 1,0 0-1,-1 1 0,1-1 0,1 3 0,2 13 16,-1-1-1,0 1 0,-1 0 1,0 31-1,-10 76 109,6-99-95,-40 299 213,26-243-165,-50 151 0,61-217-64,-1-1 0,0 0 0,-1-1 0,-1 1 0,0-1 0,-1-1 0,-16 19 0,5-7-4,-2-1 0,0-2 0,-2 0 0,-33 23 1,28-26-7,0-1 1,-2-1-1,0-2 1,0 0-1,-1-3 1,-1-1-1,-64 14 1,91-25-10,0 1 1,1-1-1,-1 0 1,0 0 0,0 0-1,0-1 1,0 0 0,1 0-1,-1-1 1,0 1-1,1-1 1,-1-1 0,1 1-1,0-1 1,-6-3 0,10 5-11,-1 0 1,0-1 0,0 1-1,1-1 1,-1 1-1,1-1 1,0 0 0,-1 0-1,1 1 1,0-1 0,0 0-1,0 0 1,0 0 0,0 0-1,1 0 1,-1-1-1,1 1 1,-1 0 0,1 0-1,0 0 1,0 0 0,0-1-1,0 1 1,0-3 0,2-4-107,-1 1 1,2 0 0,-1-1 0,7-14 0,26-52-1510,2 2 0,4 1 0,59-78 0,-22 47-4655,122-122 0,-109 137-2484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1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700 0 12041,'-7'20'1084,"0"-1"-1,-2 0 1,0 0-1,-2-1 1,0-1-1,-1 0 1,0 0-1,-17 17 1,-6 8 1180,3 3 1,-42 74 0,-39 104 870,93-182-2733,-1 5-314,-166 371 375,162-351-444,4 1-1,2 1 0,3 1 1,-10 101-1,24-140-40,1-1 1,1 1-1,1-1 0,10 53 0,-7-68-42,-1 0-1,2 0 0,0 0 0,1 0 1,0-1-1,1 0 0,0 0 1,1-1-1,0 0 0,1 0 0,17 16 1,-13-17-451,0 0 0,1 0 0,1-2 0,0 0 0,0 0 0,0-1 0,1-1 0,0-1 0,1 0 1,0-1-1,-1-1 0,35 4 0,-8-5-1793,-1-1 1,1-2-1,0-3 1,48-8 0,52-12-8360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29 13201,'8'-24'2186,"-6"19"-77,-5 7-101,1-2-1846,0 1-1,1 0 1,-1 0-1,1-1 1,-1 1-1,0 1 1,1-1-1,-1 0 0,1 0 1,0 0-1,-1 1 1,1-1-1,0 1 1,0-1-1,0 1 1,0-1-1,0 1 1,0 0-1,1-1 0,-1 1 1,0 0-1,1 0 1,-1 0-1,1-1 1,0 1-1,0 0 1,0 0-1,0 0 0,0 0 1,0 0-1,0-1 1,1 4-1,3 51 793,-3 1-1,-3-1 1,-2 1 0,-2-1-1,-3 0 1,-15 54 0,-103 276 334,35-116-2416,18 4-3357,67-239 3599,-19 78-3268,21-99 2546,1-1 0,0 1 0,1 0-1,1 0 1,-1 25 0,8 3-7902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4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1 11985,'-19'0'2032,"15"0"1107,7 3-1884,190 275 3070,-163-229-4125,-3 2 1,-1 1-1,34 102 0,-55-137-168,-1 1 0,0 0 0,-1 0 0,-1 0 0,0 0 0,-2 0 0,0 0 0,-4 26 0,2-32-8,-1 0-1,0 1 1,-1-1-1,-1 0 1,1 0 0,-2-1-1,0 0 1,0 0 0,-1 0-1,0 0 1,-1-1 0,-15 14-1,2-4 29,-1-2 1,-1 0-1,-1-1 0,0-2 0,-37 18 1,-139 50-11,150-63-39,-164 57-1182,72-39-4417,119-33-88,17 9-3364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72 7589,'1'-3'324,"-1"1"1,1-1 0,-1 1-1,0 0 1,1-1-1,-1 1 1,0-1 0,0 1-1,-1-1 1,1 1-1,0-1 1,-1 1 0,0 0-1,1-1 1,-1 1 0,0 0-1,0-1 1,0 1-1,-1 0 1,1 0 0,0 0-1,-1 0 1,0 0-1,1 0 1,-1 1 0,0-1-1,0 0 1,0 1 0,0 0-1,0-1 1,0 1-1,-4-2 1,4 2 892,-1 2 84,-3 0-905,0 0 0,0 1 1,0-1-1,0 1 1,1 1-1,-1-1 0,1 1 1,-1 0-1,1 0 1,0 1-1,-5 4 0,1 0 192,1 1 0,0 0 0,0 0 0,-12 21 0,-29 59 701,4 1 1,-35 100 0,38-88-907,15-37-383,2 1 0,4 2 0,2 0 0,-13 88 0,29-126 0,0-1 0,2 1 0,1-1 0,2 1 0,1 0 0,1-1 0,1 0 0,2 0 0,0-1 0,2 1 0,2-2 0,26 53 0,-21-55-598,1-1 0,1 0 1,1-2-1,1 0 0,1-1 0,1-1 1,0-1-1,2-1 0,0-1 0,38 20 1,2-4-2261,2-4 0,0-2 0,82 21 1,-24-16-8920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5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13093,'10'3'47,"7"2"3204,-17-5-3131,-1 1 1,1 0-1,0-1 0,0 1 1,-1-1-1,1 1 0,0-1 1,0 0-1,-1 1 0,1-1 0,-1 1 1,1-1-1,0 0 0,-1 1 1,1-1-1,-1 0 0,1 1 1,-1-1-1,1 0 0,-1 1 1,1-1-1,-1 0 0,1 0 1,-1 0-1,0 0 0,1 0 1,-1 0-1,1 0 0,-2 0 1,-4 3 410,0 0 1,1 1 0,-1-1-1,1 1 1,0 0 0,0 1-1,0-1 1,0 1 0,1 0-1,0 0 1,-7 11 0,-3 7 524,-17 39 0,19-37-538,-58 136 282,63-140-1588,1 1 1,0 0-1,2 1 1,1-1 0,-1 38-1,4-54 282,0 1 1,1 0-1,0-1 0,0 0 0,0 1 0,1-1 0,0 0 1,0 1-1,5 7 0,-6-11-58,1 0-1,0 0 1,0 0 0,1 0-1,-1-1 1,0 1 0,1-1-1,0 1 1,-1-1 0,1 0 0,0 0-1,0 0 1,0 0 0,1-1-1,-1 1 1,0-1 0,0 0-1,5 1 1,14 0-5758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13 110 8297,'-5'-20'597,"3"16"-413,1 0 0,0 0 0,0 0 0,0 0-1,0 0 1,1 0 0,-1 0 0,1-1 0,0 1 0,0 0-1,1 0 1,-1 0 0,1 0 0,2-7 0,-2 9 67,-1 0 1,1 1-1,0-1 1,-1 0 0,1 1-1,0-1 1,0 1-1,0-1 1,1 1-1,-1-1 1,3-1 0,-4 3-202,0 0 0,1 0 0,-1 0 0,0 0 0,1 0 0,-1 0 0,0 0 1,0 0-1,1 0 0,-1 0 0,0 0 0,1 0 0,-1 0 0,0 0 0,1 0 0,-1 1 1,0-1-1,0 0 0,1 0 0,-1 0 0,0 1 0,0-1 0,1 0 0,-1 0 0,0 0 1,0 1-1,0-1 0,1 0 0,-1 1 0,0-1 0,0 0 0,0 0 0,0 1 1,0-1-1,0 0 0,0 1 0,1 0 0,8 48 1812,-7-33-1375,37 191 1680,-29-163-1920,3-1 1,2-1-1,1 0 1,40 72-1,-51-105-220,1 3-168,1 0-1,0 0 1,0-1 0,1 0 0,0-1 0,1 0-1,1 0 1,-1-1 0,1 0 0,1-1 0,0 0-1,20 12 1,-28-19 83,1 0 0,-1 0 0,0 0 0,0 0 0,1 0 0,-1-1 0,0 1 0,1-1 0,-1 0 0,1 0 0,-1-1 0,0 1 0,1-1 0,-1 1 0,0-1-1,0 0 1,1 0 0,-1-1 0,0 1 0,0 0 0,0-1 0,0 0 0,0 0 0,-1 0 0,1 0 0,-1 0 0,5-5 0,2-2-14,-1-1 1,1 0-1,-2 0 1,1-1-1,-2 0 1,8-14-1,6-26 70,-1 0 1,12-61-1,-17 59 266,9-64 1115,-16 76-599,-4 19-61,-3 23-700,0-1 0,0 0-1,0 0 1,0 0 0,0 0-1,-1 0 1,1 0 0,0 0 0,0 0-1,0 0 1,0 0 0,0 0-1,0 0 1,0 0 0,0 0-1,0 0 1,0 0 0,0 0 0,0 0-1,0 0 1,0 0 0,-1-1-1,1 1 1,0 0 0,0 0-1,0 0 1,0 0 0,0 0-1,0 0 1,0 0 0,0 0 0,0 0-1,0 0 1,0 0 0,0 0-1,0 0 1,0 0 0,0 0-1,0 0 1,0 0 0,0 0-1,0-1 1,0 1 0,0 0 0,-13 31 1099,9-19-1150,-11 32 262,2 1 0,3 0 0,-6 47-1,3 61-2778,10-119 1010,1-24-184,1 1 0,1-1 0,0 1 0,1 14 0,8 24-6967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12241,'-1'2'38,"-8"9"540,0-1-1,1 2 0,0 0 0,0 0 1,2 0-1,-1 1 0,2-1 0,0 2 1,0-1-1,1 0 0,-3 23 0,3-11-2,2 0 0,0 0 0,2 1 0,1-1 0,1 0 0,10 49 0,-11-70-521,1 10 38,2 0 0,0 0 0,0 0 0,2 0 0,6 13 0,-11-25-107,1 1 1,-1-1 0,1 1 0,0-1 0,0 1-1,0-1 1,0 0 0,0 0 0,0 0 0,0 0 0,1-1-1,-1 1 1,1 0 0,-1-1 0,1 0 0,0 0-1,0 0 1,0 0 0,-1 0 0,1 0 0,0-1 0,0 1-1,0-1 1,0 0 0,0 0 0,0 0 0,0 0 0,0 0-1,0-1 1,0 0 0,3 0 0,-2-1 6,-1 1 0,1-1-1,-1 0 1,1 0 0,-1 0 0,0 0 0,0 0 0,0-1-1,0 0 1,0 1 0,0-1 0,-1 0 0,1 0 0,-1-1 0,0 1-1,0 0 1,0-1 0,-1 1 0,1-1 0,-1 0 0,0 1 0,0-1-1,0 0 1,0-4 0,1-2 3,-1 0-1,0-1 0,-1 1 1,0 0-1,0-1 1,-1 1-1,-1 0 0,-2-11 1,-3-4 27,-1 1 1,-1 0 0,-1 1-1,-24-43 1,26 54-18,0 0-1,-1 1 1,0 0 0,-1 0-1,0 1 1,0 1-1,-1 0 1,-1 0 0,1 1-1,-17-8 1,17 10-83,5 2-295,-1 0-1,1 1 1,0 0-1,-1 0 1,0 1-1,0 0 1,0 0-1,0 1 1,0-1-1,-11 1 0,17 1 195,0-1 0,1 1 0,-1 0 0,0 0 0,0 1 0,1-1 0,-1 0 0,0 0 0,1 0 0,-1 0 0,0 1 0,0-1 0,1 0 0,-1 0 0,1 1-1,-1-1 1,0 1 0,1-1 0,-1 1 0,1-1 0,-1 1 0,1-1 0,-1 1 0,1-1 0,-1 1 0,1-1 0,0 1 0,-1 0 0,1-1 0,0 1 0,-1 0 0,1-1-1,0 1 1,0 0 0,0 0 0,0-1 0,-1 1 0,1 0 0,0-1 0,0 1 0,0 0 0,1 0 0,-1-1 0,0 1 0,0 1 0,5 27-7707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1 14321,'0'0'2403,"-1"4"29,1 10-1640,1-1 1,0 0 0,0 1-1,1-1 1,1 0-1,0 0 1,6 14 0,7 29 798,2 29-1051,-4-1 1,-3 2 0,-4 0-1,-4 0 1,-8 89-1,-2-113-235,-1 0-1,-4 0 1,-2-1-1,-3 0 1,-3-1-1,-2-1 1,-49 92-1,29-81-838,-2-2 0,-3-2 0,-3-2 0,-3-2 0,-98 89 0,81-91-382,-2-3-1,-3-3 0,-2-3 1,-143 69-1,86-66-4030,60-25-674,-9 8-5807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15409,'-120'41'8253,"113"-37"-7909,-1 0-1,1 0 1,0 1-1,0 0 1,1 1 0,0-1-1,0 1 1,0 1-1,0-1 1,1 1-1,0 0 1,1 0 0,-1 0-1,-5 14 1,2-3 314,2 0 1,0 0-1,0 1 1,2-1-1,-4 30 1,7-15-659,0 1 0,3 0 0,0-1 0,2 1 0,2-1 0,1 0 0,1-1 0,2 0 0,2 0 0,0-1 0,2 0 0,1-1 0,2-1 0,1 0 0,28 34 0,-36-52 0,-1 0 0,1-1 0,1-1 0,0 1 0,0-2 0,1 0 0,0 0 0,0-1 0,1 0 0,0-1 0,0-1 0,26 8 0,-30-11 0,0-1 0,0 0 0,1 0 0,-1 0 0,0-1 0,0-1 0,0 0 0,0 0 0,0 0 0,0-1 0,0-1 0,0 1 0,-1-2 0,1 1 0,-1-1 0,0 0 0,0-1 0,0 0 0,-1 0 0,0 0 0,8-8 0,-2-1 0,0 0 0,-1-1 0,-1-1 0,0 0 0,-2 0 0,11-22 0,41-113 0,-48 114 0,-9 26 0,1 0 0,-1 0 0,0 0 0,0 0 0,-2 0 0,1-1 0,-1 1 0,-1-1 0,0-20 0,-1 32 0,0-1 0,0 1 0,0-1 0,0 1 0,0-1 0,0 1 0,0-1 0,0 1 0,0-1 0,0 1 0,0-1 0,-1 1 0,1-1 0,0 1 0,0-1 0,-1 1 0,1-1 0,0 1 0,-1 0 0,1-1 0,0 1 0,-1 0 0,1-1 0,0 1 0,-1 0 0,1-1 0,-1 1 0,1 0 0,-1 0 0,1-1 0,0 1 0,-1 0 0,1 0 0,-1 0 0,1 0 0,-1 0 0,1-1 0,-1 1 0,1 0 0,-1 0 0,1 0 0,-1 1 0,1-1 0,-1 0 0,0 0 0,-3 2 0,1-1 0,0 1 0,0 0 0,0 0 0,0 0 0,0 0 0,-4 5 0,-45 56 0,-171 288 0,31 21 0,185-358-21,-105 228-5277,89-184 1800,2 0 1,-17 80 0,29-69-10475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83 9429,'0'0'8657,"-9"-14"-7945,3-3 1112,-1 5-3092,-2 1-880,2-3-2941,4-1-4044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13913,'16'-8'4853,"-9"-12"-2613,-1 2-344,3 7-356,-2 0-288,5-1-312,1 1-187,9 2-177,20-11-452,2 12-1033,7 2-647,0-3-1120,12 12 28,10 11-3377,3 1-5264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44 12225,'12'-13'1350,"-12"6"77,-21 3 1704,2 3-1253,17 1-1557,0 0 1,0-1 0,1 2 0,-1-1 0,0 0 0,0 0 0,0 1 0,0-1 0,1 1 0,-1-1 0,0 1 0,0 0 0,1-1 0,-1 1 0,-2 2 0,0 0-20,0 1 0,1 0 1,0-1-1,-1 1 0,2 1 0,-1-1 1,-3 5-1,3-3 219,-15 27 21,1 1-1,2 1 1,2 0-1,-13 49 1,-24 155 1411,48-229-1948,-11 64-5,3 0 0,0 140 0,10-185 0,2 1 0,2 0 0,0 0 0,2-1 0,1 0 0,2 0 0,0-1 0,2 0 0,1-1 0,18 29 0,-22-43 0,1 0 0,1-1 0,0 0 0,0-1 0,1 0 0,1 0 0,0-1 0,0-1 0,1 0 0,0-1 0,28 14 0,-32-19 0,1 1 0,-1-1 0,1-1 0,0 0 0,-1 0 0,1-1 0,0 0 0,0-1 0,0 0 0,0 0 0,0-1 0,0 0 0,0-1 0,0 0 0,-1-1 0,1 0 0,-1-1 0,1 0 0,11-7 0,-9 4 0,-1 0 0,0-1 0,-1-1 0,0 0 0,0 0 0,-1-1 0,0 0 0,12-17 0,-10 9 0,0-1 0,-2 0 0,0 0 0,12-38 0,-10 11 0,-2 1 0,-1-1 0,-3 0 0,0-60 0,-5 44 0,-4-1 0,-2 1 0,-25-112 0,18 124 0,-2 2 0,-3-1 0,-1 2 0,-2 0 0,-31-48 0,39 75 7,0 1-1,-31-33 1,36 44-20,0 0 1,0 1-1,-1 0 1,0 1-1,0 0 1,0 0-1,-20-8 1,27 13-141,0 0 1,0 0-1,-1 0 1,1 1-1,-1-1 1,1 1-1,0-1 0,-1 1 1,1 0-1,-1 0 1,1 0-1,-1 0 1,1 0-1,-1 1 1,1-1-1,-1 1 0,1 0 1,-3 1-1,3-1-59,1 0-1,-1 0 1,0 1-1,1-1 1,-1 1-1,1-1 1,0 1-1,-1 0 1,1 0-1,0-1 1,0 1-1,0 0 1,0 0-1,0 0 1,1 0-1,-2 4 1,1 2-1084,0 1 0,0-1 0,1 0 0,0 1 1,0-1-1,1 0 0,0 1 0,5 15 0,11 28-10233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51 101 16806,'-51'-3'3084,"64"-14"-448,3 0 1260,-7 2-2671,1 1 611,2 3-1604,1 5-740,9-3-880,1 4-1033,-4 2-967,3 3-3117,0 0-6016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8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8061,'0'0'15810,"-3"0"-14801,-29 0 580,29 0-387,1 2-737,1-1-1376,-10 4 3540,5-3-4030,2-1-3359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39:39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9533,'1'-2'5736,"5"3"-1942,21 7-374,30 11-1679,0 1-911,1-2 0,1-3 0,68 8 1,182 8-7026,-260-27 3965,23 1-3976,-5-1-3724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00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67 12673,'19'-66'19657,"-20"66"-19640,0 1 1,0-1-1,-1 1 1,1 0 0,0-1-1,0 1 1,0 0-1,0 0 1,0-1-1,0 1 1,1 0 0,-1 0-1,0 0 1,0 0-1,1 0 1,-1 0-1,0 1 1,1-1 0,-1 0-1,1 0 1,-1 2-1,-8 28 34,-73 330-51,32 9 0,49-126 0,4-143 0,4 18-1969,4 0 0,50 208 0,-42-256-2585,-4-25-2269,2-2-5676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00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842 132 7461,'-32'-31'4401,"29"28"-2364,1 1-165,-39-54 6188,40 56-7933,1-2 1,-1 1-1,0 0 0,1 0 1,-1 0-1,0 0 0,1 0 1,-1 0-1,1-1 0,0 1 1,-1 0-1,1 0 1,0-1-1,0 1 0,0 0 1,0 0-1,0-1 0,0-2 1,1 4-77,-1-1 1,1 0-1,-1 0 0,1 1 1,-1-1-1,1 0 1,-1 1-1,1-1 0,0 0 1,-1 1-1,1-1 0,0 1 1,0-1-1,0 1 1,-1-1-1,1 1 0,0 0 1,0-1-1,1 1 1,5-1 39,0 0 0,0 0 1,0 1-1,-1 0 0,9 1 1,-12-1-8,22 3 107,-1 0-1,1 2 0,0 1 1,-1 1-1,37 16 0,-26-7-28,0 1 0,61 43 0,-83-51-125,0 1-1,-1 0 1,0 1-1,0 1 0,-2 0 1,1 0-1,-2 1 0,12 19 1,-17-24-24,0 0 1,0 1-1,-1-1 1,0 1-1,-1-1 0,0 1 1,0 0-1,-1 0 1,0 0-1,0 0 1,-1 0-1,-1 0 1,1 0-1,-1 0 1,-1 0-1,-3 12 0,-2-2 1,0-1 0,-2-1 1,0 0-1,-1 0 0,0 0 0,-2-2 0,0 1 0,0-1 0,-2-1 0,0 0 0,-19 14 0,-24 16 29,-102 60 1,151-99-39,-362 209 111,137-81-1601,5 5-4273,224-136 5515,-49 33-3679,23-11-1965,17-7-4306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2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 2928,'-41'3'1776,"60"-9"-1424,-3 0 373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4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77 141 4784,'0'0'13028,"-4"0"-13046,-28-3 221,30 3-36,0-1-19,-1 0-48,1 0 0,0 0 0,-1-1 0,1 1 0,0-1 0,0 1 0,0-1 0,0 0 0,1 0 0,-1 1 0,0-1 0,1 0 0,-1-1 0,1 1 0,0 0 0,-2-4 0,1 2-139,1 2 151,46-12-104,-44 12 105,1 1 0,0-1 0,-1 0 0,1 1 1,-1-1-1,0 0 0,0 0 0,0 0 1,0-1-1,0 1 0,0 0 0,0 0 1,0 0-1,-1-1 0,1 1 0,-1 0 1,0-1-1,0-3 0,3 1-17,1 1-1,-1-1 1,1 1-1,0 0 1,0 0 0,0 1-1,9-7 1,-11 9 1101,-7 13-397,2 2-652,0 0-1,2 0 1,0 1 0,0-1 0,1 0 0,1 1 0,1-1 0,0 0 0,0 0 0,2 0 0,0 0 0,0-1 0,1 1 0,1-1 0,8 15 0,-7-18-137,1 0 1,0-1 0,1 0-1,0 0 1,0-1 0,1 0 0,0 0-1,1-1 1,-1-1 0,1 0 0,1 0-1,-1-1 1,1 0 0,-1-1-1,1-1 1,1 0 0,12 2 0,7-1-137,0 0 1,0-3 0,0 0-1,-1-2 1,49-8 0,-64 6 79,0-1 0,-1-1 1,1 0-1,-1-1 0,0 0 0,-1-1 1,0-1-1,0-1 0,0 0 0,-1 0 1,-1-1-1,1-1 0,-2 0 0,1-1 1,-2 0-1,1-1 0,-2 0 1,0 0-1,9-18 0,41-69-172,-58 97 245,-3 7 207,-6 13-11,0 0 0,1 1-1,1-1 1,1 2 0,-4 27 0,-8 101 674,12-97-713,-17 173 304,-64 279 0,77-465-462,-69 261 72,57-232-107,-3 0 1,-44 86 0,65-147 7,0 0 1,0 1 0,-1-1-1,1-1 1,-1 1 0,-1-1-1,1 1 1,0-1 0,-1 0 0,0-1-1,0 1 1,0-1 0,0 0-1,-6 2 1,7-3 11,0-1 0,0 0-1,0 0 1,0 0 0,0-1 0,0 1-1,0-1 1,0 0 0,0 0 0,0 0 0,0-1-1,0 0 1,0 1 0,0-1 0,0-1-1,0 1 1,1 0 0,-1-1 0,0 0-1,1 0 1,-5-3 0,4 1 1,-1 0 0,1-1-1,-1 1 1,2-1 0,-1 0 0,0 0 0,1 0 0,0-1-1,0 1 1,1-1 0,-1 0 0,1 0 0,0 1-1,1-1 1,-2-12 0,0 0-17,2-1 0,0 1 0,1-1 0,2-18 0,2 6-177,2 2 1,1-1-1,1 1 0,1 0 1,22-44-1,80-133-1881,-75 150 842,2 1 0,2 3-1,2 0 1,3 3 0,2 2 0,1 2-1,3 2 1,68-44 0,-29 33-3766,4 11-2867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94 489 10049,'13'7'1289,"-12"-7"-1222,-1 0 0,0 0 0,0 0-1,1 0 1,-1 1 0,0-1 0,1 0 0,-1 0 0,0 0 0,0 0 0,1 0 0,-1 0-1,0 0 1,0 0 0,1 0 0,-1 0 0,0-1 0,1 1 0,-1 0 0,0 0 0,0 0-1,1 0 1,-1 0 0,0 0 0,0-1 0,0 1 0,1 0 0,-1 0 0,0 0 0,0 0-1,0-1 1,1 1 0,-1 0 0,0 0 0,0-1 0,0 1 0,0 0 0,0 0 0,0-1-1,1-2 4123,1 1-3484,11-8-349,1 0 1,0 1-1,1 0 1,17-7-1,-10 5-126,31-19 0,-37 18-131,-1 0 0,0 0 0,-1-2 0,0 0 0,-1 0 0,-1-1 0,0-1 0,-1 0 0,-1 0 0,0-1 0,-1-1 0,-1 0 0,-1 0 0,0 0 0,-1-1 0,-1 0 0,-1 0 0,2-26 0,-6 41-48,1-1-1,-1 1 1,-1 0-1,1 0 1,0 0 0,-1 0-1,-2-8 1,3 11-36,-1 0 0,0-1 1,1 1-1,-1 0 0,0 0 0,0 0 1,0 0-1,1 0 0,-1 0 1,0 0-1,0 1 0,0-1 0,-1 0 1,1 0-1,0 1 0,0-1 0,0 1 1,-1-1-1,1 1 0,0-1 0,0 1 1,-1 0-1,1 0 0,0 0 1,-1-1-1,1 1 0,0 0 0,-1 1 1,1-1-1,-2 0 0,-7 2 104,0 0-1,1 1 1,-1 0-1,1 0 1,-1 1-1,1 0 1,0 1-1,0 0 1,-13 10-1,-5 7 304,-38 35 1,32-24-208,2 0 0,1 2 0,-38 57-1,58-76-160,0 1-1,1 0 1,1 1-1,0 0 1,1 0-1,1 1 1,1 0-1,1 0 1,0 0-1,-1 36 1,5-49-44,0 0-1,1 0 1,-1-1 0,1 1 0,0 0 0,1 0 0,-1-1-1,1 1 1,0-1 0,1 1 0,-1-1 0,1 0-1,0 0 1,0 0 0,1-1 0,4 6 0,-1-4 3,-1-1 0,1 0 1,-1 0-1,1-1 0,0 1 1,1-2-1,-1 1 0,1-1 1,0 0-1,10 2 0,9 0-12,-1-1-1,1-1 0,0-1 1,0-2-1,53-5 0,-45 0-92,-1-1 0,-1-1 0,1-2 0,-2-1-1,1-2 1,-1-1 0,-1-2 0,0 0 0,-1-3 0,-1 0-1,-1-2 1,0-1 0,-2-1 0,0-1 0,-2-1 0,35-45-1,-25 22 214,-1-2 0,-3-1-1,-2-1 1,25-64 0,-51 110-31,0-1 1,0 0 0,-1 0-1,0 0 1,0 0 0,0 0-1,-1-12 1,0 18-89,0-4 664,-3 22 181,2-5-723,1 1 1,1 0-1,0-1 0,1 1 1,0 0-1,1-1 0,1 0 1,8 23-1,-1 0 44,53 164 291,-29-99-348,-4 2 0,19 122-1,-47-205-90,-1-1-1,-1 1 1,-1 0-1,-1 0 0,0-1 1,-2 1-1,-5 21 1,4-27-24,0-1 1,-1 0-1,-1 0 1,0-1-1,0 1 1,-1-1-1,-1 0 1,0-1-1,-1 0 1,-18 18 0,4-9-223,-1-2 0,-1-1 1,0 0-1,-1-2 1,-1-1-1,0-1 1,-1-2-1,0 0 0,-53 11 1,-4-5-1519,-1-3 0,-96 2 0,53-11-2268,42-7-1728,-15-5-5210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43 5829,'0'-2'155,"0"0"0,1 0 0,-1 0 0,-1 0 0,1 0 0,0 0 0,0 0 0,-1 0 0,1 0 0,-1 1 0,0-1 1,-1-2-1,2 3-21,-1 1 1,0-1-1,0 1 1,0-1-1,0 1 0,0 0 1,0 0-1,0-1 1,0 1-1,0 0 1,0 0-1,1 0 1,-1 0-1,0 0 1,0 0-1,0 0 1,0 1-1,0-1 1,0 0-1,0 0 0,0 1 1,0-1-1,0 1 1,-1 0-1,1-1-46,1 0 1,-1 0-1,1 0 0,-1 0 0,1 0 0,-1 0 0,1 0 0,-1 0 0,1 0 1,-1 0-1,1 0 0,-1 0 0,1 0 0,0 0 0,-1-1 0,1 1 0,-1 0 0,1 0 1,-1-1-1,1 1 0,0 0 0,-1-1 0,1 1 0,-1 0 0,1-1 0,0 1 0,-1-1 1,1 1-1,0 0 0,0-1 0,-1 0 0,1 1 81,-1-1 0,1 0 0,0 1 1,-1-1-1,1 1 0,-1-1 0,1 1 0,-1-1 0,1 1 0,-1-1 0,0 1 1,1-1-1,-1 1 0,1 0 0,-1 0 0,0-1 0,1 1 0,-1 0 0,0 0 1,0-1-1,1 1 0,-1 0 0,-1 0 0,-8 1 161,-1 1 0,1 0 0,0 1 0,0 0 0,0 0 0,1 1 0,-1 0 0,1 1 0,0 0 0,0 1 0,1 0 0,-1 0 0,1 0 0,1 1 0,-1 1 0,-7 9 1,-17 23 607,2 1 0,2 2 1,2 1-1,-35 81 1,-60 202 770,106-282-1524,-27 78 195,6 2 0,5 2 0,-19 165-1,45-230-348,3 1-1,3-1 0,11 91 0,-4-107-160,1-1 1,2-1-1,3 1 0,1-2 0,30 61 1,-27-71-260,1-1 1,2-1-1,1-1 1,1 0-1,2-2 1,0-1-1,2-1 1,1-1-1,49 33 1,-31-29-669,0-2 0,2-2 1,1-2-1,1-2 0,1-2 0,55 12 1,48 4-4453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5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1085 33 8953,'0'0'113,"1"-1"0,-1 1 0,0 0-1,0-1 1,1 1 0,-1-1 0,0 1 0,0-1 0,0 1 0,1-1 0,-1 1 0,0-1-1,0 1 1,0-1 0,0 1 0,0-1 0,0 1 0,0-1 0,0 1 0,0-1 0,-1 1 0,1-1-1,0 1 1,0-1 0,0 1 0,-1-1 0,1 1 0,0-1 0,0 1 0,-1-1 0,1 1-1,0 0 1,-1-1 0,1 1 0,0 0 0,-1-1 0,1 1 0,-1 0 0,1-1 0,-1 1 0,1 0-1,-1 0 1,1-1 0,0 1 0,-1 0 0,1 0 0,-1 0 0,0 0 0,1 0 0,-1 0-1,1 0 1,-1 0 0,1 0 0,-1 0 0,1 0 0,-1 0 0,1 0 0,-1 0 0,1 0 0,-1 1-1,-14-3 6246,-5-9-3920,14 9 1199,-6 61-2380,7-28-267,-13 40 1,-7-1-691,-4-1 0,-72 126 0,36-92-121,-84 99-1,37-63-178,-160 214 0,233-296 0,3 3 0,2 1 0,3 1 0,-31 90 0,53-127-771,2 1 0,0 0 0,1 0 0,2 1 1,1-1-1,1 1 0,1 0 0,3 34 0,-1-53-600,1 1-1,0 0 1,0 0-1,1-1 1,0 1-1,0-1 1,7 11-1,-8-16-112,0 0 0,0-1 0,1 1 0,-1-1 0,1 0 0,0 1-1,4 1 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6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82 8997,'-10'-24'2337,"8"19"-92,-2 2 885,-13-16-1518,13 10 5372,4 8-6928,0 0 0,0 0 0,1 0-1,-1 0 1,0 0 0,1 0 0,-1 0 0,1 0 0,-1 0 0,1 0-1,-1 0 1,1 1 0,-1-1 0,1 0 0,0 0 0,0 1 0,-1-1 0,1 0-1,0 1 1,0-1 0,0 0 0,0 1 0,0-1 0,0 1 0,0 0-1,0-1 1,0 1 0,1-1 0,1 1 16,0 1 0,-1-1 1,1 0-1,0 0 0,0 1 0,-1 0 0,1-1 1,0 1-1,-1 0 0,5 3 0,5 2 64,-1 2 1,1-1-1,16 16 0,-19-14-83,0 1 0,-1-1-1,0 1 1,-1 1 0,0 0 0,-1 0 0,0 0-1,-1 1 1,0-1 0,0 1 0,-1 1 0,-1-1 0,3 18-1,-5-22-37,-1 1-1,0 0 1,0-1 0,0 1-1,-1 0 1,0-1-1,-1 1 1,0 0-1,-1-1 1,-3 8-1,5-11-7,-4 9 7,-1-1 0,0 1 1,-1-1-1,-1-1 0,0 1 0,-13 14 0,-62 60 17,45-50-22,27-27 8,-3 4 69,18-10-50,12-5-26,1-3-10,1 0-1,0-1 1,-1 0 0,0-2-1,0 0 1,28-17 0,93-70-71,-98 66 67,47-37-27,84-55 31,-169 120 23,-1 0 0,0 0-1,1 0 1,-1 1 0,0-1 0,0 1 0,0-1 0,1 1-1,-1 0 1,0-1 0,0 1 0,0 0 0,0 0 0,1 1-1,0-1 31,-1 0-29,1 0 0,-1 0 0,1 1 0,-1-1 0,0 0 0,1 1 0,-1-1 0,0 1 0,0-1 0,0 1 0,0-1-1,-1 1 1,1 0 0,0 0 0,-1-1 0,1 1 0,-1 0 0,1 0 0,-1 0 0,0-1 0,0 1 0,0 2 0,-7 48 368,2-24-200,-10 64 340,8-57-485,1-1-1,2 1 1,1 42-1,4-69-269,0-1 0,1 1 0,-1-1 1,2 0-1,-1 1 0,1-1 0,0-1 0,1 1 0,4 8 0,-6-13 131,0 1-191,0 0 0,1 0 0,-1 0 0,1 0 0,0 0 0,0 0 0,0-1 0,0 1 0,0-1 1,1 0-1,-1 0 0,1-1 0,-1 1 0,1-1 0,4 2 0,3 0-771,-1-1 0,1 0 0,20 0 1,-21-1 394,0-2 1,0 1 0,1-2-1,-1 1 1,0-1 0,-1-1 0,1 0-1,17-7 1,17-14-4470,-2-3-1370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11229,'-3'1'471,"1"-1"1,-1 1-1,0-1 1,1 1-1,-1 0 1,1 0-1,0 0 1,-1 0-1,1 0 0,0 1 1,-1-1-1,1 1 1,0-1-1,-2 3 1,-29 32 2834,18-19-2040,-53 51 2003,43-45-3054,1 1 0,1 1 0,2 1 0,-28 41 0,27-38-2906,18-24 1265,0 0 0,0 0 0,0 0 0,0 1 1,1-1-1,0 1 0,-4 9 0,5 12-8709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7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15 11177,'0'0'145,"-1"1"1,1-1-1,0 0 0,0 1 1,-1-1-1,1 0 0,0 1 1,-1-1-1,1 0 0,0 1 1,-1-1-1,1 0 0,-1 1 0,1-1 1,0 0-1,-1 0 0,1 0 1,-1 0-1,1 1 0,-1-1 1,1 0-1,-1 0 0,1 0 1,0 0-1,-1 0 0,1 0 1,-1 0-1,1 0 0,-1 0 1,1 0-1,-1 0 0,0-1 1,6-13 4724,-2 8 125,-6 8-4577,0 0 0,1 1 0,-1-1 0,1 0 0,0 1 0,-1-1 0,1 1 0,0 0 0,1 0 0,-3 4 1,3-5-86,-48 93 1681,25-45-2524,-17 49-5311,17-30-5189,12-30-1449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7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20 9929,'0'-1'142,"1"0"-1,-1-1 1,0 1-1,1 0 1,-1 0-1,0 0 1,1 0 0,0 0-1,-1 0 1,1 0-1,-1 0 1,1 0 0,0 0-1,0 1 1,0-1-1,-1 0 1,1 0 0,2 0-1,-2 1 109,0 0-1,1 0 1,-1 1-1,0-1 1,1 0 0,-1 1-1,0-1 1,1 1-1,-1 0 1,0-1 0,0 1-1,0 0 1,1 0-1,2 2 2976,-2-3-3102,0 0-1,0 0 1,0 0 0,0 0 0,0 0 0,0 1 0,0-1-1,-1 0 1,1 1 0,0 0 0,0-1 0,0 1 0,-1 0-1,1 0 1,0 0 0,-1 0 0,1 0 0,0 0 0,-1 1-1,0-1 1,1 0 0,-1 1 0,0-1 0,0 1-1,1 0 1,0 2 0,5 7 89,-2 0 0,1 0 0,3 12 0,-6-17-40,4 15-38,-1 0 0,-1 0 0,0 0 0,-2 1-1,0-1 1,-2 1 0,0 0 0,-1 0 0,-2-1-1,0 1 1,-1-1 0,-1 1 0,-1-1 0,-13 34 0,-5 3-20,-3-1 0,-3-1 0,-64 95 0,80-129-53,13-22-60,0 0 0,0 0 0,0 0 0,1 0 1,-1 0-1,0 0 0,0 0 0,0 0 0,0 0 0,0 0 0,0-1 0,0 1 0,0 0 0,1 0 0,-1 0 1,0 0-1,0 0 0,0 0 0,0 0 0,0 0 0,0 0 0,0 0 0,0 0 0,1 0 0,-1 0 0,0 0 1,0 0-1,0 0 0,0 0 0,0 1 0,0-1 0,0 0 0,1 0 0,-1 0 0,0 0 0,0 0 1,0 0-1,0 0 0,0 0 0,0 0 0,0 0 0,0 0 0,0 0 0,0 1 0,0-1 0,0 0 0,0 0 1,1 0-1,-1 0 0,0 0 0,0 0 0,0 0 0,0 0 0,0 1 0,0-1 0,0 0 0,0 0 0,0 0 1,0 0-1,0 0 0,0 0 0,0 0 0,0 1 0,0-1 0,-1 0 0,1 0 0,0 0 0,0 0 1,33-23 108,-21 13-110,61-45-91,2 3-1,114-58 1,-185 108 99,0 0-1,1 1 1,-1-1-1,0 1 1,1 0-1,-1 0 1,1 0-1,-1 0 1,1 1-1,0 0 1,-1 0-1,1 0 1,-1 1 0,1-1-1,-1 1 1,9 3-1,-10-3 35,0 0 0,1 1 0,-1 0 0,0 0 0,0 0 1,0 0-1,0 0 0,-1 1 0,1-1 0,-1 1 0,1 0 0,-1-1 0,0 1 0,0 0 0,0 1 0,0-1 0,-1 0 0,1 0 0,-1 1 0,2 5 0,16 81 614,10 34-174,-24-107-686,1-1-1,1 1 0,0-2 1,1 1-1,14 19 0,-9-17-571,0-2 0,1 0 0,1 0 0,0-1 0,22 15 0,-24-21-1204,0 0 0,0-1 0,1-1 0,22 9 0,-3-6-7512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32 8669,'-1'-1'125,"1"0"0,0 0 0,0 0 1,-1 0-1,1 0 0,0 0 0,0 0 1,0 0-1,0 0 0,0 0 0,0 0 0,0 0 1,0 0-1,1 0 0,-1 0 0,0 0 1,1-1-1,2-10 9225,30 29-7604,-27-14-1654,0 0-1,0 0 1,0 0 0,-1 1 0,0 0 0,1 0 0,-1 1 0,0-1 0,-1 1 0,1 0-1,-1 0 1,6 10 0,-8-11-76,-1 0 1,1 0-1,-1 0 0,0 0 0,0 0 0,0 0 1,0 0-1,-1 0 0,1 0 0,-1 0 0,0 1 1,-1-1-1,1 0 0,-1 0 0,1 0 0,-1 0 1,-1 0-1,1 0 0,0 0 0,-1 0 1,0 0-1,0-1 0,-3 5 0,-30 44 40,23-37-24,1 2 1,0-1 0,1 1-1,1 1 1,-12 30 0,14-12 45,-3 9-194,9-43 78,0 1 0,0-1 0,-1 0 0,1 0 0,-1 0 1,1 0-1,-1 0 0,0 0 0,1-1 0,-1 1 0,0 0 0,0-1 1,0 1-1,0-1 0,-1 0 0,-2 2 0,-15 4-997,-1-1 1,0-1-1,0 0 0,-27 1 0,-18 4-5571,27 1-1802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58 7861,'2'0'308,"0"0"1,0 0-1,-1 0 1,1-1-1,0 1 1,0-1 0,-1 1-1,1-1 1,0 0-1,-1 1 1,1-1-1,0 0 1,-1 0-1,1 0 1,-1 0-1,1-1 1,-1 1 0,0 0-1,2-3 1,17-13 3525,25-6 515,-46 25-4309,0 0 1,0 1-1,0-1 0,1 0 0,0 1 0,-1-1 0,1 0 0,0 1 0,0-1 0,0 0 0,1 3 0,-2 12 73,-5 14 9,-3 0 0,0-1 0,-2 0 0,-1-1 0,-1 0 0,-2 0 0,-1-2 0,-25 35 1,34-53 69,0 0 1,-1-1-1,0 0 1,0 0 0,-1 0-1,0-1 1,0-1 0,-1 0-1,0 0 1,0-1 0,0 0-1,-1-1 1,-11 4 0,-1-2 384,0 0 0,-1-2 0,0-1 0,0-1 0,-25 0 0,47-2-457,1 0 0,0 1 0,-1-1 0,1 0-1,-1 0 1,1 0 0,0 0 0,-1 0-1,1-1 1,0 1 0,-1 0 0,1-1 0,0 1-1,-1 0 1,1-1 0,0 0 0,-3-1 0,6 1-72,0 0 1,1 0 0,-1 0-1,0 0 1,0 0 0,1 1 0,-1-1-1,0 1 1,1-1 0,3 1 0,21-4-143,0 2 1,42 1-1,-17 1-341,235-2-2582,121-4-2551,-205 3 689,-106 1-1294,-21 1-3250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8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 32 9053,'-3'-31'4184,"-16"45"-2112,0-3-259,-7-2-81,-8 2-80,-1 4-144,-7 2-264,4 3-292,-9-3-116,2 9-200,4 2-832,-4 4-612,1-1-1148,3 9-968,3 6-2961,9 2-5044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9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9 12005,'0'0'4462,"-13"-6"-270,3 3 1877,21 16-5258,1 0 0,26 21 0,10 10 152,-29-24-757,-2 1-1,0 0 1,-2 2-1,0-1 1,-1 2-1,-2 0 1,0 0-1,-1 1 1,11 43-1,-19-54-181,0 0-1,0 0 1,-2 0 0,0 0 0,0 1-1,-2-1 1,1 0 0,-2 0-1,0 0 1,-1 0 0,0 0 0,-1 0-1,0-1 1,-1 1 0,-1-1-1,0 0 1,-1-1 0,0 0 0,-1 0-1,-10 12 1,-6 3-42,-1-1-1,-2-1 1,-31 22-1,-93 58-298,91-65 176,58-39 44,17-9-78,-8 3 148,202-118-219,-74 45 234,-84 47-28,40-24-14,2 3-1,117-45 1,-201 93 107,0 1 1,1 0-1,0 0 1,-1 1-1,1 1 0,11-1 1,-18 2-18,0 0-1,0 0 1,0 0 0,0 1 0,-1-1 0,1 1-1,0 0 1,0 0 0,-1 0 0,1 0-1,-1 1 1,1-1 0,-1 1 0,1-1-1,-1 1 1,0 0 0,0 0 0,1 0-1,-2 0 1,1 0 0,0 0 0,0 1-1,-1-1 1,3 4 0,-1 1-21,0 0 0,-1 1 0,1-1 0,-1 0 0,-1 1 0,1-1 0,0 15 0,-4 56-15,0-38-6,0 4 6,0-13 0,1 0 0,2-1 0,1 1 0,11 59 0,-5-63-348,0 0 0,2-1 0,1 0 0,1 0-1,1-1 1,1-1 0,1 0 0,2-1 0,0 0 0,1-2 0,1 0 0,1-1 0,1-1-1,1-1 1,28 19 0,22 4-4520,-25-16-1648,8 2-6313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1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34 104 13541,'-21'-35'5178,"22"28"-1799,8-2-2664,-8 8-192,4-4-74,0 0 1,1 0-1,-1 1 0,1 0 1,0 0-1,0 1 0,0 0 1,1 0-1,-1 0 0,1 1 1,-1 0-1,1 0 0,0 0 1,14 0-1,-17 1-375,1 0-1,-1 1 1,0 0 0,1 0 0,-1 0-1,1 0 1,-1 1 0,0 0-1,1 0 1,-1 0 0,0 0-1,0 1 1,0-1 0,0 1-1,0 0 1,0 0 0,0 1-1,-1-1 1,1 1 0,-1 0-1,0 0 1,0 0 0,0 0 0,5 7-1,-6-5-41,0 0 1,0 0-1,0 0 0,0 0 0,-1 1 0,0-1 0,0 1 1,-1-1-1,1 1 0,-1-1 0,0 1 0,-1-1 1,1 1-1,-3 7 0,-2 8-34,-1 0 0,-14 30 1,12-34-297,1 1 1,-7 29 0,13-37 173,1-1 0,-1 0 1,1 1-1,1-1 1,0 0-1,0 0 1,1 1-1,0-1 1,5 12-1,6 36-314,-12-53 425,-1 0 0,0 0-1,0 0 1,0 0 0,0 0 0,-1 0-1,0 0 1,0 0 0,0 0 0,0 0-1,0 0 1,-1-1 0,0 1 0,0 0-1,0-1 1,0 0 0,0 1 0,-1-1-1,1 0 1,-1 0 0,0 0 0,0-1 0,0 1-1,0-1 1,-6 4 0,-3 1-89,-1-1 0,1 0 1,-1-1-1,0 0 0,-26 5 0,37-10-176,-1 1-1,1-1 0,-1 1 1,1-1-1,-1 0 0,1 0 1,-1 0-1,1-1 1,0 1-1,-1 0 0,1-1 1,-1 0-1,1 1 0,0-1 1,-4-2-1,-12-12-5612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2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2792 122 8401,'-8'-8'1587,"1"-1"0,0-1 1,1 1-1,0-1 0,0 0 1,1 0-1,0-1 0,-5-18 1,9 28-1302,0-1-1,-1 1 1,1 0 0,0 0 0,-1 0-1,1 0 1,-1 0 0,1 0 0,-1 0 0,0 0-1,1 0 1,-1 1 0,0-1 0,1 1-1,-1-1 1,0 1 0,0 0 0,-2-1 0,13 43 1415,25 78 1,-2-11-595,-13-16-1079,-4 1 0,-4 1 0,-4 0 0,-9 160 0,-3-186-28,-3 0 0,-3 0 0,-3-1 0,-3-1 0,-2-1 0,-4 0 0,-2-2 0,-4-1 0,-2-1 0,-2-1 0,-3-2 0,-3-2 0,-49 56 0,11-30 0,-3-4 0,-171 131 0,-216 91 0,338-232-1340,-145 55 0,135-72-1734,-2-7-1,-2-5 1,-1-7-1,-295 28 1,277-51-8657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27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83 245 11537,'-13'-3'651,"-20"-6"528,32 9-1039,-1-1 0,1 0 0,0 0-1,0 1 1,-1-1 0,1 0 0,0 0 0,0-1 0,0 1 0,0 0 0,0 0 0,0 0 0,0-1-1,1 1 1,-1 0 0,0-1 0,1 1 0,-1-1 0,0-2 0,-14-45 6520,15 48-6499,-1-1 1,1 1-1,0 0 1,0 0-1,0-1 1,0 1-1,0 0 1,0 0-1,0-1 1,0 1-1,1 0 1,-1 0-1,0-1 1,1 1-1,-1 0 1,1 0-1,0-1 1,1-3 306,0 0-238,0-1 0,0 0 1,0 1-1,1-1 0,0 1 0,0 0 0,0 0 0,1 0 0,-1 1 0,1-1 0,0 1 0,1 0 0,5-5 0,-1 3-4,-1 0 1,2 1-1,-1 0 0,1 0 1,-1 1-1,21-5 0,-6 3-135,-1 2-1,1 1 0,0 1 0,0 0 1,47 5-1,-28 2-1126,1 2-1,0 2 1,55 19 0,-70-18-794,0 2 1,-1 1 0,29 18 0,-10 6-4681,-4 4-4081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27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144 186 11189,'-86'-8'2624,"64"-9"513,3 5-217,3 4 2308,19-10-3176,0-2-423,16 0-301,19-2-328,13 10-376,9-2-624,13 5-668,10 4-904,9-7-488,0 4-941,10 8 69,2 5-3425,1 1-5800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0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610 194 9661,'18'-114'6828,"-17"110"-6309,0 0 0,0 0 0,-1 0 0,0 0 0,0 0 0,0 0 1,-1 0-1,1 0 0,-1 0 0,0 0 0,0 0 0,0 0 0,0 0 0,-1 1 0,0-1 0,1 0 1,-1 1-1,-5-6 0,7 9-503,0 0 1,0 0-1,0 0 1,0 0-1,0 0 1,0 0-1,0 0 1,0 0-1,0 0 1,0-1-1,0 1 1,0 0-1,-1 0 1,1 0-1,0 0 1,0 0-1,0 0 1,0 0-1,0 0 1,0 0-1,0 0 1,0 0-1,0 0 1,-1 0-1,1 0 1,0 0-1,0 0 1,0 0 0,0 0-1,0 0 1,0 0-1,0 0 1,0 0-1,-1 0 1,1 0-1,0 0 1,0 0-1,0 1 1,0-1-1,0 0 1,0 0-1,0 0 1,0 0-1,0 0 1,0 0-1,0 0 1,-1 0-1,1 0 1,0 0-1,0 0 1,0 1-1,0-1 1,0 0-1,0 0 1,0 0-1,0 0 1,0 0-1,0 0 1,0 0-1,0 0 1,0 1-1,0-1 1,0 0-1,0 0 1,0 0-1,0 0 1,-18 33 1002,1 0 1,2 1-1,1 1 1,-12 46-1,15-44-883,-43 140-42,-14 44-112,60-195 18,-260 821 0,242-748-89,-26 108-722,41-153-101,-7 96 0,19-112-6094,-1-37 6485,0 0 0,0 0 0,1 0 0,-1 0 0,0 0 0,1 0 0,-1 0-1,0 0 1,1 0 0,-1 0 0,1 0 0,0 0 0,-1-1 0,1 1 0,1 1 0,17 1-11195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918 5 11145,'-2'0'160,"1"-1"-31,0 0 1,-1 1 0,1-1-1,0 1 1,0-1 0,-1 1-1,1 0 1,0 0 0,-1-1 0,1 1-1,0 0 1,-1 0 0,1 0-1,0 0 1,-1 0 0,1 1 0,0-1-1,-1 0 1,1 1 0,0-1-1,0 1 1,-1-1 0,1 1 0,0 0-1,0-1 1,0 1 0,0 0-1,-1 1 1,0 0 1475,0 14 1024,3-9-2405,1 1 0,0-1 0,0 0 0,0 0-1,1 0 1,0-1 0,0 1 0,1-1 0,0 0-1,0 0 1,8 9 0,-1 0 30,65 83 800,116 116 0,10 11-534,-167-181-427,-2 2 0,-1 1 0,32 67 0,-56-97-53,-1 0 1,0 0 0,-2 1-1,0 0 1,0 0 0,-2 0-1,0 0 1,-1 0 0,-1 1-1,-3 32 1,0-37 4,0 0 0,-1 0 0,-1-1 0,0 1 1,-1-1-1,0 0 0,-1-1 0,0 1 0,-1-1 0,-1 0 0,0-1 0,0 0 1,-1 0-1,-19 17 0,1-5 20,-2-2-1,-1 0 1,-1-2 0,0-1 0,-1-2-1,-1-1 1,-43 14 0,-248 56 78,316-83-140,-461 88-2252,296-58-1752,2 0-4279,105-17-1234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52 7965,'4'-5'983,"7"-7"-360,-4 9 6586,-14-10-3528,7 12-3544,0 0 0,-1 0 0,1 0-1,0 1 1,0-1 0,-1 0 0,1 0 0,-1 0 0,1 0 0,0 0 0,-1 1 0,0-1 0,1 0 0,-1 0-1,1 1 1,-1-1 0,0 0 0,0 1 0,1-1 0,-1 1 0,0-1 0,0 1 0,0-1 0,0 1 0,-7 2 366,0 0 0,0 1 0,1 0 0,-1 1 0,1-1 0,0 1 0,0 1 1,0-1-1,1 1 0,-7 7 0,-12 11 611,-23 29 0,46-50-998,-39 49 143,1 2 1,-50 88-1,-41 130-32,104-207-218,3 2 0,4 0 0,2 1 0,3 1 0,3 1 0,-4 86 0,15-117-31,1 0-1,3 0 1,0-1-1,3 1 0,1-1 1,1 0-1,3 0 1,0-1-1,3-1 1,1 0-1,1-1 1,2 0-1,23 32 1,-16-33-685,1-1 0,2-2-1,1 0 1,1-2 0,2-1 0,35 24 0,-13-16-2472,2-3 0,1-1 1,71 25-1,1-8-8687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12005,'8'10'2521,"-11"-26"-32,2 10-1765,0 4 1622,1 5-1380,-2 13-631,0 0 0,2 0 0,0 0 0,1 1 0,0-1 0,2 0 0,0 0 0,0 0 0,2-1 0,0 1 0,0-1 0,2 0 0,0-1 0,10 18 0,-4-12-273,0-1-1,1 0 1,0-1-1,2-1 1,0 0-1,1-1 1,0-1 0,2 0-1,27 16 1,-40-26-47,1-1 1,0 0 0,-1 0-1,2-1 1,-1 0-1,0 0 1,1-1 0,-1 1-1,1-2 1,-1 1-1,1-1 1,0 0 0,0-1-1,0 0 1,0 0 0,15-3-1,-9 0 15,-1-1 1,1-1-1,-1 0 0,0-1 1,0 0-1,0-1 0,-1-1 0,0 0 1,0 0-1,-1-1 0,18-19 1,-9 1 301,-1 0 1,21-42-1,-5 8 347,-34 59-660,13-17 165,-14 19-181,1-1 0,-1 1 0,0 0 0,1 0 0,-1 0 0,0-1 0,1 1 0,-1 0 0,0 0 0,1 0 0,-1 0 0,1 0 0,-1-1 0,0 1 0,1 0 0,-1 0 0,1 0 0,-1 0 0,0 0 0,1 0 0,-1 0 0,1 1 0,-1-1 0,0 0 0,1 0 0,-1 0 0,1 0 0,-1 0 0,0 1 0,1-1 0,-1 0 0,0 0 0,1 1 0,-1-1 0,0 0 0,0 0 0,1 1 0,-1-1 0,0 0 0,0 1 0,1-1 0,-1 0 0,0 1 0,0-1 0,0 0 0,0 1 0,1-1 0,-1 1 0,0-1 0,0 0 0,0 1 0,0-1 0,0 1 0,4 18 50,0 0 1,-2 0-1,0 0 0,-1 0 0,-1 0 1,-4 36-1,1-8 49,-4 50 199,-5 0-1,-44 179 0,-94 177 36,72-271-294,60-144-41,-3-1 0,-39 56 1,59-91-2,-1 0 1,1 0 0,-1 0 0,0 0 0,0 0-1,1 0 1,-1 0 0,0-1 0,-1 1 0,1-1-1,0 1 1,0-1 0,-1 0 0,1 0 0,-1 0 0,1 0-1,-1 0 1,1 0 0,-1-1 0,-4 1 0,4-2-2,1 1 0,-1-1 0,1 0 0,-1 1 0,1-1 0,-1-1 0,1 1 0,0 0 0,-1-1 0,1 1 0,0-1 0,0 1 0,0-1 0,0 0 0,0 0 0,-2-4 0,-3-3 1,0-1 1,1 0 0,1-1-1,0 0 1,0 0 0,1 0-1,-5-19 1,5 2-103,0-1 0,1-1 0,2 1 0,1 0 0,2 0 0,0-1 0,2 1 0,1 1 1,15-46-1,-3 23-666,3 0 0,2 2 1,2 1-1,40-61 1,-40 72-220,3 2-1,0 1 1,2 2 0,35-31 0,-29 33-3199,71-47 1,-15 24-5792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42 416 10857,'2'-4'340,"1"0"0,-1 0 1,1 0-1,1 0 0,-1 1 0,0-1 0,1 1 1,-1 0-1,1 0 0,0 0 0,8-4 0,55-22 1999,-10 6-1481,-42 15-704,-1 0 0,1 0 0,-1-2 1,-1 0-1,20-18 0,-30 24-95,1 0 0,0 0-1,-1-1 1,0 1 0,0-1-1,0 0 1,0 0 0,-1 0-1,0 0 1,0 0 0,0 0-1,-1-1 1,0 1 0,0-1-1,0 1 1,0-1 0,-1 0-1,0 1 1,0-1 0,-3-10-1,3 13-7,0 0 1,-1 0-1,0 0 0,0 0 0,0 0 0,0 0 0,0 0 1,-1 1-1,1-1 0,-1 0 0,0 1 0,0-1 0,0 1 1,0 0-1,0 0 0,0-1 0,0 1 0,-1 1 0,1-1 1,-1 0-1,0 1 0,1-1 0,-1 1 0,0 0 0,0 0 1,0 0-1,0 0 0,0 0 0,0 1 0,0-1 0,0 1 1,0 0-1,0 0 0,0 0 0,-5 1 0,-1 0 102,1 1-1,-1 0 0,1 0 1,0 1-1,0 0 1,0 0-1,0 1 1,1 0-1,-1 1 0,1 0 1,-11 8-1,1 3 116,1 0 0,1 1-1,0 0 1,1 1 0,1 1-1,1 0 1,1 1 0,0 0 0,2 1-1,-9 27 1,14-38-222,2 0-1,-1 1 1,1-1-1,1 1 1,0 0 0,0-1-1,1 1 1,1 0 0,0 0-1,0-1 1,1 1-1,0-1 1,1 1 0,0-1-1,1 0 1,0 0 0,0 0-1,1-1 1,1 1-1,0-1 1,0 0 0,0-1-1,15 15 1,-14-16-49,1 0 1,0 0-1,1-1 1,-1 0-1,1-1 1,1 0-1,-1 0 1,1-1-1,-1 0 1,1-1-1,0 0 1,1 0-1,-1-1 1,0 0-1,1-1 1,-1 0-1,1-1 1,19-2-1,-17 0-8,0 0-1,0-1 0,0-1 0,0 0 0,-1-1 1,0 0-1,0-1 0,0 0 0,0-1 0,-1 0 0,-1-1 1,1 0-1,-1-1 0,15-16 0,-5 1 26,-2 0-1,0-1 0,-2 0 1,-1-2-1,19-44 0,75-152 510,-75 158-162,-25 49-220,0-1-1,16-19 1,-24 35-127,0 0 1,0-1 0,0 1-1,0 0 1,1 0-1,-1 0 1,0 0 0,1 0-1,-1 0 1,1 0 0,-1 1-1,1-1 1,-1 0-1,1 1 1,-1-1 0,1 1-1,0 0 1,-1 0 0,1-1-1,0 1 1,-1 0-1,1 0 1,0 0 0,-1 1-1,1-1 1,0 0 0,-1 1-1,1-1 1,2 2 0,-1-1 9,-1 0 0,1 1 0,0 0 0,0 0 0,-1-1 0,0 1 0,1 1 0,-1-1 0,0 0 0,0 1 0,0-1 0,0 1 1,0-1-1,1 5 0,11 26 110,-2 0-1,-1 1 1,-1 1 0,-3 0 0,0 0-1,-2 0 1,-2 1 0,-1 0 0,-2-1 0,-8 65-1,3-62-12,-2-2 0,-2 1 0,-1-1 0,-1 0 0,-2-1 0,-2-1 0,-1 0 0,-1-1 0,-2-1 0,-30 39 0,32-50-231,-2-1 0,0-1 0,0-1 0,-2-1 0,0 0 0,-37 21 0,43-30-39,0 0 0,-1 0 0,0-2 0,0 0 0,-1-1 0,1 0 0,-1-1 0,0-1 0,0-1 0,0-1 0,-22 0 0,33-2-379,-1 1-1,1-1 0,0-1 0,0 1 1,0-1-1,0 0 0,0-1 0,0 0 0,0 1 1,-7-7-1,11 8-186,1 0 0,-1 0 0,1 0 0,-1 0 0,1 0 0,0 0 0,-1-1 0,1 1 0,0-1 0,-2-2 0,-2-22-12829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3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1585 0 13725,'-5'10'539,"2"-4"89,0 0 1,0 0-1,-1 0 1,0-1-1,0 1 1,-8 7-1,10-10-330,0-1-1,0 1 1,0 0 0,0 0-1,0 0 1,1 0 0,0 0-1,-1 1 1,1-1 0,0 0-1,1 1 1,-1-1 0,1 0-1,-1 1 1,1-1 0,0 1-1,1 3 1,0 9 540,1 0 0,6 22 0,-5-28-455,90 323 1803,-6-29 282,-71-232-2070,-2 0 1,4 94-1,-16-126-398,-3-1 0,-1 1 0,-2-1 0,-1 0 0,-2 0 0,-2-1 0,-2 0 0,-1 0 0,-2-1 0,-1-1 0,-2 0 0,-2-1 0,-1-1 0,-1-1 0,-2-1 0,-1-1 0,-2 0 0,-1-3 0,-1 0 0,-46 35 0,15-20-701,-2-2 0,-2-3 0,-1-3 0,-2-3 0,-1-2 0,-85 24 0,17-16-1751,-1-6 1,-182 20-1,164-32-4240,17 0-4137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14061,'24'-12'2908,"-19"9"-145,-3 4-214,5 3-1935,-1 0 0,0 1 1,0 0-1,0 0 0,0 0 0,-1 1 1,0-1-1,0 1 0,-1 0 1,8 14-1,0-2 167,60 84-31,200 254 1448,-249-331-2305,129 133-4190,-130-139 3303,2 0-1,-1-2 1,2 0 0,0-2 0,39 18 0,-27-19-6277,-17-7-4872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1029 1 16862,'-101'23'3172,"72"-15"20,-15 6-240,6 9-531,-4 3-429,1 8-344,-7 6-1120,-5 3-528,-1 9 0,0 5 0,-10 6 0,-9 0 0,0-1-1756,-3 13-1624,3 13-117,-10 7-3595,1 7-6966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183 181 4692,'-1'0'365,"0"0"-1,0 0 0,0-1 0,0 1 0,0 0 0,0-1 1,0 1-1,0-1 0,0 1 0,0-1 0,0 0 0,0 1 0,0-1 1,1 0-1,-1 0 0,0 1 0,0-1 0,1 0 0,-1 0 0,0 0 1,1 0-1,-1 0 0,1 0 0,0 0 0,-1 0 0,1-1 1,-2-33 3993,0 4-1070,1 25-2794,-2 1-1,1-1 1,-1 1-1,0 0 1,0 0-1,0 0 1,-8-9-1,-6-10 519,15 21-495,2 2-492,-1 0 1,1 0-1,-1 0 1,0 0-1,1-1 1,-1 1-1,0 0 1,0 0-1,0 0 1,1 0-1,-1 1 1,0-1-1,-1 0 1,1 0-1,0 1 1,0-1-1,-2 0 1,3 1-4,-1-1 0,0 1 1,0 0-1,0 0 0,1 0 1,-1 1-1,0-1 0,0 0 1,1 0-1,-1 0 0,0 1 1,0-1-1,1 0 0,-1 1 1,0-1-1,1 0 0,-1 1 1,0-1-1,1 1 0,-1-1 1,0 1-1,-2 3 64,0 0 1,0 0-1,0 0 0,0 0 1,1 0-1,0 1 0,0-1 0,-2 7 1,-8 36 381,3 0 0,1 1 1,-2 72-1,-3 277-2448,20-138-7964,-2-203 3689,4 1-3830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3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49 13361,'0'-2'278,"0"1"0,0-1 0,0 0 0,0 0-1,0 1 1,0-1 0,0 0 0,0 0 0,-1 1 0,1-1-1,-1 0 1,0 0 0,1 1 0,-1-1 0,0 1-1,0-1 1,0 1 0,0-1 0,0 1 0,0-1 0,0 1-1,0 0 1,-1 0 0,1 0 0,-1 0 0,1-1 0,-1 2-1,1-1 1,-1 0 0,1 0 0,-1 0 0,0 1 0,-5-2 5282,9 3-3423,16 6-1900,0 2 0,-1 0 0,-1 1-1,1 0 1,-2 1 0,16 14-1,86 89 623,-98-95-835,146 177-1761,9 10-3114,-120-152-3710,0-2-6073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3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0 15533,'-101'9'3229,"63"0"-197,-7 8-224,1 0-516,-4 9-487,-3 2-365,-3 9-332,-57 66 240,51-40-1932,-1 0-1244,-12-6-1397,-6 9-547,6 17-3061,3-3-6536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6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10129,'-9'18'2899,"0"0"-1,-20 28 1,1-2-43,20-28-2089,0 0-1,2 0 1,0 0 0,0 1 0,-3 24 0,-9 89 1294,7 115-557,9-145-4354,-21 147 0,0-149-2436,7-33-1559,8-15-2187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6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46 13437,'-2'-7'1026,"0"0"0,-1 0 0,0 0 0,-4-8 0,5 13 1188,24 9 1031,48 27-2323,-2 2 0,-1 4 0,-1 2 1,71 62-1,-113-85-823,-2 0 0,0 2-1,-1 0 1,-2 1 0,33 48 0,-47-63-86,-1 0 0,0 0-1,0 1 1,-1-1 0,0 1 0,-1 0-1,1 0 1,-2 0 0,1 0-1,-1 0 1,0 0 0,-1 1-1,1-1 1,-2 0 0,1 0 0,-1 1-1,-1-1 1,1 0 0,-1 0-1,-1 0 1,1-1 0,-2 1 0,1 0-1,-1-1 1,0 0 0,-6 9-1,-1-2-15,-1 0 0,-1-1 0,0-1 0,0 0 0,-1-1 0,-1 0 0,0-1-1,-30 15 1,-14 3-451,-70 21 0,86-34-5,-138 41-1683,24-8-2473,58-10-3237,48-14-2733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77 6365,'-2'-2'1661,"0"-2"-936,1 1 0,-1 0 0,1-1 0,0 1 0,-1-1 0,2 1 0,-1-1 0,0 0 0,1 1-1,0-1 1,-1 0 0,2-5 0,-1 0 9586,-9 3-9984,9 6-306,-1-1 0,1 0 0,0 1 0,-1-1 0,1 1 0,-1-1 0,1 1 0,-1 0 0,0-1 0,1 1 0,-1-1 0,1 1 0,-1 0 0,0 0 0,1-1 0,-1 1 0,0 0 0,1 0 0,-1 0-1,0 0 1,1 0 0,-1 0 0,0 0 0,0 0 0,0 0 0,-5 1-25,0 1 0,1 0 0,-1 1 0,1-1 0,0 1 0,-1 0 0,1 0 0,-7 7 0,10-9 207,-3-30 695,-19 54-384,1 1 1,1 2-1,1 0 0,-20 38 1,0-3-56,22-34-434,1 0 0,2 1-1,1 1 1,2 0 0,1 1 0,1 0 0,2 1 0,-8 51-1,14-62-183,1-1 0,2 0 0,0 1 1,1-1-1,1 1 0,0-1 0,2 0 0,1 0 0,1 0 0,0 0 0,2-1 0,0 0 0,1-1 0,18 29 0,-10-24-767,1-1 0,1-1 0,1-1 0,0-1 0,2 0 0,31 22 0,-18-18-4274,69 34 1,-28-25-5504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9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7997,'0'0'3919,"3"0"-1992,6 0-1359,1 2-1,-1 0 1,1 0-1,-1 0 1,0 1-1,0 1 1,0 0-1,0 0 1,-1 0-1,1 1 1,13 11-1,3 3-150,-1 2 0,30 31 0,-46-42-331,0-1 0,0 1 1,-1 1-1,0-1 0,-1 1 0,0 0 1,0 1-1,-2-1 0,8 25 0,-10-27-63,-1 0-1,1 0 1,-2 0 0,1 0-1,-1 0 1,0 0-1,-1 1 1,0-1-1,-1 0 1,0-1 0,0 1-1,-1 0 1,0 0-1,-7 13 1,-3 1 34,0 0 0,-1-1 0,-1-1 0,-30 34 0,18-25 762,27-30-807,0 0-1,0 0 1,0 0-1,0 0 1,-1 1-1,1-1 1,0 0-1,0 0 1,0 0 0,0 0-1,0 0 1,0 1-1,0-1 1,-1 0-1,1 0 1,0 0 0,0 0-1,0 1 1,0-1-1,0 0 1,0 0-1,0 0 1,0 1-1,0-1 1,0 0 0,0 0-1,0 0 1,0 1-1,0-1 1,0 0-1,0 0 1,0 0 0,0 1-1,0-1 1,1 0-1,-1 0 1,0 0-1,0 0 1,0 1-1,0-1 1,0 0 0,0 0-1,1 0 1,-1 0-1,0 0 1,0 1-1,21-9 61,27-15 6,-1-3 0,85-62 0,85-79-213,-214 165 147,-1-1-1,1 1 1,0 0 0,0 0-1,0 0 1,0 0 0,0 0-1,0 1 1,1-1 0,-1 1-1,1 0 1,-1 0 0,6-1-1,-8 2 6,0 0-1,1 1 1,-1-1-1,0 0 1,0 1-1,0-1 1,0 0-1,0 1 1,0-1-1,0 1 1,0 0-1,0-1 1,-1 1-1,1 0 1,0 0-1,0-1 1,1 2-1,0 2 53,0-1-1,0 0 1,0 1-1,-1-1 0,1 1 1,1 6-1,14 46 339,-1 1-310,41 96 1,-45-129-725,1 5-1059,33 52-1,-39-71 148,1 0-1,16 17 0,-15-20-640,0 1 0,0-1-1,18 9 1,-6-6-3960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11009,'13'9'2204,"0"2"3301,-23-2-3629,1-1-108,-4 9-248,-9 12-256,9-3-272,-3-1-216,3 7-151,-3 8-297,13 0-989,-6-3-591,-7 0-1212,-6-3-1200,-4 6-2229,7 3-5056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3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876 172 9405,'1'-15'1619,"-1"-1"0,-1 1 1,0 0-1,-1-1 0,-1 1 1,0 0-1,-1 0 0,-1 0 0,-7-17 1,11 30 683,-2 3-1074,0 0-1104,-1 1-1,1 0 1,-1 0 0,1 1 0,0-1-1,0 0 1,0 1 0,0 0 0,1 0-1,-1 0 1,1 0 0,0 0 0,-1 0-1,-2 7 1,-2 7 711,-12 34 0,14-35-742,-36 94-633,-4-1-1,-104 178 1,53-133-1000,-125 151 0,138-207-2454,-7 9-5816,50-50-1476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0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0 9113,'0'0'8009,"-2"2"-6451,-2 0-1307,1 0 0,-1 1 0,1-1 0,0 1 0,-1 0 0,1 0 1,0 0-1,1 0 0,-1 0 0,1 1 0,-1-1 0,1 1 0,0 0 0,1-1 1,-1 1-1,0 0 0,1 0 0,0 0 0,0 0 0,0 1 0,1-1 1,-1 0-1,1 0 0,0 0 0,0 1 0,1-1 0,-1 0 0,2 7 0,2 0-163,1 1 0,0 0 0,0-1 0,1 0-1,0-1 1,1 1 0,1-1 0,-1 0-1,2-1 1,-1 0 0,1 0 0,1-1 0,15 12-1,-4-6-341,1-1-1,1-1 1,0-1-1,0-1 1,45 13-1,-61-21 219,0 0-1,0 0 1,1-1-1,-1 0 1,0-1-1,1 0 1,-1 0-1,0 0 1,1-1-1,-1 0 1,0 0-1,0-1 1,0 0-1,0-1 1,0 1-1,0-1 1,0 0-1,-1-1 1,0 0-1,1 0 1,-1 0-1,-1-1 1,1 0-1,-1 0 0,0 0 1,0 0-1,0-1 1,-1 0-1,7-11 1,1-6 428,0-1-1,-2 1 1,-1-2-1,-1 0 1,0 0-1,-2 0 1,-1-1 0,2-43 561,-8 73-624,-61 159 1677,-28 68-499,-36 63-1237,-8 74-323,1 0-147,121-341-95,-2-1-1,-30 46 0,36-62 175,0 0-1,0 0 0,-1 0 0,0-1 0,-1-1 1,0 0-1,0 0 0,-19 11 0,21-16 87,-1-1-1,1 1 1,0-2-1,-1 1 0,1-1 1,-1 0-1,1 0 1,-1-1-1,1-1 0,-1 1 1,1-1-1,-1-1 1,1 0-1,0 0 0,-1 0 1,1-1-1,0 0 1,1-1-1,-10-5 0,11 6 23,1-1-1,0 1 0,0-1 0,0-1 0,0 1 0,1-1 1,-1 1-1,1-1 0,0-1 0,1 1 0,-1 0 0,1-1 0,0 0 1,-3-8-1,3 4-3,1 0 0,0 0 0,0 0 1,1 0-1,0 0 0,1-1 0,0 1 0,2-14 1,2-2-90,2 1 0,0 0 1,2 1-1,0 0 1,2 0-1,19-35 0,-2 16-473,1 0-1,42-48 0,75-70-1505,-74 90-1553,152-119 0,-115 118-2011,3 13-3339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1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42 308 5140,'0'1'226,"-1"-1"0,0 1-1,0 0 1,0 0 0,-1-1-1,1 1 1,0 0-1,0-1 1,0 1 0,0-1-1,-1 0 1,1 1 0,0-1-1,0 0 1,-1 0 0,1 1-1,0-1 1,0 0-1,-1 0 1,1-1 0,0 1-1,-3-1 1,-8-3 11480,32 11-11488,1-1 0,0-1 0,0-1-1,1-1 1,-1-1 0,1-1 0,0-1 0,-1 0 0,1-2 0,23-4-1,-34 3-205,1 1 0,0-1-1,0-1 1,-1 0 0,0-1-1,0 0 1,0 0 0,-1-2-1,1 1 1,-1-1 0,-1 0-1,0-1 1,0 0 0,0-1-1,-1 0 1,0 0 0,-1-1-1,0 0 1,11-20 0,-8 10 1,-4 10-20,-1-1-1,0 1 1,-1-1 0,0 0-1,0 0 1,-1 0-1,-1 0 1,0 0-1,1-19 1,-3 29 5,0 0 0,0 0 0,0-1 0,0 1 0,0 0 0,0 0 0,-1-1 0,1 1 0,0 0 0,-1 0 0,1-1 0,-1 1 1,1 0-1,-1 0 0,1 0 0,-1 0 0,0 0 0,0 0 0,0 0 0,1 0 0,-1 0 0,0 0 0,0 1 0,0-1 0,0 0 0,0 1 0,-1-1 0,1 0 0,0 1 0,0-1 0,0 1 0,0 0 0,-1-1 1,1 1-1,0 0 0,0 0 0,-1 0 0,1 0 0,0 0 0,0 0 0,-1 0 0,1 0 0,0 0 0,0 1 0,-1-1 0,1 1 0,0-1 0,-2 2 0,-5 1 19,1 0 0,0 0 0,0 1-1,0 1 1,1-1 0,-11 9 0,-3 8 211,1 0-1,1 1 1,1 1 0,-21 36 0,-45 95 723,77-141-894,-5 7 39,2 0 0,0 0 0,2 1 0,0 1 0,1-1 0,1 1 0,1 0 0,-1 23-1,5-38-85,0 0 0,0 0 0,1 0 0,0 0-1,0-1 1,0 1 0,1 0 0,0-1 0,1 1-1,-1-1 1,1 1 0,1-1 0,-1 0-1,1 0 1,0-1 0,0 1 0,0-1 0,1 0-1,0 0 1,0 0 0,0-1 0,1 0 0,0 0-1,-1 0 1,1-1 0,1 1 0,-1-2-1,8 4 1,1-1-105,1 0 0,0-1-1,0-1 1,0 0 0,0-1 0,0-1-1,1 0 1,-1-2 0,0 1 0,0-2-1,1 0 1,-1-1 0,0-1-1,-1 0 1,1-2 0,-1 1 0,21-12-1,-16 5 24,-1-1-1,0-1 1,-1 0-1,0-1 1,-2-1-1,29-35 1,75-122-65,-84 119 211,5-15 324,-27 43-58,1 1-1,25-33 0,-38 56-316,-1 0 0,0 0 0,1 1 0,0-1 0,-1 0 0,1 1 0,0-1 0,0 1 0,0 0-1,0 0 1,0-1 0,0 1 0,0 0 0,0 1 0,0-1 0,0 0 0,1 1 0,-1-1 0,0 1 0,1-1 0,1 1 0,-2 1-3,0-1-1,0 1 1,0 0 0,0 0-1,0 0 1,0 0-1,0 0 1,0 0 0,0 1-1,-1-1 1,1 1 0,-1-1-1,1 1 1,-1-1-1,1 1 1,-1 0 0,2 3-1,2 5 53,0 0 0,-1 1 0,0-1 0,0 1 0,-1 0 0,-1 0-1,2 13 1,-2 3 44,-1 0 0,-1 0 0,-1 1 0,-2-1 0,0-1-1,-2 1 1,-1 0 0,-1-1 0,-2-1 0,-15 37 0,9-34-114,0-1 0,-2 0 1,0-1-1,-2-1 0,-1-1 0,-1 0 1,-1-2-1,-44 35 0,36-34-1176,-2-2 1,0-1-1,-1-1 1,-1-2-1,-67 23 1,-22 4-8864,77-24 319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1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1130 0 11333,'-37'12'2126,"37"-12"-2074,0 0 1,0 0-1,0 0 0,0 0 1,0 0-1,0 0 1,-1 1-1,1-1 1,0 0-1,0 0 1,0 0-1,0 0 1,0 0-1,0 0 1,0 0-1,0 0 1,-1 0-1,1 0 0,0 0 1,0 0-1,0 0 1,0 1-1,0-1 1,0 0-1,0 0 1,0 0-1,0 0 1,0 0-1,0 0 1,0 0-1,0 0 1,0 1-1,0-1 0,0 0 1,0 0-1,0 0 1,0 0-1,0 0 1,0 0-1,0 0 1,0 1-1,0-1 1,0 0-1,0 0 1,0 0-1,0 0 1,0 0-1,0 0 0,0 0 1,0 1-1,0-1 1,0 0-1,0 0 1,0 0-1,1 0 1,-1 0-1,8 7 777,3 4 2012,1 273 4841,-1-29-5536,-27 379-577,3-502-1152,-5-1 0,-64 229 0,69-319-718,-2 1 0,-1-2 0,-3 0 0,-1-1 0,-2-1 1,-30 39-1,32-50-76,-3-2 0,0 0 1,-1-1-1,-1-1 1,-1-2-1,-1-1 0,-1 0 1,-47 23-1,20-18-1588,-1-2 0,-76 21 0,-39-1-5408,8-10-3646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4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13341,'3'-1'-428,"6"-3"4845,3 14 108,152 162-313,-59-37-5452,-40-43-2636,-62-88 3285,1 1 0,0-1 0,0 1 1,0-1-1,0 0 0,0-1 0,1 1 1,0-1-1,0 0 0,7 4 0,14-1-4997,-10-10-292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85 8825,'-7'-13'661,"6"10"-484,-1 1 1,1 0-1,0-1 0,-1 1 1,1-1-1,0 1 1,1-1-1,-1 0 0,0 1 1,1-1-1,0 0 0,-1 1 1,1-1-1,0 0 0,0 0 1,1 1-1,0-6 0,0 5 1717,-1 2-1710,-1 0 0,1 0 0,-1 0 0,1 0 1,-1 0-1,0 0 0,0 0 0,1 0 0,-1 1 0,0-1 0,0 0 0,0 1 1,0-1-1,0 0 0,0 1 0,0-1 0,0 1 0,0-1 0,0 1 0,0 0 1,0-1-1,0 1 0,-2 0 0,-28 0 1662,10 5-1210,-1 2 0,2 0 1,-1 2-1,1 0 1,0 1-1,1 1 0,-33 24 1,20-11-456,-54 50 0,-22 36-3202,30-28-2014,36-37-842,-2 3-3496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12 11225,'-22'-12'11493,"6"24"-9889,-10 19 820,11 12-1571,8-6-181,1 6-140,9 0-320,0 0-652,0 5-644,1 4-645,-4-9-839,-4-1-640,-2 7-2725,3 2-5136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95 14049,'-16'-17'3117,"13"0"-297,0 0 1604,9 5-2820,4 1-380,19 5-87,28-5-425,6 8-432,17 3-596,18 0-868,16 3-625,10 0-851,10-1-936,5 4-2289,10 3-5048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8605,'-7'13'4648,"8"13"-1922,1 1-359,-6-8-1032,1-1 0,-10 24 1,-2 10 568,-108 334 2239,76-254-1959,-48 211 0,84-287-2386,3 1 0,3 0 0,2 0-1,2 0 1,12 96 0,-5-118 6,1 0-1,2 0 1,1-1-1,1-1 1,2 0 0,1 0-1,2-2 1,1 1-1,2-2 1,28 36-1,-20-35-933,1 0 0,1-2 0,2-1 0,46 33 0,-37-33-3596,70 34 0,-18-20-6581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13629,'-1'0'213,"-1"0"-1,0 0 0,0 1 0,1-1 1,-1 0-1,0 1 0,1 0 0,-1-1 1,0 1-1,1 0 0,-1 0 0,1-1 1,-1 1-1,1 0 0,0 1 1,-1-1-1,1 0 0,-2 3 0,0 0 150,0-1-1,1 1 0,0 0 0,0 1 1,0-1-1,0 0 0,-1 6 0,-1 9 1052,0 1-1,-1 31 1,5-45-1105,-12 123 3088,-32 139 0,-12 42-3796,44-214-3347,-1 122 0,16-160-124,5-19-2229,4-1-4941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6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29 9529,'3'-29'4585,"16"32"-1307,-8 0-3000,0 1 1,0 0-1,-1 0 0,1 1 0,-1 1 1,0 0-1,0 0 0,-1 1 0,0 0 0,10 9 1,2 1 43,48 40 316,80 84 1,-109-98-505,-3 1-1,-1 2 0,31 55 0,-60-89-113,0 0-1,-1 1 1,-1-1-1,0 1 0,0 0 1,-2 1-1,1-1 0,1 23 1,-4-29-14,-1 1-1,0-1 1,-1 0 0,0 0 0,0 0 0,0 0-1,-1 0 1,0 0 0,0-1 0,-1 1 0,0 0-1,0-1 1,0 0 0,-1 0 0,0 0 0,0 0-1,-1-1 1,-7 9 0,-1-3 0,0-1 0,-1 0-1,0-1 1,-1 0 0,0-1-1,0-1 1,-1 0 0,-30 9-1,-6-3-210,-78 10-1,-28-7-1794,44-4-6293,68-5-940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7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143 151 7277,'-32'-51'10220,"12"19"-6242,18 29-3678,2 0 0,-1 0 0,0 0 0,0 0 0,1 0 0,0-1 0,0 1 0,0 0 0,0 0 0,0 0 0,0 0 0,1-1 0,0 1 0,-1 0 0,1 0 0,0 0 0,1 0 0,-1 0 0,3-4 0,-3 7-271,0 0 1,0-1 0,0 1 0,0 0 0,0 0 0,0 0 0,0 0 0,0 0 0,0 0 0,0 0 0,0 0 0,0 0 0,0 1 0,0-1 0,0 0 0,0 1 0,0-1 0,1 1 0,-1 0 28,3 0-31,0 0 0,-1 1 0,1 0 0,0 0 0,0 0-1,-1 0 1,1 1 0,-1-1 0,0 1 0,0 0 0,0 0 0,0 0 0,0 0 0,-1 1 0,1-1 0,-1 1 0,0 0-1,0-1 1,0 1 0,-1 0 0,1 0 0,0 6 0,3 7 17,-2 0-1,0 0 1,0 1 0,-1 19-1,-1-1-62,-2 1 0,-1 0 0,-1-1-1,-3 0 1,-1 0 0,-1 0 0,-2-1-1,-1 0 1,-2-1 0,-2 0 0,-1-1-1,-1-1 1,-38 54 0,20-36 46,33-47-29,4-6 0,10-19-2,2 1 0,0 0 0,32-35 0,3-3-39,-5 5-433,52-48 0,26-30-304,-120 130 779,36-40-389,-16 29 253,-22 13 143,1 0-1,-1 0 0,1 0 0,-1 0 1,1 0-1,-1 0 0,1 0 1,-1 0-1,1 0 0,0 0 1,-1 0-1,1 0 0,-1 0 1,1 0-1,-1 1 0,1-1 1,-1 0-1,1 0 0,-1 1 1,1-1-1,-1 0 0,1 1 1,-1-1-1,0 0 0,1 1 0,-1-1 1,0 1-1,1-1 0,-1 0 1,0 1-1,1-1 0,-1 2 1,1 1 52,0 1 1,-1 0-1,0 0 0,0-1 1,0 1-1,0 0 1,-1-1-1,0 1 1,1 0-1,-1-1 0,0 1 1,-1-1-1,1 1 1,-1-1-1,-3 6 1,-1 7 86,-6 19 209,1 0 1,2 1-1,-7 56 0,14-78-398,2 0-1,0 0 0,0 0 1,1 0-1,1 0 0,0-1 1,1 1-1,1 0 0,0-1 1,0 0-1,2 0 0,8 16 1,-7-15-573,2-1 1,0 0 0,0 0 0,1-1 0,0 0 0,14 11 0,11 2-3498,7-2-3486,3-2-1856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 12445,'23'12'3956,"-11"-20"-1533,-11 8-2367,-1-1 0,1 0 0,0 1 1,0-1-1,-1 0 0,1 1 1,0-1-1,0 1 0,0 0 0,0-1 1,-1 1-1,1 0 0,0-1 0,0 1 1,0 0-1,0 0 0,0 0 0,0 0 1,0 0-1,0 0 0,0 0 1,0 0-1,0 0 0,0 0 0,0 0 1,-1 1-1,1-1 0,0 0 0,0 1 1,0-1-1,0 1 0,0-1 0,-1 1 1,1-1-1,0 1 0,0 0 0,-1-1 1,1 1-1,0 0 0,-1-1 1,1 1-1,-1 0 0,1 0 0,-1 0 1,1 0-1,-1-1 0,0 1 0,1 1 1,4 7 56,1 1 0,-2-1 0,1 1 0,-2 0 0,1 0 0,-1 0 0,-1 0 0,1 0 0,-2 1 0,0-1 0,0 1 0,-1-1 0,-1 13 0,0-7-59,-2-1-1,0 1 1,-1-1 0,0 0 0,-1 0 0,-1-1-1,-1 1 1,-9 16 0,-65 111 518,81-141-546,0 1 1,0-1-1,0 1 1,0 0-1,0-1 1,1 1-1,-1-1 1,0 1-1,1 0 1,-1-1-1,1 1 1,-1-1-1,1 0 1,0 1-1,0-1 1,0 1-1,0-1 1,0 0-1,0 0 1,0 0-1,2 3 1,2-2-35,0 1 1,0-1-1,1 1 1,-1-2 0,1 1-1,-1 0 1,1-1-1,0 0 1,-1 0 0,1-1-1,11 0 1,5-1-514,38-7 0,60-22-3477,-27 4-3762,-33 16-1169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48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64 6657,'1'-3'397,"0"0"1,0 0-1,0 0 1,0 0 0,0 0-1,1 1 1,-1-1 0,1 1-1,0-1 1,0 1-1,0-1 1,4-2 0,-4 3 607,27-9 1465,-6 0-390,-20 10 722,-10 8-948,2-3-1734,-17 20 629,1 0 0,1 1 1,2 1-1,0 1 1,2 0-1,0 1 0,-11 31 1,7-8-51,3 1 1,1 0 0,-11 74-1,21-84-584,2 0 1,1 1-1,3-1 0,1 0 0,2 1 1,2-1-1,21 80 0,-15-82-613,3-2-1,0 0 0,3-1 1,1 0-1,2-1 0,1-1 1,2-2-1,35 42 1,-17-30-2032,74 60 0,-1-15-6475,-48-43-1331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6 8257,'-8'-2'785,"-9"-1"10770,13 25-9939,-3-3-911,0-1 0,-1 1 1,-1-2-1,-17 28 0,4-7 74,-61 109 1330,-91 140 280,-13 9-1371,62-96-1855,-1 0-3303,77-126 1149,18-29-310,1 2-3346,7-1-4487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0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0 11525,'-37'44'6799,"37"-42"-6646,0 0 1,-1 1 0,1-1-1,0 0 1,0 0 0,0 1-1,0-1 1,1 0 0,-1 0-1,1 1 1,-1-1 0,1 0 0,1 3-1,0 1 185,1 6-243,1 1 0,1-1 0,0 0 1,0 0-1,1-1 0,1 0 0,0 0 0,0 0 0,1-1 0,1 0 0,0-1 0,0 0 0,0 0 0,1-1 0,1 0 0,-1 0 1,1-1-1,1-1 0,18 8 0,-26-13-92,0 0 0,1 0 0,-1-1 0,0 1 0,1-1 0,-1 0 0,0 0 0,1-1 0,-1 1 0,6-2 0,-8 1-2,3 0 4,-1-1-1,1 0 0,-1 0 0,0 0 0,1-1 1,-1 0-1,0 0 0,0 0 0,-1 0 0,1 0 1,-1-1-1,1 1 0,-1-1 0,0 0 0,2-4 1,7-11 170,17-36 0,-23 43-85,33-82 1245,-38 91-753,-9 26 366,-123 241 1185,101-208-1906,10-19-119,-83 158 343,-150 211-1,183-323-276,52-63-101,18-37-48,3 10-102,-1 1-1,1 0 0,0 0 0,0 0 1,1 0-1,-1 1 0,1-1 0,1 1 1,5-6-1,52-45-1452,-25 25 499,98-106-4374,-23 22-3175,-43 51-876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60 103 7821,'-1'1'379,"1"0"0,-1 0 0,0-1 0,1 1 0,-1 0 0,1 0 0,-1 0 0,1 0 0,0 0 0,-1 0 0,1-1 0,0 1 0,0 0 0,-1 0 1,1 0-1,0 0 0,0 0 0,0 0 0,0 2 0,9-5 4318,2-3-5554,-10 5 537,1-1 736,28 3 328,-22-2-613,-7 0-94,1-1-1,0 0 1,-1 0-1,1 0 0,-1 0 1,1 0-1,-1-1 1,0 1-1,1 0 1,-1-1-1,0 1 1,0-1-1,0 1 0,0-1 1,0 0-1,0 1 1,0-3-1,1-1 29,0-1-1,-1 0 0,0 1 1,0-1-1,0 0 1,-1 1-1,0-1 0,0 0 1,-2-11-1,2 14 52,-2 0-76,0 1 0,0 0 0,0 0-1,-1 0 1,1 0 0,0 0-1,-1 1 1,1-1 0,-4 0 0,4 2-17,1 0 1,-1 0-1,0 0 0,0 0 1,1 0-1,-1 1 1,0-1-1,1 1 1,-1-1-1,0 1 1,1 0-1,-1 0 1,1 0-1,-1 0 0,1 0 1,0 0-1,-1 0 1,1 0-1,0 0 1,0 0-1,-1 1 1,1-1-1,-1 3 1,-23 38 259,-13 54 78,35-84-340,-1 0 0,2 0 0,0 0-1,0 1 1,1-1 0,0 16 0,1 16 127,0-38-150,-1-1 0,1 0 0,-1 1 0,2-1 0,-1 0 0,0 1 0,1-1 0,0 0 0,1 1 0,-1-1 0,1 0 0,0 0 0,0 0 0,0 0-1,4 5 1,-4-8 73,2-2-114,1-1 33,-1 1 0,0-1 0,0 0 1,0 0-1,1-1 0,-1 1 0,0-1 0,-1 0 0,1 0 1,0 0-1,0-1 0,-1 1 0,1-1 0,-1 0 0,4-4 1,5-7 13,0 0 0,16-27 1,3-3-77,11-10 147,-22 27 168,1 2 1,27-27 0,-46 50 845,1 26 66,-3-6-932,0 1 0,-2-1-1,0 1 1,-1-1 0,-1 0-1,0 0 1,-9 22 0,6-18-29,1-1-87,-54 163 322,10-77-4773,49-106 4159,0-1 0,0 1 0,0-1 0,1 0 0,-1 1 0,0-1 1,0 0-1,0 1 0,0-1 0,0 0 0,-1 0 0,1 0 0,0 0 0,0 0 0,0 0 0,0 0 0,0 0 0,0 0 1,0-1-1,-2 0 0,1 1-394,-2-1-81,-16-3-1707,7-6-3219,4-6-2880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1 7397,'0'0'4806,"-1"2"-3299,-3 11-428,0 1 0,0-1 0,1 1 0,-2 25-1,0 56 886,4-92-1906,17 259 4420,-11-209-3806,5 40 209,1 11 203,-2 148 0,-11-216-971,-1-1 0,-2 1 0,-1-1 0,-2 0 0,-1 0 1,-2-1-1,-2 0 0,-16 32 0,0-14-281,-2-1 1,-2-1 0,-2-2-1,-3-2 1,-1-1-1,-65 56 1,-94 54-4539,-15-24-5645,119-79-779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26 681 4952,'-9'7'1913,"8"-6"-1440,0-1-1,1 1 0,0 0 0,-1 0 1,1 0-1,-1 0 0,1-1 0,0 1 0,0 0 1,-1 0-1,1 0 0,0 0 0,0 0 1,0 0-1,0 0 0,0 0 0,0 0 1,0-1-1,0 1 0,1 0 0,-1 1 0,3 8-3,-3-7-1002,26-31 2945,-18 15-2039,1 0-1,19-21 0,13-18 254,22-66 213,-62 118-837,-1-1 0,1 1 0,-1-1 0,0 1 0,0-1 0,1 1 0,-1-1-1,0 1 1,0-1 0,0 1 0,0-1 0,1 0 0,-1 1 0,0-1 0,0 1 0,0-1 0,0 0 0,0 1 0,0-1 0,-1 1 0,1-1 0,0 1-1,0-1 1,0 0 0,-1 1 0,1-1 0,0 1 0,0-1 0,-1 1 0,1-1 0,0 1 0,-1-1 0,1 1 0,-1 0 0,1-1 0,-1 1-1,1-1 1,-1 1 0,1 0 0,-1-1 0,1 1 0,-1 0 0,1 0 0,-1 0 0,1-1 0,-1 1 0,0 0 0,1 0 0,-1 0 0,1 0 0,-1 0-1,1 0 1,-2 0 0,2 0 3,-4-1 2,0 0 0,0 0 0,0 0-1,0 0 1,0 1 0,0-1 0,0 1-1,0 0 1,0 1 0,1-1 0,-9 2-1,-45 17-63,31-9-75,4 0-58,21-10 153,0 0-1,-1 1 1,1-1-1,0 1 1,0-1-1,0 1 1,0 0-1,0 0 1,0-1-1,0 1 1,0 0-1,0 0 1,1 0-1,-1 0 1,0 0-1,0 0 1,1 0-1,-2 1 1,24-9-255,1-2 238,0-2 0,-1 0-1,0-2 1,-1 0 0,21-18-1,-7 2 46,60-65-1,-4-6 430,-90 98-400,-10 22 57,6-8-61,0 0 0,0 0 0,1 0 0,1 0 1,0 0-1,1 22 0,0-34-15,31 1-45,-28-2 46,-1 0 1,1 0-1,-1-1 1,0 1-1,0 0 1,1-1 0,-1 0-1,0 1 1,0-1-1,0 0 1,-1 0-1,1 0 1,2-4-1,18-33 14,-16 27-18,8-18-12,-2-1 0,14-50 0,-2 6-3141,-23 71 414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25 13549,'-2'-3'118,"2"1"164,-1 1-1,0-1 1,0 0-1,0 0 0,0 0 1,0 0-1,0 1 1,0-1-1,-1 0 1,-2-2-1,3 4-79,0 0 0,0 0 0,0 0 0,0 0 0,0 1 0,0-1 0,1 0 0,-1 0-1,0 1 1,0-1 0,0 0 0,0 1 0,0-1 0,1 1 0,-1-1 0,0 1 0,0-1 0,1 1 0,-1 0 0,0-1 0,1 1 0,-1 0 0,0 0 0,1-1 0,-1 1-1,1 0 1,-1 2 0,-4 4 813,1 1 0,0 0 0,1 0-1,0 1 1,0-1 0,1 1 0,0 0 0,-2 13-1,-1 4-160,-5 34-742,2-1 0,3 1 1,5 112-1,2-93-155,-11 105 0,-6-90-2253,-18 48-6784,18-80 4260,3-9-8767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4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46 14513,'21'-43'5075,"-20"40"-2876,21 3 1026,-19 1-3111,0 0 0,0 0 0,-1 0 0,1 0 0,-1 1 0,1-1 0,-1 0 0,1 1 0,-1 0-1,0 0 1,0-1 0,0 1 0,0 1 0,0-1 0,0 0 0,0 0 0,-1 1 0,1-1 0,-1 1 0,0-1 0,2 6 0,5 10 345,12 36 1,-10-19-249,-1 2 1,-2-1-1,-1 1 1,-2 0-1,-1 0 1,-2 0-1,-8 69 0,3-80-170,0 0 0,-2 0 0,-1-1 0,-2 0 0,0 0-1,-1-1 1,-2 0 0,0-1 0,-2 0 0,0-1 0,-33 39-1,22-36-68,-1-1-1,-1 0 0,-1-3 0,-1 0 1,-1-1-1,0-2 0,-2-2 0,-37 16 1,8-10-1049,-1-1 0,-1-4 0,-100 15 0,131-28-576,-47-1 0,6-4-3495,42 0 1260,-19 0-6839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33 10409,'0'-22'2484,"0"18"2257,-3 3-2504,0 0-1970,0 0-1,0 0 1,0 0-1,0 1 0,0-1 1,0 1-1,0 0 1,-1 0-1,1 0 1,0 0-1,0 1 1,0-1-1,0 1 1,0 0-1,0 0 1,0 0-1,0 0 1,0 0-1,0 1 0,0-1 1,1 1-1,-1 0 1,0 0-1,1 0 1,-3 3-1,-8 8 517,0 0-1,1 1 0,-14 21 1,22-29-511,-41 61 632,-57 110-1,-20 85-144,76-156-759,5 2 0,4 1 0,5 2 0,-18 119 0,42-173 0,3 0 0,2 0 0,3 1 0,8 59 0,-3-76 0,2-1 0,2-1 0,2 0 0,1 0 0,2-1 0,29 55 0,-26-64-474,1 0 0,1-2 0,2 0 0,1-1 0,0-1 1,2-1-1,1-1 0,1-2 0,1 0 0,1-2 0,59 31 0,-32-24-1365,2-2-1,0-3 0,2-2 1,0-3-1,106 15 1,11-12-11220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5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840 150 5509,'4'-1'1021,"30"-6"772,-31 6-76,8-7-176,-10 8-1371,0 0 1,0-1-1,0 1 0,0-1 1,0 1-1,0-1 0,0 0 1,0 1-1,0-1 0,0 0 0,0 0 1,0 1-1,-1-1 0,1 0 1,1-2-1,-1 1-19,1-4 352,0-1-1,0 1 1,0 0 0,-1 0-1,2-12 1,-3 16-379,0-1 0,0 1 1,-1 0-1,1-1 0,-1 1 0,1 0 1,-1 0-1,0-1 0,0 1 0,0 0 1,0 0-1,0 0 0,0 0 0,0 0 1,-1 0-1,1 1 0,-1-1 0,0 0 1,1 1-1,-1-1 0,-3-2 1,-2 1 81,1 0 1,-1 0 0,1 0 0,-1 0 0,0 1 0,0 0 0,0 1-1,0 0 1,-1 0 0,1 0 0,0 1 0,0 0 0,-1 0 0,1 1-1,0 0 1,0 0 0,0 1 0,0 0 0,0 0 0,-10 5 0,-9 4 242,2 1 0,-1 1 0,2 1 0,-26 20 0,-9 14 135,2 2-1,-80 93 1,82-83-376,13-14-354,2 2 0,-34 54 0,46-57-1093,2 0 0,-34 85 0,53-116 447,2 0 0,0 0 0,1 1 0,-3 28 1,5-35-262,1 0 0,1 1 0,-1-1 0,1 0 0,1 0 0,2 10 0,19 31-9233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13681,'5'-5'1021,"1"0"0,-1 1 0,2-1 0,-1 1 0,0 0 0,1 1 0,0-1 0,11-3 0,-14 6-810,1 0 1,-1 1-1,0-1 1,0 1 0,0 0-1,1 0 1,-1 0 0,0 1-1,0 0 1,0 0-1,1 0 1,-1 0 0,0 0-1,0 1 1,-1 0-1,5 2 1,2 2-76,-1 0 1,0 0-1,-1 1 1,0 0-1,0 0 0,0 1 1,-1 0-1,0 1 0,-1 0 1,1 0-1,-2 0 0,1 1 1,-2-1-1,1 1 0,-1 0 1,-1 1-1,0-1 1,0 1-1,1 11 0,-1-5-78,-2 0-1,0 0 1,-1 0-1,0 0 0,-1 0 1,-1 0-1,-1 0 1,-1-1-1,0 1 1,-1-1-1,-9 23 0,-2-10-4,-1-1 0,-1-1 0,-1 0 0,-31 32 0,21-25-1,-29 44-1,58-77-55,0 0 0,0 0 0,0 0 0,0 0 0,0 0 0,0 0 0,0 0 0,0 0-1,1 0 1,-1 0 0,0 0 0,1 0 0,-1 0 0,1 0 0,-1 0 0,1 0 0,-1-1 0,1 1-1,-1 0 1,1 0 0,0 0 0,0-1 0,-1 1 0,1 0 0,0-1 0,0 1 0,0-1-1,0 1 1,0-1 0,-1 1 0,3-1 0,3 0-19,0 0-1,1-1 1,-1 1-1,1-1 1,-1-1-1,0 0 1,9-3-1,-3 2-11,19-8-51,-1 0 0,-1-2 0,50-29 0,73-59-122,-143 94 183,41-34 26,-42 32 101,1 1 0,0 0 1,0 1-1,1 0 0,0 0 0,1 1 1,18-8-1,-28 14-73,0 0-1,1 0 1,-1-1 0,1 1 0,-1 1 0,0-1 0,1 0 0,-1 0-1,0 0 1,1 1 0,-1-1 0,0 1 0,1-1 0,-1 1-1,0-1 1,0 1 0,0 0 0,1 0 0,-1 0 0,0-1 0,0 1-1,0 0 1,0 0 0,-1 0 0,1 1 0,0-1 0,0 0-1,0 1 1,19 38 327,-17-32-287,9 19 118,7 19-97,33 54-1,-43-85-481,0-2-1,1 1 0,1-1 0,0-1 1,0 0-1,2 0 0,22 16 1,-9-12-1370,1 0 0,29 11 1,18 5-8901,-73-32 10557,14 7-9484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6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 65 10657,'-8'-27'2244,"8"27"-2121,1-1 0,-1 1 0,0-1 0,0 0 0,0 1 0,0-1 0,0 1 0,1-1 0,-1 1 0,0-1 0,0 1 0,1-1 0,-1 1 0,0-1 0,1 1 0,-1-1 0,1 1 0,-1 0 0,0-1 0,1 1 0,-1 0 0,1-1 0,-1 1 0,1 0 0,-1 0 0,1-1 0,0 1 0,-1 0 0,1 0 0,-1 0 0,1 0 0,0-1 0,14-2 1424,-14 3-1415,-1 0 0,1 0 1,0-1-1,0 1 0,-1 0 0,1-1 0,0 1 0,-1-1 1,1 1-1,0 0 0,-1-1 0,1 0 0,-1 1 0,1-1 1,0 1-1,-1-1 0,0 0 0,1 1 0,0-2 0,-1 1-38,1 1-1,-1-1 0,1 0 1,-1 0-1,1 1 0,-1-1 1,1 1-1,0-1 0,-1 0 1,1 1-1,0-1 0,-1 1 1,1-1-1,0 1 0,0 0 0,0-1 1,-1 1-1,1 0 0,1-1 1,2 1 2,-1-1 1,1 1 0,-1 0-1,0 0 1,1 0 0,-1 1-1,1-1 1,-1 1 0,0 0-1,0 0 1,1 0 0,-1 0-1,0 1 1,0-1 0,0 1-1,0 0 1,0 0 0,-1 0-1,1 0 1,0 0-1,-1 1 1,0-1 0,1 1-1,-1-1 1,0 1 0,0 0-1,-1 0 1,4 6 0,-2-2-54,0 0-1,0 0 1,-1 1 0,0-1 0,0 1 0,-1-1-1,0 1 1,0 0 0,0-1 0,-1 1 0,-1 0-1,1 0 1,-1-1 0,0 1 0,-3 8 0,-4 11 36,0 0 0,-23 48 0,13-38 8,11-25-78,1 0-1,1 0 0,-8 26 1,12-33-32,0 1-1,1 0 1,-1-1 0,1 1 0,0-1 0,1 1 0,-1 0-1,1-1 1,0 1 0,0-1 0,1 0 0,0 1 0,3 5-1,12 20-96,-14-27 76,-1 0 0,1 0 0,-1 1 0,0-1 0,0 0 0,0 1 0,-1 0 0,2 8 0,-3-11 41,0 1 1,0-1 0,-1 0-1,1 0 1,-1 1 0,0-1-1,0 0 1,0 0 0,0 0-1,0 0 1,0 0-1,0 0 1,-1 0 0,1 0-1,-1 0 1,1-1 0,-1 1-1,0-1 1,0 1 0,1-1-1,-1 0 1,0 1-1,-4 1 1,-11 6 58,-1 0 0,1-1 0,-2-1 1,1-1-1,-23 5 0,-104 17 147,75-16-428,-9-2-536,-28 6-2131,93-12-642,0 0-1,-23 9 1,23-7-5506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680 230 6317,'141'-142'9845,"-95"98"-6299,-44 41-2975,0 1 1,0-1 0,0-1-1,0 1 1,0 0-1,-1 0 1,0 0-1,0-1 1,2-6 0,-2 5 1313,-5 25-151,-7 41-847,-4-1-1,-2-1 1,-25 58 0,22-64-710,-143 328-160,-26-12-18,-11 23-112,125-228-1821,-23 45-6615,68-142 1310,8-4-4725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8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44 5344,'47'-43'18074,"-53"43"-17778,1 1 0,-1 0 0,0 1 0,1 0 0,-1-1 0,1 2 1,0-1-1,-1 1 0,1-1 0,0 1 0,0 1 0,1-1 0,-1 1 0,1 0 0,0 0 0,0 0 0,0 0 0,0 1 0,1 0 0,-3 5 0,0-1-48,0 1 0,1-1-1,0 1 1,0 0 0,1 1-1,1-1 1,0 1 0,0 0 0,-2 20-1,6-22-217,-1-1 0,1 1-1,0-1 1,1 1 0,0-1-1,0 0 1,1 0 0,0 0-1,0 0 1,1 0 0,0-1-1,0 0 1,1 0 0,0 0-1,0 0 1,1-1 0,0 1-1,0-1 1,0-1 0,1 1-1,-1-1 1,1 0 0,11 4-1,-5-1-120,1-1-1,0 0 1,0-2-1,1 1 1,0-2-1,0 0 1,0-1-1,0 0 0,1-1 1,-1-1-1,1 0 1,16-2-1,-19-1 45,0 0 0,0 0-1,0-2 1,0 1 0,-1-2-1,0 1 1,0-2 0,0 0-1,0 0 1,-1-1 0,0 0 0,0-1-1,-1 0 1,0-1 0,-1 0-1,0 0 1,0-1 0,-1-1-1,0 1 1,-1-1 0,7-13-1,41-87 425,-53 108-127,-2 9-56,-3 26 35,-2-1 0,0 1 0,-21 59 1,17-57-112,-162 491 200,125-403-975,-96 177-1,130-278 278,0-1-1,-2 0 0,0-1 0,-1-1 1,-18 17-1,23-25 104,-1-1 0,-1 0 0,1-1 0,-2 0 0,1-1-1,-1 0 1,0-1 0,0 0 0,-16 4 0,27-9 241,-1-1 0,1 1 0,0-1 0,-1 1 0,1-1 0,0 0 0,-1 0 0,1 0 0,0 0 0,-1 0 1,1-1-1,0 1 0,-1 0 0,1-1 0,0 0 0,0 0 0,0 0 0,-1 0 0,1 0 0,0 0 0,0 0 0,1-1 0,-1 1 0,0-1 0,0 1 0,1-1 0,-1 0 0,0 1 0,1-1 0,0 0 0,-1 0 0,1 0 0,0 0 0,0-1 0,0 1 0,0-3 1,-2-4-32,1 0 0,0 0 0,0 0 0,1-1 1,0 1-1,0-1 0,2-15 0,3 1-20,0 0 0,2 1-1,0-1 1,1 1-1,2 0 1,18-35 0,84-125-604,-66 121-185,2 3 1,3 1-1,81-72 1,84-41-7624,-123 109 254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0 374 12057,'2'-6'274,"1"1"-1,-1 0 1,1 0-1,-1 0 0,1 0 1,1 1-1,-1-1 1,1 1-1,-1 0 1,9-7-1,-5 6 95,1 0 1,-1 1-1,1-1 0,0 2 0,0-1 0,17-4 0,32-9 4,-1-3 0,59-30 0,-109 47-365,1-1-1,-1 0 1,1-1-1,-1 1 1,-1-1-1,1-1 1,-1 1-1,0-1 1,0 1-1,0-1 1,4-9-1,-7 12 63,0-1 0,-1 1 0,1 0 1,-1-1-1,0 0 0,0 1 0,0-1 0,-1 0 0,1 1 0,-1-1 0,0 0 1,0 1-1,0-1 0,0 0 0,-1 0 0,0 1 0,0-1 0,0 0 1,0 1-1,0-1 0,-1 1 0,1 0 0,-4-6 0,2 6 60,1 0 0,-1 0 1,1 0-1,-1 1 0,0 0 0,0-1 0,0 1 0,0 0 0,0 1 0,-1-1 0,1 0 0,-1 1 0,1 0 1,-1 0-1,1 0 0,-1 0 0,0 0 0,1 1 0,-1 0 0,0-1 0,1 2 0,-1-1 0,0 0 1,-6 2-1,-4 0 286,1 2 0,0-1 1,-1 1-1,-19 10 1,24-9-235,0 0 0,1 0 0,-1 0 0,1 1 0,0 1 0,1-1 0,0 1 0,0 0 0,0 1 0,1 0 0,0 0 0,1 0 0,-1 1 0,2 0 0,-5 9 0,4-4-20,0 1 0,0-1 0,2 1 0,0 0 0,1 0 0,0 0 0,1 0 0,2 27 0,0-30-133,1 0-1,1 0 1,0 0 0,0-1 0,1 1-1,1-1 1,0 0 0,0 0 0,1 0-1,1-1 1,0 0 0,0 0 0,1-1 0,0 0-1,0 0 1,1-1 0,0 0 0,1 0-1,0-1 1,0 0 0,1-1 0,12 6-1,-8-5-107,1 0 0,0-1 0,0-1-1,0 0 1,0-1 0,1-1-1,0-1 1,0 0 0,-1-1-1,1-1 1,0 0 0,0-2 0,0 1-1,-1-2 1,27-7 0,-33 6 52,1 0 0,0-1 1,-1 0-1,0-1 0,0 0 1,0 0-1,-1-1 0,0 0 1,0-1-1,-1 0 1,0 0-1,-1-1 0,1 0 1,-2-1-1,1 1 0,-1-1 1,-1 0-1,6-13 0,58-157 253,0 4 534,-67 171-719,0 0 1,1 0-1,0 0 0,0 1 1,6-7-1,-9 10-35,1 0 1,-1 1-1,1-1 0,0 1 0,-1 0 1,1-1-1,0 1 0,-1-1 1,1 1-1,0 0 0,0 0 0,-1-1 1,1 1-1,0 0 0,0 0 0,0 0 1,-1 0-1,1 0 0,0 0 1,0 0-1,0 0 0,-1 0 0,1 0 1,0 0-1,0 1 0,-1-1 1,1 0-1,0 1 0,0-1 0,-1 0 1,1 1-1,0-1 0,-1 1 0,1-1 1,-1 1-1,1-1 0,0 1 1,-1-1-1,1 2 0,4 4 28,0 1 0,0-1 0,-1 1 0,0 1 0,-1-1 0,1 1 0,-1-1 0,-1 1 0,1 0 0,-1 0 0,-1 0 0,2 12 0,0 15 111,-2 55-1,-4-55-91,-1 0-1,-2 0 1,-1-1-1,-2 0 1,-1 0 0,-2-1-1,-1 0 1,-2-1-1,-1 0 1,-22 32 0,21-40-94,-2-1 0,0 0 1,-1-1-1,-2-2 0,0 0 1,-1-1-1,0-1 0,-30 16 1,22-16-517,0-1-1,-2-2 1,0-1 0,-1-2 0,0-1 0,-48 9 0,45-16-1060,1-1 1,0-2 0,-1-1-1,-42-7 1,32-2-4589,13-4-3929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0:5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2026 86 11741,'-69'-76'6327,"66"75"-5953,0-1-1,0 1 0,1 0 0,-2 0 1,1 0-1,0 0 0,0 1 0,0-1 1,0 1-1,0 0 0,0 0 1,-1 0-1,-3 0 0,3 2-132,1 1 0,-1-1 0,1 1-1,0-1 1,0 1 0,0 0 0,0 0-1,0 0 1,1 1 0,-1-1 0,1 1 0,-3 5-1,0 2 134,1-1 0,0 1-1,1 0 1,0 1-1,0-1 1,1 0-1,1 1 1,-1 13 0,6 100 1426,-3-103-1532,26 238 447,0 1-518,-19-121-197,-13 179 0,-1-254 0,-3 1 0,-2-2 0,-4 1 0,-43 120 0,29-120-368,-3-1 1,-3-1-1,-2-2 0,-3-2 0,-3-1 1,-2-2-1,-2-3 0,-3-1 0,-1-3 1,-66 47-1,44-42-327,-2-3 0,-3-4 0,-1-3-1,-2-3 1,-2-4 0,-2-4 0,-135 34 0,-94-5-7656,281-56 6735,-125 23-8594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431 425 5825,'0'-3'1112,"-1"0"-934,-1 0 0,1 0 0,-1 0 1,1 0-1,-1 0 0,0 0 1,0 1-1,0-1 0,0 0 0,-1 1 1,1 0-1,-1-1 0,1 1 0,-1 0 1,0 0-1,0 1 0,0-1 0,0 0 1,0 1-1,-6-2 0,-7-2 56,0 0 1,0 1-1,-1 1 0,1 0 0,-1 1 0,0 1 0,1 1 1,-24 2-1,5 1 690,1 2 0,-66 18 1,97-22-575,-27 4 562,26-2-484,19-2-277,331 2 70,147 0-325,1146-29-276,931 22 192,2 58-957,-1799-36 718,3254 3 2076,-1438-72-973,-1905 35-615,845-26-113,-423 9-387,589-29 63,151-125 1223,-1278 126-740,-387 53-225,208 20 0,646 95-828,-663-65 756,-18-22 243,-129-11-89,-93-6 164,19 1 191,47 1 1337,-95-16-1116,245 17-117,-19-9-391,-235-1 26,-48 2-621,60-11-1,-101 12-730,-7-3-889,-12-16-2460,-18-8-2779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15 13869,'-9'-4'1072,"-8"-6"13047,11 30-10720,0 5-3340,2-1 0,1 1 0,0-1 0,2 1 0,2 28 0,-1 17-105,-3 76 46,-10 193 0,9-275-603,1-18-1180,-1 0-1,-14 55 1,16-90 524,0 0 1,0 1 0,0 12-1,4 14-5103,4 1-6072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3 14717,'0'0'6402,"3"-1"-4668,2 0-1468,0 0 0,1 1-1,-1 0 1,0 0 0,1 0 0,-1 1-1,0 0 1,0 0 0,0 0-1,0 1 1,0-1 0,0 1-1,9 5 1,12 7 304,30 20-1,-35-20-254,8 4-38,-1 2 0,0 1 0,-2 2 0,37 39 0,-53-52-229,-1 1 0,0 0 0,-1 1-1,-1 0 1,1 0 0,-2 1 0,0 0-1,0 0 1,-1 0 0,-1 0 0,0 1-1,-1 0 1,2 26 0,-5-31-29,0 0 1,-1 0-1,0 0 0,-1 0 1,0 0-1,0 0 1,-1 0-1,0-1 1,-8 16-1,3-11 4,0 0-1,-1 0 1,-1-1-1,0 0 1,-14 14 0,-3-2 0,-2-1 0,-1-1 0,0-2 0,-39 20 0,-244 103-1551,98-68-4060,151-51 1693,28-8-1983,16-5-4775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13293,'3'-13'557,"-1"3"799,0 0 0,1 1 0,0-1 0,1 1 1,6-11-1,-9 18 383,2 0-268,0-1-1306,0 1-1,1 0 1,0 0-1,-1 0 1,1 0-1,0 1 1,0-1-1,0 1 1,0 0 0,0 0-1,0 0 1,0 1-1,0 0 1,0 0-1,0 0 1,0 0-1,1 0 1,-1 1-1,0 0 1,0-1 0,0 2-1,0-1 1,0 0-1,-1 1 1,6 2-1,4 2-49,-1 0 0,0 1 0,0 1 0,0 0 0,-1 0 0,0 1 0,0 1-1,-1 0 1,0 0 0,11 16 0,-15-17-68,0 1-1,0-1 1,-1 1-1,-1 0 1,0 0-1,0 0 1,-1 1 0,0-1-1,-1 1 1,0 0-1,-1-1 1,0 1-1,0 0 1,-2 17 0,-2-10-30,1-1 1,-2 0-1,0 0 1,-2-1-1,1 1 1,-2-1 0,-15 28-1,4-16-40,-1 0 0,-1-1 0,-28 27 0,-94 104-348,142-158 360,0 0 0,0 0 0,0 0-1,1 0 1,-1 0 0,0 0 0,0 0 0,0 0 0,0 0 0,0 0 0,0 0 0,0 0 0,0 0 0,0 1-1,0-1 1,0 0 0,0 0 0,0 0 0,0 0 0,0 0 0,0 0 0,0 0 0,0 0 0,0 0-1,0 0 1,0 1 0,19-13-144,29-22-106,165-136-332,19-15 646,-225 180 37,0 1-1,0 0 0,0 0 0,0 0 0,0 1 1,1 0-1,13-4 0,-19 7-25,1-1-1,0 1 1,-1 0 0,1 0 0,0 0-1,-1 0 1,1 0 0,0 0-1,-1 1 1,1-1 0,0 1 0,-1 0-1,1 0 1,-1 0 0,0 0-1,1 0 1,-1 1 0,0-1 0,0 1-1,1-1 1,-1 1 0,0 0-1,-1 0 1,1 0 0,0 0 0,0 0-1,0 3 1,2 2-24,0 0-1,-1 0 1,0 0-1,0 1 1,-1 0-1,0-1 1,2 11 0,4 60 49,-6-52-85,2 21-9,2 0 1,2 0-1,17 56 0,-19-86-70,0 0 1,1-1-1,0 0 0,2 0 0,-1-1 0,2 0 0,0-1 1,1 1-1,1-2 0,0 0 0,27 23 0,-19-21-1873,1-2 0,34 18 0,18-2-7466,-6-11-4194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26 9137,'32'-17'12535,"-10"8"-8603,-15 10 3146,-4 11-7065,0 0 0,-1 1-1,0-1 1,-1 0-1,-1 1 1,0-1 0,-2 22-1,-23 90-17,6-40-6,-9 46-6490,8-38-2763,7-31-4754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260 120 5933,'-2'-3'398,"1"0"0,0-1 0,-1 1 1,1-1-1,0 1 0,1-1 0,-1 0 1,1 1-1,-1-1 0,1 0 1,0 0-1,0 1 0,1-1 0,-1 0 1,1 1-1,0-1 0,0 0 1,0 1-1,1-1 0,-1 1 0,4-7 3136,1-22 400,-5 29-2619,-11 20 1529,6-9-2433,1-1 1,0 1-1,0 0 1,1 0-1,0 0 0,0 0 1,0 12-1,-3 10 305,-88 311 1342,28-110-1279,50-174-776,-1-3-197,2 0 0,3 1 0,-8 110 0,19-157-169,0 0 1,0 0 0,1 0 0,0 0-1,1 0 1,0-1 0,0 1 0,1-1-1,0 1 1,0-1 0,1 0 0,-1 0 0,2 0-1,5 8 1,-2-7-898,0 0 1,0-1-1,1 1 0,0-2 1,0 1-1,1-1 0,0-1 1,0 0-1,17 7 0,31 8-9719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775 1 12145,'0'0'132,"0"0"1,0-1-1,0 1 0,-1 0 1,1 0-1,0 0 0,0 0 1,-1 0-1,1 0 0,0 0 0,0 0 1,-1 1-1,1-1 0,0 0 1,0 0-1,0 0 0,-1 0 1,1 0-1,0 0 0,0 0 0,0 0 1,-1 1-1,1-1 0,0 0 1,0 0-1,0 0 0,0 0 1,-1 1-1,1-1 0,0 0 0,0 0 1,0 0-1,0 1 0,0-1 1,0 0-1,0 0 0,0 0 1,0 1-1,0-1 0,0 0 1,-1 0-1,1 1 0,0-1 0,1 0 1,-1 0-1,0 1 0,0-1 1,0 0-1,0 1 0,5 20 2340,17 28-838,-20-45-1085,102 196 3814,54 118-1648,-136-264-2488,-2 0 1,-2 1-1,-3 1 1,9 66-1,-19-83-237,-2 1 0,-1 0-1,-2 0 1,-2 0-1,-2-1 1,-1 1 0,-2-1-1,-2 0 1,-1-1 0,-2 0-1,-2 0 1,-1-1 0,-2-1-1,-1-1 1,-2 0 0,-27 34-1,7-19-759,-2-2 0,-3-2 0,-1-2 0,-2-2 0,-2-2 0,-66 40 0,-112 48-4258,-9-21-3424,101-51-1148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5993,'0'0'132,"0"1"1,0-1 0,0 1-1,0-1 1,0 1 0,0-1 0,0 1-1,0-1 1,1 1 0,-1-1-1,0 1 1,0-1 0,0 1 0,0-1-1,1 0 1,-1 1 0,0-1-1,0 1 1,1-1 0,-1 0 0,0 1-1,1-1 1,-1 1 0,1-1-1,-1 0 1,0 0 0,1 1 0,-1-1-1,1 0 1,0 1 0,2-16 4962,-1 2 1123,4-6-2351,-5 18-3816,-1 1 0,0-1 0,0 0 0,1 0 0,-1 1 0,0-1 1,1 0-1,-1 1 0,0-1 0,1 1 0,-1-1 0,1 0 0,-1 1 0,1-1 0,-1 1 0,1 0 0,-1-1 0,1 1 1,0-1-1,-1 1 0,1 0 0,0-1 0,-1 1 0,1 0 0,0 0 0,0-1 0,-1 1 0,1 0 0,0 0 0,1 0 1,0 0 164,0 1 0,1 0 0,-1-1 1,0 1-1,0 0 0,0 0 0,0 0 1,0 0-1,0 0 0,2 3 1,7 4 942,-1 2 1,15 15-1,-23-22-1120,8 10-39,0 1 0,-1 0 0,-1 1 0,0 0 0,-1 0 0,0 1 0,-2 0 0,0 0 0,0 0 0,-2 1 0,0-1 0,-1 1 0,0 0 0,-1 0 0,-1-1 0,-5 33 0,1-24-369,-10 41-3606,11-53 2149,-1-1 0,0 1 0,-1-1 0,0 0 0,-13 20 0,-3 0-12657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7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9077,'0'0'11237,"-2"0"-9034,-1 1-1862,1 0-1,0 0 0,-1 0 0,1 0 0,0 0 1,0 1-1,0-1 0,0 1 0,0-1 1,0 1-1,0 0 0,1 0 0,-1 0 0,1 0 1,-1 0-1,-2 4 0,2 2 376,-1 0 0,1 0 0,0 0 0,-1 11 0,2-11-487,-12 84 217,8-45-376,-2-1 1,-25 85-1,13-79-118,7-23-336,2 2-1,0-1 0,-5 40 1,14-66-306,0-1 0,0 1 1,0 0-1,0 0 0,-1-1 0,1 1 0,-1 0 1,0-1-1,-4 5 0,0 2-2136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8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562 31 13569,'2'-3'325,"-1"1"-1,1 0 0,-1 0 1,1 0-1,0 0 0,0 0 0,0 0 1,0 1-1,0-1 0,1 1 1,-1-1-1,0 1 0,1 0 1,-1 0-1,1 0 0,-1 0 1,1 0-1,-1 1 0,1-1 1,0 1-1,-1 0 0,1-1 1,0 1-1,0 0 0,-1 1 0,1-1 1,2 1-1,4 0 116,0 1-1,0 0 1,0 1-1,0 0 1,-1 0-1,1 1 1,-1 0-1,12 8 1,1 3 424,36 31-1,-48-38-735,-1 0 1,0 1-1,0 0 0,-1 0 0,0 0 0,0 1 1,-1 0-1,-1 0 0,0 1 0,5 12 0,-9-17-90,1 0 1,-1 1-1,0-1 0,0 0 0,0 1 1,-1 0-1,0-1 0,-1 1 0,1-1 1,-1 0-1,-1 1 0,1-1 0,-1 0 1,0 1-1,0-1 0,-1 0 0,0 0 1,0-1-1,-7 11 0,-3 1 2,-1-1-1,0-1 0,-1-1 1,-1 0-1,0-1 1,-1 0-1,-26 14 0,-138 63-1134,166-83 895,-203 79-3513,101-43-514,5 4-3986,49-18-2178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9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81 10677,'3'-18'4049,"1"0"0,8-26 3666,-31 79-2629,11-10-4703,1-1-181,-1 0 0,-1 0 0,-15 28 0,-157 272-202,164-293 0,1 0 0,2 1 0,1 1 0,1 0 0,2 1 0,1 0 0,-6 51 0,14-71 0,0 1 0,1-1 0,0 1 0,1-1 0,1 1 0,0-1 0,1 0 0,0 0 0,1 0 0,1 0 0,0-1 0,1 0 0,1 0 0,0 0 0,0-1 0,1 0 0,1 0 0,0-1 0,1 0 0,19 17 0,-10-13-792,2 0 0,-1-2 0,2 0 0,0-1 0,0-2 0,1 0 1,1-1-1,30 7 0,-11-7-2127,1-1 0,0-2 0,82 1 0,-36-9-8061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0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20 12941,'-26'-13'2868,"19"10"348,-2-1 4023,10 9-5893,4 26-21,2 1 0,17 48 0,8 36-469,-29-102-812,-1 1 1,-1 0 0,0 0 0,-1 0-1,-1 0 1,-2 18 0,-1-17-99,0-1 0,0 0 0,-2 0 0,0-1 1,0 0-1,-1 0 0,-1 0 0,-1-1 0,-16 20 0,-6 3-334,-64 56 0,92-89 220,25-4-439,-10-2 530,0 0 0,0-1 0,0-1 1,0 1-1,15-10 0,60-40-283,-54 33 264,80-52-121,85-52 690,-196 124-445,1-1 0,-1 1 0,1 0 0,-1 0 0,1 0 0,0 0 0,-1 0-1,1 0 1,0 1 0,0-1 0,-1 1 0,1 0 0,0 0 0,0 0 0,0 0 0,5 1-1,-6 0 17,0 0 0,-1 0 0,1 0-1,0 0 1,-1 0 0,1 0 0,-1 1-1,1-1 1,-1 1 0,1-1 0,-1 1-1,0-1 1,0 1 0,0 0-1,0-1 1,0 1 0,0 0 0,1 2-1,1 9 191,0 0-1,0 0 1,-1 1-1,-1-1 1,0 22 0,-1-19-177,1 19-106,2 0-1,1 0 1,12 50 0,-14-76-14,1 0 0,0 0 0,0 0 0,1 0 0,1 0 0,-1-1 0,1 0 0,1 0 0,-1 0 0,1 0 0,1-1 0,-1 0 0,1 0 0,1-1 0,-1 0 0,1 0 0,14 7 0,17 2-2874,-23-11 41,0-1 1,0 0-1,0-1 1,18-1-1,9-2-8141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16546,'0'0'5689,"5"0"-3370,17 0-1225,0 1 1,0 2 0,0 0 0,0 1 0,32 11 0,-44-12-1008,0 1 0,0 0 0,-1 1 0,0-1 0,0 2 0,0-1 0,-1 1 0,1 1 0,-1 0 0,-1 0 0,0 0 0,0 1 0,12 16 0,-18-21-94,1 0-1,-1 0 1,0 0 0,0 0-1,-1 0 1,1 1 0,0-1-1,-1 0 1,0 0 0,0 1-1,0-1 1,0 0 0,-2 6-1,-10 35-91,12-43 97,-13 24-37,0 0-1,-1-1 1,-2 0-1,0-1 1,-2-1 0,-21 22-1,3-3-4,34-39 41,1-1 0,0 1 0,-1-1 0,1 1 0,0 0 0,0 0 0,-1-1 0,2 1 0,-1 0 0,0 0 0,0 0 0,0 0 0,1 0 0,-1 0 0,1 0 0,0 0 0,0 0 0,0 0 1,0 1-1,0 1 0,1-2-21,-1-1 0,1 1 0,0-1-1,0 0 1,0 1 0,0-1 0,0 0 0,0 0 0,0 0 0,1 0 0,-1 0 0,0 0 0,1 0 0,-1 0 0,1 0 0,-1-1 0,1 1 0,-1 0 0,4 0 0,9 2-288,0-1-1,0 0 0,0 0 1,22-2-1,-24 0 11,32 0-1379,0-3 0,51-8 0,25-11-4823,-77 13 2458,31-5-6786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0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953 9 13853,'-4'-2'633,"0"1"0,0-1 1,0 1-1,0 0 0,0 1 0,0-1 0,0 1 0,-1 0 0,1 0 0,0 0 1,-8 2-1,11-2-454,0 1 1,0-1 0,1 1 0,-1 0-1,0-1 1,0 1 0,1 0 0,-1 0-1,0-1 1,1 1 0,-1 0 0,1 0-1,-1 0 1,1 0 0,-1 0 0,1 0-1,0 0 1,-1 0 0,1 2 0,-1-1 345,-4 12 114,1 0 0,1 0 1,0 0-1,1 1 0,0-1 0,1 1 0,0-1 1,2 1-1,1 15 0,5 35-290,17 74 1,5 27-245,-20-78-105,-3 0 0,-7 120 0,-2-175 0,-1 0 0,-1 0 0,-2 0 0,-2-1 0,0 0 0,-3-1 0,0 0 0,-2-1 0,-27 45 0,12-35-768,-1-2-1,-2-1 1,-1-2 0,-2 0 0,-1-3-1,-2-1 1,-1-2 0,-1-1 0,-2-2-1,0-3 1,-2-1 0,-85 31-1,3-12-6653,-1-1-4951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61 11233,'21'-34'2653,"-20"32"-1818,1 0 0,0 0 0,0 0-1,0 0 1,1 0 0,-1 0 0,0 1 0,1-1 0,-1 1 0,1-1 0,0 1 0,-1 0 0,1 0 0,0 0 0,0 0 0,0 1 0,-1-1 0,1 1 0,3 0 0,-9 17 1220,-15 45-1899,4-18-185,-33 180 29,22-135 0,-30 126 0,0 0 0,24-101 0,-67 341-267,97-452 284,-9 76-4554,9-65 660,0 1 0,2 22 0,5-14-9488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28 14357,'0'-1'173,"0"0"0,1-1 0,-1 1 0,1 0 0,-1-1-1,1 1 1,-1 0 0,1-1 0,0 1 0,-1 0 0,1 0-1,0 0 1,0 0 0,0 0 0,0 0 0,0 0 0,0 0-1,0 0 1,0 0 0,0 1 0,1-1 0,-1 0 0,0 1 0,0-1-1,1 1 1,-1-1 0,0 1 0,1 0 0,-1 0 0,1-1-1,-1 1 1,0 0 0,1 0 0,-1 0 0,0 0 0,1 1-1,-1-1 1,1 0 0,-1 1 0,0-1 0,1 1 0,-1-1 0,0 1-1,0-1 1,2 2 0,5 2 330,-1 1 0,0 0 0,0-1 0,-1 2 0,1-1 0,9 13 0,30 35 656,-3 1 1,52 87-1,-84-121-1072,0-1 0,-1 1 0,-2 1 0,0 0 1,-1 0-1,-1 1 0,-1-1 0,-1 1 0,-1 0 0,-1 1 1,-1 41-1,-2-50-64,-2 0 0,1 0 1,-2-1-1,0 1 0,0-1 1,-1 0-1,-1 0 0,-14 22 0,8-17 26,0-1-1,-2-1 0,0 0 1,0-1-1,-23 18 0,-4-3-381,-1-1 0,-2-2 0,-1-2 0,-50 20 0,-60 19-3505,102-46-81,2-4-3547,31-10-3514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26 14829,'-48'-17'5845,"32"14"-3413,4-3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1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0 10849,'0'0'5218,"-2"1"-3677,-8 7-959,0 1-1,1-1 1,1 1-1,0 1 1,0 0 0,0 0-1,2 0 1,-1 1-1,1 0 1,1 0-1,0 1 1,0 0-1,1-1 1,-3 18-1,-3 17 59,2 1-1,-3 68 1,2 91-131,11-156-802,-1-37-67,0-1 0,-1 0 0,-1 1 1,0-1-1,-4 21 0,4-30-658,-18-5-2438,18 1 3079,0 1 0,-1 0 0,1 0 0,-1-1 0,1 1 0,0 0 0,-1-1 0,1 0 0,0 1 0,-1-1 0,1 0 0,0 1 0,0-1 0,0 0 0,0 0 0,0 0 0,0 0 0,0 0 0,0 0 0,0 0 0,0-1 0,1 1 0,-2-2 0,-8-15-9424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5 7989,'16'-4'7497,"-31"23"4066,4-8-9304,2 0-4713,-29 46 2998,3 0 0,2 3 0,3 0 0,3 2 0,-29 97 0,46-124-323,2 0-1,2 1 1,1 0 0,2 0 0,1 1-1,2-1 1,1 0 0,2 0 0,2 1-1,1-2 1,21 66 0,-14-61-436,3-1 0,1-1 1,1 0-1,3-2 0,0 0 0,3-2 0,0 0 1,3-1-1,0-2 0,2-1 0,2-1 0,0-2 0,2-1 1,1-1-1,58 32 0,68 15-5294,-50-37-3052,-24-15-3715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2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156 173 8657,'-1'-1'294,"0"0"0,0 0 1,0-1-1,0 1 0,0-1 0,0 1 1,1-1-1,-1 1 0,0-1 0,1 0 1,-1 1-1,1-1 0,0 0 0,-1 1 1,1-1-1,0 0 0,0 0 0,0 1 1,0-1-1,1 0 0,-1 1 1,0-1-1,1 0 0,-1 1 0,1-1 1,-1 1-1,1-1 0,2-2 0,4-21 2539,-4 16-2206,0 0 0,0 0 0,0 0 0,1 1 0,1-1 0,-1 1 0,1 0 0,1 1-1,7-10 1,-11 16-548,0 0 0,0 0-1,-1 1 1,1-1 0,0 0-1,0 1 1,0-1 0,-1 1-1,1 0 1,0 0 0,0 0-1,0 0 1,0 0 0,0 0 0,0 0-1,3 2 1,-3 0-20,1 1 0,-1 0 0,0 1 0,0-1 0,0 0 0,0 1 0,-1-1 0,1 1 0,-1 0 0,1 4 0,0-4-1,2 13 23,0 1 0,-1-1-1,-1 1 1,0-1 0,-2 1 0,0 0 0,0-1 0,-2 1 0,0 0 0,-1-1 0,-1 0 0,-7 18 0,-10 26 67,-56 110 0,57-135-109,-35 49 0,31-51-64,-28 53 1,45-74 22,5-5-11,23-16-1,-21 8 14,46-24-77,-1-1 0,-1-3 0,74-62 0,-43 31 21,-9 9-12,90-64 326,-152 111-145,-1 1-1,1 0 0,0-1 1,0 2-1,0-1 0,1 0 0,4 0 1,-8 1-77,0 1-1,0 0 1,0 0 0,0 0 0,0 0 0,0 1 0,0-1 0,0 0 0,0 0-1,0 0 1,0 1 0,0-1 0,0 1 0,0-1 0,0 0 0,-1 1 0,1 0-1,0-1 1,0 1 0,0-1 0,-1 1 0,1 0 0,0 0 0,-1-1 0,1 1 0,-1 0-1,1 0 1,-1 0 0,1 0 0,-1 0 0,1 0 0,-1 0 0,1 1 0,6 25 202,0 0 0,3 37 1,-6-35-99,1 0 1,14 43 0,-12-53-598,2-1 1,0 0-1,0 0 0,2-1 0,0 0 1,1-1-1,1 0 0,1-1 0,0-1 1,0 0-1,30 21 0,-25-22-489,0-1-1,1-1 1,0-1-1,1 0 1,0-2-1,1 0 1,0-2-1,0 0 1,0-1-1,39 3 1,41-5-12945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12 12293,'3'15'2252,"-2"-30"210,-2 7-1530,1 5 1566,5 3-1636,5 2-731,0 0 0,0 1 0,-1 0 1,1 0-1,-1 1 0,0 1 1,0-1-1,0 1 0,-1 1 0,0 0 1,0 0-1,0 0 0,-1 1 1,1 0-1,-2 1 0,1 0 0,-1 0 1,0 0-1,-1 0 0,0 1 1,0 0-1,5 15 0,-9-19-104,1 0 0,-1-1 0,0 1 0,0 0 0,-1 0 0,1 0 0,-1 0 0,0 0 0,0 0 0,-2 7 0,-14 49 71,11-46-63,-9 28 15,-3-1 0,-23 43 0,33-73-61,0-2 0,-2 1 0,1-1 0,-1-1 0,-1 1 0,-19 14 0,22-19-59,1-1 0,-1 1 0,0-1 0,0-1 0,0 1-1,-1-1 1,1-1 0,-1 1 0,0-2 0,-13 3 0,1 0-156,-53 12-1118,-55 12-2402,45-3-3324,37-6-1610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1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1467 1 12197,'-23'12'1689,"7"-4"-274,1 0 0,-15 12 0,25-16-1022,0 0 0,0 0 1,1 1-1,0-1 1,0 1-1,0 0 1,1 0-1,-1 0 1,-4 10-1,1 4 312,0 0 0,2 0 0,0 0-1,1 1 1,1 0 0,-1 28 0,8 124 1738,-1-119-1838,5 73-341,1 13 499,-13 207-1,1-303-668,-3 1-1,-2-1 0,-1 0 0,-2-1 0,-2 0 0,-2 0 0,-2-2 0,-2 0 0,-23 37 0,12-33-761,-3-1 0,-1-1 1,-2-2-1,-2-2 0,-1-1 0,-2-2 1,-1-2-1,-2-2 0,-62 33 0,17-17-1627,-2-5 0,-2-4 0,-1-4 0,-106 24-1,32-15-9333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5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1532 2964,'-3'0'531,"-58"13"-1393,59-12 965,1 1 0,-1-1 0,1 0-1,-1 0 1,1 1 0,-1-1 0,1 1 0,0-1 0,0 1 0,-1 0 0,1 0-1,0-1 1,1 1 0,-1 0 0,0 0 0,1 0 0,-1 0 0,1 0 0,-1 3-1,-3 5 262,-1 0 0,0 0 1,0 0-1,-1 0 0,0-1 0,-9 10 0,3 1 550,12-19-748,0 1 0,0-1-1,0 0 1,1 0 0,-1 0 0,1 0 0,-1 0-1,1 0 1,-1 0 0,1 0 0,-1 0 0,1 0-1,0 0 1,0-1 0,-1 1 0,1 0-1,0 0 1,3 2 1764,1-3-1085,41-1 2104,63-11 0,50-17-752,-116 21-1949,489-62 1447,-376 54-1391,62-5-28,509-49 23,-195 22-372,428-105 93,-570 63-114,-79 17 109,-57 12-9,-199 48-26,479-100 113,-406 89-108,584-86-134,-597 97 145,84-5-2,39 0 8,-37 2 13,101-11-27,-192 16 109,268-50-140,-280 42 31,46-10 24,116-18-57,-212 40 46,221-23-31,-157 20 38,62-4 16,-2 0-58,-81 5 59,66-5-59,458-23 94,-149 26-96,84 16 44,-276-6 43,-84-1-35,555 11-54,-433-18 51,-76-11-1,-125 12-38,-65 3 15,53 1 0,93 2 55,-58-1-22,229-6-22,447-37-48,-757 42 56,230-8-47,-49 3 135,107-3 330,198-8-249,-253 8-88,-28-13-61,-176 14-47,153-24 5,-161 26-22,163-16 4,-13 17 12,291 27 0,-451-14 75,-1-3 1,1-3-1,-1-2 1,1-4-1,79-17 1,149-47 1536,-279 69-1551,1 0-1,0 1 1,0 0-1,0 1 1,18 2 0,105 13 275,-124-15-239,-1 0 0,1 0 0,0-1 0,-1-1 1,26-5-1,17-3 232,-23-1-301,-11 8-863,-19 2 587,1 1-1,0-1 1,-1 1 0,1 0-1,0 0 1,0 0-1,-1 0 1,1 0 0,3 1-1,-2 1-636,2-1 1361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90 11733,'0'-2'242,"0"0"0,0 0 0,-1-1 0,1 1 0,-1 0 0,0 0 0,1 0 0,-1 0 0,0 0 0,0 0 0,0 0-1,0 0 1,-1 0 0,1 1 0,-1-1 0,1 0 0,-1 1 0,-1-2 0,2 2-62,0 1-1,1-1 1,-1 1-1,0-1 1,1 0-1,-1 1 0,1-1 1,-1 1-1,1-1 1,-1 0-1,1 0 1,0 1-1,-1-1 1,1 0-1,0 0 1,-1 1-1,1-1 1,0 0-1,0 0 1,0 0-1,0 1 1,0-1-1,0-2 0,-5-13 4834,-5 0-2208,32 21-2021,-15-3-1166,11 3-762,-1 2 0,0 0-1,0 1 1,0 1 0,-1 1-1,-1 0 1,1 0 0,-2 2 0,17 15-1,-11 0-4462,-4 6-3216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7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61 10809,'-73'14'2268,"60"-8"-156,-6-9-123,3 0 6027,51 6-7728,25 3-740,-6-9-328,7 0-548,12-9-716,3-8-604,6 0-2789,7-5-4372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7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587 1 11789,'-3'3'204,"-3"3"278,0 0 0,-1-1 0,1 0 1,-1 0-1,0-1 0,0 1 0,-1-2 0,-12 6 0,15-7-163,1-1 0,0 1 0,-1 0 0,1 0 0,0 1-1,0-1 1,1 1 0,-1 0 0,0 0 0,1 0 0,0 1 0,0-1 0,0 1-1,0-1 1,0 1 0,1 0 0,-1 0 0,1 1 0,0-1 0,1 0 0,-1 1-1,1-1 1,0 1 0,0-1 0,0 1 0,0-1 0,1 1 0,0 0 0,1 9-1,1 7 167,0 1 0,2-1 0,1 1 0,0-1 0,9 21 0,22 60 536,3 4-438,-5 1 0,27 148 0,-57-224-616,-1 0 1,-1 0-1,-2 0 1,-1 1 0,-2-1-1,-1 0 1,-1 0 0,-2-1-1,-16 48 1,14-55-323,0-1 0,-2 0 0,-1-1 0,0-1 0,-2 0 0,0 0 0,-1-1-1,-1-1 1,-1-1 0,0 0 0,-1-1 0,-1-1 0,-22 13 0,-8 1-2326,-64 27-1,0-9-4490,9-11-3592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8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58 8553,'2'-2'435,"0"0"0,0-1 0,0 1 0,0 0 1,0-1-1,0 1 0,-1-1 0,1 1 0,-1-1 1,1 0-1,-1 0 0,0 0 0,0 0 0,4-18 14579,-6 21-14851,-1 0-1,0 1 1,1-1 0,-1 1-1,1 0 1,-1-1-1,1 1 1,-1 0-1,1 0 1,0 0-1,-1 0 1,1 0 0,0 0-1,0 0 1,-1 1-1,1-1 1,-1 2-1,-15 24-21,-6 29-131,2 1 0,2 1 1,-20 113-1,34-150-10,2 1 0,1 0 0,0 0 0,1 0 0,2-1 0,0 1 0,1 0 0,2 0 0,0-1 0,1 1 0,1-1 0,1-1 0,1 1 0,18 33 0,-21-46 0,0-1 0,1 0-1,-1 0 1,2 0 0,-1-1 0,1 0-1,0 0 1,0 0 0,0-1 0,1 0 0,0-1-1,10 5 1,-7-4 1,1-2 0,0 1 0,0-1-1,0-1 1,0 0 0,1-1 0,-1 0-1,15-2 1,-3-1-7,1-1 1,-1-1-1,0-2 0,0 0 0,-1-2 0,0 0 1,0-2-1,30-16 0,39-36 39,-21 13-18,-71 49-15,1-1 0,-1 1 0,1-1 0,-1 1 0,1-1 0,0 1 0,-1-1 0,1 1 0,0 0 0,-1-1 0,1 1 0,0 0 0,0 0 0,-1 0 0,1-1 0,0 1 0,0 0 0,-1 0 0,1 0 0,0 0 0,0 0 0,-1 0 0,1 1 0,0-1 0,0 0 0,-1 0 0,2 1 0,0 6 0,0-4 0,-1 1 0,1 0 0,-1 0 0,-1 0 0,1 0 0,0 0 0,-1 0 0,0 0 0,0 0 0,0 0 0,0 0 0,-1 0 0,1 0 0,-3 7 0,-1 25 0,3 1 0,2 44 0,-1-73 0,1 0 0,1 0 0,-1 0 0,1 0 0,1-1 0,-1 1 0,7 11 0,-8-17 0,1 1 0,0-1 0,0 1 0,-1-1 0,2 0 0,-1 0 0,0 0 0,0 0 0,1 0 0,-1 0 0,1-1 0,-1 1 0,1-1 0,0 0 0,-1 0 0,1 0 0,0 0 0,0 0 0,0 0 0,0-1 0,0 0 0,0 1 0,0-1 0,0 0 0,0 0 0,3-1 0,2 0 0,0-1 0,0 0 0,0 0 0,-1-1 0,1 0 0,-1 0 0,0 0 0,12-9 0,-16 10 0,-1-1 0,1 1 0,-1-1 0,0 0 0,1 0 0,-1 0 0,-1 0 0,1-1 0,0 1 0,-1 0 0,0-1 0,0 1 0,0-1 0,0 1 0,0-1 0,-1 1 0,1-1 0,-1 0 0,0 1 0,0-1 0,-1 0 0,1 1 0,-2-7 0,-1-3 0,0 0 0,0 1 0,-1-1 0,-1 1 0,-10-20 0,4 15-101,0 0 0,-2 1 1,1 0-1,-2 1 0,0 1 0,-29-23 1,24 22-2398,0 2 0,-41-21 0,58 33 1767,-1 0-1,1 0 0,-1 0 1,1 0-1,-1 0 0,0 1 1,1-1-1,-1 1 0,0 0 1,1-1-1,-1 1 0,0 1 1,0-1-1,-3 1 0,-17 2-9877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2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366 126 8453,'4'-4'690,"-1"0"-1,0 0 1,0 0 0,0-1-1,0 1 1,0-1 0,-1 0 0,0 0-1,0 0 1,-1 0 0,1 0 0,-1 0-1,1-6 1,1-2 467,-2 9 979,-1 1-1660,-1 0 0,1 0 0,0 0 0,0 1 0,0-1-1,0 0 1,1 0 0,-1 1 0,2-5 0,-1 4 206,-1 0 869,-4 6-82,-11 11-874,0 0 1,1 1-1,0 0 0,-18 27 1,-45 78-779,65-99 293,6-11-110,-42 68 0,-70 154 0,108-207 0,1-1 0,1 2 0,1-1 0,1 1 0,1 0 0,2 1 0,1-1 0,0 1 0,2-1 0,1 1 0,6 29 0,-6-49 0,1-1 0,0 1 0,0-1 0,0 1 0,1-1 0,0 0 0,0 0 0,1 0 0,0-1 0,0 1 0,0-1 0,0 0 0,1 0 0,0 0 0,0 0 0,1-1 0,-1 0 0,8 4 0,-5-4 0,0 0 0,0-1 0,0 0 0,1 0 0,-1-1 0,1 0 0,0-1 0,-1 0 0,1 0 0,0-1 0,0 0 0,-1 0 0,1-1 0,10-2 0,0-2-74,0-1 1,0 0-1,-1-2 1,0 0-1,-1-1 0,0-1 1,0 0-1,-1-1 0,0-1 1,-1-1-1,25-26 1,10-9-142,48-49-91,-97 97 303,0 0 1,0 0-1,0 0 0,0 0 1,0 1-1,0-1 1,0 0-1,0 1 1,0-1-1,0 1 0,0-1 1,0 1-1,0-1 1,-1 1-1,1 0 0,0 0 1,0 0-1,3 3 8,0 0-1,-1 1 1,1-1 0,-1 1-1,0 0 1,-1 0 0,1 0-1,-1 0 1,0 0 0,0 1-1,-1-1 1,2 11-1,14 33 0,-12-39 1,0 0 1,1 0 0,1-1 0,-1 0 0,2-1 0,-1 1 0,1-1 0,0-1 0,1 0 0,14 10 0,-16-13-2,-1 0 1,1-1-1,0 0 1,0 0-1,0-1 1,0 0-1,0 0 1,0-1-1,1 0 1,-1 0-1,0-1 1,1 0-1,-1 0 1,1 0-1,-1-1 1,0 0-1,11-4 1,-10 3-3,0 0 0,-1-1 0,1 0 1,-1 0-1,0-1 0,0 0 0,0 0 1,0-1-1,-1 0 0,0 0 0,0 0 1,0-1-1,7-10 0,-8 8 0,0 0 0,0 0 0,-1-1-1,-1 0 1,1 1 0,-1-2 0,-1 1 0,0 0-1,0 0 1,-1-1 0,1-10 0,-2 6-7,-1 0 1,-4-24-1,0-15-1426,10 43 922,-4 10 461,-1-1-1,1 0 1,0 1-1,-1-1 0,1 0 1,-1 0-1,1 1 1,-1-1-1,0 0 1,1 0-1,-1 0 1,0 0-1,1 1 1,-1-1-1,0 0 0,0 0 1,0-1-1,9-58-143,-8 57 174,25 5-38,0 1 1,0 1-1,0 1 0,-1 1 0,0 2 0,0 0 1,0 2-1,-1 0 0,38 24 0,-60-33 11,17 2-46,-18-2 83,1-1 0,0 1 0,-1-1-1,1 0 1,0 1 0,0-1 0,-1 0 0,1 0 0,0 0 0,0 0 0,-1-1 0,1 1-1,0 0 1,3-2 0,2-1 4,0 1 0,1-1 0,-1 1 0,1 1 0,-1-1 0,1 2 0,0-1 0,0 1 0,0 0 0,-1 0 0,1 1 0,0 0 0,-1 0 0,1 1 0,7 3 0,10 4-9,0 2 1,-1 0-1,24 16 1,-43-24-10,0 0 0,0 0 0,1-1 1,-1 0-1,0 0 0,1 0 0,0-1 1,-1 1-1,1-1 0,0-1 0,0 1 1,0-1-1,0 0 0,-1 0 0,1-1 1,0 0-1,0 0 0,0 0 0,-1-1 1,1 0-1,-1 0 0,1 0 0,-1 0 1,0-1-1,0 0 0,0 0 0,0-1 1,-1 1-1,1-1 0,-1 0 0,0 0 1,0-1-1,0 1 0,-1-1 0,1 0 1,2-5-1,23-44 364,-24 42-232,1 0 0,1 0 0,0 0 0,1 1 0,12-14 0,-11 14 17,1 1 0,0 0 0,0 0 0,1 1 0,1 0-1,-1 1 1,22-10 0,-30 18-93,-1 0 0,0 1 0,1-1-1,-1 1 1,0 0 0,0 0 0,1 0 0,-1 0-1,0 0 1,0 1 0,0-1 0,0 0 0,0 1-1,-1 0 1,3 2 0,-1 1 1,-1-1 0,0 1 0,0 0 0,0 0 1,0 0-1,-1 0 0,0 0 0,0 0 0,0 0 0,-1 0 0,0 0 0,0 7 0,1 14 42,1-17-119,-2 1 0,1-1-1,-2 1 1,1-1 0,-1 1-1,0-1 1,-1 1 0,0-1-1,-1 0 1,0 0 0,0 0-1,-1 0 1,0-1 0,-1 1-1,1-1 1,-2 0 0,1 0-1,-1-1 1,0 1 0,-1-1-1,0-1 1,0 1 0,0-1-1,-1-1 1,0 1 0,0-1-1,-14 6 1,13-8-587,0 0 0,-1-1 0,1 0 0,0 0 0,-1-1 0,0-1 0,1 1 0,-1-1 0,1-1 0,-1 0 0,1-1 0,-1 1-1,1-2 1,0 1 0,0-1 0,-15-8 0,0 4-5204,0 10-3368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30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12773,'-48'41'4774,"30"-27"-3134,1 0 0,0 2 0,1 0 0,-24 32 0,26-24-1041,0 0 0,2 0 0,0 1 1,2 0-1,-13 51 0,16-45-962,1 0 0,-3 46 0,8-57-1110,1 1 0,1-1 0,5 37 0,8-6-9772,-9-34 3113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30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0 158 8241,'3'-2'268,"0"1"1,0-1-1,0 1 1,0 0-1,0 0 0,0 1 1,1-1-1,-1 1 1,0-1-1,5 1 1,21-4 1456,1-4-116,-7 2-394,0-1 1,24-10-1,24-16 1408,-69 32-2074,-3 5-513,0 0 0,0 0 1,0 0-1,0 0 0,-1-1 0,-3 7 1,-2 5 28,4-7-49,0-1 1,1 1-1,0 0 1,1 0-1,-1 0 0,1 0 1,1 0-1,0 0 1,1 12-1,-1-16 12,1-1-20,10 26-20,-10-27 34,2-2-37,4-2 20,-5 1-11,1 1 0,-1-1 1,1 1-1,-1 0 0,1-1 0,-1 1 1,1 0-1,-1 0 0,0 1 0,1-1 0,-1 1 1,1-1-1,-1 1 0,1 0 0,1 0 1,14 7-139,1-1 0,-1-1 1,1-1-1,0-1 0,20 3 1,-36-7 128,0 0 1,0 0-1,0 0 1,0 0-1,0-1 1,0 1 0,0-1-1,3-1 1,0 1-7,-3-1 64,-1 0 0,1 0 1,-1 0-1,1 0 0,-1-1 0,0 1 1,0-1-1,2-2 0,-2 0-103,-1 0 0,1 0-1,0 0 1,0 0-1,1 1 1,-1 0 0,1-1-1,0 1 1,0 0 0,1 0-1,-1 0 1,1 1-1,0-1 1,0 1 0,0 0-1,0 0 1,1 0 0,-1 1-1,6-3 1,-4 3-128,0 0 1,0 0 0,0 0-1,-1-1 1,1 0-1,-1 0 1,0 0 0,1-1-1,-2 0 1,1 0-1,0 0 1,-1-1 0,0 1-1,0-1 1,0 0-1,4-8 1,-2 1 763,0 1 0,-1-2 0,-1 1 0,0-1 0,-1 1 0,3-21 1,-5 29 1908,-4 28-1887,-21 103-196,20-108-1187,-2 0-1,0-1 1,-13 25 0,-5 16-8905,18-39 1231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3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8209,'8'-1'643,"-4"1"-278,-1 0 1,1-1-1,-1 1 1,1-1-1,-1 0 1,0 0-1,1 0 1,-1 0-1,0 0 1,0-1-1,1 0 1,-1 1-1,0-1 1,4-4-1,-4 4-284,0 0 0,-1 1 0,1 0 0,0-1 0,0 1 0,0 0 0,0 0 0,0 1 0,0-1 0,0 1 0,0 0 0,0-1 1,0 1-1,0 0 0,0 1 0,0-1 0,1 1 0,3 1 0,22-1-1364,99-6-2061,-125 5 3430,0 0 2828,-7 0-5321,-17 0-1122,-1 3-1798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6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14 14437,'-44'-14'14930,"63"14"-14314,0 0-520,12 9-416,30-1-804,-14 1-225,4-1-563,54 18-4004,-61-6 127,-5 0-4896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6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61 238 11665,'-25'11'2368,"15"-25"2641,-3 5-2873,1 1-432,21-1-368,20-5-240,12-3-364,23-1-736,18-2-656,13-2-536,4-4-752,6-6-700,-1 1-3177,11 2-4956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7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84 10313,'1'-39'4352,"1"17"92,-2 0 3788,-20 48-4825,-53 129-1378,42-84-2039,11-28 10,2 2 0,2 0 0,2 1 0,-12 72 0,23-98 0,1 0 0,2 1 0,0-1 0,1 1 0,5 31 0,-3-38 0,0-1 0,1 0 0,1-1 0,0 1 0,1-1 0,0 0 0,0 0 0,2-1 0,11 16 0,-12-20-1,0 1 0,0-1-1,1 0 1,0 0 0,1-1 0,0 0 0,0 0-1,0-1 1,0-1 0,1 1 0,-1-2 0,1 1-1,0-1 1,16 2 0,-11-3 6,1 0-1,-1-1 0,1-1 1,-1-1-1,0 0 1,1-1-1,-1-1 1,0 0-1,22-8 1,-21 5-13,0 0 1,0-2 0,-1 0 0,0 0-1,-1-1 1,0-1 0,0-1 0,18-17-1,-24 19-18,0 1-1,0-2 0,-1 1 1,0-1-1,-1 0 0,0 0 0,-1-1 1,0 1-1,0-1 0,-1 0 0,-1-1 1,4-17-1,-6 15 29,0 1 0,0-1 0,-1 1 0,-1-1 1,0 0-1,-1 1 0,-1 0 0,0-1 0,0 1 0,-8-17 0,3 13 29,0 0 0,-2 0 0,0 1-1,0 0 1,-2 1 0,-23-25 0,12 18-15,-1 1 1,-1 2-1,-1 0 0,0 1 1,-2 2-1,1 1 0,-2 1 1,-50-17-1,61 25-187,-1 1 1,1 1-1,-1 1 1,-19-1-1,27 3-702,1 1 1,-1 1-1,0 0 0,-19 4 1,29-4 719,0-1 1,0 0 0,0 0 0,0 1-1,1-1 1,-1 0 0,0 1 0,0-1 0,0 1-1,1-1 1,-1 1 0,0-1 0,0 1-1,1-1 1,-1 1 0,1 0 0,-1 0 0,0-1-1,1 1 1,0 0 0,-1 0 0,1-1 0,-1 1-1,1 0 1,0 0 0,-1 0 0,1 0-1,0 0 1,0 0 0,0 0 0,0-1 0,0 1-1,0 0 1,0 0 0,0 0 0,0 0-1,0 0 1,0 0 0,1 0 0,-1 1 0,2 2-732,-1-1 0,1 1 0,0 0 1,0 0-1,0-1 0,1 1 1,3 3-1,26 25-10372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16666,'10'-46'3108,"-1"29"-352,1 0 1420,2 6-2723,4-1 255,0 6-1740,3 1-1072,3-4-3321,-3 1 377,-6 13-1965,3 1-5248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7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18 16938,'-35'-18'11782,"50"29"-8318,-14-9-3433,-1-1 0,1 0 1,0 1-1,0-1 0,-1 1 0,1-1 0,-1 1 0,1-1 0,-1 1 0,0 0 0,1-1 0,-1 1 1,0-1-1,0 1 0,0 0 0,0-1 0,-1 1 0,1 2 0,-12 32-59,3-13 48,-58 158-20,0-3 0,61-156 0,-10 26 0,2 1 0,3 1 0,-7 68 0,17-102 0,1 0 0,0 0 0,1 0 0,1 0 0,1 0 0,5 18 0,-5-23 0,1-1 0,1 0 0,-1 0 0,1 0 0,1 0 0,0-1 0,0 0 0,1 0 0,0-1 0,9 9 0,-9-12 0,0 0 0,0 0 0,1 0 0,-1-1 0,1 0 0,0 0 0,0-1 0,0 0 0,1-1 0,-1 0 0,1 0 0,-1-1 0,1 0 0,0 0 0,-1-1 0,1 0 0,0 0 0,0-1 0,-1 0 0,14-4 0,-12 2 0,0 1 0,-1-1 0,1-1 0,-1 0 0,0 0 0,0-1 0,-1 0 0,1 0 0,-1-1 0,0 0 0,0-1 0,-1 0 0,0 0 0,0 0 0,-1-1 0,0 0 0,9-15 0,-14 20 0,1-1 0,0 0 0,-1 0 0,0 1 0,0-1 0,0 0 0,0 0 0,-1 0 0,1 0 0,-1 0 0,0 0 0,0 0 0,-1 0 0,1 0 0,-1 0 0,0 0 0,0 0 0,0 0 0,-1 0 0,1 1 0,-1-1 0,0 0 0,0 1 0,0-1 0,0 1 0,-1 0 0,1 0 0,-1 0 0,-6-5 0,-1-1 0,-2 1 0,1 0 0,-1 1 0,0 0 0,-1 1 0,1 0 0,-20-5 0,5 1-44,-2 2 0,1 2-1,-55-7 1,65 12-781,-1 1-1,-28 3 1,31 0-921,-1 0 1,1 1 0,-19 7 0,6 4-5783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8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21 15193,'-5'6'1311,"0"0"0,0 0-1,1 1 1,0-1-1,0 1 1,0 0-1,1 0 1,-5 15-1,5-9-385,0 0-1,0 1 1,2 0 0,-1 22-1,3-12-731,0 1-1,2 0 1,1-1 0,1 1-1,10 28 1,-9-35-193,2 1 0,-1-2 0,2 1 0,12 18 0,-16-28 0,1-1 0,-1 0 0,1 0 0,0-1 0,1 1 0,0-2 0,0 1 0,0 0 0,0-1 0,1-1 0,9 5 0,-9-6 0,0 0 0,0 0 0,1-1 0,-1 0 0,1-1 0,0 1 0,-1-2 0,1 1 0,0-1 0,-1-1 0,1 0 0,0 0 0,-1 0 0,1-1 0,-1 0 0,0-1 0,1 0 0,-1 0 0,-1-1 0,1 0 0,0-1 0,-1 1 0,0-1 0,0-1 0,7-5 0,-4 0 0,1 1 0,-2-1 0,1-1 0,-2 0 0,1 0 0,-2-1 0,1 0 0,-2 0 0,0 0 0,0-1 0,-2 0 0,1 0 0,-2-1 0,2-14 0,-3 16 0,-1-1 0,-1 1 0,0-1 0,-1 1 0,-1-1 0,0 1 0,0 0 0,-2 0 0,1 0 0,-2 0 0,0 0 0,-11-20 0,11 25 0,0 1 0,0-1 0,-1 1 0,0 0 0,0 0 0,0 1 0,-1 0 0,0 0 0,-1 0 0,1 1 0,-1 0 0,0 1 0,0-1 0,-1 2 0,1-1 0,-1 1 0,0 0 0,0 1 0,-14-2 0,10 3-344,-1 0 1,1 0-1,-1 2 0,-24 3 1,32-3-371,-1 0 0,1 1 0,0 0 0,-1 0 0,1 0 0,0 1 0,0 0 1,1 0-1,-1 1 0,1 0 0,-9 7 0,13-11 283,0 1 1,1 0-1,-1-1 0,0 1 0,1 0 1,-1 0-1,1 0 0,-1-1 0,1 1 1,-1 0-1,1 0 0,-1 0 0,1 0 1,0 0-1,-1 0 0,1 1 0,4 24-11744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48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12 15193,'-41'0'3065,"19"-6"2531,6 1-4664,3 5-1044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1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32 13801,'0'0'8025,"-6"-11"-6657,0-1 1000,31 6-2588,4 4-336,6 2-556,25 5-620,-13 4-548,1 5-960,-3 0-1581,-1 1-3796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1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153 104 14209,'-83'0'2160,"52"-3"369,12-3-277,-1 0 4309,36-2-6185,19-1-712,7 6-645,2-5-487,7-6-656,9-1-452,-3 4-3533,4-9-5400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1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813 1 11805,'-6'0'670,"0"1"-1,-1 1 1,1-1-1,0 1 1,0 0-1,0 0 1,-9 5-1,13-5-340,-1 0 0,0 1 0,1-1-1,-1 0 1,1 1 0,0-1 0,0 1 0,0 0-1,0 0 1,1 0 0,-1 0 0,1 0-1,0 0 1,-1 0 0,1 0 0,1 1 0,-2 3-1,-1 19 486,2 0 0,0 0 0,1 0-1,2 0 1,9 48 0,2 48 338,-12-93-1013,-2 1 0,-1-1 0,-1 0 1,-1 0-1,-2 0 0,0-1 0,-3 1 0,0-2 0,-1 1 1,-29 51-1,12-36-161,-2 0 0,-62 68 1,-83 67-1860,161-165 1623,-140 123-3585,35-32-6440,69-55-1048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2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27 13281,'0'-1'248,"0"0"-1,0 0 1,0 1 0,1-1-1,-1 0 1,0 0 0,0 0-1,0 0 1,0 1-1,0-1 1,-1 0 0,1 0-1,0 0 1,0 1 0,0-1-1,-1 0 1,1 0-1,0 1 1,-1-1 0,1 0-1,-1 1 1,1-1 0,-1 0-1,1 1 1,-1-1-1,1 1 1,-1-1 0,0 0-1,1 1 1,-1 0 0,0-1-1,1 1 1,-1-1-1,0 1 1,0 0 0,1 0-1,-1-1 1,0 1 0,0 0-1,0 0 1,1 0-1,-1 0 1,0 0 0,0 0-1,0 0 1,0 0 0,-1 0-1,-7-1 2333,9 4-1944,1 6-517,0 0 0,0-1 0,1 1 0,1 0 0,-1-1 1,1 0-1,1 1 0,-1-1 0,2 0 0,-1-1 0,1 1 1,0-1-1,10 11 0,-5-6-345,1-1 0,0 0 0,1-1 0,0-1 0,0 1 0,1-2 0,17 9 0,1-2-437,1-2 1,0-1-1,1-2 0,51 10 0,-73-18 560,0-1 1,0 0-1,1-1 1,-1-1-1,0 0 1,0 0 0,0-1-1,0 0 1,0-1-1,19-7 1,-15 2 597,1 0 1,-2-1 0,1 0-1,-1-1 1,20-20 0,-32 28 638,2 25 19,-4 0-937,-2 0-1,0-1 0,-1 1 1,-1-1-1,-13 42 0,11-43-119,-20 74 9,-5-2-1,-4-2 1,-4-1 0,-4-2 0,-3-1-1,-5-3 1,-2-2 0,-75 86 0,102-137-80,-1-2 1,-2 0 0,-62 48-1,90-77-25,1 0 0,-1 0 0,0 0 0,0 0 0,0 0 0,0 0 0,0 0-1,0 0 1,0 0 0,0 0 0,1 0 0,-1-1 0,0 1 0,0 0 0,0-1 0,0 1 0,1-1-1,-1 1 1,0-1 0,0 1 0,1-1 0,-1 1 0,0-1 0,1 0 0,-1 1 0,1-1 0,-1 0-1,0 0 1,1 1 0,0-1 0,-1 0 0,1 0 0,0 0 0,-1 0 0,1 0 0,0 1 0,0-1 0,0 0-1,-1 0 1,1-2 0,4-5-23,0-1 0,0 1 0,1 0 0,0 0 0,0 1 0,12-13 0,-12 13 1,45-52-560,2 3 1,113-93-1,138-77-1400,-279 209 1862,749-485-1168,-700 456 1570,-71 45-124,-30-25-118,-24-3 312,-60-24 0,106 50-273,4 2 43,-29-5 186,27 7-256,1 0 1,-1 0-1,1 1 0,-1-1 0,1 1 0,-1 0 1,1 0-1,0 0 0,0 0 0,0 1 0,0-1 1,1 1-1,-5 5 0,-29 42 410,30-40-382,0 0-1,1 1 1,0 0-1,1 0 1,0 0 0,1 0-1,0 1 1,1 0 0,-2 17-1,4-23-65,0 0 1,0 0-1,0 0 0,1 0 0,0 0 0,0 0 1,1 0-1,0 0 0,0 0 0,0-1 0,0 1 0,1-1 1,0 1-1,0-1 0,1 0 0,-1 0 0,1 0 1,0-1-1,1 1 0,4 3 0,8 4-41,0-1 0,0-1 0,1-1 0,0 0 0,1-1 0,0-1 1,0-1-1,0-1 0,1 0 0,0-2 0,0 0 0,37 0 0,-20-3-145,0-2 0,0-2 0,0-1 0,0-2-1,-1-1 1,40-15 0,-35 7-26,0-1 0,-2-2 0,0-2 0,54-39 0,-35 15-94,100-97-1,-74 57 424,-81 82 985,-1 4-1053,0 0 0,0 0-1,0 0 1,0 0-1,-1 0 1,1 1 0,0-1-1,0 1 1,-1-1 0,1 1-1,-1-1 1,1 1 0,-1 0-1,0 0 1,0 0-1,0 0 1,0 0 0,0 0-1,1 4 1,-1-4 35,0 0 1,-1 0-1,1 0 0,0 0 1,0 0-1,0 0 0,1 0 0,-1 0 1,0-1-1,1 1 0,-1 0 1,1-1-1,-1 1 0,1-1 1,0 1-1,0-1 0,2 2 1,-1-2 25,22 25 64,-7-4-112,-2 1 0,-1 1 1,21 42-1,-16-27 3,-14-30-76,-1 1 0,0 0 1,0 0-1,-1 1 1,0 0-1,-1 0 1,0 0-1,-1 0 1,0 0-1,0 0 0,-1 15 1,-2-19 3,0-1 1,0 1-1,-1-1 0,0 0 1,0 0-1,0 0 0,-1 0 1,0 0-1,0 0 0,-1-1 1,1 1-1,-1-1 0,0 0 1,-1 0-1,1 0 0,-1-1 1,-7 6-1,-12 7-400,0-2 0,0-1 0,-1 0 0,-28 9 0,-26 15-9825,102-28-6778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2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86 14421,'3'-26'2617,"-25"21"-45,-4-1-388,14 0-360,-4 0 828,-3 1-1780,0-1-327,0-5-7754,0-4 1132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7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79 192 7373,'-1'-2'219,"0"0"1,1 0 0,-1 1 0,1-1-1,0 0 1,-1 0 0,1 0 0,0 0-1,0 0 1,0 1 0,0-1 0,1 0-1,-1 0 1,0 0 0,1 0-1,0 1 1,-1-1 0,1 0 0,0 0-1,0 1 1,0-1 0,0 0 0,0 1-1,0-1 1,0 1 0,0 0 0,1-1-1,-1 1 1,1 0 0,-1 0 0,1 0-1,1-1 1,2-2 481,-1-1-1,0 1 1,-1-1-1,1 1 1,-1-1-1,4-7 1,3-3 348,21-39 3884,-29 51-3320,-2 0-952,1-4-653,2-8 1602,0 15-695,-1 11-408,5 32 15,-3 0 1,-1 0-1,-4 52 1,-20 130-814,10-124 435,-48 304-108,10-83-445,31-196-1359,-16 192-8992,36-262 4319,7-4-4000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7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229 119 12249,'-32'-20'852,"24"15"-520,1 1 1,0-1-1,-1 0 1,1-1-1,1 1 1,-1-1-1,1-1 1,1 1-1,-1-1 1,-5-8-1,10 12 244,-1 0 0,0 0 0,0 0 0,-1 1 0,1-1-1,-1 1 1,1 0 0,-5-4 0,7 6-525,-1 0 0,1 0 0,0 0 0,0 0 0,0 0 0,0 0-1,0 0 1,0 0 0,-1 0 0,1 0 0,0 0 0,0 0 0,0 0 0,0 0 0,0 0 0,-1 0 0,1 0 0,0 0 0,0 0 0,0 0 0,0 0-1,0 0 1,-1 0 0,1 0 0,0 0 0,0 1 0,0-1 0,0 0 0,0 0 0,0 0 0,0 0 0,0 0 0,-1 0 0,1 0 0,0 0-1,0 1 1,0-1 0,0 0 0,0 0 0,0 0 0,0 0 0,0 0 0,0 1 0,0-1 0,0 0 0,0 0 0,0 0 0,0 0 0,0 0-1,0 1 1,0-1 0,0 0 0,0 0 0,0 0 0,6 21 791,1-4-692,2-1-1,0 0 1,1 0 0,0-1 0,14 14 0,71 74 269,-60-67-306,116 115 164,40 42-67,-144-141-143,73 108 0,-108-142-72,0 1 1,-2 1 0,0 0-1,-2 0 1,0 1-1,-1 0 1,-1 0 0,5 31-1,-10-39 8,0-1-1,-1 1 1,0 0-1,-1-1 1,-1 1-1,0-1 1,0 0-1,-1 1 1,-1-1-1,0 0 1,0-1-1,-1 1 1,-1-1-1,0 0 1,-1 0-1,-9 12 1,-6 3 10,-1-1 0,-1-1 0,-1-1 0,-41 29 0,-123 70-54,102-68-88,-219 139-5145,257-157 1800,25-10-2383,11-6-4088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8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54 6781,'1'-3'622,"-1"-1"1,1 0-1,-1 0 1,0 0-1,0 0 1,0 0-1,0 0 1,-1 0-1,0 1 1,-1-5-1,1 0 3551,-13 23-2071,-31 67 1194,-39 95 0,64-132-2489,-104 216 2219,-44 100-935,128-263-1917,-47 180 0,77-236-179,2 0-1,2 0 1,2 0 0,1 1-1,3 0 1,1-1 0,2 1 0,10 48-1,-7-65-260,1-1 0,1 0-1,1 0 1,1-1-1,1 0 1,1 0 0,1-2-1,1 1 1,1-2 0,1 0-1,1-1 1,1 0 0,0-2-1,28 23 1,-16-20-562,0-1 1,1-1 0,1-2-1,1-1 1,0-2-1,57 17 1,-35-16-1844,1-3 1,0-3-1,87 4 1,-10-11-6596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9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20 8149,'10'-20'10044,"-12"22"-9078,-4 7-520,1-1 0,0 1 0,0 0 0,1 0 0,1 1 0,-1-1 0,1 1 0,1 0 0,0 0 0,-2 13 0,1 17 365,0 47 1,5-33-613,2-1 0,2 0 1,26 99-1,32 47-4389,-61-190 3731,0-2 0,1 1 0,0 0 0,0-1 0,1 1 0,0-1 0,6 6 0,-9-10-86,1 0 1,0-1-1,0 1 1,0-1 0,0 1-1,1-1 1,-1 0 0,1-1-1,-1 1 1,1 0 0,0-1-1,-1 0 1,1 0 0,0 0-1,0 0 1,0-1-1,5 1 1,15-3-5296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9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8121,'-2'1'345,"1"-1"0,-1 1-1,0 0 1,0 0 0,1 1 0,-1-1 0,1 0 0,-1 0 0,1 1 0,0-1 0,-1 1 0,1-1 0,0 1 0,0-1-1,0 1 1,0 0 0,-1 2 0,1 1 186,-1 0-1,2 1 1,-1-1 0,1 0-1,0 9 1,1 2-32,0-1 1,2 1-1,0-1 1,1 0-1,0 0 0,1 0 1,1 0-1,0-1 1,13 21-1,8 9 394,48 60-1,159 166-951,-217-253-530,0-1 1,1 0-1,1-2 1,32 20 0,-45-30 216,1-1 0,0 1 1,-1-2-1,2 1 1,-1-1-1,0 0 1,0 0-1,1-1 0,-1 0 1,1 0-1,-1-1 1,1 0-1,-1 0 1,1-1-1,-1 0 0,0 0 1,1-1-1,10-3 1,-9 1 61,-1 0 0,0 0 1,0-1-1,0 0 0,0 0 1,-1-1-1,0 0 0,0 0 1,-1-1-1,10-11 0,-8 6 63,1-1 0,-2 0-1,1 0 1,-2-1 0,9-26-1,-3-8 550,-1 0 1,7-98-1,-16 125-37,3-30 520,-1-2 1210,15-71 0,-9 56 1667,-11 68-3547,1 0 0,-1 0 0,1 0 1,-1 0-1,0 0 0,1 0 0,-1 0 0,1 0 0,-1 1 0,1-1 0,-1 0 1,1 0-1,-1 1 0,1-1 0,-1 0 0,1 0 0,-1 1 0,1-1 0,0 1 1,-1-1-1,1 0 0,0 1 0,-1-1 0,1 1 0,0-1 0,-1 1 0,-4 7 292,1-1 0,-1 1-1,1 0 1,1 0 0,0 0-1,-4 14 1,-10 59 1091,12-51-1046,-55 339 1543,31-122-5275,23-87-2845,6-137 4598,4 22-4237,7-9-3405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1:59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8089,'0'0'9249,"-1"3"-7834,-14 46 1999,-16 48-571,25-80-2562,1 1 0,1 0 0,0 0 1,1 0-1,0 20 0,2 92 528,1-125-777,1 18-99,2 0 0,0 0 1,1 0-1,1 0 0,2-1 1,0 0-1,1 0 0,1-1 0,1 0 1,1 0-1,1-1 0,0-1 0,27 31 1,-35-46 27,-1 0 1,1 0-1,0 0 0,1-1 1,-1 0-1,1 0 1,-1 0-1,1 0 0,0-1 1,0 0-1,0 0 0,0 0 1,0 0-1,1-1 1,-1 0-1,0 0 0,1 0 1,-1-1-1,1 0 1,-1 0-1,1 0 0,-1-1 1,0 0-1,1 0 1,-1 0-1,0-1 0,1 0 1,7-3-1,-4 0 22,0 0 1,0-1-1,-1 0 0,0 0 1,0-1-1,0 0 0,-1 0 1,0-1-1,0 0 0,-1 0 0,0 0 1,-1-1-1,1 0 0,4-13 1,-2 0 11,-1 0-1,-1 0 1,-1-1 0,0 0 0,-2 0 0,-1 0 0,-1-1 0,-1 1-1,-1 0 1,-1-1 0,-8-37 0,5 39-23,0 1 0,-1 1 0,-2-1 0,0 1 1,-1 0-1,-1 1 0,0 0 0,-2 0 0,0 1 0,-1 1 0,-1 0 0,-27-25 1,32 34-248,0 2 1,0-1 0,0 1 0,-1 1 0,0-1-1,0 2 1,-16-6 0,12 6-845,1 1 1,-1 0-1,-14 0 0,25 3 589,1-1 0,-1 1 0,1 0 0,0 1 0,-1-1 0,1 0 0,-1 1 0,1-1 0,0 1 0,-5 1 0,5 0-506,0-1-1,0 1 1,0-1 0,1 1 0,-1 0-1,0 0 1,1 0 0,-3 4-1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2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1296 98 5056,'0'0'4880,"-1"-3"-3926,-1 0-1020,1 2 241,1-1-1,-1 1 0,0 0 1,1 0-1,-1-1 1,1 1-1,0 0 1,-1-1-1,1 1 1,0 0-1,0-1 1,0 1-1,0 0 1,0-1-1,0 1 1,0 0-1,0-1 1,0 1-1,1 0 1,-1-1-1,1 1 1,-1 0-1,1-1 1,0 0-1,6-12 2212,3-4-948,-8 11 4618,-5 1-5895,-7-6 951,9 12-1068,0 0-1,0 0 0,0 0 1,1 0-1,-1 1 0,0-1 0,0 0 1,0 1-1,1-1 0,-1 0 1,0 1-1,0-1 0,1 1 1,-1 0-1,0-1 0,1 1 0,-1-1 1,1 1-1,-1 0 0,0 0 1,1-1-1,-1 2 0,-33 44 1404,-50 87 0,34-50-772,-98 159 484,-97 149-950,-235 382-7077,465-746 6345,-98 180-3682,45-68-3133,24-40-3016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3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23 127 6489,'-2'-2'1133,"-1"-1"-1,1 0 1,0 0 0,0 0 0,0-1 0,0 1 0,0 0 0,-1-8 0,1-5 52,2 13 256,0 1-1215,0 0 1,0 0-1,0-1 0,0 1 1,0 0-1,1 0 0,-1 0 1,1 0-1,0 0 1,-1 0-1,1 0 0,0 0 1,0 0-1,0 0 0,1 0 1,-1 0-1,0 1 0,1-1 1,-1 1-1,1-1 0,2-2 1,-1 1-45,1 1 0,-1-1 1,1 0-1,0 1 0,-1 0 1,1 0-1,0 0 1,0 0-1,8-2 0,-3 3-119,0 0 0,0 1 0,0 0 0,1 0-1,-1 1 1,0 0 0,0 1 0,0 0 0,-1 0-1,1 1 1,0 0 0,-1 0 0,1 1 0,-1 0-1,0 1 1,-1 0 0,1 0 0,-1 1 0,0 0 0,0 0-1,11 14 1,-6-6-23,-1 1-1,0 0 0,-1 1 1,0 0-1,-2 1 1,0 0-1,-1 0 1,0 1-1,7 32 1,-11-28-26,-1 0 0,-1 0 0,0 0 1,-2 0-1,0 0 0,-2 1 0,0-2 1,-2 1-1,0 0 0,-2-1 0,-14 34 1,0-8 21,-3-2 0,-1-1 0,-2-1 0,-33 40 1,48-68 172,-1 1-1,-15 13 1,27-28 32,-8-12 190,9 9-419,-1 1 1,1-1 0,0 0 0,-1 0 0,1 0-1,0 0 1,0 0 0,0 0 0,0 0 0,1 0-1,-1 0 1,1 0 0,-1 0 0,1 1 0,-1-1-1,1 0 1,0 0 0,1-1 0,23-33 65,-14 22-56,360-453 245,-364 458-291,1 0 1,0 1 0,0 0 0,1 0-1,0 1 1,0 0 0,1 0 0,0 1-1,16-8 1,-25 14 23,0-1 0,0 1 0,0 0 0,0 0-1,0 0 1,0 0 0,0 0 0,0 0 0,0 0 0,0 0 0,0 0-1,0 0 1,0 0 0,0 1 0,0-1 0,0 0 0,0 1 0,0-1-1,0 0 1,0 1 0,-1 0 0,1-1 0,1 2 0,0 0 4,0 0 1,0 0 0,0 1-1,0-1 1,-1 1 0,1-1 0,-1 1-1,2 3 1,1 8 52,0 0 0,4 23 0,-8-37-55,8 45 70,2 14 194,2 0 0,38 113 0,-43-155-390,1-1 0,0 1 0,1-1 1,1 0-1,0-1 0,1 0 0,1-1 0,0 0 1,1-1-1,1-1 0,0 0 0,0 0 0,1-2 0,19 12 1,-12-11-604,0-1-1,0-1 1,1-1 0,0-1 0,0-1 0,1-1 0,31 3-1,-21-6-2769,1-1-1,47-5 0,-22-2-6350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3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115 101 6033,'35'9'14576,"-40"-13"-12982,-11-6-870,12 6 2851,-10-4-2205,13 8-1298,0-1-1,1 1 1,-1 0 0,1 0-1,-1-1 1,0 1 0,1 0-1,-1-1 1,1 1-1,-1-1 1,1 1 0,-1-1-1,1 1 1,-1-1 0,1 1-1,-1-1 1,1 1 0,0-1-1,-1 0 1,1 1 0,0-1-1,-1 0 1,1 1-1,0-1 1,0 0 0,0 1-1,0-1 1,0 0 0,0 0-1,0 1 1,0-1 0,0 0-1,0 1 1,0-2-1,0-2-13,1 1-1,-1-1 1,1 1-1,0 0 0,0-1 1,0 1-1,0 0 1,1 0-1,2-5 1,-3 6 130,2 0-174,23-17 2,-23 17 276,-2 5-375,0 3 90,1 0-1,-1 0 1,0 0 0,-1 0-1,1 0 1,-1 0 0,0 0-1,-1 1 1,0-1 0,-2 11-1,-24 68 82,10-39-84,-18 86-1537,-3 5-4188,23-74 1457,8-19-1549,1 5-5418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9305,'0'0'10021,"-3"1"-8562,-1 0-1177,1 1 0,-1 0 0,1 0 0,0 0-1,-1 0 1,1 0 0,0 1 0,0-1 0,0 1 0,1 0-1,-1 0 1,1 0 0,-1 0 0,-1 5 0,-29 57 1938,14-23-1598,-26 46 230,-34 60-4132,61-118-2256,-27 32 0,14-25-5835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68 123 7513,'-3'-2'455,"1"-1"0,-1 1 0,1-1 0,0 0-1,0 0 1,0 0 0,0 0 0,1 0 0,-1 0 0,1 0 0,0-1 0,0 1 0,-1-5 0,0 2 507,0 0 0,0 0 0,0 1 0,-1-1 0,-5-8 0,5 10-327,-15-19 2410,17 16-1352,13 12-236,0 4-1330,0 0 0,0 1 0,0 0 0,-1 1 0,-1 0 0,0 1 1,-1 0-1,10 16 0,-6-7-51,-1 2-1,0-1 1,-2 1 0,10 32 0,-13-27-37,-1 0 0,-1 0 0,-1 1 0,-2-1 0,-1 1 1,-4 43-1,-3-17-290,-3 0 0,-22 75 0,25-105 132,-6 18-331,-26 64 1,28-74 207,11-32 237,-1-1 0,1 1 0,-1-1 0,1 1 0,-1-1 0,1 1 0,-1-1 0,1 0 0,-1 1 0,1-1 0,0 0 0,-1 0 0,1 1 0,-1-1 0,1 0 0,0 0 0,-1 0 0,1 0 0,0 0 0,-1 0 0,1 0 0,0 0 0,-1 0 0,1 0 0,1 0 0,-2 0-3,5-1 3,1 0-1,-1 0 1,0 0 0,0 0 0,0-1 0,0 0 0,0 0 0,0 0-1,0-1 1,5-3 0,46-35-10,-45 32 21,39-35 20,-3-2-1,48-58 1,25-26 315,-116 126-327,0 1-1,0-1 1,0 1 0,0 0 0,0 0 0,1 0-1,5-2 1,-9 5-7,0 0 0,0-1 0,0 1-1,0 0 1,0 0 0,1-1 0,-1 1 0,0 0 0,0 0-1,0 0 1,0 1 0,1-1 0,-1 0 0,0 0-1,0 1 1,0-1 0,0 0 0,0 1 0,0-1 0,0 1-1,0 0 1,0-1 0,0 1 0,0 0 0,0 0-1,0-1 1,0 1 0,-1 0 0,1 0 0,0 0 0,0 0-1,0 2 1,4 5 39,-1 0-1,0 1 1,-1 0 0,0 0-1,0 0 1,-1 0 0,2 11-1,5 75 189,-5-37-176,3-3-730,2-1 1,3-1-1,3 0 1,21 53-1,-32-95 55,1-1 1,0 0-1,0 0 0,1 0 0,13 16 1,-15-21-544,1-1 1,-1 0 0,1 0 0,-1 0-1,1-1 1,0 0 0,10 5 0,5 1-6999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4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10173,'0'0'5735,"3"3"-4513,3 3-968,-1 1 1,0 0 0,0 0 0,-1 1 0,0-1 0,0 1-1,0 0 1,-1 0 0,-1 0 0,1 1 0,-1-1-1,-1 1 1,1-1 0,-1 11 0,0 0-44,0 0-1,-2 1 1,-1-1 0,0 0-1,-5 19 1,-31 90 372,11-41-300,27-84-275,-1-1-1,1 1 1,0-1 0,0 1-1,0-1 1,0 1-1,1-1 1,-1 1 0,1-1-1,0 0 1,0 4-1,1-1 7,-1-5-13,-1 1 0,1-1 0,0 1 1,0-1-1,-1 0 0,1 1 0,0-1 0,0 0 1,0 1-1,0-1 0,0 0 0,-1 0 1,1 0-1,0 0 0,0 0 0,0 0 0,0 0 1,0 0-1,0 0 0,1-1 0,-1 1 2,9-1-6,0 0-1,0 0 0,0-1 0,0 0 0,0-1 1,13-5-1,59-31-575,-13 6-1344,-66 32 1699,0 0 1,1 1 0,-1-1 0,0 1 0,1 0 0,-1-1 0,0 2-1,1-1 1,-1 0 0,0 1 0,1-1 0,-1 1 0,0 0 0,0 0 0,1 0-1,-1 1 1,3 1 0,21 7-1493,24 2-381,-48-11 1882,-2-2 175,-1 1 50,0-1 0,1 1 0,-1-1 0,0 1 0,1-1 0,-1 1 0,1 0 0,-1-1 1,1 1-1,-1-1 0,1 1 0,-1 0 0,1-1 0,0 1 0,-1 0 0,1 0 0,-1 0 0,1-1 0,0 1 0,-1 0 0,1 0 1,1 0-1,-1 0-2,0 0 0,-1 0 0,1 0 0,0-1 0,0 1 0,0 0 0,-1 0 1,1-1-1,0 1 0,0 0 0,-1-1 0,1 1 0,0-1 0,-1 1 0,1-1 0,0 1 1,-1-1-1,1 0 0,0-1 0,1-2-154,-1-1 1,1 1-1,0-1 1,0 1-1,5-8 1,3-5-4566,-4 8 283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5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1 7077,'-1'3'2082,"-7"10"-522,-1 0-1,0 0 1,-1 0-1,0-1 1,-1-1 0,-20 17-1,2 0 671,-124 147 3904,65-48-8882,52-79-979,0 0-4713,16-15-2101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5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6325,'0'0'9348,"1"2"-8244,2 3-817,1 1 0,0-1 0,-1 0 0,1 0 0,1-1 0,-1 1 0,1-1 0,0 0 0,0 0 0,0-1 0,0 1 0,1-1 0,-1 0 0,1-1 1,9 4-1,27 15 220,-38-18-483,0 0 0,0 0 1,-1 1-1,0 0 0,1-1 1,-1 1-1,-1 0 0,1 0 1,0 1-1,-1-1 0,0 1 1,0-1-1,-1 1 0,1-1 1,-1 1-1,0 0 0,0 0 1,0 0-1,-1 0 0,1 0 1,-2 6-1,1 10 5,-2-1 0,0 0 0,-10 38-1,-8 11-56,-34 78-1,-12 37-147,44-117 81,14-47 52,1 0 0,1 0 1,1 1-1,0 0 0,2 0 0,-2 38 0,5-56 39,0-1 1,1 1-1,-1-1 0,0 1 0,1 0 0,0-1 0,-1 1 0,1-1 0,0 0 1,0 1-1,0-1 0,1 0 0,-1 0 0,3 3 0,-3-4 3,0 0 0,0 0 0,1 0 0,-1-1 0,0 1 0,1 0 0,-1-1 0,1 1 0,-1-1 0,1 0 0,-1 1 0,1-1 0,-1 0 0,1 0 0,-1 0-1,1 0 1,-1 0 0,1-1 0,-1 1 0,1 0 0,-1-1 0,1 1 0,-1-1 0,1 1 0,1-2 0,15-6-12,0-1 1,0 0-1,-1-2 1,17-13-1,62-55-26,-94 77 40,130-128 91,-38 35 295,-60 57-212,-33 38-158,0 0-1,1 0 1,-1 0-1,0 0 1,0 1-1,1-1 1,-1 0-1,0 1 0,0-1 1,1 0-1,-1 1 1,0 0-1,0-1 1,2 2-1,-2-1-5,0 0 1,1-1-1,-1 1 0,0 0 1,0 0-1,0 0 0,0 1 1,0-1-1,0 0 0,0 0 1,-1 0-1,1 1 0,0-1 1,-1 0-1,1 1 0,0-1 1,-1 1-1,0-1 0,1 1 1,-1-1-1,0 1 0,0-1 1,0 3-1,-2 41 101,1-28-64,0 31 83,2-1 0,14 93 0,-11-119-360,1 0 0,0 0 0,2-1 0,0 0 0,2 0 0,0 0 0,1-1 0,23 32 0,-26-42-213,1-1 0,-1 0 0,1 0 0,1-1 1,-1 0-1,1-1 0,13 7 0,-15-9-748,0-1 0,0 0 0,1 0 0,-1-1 0,1 0 0,13 2 1,4-1-5341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6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24 7777,'0'0'7202,"4"-2"-5866,5-2-876,1 0 0,-1 1 0,1 0 0,0 0 0,0 2 0,0-1 0,1 1 0,-1 0 0,14 2 0,-23-2-433,1 1 1,0 0 0,-1 0-1,1 0 1,0 0 0,-1 1-1,1-1 1,-1 0 0,1 1 0,-1-1-1,1 1 1,-1-1 0,1 1-1,-1 0 1,1-1 0,-1 1-1,0 0 1,1 0 0,-1 0-1,0 0 1,0 0 0,0 0 0,1 1-1,-1-1 1,-1 0 0,1 1-1,0-1 1,0 0 0,0 1-1,-1-1 1,1 1 0,-1-1-1,1 1 1,-1 0 0,0-1 0,1 1-1,-1-1 1,0 1 0,0 2-1,-1 5 4,0 0-1,0 0 1,-1 0-1,0-1 0,-6 14 1,4-9 1,-2 9 41,1 0 1,1 0 0,-2 43 0,5-53-77,2 1 0,0-1-1,0 0 1,2 0 0,-1 0 0,1 0 0,1-1 0,7 17-1,-9-25-20,-1 1-1,1-1 0,-1 0 0,0 1 0,0-1 0,0 1 0,0 0 0,-1-1 0,1 1 1,-1 0-1,0-1 0,0 1 0,0 0 0,-2 5 0,1-6-49,0 0 0,-1 0 0,1 0 0,-1 0 0,0-1-1,0 1 1,0-1 0,0 1 0,-1-1 0,1 0 0,-1 0 0,1 0 0,-1 0-1,0 0 1,1-1 0,-1 1 0,-3 1 0,-32 13-2466,-50 14-1,28-11-3338,26-5-973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6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1530 103 7441,'-80'-46'3797,"59"32"450,-33-28 2961,51 45-6424,0 3-572,-1 0-1,1 0 0,0 1 0,1-1 0,0 1 0,0-1 1,0 1-1,-1 12 0,-1 62 733,3-42-546,0-3-144,-37 507 1812,25-448-1924,-4-1 0,-4-1 0,-55 153 0,32-138-364,-4-3-1,-62 99 1,70-140-426,-3-1 0,-3-3 0,-2-2 0,-63 58 1,55-65-693,-2-3 1,-2-2-1,-76 43 1,-94 28-6633,83-58-1416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9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73 196 9589,'-16'-15'1112,"4"2"2068,2 0-1,-1-1 1,-12-23-1,23 35-3051,0 0-1,0 0 1,-1 0 0,1 0-1,0 0 1,0 0-1,1 0 1,-1 0-1,0 1 1,1-1-1,-1 0 1,1 0-1,0 0 1,-1 0-1,1 0 1,0 1-1,0-1 1,0 0-1,1 1 1,1-3-1,4-1-35,0 1 1,0 0-1,1 1 0,-1-1 1,1 1-1,0 1 0,9-2 1,-10 2-80,23-5-411,0 1 0,49-2 1,-34 4-323,140-2-4056,-62 12-2980,-41 3-1664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09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42 214 10953,'-19'3'7209,"6"-14"-5049,3 2-440,29-5-348,26-6-380,9 0-260,19 0-900,13 3-412,21-3-836,5-6-972,11 0 108,14 12-3185,9-6-4392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0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100 167 9237,'3'-18'1603,"-2"14"-1191,0 0-1,-1 0 1,1 0 0,-1 0 0,0 0 0,0 0 0,0 0 0,0 0 0,-1 0 0,-1-7 0,-20-86 12498,19 159-9415,13 34-2567,-4-36-865,15 364-63,-23-305 0,-27 185 0,10-163-71,-6 34-3307,20-142 2030,4-21 138,-1 1-1,0-1 1,-1 1 0,-1-1-1,0 0 1,-6 14 0,2-8-5191,11 1-3712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0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604 10 12357,'-9'-4'-137,"-10"-2"6517,19 8-6088,0-1 0,0 1 1,0-1-1,0 1 0,0-1 0,0 0 0,1 1 0,-1-1 0,0 1 0,1-1 0,-1 0 0,1 1 0,0-1 0,-1 0 0,3 3 0,15 29 235,2 0-1,2-1 0,0-2 1,33 34-1,38 53 16,15 55-58,-97-151-449,-1 1 0,0 0 0,-2 1 0,0 0-1,-2 0 1,5 33 0,-9-45-20,-2-1 1,0 1-1,0 0 0,-1-1 1,0 1-1,-1-1 0,0 1 0,0-1 1,-1 0-1,-1 0 0,-7 15 1,4-12-7,-1 0 1,-1 0-1,0 0 1,-1-1-1,0-1 1,-1 0-1,-13 11 1,-13 6-6,-1-2 1,-1-2-1,-1-1 1,-57 22-1,-211 81-1402,101-48-4478,192-73 5135,-38 18-5524,15 3-3928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494 8 11829,'-5'2'455,"-9"3"1156,14-5-1563,0 0 1,0 0-1,0 0 0,-1 0 1,1 0-1,0-1 1,0 1-1,0 0 0,0 0 1,-1 0-1,1-1 0,0 1 1,0 0-1,0 0 0,0 0 1,0-1-1,-1 1 0,1 0 1,0 0-1,0 0 0,0-1 1,0 1-1,0 0 0,0 0 1,0-1-1,0 1 0,0 0 1,0 0-1,0-1 1,0 1-1,0 0 0,0 0 1,0-1-1,0 1 0,1 0 1,-1 0-1,0 0 0,0-1 1,0 1-1,0 0 0,0 0 1,0 0-1,1-1 0,-1 1 1,0 0-1,0 0 0,0 0 31,0 0-1,0 0 1,0 0-1,0 0 0,-1 0 1,1 0-1,0 0 0,0 0 1,0 0-1,-1 0 0,1 0 1,0 0-1,0 0 1,0 0-1,-1 0 0,1 0 1,0 0-1,0 0 0,0 0 1,-1 0-1,1 0 0,0 0 1,0 0-1,0-1 0,0 1 1,-1 0-1,1 0 1,0 0-1,0 0 0,0 0 1,0 0-1,0-1 0,-1 1 1,1 0-1,0 0 0,0 0 1,0-1-1,0 1 0,0 0 1,0 0-1,0 0 1,0 0-1,0-1 0,0 1 1,0 0-1,0 0 0,0 0 1,0-1-1,0 1 0,-21 18 1811,17-14-1542,-17 16 991,1 2 0,1 0 0,1 1-1,-24 42 1,-50 108 1663,89-166-2881,-20 39 66,-79 170 267,78-158-430,-31 111 0,48-137-38,1 1 0,1-1 0,2 1 0,1 0 0,2 36-1,3-46 22,0 1-1,1 0 0,1-1 0,1 0 0,1 0 1,2 0-1,20 41 0,-16-44-182,0-1 0,0 0 0,2-1 0,0-1 0,1-1-1,1 0 1,1 0 0,0-2 0,1 0 0,0-2 0,1 0 0,31 14 0,-22-13-903,0-2 0,1-1 0,0-1 0,0-2 0,1-1 0,0-1 0,0-1 0,52-2 0,-62-3-696,0-1-1,0-1 1,-1-1-1,31-11 0,8-6-7101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1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4 12833,'-14'-2'747,"-1"1"406,2 1 5457,17 23-3253,25 165 1095,4 30-3039,-11 4-3256,-8-83-3638,-10-88-4220,-2-23-855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1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8457,'42'131'7853,"-23"-87"-5546,38 64-1,-25-51-1208,-17-30-785,1-1-1,1-2 1,1 1-1,1-2 1,1 0 0,1-2-1,42 34 1,-56-50-391,0 0 1,0 0 0,0-1 0,0 0-1,1-1 1,-1 1 0,1-1 0,0-1-1,0 0 1,0 0 0,0 0 0,0-1 0,0 0-1,1-1 1,-1 0 0,0 0 0,1 0-1,11-4 1,-8 1-13,-1-2-1,1 0 0,-1 0 1,0-1-1,-1 0 1,0-1-1,0 0 0,0 0 1,-1-1-1,0-1 1,0 1-1,-1-2 1,0 1-1,-1-1 0,0 0 1,0 0-1,-1-1 1,0 0-1,-1 0 1,3-13-1,12-41 274,-4-2 1,14-126-1,-12 66 1613,-17 115-1405,1-8 1318,-15 41-786,2 7-622,2 0 0,1 1 0,1 0-1,-5 58 1,9-71-244,-8 156-866,16 1-3383,11-66-3476,-14-95 5845,7 40-8783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1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76 13481,'-2'40'3892,"-8"53"0,5-63-2432,2 0 0,1 0-1,2 47 1,4-37-654,2 0 0,2 0 1,17 50-1,-17-68-607,0 0 1,2 0-1,1-1 0,0 0 1,2-1-1,0 0 0,16 18 1,-23-32-199,0 0 1,0 0-1,1-1 1,-1 1 0,1-2-1,1 1 1,-1-1-1,1 0 1,-1 0 0,1-1-1,0 0 1,0-1-1,0 0 1,1 0 0,-1 0-1,0-1 1,1-1-1,-1 1 1,1-1 0,-1-1-1,1 1 1,-1-2-1,0 1 1,1-1 0,-1 0-1,0-1 1,0 0-1,0 0 1,-1 0 0,1-1-1,-1-1 1,0 1-1,0-1 1,0 0 0,0-1-1,-1 0 1,0 0-1,-1 0 1,1 0 0,-1-1-1,0 0 1,-1 0-1,1-1 1,3-8 0,-1-1-19,-1-1 1,0-1 0,-1 1 0,-1-1 0,0 1 0,-2-1 0,0 0 0,-1 0 0,-1-1 0,-1 1-1,-5-33 1,-1 20-6,0 0-1,-2 1 0,-2 0 0,0 1 0,-2 0 1,-18-30-1,14 33-332,-1 0 1,-2 0-1,-41-42 1,53 60-74,0 1 0,-1 1 0,0 0 0,0 0 1,-1 0-1,-17-8 0,22 14-175,0-1 1,0 1 0,1 0-1,-1 0 1,0 1 0,0-1-1,0 1 1,0 0 0,0 1-1,0-1 1,1 1 0,-1 0-1,0 0 1,0 0 0,1 1-1,-1 0 1,0 0 0,1 0-1,0 0 1,-6 4 0,5-2-1718,0 0 1,0 0 0,0 0 0,-7 9-1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2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928 23 8953,'-14'-16'2496,"12"12"-206,-17 2 1405,18 2-3564,0 0-1,0 0 1,1 0-1,-1 0 1,0 0-1,1 0 0,-1 0 1,0 1-1,1-1 1,-1 0-1,0 0 1,1 1-1,-1-1 1,0 1-1,1-1 0,-1 0 1,1 1-1,-1-1 1,1 1-1,-1-1 1,1 1-1,-1-1 1,1 1-1,0 0 0,-1-1 1,1 1-1,0 0 1,-1-1-1,1 1 1,0 0-1,-4 32 1734,14 38 70,7-3-179,37 93 0,-18-61-895,151 533 1710,-164-528-2460,-5 1 0,-4 0 1,-5 0-1,-6 129 0,-6-194-211,-2 1-1,-1-1 1,-3 0 0,-1-1-1,-2 0 1,-1-1-1,-2 0 1,-2-1 0,-30 48-1,22-47-383,-1-1 0,-2-1 0,-2-2 0,-1-1 0,-2-1 0,-1-2-1,-1-1 1,-50 31 0,43-35-485,-1-2 0,-1-2 0,-1-2 0,-72 22 0,17-15-3824,-113 15 1,38-15-5173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3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12181,'18'-50'3790,"4"-8"4311,-13 48-4610,-7 9-3281,1 0 0,-1 0 0,1 1 0,-1-1 0,1 0 0,-1 1 1,1 0-1,-1-1 0,5 1 0,3 2 101,-1 0 1,1 1-1,0 0 1,-1 0-1,1 1 1,-1 0-1,15 9 1,2 1 89,24 13-343,0 2-1,-3 2 1,70 58 0,1 21-4481,-10 9-9401,-79-83 2267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3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661 32 14705,'-64'-28'3201,"62"27"-2903,0 1-1,-1-1 1,1 0-1,0 1 1,-1 0-1,1-1 1,0 1-1,-1 0 1,1 0-1,-1 1 1,1-1-1,0 0 1,-1 1-1,1-1 1,0 1-1,0 0 1,-1 0-1,1 0 1,0 0-1,-2 1 1,-10 5 1528,-1-2-1290,1 2-1,0 0 0,0 1 1,1 0-1,0 1 0,0 0 1,1 1-1,0 0 0,1 1 1,0 1-1,-9 12 0,-16 23-376,-45 82 0,62-98-114,-83 172-1768,31-57-4183,58-121 2209,1 1 0,-13 40 0,13-14-7366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4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20 13589,'-16'-19'2746,"8"19"1567,-13 9-1680,20-9-2506,1 1 0,-1-1 0,0 1 0,0-1 0,1 1 0,-1-1 0,0 1 1,1 0-1,-1-1 0,1 1 0,-1 0 0,1-1 0,-1 1 0,1 0 0,-1 0 0,1 0 0,0-1 0,-1 2 0,-1 2 286,-4 7-103,0 0 0,1 0 0,0 0 0,1 0-1,0 1 1,0 0 0,1 0 0,1 0 0,-1 16 0,-2 2 84,-30 129 380,-25 88-3001,38-157 217,-15 62-2657,15-53-2909,8-29-3335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4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33 175 10401,'-32'6'14331,"52"-10"-11592,222-31-408,-104 19-2854,-86 8 43,314-53-6362,-208 30-286,3 6-4717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2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7 10453,'-13'-5'2472,"10"4"-232,0 1-82,1 0-1913,0 0 1,0 0-1,0 0 1,-1 0 0,1 0-1,0 0 1,0 1-1,0-1 1,0 1-1,0-1 1,0 1-1,0 0 1,0 0-1,0 0 1,0 0-1,0 0 1,0 1-1,1-1 1,-1 0-1,1 1 1,-1 0-1,1-1 1,-1 1-1,1 0 1,0-1-1,0 1 1,-2 4 0,-24 44 2403,1 1 0,-33 101 1,42-105-2190,-22 69-373,-24 122 1,-9 126-103,71-360 16,-44 282-625,33-141-2240,13-1-3521,6-75-1062,8-8-5016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3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30 11073,'0'-21'2080,"0"16"-184,3 4-291,1 0-1405,0 1-1,0-1 0,0 1 1,0-1-1,0 1 1,0 1-1,0-1 0,0 0 1,0 1-1,0 0 1,0 0-1,0 0 0,0 0 1,0 1-1,4 2 1,7 4 52,1 1 1,18 16-1,-13-10 17,80 60 248,-4 4 0,131 137 0,-209-196-481,0 1-1,-1 2 1,-2-1-1,0 2 1,-1 0-1,15 37 1,-26-53-27,0 1-1,-1-1 1,-1 1 0,0 0 0,0 0-1,0 0 1,-1 1 0,-1-1-1,0 0 1,0 0 0,0 1 0,-1-1-1,-1 0 1,1 0 0,-2 0-1,1 0 1,-1 0 0,0-1 0,-1 1-1,0-1 1,-1 0 0,1 0-1,-9 10 1,-2-1 22,0-2 0,0 1 0,-2-2 0,0 0 0,-35 21 0,-105 48 164,130-70-179,-195 82 141,129-58-1342,-134 73 1,169-70-1889,26-9-2331,2 4-4200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3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656 159 5797,'-1'0'95,"0"-1"0,0 1 1,0-1-1,0 0 1,0 1-1,0-1 0,0 0 1,1 0-1,-1 1 1,0-1-1,1 0 1,-1 0-1,0 0 0,1 0 1,-1 0-1,1 0 1,0 0-1,-1 0 0,1 0 1,0 0-1,-1 0 1,1 0-1,0 0 1,0-1-1,0 1 0,0 0 1,0 0-1,0 0 1,0 0-1,1-1 0,1-18 1860,-3 14-1173,1 0 0,-1 0-1,0 0 1,-1 0 0,-3-8 0,3 8 1,0 0 0,0-1 0,1 1 0,0-1 0,-1-11 1,2 14-783,-2-8 1304,-15 16 384,6 2-1302,1 0 0,0 1-1,1 0 1,-1 0 0,1 1-1,1 0 1,-9 10 0,-54 71 1726,70-87-2083,-185 267 3808,137-189-3421,-60 133-1,87-161-514,3 0-1,2 1 1,-18 104-1,29-118 122,3 1 0,1 0-1,2 0 1,1 0 0,3 0-1,9 49 1,-6-62-385,0-1 0,2 0 0,0-1 0,2 0 0,1-1 1,1 0-1,1 0 0,1-1 0,0-1 0,38 39 0,-32-41-2110,46 36 0,-41-39-1662,49 27-1,7-6-8454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4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8869,'4'-16'702,"-3"13"1,0 0 0,0 1 0,0-1 1,0 0-1,1 1 0,-1-1 0,1 0 0,-1 1 0,1 0 0,0-1 0,3-2 0,-3 4 415,-2-1-1037,0 1-1,1 0 1,-1-1-1,1 1 1,-1 0-1,1 0 1,0-1-1,-1 1 0,1 0 1,0 0-1,0 0 1,0 0-1,0 0 1,0 0-1,0 0 1,0 0-1,0 0 1,0 1-1,1-1 0,-1 0 1,0 1-1,0-1 1,1 1-1,-1-1 1,0 1-1,1-1 1,-1 1-1,0 0 0,1 0 1,-1 0-1,1 0 1,-1 0-1,0 0 1,1 0-1,-1 0 1,0 1-1,1-1 1,-1 0-1,0 1 0,1-1 1,0 2-1,3-1-3,0 1-1,-1 0 1,1 1-1,-1-1 1,0 1-1,0 0 0,0 0 1,0 0-1,0 0 1,4 7-1,-2-1 0,0 0-1,-1 1 1,-1 0 0,1 0-1,-1 0 1,2 12 0,3 6 74,-3-8-94,-1 0 0,0 0 0,-2 0 0,0 1 1,-2-1-1,0 1 0,-1-1 0,-5 37 0,-2-21 0,0 0-1,-3-1 1,-1 0-1,-17 39 0,1-10 119,26-61-153,5-12 69,26-40-76,57-70 0,52-46-90,-134 159 105,7-9 37,1 0 0,0 1-1,1 1 1,0 0 0,1 0-1,1 2 1,19-12 0,-35 23-59,0 0 0,0 0 0,0 0 1,0 0-1,0 0 0,0 0 0,0 0 1,0 0-1,1 0 0,-1 0 0,0 0 1,0-1-1,0 1 0,0 0 1,0 0-1,0 0 0,0 0 0,1 0 1,-1 0-1,0 0 0,0 0 0,0 0 1,0 0-1,0 0 0,0 0 0,1 1 1,-1-1-1,0 0 0,0 0 0,0 0 1,0 0-1,0 0 0,0 0 0,0 0 1,0 0-1,1 0 0,-1 0 0,0 0 1,0 0-1,0 1 0,0-1 0,0 0 1,0 0-1,0 0 0,0 0 0,0 0 1,0 0-1,0 0 0,0 0 0,0 1 1,0-1-1,0 0 0,0 0 0,0 0 1,0 0-1,0 0 0,0 0 1,0 1-1,34 103 1093,-27-77-985,1 0 0,1-1 0,1 0 0,21 37 0,4-9-1612,79 95 0,-55-88-2786,5-5-4119,-36-36-638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4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26 11077,'19'-25'7262,"-16"26"-6152,0 0-986,0 1-1,0 0 0,0-1 1,0 2-1,-1-1 1,1 0-1,-1 0 0,1 1 1,-1-1-1,0 1 1,0 0-1,0 0 1,0 0-1,0 0 0,0 0 1,-1 0-1,0 0 1,0 0-1,0 1 0,0-1 1,0 0-1,0 1 1,-1-1-1,0 1 1,0-1-1,0 0 0,0 6 1,-1 3-47,0 0 1,-1 0 0,0-1-1,0 1 1,-1 0 0,-10 21-1,-45 125 641,42-111-454,15-45-260,0 0 1,0-1-1,1 1 1,-1 0 0,1 0-1,-1 0 1,1 0-1,0 0 1,-1 0 0,1 0-1,0-1 1,0 1-1,1 0 1,-1 0 0,0 0-1,1 0 1,-1 0-1,1 0 1,-1 0 0,1-1-1,0 1 1,0 0-1,0 0 1,0-1 0,0 1-1,0-1 1,0 1-1,1-1 1,-1 1 0,0-1-1,1 0 1,-1 0-1,1 0 1,0 0 0,-1 0-1,1 0 1,0 0 0,2 1-1,3 0-144,0 0 1,0-1-1,0 0 0,0 0 1,0 0-1,0-1 0,1 0 1,8-1-1,1-1-953,-1-2 1,1 0-1,-1-1 0,0 0 1,0-1-1,20-11 0,-8 4-2910,15-7-4713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5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1004 120 6401,'-2'-8'1460,"0"0"1,1 0 0,0 0-1,1-14 1,0 19-224,-14-31 3935,3 8-3922,10 23-686,-3 5 323,-4 3-557,0 1 0,0-1 0,1 2-1,0-1 1,0 1 0,0 0 0,1 1 0,0-1-1,0 1 1,-6 12 0,-9 18 667,-16 43 0,12-27-244,-139 291 1992,-71 145-1916,109-247-1763,-14 28-3839,91-179 1784,15-28-367,3 0-3287,8-5-4441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6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0 7921,'0'0'10262,"-3"3"-9322,-2 4-724,1 1 0,-1 0-1,1 0 1,1 0 0,-1 0-1,1 1 1,1 0 0,0-1 0,0 1-1,0 0 1,1 9 0,-7 26 232,-35 205 772,20-100-1779,5-35-2161,10-2-4020,8-109 5703,1-6-1129,29-154 3521,-24 112-224,2 1-1,27-84 1,-21 89 73,3 1 0,26-48 0,-41 84-1139,-1-1-1,0 1 1,1 0-1,-1 0 1,1 0 0,-1 0-1,1 0 1,0 0 0,0 0-1,0 0 1,0 1-1,0-1 1,1 1 0,-1-1-1,0 1 1,1 0-1,-1 0 1,1 0 0,-1 0-1,1 0 1,-1 1-1,1-1 1,0 1 0,-1 0-1,1 0 1,-1 0 0,1 0-1,0 0 1,-1 0-1,1 1 1,0-1 0,-1 1-1,1 0 1,-1 0-1,1 0 1,-1 0 0,1 0-1,-1 0 1,0 1-1,0-1 1,0 1 0,4 3-1,7 7 104,0 0 1,0 1-1,-1 1 0,18 27 0,-25-35-118,62 92 361,-20-28-225,60 68 1,-99-128-289,1 0 0,1-1 0,0 0-1,0 0 1,0-1 0,13 7 0,-20-13 22,1 0 0,0-1 0,0 1 0,0-1 0,0 0 0,0 0 0,1 0 0,-1 0 0,0-1 0,1 0-1,-1 0 1,0 0 0,0 0 0,1-1 0,-1 1 0,0-1 0,0 0 0,0 0 0,0-1 0,0 1 0,0-1 0,6-4 0,-6 4 44,-1-1 0,1 0 0,-1 0 0,0 0-1,0-1 1,0 1 0,0-1 0,-1 1 0,1-1 0,-1 0 0,0 0 0,0 0 0,-1 0 0,1 0 0,0-5 0,4-13-55,4-40 0,-5 28 28,35-197 1571,-40 230-1504,6-27 335,-1 17-25,-5 11-306,1 0 0,-1 0 1,0 0-1,0 0 0,1 0 1,-1 0-1,0 0 0,0 0 0,1 0 1,-1 0-1,0 0 0,0 0 1,0 0-1,1 0 0,-1 0 1,0 0-1,0 1 0,0-1 1,1 0-1,-1 0 0,0 0 1,0 0-1,0 0 0,1 0 1,-1 1-1,0-1 0,0 0 1,0 0-1,0 0 0,1 0 1,-1 1-1,0-1 0,0 0 1,0 0-1,0 0 0,0 1 1,0-1-1,0 0 0,0 0 1,0 1-1,0-1 0,0 0 1,2 3 15,-1 1 1,-1-1 0,1 0-1,0 0 1,-1 1 0,0-1-1,0 6 1,1 13 29,4 15-6,0 5-107,0 65 0,-6-61-1703,2-1 0,12 79 0,-12-118 1368,1 0 1,0 0-1,0 0 1,0 0 0,1 0-1,-1-1 1,8 10 0,-10-14 336,1 0 1,0 1 0,-1-1-1,1 0 1,0 0 0,0 0-1,0 0 1,0 0 0,0 0-1,1 0 1,-1 0 0,0 0-1,0-1 1,0 1 0,1 0-1,-1-1 1,0 1 0,1-1-1,-1 1 1,1-1 0,-1 0-1,0 0 1,1 0 0,-1 1-1,1-1 1,-1-1 0,1 1-1,-1 0 1,0 0-1,1 0 1,-1-1 0,1 1-1,-1-1 1,0 1 0,1-1-1,-1 1 1,0-1 0,0 0-1,2-1 1,6-6 140,-1 0 0,0-1 0,-1 0 0,1-1-1,-2 0 1,1 0 0,-1 0 0,8-22 0,17-26 758,79-122 3250,-89 154-2789,-12 17-727,-9 9-568,0 0-1,0 0 1,0 0 0,0 0-1,0 0 1,0 0 0,0 0-1,0 1 1,0-1 0,0 0-1,0 0 1,0 0 0,0 0 0,0 0-1,0 0 1,0 0 0,0 0-1,0 0 1,0 1 0,0-1-1,0 0 1,0 0 0,1 0-1,-1 0 1,0 0 0,0 0-1,0 0 1,0 0 0,0 0-1,0 0 1,0 0 0,0 0-1,0 0 1,0 0 0,0 1-1,0-1 1,1 0 0,-1 0-1,0 0 1,0 0 0,0 0-1,0 0 1,0 0 0,0 0-1,0 0 1,0 0 0,0 0-1,1 0 1,-1 0 0,0 0-1,0 0 1,0 0 0,0 0-1,0 0 1,0 0 0,0-1-1,0 1 1,0 0 0,0 0-1,1 0 1,-1 0 0,0 0-1,0 0 1,0 0 0,0 0-1,0 0 1,0 0 0,0 0-1,9 21 233,0 0 0,-2 1-1,0 1 1,-2-1 0,0 1-1,2 27 1,-5-25-150,2-1 0,0 0 0,2-1 0,1 0 1,0 1-1,15 27 0,-19-45-78,1-1 1,1 0 0,-1 0 0,1 0 0,8 7-1,-6-6 14,-1-5 14,2-3-27,-5 2-9,1-1 0,-1 1-1,0-1 1,0 1 0,0-1-1,0 0 1,0 0-1,0-1 1,0 1 0,0 0-1,0-1 1,-1 0 0,1 0-1,0 0 1,-1 0-1,0 0 1,1 0 0,-1-1-1,0 1 1,0-1 0,0 1-1,-1-1 1,1 0-1,-1 0 1,1 0 0,-1 0-1,0 0 1,0 0-1,0 0 1,0-4 0,2-8 22,-1-1 0,0 0 0,-1 0 0,-1 1 0,0-1 0,-1 0 0,-1 0 0,-1 0 0,0 1 0,-1-1 0,0 1 0,-2 0 0,-11-25 0,5 17-102,0 1 0,-1 1 0,-1 0 0,0 1 0,-2 1 0,-1 0 0,0 1 0,-24-19 0,30 29-1110,-1 0 0,1 1 0,-2 1-1,-20-9 1,16 12-3888,9 17-2900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7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6 8425,'6'-2'692,"5"-2"72,-3 4 3194,-8 5-2312,6 36 398,-2-18-1289,0 0 0,-2 0 1,-1 1-1,-1-1 0,-1 0 0,-4 25 0,-69 206 2861,37-144-2813,-190 567 1000,7-101-3560,104-365-2526,22-81-4966,35-60-1515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4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2 11417,'0'0'505,"-1"0"1,0-1-1,0 1 0,1 0 1,-1 0-1,0-1 0,0 1 1,0 0-1,0 0 0,1 0 1,-1 0-1,0 0 0,0 0 1,0 0-1,0 0 1,1 1-1,-1-1 0,0 0 1,0 0-1,0 1 0,1-1 1,-1 0-1,0 1 0,1-1 1,-2 2-1,0-1-156,1 1 1,-1-1-1,1 1 1,0 0-1,0 0 1,0 0 0,0 0-1,0 0 1,0 0-1,0 2 1,-2 8-138,0 0 1,-1 23 0,3-31 633,-17 275 2295,-17 144-3400,1-172 27,15-110-2751,0-1-5239,16-101 1265,8-14-4432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4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32 10637,'-4'-11'824,"-1"1"378,2-1 5101,28 16-3948,0 3-1850,-1 1 0,-1 1 0,1 1 0,42 28 0,81 69 446,-94-64-568,79 84 0,-106-99-274,-1 1 1,-2 1 0,-1 2 0,26 51 0,-42-72-87,0 0 0,-1 1 0,-1 0 0,0 0 0,-1 0 0,-1 0 1,0 1-1,0-1 0,-1 18 0,-2-20-6,0 0 0,-1 0 1,0 0-1,-1-1 0,0 1 0,0-1 1,-1 1-1,-1-1 0,1 0 0,-2-1 1,-11 17-1,1-6-17,-1-1 0,-1 0 0,-1-1 0,0-1 0,-1-1 0,-1-1 0,-36 20 1,-169 72-1096,223-105 1061,-253 90-3746,128-48-732,62-17-1016,15-3-3090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6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38 152 5733,'-32'-37'8872,"31"36"-8774,1 1-1,0-1 0,0 0 0,-1 0 1,1 1-1,0-1 0,0 0 0,0 0 1,0 0-1,0 0 0,0 1 0,0-1 1,0 0-1,0 0 0,0 0 0,0 0 1,1 1-1,-1-1 0,0 0 0,1-1 1,1-18 3630,-9-18-2393,6 35-1193,1 1-1,1 0 1,-1 0-1,0-1 0,1 1 1,-1 0-1,1 0 0,-1 0 1,1 0-1,0 0 1,0 0-1,0 0 0,2-2 1,-1-2 3050,2 6-2863,3 2-277,-1-1 0,1 1 0,-1 0 0,1 1 1,-1 0-1,0 0 0,0 0 0,0 1 0,0-1 0,0 1 0,-1 1 1,0-1-1,0 1 0,0 0 0,0 0 0,5 9 0,5 8 38,-1 1 0,-1 1 1,11 25-1,-17-31-74,0 0 1,-2 1-1,0-1 1,-1 1-1,-1 0 1,0 0-1,-2 0 1,0 1-1,-1-1 1,-1 0-1,-1 0 1,0 0-1,-2 0 1,0 0-1,-1 0 1,-1-1-1,-1 0 1,0 0-1,-1-1 1,-1 0 0,-1 0-1,0-1 1,-2 0-1,1-1 1,-2 0-1,-28 25 1,4-14 351,36-26-353,0-1 1,0 0-1,-1 1 1,1-1-1,0 0 1,0 0 0,0 0-1,0 0 1,0 0-1,0 0 1,1 0-1,-1 0 1,0 0-1,0-1 1,1 1 0,-1 0-1,0-3 1,3 0-3,0-1 1,0 0 0,1 1 0,-1-1-1,1 1 1,7-8 0,-5 5-2,31-36-33,3 1 1,1 3 0,59-46 0,-36 31-148,142-116-172,-203 168 330,1 0 0,0-1 0,0 1 1,0 0-1,0 1 0,0-1 0,0 0 0,0 1 0,1 0 0,-1 0 0,6-2 1,-7 3 19,-1 0 0,0 0 1,1 0-1,-1 1 0,1-1 1,-1 0-1,1 0 0,-1 1 1,0-1-1,1 1 0,-1-1 1,0 1-1,1 0 0,-1-1 1,0 1-1,0 0 0,0 0 1,1 0-1,-1 0 1,1 1-1,3 6 76,-1-1 1,0 1 0,0 0-1,0 1 1,-1-1 0,0 0-1,2 13 1,-3-15-59,3 13-100,2 0 1,0-1-1,1 0 0,1 0 1,0-1-1,1 0 0,1 0 1,1-1-1,1-1 0,0 0 1,0 0-1,2-1 0,29 21 1,90 41-4825,-38-34-5578,-49-25-61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7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18 14989,'0'0'3321,"-16"-9"-285,0 1 4005,-3 13-5477,-3 1-344,-1 8-260,-5 6-324,6 3-636,-1 9 0,-2-4 0,0 9-1552,2 3-848,-15-17-933,10 9-131,9 16-3041,0 1-6024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8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819 141 6889,'0'-8'1613,"-1"1"0,-1-1 0,1 1 0,-5-13 0,-2-7 2053,2 4-1033,5 21-2424,0 0 1,0-1-1,1 1 1,-1 0-1,1-1 1,-1 1 0,1-1-1,0 1 1,0 0-1,0-1 1,0 1-1,0-1 1,1 1-1,-1 0 1,1-3 0,-12 24 665,1 1 1,1 1 0,-10 31 0,1 4 507,-2 0 0,-49 94 1,-75 96-796,102-177-668,-72 109 146,-44 73-1869,70-87-2903,25-47-6219,36-62-1490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0 12517,'-27'94'7610,"17"-66"-6141,-10 48 0,12-27-1591,-2 0-1,-18 50 1,10-31-2797,12-1-3389,6-60 2143,-3 8-2157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41 6157,'-7'-11'699,"6"7"-268,-1 1 0,-1-1 0,1 1 0,0 0 0,-1 0 0,-6-6 6789,10 22-6635,0 0 1,1 0-1,1 0 0,0 0 0,1 0 1,8 20-1,1-6 31,28 49 1,-23-51-456,1 0 0,1-2 0,1 0 1,1-1-1,1-1 0,32 22 0,-34-28-94,2 0-1,0-1 1,35 14-1,-49-24-66,0 0 1,0-1-1,1 0 0,0-1 1,-1 0-1,1-1 0,0 0 1,0 0-1,0-1 0,0-1 1,-1 1-1,16-4 0,-23 3-3,3 1-8,0-1 1,0-1-1,0 1 1,-1-1-1,1 0 0,0 0 1,-1 0-1,1 0 1,-1-1-1,1 0 1,-1 0-1,0 0 0,7-8 1,-2 1-4,0-2 1,0 1-1,-1-1 0,-1 0 1,0-1-1,0 1 1,8-28-1,69-207 104,-83 244 139,-14 23-96,-4 15-312,2 0 0,1 1 0,2 0 0,-10 54 0,16-58-5195,-2 40 0,8-45-3581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19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9729,'-4'3'446,"1"1"0,-1 1 0,1-1 0,0 0 0,0 1 0,0-1 0,0 1 0,1 0 0,0 0 0,0 0 0,0 0 0,1 0 0,0 1 0,0-1 1,0 0-1,1 1 0,-1 6 0,-2 21 904,1 0 1,1 1 0,5 41-1,1-41-772,-1-3-7,2 0 0,16 55 0,-19-77-512,1-1 0,0 1 0,0-1 0,1 0 0,0 0-1,0 0 1,1-1 0,0 0 0,0 0 0,1 0 0,0-1-1,0 0 1,15 10 0,-16-14-42,1 1 0,-1-1 0,1-1 0,0 1 1,-1-1-1,1 0 0,0-1 0,0 1 0,0-1 0,0-1 0,-1 1 0,1-1 0,0 0 0,0-1 1,-1 0-1,12-4 0,-9 2-8,1 0 0,-1-1 0,0 0 0,-1-1 1,1 0-1,-1 0 0,0-1 0,-1 0 0,1 0 1,-1-1-1,-1 1 0,0-2 0,0 1 0,0-1 0,-1 0 1,0 0-1,-1 0 0,0-1 0,0 0 0,-1 1 0,-1-1 1,1 0-1,-2-1 0,1 1 0,-2 0 0,1 0 0,-1-1 1,-2-11-1,-1 5-7,-1 0 0,-1 0 1,0 1-1,-1-1 0,-1 1 0,-1 0 1,0 1-1,-1 0 0,-1 0 0,-15-18 1,17 23-159,-1 1-1,1 1 1,-2-1 0,1 1 0,-1 1 0,0 0-1,-1 0 1,0 1 0,0 0 0,0 1 0,0 0-1,-1 1 1,0 0 0,0 1 0,-18-2 0,12 3-859,-1 2 1,0 0 0,-24 3 0,-21 11-6042,18 3-3205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0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1200 261 8801,'-8'-12'542,"3"5"-29,0-1 0,0 0 0,1 1 1,0-2-1,0 1 0,-3-12 0,-5-11 1691,7 18-1085,1 1 1,0-1-1,0 1 1,-1-19-1,2 21 40,0-1 0,-1 1 0,-6-13 0,0 8 564,12 36-651,108 321 1882,-21-77-2268,4 78-220,-28 9-134,-58-280-276,-3 0-1,-10 137 0,0-157-61,-3 0 0,-1-1-1,-3 0 1,-35 89 0,23-86-290,-1 0 0,-4-2 0,-1-2 0,-68 85 1,46-75-396,-2-2 0,-3-3 0,-68 51 0,29-36-2061,-148 83-1,-116 25-6954,195-107-594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618 28 8393,'1'0'91,"-1"-1"0,0 1 0,0-1 1,1 1-1,-1-1 0,0 1 0,0-1 0,0 0 1,0 1-1,0-1 0,0 1 0,0-1 1,0 0-1,0 1 0,0-1 0,0 1 0,0-1 1,0 1-1,0-1 0,0 0 0,-1 1 0,1-1 1,0 1-1,0-1 0,-1 1 0,1-1 0,0 1 1,-1-1-1,1 1 0,0-1 0,-1 1 1,0-1-1,-19-7 2099,15 7-1559,3 1-385,0 0 1,-1 0-1,1 0 1,0 0-1,0 1 0,0-1 1,0 1-1,0-1 1,0 1-1,0 0 0,0 0 1,1 0-1,-1 0 1,-3 2-1,-1 1 330,-22 12 200,1 1 1,1 2 0,1 0 0,1 2 0,0 0-1,2 2 1,0 1 0,2 0 0,0 1 0,-23 42-1,3 6 353,2 1-1,-49 143 0,62-143-893,4 0-1,3 2 0,3 0 0,4 1 0,2 0 0,5 0 1,2 1-1,4 0 0,22 140 0,-9-135-597,4-1 0,4-1 0,62 149 1,-60-178-1100,1-2 0,3-1 1,2-2-1,1 0 0,3-3 1,73 73-1,-21-40-5417,6-4-4342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1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7165,'2'-2'713,"0"0"1,1 0-1,-1-1 1,0 1-1,0-1 1,0 1-1,-1-1 1,1 0-1,-1 0 1,1 1-1,-1-1 1,0 0-1,1-5 1,11-20 9035,-1 45-6935,1 1-2082,-1 1 0,0 0 0,11 27 0,4 8-610,0-7-285,2 0-1,60 73 1,-60-88-1996,2-1 0,41 33 0,9-2-7450,-27-23-3598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1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29 16137,'-96'-23'3293,"80"17"-213,1 6-396,-14 3-551,7 0-465,-7 8-316,-12 9-276,9 9-216,0 2-376,1 3-484,2 9-184,10 6-1244,-6 2-708,-4 1-913,4-1-1387,9 4-1933,6-4-5812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2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225 189 6073,'3'-2'248,"0"-1"0,-1 1 0,0-1 1,1 0-1,-1 0 0,-1 0 0,1 0 1,0-1-1,-1 1 0,1 0 0,-1-1 1,0 1-1,0-1 0,0 1 1,-1-1-1,1 0 0,-1 1 0,0-1 1,0 0-1,0 1 0,-1-6 0,5-13 1633,-4 21-1693,1-1 0,-1 1 1,1-1-1,-1 0 1,0 1-1,0-1 0,0 0 1,0 1-1,0-1 0,0 1 1,0-1-1,0 0 0,0 1 1,-1-1-1,1 0 0,-2-2 1,-6-21 3513,8 23-3576,0 1-1,-1-1 1,1 1-1,0-1 1,0 1-1,-1 0 1,1-1 0,-1 1-1,0-1 1,1 1-1,-1 0 1,0-1-1,0 1 1,0 0-1,0 0 1,0 0-1,0 0 1,0 0-1,0 0 1,0 0-1,0 0 1,-1 0-1,1 0 1,0 1-1,-1-1 1,1 0-1,0 1 1,-1-1-1,1 1 1,-1 0-1,1-1 1,-1 1-1,-1 0 1,-1 0 85,0 0 0,0 1-1,0-1 1,1 1 0,-1 0 0,0 0 0,0 0 0,1 0 0,-1 1 0,1 0-1,0 0 1,-1 0 0,1 0 0,0 0 0,0 0 0,-4 5 0,-3 2 310,0 2-1,1-1 1,-12 17 0,8-6-210,1 0 0,1 0-1,0 1 1,2 0-1,1 1 1,1 0-1,0 1 1,-4 38 0,6-15-877,1 1 0,3 0 1,7 65-1,-3-54-2246,-1-1-1801,7-2-4682,3-17-1789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14381,'16'-14'2397,"0"0"-185,19 11-460,22 3-356,-19 3-280,20 2-224,15-2-300,19 6-576,9-6-332,10 2-316,7-2-616,-1 0-692,4-3-464,0-6-3029,-7 1-4364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8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20 174 7733,'-16'-43'2183,"15"39"-1698,0 0 0,0 0 1,1 0-1,0 0 1,0 0-1,0 0 0,0 0 1,1-1-1,0 1 0,-1 0 1,1 1-1,1-1 1,-1 0-1,2-4 0,3-11 2275,-5 16-771,3-17 1436,-4 19-3324,0 0 0,1-1 1,-1 1-1,1 0 1,-1-1-1,1 1 1,-1 0-1,1 0 0,0 0 1,0 0-1,0 0 1,0 0-1,-1 0 0,1 0 1,0 0-1,1 0 1,-1 0-1,0 1 1,0-1-1,0 0 0,0 1 1,1-1-1,-1 1 1,0-1-1,0 1 0,1 0 1,-1 0-1,0-1 1,1 1-1,-1 0 0,1 0 1,-1 0-1,0 0 1,1 0-1,-1 1 1,0-1-1,0 0 0,3 2 1,6 0 254,-1 2 1,1-1 0,-1 2-1,10 5 1,-12-7-283,104 62 818,143 109 1,-7-4-4333,-82-71-2826,-55-36-3050,-47-30-1645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8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17 14825,'-82'-17'3161,"59"23"-465,-11-3-364,2-1-496,-6 7-304,-13 8-351,10 3-221,-4 6-196,-2 8-152,-4 9-168,0 8-588,6 1-944,4 11-408,-3 2-897,-1-2-811,10 6-3301,4 2-6024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8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67 12057,'-2'-4'717,"1"0"-1,0 0 0,1 0 1,-1 1-1,1-1 1,-1 0-1,1 0 1,0 0-1,1 0 1,-1 0-1,1 0 0,1-5 1,0-1 3662,-1 12-4028,2 4-358,0 0 0,-1 0 0,0 0-1,-1 0 1,1 0 0,-1 0 0,0 0 0,0 0 0,-1 1 0,0-1-1,0 0 1,-1 0 0,-1 8 0,1 11-128,-2 23-604,-2-1 0,-21 92-1,-43 88-4590,34-131-506,-2-2-3662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9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1 13145,'-5'1'2270,"-7"2"-926,9-3-1045,0 0-1,0 0 1,0 1-1,0 0 1,0 0 0,0-1-1,1 2 1,-1-1-1,0 0 1,0 0 0,1 1-1,-1 0 1,1-1-1,-1 1 1,1 0 0,0 0-1,0 1 1,0-1-1,0 0 1,-3 4-1,-2 14 1209,0 0 0,1 0 0,1 0-1,-4 41 1,0 80 685,9-119-2255,-4 145 125,-1 33-470,-6-68-3101,-3-49-760,1 1-5531,9-33-1984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29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26 11645,'3'-26'10586,"16"40"-8490,2 2-1744,-1 1 0,0 1-1,-1 1 1,-1 1 0,-1 0 0,-1 2 0,26 44 0,-39-60-326,-1 1-1,0-1 1,0 0 0,0 1 0,-1 0 0,0-1-1,0 1 1,0 0 0,-1 0 0,0 0-1,-1-1 1,0 1 0,-1 7 0,-1-3 6,0-1 0,-1 0 1,0 0-1,0 0 0,-1-1 1,-1 0-1,-10 15 0,-2-2 3,-2-1 0,0-1 0,-1 0 0,-1-2 0,-33 22 0,-125 73-684,30-21-2814,11 9-7199,102-70 449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1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90 7025,'-6'-10'1753,"1"0"0,0-1 0,-5-14 0,9 21-1432,0 1 1333,0 1-150,-2-4-2570,1-13 12462,14 24-10233,-7-2-1127,0 1 1,0 0 0,-1 0 0,1 0-1,-1 0 1,0 1 0,0 0 0,-1 0-1,0 0 1,1 0 0,-2 0-1,1 1 1,-1-1 0,1 1 0,-1 0-1,1 8 1,3 11 6,-2 0 0,3 39-1,-5-33-32,-3 0 0,0 0 0,-11 59 0,-32 91-697,23-122 330,16-50 152,16-41 129,0 6 69,1 0-1,2 1 1,0 1-1,1 0 1,1 1-1,2 1 1,0 0 0,42-37-1,-21 23-103,2 1 0,1 3-1,2 1 1,84-44 0,-125 73 141,0 1 0,0 0 0,0-1 0,0 1 0,0 0 1,0 1-1,0-1 0,0 0 0,0 1 0,1 0 0,-1 0 1,0 0-1,0 0 0,1 0 0,-1 1 0,0-1 0,5 2 1,-6-1 34,-1 1 0,1-1 0,0 0 0,0 0 0,0 1 0,-1-1 0,1 1 0,0 0 0,-1-1 0,0 1 0,1 0 0,-1 0 0,0 0 0,0 0 0,0 0 0,0 0 0,0 0 0,-1 0 0,1 1 0,-1-1 0,1 0 0,-1 4 0,2 19 582,-2 0 1,-1 0 0,-5 36 0,2-34-543,2 0 1,1 43-1,2-61-107,0-1-1,0 1 1,1 0-1,0-1 1,1 1 0,0-1-1,0 0 1,1 0 0,0 0-1,0 0 1,1-1-1,5 8 1,5 1-163,0 0-1,1-1 1,0 0 0,2-2 0,-1 0-1,2-1 1,0-1 0,0 0 0,1-2-1,0 0 1,0-1 0,24 5 0,3 0-2656,59 8 0,47-3-7801,-65-8-749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2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68 7105,'32'-48'12932,"-18"28"-10166,-46 88 879,-42 131 0,31-59-1649,-28 116-1261,61-211-750,2 1 1,3 0 0,0 83 0,7-91 19,1-1-1,2 0 1,11 44 0,-9-58-38,0 0-1,2-1 1,0 1 0,2-1 0,0-1 0,17 23 0,-5-13-668,2-1-1,1-1 1,2-2 0,0 0 0,2-2 0,36 24 0,-9-13-3438,1-3-1,109 47 1,-28-27-8105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3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505 112 8629,'-2'-1'2135,"-7"-3"-219,0 0 1,0 0-1,1-1 1,0 0-1,0 0 1,-13-12 0,19 16-935,12-16 489,-7 14-1393,-1 0-1,1 0 0,0 0 1,0 0-1,0 1 1,0 0-1,0-1 0,1 1 1,-1 0-1,1 1 1,-1-1-1,1 1 1,0-1-1,3 0 0,58-9 403,-61 10-451,11 0 45,0 0 0,0 1 0,0 1 0,1 0 1,26 6-1,-36-6-63,-1 1 1,0-1-1,1 1 1,-1 1-1,0-1 1,0 1-1,0 0 1,6 5 0,-8-6-10,-1 0 1,0 1 0,0-1 0,0 0 0,-1 1 0,1-1 0,0 1 0,-1 0 0,0-1-1,1 1 1,-1 0 0,0 0 0,-1 0 0,1-1 0,0 1 0,0 6 0,-2 9-34,-1 0 0,0 0 0,-1 0 1,-1 0-1,-1-1 0,-12 31 0,3-8-141,13-37 148,0 0 0,0 1 0,1-1-1,-1 0 1,1 1 0,0-1 0,0 1 0,0-1-1,0 0 1,1 1 0,-1-1 0,1 0-1,1 6 1,23 36-237,-20-37 226,0 0 0,0 0 0,-1 0 0,0 0 0,3 10 0,-7-16 31,0 1 1,1-1 0,-1 0 0,-1 0 0,1 0 0,0 0 0,0 0 0,-1 0 0,1 0 0,-1 0-1,0 0 1,1 0 0,-1 0 0,0-1 0,0 1 0,0 0 0,-1 0 0,1-1 0,0 1-1,-1-1 1,1 1 0,-1-1 0,1 1 0,-1-1 0,1 0 0,-1 0 0,0 0 0,-3 1 0,-5 4 12,0-1 1,-1 0 0,1-1 0,-15 4 0,-74 15-758,-120 13 0,67-14-2807,60-2-622,35-4-1357,8-1-4382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4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623 192 10969,'93'-102'6947,"-90"99"-6260,-1-1 0,0 0-1,0 0 1,0 0 0,0 0 0,0 0 0,-1 0 0,2-7 0,7-16 2796,-8 24-2100,-1 1-184,7-13 994,-11 41-1782,-10 28-411,-1-1 0,-3-1 0,-35 75 0,-90 145 0,57-115 0,-93 182 0,39-48-568,60-92-5568,54-123 1157,17-26-1520,11 0-5102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5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1 11085,'0'0'9986,"-2"2"-8921,-8 8-275,1 1 0,1 1-1,-1 0 1,2 0 0,0 0-1,0 1 1,-5 17 0,-20 33-133,17-39-676,2 0-1,0 1 0,1 0 1,1 1-1,2 1 0,0-1 1,-8 52-1,13-41-1755,2 70 0,4-85-179,0 0 1,7 29-1,6-15-4326,3-3-3999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5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9989,'0'0'5382,"1"2"-3919,21 28 118,1 0-1,34 33 1,-19-26-1189,2-2 0,74 50 0,-98-75-756,0 0-1,1-2 1,0 0-1,1-1 1,-1-1 0,1 0-1,30 4 1,-24-6-3208,0-2 0,47-1 0,-36-1-2565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5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21 15477,'-6'-4'1678,"-33"-12"12374,36 17-13879,1 1 1,-1 0-1,0-1 0,1 1 1,-1 0-1,1 0 0,0 0 1,-3 3-1,-4 11-173,1 0 0,0 1 0,1-1 0,1 2 0,-7 26 0,8-23-1195,-1-1 0,-2 0-1,0 0 1,-12 21-1,-37 51-10755,31-41 96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6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10293,'-2'3'2103,"-2"5"-1062,0 0 0,0 1-1,0 0 1,1 0 0,1 0-1,0 0 1,-2 13 0,-4 72 1044,7-75-1551,-5 198 2069,7-195-2465,0-1 0,2 0 0,0 0 1,2 0-1,0 0 0,12 29 0,-13-41-103,0 0-1,1 0 0,0 0 1,0-1-1,1 0 1,0 0-1,1 0 0,0-1 1,0 1-1,1-2 0,-1 1 1,2-1-1,13 8 1,-16-11-27,1-1 0,-1 0 1,0-1-1,0 1 0,1-1 1,-1-1-1,1 1 0,-1-1 1,0 0-1,1 0 0,-1-1 1,1 0-1,-1 0 0,0-1 1,1 1-1,-1-1 0,0-1 1,0 1-1,0-1 0,-1 0 1,1 0-1,5-5 1,-6 4-9,0-1 1,0 1 0,-1-1 0,1 0 0,-1-1 0,0 1 0,0-1 0,-1 0 0,1 0 0,-1 0 0,-1 0 0,1 0 0,-1-1 0,0 1 0,-1-1 0,1 1 0,-1-1 0,-1 0 0,1 0 0,-1 0 0,0 1 0,-1-1 0,1 0 0,-4-10 0,0 0-10,-1 0 0,-1 0 0,0 1 0,-1-1 0,-1 2 1,-1-1-1,0 1 0,-15-19 0,4 8-298,-1 0 0,-1 2 0,-1 1 0,-27-22 0,38 36-432,-1 1 1,0 0 0,0 0-1,-21-7 1,23 11-602,0 0 0,-1 1 0,1 1 0,-1 0-1,1 0 1,-19 0 0,-9 4-8597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7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 5933,'0'-3'641,"0"-1"1,0 1-1,0-1 1,1 1-1,-1-1 1,1 0 0,0 1-1,-1-1 1,2 1-1,1-4 1,14-8 3272,2 7-4167,-16 7 328,-1 1 1,0 0 0,1-1-1,-1 1 1,0 0-1,0 0 1,1 0-1,-1 1 1,0-1-1,1 1 1,-1-1 0,0 1-1,0 0 1,0 0-1,0 0 1,0 0-1,0 0 1,0 0 0,0 0-1,3 3 1,-4-3-59,-1 0 1,1-1-1,-1 1 1,0 0-1,1 0 1,-1 0-1,0 0 1,1-1-1,-1 1 1,0 0 0,0 0-1,0 0 1,0 0-1,0 0 1,0 0-1,0 0 1,0 0-1,0 0 1,0-1-1,-1 3 1,1-1 34,0 4-65,-1 0-1,1 0 1,-1-1 0,0 1 0,-1 0 0,1-1 0,-1 1 0,0-1-1,-1 1 1,-5 9 0,-14 14-2154,-4-1-3699,12-11-1630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38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1798 8 11425,'-14'-8'6345,"14"36"773,1-11-8149,6 267 5386,0 58-1431,-9-252-2135,-27 161-1,16-187-792,-4 0 0,-2-2 0,-2 0 1,-4-1-1,-2-1 0,-2-2 0,-3-1 0,-3-1 0,-2-2 1,-2-2-1,-2-1 0,-64 59 0,16-31-1596,-3-3 0,-3-4 1,-177 100-1,108-86-5605,-291 108 0,295-136-1665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4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1075 5613,'-2'-2'168,"0"1"1,1 0 0,-1-1-1,1 1 1,-1-1 0,1 0-1,-1 0 1,1 1 0,0-1-1,0 0 1,0 0 0,0 0-1,-1-3 1,-4-8 1857,4 10-1703,-1 1 0,0 0 0,0-1 0,0 1 0,0 1 1,0-1-1,0 0 0,0 1 0,-1-1 0,1 1 0,0 0 0,-1 0 0,-6 0 0,-4-3 705,12 3 90,0 1-1042,1-1 1,-1 1-1,1-1 1,-1 0 0,1 0-1,-1 1 1,1-1-1,0 0 1,-1 0-1,1 0 1,0 0-1,-1-2 1,0 1 850,1172 89-460,584-47-441,2-69-1,-1211 17-56,-164 4 33,5175-128-96,-2019-14 216,-7-93 139,-1998 105-185,-1001 90-55,-4 0 20,-505 46-40,1131-91 20,1317-64 33,-1854 125 81,-589 30-355,56 0 658,-30 3-3510,-40-10-3463,-1-2-810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2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592 0 13869,'1'1'168,"0"1"-1,0-1 0,0 0 0,0 1 1,-1-1-1,1 1 0,0-1 1,0 1-1,-1-1 0,1 1 0,-1-1 1,0 1-1,1 0 0,-1-1 1,0 1-1,0 2 0,-1-2 122,0 0 0,0 0 0,0-1 0,0 1 0,0 0 0,0 0 0,-1 0 0,1-1 0,-1 1 0,1-1 0,-1 1 0,0-1 0,-3 3 0,-5 4 530,1 2-1,-1-1 1,2 1-1,-1 0 1,1 1-1,1 0 1,-8 15-1,-39 93 2284,34-73-2173,-151 296 610,7-15-1649,156-310 5,-54 135 377,56-134-583,1 0 1,1 0 0,0 0 0,1 1 0,1-1 0,1 31 0,2-40-237,0 1 0,1-1 0,0 0 1,0-1-1,5 12 0,10 10-3128,-15-28 2703,0 1-1,0-1 0,1 0 0,-1 0 0,1 0 0,-1 0 0,1 0 0,3 1 0,14 4-11094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33 14229,'-10'-4'380,"1"-1"408,0 1 0,0 1 0,0-1 0,0 1 0,0 1 0,-1 0 0,1 0 0,-13 0 0,22 2-659,-1 0-1,1-1 1,-1 1-1,1 0 1,-1 0-1,1 0 1,-1 0-1,1 0 1,-1 0-1,1 0 1,-1 0-1,0 0 1,1 0-1,-1 0 1,1 0-1,-1 0 1,1 0-1,-1 1 1,1-1-1,-1 0 1,1 0-1,-1 0 1,1 1-1,0-1 1,-1 0-1,1 1 1,-1-1-1,1 0 1,0 1-1,-1-1 1,1 1-1,0-1 1,-1 1-1,1-1 1,0 0-1,0 1 1,-1 0-1,15 23 1889,-13-24-2073,11 15 359,0 0 0,1-2 0,1 1-1,23 15 1,72 46 452,-61-43-517,250 176 621,-19 23-460,-259-213-391,-2 2 1,0 0-1,-1 0 0,0 2 0,17 32 0,-30-48-2,0 1 0,-1 0 0,0 0 0,-1 0 0,1 0 0,-1 0 0,-1 0 0,1 1 0,-1-1 0,-1 1 0,1-1 0,-1 1 0,0-1 0,-1 1 0,0-1 1,0 0-1,-1 1 0,0-1 0,0 0 0,0 0 0,-1 0 0,0 0 0,-1 0 0,-3 6 0,-3-1-17,-1 0 0,0 0 0,0-1 0,-1 0 0,-1-1 0,1 0 0,-2-1 0,1-1 0,-1 0 0,-30 12 0,-13 1-396,-90 22-1,137-40 334,-353 78-3546,118-40-1766,120-19-1912,19 5-4914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2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246 110 5925,'-1'-4'604,"1"-1"1,0 1 0,0-1 0,0 1 0,0-1 0,1 1 0,-1-1 0,1 1-1,0-1 1,1 1 0,-1 0 0,1-1 0,0 1 0,0 0 0,0 0 0,7-9 6581,-8-9-2574,0 18-3432,-3 14 396,-2 12-496,-6 35-570,-2 0 0,-23 61 0,34-115-510,-67 178 0,-51 225 0,112-375 0,2 1 0,2-1 0,0 1 0,2 0 0,2 0 0,4 39 0,-2-53 0,1 1 0,0-1 0,1 0 0,1 0 0,1-1 0,1 0 0,0 0 0,1 0 0,0-1 0,2-1 0,22 27 0,-11-20-386,2-1 1,0-1-1,1-1 0,1-1 1,0-2-1,2 0 1,0-2-1,0-1 0,53 16 1,-27-14-2492,1-2 0,1-2 1,0-3-1,87 2 0,-13-13-8666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3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58 12937,'0'-4'2135,"-1"1"-1732,0-32 6159,1 34-6490,0 0 1,0 0-1,0 1 0,0-1 0,1 0 0,-1 1 0,0-1 0,0 0 1,1 1-1,-1-1 0,1 0 0,-1 1 0,0-1 0,1 1 0,-1-1 1,1 1-1,0-1 0,-1 1 0,1-1 0,-1 1 0,1 0 0,0-1 1,-1 1-1,1 0 0,0-1 0,-1 1 0,1 0 0,0 0 1,-1 0-1,1 0 0,0-1 0,0 1 0,-1 0 0,1 0 0,0 0 1,0 1-1,-1-1 0,1 0 0,0 0 0,-1 0 0,1 0 0,0 1 1,0-1-1,-1 0 0,1 1 0,-1-1 0,1 0 0,0 1 0,19 9 237,-1 0 1,0 1-1,-1 1 0,0 1 0,-1 0 0,0 1 0,-1 1 0,16 20 1,-15-16-211,-2 1 1,0 0 0,-1 1-1,-1 1 1,-2 0 0,19 47 0,-26-56-76,-1 1 1,0-1 0,0 1-1,-1-1 1,-1 1 0,-1 0-1,0 0 1,0-1 0,-5 26-1,1-21 6,-1 0 0,-1 0-1,-1 0 1,0-1 0,-1 1-1,-14 21 1,-7 2-144,-2-2-1,-1 0 1,-2-2 0,-55 46-1,87-81-201,7-5-498,56-35 735,-2-2 0,59-52 0,-2 1 1560,-114 90-1405,-1 0-1,1 0 0,-1 0 0,1 0 0,0 1 1,-1-1-1,1 0 0,-1 1 0,1 0 1,0-1-1,0 1 0,-1 0 0,1 0 1,0 0-1,-1 0 0,1 0 0,0 0 0,0 1 1,-1-1-1,1 0 0,0 1 0,-1-1 1,1 1-1,-1 0 0,1 0 0,-1 0 1,1-1-1,-1 1 0,1 0 0,-1 1 0,0-1 1,0 0-1,1 0 0,-1 1 0,0-1 1,0 0-1,0 1 0,0-1 0,-1 1 1,1-1-1,0 1 0,-1 0 0,1-1 0,-1 1 1,1 0-1,-1-1 0,0 4 0,4 29 4,-3-19-76,1 1 0,0 0 0,1-1 0,0 0 1,1 1-1,1-1 0,1-1 0,10 21 0,-8-23-181,0-1 0,1 0 0,1 0 1,-1-1-1,2-1 0,-1 1 0,2-2 0,-1 1 0,1-2 1,0 1-1,0-2 0,1 0 0,17 6 0,1-1-2348,45 11 1,29-3-7298,-44-10-2596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3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16438,'-54'0'14307,"53"3"-12610,-7 23-1446,-5 15-214,-9 44 0,19-65 0,-16 67-1835,16-77 148,-1 1-1,0-1 1,-8 12 0,-4 9-6414,7-11-5293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3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92 8461,'0'-6'569,"-1"3"-273,1 1 0,0 0 0,0-1 0,0 1 0,0-1 0,1 1 0,-1 0 0,1-1 0,-1 1 0,1 0 0,0 0 0,0 0 0,0-1 1,2-2-1,-3 4 39,0 0-1,1 0 1,-1 0 0,0-1 0,1 1 0,-1 0 0,0 0 0,0 0 0,0-1 0,0 1 0,0 0 0,-1 0 0,1-1 0,0 1 0,0 0 0,-1 0 0,1 0 0,-1 0 0,1-1 0,-2 0-1,-10-19 5479,9 21-3169,2 6-878,3 21-162,10 33-1168,39 177-436,-35-152 0,-5-25 0,-1 1 0,-4 1 0,0 64 0,-7-99 0,-1 0 0,-1-1 0,-2 1 0,0-1 0,-2 0 0,-1-1 0,0 1 0,-2-2 0,-22 40 0,13-33-159,-2-1 1,-1-2-1,-1 0 1,-1-1-1,-2-1 1,-1-2-1,0-1 1,-49 32-1,25-23-2265,-64 29-1,-61 14-7154,24-17-4349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4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0 11173,'-19'28'19192,"14"-24"-17752,0 0-4259,4-3 2854,0 0 0,0 0 0,1 0 0,-1 0 0,0 0 0,1 0 0,-1 0 0,1 0 0,0 0 0,-1 0 0,1 0 0,0 0 0,-1 0 0,1 0 1,0 0-1,0 1 0,0-1 0,0 0 0,0 1 0,-2 15 265,-22 35 446,24-51-713,-1 0 0,1 0-1,-1 0 1,1 0 0,-1 0-1,0-1 1,0 1 0,1 0-1,-1 0 1,0 0-1,0-1 1,0 1 0,0 0-1,0-1 1,0 1 0,-2 0-1,-2 3 89,-209 159 792,131-102-3678,71-52 1489,0 1-1,1 0 0,0 1 0,-16 22 0,-7 23-6801,16-14-4033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5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81 120 8009,'-1'-3'163,"-20"-70"5709,18 67-4205,1 0 0,-2 0 0,1 0 0,-1 0 1,-4-6-1,6 10-104,1 2-1399,0 0 1,0 0 0,-1 0-1,1 0 1,0 0 0,0 0-1,0 1 1,-1-1 0,1 0-1,0 0 1,0 1 0,0-1 0,0 1-1,0-1 1,0 1 0,-1 0-1,1-1 1,1 1 0,-1 0-1,0 0 1,0-1 0,0 1-1,0 0 1,0 0 0,1 0-1,-1 0 1,0 0 0,0 2-1,0 1 24,1-1 0,-1 1 0,0 0 0,1 0 0,0 0 0,0 0 0,1 5 0,-1 7 233,2 15-359,1-1 0,1 0 1,1 1-1,2-2 0,1 1 0,1-1 0,18 40 0,1-12-75,2-1-1,57 80 1,-69-111-408,1-1 0,1-1 0,1-1 0,32 26 0,-28-29-1254,0-1-1,2-1 0,0-2 0,29 13 0,-49-25 298,0 0 1,-1 0-1,2-1 0,-1 0 0,0-1 0,9 1 0,16 4-8276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5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645 15 12865,'-12'-5'658,"10"3"-514,1 1 0,-1 0 0,0 0-1,0 1 1,1-1 0,-1 0-1,0 0 1,0 1 0,0-1 0,0 1-1,0 0 1,0 0 0,0-1 0,0 1-1,0 0 1,0 1 0,0-1-1,0 0 1,0 1 0,0-1 0,0 1-1,0-1 1,1 1 0,-1 0 0,0 0-1,0 0 1,0 0 0,1 0 0,-1 0-1,-1 2 1,-33 34 2837,16-18-1856,1 0 1,1 2-1,1 0 1,-18 30 0,-98 198 1391,12-21-5259,55-117-2239,-7-3-3328,38-59-1780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13 181 13889,'-13'-6'2348,"26"-8"-67,0 2-509,3 4-232,15-6-296,4 5-248,6-2-204,13-1-492,13 1-696,13-6-416,18 2-876,10-5-864,19 3-3313,9 3-5000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4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0 16021,'0'3'6052,"-12"93"2401,9-57-7893,-1-1 0,-3 0 1,-12 42-1,-39 105-560,-29 84 0,61-181 26,16-52-1139,-18 47 0,16-57-2094,-9 36 0,11-7-5316,9-30-4123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5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283 121 13909,'-4'-9'464,"-5"-20"1116,9 28-1448,0-1-1,0 1 1,0-1 0,1 1-1,-1-1 1,0 1 0,1 0-1,-1-1 1,1 1 0,-1 0-1,1-1 1,-1 1 0,1 0-1,0 0 1,0 0 0,0-1-1,0 1 1,0 0 0,2-1-1,-3 1-88,8-7 1137,0 1 1,1 0-1,0 1 1,17-11-1,-21 15-1000,0 1 0,0-1 0,1 0 0,-1 1 0,1 0 0,-1 1 0,1-1 0,-1 1 0,1 0 1,0 0-1,-1 1 0,8 1 0,23 5 115,-1 2-1,0 2 1,0 1 0,-1 1 0,44 25-1,-37-15-132,-1 2 0,-1 2 1,63 55-1,-86-68-125,-1 1 0,-1 1 0,-1 0 0,0 0 0,-1 1 0,10 20 0,-19-30-27,1-1-1,-1 1 1,-1 0-1,1-1 0,-1 1 1,-1 1-1,1-1 1,-1 0-1,0 0 1,-1 0-1,0 1 1,0-1-1,0 0 1,-1 0-1,0 1 1,-1-1-1,1 0 1,-1 0-1,-1 0 1,-5 12-1,-2-4-8,0 0 1,-1-1-1,-1 0 0,0 0 0,-1-2 0,0 1 0,-1-2 0,-1 0 0,1 0 0,-2-1 0,-17 8 0,-21 8-488,0-2-1,-59 16 1,-274 66-6423,268-78-1,14 7-4582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7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11589,'11'-13'1283,"0"-1"0,1 2 0,0 0 0,1 0 0,1 1 0,28-18 0,-35 25-819,1-1 0,-1 2-1,1-1 1,0 1-1,1 1 1,-1-1 0,0 1-1,1 1 1,-1-1 0,1 2-1,-1-1 1,1 1-1,0 0 1,-1 1 0,1 0-1,10 3 1,-13-2-371,1 0 0,0 1 0,0 0-1,-1 0 1,0 0 0,1 1 0,-1 0 0,-1 0 0,1 1 0,-1 0 0,1 0 0,-1 0-1,-1 0 1,1 1 0,-1 0 0,0 0 0,0 0 0,-1 0 0,0 1 0,0-1 0,0 1-1,-1 0 1,0 0 0,2 13 0,-2-5-28,0 1-1,-1-1 1,-1 0-1,-1 1 1,0-1 0,-1 0-1,0 0 1,-1 0-1,-8 21 1,-6 11-288,-35 68-1,44-100 108,-3 9-459,1-1 0,2 1-1,0 1 1,1 0-1,2 0 1,-4 33-1,9-57 549,-1 0 0,1 0 0,0 0 0,0 0 0,0 0 0,0 0 0,0 0 0,0 0 0,0-1 0,1 1 0,-1 0 0,0 0 0,0 0 0,1 0 0,-1 0-1,1 0 1,-1 0 0,1 0 0,-1 0 0,1-1 0,-1 1 0,1 0 0,0 0 0,-1-1 0,1 1 0,0 0 0,0-1 0,-1 1 0,2 0 0,1-1-9,-1 1 1,0-1-1,0 0 1,0 0-1,0 0 1,1 0-1,-1 0 1,0 0-1,0 0 1,0-1-1,0 0 1,4-1-1,7-3-62,0-1 0,-1 0 0,13-9 0,4-5 14,-1-1 0,-1-1 1,-1-1-1,-1-1 1,41-53-1,-36 37 886,-3-2 1,-1 0-1,31-70 1,-44 89 1043,-6 46-454,-5-13-1485,4 24 446,19 57 0,-20-77-481,0-1 1,1 0 0,1 0-1,0-1 1,1 0-1,0 0 1,12 12-1,-6-9-484,1-2-1,0 1 0,1-2 0,0 0 1,1-1-1,1-1 0,-1 0 0,21 7 0,-7-5-3158,0-2-1,37 8 0,-16-9-7117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7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15101,'5'-4'621,"-1"0"-1,1 0 1,0 0-1,0 1 1,0-1-1,1 1 1,-1 1-1,1-1 1,0 1-1,0 0 1,0 0-1,0 1 1,0-1-1,0 1 1,0 1-1,0-1 1,12 2-1,-4 0-133,0 0 0,0 2 0,0 0-1,0 0 1,16 8 0,-23-9-377,0 1 0,-1 0 0,0 0 0,0 1 0,0 0 1,0 0-1,0 0 0,-1 1 0,1 0 0,-1 0 0,8 11 0,-11-12-71,0 0 0,-1 0 0,1 0 0,-1 0 0,0 0 0,0 0 0,-1 0-1,1 0 1,-1 0 0,0 0 0,0 1 0,0-1 0,-1 0 0,1 0 0,-1 0 0,-3 8 0,1-1 8,-1 0 1,-1 0 0,0 0 0,-12 19 0,-18 17 94,-70 73 1,-2 3-223,106-122 59,0 1 0,0-1 0,0 1 0,0-1 1,0 1-1,0-1 0,0 1 0,0 0 0,1-1 1,-1 1-1,1 0 0,-1 0 0,1-1 0,0 1 1,-1 0-1,1 0 0,0 0 0,0-1 0,0 1 1,1 0-1,-1 0 0,0 0 0,1-1 0,-1 1 1,1 0-1,-1 0 0,1-1 0,0 1 1,1 2-1,0-2-40,1 0 0,-1 1 1,0-1-1,1 0 0,-1 0 1,1 0-1,0-1 1,0 1-1,-1 0 0,1-1 1,0 0-1,0 0 0,1 0 1,-1 0-1,3 0 0,17 2-525,0 0 0,0-2-1,0-1 1,1-1-1,-1-1 1,33-6 0,133-44-6185,-104 26 879,-4 6-4380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555 0 9725,'-17'11'7348,"-12"-4"-5046,9-1-1072,1 1-239,0 2 0,1 0 0,0 2 0,1 0-1,0 0 1,-30 28 0,-80 95 2180,126-134-3160,-25 30 299,1 0 0,2 2 1,1 1-1,2 0 0,1 2 1,-23 55-1,36-72-428,0 0-1,2 0 1,0 0-1,0 1 1,2-1-1,0 1 1,1 0-1,2 0 1,-1 0-1,2-1 1,1 1-1,0-1 1,1 1-1,1-1 1,12 30-1,-6-24-592,2 0 0,0-2-1,1 1 1,1-2 0,1 0-1,32 31 1,-21-26-1439,1-2 0,2 0 1,1-2-1,37 20 0,59 25-10137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7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8 12645,'4'-2'265,"0"1"0,-1 0-1,1 0 1,0 0 0,0 0 0,0 1-1,0-1 1,0 1 0,0 0-1,0 0 1,0 1 0,0-1 0,0 1-1,0 0 1,0 0 0,0 0 0,0 0-1,-1 1 1,1 0 0,0-1 0,-1 1-1,1 1 1,-1-1 0,0 0-1,0 1 1,0 0 0,0-1 0,0 1-1,-1 0 1,1 1 0,-1-1 0,4 7-1,5 11 592,0 1 0,-1 1 0,-2 0 0,10 35 0,13 99 1189,-24-106-1708,-2 1 1,-2 0-1,-3 0 0,-2 0 1,-2 0-1,-3-1 1,-2 0-1,-2 0 1,-2-1-1,-2 0 0,-40 87 1,32-91-477,-2-1 1,-2-1-1,-2-1 1,-67 75-1,63-83-632,-1-2 0,-2-2 0,-2-1-1,0-2 1,-67 37 0,68-46-1607,-52 18 0,0-8-3991,-22 3-5957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8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12177,'2'-5'497,"0"-1"-1,0 0 1,-1 1 0,0-1-1,0-9 1,0-8 11514,15 29-9529,-8-1-2283,-1 0 0,0 1 0,0-1 0,-1 1 0,0 0 1,0 1-1,0 0 0,-1 0 0,1 0 0,-2 0 0,5 9 0,6 7 107,112 148-2941,-16-46-5505,-76-88 1313,0 3-4932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8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7 13865,'-38'-6'2689,"22"17"-17,-16 12-460,0 6-380,-2-1-352,2 7-300,0 7-308,0 7-147,4 2-317,9 4-836,-7 5-557,-5-9-627,-1 1-952,-3-7-648,13 4-2485,3 2-4756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1 14373,'-73'57'2373,"48"-31"-33,9 2-404,-6-2-364,3 11-316,3 3-244,3 3-372,4 9-716,-1 5-452,-6 0-544,7-6-840,-1 1-540,-6 2-3337,4 0-4900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8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24 13029,'-19'11'7121,"25"-25"-5957,-3 2-132,20 12-212,21 3-176,4 3-120,18 0-240,17-1-540,12-2-152,19-3-476,17-3-484,15-2-564,0-1-380,9-3-2865,-2 1-4120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2:59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4 192 14389,'-4'-191'2661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0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0 10021,'0'0'8506,"-3"2"-6720,2-1-1616,0-1-1,-1 1 1,1 0 0,0 1-1,0-1 1,0 0 0,0 0-1,0 0 1,0 1 0,0-1-1,0 1 1,0-1-1,0 2 1,-8 22 1304,1 0-1,2 1 1,0-1-1,-3 42 1,-9 43 628,-98 258-1520,67-227-555,-74 186-270,86-230-1785,2-7-3266,15-26-5277,13-37-1076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0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 14273,'16'-2'8806,"-12"5"-7435,46 33 150,77 43 1,67 24-715,-146-79-586,-12-5-120,210 111 404,-168-84-428,76 59 1,-140-94-86,1 1 0,-1 0 0,-1 1 0,0 0-1,-1 1 1,13 19 0,-23-30 6,0 1-1,0-1 0,0 0 0,0 1 1,-1-1-1,0 1 0,1-1 1,-1 1-1,0 0 0,-1 0 1,1-1-1,-1 1 0,0 0 1,0 0-1,0 0 0,0-1 1,0 1-1,-1 0 0,0 0 1,0-1-1,0 1 0,0 0 1,0-1-1,-1 1 0,0-1 0,0 0 1,0 1-1,0-1 0,0 0 1,-1 0-1,1 0 0,-1-1 1,0 1-1,1 0 0,-1-1 1,-6 4-1,-10 6-73,0-1 1,-1-1-1,0-1 1,0 0-1,-1-1 1,-32 7-1,-140 21-1313,183-35 1301,-327 38-3075,158-20-298,2 4-3944,66-3-2702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1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42 190 12041,'-3'-5'342,"1"1"1,-1-1-1,1 1 0,0-1 0,1 0 0,-1 0 1,1 0-1,0 0 0,0 0 0,0 0 1,1 0-1,0-1 0,1-9 0,1 5 962,-1 0 0,0 0 1,-1 0-1,0-13 0,1-21 2257,-1 44-3546,0 0 0,0 0 0,0 0 0,0 0 0,0 0 0,0 0 1,0-1-1,0 1 0,0 0 0,0 0 0,0 0 0,0 0 0,0 0 0,0-1 0,0 1 0,0 0 1,0 0-1,0 0 0,0 0 0,1 0 0,-1 0 0,0 0 0,0 0 0,0-1 0,0 1 0,0 0 1,0 0-1,0 0 0,1 0 0,-1 0 0,0 0 0,0 0 0,0 0 0,0 0 0,0 0 0,0 0 1,1 0-1,-1 0 0,0 0 0,0 0 0,0 0 0,0 0 0,0 0 0,1 0 0,-1 0 0,0 0 1,0 0-1,0 0 0,0 0 0,0 0 0,1 0 0,-1 0 0,0 1 0,10 1 120,1 0 1,-1 1-1,0 0 0,0 1 0,0 0 0,0 1 0,-1 0 0,1 1 1,-1 0-1,-1 0 0,1 0 0,-1 1 0,0 1 0,-1-1 0,0 1 1,10 15-1,-3-4-40,-2 0 0,0 1 0,-1 1 1,-1 0-1,-1 0 0,12 44 0,-16-45-131,-1 0 0,0 1-1,-2 0 1,-1 0-1,0-1 1,-2 1-1,0 0 1,-1 0 0,-1 0-1,-1-1 1,-1 0-1,-1 0 1,-1 0-1,0 0 1,-2-1 0,-18 31-1,-6-1-519,-52 61 0,16-23-415,66-83 875,-1 0 0,1 0 1,-1 0-1,0-1 1,0 1-1,-8 4 0,5-3-43,5-3-38,13-18-222,-4 9 317,184-216-650,-73 82 888,-1 2 1579,-116 137-1659,0 1-1,1-1 0,-1 1 0,1 0 1,-1-1-1,1 1 0,-1 0 1,1 0-1,0 0 0,-1 0 1,1 0-1,0 0 0,0 0 1,0 1-1,-1-1 0,1 1 1,0-1-1,4 1 0,-5 0-21,1 1 0,-1-1 0,0 1 0,0-1 0,1 1 0,-1-1-1,0 1 1,0 0 0,0 0 0,0 0 0,0-1 0,0 1 0,0 0 0,0 0-1,0 0 1,-1 1 0,1-1 0,0 0 0,-1 0 0,2 2 0,2 8 215,0 0 1,-1 0-1,-1 1 0,3 20 1,-4-23-172,5 35 212,2-1-1,2-1 1,28 79 0,-32-107-597,1 1 0,0-1 0,1 0 0,0-1 0,1 0-1,1 0 1,0-1 0,0-1 0,1 1 0,1-2 0,0 1 0,0-2 0,1 1 0,16 7 0,-8-7-1506,-1-1 1,44 13 0,8-8-6238,-11-7-4203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28 13197,'-9'-21'3716,"9"21"-3603,0 0 1,0-1 0,0 1 0,0 0-1,0-1 1,0 1 0,1 0-1,-1-1 1,0 1 0,0 0-1,0 0 1,0-1 0,1 1-1,-1 0 1,0 0 0,0 0 0,1-1-1,-1 1 1,0 0 0,0 0-1,1 0 1,-1 0 0,0-1-1,0 1 1,1 0 0,-1 0-1,0 0 1,1 0 0,-1 0 0,0 0-1,1 0 1,-1 0 0,0 0-1,0 0 1,1 0 0,37 10 2725,-38-10-2895,40 14 940,0 2-1,39 22 1,-68-31-863,0-1-1,0 2 1,-1-1-1,-1 1 1,1 1-1,-1-1 1,0 2-1,-1-1 1,0 1-1,-1 1 1,7 11-1,-12-17-22,0-1 0,0 1 0,-1-1 0,0 1 0,0 0 0,0 0 0,0-1 0,-1 1 0,0 0 0,0 0 0,0 0 0,0 0 0,-1-1 0,0 1 0,0 0 0,0 0 0,-1-1 0,1 1 0,-1-1 0,0 1 0,-3 4 0,-6 9 6,-1-1-1,-1 0 0,-23 24 1,13-14 4,-14 23-293,35-46 168,0-1 0,1 0 0,-1 1 0,1-1 0,0 1 0,0-1-1,0 1 1,1 0 0,-1-1 0,1 1 0,0 0 0,0 0 0,0 5 0,0-6-207,-1 1 1,1-1 0,-1 1-1,0-1 1,-1 1 0,1-1-1,0 0 1,-1 1 0,0-1-1,-3 5 1,4-8 252,-3 5-495,-1 0 0,1 0 1,-1-1-1,-1 1 0,1-1 0,-1-1 1,1 1-1,-1-1 0,0 0 0,0 0 1,0 0-1,-1-1 0,-12 3 0,-7 3-2623,-18 11-3829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1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22 10605,'0'-1'162,"0"0"0,0 0 0,0 0 1,0-1-1,-1 1 0,1 0 0,0 0 0,-1 0 0,1 0 0,-1 0 1,1 0-1,-1 0 0,1 0 0,-1 0 0,0 0 0,1 0 0,-1 1 1,0-1-1,0 0 0,-1-1 0,0 2 354,-1 0-1,1 1 1,0-1-1,-1 0 1,1 1-1,-1-1 1,1 1-1,0-1 1,-5 3-1,6-2-437,-6 2 303,0 1 1,1-1-1,0 2 0,-1-1 1,1 1-1,1 0 0,-1 0 1,1 0-1,0 1 0,0 0 1,1 0-1,-1 0 0,1 0 1,1 1-1,-6 11 0,-4 12 602,1 1-1,-9 37 1,4-3-263,4 1 0,2 1-1,4 0 1,2 1 0,6 110 0,7-80-734,5-1-1,3 0 0,37 119 1,-40-176-783,1 0 1,2-1-1,1-1 1,3-1-1,0 0 1,50 64-1,-47-74-1616,39 37 0,-36-41-1682,49 32-1,2-8-6880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2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1664 1 13909,'0'0'2117,"0"4"136,10 82 2548,1 50-1763,0-5-1679,-4-44-850,-4 1 1,-3 0-1,-4 0 1,-24 134-1,15-163-421,-2 0 0,-2-1 0,-3-1-1,-3 0 1,-2-2 0,-2-1-1,-52 77 1,38-74-348,-3-2-1,-2-2 0,-2-3 1,-3-1-1,-2-2 1,-98 66-1,95-77-659,-2-3 1,-2-2-1,0-3 1,-2-2-1,-1-3 1,-1-3-1,-74 14 1,-139 0-6763,245-31 6107,-119 11-7730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6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1626 4828,'0'1'175,"0"-1"-1,-1 0 0,1 0 1,0 0-1,0 0 0,-1 0 0,1 0 1,0 0-1,-1 0 0,1 0 0,0 0 1,-1 0-1,1-1 0,0 1 0,-1 0 1,1 0-1,0 0 0,0 0 1,-1 0-1,1-1 0,0 1 0,0 0 1,-1 0-1,1 0 0,0-1 0,0 1 1,-1 0-1,1 0 0,0-1 1,0 1-1,0 0 0,0 0 0,-1-1 1,1 1-1,0 0 0,0-1 0,0 1 1,0 0-1,0-1 0,0 1 0,0 0 1,0-1-1,0 1 0,0 0 1,0-1-1,0 1 0,0 0 0,0 0 1,0-1-1,1 0 0,19-10 1564,41-5-1865,47 1 438,112-1 0,116 13-209,1090 65-94,-335-7-500,4869-118-474,-2492-149 1246,-2330 136-158,1063-71-38,-874 47-354,-8-56 253,-429 5 577,-18-72 167,-582 114-577,-236 84-144,-2-2 0,-1-3 0,57-42 0,-65 39-1,-15 10 4,1 1 1,1 1 0,36-17-1,-20 16-28,0 2 0,1 1 0,1 3 0,55-10 0,3 9 32,135-3 1,110 16-37,-243 5 35,25 4 0,-129-5-17,0 0 0,1 0-1,-1 1 1,0-1 0,0 1-1,0 0 1,0 0 0,8 4-1,0-1 12,151 34 2,2-7-1,2-8 1,321 4-1,-413-28 4,0-3-1,79-14 1,-108 9 72,72-23 0,-51 4-6775,-54 20-55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7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729 159 11065,'-10'-20'762,"1"1"340,-1 1 1,-1 0-1,-15-18 1,23 32-793,0 0 1,-1 0-1,0 1 1,1-1-1,-1 1 1,-1 0-1,1 0 1,0 0-1,-1 0 0,0 1 1,1 0-1,-1 0 1,0 0-1,0 0 1,0 1-1,0 0 1,-9-1-1,1 3 92,0 0 0,1 0-1,-1 1 1,0 1-1,1 0 1,0 1-1,0 0 1,0 1 0,1 0-1,-1 1 1,1 1-1,0-1 1,-10 10-1,-4 4 160,0 1 0,1 1-1,-40 48 1,31-27-183,1 1-1,3 1 1,1 2 0,3 0-1,-29 74 1,42-85-303,0 0 0,2 0 0,2 1 0,1 0 0,2 1 0,2-1 0,1 1 0,6 60 0,-2-79-160,1-1 0,0 0 0,2-1 0,0 1 1,1-1-1,1 0 0,0 0 0,1 0 0,1-1 0,17 23 0,-17-28-16,0-1 0,1 0 0,0 0 0,0-1 0,1 0 0,0-1 0,1 0 0,0-1 1,0 0-1,1-1 0,0 0 0,0-1 0,0 0 0,18 3 0,1-2-20,1-2 0,1-1 1,-1-1-1,1-2 1,-1-1-1,0-2 0,0-1 1,0-2-1,0-1 0,60-22 1,-9-5 37,-2-4 1,137-85 0,-184 101 162,-22 12-33,1 1-1,1 1 1,-1 0 0,1 1-1,25-9 1,-38 16 73,-3 4-10,-30 87 56,20-63-95,-14 53 1,23-70-62,0 0 1,1-1-1,0 1 1,1 0-1,0 0 1,1-1 0,0 1-1,1 0 1,3 11-1,-2-13-4,0 1-1,1-1 0,0 0 0,1 0 0,0 0 1,1-1-1,0 1 0,0-1 0,0-1 0,1 1 1,0-1-1,1 0 0,0-1 0,0 0 0,0 0 1,0-1-1,1 0 0,0 0 0,0-1 0,1 0 0,-1 0 1,1-1-1,0-1 0,-1 0 0,1 0 0,0-1 1,1 0-1,10-1 0,-15 0-4,-1 0 0,1-1-1,-1 1 1,0-2 0,1 1-1,-1 0 1,0-1 0,0 0 0,0 0-1,0-1 1,0 1 0,-1-1 0,1 0-1,-1 0 1,1-1 0,4-5-1,-6 7-1,0-1 0,-1 0 0,0 0 0,0-1 0,0 1-1,0 0 1,0-1 0,0 0 0,-1 1 0,0-1 0,0 0-1,0 1 1,0-1 0,0 0 0,-1 0 0,0 0-1,0 0 1,0 0 0,0 0 0,0 1 0,-1-1 0,-1-6-1,-4-6-16,0 1-1,0 0 1,-2 1-1,1-1 1,-2 2-1,-12-17 1,-68-71-596,22 27-567,-3-4-1302,69 77 2456,0 1 0,1-1 0,-1 1-1,1-1 1,-1 1 0,1-1 0,0 1 0,-1-1-1,1 0 1,-1 1 0,1-1 0,0 0-1,0 1 1,-1-1 0,1 0 0,0 1 0,0-1-1,0 0 1,0 0 0,0 1 0,0-1-1,0 0 1,0 1 0,0-1 0,0 0 0,0 0-1,0 1 1,0-1 0,1 0 0,-1 1-1,0-1 1,1 0 0,-1 1 0,0-1-1,1 0 1,-1 1 0,1-1 0,-1 1 0,1-1-1,-1 1 1,1-1 0,-1 1 0,1-1-1,-1 1 1,1 0 0,0-1 0,-1 1 0,1 0-1,1-1 1,3-1-110,1 0-1,0 0 1,-1 0-1,1 1 1,9-1-1,254-9-1825,-121 9 1447,-44-3 223,232 2-129,-327 4 483,-1 1-1,1-1 0,-1 2 1,1-1-1,-1 1 0,0 0 1,0 1-1,0 0 0,0 0 1,-1 1-1,0 0 0,1 0 1,-2 0-1,1 1 0,-1 0 1,0 1-1,0-1 0,-1 1 1,0 0-1,7 13 0,-8-14-33,1 1 0,-1 0 0,1-1-1,1 0 1,-1 0 0,1-1 0,0 1 0,0-1-1,0-1 1,1 1 0,0-1 0,10 5-1,-7-5-10,0-1 0,0 0-1,1 0 1,-1-1 0,1-1-1,-1 0 1,1 0 0,0-1-1,11-1 1,-7 1 49,0-2 1,1 0-1,-1-1 0,0 0 0,-1-2 1,1 1-1,-1-2 0,0 0 0,21-12 1,-12 2 68,0-1 1,-1-1-1,-1-1 1,-1 0-1,-1-2 1,27-36 0,-13 7 71,-1-1 0,25-57 0,-25 50 375,78-108 0,-109 164-566,1 0 0,-1 0 0,0 1 0,1-1 1,-1 1-1,1-1 0,0 1 0,-1 0 0,1-1 0,0 1 0,0 0 0,0 0 1,0 0-1,0 0 0,0 1 0,0-1 0,0 0 0,0 1 0,0 0 0,0-1 0,0 1 1,1 0-1,2 0 0,-1 1 5,1 0 0,-1 0 1,0 1-1,0 0 0,0-1 1,0 1-1,0 1 0,0-1 1,7 6-1,-6-4-9,-1 0 1,1 1-1,-1 0 0,0-1 1,0 2-1,0-1 0,-1 0 0,5 11 1,17 50 63,-18-43-48,114 346 129,-117-355-146,0 1-1,-1-1 0,0 1 1,1 24-1,-4-34-9,0 1-1,-1-1 1,0 1-1,0-1 1,0 1-1,0-1 1,-1 1-1,0-1 0,0 0 1,-1 0-1,1 0 1,-1 0-1,0-1 1,0 1-1,-1-1 1,-3 5-1,-11 6-472,0-1 0,0 0 1,-1-2-1,-1 0 0,0-1 0,-42 16 1,-15 9-5533,58-22 604,13 7-2973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7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10 140 17046,'0'-20'2472,"0"3"-420,-4 0-392,-2 0 712,12-6-1736,-2 3-728,15 12-620,0-1-896,0 6-1092,3-3-3553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07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 7649,'-10'-8'-2213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3:10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4144,'9'-9'1256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45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5901,'22'-23'11402,"-8"27"-10356,-13-4-990,0 0 1,-1 0-1,1 0 1,0 0-1,0 0 1,0 0-1,0 0 0,0 0 1,0 0-1,-1 1 1,1-1-1,0 0 1,0 1-1,0-1 1,-1 0-1,1 1 1,0-1-1,0 1 1,-1-1-1,1 1 1,0 0-1,0 0 1,3 6 144,-1 0-1,0 0 1,0 0 0,-1 0 0,0 1 0,0-1-1,0 1 1,-1-1 0,-1 1 0,1 14 0,3 20 143,-3-27-135,1 0-1,-2 29 0,0 3 177,0-38-201,1 0 1,0 0 0,0-1-1,1 1 1,0 0 0,5 11-1,-6-17-78,1 0 0,0 1-1,1-1 1,-1 0-1,0-1 1,1 1 0,0 0-1,-1-1 1,1 1 0,0-1-1,0 0 1,1 0-1,-1 0 1,0 0 0,1-1-1,-1 0 1,7 3-1,5-1 27,0-1 0,1-1 0,-1 0 1,0 0-1,1-2 0,-1 0 0,0 0 0,0-2 0,18-4 0,-20 4-48,203-52 412,-95 22-662,-2 2-689,368-88-2982,-240 73-655,0 18-3495,-152 21 3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4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32 169 5000,'-15'0'725,"12"-3"99,24-8 4661,-21 8-5243,-6-13-609,5 13 1107,-1 1 0,1-1 1,-1 1-1,0-1 0,0 1 1,0 0-1,0 0 0,-1 0 1,1 0-1,-8-5 2726,11 10-3372,2 6-13,0 1-1,-1 0 1,0 0 0,-1 0-1,0 1 1,-1-1-1,0 0 1,-1 0 0,1 0-1,-4 13 1,1-5 627,1 38 1,2-46-434,1 0-1,0 0 1,0-1 0,1 1 0,1-1 0,3 13 0,-4-18-179,0-1-1,0 1 1,1-1 0,-1 1-1,1-1 1,0 0 0,0 0-1,0 0 1,0 0 0,0 0-1,1-1 1,-1 0 0,1 1-1,-1-1 1,1-1 0,0 1-1,8 2 1,2 0 26,0-1 0,1 0-1,-1-1 1,1-1 0,-1-1 0,1 0 0,0 0-1,-1-1 1,20-5 0,20-6 105,59-21-1,-90 25-186,98-30 155,752-210-5276,-815 235 4064,168-35-3524,-76 19-3609,-75 14-805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0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18 3976,'-9'-4'2102,"-19"-8"11383,17 11-11935,9 1-1489,1 0 1,-1 1 0,1 0 0,-1-1-1,1 1 1,-1 0 0,1 0 0,0-1-1,-1 1 1,1 0 0,0 0 0,0 1-1,0-1 1,-1 0 0,1 0 0,0 0-1,1 1 1,-1-1 0,0 1 0,0-1 0,1 1-1,-1-1 1,0 1 0,1-1 0,0 1-1,-1-1 1,1 3 0,-9 48 374,9-50-445,0 8-513,-1 1 0,1 0 0,3 16 0,9 15-8528,2-13-97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09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23 5841,'-9'-10'2507,"5"0"3802,14 8-6124,-1 2 1,1-1 0,0 1 0,-1 1 0,1 0-1,-1 0 1,1 1 0,16 5 0,-22-6-154,0 1-1,-1-1 1,1 1 0,0 0-1,-1 1 1,1-1 0,-1 1-1,1-1 1,-1 1 0,0 0 0,0 0-1,-1 0 1,1 1 0,-1-1-1,1 1 1,-1-1 0,0 1-1,0 0 1,-1 0 0,1 0-1,-1 0 1,0 0 0,1 5 0,0 4-17,0-1 0,0 0 0,-2 1 0,0-1 1,0 1-1,-1-1 0,0 1 0,-6 21 0,4-23-6,-1 1 1,-1-1-1,0 1 0,0-2 0,-1 1 0,0 0 0,-1-1 1,0 0-1,-1-1 0,0 0 0,-15 14 0,21-22 1281,5-2-1124,57-19-858,-21 6-1524,3 1-3292,-8 4-1884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0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5861,'2'1'67,"-1"-1"1,0 0-1,0 0 1,1 0-1,-1 0 1,0 1-1,0-1 1,1-1 0,-1 1-1,0 0 1,0 0-1,1 0 1,-1-1-1,0 1 1,0-1-1,0 1 1,0-1 0,1 1-1,-1-1 1,1-1-1,-2 1 47,1 0 0,-1-1 0,0 1 0,0-1 0,0 1-1,0-1 1,0 1 0,0-1 0,0 1 0,0 0 0,0-1 0,-1 1 0,1-1-1,-1 1 1,1 0 0,-1-1 0,-1-3 6615,5 4-6601,10-1-76,0 1 0,0 0 0,0 0 0,-1 2 0,1-1 0,0 2 0,0 0 0,-1 0 0,1 1 0,-1 0 0,16 7 0,-24-7-52,0-1 0,0 1 1,0 0-1,0 0 0,-1 0 0,0 0 0,1 1 0,-1-1 0,0 1 1,-1 0-1,1 0 0,-1 0 0,1 0 0,-1 0 0,0 1 0,-1-1 0,2 6 1,1 2-2,-2 0 0,1 1 0,-1-1 1,0 26-1,-2-30-29,1 0-1,0 1 1,1-1 0,2 10 0,0-3 40,-4-12-100,-13 25 253,2-17-198,0-1 1,0-1-1,-1 1 1,0-2-1,-1 0 1,0 0-1,0-1 1,-21 8 0,21-9-130,-13 5-513,13-6-952,1 0-1,1 1 0,-16 10 0,18-5-4343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29 4680,'0'0'4345,"-1"-3"-3054,-7-23 10264,7 30-11380,-2 5-113,1 1 0,0 1 0,1-1 0,0 0 0,0 0 0,1 0 1,2 16-1,-1-20-54,0-1 1,0 1-1,0 0 1,1-1-1,-1 0 1,1 1 0,0-1-1,1 0 1,0 0-1,-1 0 1,2 0-1,-1-1 1,0 1-1,1-1 1,0 0 0,6 5-1,-2-3-34,1 0-1,0-1 1,0 0 0,0 0-1,0-1 1,1 0-1,0-1 1,0 0 0,0-1-1,0 0 1,0 0-1,11 0 1,-15-2 7,0-1-1,-1 1 1,1-1 0,0 0-1,-1 0 1,1-1-1,-1 1 1,1-1 0,-1-1-1,0 1 1,0-1 0,0 0-1,0 0 1,0 0-1,-1-1 1,0 1 0,1-1-1,-1 0 1,-1-1 0,1 1-1,0-1 1,-1 1-1,5-10 1,1-5-42,-2 0 0,0 0 0,7-31 0,-1 6 16,-12 41 11,-5 25 14,-2 41 20,-6 38-1249,-1-35-2587,5-25-1358,6 6-3080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32 5733,'10'-12'7561,"-3"-1"-3394,-8 6-2023,-11 13-648,7 0-1379,0 0-1,1-1 1,0 2-1,0-1 1,0 0 0,1 1-1,0 0 1,1 0-1,-4 12 1,-3 5 25,6-17-119,1 0 1,0 0 0,0 1 0,0-1-1,1 0 1,0 1 0,1-1 0,0 1-1,0-1 1,0 1 0,1-1 0,0 0-1,1 1 1,-1-1 0,1 0-1,1 0 1,-1 0 0,1 0 0,1 0-1,6 10 1,4 2-19,1 0 0,1-1 0,0 0 0,2-2 0,20 17 0,-30-26-14,0 0 0,0 0 0,-1 0 0,-1 1 0,1 0 0,-1 1 1,0-1-1,6 16 0,-11-22-6,0 1 1,0-1-1,0 1 1,0-1 0,-1 1-1,1 0 1,-1-1-1,0 1 1,0 0-1,0-1 1,0 1-1,-1 0 1,1-1-1,0 1 1,-1 0-1,0-1 1,0 1 0,0-1-1,0 1 1,0-1-1,0 1 1,-1-1-1,1 0 1,-1 0-1,0 0 1,1 0-1,-1 0 1,0 0-1,0 0 1,0 0 0,-1-1-1,1 1 1,0-1-1,0 0 1,-1 1-1,1-1 1,-4 1-1,-48 25-2608,52-27 2445,1 1-1,0-1 1,0 0-1,0 0 1,0 0-1,-1 0 1,1 0-1,0 0 0,0 0 1,-1 0-1,1 0 1,0 0-1,0 0 1,0-1-1,0 1 1,-1-1-1,0 0 0,-4-1-746,-18-1-3927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2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6685,'16'8'5024,"-7"-16"-3828,7 2-256,-3 0-184,3 3-180,0-5-24,3 2-164,6 0-115,17-5-370,59-26-3407,-69 25-216,3 4-2365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15 4680,'-3'-1'1505,"2"-1"-1181,0 1-1,0 0 1,-1 0-1,1 0 1,0 0-1,-1 0 1,1 0 0,-1 0-1,1 1 1,-1-1-1,0 1 1,1-1-1,-1 1 1,0-1-1,1 1 1,-1 0-1,0 0 1,1 0-1,-1 0 1,0 0-1,1 0 1,-1 0 0,0 1-1,1-1 1,-4 2-1,-16 15 398,17-11-520,0 1 0,0 0-1,0-1 1,1 1 0,0 0 0,0 1 0,1-1-1,-1 0 1,2 1 0,-1 0 0,1-1-1,0 1 1,1 10 0,0-6-107,0-1 1,1 0-1,0 1 0,1-1 1,0 0-1,1 0 0,0 0 0,9 18 1,-8-20-60,1 0 0,1-1 0,-1 1 1,1-1-1,1-1 0,0 1 0,0-1 1,0 0-1,1-1 0,0 1 0,0-2 1,15 9-1,-12-8 2,1 0 0,-1-1 0,2 0 0,-1-1-1,0 0 1,1-1 0,-1 0 0,1-1 0,14 0 0,-26-1-33,0-1 0,0 0 0,0 0 0,0 0 0,0 0 0,0 0 0,0 0 0,0 0 0,0-1 0,0 1 0,0 0 0,0-1 0,0 1 0,0 0 0,0-1 0,0 1 0,0-1 0,0 0 0,-1 1 0,1-1 0,0 0 0,0 1 0,-1-1 0,1 0 0,0 0 0,-1 0 0,1 1 0,-1-1 0,1 0 0,-1 0 0,1 0 0,-1 0 0,1 0 0,-1 0 0,0 0 0,0 0 0,0 0 0,0 0 0,0 0 0,1 0 0,-2 0 0,1 0 0,0-1 0,0 0 0,-1 0-8,1-1 0,-1 1 0,0 0 0,0-1 1,0 1-1,0 0 0,0 0 0,0 0 0,0 0 0,-1 0 0,1 0 0,-1 0 0,0 0 0,0 0 0,1 1 0,-1-1 0,-4-2 0,-1 1-295,-1 1 0,0 0 0,0 0-1,0 0 1,0 1 0,0 0-1,-16 1 1,-13-2-2495,12 0-1725,0 10-2704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4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5444,'2'13'1749,"-3"-14"-248,-3-23 5618,8 24-6454,16-2-144,1 0 1,26 3-1,-39 0-405,1 0 1,0 0-1,-1 1 0,1 0 1,-1 1-1,0-1 0,0 2 1,12 5-1,-18-7-61,0 0 0,1 0 0,-1 0 1,0 1-1,0-1 0,0 0 0,-1 1 0,1 0 0,-1-1 0,1 1 0,-1 0 0,0 0 1,0 0-1,0 0 0,0 0 0,-1 0 0,1 0 0,-1 0 0,0 0 0,1 0 0,-2 6 1,0 7 135,-1 1-1,-6 28 1,4-25-147,-31 158-180,32-157-1502,0 37 1,3-49 162,1-1 1,0 1-1,0-1 0,3 9 1,4 2-5676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4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11061,'19'-11'7997,"10"11"-7253,6 0-224,3-6-492,22 0-376,-9 3-908,9 0-844,7 1-2801,3 4-3860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26 5613,'2'-9'-1386,"-3"-7"12873,-7 21-10151,-116 93 2847,5 13-2451,117-109-1708,0-1-1,0 1 1,1 0-1,-1 0 1,1 0-1,-1 0 1,1 0-1,0 0 1,0 0-1,0 0 1,0 1-1,0-1 1,0 0-1,1 1 1,-1-1-1,1 0 1,0 1-1,-1-1 1,1 1-1,1 3 1,-1-2-3,1-1 0,1 0 0,-1 0 0,0 1 0,1-1 0,0 0 0,-1 0 0,1-1 0,0 1 0,1 0 0,-1-1 0,0 1 0,3 1 0,9 7 2,0-1-1,0-1 1,1 0 0,23 9 0,-36-17-27,43 20-126,-19-10-51,0 1 1,0 1-1,-1 2 1,28 20-1,-51-33 165,0 0-1,0-1 0,0 1 1,0 0-1,-1 0 1,1 0-1,0 0 1,-1 0-1,1 1 0,-1-1 1,0 0-1,0 1 1,0-1-1,0 1 1,0-1-1,0 1 1,-1 0-1,1 2 0,-1-3 9,-1 0 0,1 1 0,-1-1 0,1 0 0,-1 0 0,0 0 0,0 0 0,0 0 0,0 0 0,0 0 0,0 0 0,0-1 0,-1 1 0,1 0 0,-1-1 0,1 1 0,-1-1 0,0 1 0,0-1 0,1 0 0,-1 0 0,-3 2 0,-4 3-3,-1 0 0,-1-1 0,1 0 0,-1 0-1,0-1 1,0-1 0,0 0 0,-1 0 0,-13 1-1,23-4 12,0 0-1,0 0 0,0 0 1,0 0-1,0 0 0,1 0 0,-1 0 1,0-1-1,0 1 0,0-1 1,0 0-1,0 1 0,0-1 1,1 0-1,-1 0 0,0 0 1,1 0-1,-1 0 0,1-1 0,-1 1 1,1 0-1,0-1 0,-1 1 1,1-1-1,0 1 0,0-1 1,0 0-1,0 0 0,0 1 0,0-1 1,1 0-1,-1 0 0,1 0 1,-1 0-1,1 0 0,0 0 1,-1 1-1,1-1 0,1-4 1,-2-5-46,2 0 1,0 0-1,0-1 1,1 1-1,4-14 1,15-39-3019,54-112 1,-47 115-1889,-5 9-2904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1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62 6121,'0'-2'612,"0"0"1,0 0 0,0 0 0,0 0 0,-1 0 0,1 0 0,-1 0 0,0 0-1,1 0 1,-1 0 0,0 0 0,-1-2 0,-5-6 207,6 10-857,0-2 875,-1 1 138,0-2-860,0 2 0,0-1 0,0 0 0,-1 0 0,1 1 0,-1-1-1,1 1 1,-1 0 0,1 0 0,-1 0 0,0 0 0,0 0 0,1 0 0,-1 1 0,0 0 0,0-1 0,0 1 0,0 0 0,1 0 0,-1 1 0,0-1 0,0 0 0,0 1 0,1 0 0,-1 0-1,0 0 1,0 0 0,1 0 0,-1 0 0,1 1 0,-3 1 0,-100 66 1282,93-58-1314,1 0 0,0 0 0,0 1 0,2 0 0,-1 1 0,2 0 0,-11 20 1,10-18-42,8-13-39,0 0 0,-1 0 1,1 0-1,0 0 1,1 1-1,-1-1 0,0 0 1,1 0-1,-1 1 0,1-1 1,-1 0-1,1 1 1,0-1-1,0 0 0,0 0 1,1 5-1,0-6-6,-1 1-1,1-1 1,0 1-1,-1-1 1,1 1-1,0-1 1,0 0-1,0 1 1,1-1-1,-1 0 1,0 0-1,0 1 1,1-1-1,-1 0 1,0 0-1,1-1 1,2 2-1,0 0-9,0 0 0,1-1 0,-1 0 0,1 0 0,-1 0 0,1-1 0,-1 1-1,1-1 1,0 0 0,-1 0 0,1-1 0,-1 0 0,1 1 0,6-3 0,12-8 6,-1 0 1,-1-1-1,0-1 1,-1-1 0,20-18-1,24-16 186,-62 47-179,17 7 63,-18-5-64,1 0 1,-1 0-1,1 0 0,-1 0 1,1 0-1,-1 0 1,0 1-1,0-1 1,0 1-1,0-1 0,0 1 1,0-1-1,0 1 1,0-1-1,0 1 1,-1 0-1,1 0 0,-1-1 1,1 1-1,-1 0 1,0 0-1,0 0 1,0-1-1,1 1 0,-2 3 1,-6 57-580,5-54 356,0 5-134,-20 91-4911,13-61 172,4 7-2977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35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72 4216,'-1'0'189,"0"0"-1,0 0 0,1-1 0,-1 1 0,0 0 0,0 0 1,0-1-1,1 1 0,-1-1 0,0 1 0,0 0 0,1-1 0,-1 0 1,0 1-1,1-1 0,-1 1 0,1-1 0,-1 0 0,1 1 1,-1-1-1,1 0 0,-1 1 0,1-1 0,-1-1 0,-1-23 3538,2 20-4064,-19-10 1087,10 9 2242,-4-2-1904,27 21-342,-9-8-895,-4-4 155,0 0-1,-1-1 1,1 1 0,0 0 0,-1 0 0,1 0 0,0 0 0,-1 0 0,1 0 0,-1 0 0,0 0 0,1 0 0,-1 0 0,0 0-1,1 2 1,1 4 3,46 87-204,-37-76-767,0 0-1,2-1 1,-1 0-1,2-1 1,30 28-1,-33-33-417,7 3-1782,-2-4-1148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3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0 5865,'0'0'5295,"-3"2"-4196,-124 121 4345,-7 7-9436,100-98-177,5 4-2389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38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4868,'0'2'123,"0"0"0,1-1 0,-1 1-1,1-1 1,-1 1 0,1-1 0,0 1-1,0-1 1,-1 0 0,1 1-1,0-1 1,0 0 0,13 6 9899,-6-26-8169,-6 12-778,-6 19-413,3-5-551,1 0-1,-1 0 1,2 0 0,-1 0 0,1-1-1,0 1 1,0 0 0,1 0 0,0-1-1,0 1 1,0-1 0,1 0 0,3 6-1,3 11 39,69 161 552,-64-151-687,-4-6-164,1-1 0,1 0-1,29 45 1,-36-63-401,0 0 1,-1 0 0,0 1 0,6 17 0,-9-24 214,1 1 1,-1-1 0,1 0 0,0 0-1,0 0 1,0 0 0,0-1-1,0 1 1,0 0 0,1-1 0,2 2-1,-1 0-533,-4-3 656,1 0-1,-1-1 0,1 1 0,0 0 0,-1 0 1,1 0-1,-1 0 0,1-1 0,-1 1 0,1 0 0,-1 0 1,1-1-1,-1 1 0,1 0 0,-1-1 0,1 1 1,-1-1-1,0 1 0,1-1 0,-1 1 0,0 0 1,1-1-1,-1 1 0,0-1 0,1 0 0,8-11-5488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38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1 6701,'-51'11'6653,"48"-11"-5282,-16 5 768,6 0-1850,-1 0 0,0 0 0,1 1 0,0 1 0,0 0 1,1 1-1,0 0 0,0 1 0,-17 17 0,-7 11-2106,-42 56 0,67-79 1001,-20 26-3925,5 2-2839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33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25 3000,'0'0'8073,"-1"-2"-7458,-3-14 461,9 10 518,27 12-340,-26-4-1548,58 22-1682,-22-5-3625,-24-8 844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33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4164,'0'0'5418,"-2"3"-5035,-10 15-6,-1 0-1,-23 25 1,10-13-407,-31 27-4310,44-46 599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4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5469,'16'11'1258,"-13"-8"-93,-4-6-56,-7-26 3783,18 12-2803,-5 12 1484,0 5-3442,0 1 1,0 0-1,0 0 0,0 0 1,0 1-1,0-1 0,0 1 1,-1 0-1,1 1 0,-1-1 1,8 6-1,3 5 232,28 26 0,-1 4-141,-9-8-255,65 53 0,-51-45-1982,-40-35 968,1 0 0,0-1-1,0 0 1,0-1 0,1 1-1,14 6 1,-17-11-2827,13 0-1935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43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1 6681,'0'0'1804,"-15"8"4,-5 1-264,14-1-112,-3 4-88,-4 8-256,-9 20-111,-1-6-157,1 0-176,-10 6-112,4 3-132,-4 3-196,-3 5-392,-6 4-592,0-1-784,-13-6-485,3 4-2187,3 8-3241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4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23 5633,'0'0'172,"-1"0"0,0 0 0,1-1 0,-1 1 0,1 0 0,-1 0 1,0-1-1,1 1 0,-1 0 0,1 0 0,-1-1 0,1 1 1,-1-1-1,1 1 0,-1-1 0,1 1 0,-1-1 0,1 1 1,0-1-1,-1 1 0,1-1 0,0 1 0,-1-1 0,1 0 1,11-6 5240,0 1 2963,-7 9-8148,-1-1 1,1 1 0,-1 0-1,1 0 1,-1 0 0,0 1-1,4 5 1,7 14 272,-11-17-395,1 0 0,0 0 0,0 0 0,8 8 0,42 41-1709,69 55-1,-82-79-2788,-13-14-3020,-10-12-1179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46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0 10913,'0'0'1952,"-7"12"60,-2-4-195,-4 4-301,1 2-348,-4 3-224,-16 15-192,3-4-144,7-2 20,-6 2-296,-1 7-252,-6 2-424,0-3-716,-3 3-728,-13-8-716,-3 0-2525,3 5-3984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55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4476,'12'4'16138,"-18"34"-13850,-9 42-2939,-1 4-465,10-49-1627,0 2-3673,-1 10-2576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56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4528,'0'0'13825,"2"-2"-13681,0 0-1,0 0 1,1 1 0,-1-1 0,0 0-1,1 1 1,-1 0 0,5-2-1,-2 5-125,0 0-1,-1 0 1,1 0-1,0 0 0,-1 1 1,0 0-1,1 0 1,-1 0-1,-1 1 0,1 0 1,0-1-1,-1 1 1,1 0-1,-1 1 0,-1-1 1,1 0-1,0 1 1,-1 0-1,3 8 0,-2-6-47,0 1 0,-1 0 0,0 0 0,-1 0 0,0 0 0,0 0 0,0 1 0,-1-1 0,0 0 0,-1 0 0,0 0 0,0 1 0,-4 11 0,-4 7-46,-1-1 0,-21 41 1,24-52 54,-14 25 112,19-38 239,6-2-284,234 10-5696,-191-2 1337,1 3-2533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57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32 5348,'-6'-31'9137,"9"31"-8877,146 11 1140,-146-10-1399,-1 0-1,1 0 1,-1 0 0,1 0-1,-1 1 1,0-1 0,1 1 0,-1 0-1,0-1 1,0 1 0,0 0 0,-1 0-1,1 1 1,3 3 0,-3-3 2,0 0-9,-1-1 0,1 1 0,-1-1 0,0 1 0,0-1 0,0 1 0,0 0 0,-1 0 0,1-1 0,-1 1 1,0 0-1,1 0 0,-1 0 0,-1 4 0,-7 47 0,3-18 56,3-29-41,1 1-1,1 0 1,0-1-1,0 1 1,0 0-1,1 0 1,0-1-1,1 1 1,3 11-1,-3-13 0,-2-5-6,0 0 0,0 0 0,0 0-1,0 0 1,0 0 0,0 0 0,0 0-1,-1 0 1,1-1 0,0 1-1,-1 0 1,1 0 0,0 0 0,-1 0-1,1 0 1,-1 0 0,1 0 0,-1 0-1,-1 1 1,0 1 1,0 1 7,-1 1 0,0-1-1,0 0 1,0 0-1,-1 0 1,1 0-1,-1-1 1,0 1-1,0-1 1,0 0-1,0 0 1,-1-1-1,1 1 1,-1-1-1,0 0 1,-9 3-1,-6 0-209,-1 0-1,-39 3 1,29-4-708,24-4-114,-1 1 1,0-1-1,1-1 1,-12-1-1,11 0-825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5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5144,'9'-46'12868,"-9"49"-12538,-9 116 770,9-115-1091,0 0 0,1 0 0,-1 0 0,1 0 0,0 0 0,0 0 0,0 0 0,1 0 0,-1 0 0,1 0 0,0-1 0,4 7 0,-3-5-4,-2-4-8,0-1-1,-1 1 1,1 0 0,0-1 0,0 1 0,0-1 0,0 1-1,0-1 1,0 1 0,0-1 0,1 0 0,-1 1-1,0-1 1,0 0 0,0 0 0,2 0 0,1 0-7,3 2-45,1-1 1,0 0-1,0 0 1,0-1 0,0 0-1,0 0 1,0-1-1,0 0 1,0-1-1,-1 1 1,1-2-1,0 1 1,8-4-1,10-7-127,-1 0-1,29-20 1,-29 17 92,-17 10 111,0 0 1,0-1 0,0 0 0,11-13-1,-15 15 105,1-1-1,0 1 0,0 0 1,0 0-1,1 1 0,0 0 1,9-6-1,-12 9 297,-3 6 30,-2 12-208,1 1 0,-2-1 0,0 0 0,-2 0 0,-9 27 1,-41 87-1304,42-102 28,-31 69-6994,25-42-426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01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65 4784,'2'-2'1412,"2"-2"521,1 1-1,0 0 1,0 0 0,0 1-1,9-4 1,6-3-1689,-21 5 169,1 2-338,0 0-1,0 0 1,0 0 0,-1 0 0,1 0-1,-1 1 1,1-1 0,-1 0 0,0 0 0,0 0-1,0 1 1,0-1 0,-1-2 0,-6 4-43,-1 0 0,1 0 0,0 1 0,-1 0 0,1 1 0,0-1 0,0 1 0,0 1 0,0 0 0,1 0 0,-11 6 0,0 1 59,2 0 0,-1 1 0,-26 23 1,42-33-79,0 1 0,0-1 1,-1 0-1,1 0 1,0 1-1,0-1 1,0 1-1,1-1 1,-1 1-1,0-1 1,1 1-1,-1-1 1,0 1-1,1 0 1,0-1-1,-1 1 1,1 0-1,0 0 0,0-1 1,0 1-1,0 0 1,0-1-1,1 1 1,-1 0-1,0-1 1,1 1-1,-1 0 1,1-1-1,0 1 1,-1-1-1,3 4 1,2 3-7,1 0 0,0 0 1,0-1-1,12 11 0,1 2 54,26 26-151,-34-37 101,-2 0 0,1 0-1,10 15 1,15 15-317,-32-38 269,-4 3-4,0 3 105,1-6-88,0 1 0,0-1 1,0 1-1,0-1 0,0 1 0,-1-1 1,1 1-1,-1-1 0,1 1 0,-1-1 0,1 0 1,-1 1-1,0-1 0,0 0 0,1 0 1,-1 1-1,0-1 0,0 0 0,0 0 1,0 0-1,-1 0 0,1 0 0,0-1 1,-2 2-1,-4 1-155,0-1 1,0-1 0,0 1-1,0-1 1,-10 0 0,3 0-348,10-2-153,0 0 0,0 0 0,1 0 0,-1-1-1,0 1 1,0-1 0,1 0 0,-1 0 0,1-1 0,0 1-1,0-1 1,-6-5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01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8529,'2'-3'1935,"7"-7"-677,1 0 0,0 1 0,1 0-1,0 1 1,18-12 0,-18 14-1023,1 1-1,0 0 0,0 0 0,0 1 1,0 0-1,18-2 0,31-4-1689,-58 9 60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27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121 222 11469,'11'-13'10660,"-27"34"-5973,7-6-5748,-3 11 1850,2-1 0,0 2 0,-9 47 0,-8 87 988,18-96-1193,0 3-321,2-1 0,4 1 0,2 0 0,4 0 0,15 96 0,-9-114-273,3-1 0,1-1-1,3 0 1,2-1-1,2 0 1,2-2-1,55 85 1,-60-105 10,2-2 0,25 25 0,108 96 0,-134-127 0,2-1 0,0-1 0,41 22 0,-43-29 0,0 0 0,1-2 0,32 7 0,-34-9 0,1-2 0,0 1 0,0-2 0,-1 0 0,1-1 0,0-1 0,0-1 0,-1-1 0,21-5 0,-25 5 0,-2-1 0,1 0 0,0-1 0,-1 0 0,0-1 0,0-1 0,-1 1 0,0-2 0,0 1 0,0-2 0,-1 1 0,0-1 0,14-20 0,-11 11 0,-1-1 0,-1-1 0,-1 0 0,-1-1 0,-1 1 0,0-1 0,-2-1 0,6-37 0,-5-3 0,-3-115 0,-9 78 0,-5-1 0,-4 1 0,-5 1 0,-4 1 0,-4 1 0,-4 1 0,-4 2 0,-4 1 0,-101-165 0,113 214 10,-39-47-1,54 75-49,-1 1 0,0 0 0,0 1 1,-1 1-1,-1 0 0,-18-10 0,31 20-73,0 0 1,0 0-1,-1 0 0,1 1 1,-1-1-1,1 1 0,-1 0 1,0 0-1,1 0 0,-1 1 1,0-1-1,0 1 0,1 0 1,-1 0-1,0 0 0,0 1 1,1-1-1,-1 1 0,0 0 0,1 0 1,-1 0-1,-6 3 0,7-1-155,-1 0 0,1 0 0,-1 0 0,1 1 0,0-1 0,0 1 0,1 0 0,-1-1 0,1 1 0,0 0 0,0 1 0,0-1 0,0 0 0,1 1 0,0-1-1,0 1 1,0-1 0,0 8 0,-2 15-3727,3 44 0,1-54 1636,2 48-9130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28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144 397 10333,'-7'-2'852,"1"0"-1,-1 0 1,1-1-1,-1 0 1,1 0 0,0-1-1,0 0 1,-6-5 0,8 7 1532,-14-3 1781,18 5-4047,-1-1 1,0 1 0,1 0-1,-1 0 1,1-1 0,-1 1-1,1 0 1,-1 0 0,0 0 0,1-1-1,-1 1 1,0 0 0,1 0-1,-1 0 1,0 0 0,1 0-1,-1 0 1,1 1 0,-1-1 0,0 0-1,1 0 1,-1 0 0,1 0-1,-1 1 1,0-1 0,1 0-1,-1 1 1,1-1 0,-1 0 0,1 1-1,-1-1 1,1 1 0,-1-1-1,1 1 1,0-1 0,-1 1-1,1-1 1,-1 1 0,1-1 0,0 1-1,0-1 1,-1 2 0,-3 7 126,-1 0 0,2 1 0,-1 0 0,1-1 0,1 1 0,0 0 0,0 0 0,0 13 0,-2 4 129,2 0-233,0 0 1,1 0 0,7 52 0,21 80-172,-15-106 30,23 63 0,-26-91 0,2 0 0,0-1 0,1 0 0,25 33 0,-34-53 0,-1 0 0,1-1 0,0 1 0,1-1 0,-1 0 0,1 0 0,-1 0 0,1 0 0,0-1 0,0 0 0,0 1 0,0-2 0,0 1 0,1 0 0,-1-1 0,0 0 0,7 2 0,-5-3 0,0 0 0,0 0 0,0-1 0,1 0 0,-1 0 0,0 0 0,0 0 0,-1-1 0,1 0 0,0 0 0,8-6 0,1 0 0,-1-2 0,0 0 0,-1 0 0,0-1 0,-1-1 0,0 0 0,-1 0 0,15-23 0,82-157 0,-56 94 0,-35 73 0,-16 24 0,-1 1 0,0 0 0,1-1 0,-1 1 0,0 0 0,1-1 0,-1 1 0,1 0 0,-1 0 0,0-1 0,1 1 0,-1 0 0,1 0 0,-1 0 0,1 0 0,-1 0 0,1 0 0,-1-1 0,1 1 0,-1 0 0,1 0 0,-1 1 0,1-1 0,-1 0 0,1 0 0,-1 0 0,0 0 0,1 0 0,-1 0 0,1 1 0,-1-1 0,1 0 0,-1 0 0,0 0 0,1 1 0,-1-1 0,1 0 0,-1 1 0,0-1 0,1 0 0,-1 1 0,0-1 0,0 1 0,1-1 0,-1 0 0,0 1 0,0-1 0,0 1 0,1-1 0,-1 1 0,0-1 0,0 1 0,0-1 0,0 1 0,0-1 0,0 1 0,0-1 0,0 1 0,0 0 0,0 1 0,9 20 0,-2 1 0,0 0 0,-2 1 0,4 30 0,-4-20 0,14 46 0,32 62-451,-47-134 270,-1 0 0,1-1 0,1 1 1,-1-1-1,1 0 0,1 0 1,-1-1-1,1 1 0,0-1 0,0-1 1,1 1-1,0-1 0,0 0 1,0-1-1,1 1 0,-1-2 0,1 1 1,0-1-1,0 0 0,1 0 0,-1-1 1,0 0-1,1-1 0,-1 0 1,1 0-1,-1-1 0,1 0 0,0 0 1,-1-1-1,1 0 0,-1-1 0,0 0 1,17-6-1,1-3-156,0-2 0,0 0 0,-1-2 0,-1-1 1,0-1-1,-2-1 0,0-1 0,-1-1 0,20-23 0,-2-3-45,-3-1 1,-2-2-1,40-75 0,-35 48 336,-2-3-1,32-105 1,-53 133 835,-3-1 0,-2 0 0,-2 0-1,3-103 1,-12 142-256,-1 1-1,0-1 0,-1 1 0,0-1 0,-1 1 1,-5-13-1,4 60 1474,-11 305 278,31 1-4663,-11-282 433,6 43-2787,2-38-4346,-2-31-2896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28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29 212 15889,'-28'-32'6453,"41"21"-4125,-1-1-356,17 1-579,25-6-289,3 5-412,19 1-592,19-3-788,13-1-576,13-2-441,9 3-647,4 3-404,-1-4-372,-3 1-2245,-6 8-4308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29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29 10753,'1'-1'106,"-1"0"0,0 1 0,0-1 0,0 0 0,0 0 0,0 0 1,0 1-1,0-1 0,-1 0 0,1 0 0,0 1 0,0-1 0,0 0 0,-1 1 0,1-1 0,0 0 0,-1 1 0,1-1 0,-1 0 0,1 1 1,-1-1-1,1 1 0,-1-1 0,1 1 0,-1-1 0,1 1 0,-1-1 0,0 1 0,1 0 0,-1-1 0,0 1 0,0 0 0,1-1 1,-1 1-1,0 0 0,1 0 0,-1 0 0,0 0 0,0 0 0,1 0 0,-1 0 0,0 0 0,0 0 0,-1 0 0,1 0 194,0 0 0,-1 0-1,1 0 1,-1 0 0,1-1-1,0 1 1,-1 0 0,1-1-1,-1 1 1,1-1 0,0 1-1,0-1 1,-1 0 0,1 1 0,-2-3-1,-1 7 773,2-2-867,0-1 0,1 1 0,-1-1-1,0 1 1,1 0 0,0-1 0,-1 1-1,1 0 1,0 0 0,0 0 0,0 0-1,0 0 1,0 0 0,0 0-1,1 1 1,-1-1 0,1 0 0,0 0-1,-1 1 1,1-1 0,0 0 0,0 0-1,1 4 1,2 67 1635,3 171 1463,-8-189-2889,-2 0-1,-17 81 0,-93 237-1054,47-174-1163,59-175 1421,-24 88-1332,29-98 1328,1-1 0,0 2 0,1-1 0,0 0 0,3 25 0,-2-37 297,0 0-1,0 0 1,0 0-1,1 0 1,-1 0 0,1-1-1,-1 1 1,1 0-1,0 0 1,0 0 0,0-1-1,0 1 1,0 0-1,0-1 1,0 1 0,0-1-1,1 1 1,-1-1-1,0 0 1,1 0 0,0 1-1,-1-1 1,1 0-1,0 0 1,-1-1 0,1 1-1,0 0 1,0 0-1,0-1 1,-1 1 0,1-1-1,0 0 1,0 0-1,0 1 1,0-1 0,0 0-1,0-1 1,0 1-1,0 0 1,0 0-1,0-1 1,-1 1 0,3-2-1,7-1-226,0-1 0,0 0 0,-1-1 0,0 0 0,0-1 0,11-8 0,37-33-760,-2-2 0,-2-3 0,59-73 0,-35 38 1058,-28 30 486,-31 33-41,1 1 1,1 1 0,1 0-1,35-25 1,-56 47-344,0-1 0,0 1 0,0-1 0,0 1 0,1-1 0,-1 1 0,0 0-1,0 0 1,0-1 0,0 1 0,0 0 0,0 0 0,1 0 0,-1 0 0,0 0 0,0 1 0,0-1 0,0 0 0,0 0 0,0 1 0,1-1 0,-1 1 0,0-1-1,0 1 1,0-1 0,0 1 0,0 0 0,-1-1 0,1 1 0,0 0 0,0 0 0,0 0 0,-1-1 0,1 1 0,0 0 0,-1 0 0,1 0 0,-1 0 0,2 2-1,1 3 212,0 0 0,-1 1 0,1-1-1,-1 0 1,1 10 0,-1 1 374,0 0 1,-2 0 0,-2 27 0,1-23 65,2 37 1,1-42-512,0-1 0,1 0 0,1 1 0,1-1-1,0-1 1,1 1 0,0-1 0,1 0 0,1 0 0,0-1-1,15 20 1,-17-27-166,0 1 0,0-1 0,0 0-1,1 0 1,0-1 0,0 0 0,1 0-1,-1-1 1,1 0 0,0 0 0,0-1 0,0 0-1,0 0 1,1-1 0,-1 0 0,1 0-1,0-1 1,-1 0 0,1-1 0,0 0-1,17-2 1,-15 0-72,0-1 0,0-1-1,0 0 1,0-1 0,-1 0 0,1 0-1,-1-1 1,-1 0 0,1-1-1,-1 0 1,0-1 0,-1 1 0,0-2-1,0 1 1,0-1 0,-1-1 0,-1 1-1,0-1 1,9-18 0,-8 15-22,-1-1 0,-1 1 0,0-1 0,0 1 0,-2-2 0,0 1 0,0 0 0,-1 0 0,-1-1 0,-1 1 0,0-1 0,0 1 0,-2-1 0,0 1 0,-5-20 0,3 23 17,0 1 0,-1 0-1,-1 0 1,0 1-1,0 0 1,0 0 0,-1 0-1,-1 1 1,0 0 0,0 0-1,0 1 1,-12-8-1,-7-3-18,-1 1 0,-55-24 0,83 41 39,1 0 0,-1 0 0,0 0 0,0 0-1,0 0 1,1 0 0,-1 0 0,0 0-1,0-1 1,0 1 0,0 0 0,1 0 0,-1 0-1,0 0 1,0 0 0,0 0 0,0 0-1,0-1 1,0 1 0,1 0 0,-1 0-1,0 0 1,0 0 0,0-1 0,0 1 0,0 0-1,0 0 1,0 0 0,0 0 0,0-1-1,0 1 1,0 0 0,0 0 0,0 0 0,0-1-1,0 1 1,0 0 0,0 0 0,0 0-1,0 0 1,0-1 0,0 1 0,0 0 0,0 0-1,0 0 1,0 0 0,0-1 0,0 1-1,-1 0 1,1 0 0,0 0 0,0 0 0,0-1-1,0 1 1,0 0 0,-1 0 0,1 0-1,0 0 1,22-4-73,-18 3 43,60-10-212,154-20-692,-190 29 806,1 1 0,0 1 1,0 2-1,-1 1 0,47 11 1,-67-12 103,0 1 0,0 0 1,0 0-1,0 1 0,0 0 1,-1 1-1,0-1 0,0 1 1,0 1-1,0-1 0,-1 1 1,0 0-1,10 13 0,-8-7 11,-1 1-1,0-1 0,-1 1 1,0 0-1,-1 0 1,0 1-1,4 23 0,-7-28 8,14 66-1,30 84 0,-39-138 22,2 0 0,0-1-1,1 0 1,2 0-1,0-1 1,1 0 0,0-1-1,25 25 1,-34-39 22,0 0-1,1-1 1,-1 1 0,1-1-1,0 0 1,0 0 0,0-1-1,0 1 1,1-1 0,-1 0 0,0-1-1,1 1 1,0-1 0,-1 0-1,1-1 1,-1 1 0,1-1-1,0 0 1,0 0 0,-1-1 0,1 0-1,0 0 1,-1 0 0,1 0-1,-1-1 1,0 0 0,1 0 0,-1-1-1,0 0 1,0 0 0,-1 0-1,1 0 1,0 0 0,-1-1-1,0 0 1,0 0 0,0 0 0,0-1-1,-1 1 1,0-1 0,4-6-1,1-9 7,0-1-1,-1 0 1,-1 0 0,0-1-1,-2 1 1,-1-1-1,-1 0 1,0-25-1,-3 18-21,0 1-1,-2-1 0,-1 1 1,-2 0-1,-16-51 1,16 65-22,0 1 0,-1 0 0,0 1 0,-1-1 0,0 1 0,-1 1 0,0 0-1,-1 0 1,0 1 0,-1 0 0,0 1 0,-1 0 0,0 1 0,0 0 0,-1 1 0,1 0 0,-2 1 0,-20-7 0,19 8-303,0 1 0,0 1 0,-1 0 0,0 1 0,1 0 0,-1 2 0,-22 1 0,25 0-478,0 1 0,0 0 1,0 1-1,0 1 1,0 0-1,1 1 0,0 0 1,0 1-1,-13 8 0,-2 7-5380,14-5-3852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30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11 12773,'-15'-4'1450,"-11"-2"1064,25 6-2376,0 0 1,0 0-1,0 0 0,1 0 1,-1 1-1,0-1 0,0 0 0,0 1 1,0-1-1,0 0 0,0 1 1,0-1-1,0 1 0,1 0 1,-1-1-1,0 1 0,0 0 0,1-1 1,-1 1-1,0 0 0,1 0 1,-1 0-1,1-1 0,-1 2 1,-5 9 644,2 0 0,-1 1 0,1-1 0,1 1 0,0 0 0,1 0 0,-1 12 0,-1 93 2539,3-66-2286,-19 267 915,17-271-1952,-6 69 1,7 143 0,3-243 0,0 1 1,1-1-1,1 1 1,1-1-1,6 18 0,-9-31-1,0 0 0,0 0 1,0 1-1,1-1 0,0 0 0,-1 0 0,1 0 0,0-1 0,0 1 0,1 0 0,-1-1 0,0 1 0,1-1 0,0 0 0,-1 0 0,1 0 0,0 0 0,0 0 0,0-1 0,0 1 0,1-1 0,-1 0 0,0 0 0,1 0 0,-1 0 0,0-1 0,1 1 1,-1-1-1,1 0 0,5-1 0,4-1-129,-1 0 1,0-2-1,0 1 1,0-2-1,22-10 1,56-38-859,-66 37 775,82-56-869,191-170 0,-259 204 1206,-58 47 518,7-5-464,-7 6 103,1 0 0,1 2 1,0 0-1,0 1 0,1 0 0,1 2 1,-17 17-1,-98 125 696,131-157-979,-17 22 2,1 0 0,2 1 0,-19 38 0,29-51 0,-1 0 0,2 0 0,-1 1 0,1 0 0,1 0 0,0 0 0,1 0 0,0 0 0,1 0 0,0 0 0,2 15 0,-1-20 1,1 1 0,0-1 0,1 0 1,0 1-1,0-1 0,0-1 0,1 1 0,-1 0 0,1-1 0,1 0 1,-1 0-1,1 0 0,0 0 0,0-1 0,0 1 0,1-1 0,-1-1 1,1 1-1,0-1 0,0 0 0,13 4 0,4 1-170,0-1-1,1-1 1,0 0 0,44 2 0,12-3-1602,0-5 0,0-3 0,107-17 1,235-64-6026,-190 33 4511,87-25 4312,-312 75-445,-1-1 1,1 0 0,0-1 0,0 1-1,-1-1 1,0-1 0,1 1-1,-1-1 1,-1 0 0,1-1 0,0 1-1,5-7 1,-9 9 983,-11-32 1973,8 31-1652,14-21-6221,-11 19 136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32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6201,'26'0'6875,"-30"35"-1029,4-32-6130,1 5 1314,-1 1 0,-1-1 0,0 0 0,0 0 0,0 0 0,-5 13 4131,41-15-4099,-14-9-716,31-2 193,-49 5-289,19-3-247,35 0 21,-53 3-30,-1 17-4047,-1-11 2708,-38-34-13168,22 16 5211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4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1078 10881,'0'0'9854,"-2"1"-8445,-39 36 7295,39-35-7332,21-13-825,-7 3-547,1-1 0,-1 0 0,-1-1 0,0 0 0,0 0 0,13-19 0,-1-1 0,26-48 0,-37 56 0,-1 1 0,-1-1 0,-2-1 0,0 0 0,-1 0 0,6-32 0,-6 24 0,5-29 0,-3 0 0,-2-1 0,-3 1 0,-3-1 0,-2 0 0,-15-99 0,11 118 0,-4-25 0,8 62 0,0 0 0,-1 1 0,1-1 0,-1 0 0,0 1 0,-1-1 0,1 1 0,-1 0 0,0 0 0,-5-6 0,8 9 0,-1 1 0,1-1 0,-1 1 0,0-1 0,1 1 0,-1-1 0,0 1 0,1 0 0,-1-1 0,0 1 0,0 0 0,1-1 0,-1 1 0,0 0 0,0 0 0,0 0 0,1 0 0,-1 0 0,0 0 0,0 0 0,1 0 0,-1 0 0,0 0 0,0 0 0,0 1 0,1-1 0,-1 0 0,-1 1 0,-1 0 0,1 1 0,-1 0 0,1 0 0,-1 0 0,1 0 0,0 0 0,0 0 0,-2 3 0,-4 6 0,0 0 0,-11 24 0,6-5 0,2 1 0,0 0 0,2 0 0,-5 39 0,-11 134 0,24-195 0,-4 50 0,3-1 0,3 1 0,2-1 0,17 94 0,-11-110 0,1 0 0,3 0 0,1-1 0,2-1 0,2-1 0,44 72 0,115 117 0,-87-117 0,-77-95 0,-1 0 0,0 1 0,-1 1 0,-1 0 0,14 36 0,-21-48 0,-1 1 0,-1 0 0,1-1 0,-1 1 0,-1 0 0,1 0 0,-1 0 0,0 0 0,0-1 0,-1 1 0,0 0 0,0 0 0,-1-1 0,0 1 0,0-1 0,-1 1 0,1-1 0,-1 0 0,-1 0 0,1 0 0,-5 6 0,-2 0 0,0-1 0,-1 0 0,-1 0 0,0-1 0,0-1 0,-1 0 0,0 0 0,-27 12 0,-9 1 0,-63 18 0,73-27 0,0 0 0,0-2 0,-1-1 0,-43 5 0,81-15-140,0 1 0,0-1-1,0 0 1,-1 1 0,1-1 0,0 0-1,0 0 1,0-1 0,-1 1 0,1 0-1,0-1 1,0 1 0,0-1 0,0 0 0,0 0-1,0 0 1,0 0 0,0 0 0,0 0-1,1 0 1,-1 0 0,0-1 0,1 1 0,-1-1-1,1 1 1,-1-1 0,1 0 0,0 0-1,-1 1 1,1-1 0,0 0 0,0 0-1,1 0 1,-1 0 0,0 0 0,1 0 0,-1-1-1,1 1 1,0 0 0,-1 0 0,1 0-1,0 0 1,0-1 0,1 1 0,0-3-1,0-6-1167,1 1-1,0 0 0,1 0 1,0 0-1,1 0 0,0 0 0,0 1 1,9-13-1,25-32-10245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4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20 12761,'-1'-2'261,"0"1"1,0-1-1,0 1 0,-1 0 0,1 0 1,0-1-1,0 1 0,-1 0 0,1 0 0,-1 0 1,1 0-1,-1 1 0,1-1 0,-1 0 1,1 1-1,-1-1 0,0 1 0,1-1 0,-1 1 1,-2 0-1,3 0 2,-1 0 0,1 1 0,0-1 0,-1 1 0,1 0 0,0-1-1,-1 1 1,1 0 0,0 0 0,0-1 0,0 1 0,0 0 0,0 0 0,0 0 0,0 1 0,0-1 0,0 0 0,-1 2 0,-2 6 766,-1 0 0,1 1 0,1-1 0,-5 21 0,4-14-606,1 1 0,1 0 0,0 0 0,1 0 0,1 0 0,0 0 0,2 0 0,0 0 0,6 24 0,-5-29-413,1-1 0,0 0 0,1 0 0,0 0 0,1 0-1,0-1 1,1 0 0,0 0 0,0-1 0,1 0 0,0 0 0,1-1 0,-1 0 0,13 8 0,-9-7-10,1-1 0,-1-1 0,1 0 0,1-1 0,-1 0 0,1-1 0,0-1 0,0 0 0,0-1 0,1-1 0,-1 0 0,1 0 0,0-2 0,-1 0 0,1 0 0,14-4 0,-22 3 0,1-1 0,-1 0 0,0-1 0,0 1 0,0-1 0,13-8 0,97-64 0,-107 68 0,0-1 0,0 0-1,-1 0 1,0-1 0,-1 0 0,0 0-1,0-1 1,-1 0 0,0-1 0,7-13-1,-3 4-4,11-25-23,-15 31 39,0 0-1,14-21 0,9-17-5,-24 48-5,-3 12 0,-3 12 0,-41 338 0,28-225-36,8-67-2329,3-21-4117,8-21-1758,5-9-4420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5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48 207 8745,'0'0'13074,"0"-3"-11766,-1 1-1110,1 0-1,-1 0 0,0 0 0,1 0 0,-1 0 0,0 1 0,0-1 0,0 0 1,-1 0-1,1 1 0,0-1 0,-1 1 0,1-1 0,-1 1 0,1 0 0,-1 0 1,1-1-1,-1 1 0,0 0 0,0 0 0,0 1 0,1-1 0,-1 0 0,0 1 0,-6-2 2615,2-10-1398,6 12-1406,0 0-1,0 1 1,0-1 0,1 0 0,-1 0-1,0 0 1,0 0 0,0 0 0,1 0-1,-1 0 1,0 1 0,0-1-1,1 0 1,-1 0 0,0 0 0,0 0-1,1 0 1,-1 0 0,0 0 0,0 0-1,1 0 1,-1-1 0,0 1-1,0 0 1,1 0 0,-1 0 0,0 0-1,0 0 1,1 0 0,-1 0 0,0 0-1,0-1 1,0 1 0,1 0 0,-1 0-1,0 0 1,0-1 0,0 1-1,0 0 1,0 0 0,1 0 0,-1-1-1,0 1 1,0 0 0,0 0 0,0-1-1,0 1 1,0 0 0,0 0-1,0-1 1,0 1 0,0 0 0,0 0-1,0-1 1,0 1 0,0 0 0,0 0-1,0-1 1,0 1 0,0 0 0,0 0-1,0 0 1,0-1 0,-1 1-1,1 0 1,0 0 0,0-1 0,18 8-48,-7 0 40,0 0 0,-1 1 0,0 0 0,0 1 0,-1 0 0,0 0 0,9 13 0,-2 0 0,0 1 0,17 34 0,-27-45 0,-1-1 0,-1 1 0,0 0 0,0 0 0,-1 1 0,2 18 0,-2 90 0,-4-62 0,1-59 0,0 0 0,0 0 0,0 0 0,1 0 0,-1 0 0,0 0 0,0 0 0,0 0 0,0 0 0,0 0 0,0 0 0,0 0 0,0 0 0,0 0 0,0-1 0,0 1 0,0 0 0,0 0 0,1 0 0,-1 0 0,0 0 0,0 0 0,0 0 0,0 1 0,0-1 0,0 0 0,0 0 0,0 0 0,0 0 0,0 0 0,0 0 0,0 0 0,0 0 0,0 0 0,1 0 0,-1 0 0,0 0 0,0 0 0,0 0 0,0 0 0,0 0 0,6-14 0,5-23 0,58-223 0,-59 231 0,1 0 0,2 0 0,1 2 0,1 0 0,1 0 0,33-41 0,-43 62 0,0 0 0,0 0 0,0 0 0,1 0 0,0 1 0,0 1 0,1-1 0,-1 1 0,1 0 0,0 0 0,0 1 0,0 0 0,0 1 0,0 0 0,1 0 0,8 0 0,-10 2 0,0 0 0,0 0 0,0 1 0,-1 0 0,1 0 0,0 0 0,-1 1 0,1 0 0,-1 1 0,1-1 0,-1 1 0,0 1 0,0-1 0,0 1 0,-1 0 0,1 0 0,-1 0 0,0 1 0,0 0 0,6 8 0,-1 1 0,-1 1 0,0 0 0,0 0 0,-2 1 0,0 1 0,0-1 0,-2 1 0,0 0 0,-1 0 0,3 27 0,-3 7 0,-1 1 0,-6 68 0,-2-55-95,-1 57-1468,10-44-6713,19-74-11573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5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375 176 9761,'0'0'4312,"-4"0"-3058,-10 1-717,0 0-1,1 1 1,-1 1 0,1 0 0,0 0 0,0 2-1,-16 6 1,8-2-1,-1-2-1,0 0 0,0-1 1,0-1-1,0-1 0,-28 1 1,40-6 285,-1 1 0,1-2 0,-20-3 0,30 4-790,-1 1 30,0-1 0,1 0-1,-1 0 1,1-1 0,-1 1-1,1 0 1,-1 0 0,1 0-1,0 0 1,-1 0 0,1 0-1,0-1 1,0 1 0,0 0-1,0-2 1,0 2 57,0-3-43,1 1-1,-1-1 1,1 0-1,-1 1 1,1-1-1,0 0 1,1 1-1,-1 0 1,0-1-1,1 1 1,0 0-1,0-1 1,0 1 0,0 0-1,0 0 1,1 1-1,0-1 1,-1 1-1,1-1 1,0 1-1,0 0 1,6-4-1,-5 3-37,0 1-1,0-1 1,0 1-1,0 0 1,0 0-1,0 1 1,1-1 0,-1 1-1,1 0 1,-1 0-1,1 0 1,-1 1-1,1-1 1,0 1-1,-1 0 1,1 1-1,-1-1 1,9 3-1,-5 0-20,-1 1-1,0 0 0,-1 0 0,1 1 0,-1 0 0,0 0 0,0 0 0,0 1 0,-1 0 0,0 0 0,0 0 0,0 1 0,-1 0 0,0 0 0,0 0 1,-1 0-1,0 1 0,2 7 0,4 16 31,-2-1 1,-2 1-1,3 41 1,-3-26-40,-5 14 44,0-57-30,-14 21-6,9-33-11,1 1 0,0-1 0,1 0 0,0 0 0,0 0 0,1-1 0,0 1 0,1-1 0,0 1 0,0-1 0,1 1 0,0-1 0,1 1 0,0-1 1,0 1-1,1-1 0,3-9 0,5-14-6,2 0 0,0 1 0,26-45 0,-30 61-7,1 1 0,1 0 0,1 0 0,0 1 0,0 1 0,1 0-1,1 0 1,1 1 0,20-14 0,-27 21 12,0 1 0,0 0-1,1 0 1,0 0 0,-1 1 0,1 1 0,0-1-1,0 1 1,1 0 0,-1 1 0,0 0 0,0 1 0,1-1-1,-1 1 1,0 1 0,1 0 0,-1 0 0,0 0 0,0 1-1,0 1 1,0-1 0,9 5 0,-6-1 38,-1 0 0,1 1 0,-1 0 0,-1 1 0,0 0 0,0 0 0,0 1 0,-1 0 0,0 1 0,-1 0 0,0 0 0,0 0 0,-1 1 0,-1 0 0,8 19 0,2 15-43,-2 0 0,12 83 0,-15-73-425,-4-22-642,17 96-1991,-18-85-1563,-1 1-3880,-1-17-2268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6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58 12417,'-8'11'658,"5"-7"-266,0 1 1,0-1 0,0 0 0,-1-1-1,1 1 1,-1 0 0,0-1 0,-5 4 0,6-5-26,1 1 0,-1-1 0,1 1 0,0 0 1,0 0-1,0 0 0,0 0 0,1 0 1,-1 1-1,1-1 0,0 1 0,0-1 0,-1 6 1,-7 51 2414,8-54-2483,0 10 39,1-1-1,0 0 1,0 0-1,2 0 1,0 0-1,1 0 1,0 0-1,10 26 0,-11-34-301,1-1-1,0 1 0,0-1 0,1 0 0,0 0 0,0-1 1,0 1-1,1-1 0,0 0 0,0 0 0,0 0 0,0 0 0,1-1 1,0 0-1,0 0 0,0-1 0,0 0 0,0 0 0,1 0 0,0-1 1,-1 0-1,8 2 0,2-2-162,-1 0 0,0-1 0,0-1 0,1 0 0,-1-1-1,0 0 1,1-2 0,-1 1 0,0-2 0,-1 0 0,1-1 0,-1 0 0,0-2 0,0 1 0,0-2 0,-1 1 0,0-2 0,-1 0-1,16-14 1,-1-7 117,0 0 0,-2-2 0,-1-1 0,-2-1 0,-1-1-1,-2 0 1,18-46 0,-9-5 1885,-26 82-900,7 25 317,-5-9-1031,-2 0 0,0 0 1,0 1-1,-1-1 0,-1 24 1,-10 70 673,3-46-868,-23 570-67,10-135 0,18-419-7,2-45-30,-2 1 0,0-1 0,-2 0-1,-13 48 1,-22 45-813,34-109 739,-1-1 1,-1 0-1,0-1 0,0 1 0,-1-1 1,-1 0-1,0-1 0,-1 0 0,-1-1 1,1 0-1,-2-1 0,1 0 0,-1 0 1,-1-1-1,-23 12 0,26-16 80,1 0-1,-1-2 1,0 1-1,0-1 0,0 0 1,0-1-1,-1-1 1,-20 2-1,27-3 48,0 0-1,0 0 1,0 0-1,0-1 1,0 1 0,1-1-1,-1 0 1,0 0-1,0-1 1,0 1-1,1-1 1,-1 0-1,1 1 1,-1-2-1,1 1 1,0 0-1,0-1 1,0 1-1,0-1 1,0 0-1,1 0 1,-1 0-1,1 0 1,0-1-1,-1 1 1,0-5-1,-1-2 21,1 0 0,1 0 0,0 0-1,0 0 1,1 0 0,0-1 0,1 1 0,0-1-1,3-17 1,3-8 30,16-51-1,6 5-124,3 1 0,4 2 1,67-110-1,-65 126-643,4 2-1,1 1 1,68-70 0,-71 89-1687,2 3-1,73-54 1,-48 50-4191,-5 14-4220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7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296 426 10533,'0'0'23,"-2"-6"550,1 0-1,-1 0 0,1 0 0,1 0 0,-1 0 1,1 0-1,1-11 0,-1 14-154,0 0-1,0 0 1,0 1 0,0-1-1,-1 0 1,1 0 0,-1 0-1,1 1 1,-1-1 0,0 0-1,0 1 1,-1-1 0,1 1-1,0-1 1,-1 1 0,1-1-1,-1 1 1,0 0 0,0 0-1,0 0 1,0 0 0,0 0-1,0 0 1,-3-1-1,-1-2 396,0 6 551,-4 4-937,1 0 0,-1 0 0,1 1 0,0 1 0,0 0 0,1 0 0,0 1 1,0 0-1,-11 16 0,9-10-264,0 2 0,1-1 0,1 1 0,1 0 0,-9 27 0,7-6-202,1 0 0,1 1 0,3-1 0,0 1 0,3 45 0,3-49 39,1 0 0,1 0 0,2-1 0,2 1 0,0-1 0,3-1 0,0 0 0,26 48 0,-26-58 0,2-1 0,0 0 0,2-1 0,0-1 0,1 0 0,1-1 0,0-1 0,1 0 0,1-2 0,1 0 0,0-1 0,35 18 0,-43-27 0,-1 0 0,0-1 0,1 0 0,0-1 0,0-1 0,0 1 0,0-2 0,0 0 0,0 0 0,1-1 0,-1-1 0,0 0 0,0-1 0,0 0 0,0 0 0,15-6 0,-14 2 0,0 1 0,0-2 0,-1 0 0,0 0 0,0-1 0,0 0 0,-1-1 0,-1-1 0,0 0 0,0 0 0,-1-1 0,0 0 0,14-23 0,-8 6 0,-1-2 0,-2 0 0,0 0 0,-2-1 0,-2-1 0,0 1 0,-3-1 0,0-1 0,-2 1 0,-1-1 0,-5-47 0,-1 24 0,-3 0 0,-3 0 0,-2 1 0,-3 0 0,-38-95 0,38 117 0,0 2 0,-2 0 0,-2 0 0,-1 2 0,-38-45 0,43 58 0,0 1 0,-1 0 0,0 1 0,-1 1 0,-1 0 0,0 2 0,-1 0 0,0 1 0,-1 0 0,-31-9 0,40 16-86,-1 0 0,0 1 0,0 0 1,0 1-1,0 0 0,0 1 0,-1 1 0,1-1 0,0 2 0,0 0 1,0 0-1,1 2 0,-1-1 0,0 1 0,1 1 0,-16 8 0,12-4-769,0 1 0,1 1-1,0 0 1,1 1-1,0 0 1,1 1 0,0 0-1,1 1 1,0 0-1,-14 28 1,-5 22-5226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8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29 274 11713,'-24'-4'2210,"19"3"-223,28 19 3015,-17-7-4456,1 0 1,-1 1-1,-1-1 1,0 1-1,-1 0 1,0 0-1,-1 1 1,0-1-1,1 24 1,3 1 193,3 18 54,32 147 989,-31-156-1135,3-1 0,26 57 0,-37-96-523,0 0 0,0 0 1,1-1-1,-1 1 0,1-1 1,0 0-1,6 5 1,-9-9-123,0 0 0,0 0 1,0 0-1,0-1 1,0 1-1,1 0 0,-1 0 1,0-1-1,1 1 1,-1 0-1,0-1 1,1 0-1,-1 1 0,1-1 1,-1 0-1,1 0 1,-1 1-1,1-1 1,-1 0-1,0 0 0,1-1 1,-1 1-1,1 0 1,-1 0-1,1-1 0,-1 1 1,0-1-1,1 1 1,-1-1-1,0 0 1,1 0-1,-1 1 0,0-1 1,0 0-1,0 0 1,2-2-1,4-4-3,-1 0 0,-1-1 0,1 1 0,-1-1 0,0 0 0,-1-1 0,0 1 0,0-1 0,-1 0 0,3-11 0,2-14 0,4-52 0,-3 19 0,40-256-136,-42 282-824,2 0 0,16-42 0,-17 59-955,1 1 1,2 0 0,0 1 0,25-38 0,-11 34-4705,-5 15-3958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8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154 158 11985,'7'-3'888,"-1"1"1,0-1-1,0 0 0,0 0 0,0-1 1,0 0-1,-1 0 0,6-6 0,16-10 1419,-24 19-2079,-1-1 0,1 0 1,-1-1-1,1 1 0,-1 0 0,0-1 0,0 1 1,0-1-1,0 0 0,-1 1 0,1-1 0,0 0 0,-1 0 1,0 0-1,0 0 0,0 0 0,0-1 0,-1 1 1,1-6-1,-1 7-95,-1-1 0,0 1 0,0 0 0,0-1 0,0 1 0,0 0 0,-1 0 1,1 0-1,0 0 0,-1 0 0,0 0 0,-3-4 0,2 5-22,1-1 1,-1 1-1,0 0 0,0 0 0,0 0 1,1 0-1,-1 0 0,0 0 1,0 1-1,0-1 0,0 1 1,0 0-1,0 0 0,0 0 0,0 1 1,0-1-1,0 1 0,0-1 1,0 1-1,0 0 0,0 0 1,-5 3-1,-4 2 267,-1 0 0,1 1 0,-18 15 0,20-14-370,0 0 0,1 1 1,0 1-1,1-1 1,0 1-1,0 1 0,1 0 1,0 0-1,1 0 1,0 1-1,1 0 0,0 0 1,1 0-1,1 0 1,0 1-1,0 0 0,0 13 1,2-15-25,0 0 0,1 0 1,1-1-1,0 1 0,0 0 1,1 0-1,1-1 0,-1 1 1,2-1-1,-1 0 0,2 0 1,-1 0-1,1 0 0,1-1 1,-1 0-1,2 0 0,-1 0 1,1-1-1,1 0 0,14 13 1,-8-11-702,0-1 1,0 0-1,1 0 1,0-2-1,0 0 0,1 0 1,0-2-1,0 0 1,18 3-1,-10-4-2237,0-1-1,0-1 1,30-1-1,-4-4-7551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8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74 11841,'0'-1'188,"0"0"0,0 0 0,-1-1 0,1 1 0,-1 0 0,1 0 0,-1 0 0,1-1-1,-1 1 1,0 0 0,1 0 0,-1 0 0,0 0 0,0 0 0,0 0 0,0 1 0,0-1 0,0 0 0,0 0 0,0 1 0,0-1 0,0 0 0,-2 0-1,0 0 1852,26 5 999,-15-1-2797,-1 0 0,0 0 0,-1 1 0,1 0-1,-1 1 1,1-1 0,-1 1 0,-1 0 0,1 0 0,-1 1 0,0 0 0,5 6 0,3 6 62,-1 1 0,-1-1 0,9 22 0,1 5-89,-3 1 1,-1 0-1,-3 2 1,-2 0-1,-2 0 1,-1 1-1,-4 0 1,1 81 0,-6-118-193,0 0 0,-1-1 0,-1 1 0,0-1 0,0 1 0,-1-1 0,0 0 0,-1 0 0,-1 0 0,-10 19 0,15-29-19,-1 0 1,0 0 0,0 1-1,0-1 1,0 0 0,0 0 0,0 0-1,0 0 1,0 0 0,0 0 0,0 0-1,-1 0 1,1 0 0,0-1-1,-1 1 1,1-1 0,-1 1 0,1-1-1,0 1 1,-1-1 0,1 0-1,-1 1 1,1-1 0,-4 0 0,3-1 6,0 0 1,1 0 0,-1 0 0,0 0 0,0 0-1,1 0 1,-1 0 0,1 0 0,-1-1-1,1 1 1,-1-1 0,1 1 0,0-1 0,0 0-1,0 1 1,-1-3 0,-3-4 36,1-1 0,1 1 1,-1-1-1,1 0 0,1 0 1,0 0-1,-1-13 0,2-9-45,2 0 0,1 0 0,1 0 0,2 0 1,1 1-1,1 0 0,22-56 0,-9 39-772,2 1 0,2 1 0,2 1 1,33-43-1,-42 65-267,0 1 1,2 1 0,0 0-1,36-26 1,-40 34-569,1 2 0,0 0 0,1 1 1,24-9-1,24-2-6972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9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75 12345,'-4'-7'774,"0"0"0,0 0 0,0 0 1,-1 1-1,0 0 0,-9-8 0,12 12-486,0 0 1,-1 0-1,1 0 0,-1 1 1,1-1-1,-1 0 0,0 1 1,1 0-1,-1 0 1,0 0-1,0 0 0,0 0 1,0 1-1,0-1 0,0 1 1,0 0-1,0 0 0,0 0 1,0 0-1,-6 1 1,3 1-29,0 1 0,0-1 0,-1 1 0,2 0 0,-1 1 0,0-1 1,1 1-1,-1 0 0,1 1 0,0-1 0,1 1 0,-1 0 1,1 1-1,-7 9 0,-4 9 345,2 1 0,-14 34 0,22-47-475,-24 54 470,4 1 0,-23 93 1,41-130-519,2 0-1,0 0 1,2 0 0,2 0 0,1 0 0,1 1 0,1-1-1,8 37 1,-8-57-63,1 0-1,0-1 1,1 1-1,0-1 1,0 1-1,1-1 0,0 0 1,1-1-1,0 1 1,0-1-1,0 0 1,1-1-1,16 14 1,-16-17-37,0 1 1,0-1-1,0 0 1,1 0-1,0-1 1,-1 0-1,1 0 1,1-1-1,-1 0 1,0 0-1,0-1 1,1 0 0,-1-1-1,0 0 1,1 0-1,-1-1 1,11-1-1,3-3-59,0-1 0,-1-1 0,0-1 0,0-1 0,0-1 0,-1-1 0,-1 0 0,0-1 0,-1-1 0,19-18 1,-10 7-53,-2-1 0,0-1-1,-2-1 1,-1-1 0,31-52 0,-23 19-116,-28 56 201,0 0 1,-1 0-1,1 0 0,-1 0 0,0-1 0,-1 1 1,1 0-1,-1-1 0,-1-9 0,0 15 31,0-1 0,0 1 0,0 0 1,0 0-1,0 0 0,0 0 0,0 0 0,-1 0 0,1 0 0,0 0 0,0 0 1,0 1-1,0-1 0,0 0 0,0 1 0,-1 0 0,1-1-4,-4 2-39,0 0 0,0 0 0,1 0 0,-1 1 0,1 0 1,-1 0-1,1 0 0,0 0 0,0 1 0,0-1 0,-3 5 0,-33 51-1217,33-47 824,-1 0-1,-1 0 1,-9 11-1,6-11-176,8-9 331,-1 1-1,2 0 0,-1 0 1,0 0-1,1 0 1,0 0-1,0 1 0,0-1 1,-2 7-1,9-12 92,14-2 206,0-1 0,18-6 0,-17 4 96,0 1 1,30-4-1,-23 7-53,1 0 1,0 2-1,-1 1 1,32 5-1,-51-5-23,1 0 1,-1-1-1,0 0 0,1 0 0,-1 0 1,0-1-1,1 0 0,-1-1 0,0 0 1,0 0-1,0 0 0,0-1 0,0 0 1,0 0-1,-1-1 0,0 0 0,0 0 1,0 0-1,0-1 0,0 0 1,-1 0-1,0 0 0,0-1 0,0 1 1,6-12-1,14-28 410,6-9 934,39-94 1,-66 136-1186,0 0 1,1 0-1,0 0 0,1 1 1,0 0-1,1 0 1,0 0-1,15-15 1,-20 24-157,0 0 0,0 1 0,0-1 1,0 1-1,0-1 0,1 1 1,-1 0-1,1 0 0,-1 0 0,1 0 1,-1 0-1,1 0 0,0 1 1,-1-1-1,1 1 0,0 0 0,-1 0 1,1 0-1,4 1 0,-1-1 4,0 1 0,-1 1 0,1-1 0,0 1 0,-1 0 0,1 0-1,7 5 1,-3-1 4,0 2-1,0-1 1,0 2 0,-1-1-1,-1 1 1,0 0-1,0 1 1,0 0-1,-1 0 1,-1 1-1,0 0 1,0 0 0,-1 0-1,-1 1 1,0 0-1,4 19 1,-1-1 2,-2 1 1,-2 0-1,0 0 1,-2 0-1,-5 48 1,-1-35-146,-2-1 0,-2 1 0,-1-1 0,-3-1 0,-1 0 0,-37 74 0,40-91-487,5-10-418,7-28 299,5-7 300,1-1 0,14-28 0,5-13-56,151-368-1388,-143 366 1770,2 1-1,3 1 1,2 3-1,69-76 1,-91 115 336,32-25-1,-49 44-171,-1-1-1,0 1 1,1 0-1,-1 0 0,1 0 1,-1 0-1,1 0 1,0 0-1,-1 0 0,1 1 1,0-1-1,0 1 1,0-1-1,-1 1 0,1-1 1,0 1-1,0 0 1,0 0-1,2 0 0,-3 1-13,0-1 0,0 1 0,0 0 0,0-1 0,0 1 0,0 0 0,-1-1 0,1 1-1,0 0 1,0 0 0,-1 0 0,1 0 0,0 0 0,-1 0 0,1 0 0,-1 0 0,0 0 0,1 0 0,-1 0-1,0 0 1,1 1 0,-1 0 0,1 9 255,0-1 0,-1 1 0,0 0 0,-3 16 0,3-26-310,-9 47 704,-1-1-1,-3 0 1,-20 48-1,10-28-309,11-32-247,-6 16-764,2 1-1,-14 83 1,28-114-1100,0-1 0,2 29 0,0-41 615,1 0 1,0-1-1,1 1 0,-1 0 0,2 0 0,-1-1 1,1 0-1,6 13 0,-6-15-699,1 0 0,0 0 1,0-1-1,0 1 0,6 4 1,-9-9 1737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49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41 14073,'-6'-40'5465,"21"45"-3385,4 1-440,16-6-292,29 3-272,-7 0-488,16-3-1032,10 3-736,2-6-1084,7 0-388,20 9-3213,5-1-5016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0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26 15033,'-40'-21'3263,"32"16"2275,11 7-3288,0 0-1910,0 0 1,0 1-1,-1 0 1,1-1-1,-1 1 1,1 0-1,-1 0 0,0 0 1,0 1-1,0-1 1,-1 0-1,1 1 1,-1-1-1,0 1 1,0-1-1,0 1 1,0 0-1,0 5 1,2 15-338,-1 45 1,-1-30 203,0 110-207,-6 0 0,-6-1 0,-31 149 0,8-35-483,31-207-3508,6 66 0,7-61-3978,7-5-5380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155 274 14005,'25'-26'589,"83"-80"3748,-93 93-3614,1 0 0,1 1 0,0 1-1,1 1 1,25-12 0,-12 10-256,1 0-1,0 3 0,1 0 1,0 3-1,0 0 1,0 2-1,0 2 0,50 2 1,-68 1-383,0 1 0,0 1 0,0 0 0,0 1 0,-1 0 1,0 2-1,1-1 0,-2 2 0,15 8 0,-18-8-41,-1 0 0,0 0-1,0 1 1,0 0 0,-1 1 0,-1 0-1,1 0 1,-1 1 0,-1 0-1,0 0 1,0 0 0,7 22 0,-7-15-55,-1-1 0,-1 1 0,0 0 1,-2 0-1,0 0 0,-1 0 1,-1 33-1,-3-24-203,-1-1 1,0 1 0,-2-1-1,-16 42 1,0-18-433,-1-1 0,-3-1 1,-1-1-1,-51 63 0,8-23-719,-3-4-1,-4-3 1,-4-3 0,-3-4 0,-168 111-1,225-166 1199,-1-1 0,-34 14 0,58-29 190,0 1 0,0-1 1,0 0-1,0 0 0,0 0 0,0 0 1,0-1-1,0 0 0,0 0 1,0 0-1,-7-1 0,9 1-6,1-1 0,0 1 0,0-1 0,0 1 0,0-1 1,-1 1-1,1-1 0,0 0 0,0 0 0,0 1 0,0-1 0,0 0 0,1 0 0,-1 0 0,0 0 0,0 0 0,1 0 0,-1 0 0,0-1 0,1 1 0,-1 0 0,1 0 0,-1 0 1,1-1-1,0 1 0,0 0 0,-1 0 0,1-1 0,0 1 0,0 0 0,0-1 0,0 1 0,1 0 0,-1 0 0,0-2 0,2-6 132,1-1 0,0 1 0,0 0 0,0 0-1,1 1 1,1-1 0,-1 1 0,1-1 0,1 2 0,0-1 0,0 0-1,0 1 1,1 0 0,0 1 0,14-11 0,1 1 305,1 1 1,0 1-1,1 1 0,41-16 1,-53 25-251,-1-1 1,1 1 0,0 1 0,1 0-1,-1 1 1,0 0 0,1 1 0,-1 1 0,1-1-1,0 2 1,-1 0 0,0 1 0,1 0-1,-1 0 1,0 1 0,0 1 0,0 0-1,0 1 1,-1 0 0,0 1 0,0 0 0,0 1-1,16 14 1,-5-3 25,-2 2 1,0 0-1,-1 1 1,22 32-1,55 101-16,-47-71-710,4 5-579,57 87-2853,-83-138-458,31 34-1,-4-16-5840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1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1 13637,'-20'7'865,"1"2"-1,-1 0 0,2 1 0,-1 1 1,2 1-1,-25 20 0,25-16-479,0 1 1,0 0-1,2 2 0,0 0 0,-18 32 1,-79 161-321,25-44-3397,46-80 4,39-85 2833,20-16-311,35-32 362,-44 36 514,0 0 0,1 0 0,0 1 0,1 1 0,0-1 0,0 2 0,0-1 0,1 2 0,14-6 0,-7 7 288,-1 1 0,1 0 0,0 1 0,0 2 0,0-1-1,0 2 1,0 1 0,0 0 0,0 2 0,-1 0 0,1 1-1,-1 0 1,26 13 0,206 87 5595,-243-102-5813,1 0 1,-1 0 0,1-1 0,0-1-1,-1 1 1,1-1 0,0 0 0,0-1-1,0 0 1,0 0 0,0-1 0,0 0-1,-1 0 1,1-1 0,0 0 0,12-5-1,-8 1-81,0-1-1,0 0 1,0-1-1,-1 0 1,-1-1-1,0 0 1,0-1-1,15-19 1,67-93 196,-65 82 182,2 1 0,2 2 0,57-55-1,-82 87-325,0-1-1,1 2 1,0-1-1,0 1 0,1 0 1,-1 0-1,1 1 0,0 0 1,0 0-1,9-1 1,-14 4-86,-1-1 0,1 1 0,0 0 0,0 0 0,0 0 1,-1 0-1,1 0 0,0 1 0,0-1 0,-1 1 0,1 0 0,0 0 1,-1 0-1,1 0 0,-1 0 0,1 1 0,-1-1 0,1 1 0,-1-1 1,0 1-1,0 0 0,0 0 0,0 0 0,0 0 0,-1 0 1,1 0-1,0 1 0,-1-1 0,0 1 0,1-1 0,-1 1 0,1 4 1,2 7-123,0 1 1,-1-1-1,-1 1 0,0 0 1,-1-1-1,-1 1 1,0 0-1,-4 22 1,-2 1-1505,-1-1 0,-15 43 0,-3-15-2084,16-42-1185,-12 38 0,11-18-5337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11949,'-13'20'1556,"1"-8"-148,-1 2-248,3 12-179,1-3-249,9 11-272,6 20-624,-3-20-1180,-3 1-1073,10 5-1703,9 0-3097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13669,'10'-12'742,"-8"10"-409,1-1-1,-1 0 1,0 0 0,1 0-1,-1-1 1,-1 1 0,1 0-1,0-1 1,-1 1 0,0-1-1,0 0 1,1-4 0,-1 5-2,0 2 0,-1-1 0,1 0 0,0 0 1,1 0-1,-1 0 0,0 1 0,0-1 0,1 0 1,-1 1-1,1-1 0,-1 1 0,1 0 0,0-1 0,3-1 1,30-13 2627,-33 15-2798,-1 0-85,0 1 0,0 0-1,0 0 1,0-1 0,0 1 0,0 0-1,0 0 1,0 0 0,0 0-1,0 0 1,0 0 0,0 0 0,0 1-1,0-1 1,0 0 0,0 0 0,0 1-1,0-1 1,0 1 0,0-1 0,0 1-1,1 0 1,16 23 732,-13-14-658,0 1 0,-1 0 1,2 12-1,0 8 39,-3 0 0,0 1-1,-2-1 1,-6 58 0,2-14-85,-9 131-421,2-73-353,10-127 633,0-1-1,0 1 0,1 0 0,0-1 0,0 1 0,0 0 0,3 9 0,-2-16 27,0 1 1,-1 0-1,1-1 0,-1 1 0,0-1 1,1 1-1,-1-1 0,1 0 0,-1 0 0,0 1 1,1-1-1,-1 0 0,2-2 0,-3 3 11,10-9-6,-1-1-1,0-1 0,0 1 0,-1-1 0,0-1 0,-1 1 0,7-16 0,11-16 32,13-17 61,2 1 0,57-62 0,-75 98-21,1 1 0,0 0-1,2 2 1,0 1 0,2 2 0,-1 0 0,42-18-1,-50 27 79,0 2 0,1 0 0,0 2 0,0 0 0,0 1-1,0 0 1,1 2 0,20 1 0,-27 0-84,1 2 1,-1-1-1,0 2 1,0-1-1,0 2 1,0 0-1,-1 0 1,0 1-1,0 1 1,0 0-1,0 1 0,-1 0 1,0 1-1,18 16 1,-12-8-69,-1 0 0,-1 2 1,0 0-1,-2 0 0,0 1 0,-1 1 1,11 25-1,-10-15 65,-1 0 0,-2 1-1,-2 0 1,0 1 0,2 34 0,1 69-721,-9-45-2948,3 47-9837,-2-84 1060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7:51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7309,'10'12'544,"2"-1"-876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4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55 132 4892,'0'0'11023,"-1"-3"-10276,-1-25 505,2 25-38,-1 0-922,-2-31 69,3 31 181,0 0-595,0 0 159,0-1-1,0 1 1,0 0 0,1-1 0,-1 1-1,1-1 1,0 1 0,0 0 0,0 0-1,0-1 1,0 1 0,1 0 0,0 0-1,2-3 1,-3 4-103,-19 8-3796,9-2 3102,-6 3-5170,9-4 3586,-9 5-3980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5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5428,'0'0'6242,"8"-11"-4285,0 5 4569,-10 64-3680,0-33-2129,2 0 1,0 0-1,2 0 0,5 27 1,-4-41-646,0 0-1,1 0 1,1-1 0,-1 1 0,2-1-1,-1 0 1,2-1 0,-1 0 0,1 0-1,0 0 1,1 0 0,0-1 0,1-1-1,-1 0 1,2 0 0,-1 0 0,1-1-1,-1 0 1,2-1 0,11 5 0,-6-4-51,1 0-1,0-1 1,0 0 0,0-2 0,0 0 0,1-1 0,-1 0 0,1-2-1,-1 0 1,1-1 0,0-1 0,28-6 0,-35 5-18,0-1 1,1-1-1,-2 0 1,1 0-1,0-1 1,-1 0-1,0-1 1,-1 0-1,1-1 1,-1 0-1,-1 0 1,0-1-1,0 0 1,0-1-1,-1 0 1,-1 0-1,7-13 1,3-10 2,-1-1 0,-2-1 1,-2 0-1,10-45 1,-10 39 24,-10 37 12,-4 6-2,-1-1 0,0 1 0,1-1 0,-1 1 0,1 0 0,0 0 0,-1 1 0,1-1 0,0 1 0,1-1 0,-1 1 0,0 0 0,1 0-1,-1 0 1,1 1 0,-2 3 0,-4 9 155,2 1-1,0 0 0,0 0 0,2 1 0,-5 32 1,7-37-90,-30 172 1024,-10 214 0,38-67-1130,-6 127 0,10-453-14,0 1-1,-1-1 1,0 1-1,0-1 1,-1 0-1,0 1 1,0-1 0,0 0-1,-1 0 1,1 0-1,-2-1 1,1 1-1,-1-1 1,1 1-1,-1-1 1,-1 0 0,1-1-1,-1 1 1,-10 7-1,3-9-98,-18-10-52,-96-41-319,118 45 462,1-1 0,-1 0 0,1-1 0,0 0-1,0 0 1,0-1 0,1 1 0,-1-1 0,2-1 0,-1 1-1,1-1 1,0 0 0,-5-8 0,1 2-15,-3-7-86,0 0-1,1 0 1,2-1 0,0 0-1,1-1 1,1 0 0,0 0 0,2-1-1,1 0 1,1 1 0,1-1-1,1-1 1,1 1 0,1 0 0,1 0-1,0 0 1,2 1 0,1-1-1,1 1 1,1 0 0,14-31 0,4-2-798,2 1 1,3 1 0,2 1 0,3 2 0,63-72-1,-48 69-1606,2 2 0,71-54-1,-42 47-2446,2 8-2621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5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18 409 7713,'-1'-1'177,"0"-1"1,0 1 0,0-1 0,1 1-1,-1-1 1,1 1 0,-1-1 0,1 0-1,-1 1 1,1-1 0,0 1 0,0-1-1,-1 0 1,1 1 0,1-1 0,-1 0-1,0 0 1,0 1 0,1-1-1,-1 1 1,0-1 0,1 0 0,0 1-1,-1-1 1,1 1 0,2-3 0,1-1 272,0 1 1,1 0 0,-1 0 0,1 1-1,0-1 1,11-5 0,151-81 3270,-162 86-3600,0 0 1,0 0 0,-1-1-1,0 0 1,0 1-1,0-2 1,0 1 0,-1 0-1,1-1 1,-2 1-1,1-1 1,3-11-1,-3 10-21,-1 0-1,0 0 1,-1-1-1,1 1 0,-2 0 1,1-1-1,-1 1 0,0-1 1,0 1-1,-1 0 0,-2-9 1,3 14-74,0 0 1,-1 1-1,1-1 1,-1 0-1,1 0 1,-1 0-1,0 1 0,0-1 1,0 0-1,0 1 1,0-1-1,0 1 1,0-1-1,-1 1 1,1 0-1,0 0 1,-1-1-1,1 1 1,-1 0-1,1 0 1,-1 0-1,0 0 1,1 1-1,-1-1 0,0 0 1,0 1-1,0-1 1,1 1-1,-1 0 1,0-1-1,0 1 1,0 0-1,0 0 1,0 0-1,1 0 1,-1 1-1,0-1 1,0 1-1,0-1 0,0 1 1,1-1-1,-1 1 1,0 0-1,1 0 1,-4 1-1,-6 5 115,0-1 1,1 1-1,-1 1 0,2 0 0,-14 13 0,9-6 63,2 0 0,-1 1 0,2 1 0,0 0 0,1 0 0,-14 36 0,13-24 50,1 0 0,2 0 0,-10 59 0,17-76-205,0 1-1,0-1 1,1 0 0,1 1 0,0-1-1,1 0 1,0 0 0,1 0-1,0 0 1,1 0 0,0-1-1,11 20 1,-10-21-50,1-2 1,0 1-1,1-1 1,0 0-1,0 0 0,1-1 1,0 0-1,0 0 0,1-1 1,0 0-1,0 0 0,0-1 1,0 0-1,1-1 0,12 4 1,-6-3-78,1-1 1,0 0 0,0-1-1,0-1 1,0 0 0,1-1-1,-1-1 1,0-1 0,1 0-1,-1-2 1,0 0 0,0 0-1,0-2 1,-1 0 0,0-1-1,0-1 1,0 0 0,0-1-1,-1-1 1,-1 0 0,0-1-1,0 0 1,0-2 0,-2 1-1,1-1 1,-2-1 0,0-1-1,17-25 1,-7 3 61,-2-1 0,-2-1 0,-1 0 0,12-50 0,27-163 122,-39 197 249,-15 55-306,1 0-1,-1-1 1,0 1 0,1 0 0,-1 0 0,0 0 0,0 0 0,1 0 0,-1 0-1,0 0 1,0 0 0,1 3 0,6 9 85,0 0 0,-2 1 0,1 0 1,-2 1-1,0-1 0,5 24 0,5 14 156,10 20-23,37 129 201,-57-180-424,-2 1 0,0-1 0,-1 1 1,-1 0-1,-1-1 0,-1 1 0,-6 35 1,4-46-27,0-1 1,0 1 0,-1-1 0,-1 1 0,0-1-1,0 0 1,-1-1 0,0 0 0,-11 14 0,5-11-58,0 1 1,-1-2-1,0 0 1,-1 0-1,-22 13 1,-1-5-752,-1-1 1,0-2 0,-1-1-1,-53 11 1,13-8-1890,-24 7-6135,68-15-1102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7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39 185 9753,'-3'-56'2880,"0"31"42,0-53 4828,3 76-7572,-1 1 0,1 0 0,0-1 0,-1 1 1,1 0-1,0-1 0,-1 1 0,1 0 0,-1 0 0,0-1 1,0 1-1,1 0 0,-1 0 0,0 0 0,0 0 0,-4-5 3770,-10 193-1362,16 102-2915,15-155-4574,-10-94 2046,-4-30 249,0 1 0,1 0 0,7 17 0,-2-10-8576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8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11549,'0'0'2107,"2"3"-62,25 46 1529,-3-3-2209,2-1 1,2-2-1,41 50 0,-35-54-1273,2-1 0,2-3-1,1-1 1,1-1-1,2-3 1,1-1 0,2-2-1,75 33 1,-106-54-176,-1-2-1,1 0 1,0 0 0,0-1-1,0-1 1,0 0 0,0-1-1,0-1 1,1 0 0,-1-1-1,0-1 1,0 0 0,0 0-1,0-2 1,0 0 0,-1 0-1,1-1 1,-1-1 0,0 0-1,-1-1 1,0 0 0,0-1-1,0-1 1,-1 1 0,0-2-1,16-18 1,-4-2 28,-2-1 1,-2-1-1,22-47 0,38-111 34,-65 155 69,39-112 1385,-52 145-505,-2 3-795,0 0 0,-1 0-1,1 0 1,0 1 0,0-1 0,-1 0 0,1 1 0,0-1-1,1 0 1,-1 1 0,-1 2 0,0-1 75,-6 14 107,2 0-1,-1 0 1,2 1-1,1 0 0,0 0 1,-3 36-1,0-5 21,1-10-216,-29 205 4,28-120-2646,14-3-3484,3-70-942,3-5-4586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08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12005,'2'29'2175,"-1"-23"-143,-2-3-100,-2 25-380,2 1 1,0-1-1,2 0 1,8 53 0,-3-48-1187,2-1 0,1 0 0,1 0 0,2-1 0,1 0 0,34 57 0,-38-74-329,0-1 0,1 0 1,0-1-1,1 0 0,1 0 1,-1-1-1,2-1 0,0 0 1,0 0-1,1-2 0,0 1 1,0-2-1,1 0 0,0-1 1,0 0-1,27 5 0,-35-10-37,1 0-1,0-1 0,-1 0 0,1 0 0,0-1 1,0 0-1,-1-1 0,1 0 0,-1 0 0,1 0 1,-1-1-1,0 0 0,0 0 0,0-1 1,-1 0-1,1 0 0,-1-1 0,0 0 0,0 0 1,0 0-1,6-8 0,-6 5-2,-1 0 0,0-1 0,-1 1 0,0-1 0,0 0 0,0 0 0,-1-1 0,-1 1 0,0-1 0,0 1 0,-1-1 0,0 0 0,0 0 0,-1 1 0,-2-16 0,-1-5-4,-2 1 1,-1-1 0,-16-49 0,14 56-9,-1 1 0,-1 1 1,-1 0-1,-26-39 1,27 47 3,0 0 1,0 1 0,-2 0-1,1 1 1,-2 0 0,1 1-1,-2 1 1,-15-10 0,24 16-126,-2 0 0,1 1 0,0-1 0,0 1 0,-1 0 0,0 1 0,1 0 0,-1 0 0,0 0 0,1 1 0,-1 0 0,0 0 0,1 0 0,-14 4 0,12-2-357,1 0 1,-1 1-1,1 0 0,-1 0 0,1 1 0,0 0 0,0 1 1,1-1-1,-1 1 0,1 0 0,0 1 0,-6 7 1,-26 33-6115,0 3-4203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1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61 7933,'-3'-38'12304,"3"36"-11290,-6-19 1239,4 41 286,-3 31-1663,-6-1-662,3 1 0,1 0-1,1 52 1,12 160-2794,-1-60-4334,-1-124 974,4-4-3416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19 155 7629,'0'-3'355,"0"1"0,-1-1 1,1 0-1,-1 0 1,0 0-1,0 0 0,0 0 1,0 1-1,0-1 1,-4-5-1,2 3 357,2 4 649,1-3-21,-3-32 1099,3 33-1436,0-20 454,1 21-1408,-1 0 0,0 0-1,1 0 1,0 0-1,-1 0 1,1 0 0,0 0-1,0 0 1,0 0-1,1 1 1,-1-1 0,0 0-1,0 1 1,1-1-1,-1 1 1,1-1-1,0 1 1,-1 0 0,1 0-1,0-1 1,0 1-1,0 0 1,0 1 0,0-1-1,0 0 1,0 0-1,0 1 1,0 0 0,0-1-1,3 1 1,5-2 34,1 1 1,-1 0 0,1 0-1,-1 1 1,15 2 0,-8 1-48,1 0 0,-1 2 1,0 0-1,0 1 0,-1 0 1,0 1-1,0 1 0,0 1 1,-1 0-1,0 1 0,-1 1 0,0 0 1,13 15-1,-20-20-28,0 2 0,-1-1 0,0 1 0,-1-1 0,1 2-1,-1-1 1,-1 0 0,0 1 0,0 0 0,-1 0 0,0 0 0,0 1 0,-1-1-1,0 1 1,-1-1 0,0 1 0,0 0 0,-1-1 0,-1 1 0,0 0 0,0-1 0,0 1-1,-1-1 1,-1 0 0,-6 16 0,-2 1-8,-2-1 1,-1-1-1,-1 0 0,-1-2 0,-1 1 1,-22 22-1,-130 112-2798,98-94-1018,41-34-1201,14-10-2942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87 3368,'0'0'5437,"-3"-1"-5204,-32-1-170,32 25-14,2-14 3856,0-11-3742,0 0 0,0 0 0,0 0 1,0 0-1,0 1 0,0-1 1,-1 0-1,1 1 0,0-1 1,-1 1-1,1-1 0,-1 1 0,0 0 1,0-1-1,1 1 0,-1 0 1,0 0-1,0 1 0,0-1 0,0 0 1,0 1-1,0-1 0,0 1 1,0-1-1,-3 1 0,4-6 2,0 3-64,0 0 1,1 1-1,-1-1 0,1 0 1,-1 0-1,1 0 0,0 0 1,1-4-1,0 6-38,0 0 0,0 0 0,0 0 0,0 0 0,1 0 0,-2 0 0,1-1 0,0 1 0,0 0 0,0-1 0,0 1 0,-1-1 1,1 1-1,-1 0 0,1-1 0,-1 0 0,0 1 0,1-1 0,-1 1 0,0-1 0,0 1 0,0-1 0,0 1 0,0-1 0,-1 0 0,1 1 0,0-1 0,-1 1 0,1-1 0,-2-1 0,2 1 1099,-2 2-1122,-1 1 0,1-1 1,0 1-1,0-1 0,0 1 0,0 0 0,0 0 0,0 0 0,0 0 0,0 0 0,1 0 0,-1 0 1,0 1-1,1-1 0,-4 4 0,-20 27 243,23-29-228,-43 68 609,4 2-1,3 1 0,3 2 0,-41 129 1,56-143-565,3 1 0,2 1 0,4 0 0,-6 86 0,16-119-289,1 0 0,2-1 1,1 1-1,1-1 0,2 0 0,1 0 0,1 0 0,2-1 0,0 0 1,3-1-1,21 38 0,-14-34-361,2-1 0,1-2 0,2 0 0,0-1 0,33 26 0,-10-14-2496,2-3 1,70 41-1,-28-26-5530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5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40 5865,'2'-2'601,"0"0"1,-1-1-1,1 1 1,-1-1-1,1 1 1,-1-1-1,0 1 1,0-1-1,0 0 1,1-4-1,-3 0 2655,-5 20-1305,-98 240 3570,91-217-5050,1-7-154,2 1-1,0 1 1,2-1-1,1 2 1,-2 33 0,8-32-127,1 0 1,1 1-1,2-1 1,11 51-1,-10-67-203,1 0 0,1-1-1,0 1 1,1-1 0,1-1-1,1 1 1,0-1 0,1-1-1,0 0 1,16 17 0,-11-16-410,0-1 1,1 0-1,0-1 0,1-1 1,1 0-1,21 10 1,-28-17-392,0 0 0,1-1 0,0-1 0,21 5 0,-22-7-377,0 0 0,0-1 1,-1 0-1,1-1 0,0 0 1,11-2-1,22-6-6848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5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44 6805,'-41'-23'1860,"28"12"5372,29 8-7376,3-3-388,-3 15-184,12 16-380,-15-10-348,0-1-2064,12 12-1965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5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5857,'-8'4'673,"0"-1"1,0 0 0,0-1 0,0 0 0,-15 1 6156,26-2-6613,14 2-964,0 0 1,0-2-1,1 0 0,-1-1 1,18-2-1,7 1-2606,1 1-2103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6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776 134 6741,'30'-99'7124,"-28"95"-5533,-2 2-1432,0 1 0,0 0 0,-1-1-1,1 1 1,0 0 0,-1-1 0,1 1 0,0 0-1,-1 0 1,0-1 0,1 1 0,-1 0 0,0 0 0,1 0-1,-1 0 1,0 0 0,0 0 0,0 0 0,0 0 0,0 0-1,0 0 1,0 0 0,-1 1 0,1-1 0,0 0-1,-3 0 1,1 1-40,0 1-1,0 0 0,0-1 0,0 1 1,0 0-1,0 1 0,1-1 0,-1 0 1,0 1-1,1 0 0,-5 3 0,-8 6 418,2 0-1,0 0 0,0 2 1,1 0-1,-15 20 0,-46 78 1302,-193 366 1353,93-130-2829,101-168-2433,16 6-3418,52-172 3868,1 0 0,0 0 0,1 0 0,1 1 0,0 23 0,11 8-7863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7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7913,'0'0'3500,"0"3"-2186,2 30 752,-1-29-1272,-1-1-138,0 6-498,1-1 1,0 1 0,1-1 0,0 0-1,0 1 1,1-1 0,0 0-1,0 0 1,1-1 0,0 1-1,0-1 1,11 14 0,-6-11-175,-1 0 0,2 0 1,0-1-1,0 0 1,0-1-1,1 0 1,23 12-1,-29-17-11,-1-1 0,1 0-1,0 0 1,0 0 0,1-1 0,-1 0-1,0 0 1,0 0 0,1 0 0,-1-1 0,1 0-1,-1 0 1,0-1 0,1 1 0,-1-1-1,0 0 1,0-1 0,7-2 0,-5 1 58,1-1 0,-1 0 1,0-1-1,0 0 0,0 0 1,-1 0-1,1-1 0,-1 0 1,-1 0-1,1-1 0,5-8 1,36-47 1252,-45 60-947,-6 33 31,-53 284 151,-24-30-321,58-211-219,-65 160 216,49-141 340,28-50 477,108-171-1624,220-290-4953,-305 404 5396,38-44 33,-3-2 0,61-102 0,5-61 2761,-101 179-1987,-11 41-142,-7 4-455,1 0 1,-1 1 0,1-1-1,0 1 1,-1 0 0,1 0-1,0 1 1,0-1 0,0 1-1,1 1 1,-1-1-1,1 0 1,-1 1 0,1 0-1,0 0 1,1 0 0,-1 1-1,1-1 1,-4 8 0,-8 10 77,1 1 1,-16 39-1,28-57-99,0 0 0,0 0 0,0 1-1,1-1 1,0 0 0,0 1 0,0-1-1,0 1 1,1-1 0,0 0 0,0 1-1,0-1 1,1 1 0,0-1 0,0 1-1,2 5 1,-1-7-18,0-1-1,0 1 1,0-1-1,0 1 1,1-1-1,-1 0 1,1 0 0,0 0-1,-1-1 1,1 1-1,1-1 1,-1 1-1,0-1 1,1 0-1,-1 0 1,1-1-1,-1 1 1,1-1-1,0 1 1,0-1 0,-1-1-1,6 2 1,3 0-28,1-1 0,1-1 1,-1 0-1,0 0 1,0-1-1,0-1 0,-1 0 1,1-1-1,0-1 1,-1 0-1,0 0 1,16-8-1,9-8-15,0-2 0,45-34 0,-77 52 39,-2 3 7,0 1 0,-1 0-1,1 0 1,0 0 0,-1 0-1,1 0 1,-1 0 0,1 1 0,0-1-1,-1 1 1,1-1 0,-1 1-1,1 0 1,-1 0 0,4 3 0,-3-2 7,0 1 0,0-1 0,0 1 0,-1 0 0,1 0 0,-1 0 0,0 0 0,0 0 0,3 8 0,0-3 10,-1 2-2,1 0-1,-1 0 0,-1 0 0,0 1 1,0-1-1,-1 1 0,-1 0 1,1-1-1,-2 17 0,0 1 31,-2 0-1,-7 39 1,6-55-46,0 1 1,-1-1 0,0 0-1,-1 0 1,0 0 0,-1 0-1,-14 20 1,17-28-178,-1 1 0,0-1 0,0 1 0,0-1 0,-1 0 0,0-1 0,1 1 0,-10 4 0,11-6-138,-1-1 0,1 0 1,0 0-1,-1 0 0,1 0 1,0 0-1,-1-1 0,1 1 0,-1-1 1,1 0-1,-1 0 0,0-1 0,1 1 1,0-1-1,-7-1 0,-5-3-4192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7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454 10 7705,'24'-9'13556,"-31"15"-10089,7-5-3407,-1 0 1,1-1-1,0 1 1,-1 0-1,1-1 1,0 1-1,-1 0 1,1-1-1,0 1 1,0 0-1,0 0 1,-1-1-1,1 1 1,0 0-1,0 0 1,0 0-1,0-1 1,1 1-1,-1 0 1,0 0-1,0-1 1,0 1-1,0 0 1,1 0-1,-1-1 1,0 1-1,1 0 1,-1-1-1,1 2 1,17 22 561,-12-16-332,12 21 46,-1 1-1,-1 0 1,-2 1 0,-1 1-1,-2 0 1,-1 1 0,-1 0-1,-2 1 1,3 35-1,-4 16-27,-2 0 0,-12 123-1,-3-120-361,-3-1 0,-4 0-1,-3-2 1,-5 0 0,-57 131-1,-75 120-3946,62-179-444,65-115 53,-54 59 0,6-25-6802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27 5320,'-1'-6'348,"2"-14"8373,4 33-6406,0 4-1071,-8-3-680,0-1 0,-1 0 0,-1-1 0,0 1 0,-13 23 0,-3 6 735,-19 53 768,4 1 0,-46 196 1,58-179-1557,-10 60-99,29-140-1410,2 0-1,2 0 1,3 45 0,-2-72 381,1 1-1,0-1 1,0 1-1,1 0 1,0-1-1,5 12 0,8 4-6938,2-6-3344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3 9001,'12'-2'5999,"-1"7"-4227,14 5-1079,0 0 0,0 2 0,-1 1-1,-1 1 1,35 26 0,-23-12-351,-2 2 0,51 56 0,-69-70-258,-1 2 1,-1 0 0,-1 1-1,0 0 1,13 31 0,-22-43-56,0 0 0,-1 0 1,0 1-1,0-1 0,-1 0 0,1 1 0,-2-1 1,1 1-1,-1-1 0,0 1 0,0-1 1,-1 1-1,0-1 0,-1 0 0,0 1 1,0-1-1,0 0 0,-1 0 0,-7 13 0,2-7 29,-1-1 0,-1 0 0,0-1 0,-1 0 0,0 0 0,0-1 0,-1-1 0,-16 10-1,-15 7 26,-54 22-1,30-15-99,-22 11-572,-83 46-6348,146-71 1789,17-4-2910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19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12 6185,'0'-1'58,"0"1"1,0 0 0,0-1-1,0 1 1,0 0 0,1-1 0,-1 1-1,0-1 1,0 1 0,0 0 0,0-1-1,0 1 1,0 0 0,-1-1-1,1 1 1,0 0 0,0-1 0,0 1-1,0 0 1,0-1 0,0 1 0,-1 0-1,1-1 1,0 1 0,0 0-1,0-1 1,-1 1 0,1 0 0,0 0-1,-1-1 1,1 1 0,0 0 0,0 0-1,-1-1 1,1 1 0,-12 0 10364,-10 6-9619,19-4-725,-1 0 1,1 0-1,0 0 1,0 1-1,0-1 1,0 1 0,0-1-1,0 1 1,1 0-1,-1 0 1,1 0-1,0 1 1,0-1-1,-3 6 1,-21 55 490,20-48-454,6-13-153,0 0 1,-1 1-1,1-1 0,1 0 1,-1 0-1,0 1 1,1-1-1,-1 0 1,1 0-1,0 0 0,0 1 1,0-1-1,1 0 1,-1 0-1,1-1 1,-1 1-1,5 5 1,-5-6-310,2-1 175,-1 0 0,0 0 0,1 0 1,-1 0-1,0 0 0,1 0 1,-1 0-1,1-1 0,0 1 1,3-1-1,-4-4 8,1 0-1,0-1 1,-1 1 0,0-1 0,0 1-1,0-1 1,-1 0 0,2-6 0,-3 9 97,18-26 829,-4 13 3407,-20 23-3142,2-2-864,0 0-1,1 0 1,-1 0-1,1 0 1,1 1-1,0-1 1,-1 1-1,2 0 1,-2 7-1,-7 24 540,-14 28 202,-56 176 678,70-206-1560,-1 0 141,2 0 1,1 0 0,-3 56 0,10-83-259,1 0-1,0 0 1,0 0 0,1 0-1,1 0 1,0 0-1,0 0 1,0 0 0,1 0-1,0-1 1,1 1 0,0-1-1,0 0 1,1 0 0,0-1-1,1 1 1,-1-1-1,1 0 1,9 8 0,-6-8-359,0 0 0,0 0 0,1-1 0,-1-1 0,1 0 0,1 0 0,-1 0 0,0-2 0,1 1 0,0-1 0,0-1 0,19 2 0,-21-3-528,0-1 0,0-1 0,1 1 0,-1-2-1,0 1 1,0-1 0,0 0 0,0-1 0,16-8 0,13-10-6905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29 6945,'0'1'76,"0"-1"1,-1 0 0,1 0-1,-1 0 1,1 0 0,0 0 0,-1 1-1,1-1 1,-1 0 0,1 0-1,0 0 1,-1 0 0,1 0-1,-1 0 1,1-1 0,0 1 0,-1 0-1,1 0 1,-1 0 0,1 0-1,0 0 1,-1 0 0,1-1 0,0 1-1,-1 0 1,1 0 0,0-1-1,-1 1 1,1 0 0,0 0-1,-1-1 1,1 1 0,0 0 0,0-1-1,-1 1 1,1 0 0,0-1-1,0 1 1,0-1 0,0 1-1,0 0 1,-1-1 0,12-14 2749,-7 10-2767,-1 3 1792,1 1-1804,1 1-1,-1 0 0,1 0 0,0 1 1,-1-1-1,1 1 0,-1 0 0,1 0 1,-1 0-1,1 1 0,-1-1 0,0 1 1,0 0-1,0 1 0,0-1 0,0 1 1,0-1-1,-1 1 0,1 0 0,-1 1 1,0-1-1,0 0 0,3 6 0,-2-4-331,0 1 0,-1 0-1,1 1 1,-1-1 0,-1 1-1,1-1 1,-1 1 0,-1 0-1,1 0 1,-1 0 0,0 0-1,0 0 1,-1 0 0,0 0-1,-1 0 1,0 9 0,-1-8-601,0 1 0,0 0 0,-1 0 0,-4 9 0,-5 7-2939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0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4936,'6'-12'3353,"7"-5"-2953,3 6-120,0 14-176,3 2-208,12-2-272,1 0-324,-3-9-1576,-1 1-357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0 7101,'0'0'8579,"2"3"-7618,2 4-699,-1 0-1,0 0 1,1 1 0,-2-1 0,1 1-1,-1 0 1,-1 0 0,1 0 0,-1 8-1,0 78 811,-1-79-895,-6 62 160,-3 1 1,-3-1 0,-4-1 0,-3 0 0,-3-2 0,-43 95-1,-60 89-1712,104-220 862,-23 35-1221,2-2-1521,19-23-2193,12-16-2114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0 6261,'0'0'1528,"-2"3"-7,-6 12-427,1 1 0,0 1 1,1-1-1,1 1 1,1 0-1,-3 25 0,-1-3-451,-9 81 364,6-27-1887,10-92 808,0 1 0,1-1 0,-1 1 0,1 0 0,0-1-1,-1 1 1,1 0 0,0-1 0,0 1 0,0 0 0,0 0 0,1-1 0,-1 1 0,0 0 0,1-1 0,-1 1 0,1 1 0,0-3 19,0-1 0,0 1 0,0 0 0,0-1 0,0 1 0,0-1 0,0 1 0,-1-1 0,1 1 0,0-1 0,0 0 0,-1 1 0,1-1 0,0 0 0,-1 0 0,1 1 0,-1-1 0,1 0 0,0-1 0,29-51-499,-23 39 532,0 1-1,0-1 1,2 2-1,-1-1 0,2 1 1,18-19-1,-26 29 144,20 8 320,-12-2-304,-1 0 1,1 1 0,-1 0-1,0 0 1,15 13 0,-22-16 133,2-3-256,0 1 0,0 0 0,0-1 0,0 1 0,-1-1 0,1 0 0,0-1 0,0 1 0,-1-1 0,1 1 0,-1-1 0,0 0 0,1 0 0,-1-1 0,0 1 1,4-4-1,-5 4-1,-1-1-12,1 1 0,0-1 0,0 1 0,0 0 1,0-1-1,1 1 0,-1 0 0,4-2 1,-5 3-5,1-1-17,5 11-60,-1 0 0,0 0 1,0 0-1,-1 1 0,0 0 0,-1 0 1,0 0-1,0 0 0,-2 1 0,1 0 0,-1-1 1,0 1-1,-1 0 0,-1 15 0,6 11-1563,-5-34 1240,-7-23-1318,3 4 2226,1 1-1,1-1 1,0-21 0,1 33-463,0 1 765,-2 1-1714,-24-33-5696,16 26 2421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1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1 6665,'1'0'498,"0"1"-1,0 0 1,0 0 0,0 0 0,0 0 0,0 0 0,0 0 0,0 0 0,0 1 0,-1-1 0,1 0 0,0 0 0,-1 0 0,1 1 0,-1-1 0,1 0 0,-1 1-1,0-1 1,0 1 0,0-1 0,1 2 0,4 47 1944,-3-25-1353,0-2-570,-1 0 1,-1-1-1,-6 38 1,3-21-119,0-13-364,-1-1 1,-1 0-1,-2 0 1,0-1-1,-1 1 1,-2-2-1,0 1 1,-2-1 0,0-1-1,-2 0 1,0-1-1,-1 0 1,-27 27-1,19-24-950,-2-1 0,0-1 1,-55 35-1,49-39-1623,0 0 0,-2-3-1,-50 18 1,31-15-4838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8:22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 5176,'0'0'7060,"-3"1"-5987,-1 1-862,0 1 0,0-1 0,0 1 0,0 0 0,1 0 0,-1 1 0,1-1 0,0 1 0,0-1 1,0 1-1,1 0 0,-1 0 0,1 0 0,0 1 0,-2 4 0,-3 12 438,0 0-1,-4 24 1,5-19-222,-96 660 4180,77-467-4046,10-81-720,6 0-1,12 194 1,1-287-936,2 0 0,21 81 0,-17-94-1597,2-2 1,21 43 0,4-5-6715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23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83 361 10221,'-2'-3'2032,"-4"-2"-1238,0 0 0,1-1 1,-1 0-1,1 0 0,1-1 0,-1 1 0,1-1 0,0 0 1,-4-11-1,7 13-522,-1-1 1,1 1 0,0 0-1,0-1 1,1 1 0,0-1-1,0 0 1,0 1-1,0-1 1,1 1 0,0-1-1,0 1 1,1 0 0,-1-1-1,5-7 1,-2 4-70,1 0 1,0 0-1,1 0 1,-1 1-1,2 0 0,-1 0 1,1 1-1,0 0 1,15-12-1,-5 7 9,0 2 0,0 0 1,1 0-1,22-7 0,-19 9-113,0 1 0,0 1-1,1 1 1,0 1 0,26-2 0,-36 5-75,-1 1 0,0 0 0,0 0 0,0 1 1,0 1-1,0 0 0,0 0 0,0 1 0,-1 1 0,1 0 0,-1 0 0,12 7 1,-18-8-22,0 0 0,0 0 1,-1 1-1,1-1 0,-1 1 1,1 0-1,-1 0 1,0 0-1,-1 1 0,1-1 1,-1 1-1,0-1 0,0 1 1,0 0-1,-1 0 1,1-1-1,-1 1 0,0 0 1,-1 0-1,1 1 0,-1-1 1,0 0-1,0 0 1,-1 0-1,1 0 0,-3 8 1,-1 4 3,-1 1 1,-1-2-1,0 1 1,-1-1 0,0 0-1,-14 20 1,-12 15-55,-80 89 1,-54 34 42,64-69-53,75-77 64,-35 41 178,63-69-181,-1 0 0,0 1 0,1-1 0,-1 1 0,1 0 0,-1-1 0,1 1 0,-1-1 1,1 1-1,-1 0 0,1-1 0,-1 1 0,1 0 0,0 0 0,0-1 0,-1 1 0,1 0 0,0 0 0,0-1 0,0 1 0,0 0 0,0 0 0,0-1 0,0 1 0,0 0 0,0 0 0,0 0 0,0-1 0,0 1 0,1 0 0,-1 0 0,0-1 0,1 1 0,-1 0 0,0-1 0,1 1 0,-1 0 0,1-1 0,-1 1 0,1 0 0,-1-1 0,1 1 0,0-1 0,-1 1 0,1-1 0,0 0 0,-1 1 1,1-1-1,0 1 0,-1-1 0,1 0 0,1 1 0,4 0 5,-1 0 1,0 0-1,1 0 1,-1-1-1,1 1 1,9-2-1,269-40-4,-121 13-727,-49 11-477,186-26-3232,-100 20-4556,-85 14-1716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25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45 298 5493,'19'0'7856,"-21"-2"-6774,-11-9 1472,-6-5 1839,10 7-4357,9 7 61,0-1 0,-1 1-1,1 0 1,0-1 0,1 1 0,-1-1 0,0 1-1,1 0 1,-1-1 0,1 1 0,-1 0 0,1-1 0,0 1-1,2-3 1,-2 2 114,4-10 40,0 1 0,0 0 0,2 0 0,-1 1 0,1-1-1,1 1 1,0 1 0,0 0 0,1 0 0,1 0 0,11-8 0,-8 8-164,1 0-1,1 1 0,0 1 1,0 1-1,0 0 1,1 0-1,0 2 0,23-6 1,-34 10-80,1 0 0,-1 0 1,0 1-1,0-1 0,0 1 1,0 0-1,1 0 0,-1 1 0,0 0 1,0 0-1,0 0 0,0 0 0,0 1 1,0 0-1,0 0 0,-1 0 1,1 1-1,-1-1 0,1 1 0,-1 0 1,0 0-1,0 1 0,0-1 1,-1 1-1,5 6 0,-3-4 0,-1 1-1,0 0 1,-1 0-1,0 0 1,0 0-1,0 0 0,-1 0 1,0 1-1,-1 0 1,1-1-1,-2 1 1,1-1-1,-1 1 1,0 0-1,0 0 1,-3 11-1,-3 6-17,-1 0 0,-1-1-1,-1 0 1,-1 0 0,-23 39 0,-80 102 52,-70 53 208,159-194-36,13-13 162,1 0 1,-15 21-1,25-32-364,-1 1-1,1-1 1,0 0 0,-1 1 0,1-1 0,0 1 0,0-1 0,-1 1 0,1-1-1,0 1 1,0-1 0,0 1 0,0-1 0,0 1 0,0-1 0,0 1 0,0 0-1,0-1 1,0 1 0,0-1 0,0 1 0,0-1 0,0 1 0,0-1 0,1 1-1,-1-1 1,0 1 0,0-1 0,1 1 0,-1-1 0,0 0 0,1 1 0,-1-1-1,0 1 1,1-1 0,-1 0 0,1 1 0,-1-1 0,0 0 0,1 1 0,-1-1-1,1 0 1,3 2 26,0 0 0,0-1 0,-1 0 0,1 0 0,0 0 0,7 0 0,61 1 137,209-29-2669,-6-22-5228,-202 31 1505,-6-1-3989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2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26 9357,'9'-25'9777,"-28"25"-6169,17 0-3440,1 1 0,-1-1 0,1 1-1,-1-1 1,1 1 0,-1-1 0,1 1 0,-1 0-1,1 0 1,0 0 0,-1 0 0,1 0 0,0 0-1,0 0 1,0 0 0,0 0 0,0 1 0,0-1 0,0 0-1,-1 3 1,-15 37 1936,11-21-1244,-13 28-615,-225 541 3047,206-507-4080,3 2 0,4 1-1,-27 122 1,41-138-1217,-13 68-3112,28-120 2997,1 0 1,1 0-1,1 23 0,10 20-8909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49:2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523 132 9509,'8'-31'2276,"-7"29"-2035,-1 1 1,0-1-1,0 0 1,0 1-1,0-1 0,-1 0 1,1 1-1,0-1 1,-1 0-1,1 1 0,-1-1 1,1 1-1,-1-1 0,0 1 1,0-1-1,0 1 1,0-1-1,0 1 0,-1-1 1,-2-4 547,2 2-617,0 0 1,0 0-1,0 0 0,0 1 0,-1-1 0,1 1 0,-1-1 1,0 1-1,0 0 0,-1 0 0,1 0 0,-1 1 0,1-1 1,-1 1-1,0 0 0,0 0 0,0 0 0,0 1 0,0-1 1,0 1-1,0 0 0,0 0 0,-1 0 0,1 1 0,0-1 1,-1 1-1,1 0 0,0 1 0,-1-1 0,1 1 0,0 0 1,-1 0-1,1 0 0,0 0 0,0 1 0,0-1 0,0 1 1,0 0-1,-3 3 0,-17 9 135,0 1 0,1 1 0,1 1 0,1 1 0,-31 34 0,19-14-103,1 2 0,-31 51-1,48-64-134,1 1-1,1 0 0,-12 36 1,24-58-56,-1 0-1,1 0 1,0 0 0,0 0 0,1 11 0,-1-2 22,2-14-30,0 1-1,0 0 1,0 0-1,0-1 1,0 1-1,0 0 1,0-1-1,1 1 1,-1-1-1,1 1 1,-1-1-1,1 0 0,0 0 1,-1 0-1,1 0 1,0 0-1,0 0 1,2 1-1,-1-2-5,0 0 0,0 1 0,0-1 0,0-1 0,0 1 0,0 0 0,0-1 0,0 1 0,0-1 0,0 0 0,0 0 0,0 0 0,4-3 0,38-22 21,-37 20-8,6-4-1,0-1 0,-1 0 0,0-1 1,-1-1-1,-1 0 0,11-15 0,11-12 343,31-25 1286,-64 65-1628,0 0 1,0 0-1,0 0 1,0 0 0,1 0-1,-1-1 1,0 1-1,0 0 1,0 0-1,0 0 1,0 0-1,0 0 1,1 0 0,-1 0-1,0 0 1,0 0-1,0 0 1,0 0-1,1 0 1,-1 0 0,0 0-1,0 0 1,0 0-1,0 0 1,0 0-1,1 0 1,-1 0 0,0 0-1,0 0 1,0 0-1,0 0 1,1 0-1,-1 0 1,0 0-1,0 0 1,0 0 0,0 0-1,0 0 1,1 0-1,-1 1 1,0-1-1,0 0 1,0 0 0,0 0-1,0 0 1,4 4 85,0-1 1,0 0-1,-1 1 0,1 0 1,-1 0-1,0 0 1,0 0-1,-1 1 0,1-1 1,-1 1-1,0-1 1,0 1-1,0 0 1,-1 0-1,0 0 0,0 0 1,0 0-1,0 0 1,-1 0-1,0 9 0,-1 13 170,-1 0 0,-10 47-1,9-59-259,-29 153-493,11-60-2079,1 1-3335,7-46-1843,-2 2-5342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09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69 4032,'0'0'2541,"-3"-23"-3053,0-2-513,3 5-1027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10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560 194 8709,'0'0'6896,"0"-3"-5450,0-4-1165,0 0 0,1 1 1,0-1-1,1 1 0,-1 0 0,1-1 1,0 1-1,1 0 0,0 0 0,0 0 1,0 0-1,0 1 0,1-1 1,0 1-1,0 0 0,1 0 0,-1 0 1,1 1-1,8-6 0,0 1-83,1 0-1,1 1 0,0 1 1,0 0-1,1 1 1,-1 1-1,1 0 1,22-3-1,-27 6-149,0 0 0,-1 1 0,1 0 1,0 1-1,-1 0 0,1 1 0,0 0 0,-1 1 0,1 0 0,-1 1 0,0 0 0,1 0 0,-2 1 0,13 7 0,-18-9-41,-1 1-1,1 0 1,-1 0-1,0 0 1,1 1-1,-1-1 0,-1 1 1,1-1-1,-1 1 1,1 0-1,-1 0 1,0 0-1,-1 1 1,1-1-1,-1 0 0,1 1 1,-1-1-1,-1 1 1,1-1-1,-1 1 1,1-1-1,-1 1 1,-1-1-1,1 1 0,-1 0 1,-1 4-1,-1 10 20,-2 0-1,-1 0 0,0-1 1,-18 34-1,7-23-22,-1 0 0,-2-1 0,0-1 0,-27 24 0,-6 12 115,32-38-109,4-5-23,1 1-1,-23 37 1,38-56 17,1-1 1,-1 1-1,1 0 1,-1-1-1,1 1 1,0 0-1,0-1 1,0 1-1,0 0 0,0-1 1,0 1-1,1 0 1,-1-1-1,0 1 1,1 0-1,0-1 1,-1 1-1,1-1 1,0 1-1,0-1 1,-1 1-1,1-1 1,0 1-1,1-1 1,-1 0-1,0 0 1,0 0-1,0 1 1,1-1-1,-1 0 1,1-1-1,2 3 0,6 3 6,-1 0-1,2-1 0,14 6 1,17 3 49,0-3 1,1 0 0,51 4-1,58 13 25,-131-22-58,0 0 1,-1 2-1,0 0 1,0 1-1,19 12 1,-34-18-20,0 0 0,0 1 0,0-1 0,-1 1 0,1 0 0,-1 0 0,0 1 1,0-1-1,0 1 0,-1 0 0,1 0 0,-1 0 0,-1 1 0,5 8 0,-6-9 1,-1-1-1,1 1 1,-1-1-1,1 1 1,-1-1-1,-1 1 1,1-1-1,-1 1 1,1-1-1,-1 1 1,-1-1-1,1 1 1,0-1-1,-1 0 1,0 0-1,0 0 1,0 0-1,-1 0 1,0 0-1,-3 4 1,-5 5-1,-1-1 1,0 0 0,-1-1-1,0 0 1,-1-1-1,0 0 1,-19 9 0,-115 49-104,134-62 59,-139 49-1627,-236 53 0,196-59-1653,-14 6-5297,125-30 524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12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80 270 6233,'-1'-4'571,"0"1"0,0-1 1,0 0-1,0 1 0,-1-1 1,0 1-1,1 0 0,-4-5 0,-1-3 411,5 8-722,2 1 1,-1-1-1,0 0 1,0 0-1,1 0 1,0 0-1,-1 0 1,1 1-1,2-5 1,-2 3 197,2-5-75,-1 0-1,1 0 0,0 1 0,1-1 0,0 1 1,0-1-1,1 1 0,0 1 0,1-1 1,-1 1-1,1 0 0,1 0 0,-1 0 0,12-7 1,-8 6-279,0 1 0,1 0 0,-1 1 0,2 0 0,-1 1 0,1 0 0,-1 1 0,1 0 0,1 1 0,11-2 0,-21 5-97,-1 0 1,1-1-1,-1 1 1,1 0-1,0 0 1,-1 0-1,1 1 1,-1-1-1,1 1 1,-1-1-1,0 1 1,1 0-1,-1 0 1,1 0-1,-1 0 1,0 0-1,0 1 1,0-1-1,0 1 1,4 2-1,-4 0 2,1-1-1,-1 1 1,0-1-1,0 1 1,0 0 0,0 0-1,0 0 1,-1 0-1,0 0 1,0 0 0,1 6-1,0 5-3,-1 1-1,-1 0 1,0-1 0,-1 1-1,-5 21 1,-1-4 13,-2-1-1,-17 40 1,12-36-4,-9 39 0,22-71-14,0-1 1,0 1-1,0 0 1,1-1-1,0 1 0,0 0 1,0 0-1,0-1 0,1 6 1,0-7 0,0 0 0,0 0 0,0 0 0,0 0 0,0 0 0,1 0-1,-1 0 1,1 0 0,0 0 0,0-1 0,-1 1 0,1-1 0,0 1 0,0-1 0,0 0 0,3 2 0,15 8-1,0 1 0,-1 1-1,-1 0 1,28 28 0,-42-37 0,0 1 1,0-1-1,-1 1 0,1 0 1,-1 0-1,0 1 1,-1-1-1,1 0 0,-1 1 1,2 7-1,-4-9 0,1 0 0,-1 0 0,0-1 0,0 1 0,0 0 0,0 0 0,-1-1 0,0 1 0,1 0 0,-1-1 0,-1 1 0,1 0 0,0-1 0,-1 0 0,0 1 0,0-1 0,-4 6 0,-3 1 12,1-1-1,-1 0 1,-1 0-1,0-1 1,0 0-1,-1-1 1,1 0-1,-2 0 1,1-1-1,-1-1 1,-17 6-1,-20 4-417,-81 14-1,56-14-1707,30-7-2567,39-7-106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13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29 8885,'16'-17'6760,"-19"17"-4974,-20-10 999,21 9-768,-1 2-961,-3 4-672,0 0 0,1 0 0,-1 0 0,1 1 0,0 0 0,1 0 0,-1 0 0,1 1 0,-4 8 0,-5 12 200,-10 32-1,4-8 52,-7 9-215,-65 167 403,64-148-688,-51 161-2887,17-68-3612,41-121 1713,-10 30-8907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1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9381,'0'0'11142,"-1"3"-10478,-13 30 886,-2-2 0,-26 41-1,20-35-438,-23 51 0,40-77-1003,0 0 1,1 0 0,0 1-1,1 0 1,0-1-1,1 1 1,0 1-1,1-1 1,1 0-1,-1 0 1,2 0-1,0 0 1,0 0 0,4 14-1,29 105 264,-33-127-371,0 1 0,-1 0 0,0 0-1,0 0 1,0 0 0,-1-1 0,1 1 0,-1 0 0,0 0 0,0-1-1,-1 1 1,0 0 0,0-1 0,0 1 0,-4 5 0,-1-1 47,0 1 0,-1-1 0,-1-1 0,-13 12 0,14-14-483,1 0-1,0 1 0,0 0 0,1 0 1,-1 0-1,2 1 0,-11 16 0,15-21-874,8-29-4702,-6 23 5742,1-4-755,-1 0-1,1 0 1,1 0 0,0 0 0,0 1-1,0-1 1,6-7 0,15-13-7023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1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9201,'1'-2'259,"0"0"1,-1 1 0,1-1-1,1 1 1,-1-1 0,0 1-1,0-1 1,0 1-1,1 0 1,-1-1 0,1 1-1,-1 0 1,1 0-1,0 0 1,-1 0 0,1 0-1,0 1 1,-1-1 0,1 1-1,0-1 1,0 1-1,0-1 1,0 1 0,-1 0-1,1 0 1,2 0-1,20-5 1575,7-3-1146,0 1 1,0 1-1,1 2 0,50 0 0,12-2-2603,-90 6 387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33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86 5352,'-22'-28'13957,"25"20"-13594,-2 7-44,0-1-1,0 1 1,0-1 0,0 1-1,-1-1 1,1 1 0,0-1-1,-1 0 1,0 1 0,1-1-1,-1 0 1,0 1-1,0-1 1,0 0 0,0 0-1,0 1 1,0-1 0,0 0-1,-1-2 1,-3-8 445,4 10 336,-2 3-664,-1 5-280,-1-1 0,1 0 0,0 1 0,0 0 1,0 0-1,1 0 0,0 0 0,-1 6 0,-9 59 351,4-24-164,-81 276 555,-27-11-704,113-305-208,0 0 49,0 0 0,1 0 1,-1 0-1,1 0 0,1 0 0,-2 14 0,3-20-35,0 1-1,0-1 1,1 0-1,-1 0 0,0 0 1,0 1-1,1-1 1,-1 0-1,1 0 1,-1 0-1,1 0 0,0 0 1,-1 0-1,1 0 1,0 0-1,0 0 0,0 0 1,1 1-1,0 0-31,0-1 0,0 0 0,0 0 0,1 0 0,-1 0-1,0-1 1,1 1 0,-1-1 0,1 1 0,-1-1 0,0 0 0,5 0 0,209-11-2859,-77 11 167,222-31 0,-340 27 2584,0 0-1,0-1 1,-1-2-1,0 0 1,0-1-1,0 0 1,-1-2-1,27-18 1,-32 18 181,-2-1 0,1 0 0,-1 0 0,-1-1 0,0-1 0,-1 0 0,-1 0 0,0-1 0,0 0 0,-1-1 0,9-25 0,-6 7 962,8-38 1,-13 41 997,2 1-1,15-39 0,-23 68-1986,0 0-1,0 0 1,0-1-1,0 1 1,0 0-1,1 0 1,-1-1-1,0 1 1,0 0-1,0 0 1,0-1-1,0 1 1,0 0-1,0 0 1,0-1-1,1 1 1,-1 0-1,0 0 1,0 0-1,0-1 1,0 1-1,1 0 1,-1 0-1,0 0 1,0 0-1,1 0 1,-1-1-1,0 1 1,0 0-1,1 0 1,-1 0-1,0 0 1,0 0-1,1 0 1,-1 0-1,0 0 1,0 0-1,1 0 1,-1 0-1,0 0 1,0 0-1,1 0 1,-1 0-1,0 0 1,0 0-1,1 0 1,-1 0-1,0 1 1,0-1-1,1 0 1,-1 0-1,0 0 1,0 0-1,0 0 1,1 1-1,9 20 760,1 36 72,-6-5-845,-1-9 0,-2-1 0,-3 54 0,-63 433 0,64-528 0,-17 84-3149,11-63-7,1 1 0,1 0 0,-1 43 0,7-21-10854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3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206 220 5416,'1'-3'533,"1"-1"0,-1 0 0,0 1-1,0-1 1,-1 0 0,1 0 0,-1 0-1,0 0 1,0 1 0,0-1 0,0 0-1,-1 0 1,1 0 0,-1 0 0,0 1-1,0-1 1,-3-4 0,-4-13 3568,-23-38 0,6 12 1722,21 37-5138,4 9-599,0 1-1,0-1 1,0 1 0,0-1-1,0 1 1,0-1 0,0 1-1,-1-1 1,1 1-1,0-1 1,0 1 0,-1-1-1,1 1 1,0 0 0,-1-1-1,1 1 1,0-1-1,-1 1 1,1 0 0,-1-1-1,1 1 1,-1-1-1,-18 14 997,11-3-1082,0 0 0,0 0 0,1 0 0,1 1 0,-1 0 0,2 0 0,0 1 0,-6 17 0,-23 105 0,29-112 0,2 1 0,0 0 0,2 0 0,1-1 0,0 1 0,2 0 0,0 0 0,9 35 0,-6-42 0,0 0 0,2 1 0,-1-2 0,2 1 0,0-1 0,1 0 0,0-1 0,1 0 0,1-1 0,0 0 0,1 0 0,14 11 0,-2-4 0,1-2 0,0-1 0,1 0 0,1-2 0,0-2 0,1 0 0,33 10 0,-43-18 0,-1 0 0,1-1 0,0-1 0,0-1 0,0 0 0,0-1 0,0-1 0,1-1 0,-1-1 0,0 0 0,0-1 0,-1-1 0,26-9 0,-34 9 0,0 0 0,0 0 0,0-1 0,-1 0 0,0-1 0,0 0 0,0 0 0,-1-1 0,1 0 0,-2 0 0,1 0 0,-1-1 0,0 0 0,-1-1 0,0 1 0,0-1 0,-1 0 0,0 0 0,0 0 0,-1-1 0,0 1 0,-1-1 0,0 0 0,-1 1 0,0-1 0,0-12 0,-1-4 0,-2 0 0,0-1 0,-2 2 0,-1-1 0,-1 0 0,-1 1 0,-1 0 0,-21-44 0,19 50-14,-1 0-1,0 1 1,-1 0 0,-1 1-1,0 0 1,-2 1 0,0 1 0,0 0-1,-28-20 1,21 21-85,0 0 1,-1 1-1,-1 2 0,0 0 1,0 1-1,-1 2 1,-38-8-1,47 13-491,-1 0 0,1 2 0,-1 0 0,0 0 1,1 2-1,-1 0 0,0 1 0,1 1 0,-1 0 0,-15 6 0,17-4-1003,1 1 0,-1 1-1,1 0 1,1 0 0,-1 1 0,-16 14-1,-13 18-9615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207 152 5805,'0'0'1461,"-3"0"-38,-29 5 14671,14-27-15962,15 19-152,0-1-1,0 0 1,-1 1-1,1-1 1,-1 1 0,0 0-1,0 0 1,0 1-1,-6-4 1,10-13 99,-3-31-121,2 48 12,-3-9 27,4 10 47,0 0 1,0 0-1,0 1 0,0-1 0,0 0 1,0 0-1,0 0 0,-1 1 1,1-1-1,0 0 0,-1 0 0,1 1 1,0-1-1,-1 0 0,1 1 1,-1-1-1,1 0 0,-1 1 1,1-1-1,-1 1 0,0-1 0,0 0 1,-2 1 55,-1 1 0,1 0 1,0 0-1,0 0 0,0 0 1,1 0-1,-1 1 0,0-1 1,0 1-1,1 0 0,-1 0 1,1 0-1,-1 0 0,-2 5 1,0-2 35,1 1 0,1-1 0,-1 1 0,1 0 0,0 1 0,-3 9 0,0 6 202,1 1-1,0-1 1,-1 31-1,6-41-265,0-1 0,0 1-1,1 0 1,0 0 0,1 0 0,1-1-1,-1 1 1,2-1 0,0 0-1,0 0 1,1 0 0,0-1 0,1 1-1,9 11 1,-7-11-33,1 0 1,0 0-1,1-1 1,0-1-1,1 1 1,0-2-1,0 0 0,1 0 1,0-1-1,1 0 1,21 8-1,-12-7-60,0-1 1,0-1-1,1-1 0,-1-2 0,1 0 0,41 0 0,-50-3-32,0-1-1,0-1 0,0-1 1,0 0-1,0 0 0,-1-1 1,0-1-1,1-1 0,-2 0 1,1 0-1,-1-1 0,14-10 1,-8 2-24,-1 0 1,0-1 0,-1-1 0,-1 0-1,-1-1 1,18-28 0,56-122 329,-75 140-10,-11 25 1096,-4 7-695,-65 190-156,18-60-401,-32 87-4426,-66 99-9059,108-250 1352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46 13297,'-4'-6'1056,"1"0"0,0 0 0,0 0 0,-3-13 0,6 16 1452,-2 3-2213,1 1 0,0-1 0,-1 1 0,1-1 0,0 1-1,0-1 1,-1 1 0,1-1 0,0 1 0,0 0 0,0 0-1,0 0 1,0 0 0,0 0 0,0 0 0,0 0 0,0 0 0,1 0-1,-1 0 1,0 0 0,0 2 0,-11 29 2946,-21 182-2236,1-7-318,23-165-600,-1 0 1,-31 73-1,-17 14-2741,-120 193 0,78-150-9294,63-86-579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2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638 239 4008,'-6'-14'6833,"6"11"-5855,-1-3-430,0 0 0,1 0 0,0 0-1,1 0 1,-1 0 0,1 0 0,0 0 0,3-8 0,7-42 3368,-8 37-3128,-3 16-681,1 0 1,0 1-1,-1-1 0,0 0 1,0 0-1,0 0 1,0 0-1,0 1 0,0-1 1,-1 0-1,1 0 0,-1 0 1,0 1-1,0-1 1,0 0-1,0 1 0,0-1 1,-1 1-1,1-1 0,-1 1 1,0 0-1,1-1 1,-1 1-1,0 0 0,0 0 1,0 0-1,-1 1 0,1-1 1,0 0-1,-1 1 1,1 0-1,-1-1 0,0 1 1,1 0-1,-1 0 0,0 1 1,1-1-1,-1 0 1,0 1-1,0 0 0,0-1 1,-4 2-1,-4 0-4,1 1 0,-1 0 0,0 1-1,1 1 1,-1-1 0,1 2 0,0-1 0,1 1-1,-1 1 1,1 0 0,0 0 0,0 1 0,1 0-1,0 0 1,-9 11 0,1 0-23,1 1-1,0 0 0,2 1 1,1 0-1,0 1 1,-9 23-1,16-29-46,0 0 0,0 0 0,2 1 1,0-1-1,1 1 0,-1 24 0,3-31-43,0 1 0,1-1 0,-1 1 0,2 0 0,0-1 0,0 0 0,0 1 0,1-1-1,1 0 1,0 0 0,7 12 0,-9-16 1,1-1-1,-1 0 1,1-1-1,0 1 1,0-1 0,0 1-1,1-1 1,-1 0-1,1 0 1,0 0-1,0-1 1,0 1-1,0-1 1,0 0-1,0 0 1,1 0 0,-1-1-1,1 1 1,-1-1-1,1 0 1,-1-1-1,1 1 1,0-1-1,0 0 1,-1 0-1,1 0 1,0-1 0,-1 0-1,1 1 1,-1-2-1,1 1 1,-1 0-1,1-1 1,-1 0-1,0 0 1,6-4-1,6-4 4,-2-1 0,1 0-1,-2-1 1,1-1-1,-2 0 1,0 0 0,0-1-1,10-18 1,7-17 192,-1-2 0,-3-1 0,26-81 1,-29 85 533,-10 66 60,-4-2-580,-2 1 0,0-1 0,-1 1 0,-1 0 0,4 28 0,1 95 507,-6-63-387,3 187-98,-9-206-190,-2 1 1,-19 85-1,20-125-101,-1 0 0,-1-1 0,-1 1-1,0-1 1,-1-1 0,-1 0 0,-1 0 0,-1 0 0,0-1-1,-1-1 1,0 0 0,-1-1 0,-1 0 0,0-1 0,-1-1-1,-1 0 1,0-1 0,-28 15 0,-1-4-1011,0-3 0,-1-1 0,-65 15 0,-19-4-3124,0-5-5088,75-17-1361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219 125 6977,'-13'6'2835,"24"-14"1674,-2-2 5274,-10 9-8692,0 0-932,0 0-1,0 0 1,0 0 0,1 0-1,-1 0 1,0 0-1,0 1 1,0-1-1,-1 0 1,1 0-1,0 1 1,0-1 0,0 1-1,0-1 1,-1 1-1,1-1 1,-2 1-1,-2 7 162,0 0 0,0 0 1,0 0-1,1 1 0,0 0 0,1 0 0,0 0 0,-5 17 0,-8 32 124,0-3 252,-11 67 1,25-105-697,0 1 0,2 0 0,0 0 0,1-1 0,0 1 0,1 0 0,1-1 0,1 1 0,0-1 0,1 0 0,11 22 0,-12-28 0,1-1 0,0 0 0,1-1 0,0 1 0,0-1 0,1-1 0,0 1 0,1-1 0,-1 0 0,1 0 0,0-1 0,1 0 0,0-1 0,0 0 0,0 0 0,0-1 0,1 0 0,0-1 0,12 3 0,-12-5-40,0 0 1,0-1-1,-1-1 0,1 0 0,0 0 1,0-1-1,-1 0 0,1 0 1,-1-1-1,0-1 0,0 1 0,0-1 1,16-11-1,-13 7-46,-1 0 0,0-2-1,0 1 1,-1-1 0,0-1 0,0 0 0,-1 0-1,-1-1 1,0 0 0,-1 0 0,0-1 0,-1 0 0,7-20-1,-4 6-50,-1 0-1,-1 0 0,-1 0 1,-2-1-1,0 0 0,-1-30 1,-4 44 104,0-1 0,-1 0 0,-1 1 1,0 0-1,-1-1 0,0 1 0,-1 0 0,-1 1 1,0-1-1,-1 1 0,-1 1 0,1-1 1,-2 1-1,0 0 0,0 1 0,-1 0 0,-1 1 1,0 0-1,0 1 0,-1 0 0,0 0 0,0 1 1,-1 1-1,-26-11 0,24 11-328,0 2 0,-1 0 0,0 1 1,0 0-1,0 2 0,0 0 0,0 0 0,0 2 0,-1 0 0,-15 2 0,18 0-582,1 0 0,-1 1 0,1 1 0,0 0 0,0 1-1,0 0 1,1 1 0,0 0 0,0 1 0,0 1 0,1 0 0,-17 15 0,-8 16-9064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15 11393,'-6'-14'11874,"3"17"-10041,-3 7-1227,-1 0 0,2 0 0,-1 0 0,1 1-1,1 0 1,0 0 0,-2 11 0,-17 93 1794,12-55-2029,-30 119-365,-8-2 1,-7-3 0,-95 203 0,68-190-1897,7 4-4391,73-181 5508,-1-1 0,0 0 0,0 0 0,-1-1 0,0 1 1,0-1-1,-8 9 0,0-1-5185,8 5-3491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6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36 9621,'12'-23'10024,"-5"11"-8068,-34 48 2632,-79 109-2070,101-136-2437,-13 21 304,-24 56-1,38-74-338,1-1 0,-1 0 1,2 1-1,-1 0 0,2 0 0,0-1 1,0 1-1,1 0 0,1 14 0,2-11-46,-1 0 0,2 0 0,0-1 0,1 1 0,0-1 0,1-1 0,13 23 0,-9-16-382,14 39 0,-21-52 252,-3-5 79,1 0 1,-1 0-1,0 0 1,1 0 0,-1 0-1,0 0 1,0 0-1,0 0 1,-1 0 0,1 0-1,0-1 1,-1 1-1,1 0 1,-1 0-1,0 0 1,1 0 0,-1-1-1,0 1 1,0 0-1,0-1 1,0 1 0,-1 0-1,1-1 1,0 0-1,-1 1 1,1-1 0,-1 0-1,1 1 1,-1-1-1,1 0 1,-1 0-1,0 0 1,-3 0 0,-4 4-427,0-1 1,0-1 0,0 0 0,-20 4 0,21-6-122,0 0 0,0-1 0,1 0 1,-13-1-1,-5-5-2748,24 5 2780,-1 1 0,1-1 1,-1 0-1,1 0 0,0 0 1,-1 0-1,1 0 0,0 0 0,0 0 1,0 0-1,-2-3 0,0-12-8356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6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9425,'26'-26'2016,"-7"20"-400,-4 1-260,-2 2-244,6-6-215,0 6-205,4-2-272,2-1-456,0 6-500,4 3-545,6-6-371,0 3-848,-13 0-1252,0-6-2041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4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111 196 7537,'-25'20'5795,"41"-36"-3661,1 2 0,34-23 0,-22 19-1196,39-17-1,-4 8-541,78-21-1,-137 47-383,11-4 50,0 0 0,0 2 0,33-4 1,-45 7-50,0 0 1,0 0-1,-1 1 1,1-1-1,0 1 1,-1 0-1,1 0 1,0 0-1,-1 0 1,6 3-1,-8-3-6,1 0-1,0 0 0,-1 1 0,1-1 0,0 1 0,-1-1 0,0 1 1,1 0-1,-1-1 0,0 1 0,0 0 0,0 0 0,0 0 0,0 0 0,0 0 1,-1 0-1,1 0 0,-1 0 0,1 4 0,0 3-2,-1 0-1,-1 0 0,1 0 1,-1-1-1,-1 1 1,0 0-1,0-1 1,0 1-1,-1-1 1,-1 1-1,-5 11 0,-10 13 9,-33 45-1,12-20 4,37-53-14,-13 20 4,1 0 1,1 1-1,-17 43 0,29-61-4,-1 1 0,1-1 0,0 0 0,1 0 0,0 1 0,1-1 0,-1 0-1,1 1 1,1-1 0,0 1 0,0-1 0,1 0 0,0 1 0,0-1 0,1 0 0,0 0 0,5 9-1,1-2 4,0-1-1,2 0 0,-1-1 1,2 0-1,0 0 0,0-1 1,1-1-1,21 14 0,16 8 31,59 28-1,-58-34-3,-24-12 5,1 0 22,0 0 0,32 26 0,-55-37 15,1 0-1,-1 0 0,0 1 1,-1 0-1,1 0 0,-1 0 1,0 0-1,0 1 0,0-1 1,-1 1-1,0 0 0,0 0 1,0 1-1,-1-1 0,0 1 1,2 11-1,-4-12-9,-1-1 1,1 1 0,-1-1-1,0 1 1,-1-1-1,1 0 1,-1 1-1,0-1 1,-1 0-1,1 0 1,-1 0-1,0 0 1,0-1-1,0 1 1,-1-1-1,0 0 1,0 0 0,0 0-1,-8 6 1,-9 6 115,-2 0 1,-40 21-1,61-36-172,-65 32-341,-103 38 1,-79 9-2974,40-13-5358,87-24-2094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1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76 251 5589,'-5'-1'485,"0"0"0,1 0 1,-1-1-1,0 0 1,1 1-1,-1-2 1,1 1-1,0 0 1,0-1-1,0 0 1,-7-6-1,9 6-149,0 0 0,0 0 0,0-1-1,1 1 1,0 0 0,-1-1 0,1 1 0,1-1 0,-1 1-1,0-1 1,1 1 0,0-1 0,0 0 0,0 1-1,0-1 1,0 1 0,2-7 0,-1 5-216,1-1 0,-1 0 0,1 0 0,1 1 0,-1-1 1,1 1-1,0 0 0,0 0 0,0 0 0,1 0 0,0 1 0,0-1 0,0 1 0,0 0 1,1 0-1,0 0 0,-1 1 0,1 0 0,1 0 0,-1 0 0,6-2 0,13-6 119,1 2 0,0 1 0,37-7 0,-48 12-185,0 1 0,-1 0 0,1 1-1,0 1 1,0 0 0,0 1 0,0 0 0,0 1-1,0 1 1,-1 0 0,14 6 0,-18-6-27,0 1 0,0 0 0,-1 0 0,1 1 0,-1 0 0,-1 1 0,1 0 1,-1 0-1,0 1 0,0-1 0,-1 2 0,1-1 0,-2 1 0,1-1 0,-1 2 0,0-1 1,3 10-1,-2-4 6,-1 0 0,-1 1 0,0 0 1,-1 0-1,-1 0 0,0 0 0,-1 0 1,-1 0-1,-2 23 0,-1-16-13,-1-1-1,-1 0 1,-1 0-1,0 0 1,-2 0-1,-18 33 0,-79 127 105,-41 96-88,131-247-13,11-21 57,0 0-1,0 1 1,1-1 0,-3 16-1,5-24-42,1 1 0,-1-1 1,1 1-1,0-1 0,0 1 0,-1-1 0,1 1 1,0-1-1,0 1 0,1-1 0,-1 1 0,0-1 1,0 1-1,1-1 0,-1 0 0,1 1 0,-1-1 1,1 1-1,0-1 0,-1 0 0,1 0 0,0 1 0,0-1 1,0 0-1,0 0 0,0 0 0,0 0 0,0 0 1,1 0-1,-1 0 0,0 0 0,0-1 0,1 1 1,-1 0-1,1-1 0,-1 1 0,0-1 0,1 0 1,-1 1-1,3-1 0,18 1 200,0-2 1,1-1-1,-1 0 1,0-2-1,27-7 1,-13 3-60,370-59-374,-76 15-6682,-240 36 649,-4 6-3852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2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252 285 6005,'-22'-22'2440,"21"21"-2241,-1 0 1,0 0-1,1 0 1,-1 0-1,1 0 1,0-1 0,-1 1-1,1 0 1,0-1-1,0 0 1,0 1-1,0-1 1,0 1-1,0-1 1,0 0-1,1 0 1,-1 1-1,1-1 1,-1 0-1,1 0 1,0 0-1,-1 0 1,1 0-1,0 0 1,0 1-1,0-1 1,1 0-1,-1 0 1,0 0-1,1 0 1,-1 0-1,2-1 1,2-11 1347,1 0 0,12-24 1,-11 29-1336,-1 0 0,1 1 1,1 0-1,-1 0 0,1 0 0,1 1 1,-1 0-1,11-7 0,-6 5-43,1 1-1,0 0 1,1 0-1,0 2 1,23-9-1,-31 13-133,0 0-1,0 1 0,1-1 0,-1 1 0,0 0 1,1 1-1,-1 0 0,1 0 0,-1 0 0,0 1 1,1-1-1,-1 2 0,0-1 0,1 1 0,9 4 0,-13-5-27,-1 1-1,1 0 0,0 0 0,-1 0 0,1 0 1,-1 0-1,0 1 0,0-1 0,0 1 0,0-1 0,0 1 1,0 0-1,-1 0 0,1 0 0,-1 0 0,0 0 0,0 0 1,0 0-1,0 0 0,-1 0 0,1 1 0,-1-1 0,0 0 1,0 0-1,0 1 0,0-1 0,-2 5 0,0 6 3,-1 0-1,-1-1 1,0 0-1,-11 24 1,-5 1 2,-1-1 0,-3-1 0,-45 57 1,-7 8-3,69-91-7,0 1 1,0 0-1,2 0 0,-1 0 1,2 1-1,-1 0 1,-2 12-1,6-20-2,0 0 0,1 0 0,0 0 0,-1-1-1,1 1 1,0 0 0,1 0 0,-1 0 0,1-1 0,0 1 0,0 0-1,0 0 1,0-1 0,0 1 0,1-1 0,0 1 0,0-1 0,0 0-1,0 0 1,0 0 0,1 0 0,-1 0 0,1 0 0,0 0 0,0-1-1,0 0 1,4 3 0,12 6 1,1-2-1,0-1 0,1 0 1,-1-1-1,35 6 1,22 7-7,13 7-28,78 28-55,-160-51 80,0-1-1,0 1 1,0 0 0,-1 0-1,0 1 1,0 0-1,0 0 1,10 11 0,-15-14 6,-1 0 1,1 0-1,-1 0 1,1 0 0,-1 0-1,0 1 1,0-1 0,0 0-1,0 1 1,0-1-1,-1 1 1,1-1 0,-1 1-1,1-1 1,-1 1 0,0-1-1,0 1 1,0 0-1,-1-1 1,1 1 0,0-1-1,-1 1 1,0-1 0,0 0-1,1 1 1,-1-1-1,-1 0 1,1 1 0,0-1-1,-1 0 1,1 0 0,-1 0-1,-2 3 1,-4 3-5,0 0 0,-1 0 0,0-1-1,0 0 1,-1 0 0,0-1 0,0 0 0,-14 5 0,-96 33-73,80-31 47,-115 39-489,-97 34-2021,89-18-6134,114-45 447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3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989 6 14025,'0'0'53,"0"0"-1,0 0 1,0 0 0,1 0-1,-1 0 1,0 0-1,0 0 1,0 0 0,0 0-1,0 0 1,0 0-1,1-1 1,-1 1 0,0 0-1,0 0 1,0 0-1,0 0 1,0 0-1,0 0 1,0-1 0,0 1-1,0 0 1,0 0-1,0 0 1,0 0 0,0 0-1,1-1 1,-1 1-1,0 0 1,0 0 0,0 0-1,0 0 1,-1 0-1,1-1 1,0 1 0,0 0-1,0 0 1,0 0-1,0 0 1,0 0-1,0-1 1,0 1 0,0 0-1,0 0 1,0 0-1,0 0 1,0 0 0,-1 0-1,1-1 1,11 6 3845,-17 30-495,-1 65 0,1-8-1221,-7 0-1721,-5-1 0,-3-1 0,-4 0 0,-4-2-1,-4-1 1,-76 141 0,-139 216-429,13-24-41,29 14-177,198-413-352,0 1-1,1 0 1,1 0 0,1 0 0,1 1 0,1 0 0,0 0 0,2-1 0,3 28-1,-2-48 304,0 1-1,0-1 1,1 1-1,0-1 1,-1 1-1,1-1 0,0 0 1,0 1-1,0-1 1,1 0-1,-1 0 1,0 0-1,1 0 0,0 0 1,-1 0-1,1 0 1,2 1-1,-2-2 56,-1 0 0,1 0 0,-1 0 0,1 0-1,-1-1 1,1 1 0,0-1 0,-1 1 0,1-1 0,0 0-1,-1 1 1,1-1 0,0 0 0,0 0 0,-1 0 0,1-1-1,0 1 1,0 0 0,-1-1 0,1 1 0,0-1 0,2 0-1,5-4-1195,0 1 1,-1-2-1,1 1 0,-1-1 0,7-7 0,7-7-6223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5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422 117 9433,'-4'-6'701,"1"0"0,1 0 1,-1-1-1,1 1 0,-3-13 1,4 17-373,0 0 0,1 0 0,-1 0 0,-1 0 0,1 0 0,0 0 0,0 0-1,-1 0 1,1 1 0,-1-1 0,0 0 0,-2-1 0,-2-3 496,5 3-634,-1 1 0,1 0 1,0 0-1,-1 0 0,1 0 0,-1 0 0,0 0 0,0 0 0,1 0 0,-1 1 0,0-1 0,-1 1 0,1 0 0,0-1 0,0 1 0,-1 0 0,1 0 0,0 0 0,-1 1 0,1-1 0,-1 0 1,1 1-1,-1 0 0,1 0 0,-1-1 0,1 1 0,-1 1 0,-4 0 0,-4 1-5,0 1 0,0 0 0,1 0 0,-1 1 0,1 1 0,0 0 0,1 0 0,-1 1 0,1 0 0,0 1 0,-9 8 0,-4 5 146,0 1 0,-36 48 0,47-54-260,1 1-1,0 0 1,1 0-1,0 1 1,2 1 0,-10 28-1,15-38-59,0-1-1,0 0 1,1 1-1,0-1 1,1 1 0,-1-1-1,1 1 1,1-1-1,-1 1 1,1-1 0,1 1-1,-1-1 1,1 0-1,1 1 1,-1-1 0,1 0-1,0 0 1,1-1-1,6 10 1,-8-13-21,1-1-1,0 1 1,1 0 0,-1-1 0,0 0 0,1 0-1,-1 0 1,1 0 0,0 0 0,0-1 0,-1 1-1,1-1 1,0 0 0,0 0 0,0-1 0,0 1-1,1-1 1,-1 0 0,5-1 0,1 1 5,-1-1 0,0 0 0,0-1 1,1 0-1,-1-1 0,0 1 0,-1-2 1,10-4-1,12-10 75,-1-1 0,-1-2 0,-1 0 0,0-2 0,-2-1 0,-1-1 0,-1-2 0,34-50 0,-47 64 302,0 0 0,0 0 1,2 0-1,14-12 0,-26 25-352,0-1-1,1 1 0,-1 0 1,0-1-1,0 1 0,1 0 1,-1 0-1,0-1 0,0 1 1,1 0-1,-1 0 0,0 0 0,0-1 1,1 1-1,-1 0 0,0 0 1,1 0-1,-1 0 0,0 0 1,1 0-1,-1 0 0,0 0 1,1 0-1,-1-1 0,1 2 0,-1-1 1,0 0-1,1 0 0,-1 0 1,0 0-1,1 0 0,-1 0 1,0 0-1,1 0 0,-1 0 1,0 1-1,1-1 0,-1 0 0,0 0 1,0 0-1,1 1 0,-1-1 1,0 0-1,0 0 0,1 1 1,-1-1-1,0 1 0,2 24 595,-13 37-32,-42 130-468,-20 71-1279,32-85-2761,-17 75-5413,40-177 4719,-11 46-6170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75 109 5180,'0'0'6735,"-4"1"-6314,-3 1-1385,7-1 1176,-1-1 0,0 1 0,0-1 1,0 1-1,0-1 0,0 0 0,0 1 1,0-1-1,0 0 0,0 0 0,0 0 1,0 0-1,0 0 0,0 0 0,0 0 1,0 0-1,0 0 0,0 0 0,0-1 1,0 1-1,0 0 0,0-1 0,0 1 0,0-1 1,0 1-1,0-1 0,1 1 0,-1-1 1,0 0-1,0 1 0,1-1 0,-2-1 1,0-1-57,-1 0 1,1 0-1,0-1 1,0 1-1,0-1 0,1 0 1,-1 0-1,0-3 1,1 4 1310,-1 5-1304,1 0 0,-1 1 0,1-1 0,-1 0 0,1 1 0,0-1 0,0 1 0,-2 4 0,9-14-132,-1 1 0,1-1 0,0 1 0,0 1 0,0-1 0,1 1 0,0 0 0,14-7 0,-8 5-5,1 2 1,1 0 0,-1 0 0,24-3 0,-28 6-28,-1 1 0,1 0 1,0 0-1,-1 1 0,1 0 0,0 1 1,-1 0-1,1 0 0,0 1 0,17 6 1,-22-6 0,0 1 0,0-1 0,-1 1 0,1 0 0,0 0 0,-1 1 0,0-1 0,0 1 1,0 0-1,0 0 0,-1 0 0,1 1 0,-1-1 0,0 1 0,-1 0 0,1 0 0,-1 0 0,0 0 1,0 0-1,2 10 0,-2-2 3,0 0 1,-1 1-1,-1-1 0,0 1 1,0-1-1,-2 1 1,0-1-1,0 0 0,-1 0 1,-1 0-1,0 0 1,-8 18-1,-10 14-15,-52 82 0,69-119 10,-153 214 18,148-208 88,7-11-100,1 0-1,0 0 1,0 0 0,0 0-1,0 0 1,1 1-1,-3 5 1,4-8-4,0 0 0,0 0 0,0 0 0,0 0 0,1 0 0,-1-1 0,0 1 0,0 0 0,1 0 0,-1 0 0,1 0 0,-1-1 0,1 1 0,-1 0 0,1 0 0,-1-1 0,1 1 0,-1 0 0,1-1 0,0 1 0,0-1 0,-1 1 0,1-1 0,0 1 0,0-1 0,-1 0 0,1 1 0,0-1 0,0 0 0,0 1 0,0-1 0,0 0 0,0 0 0,-1 0 0,1 0 0,0 0 0,1 0 0,8 1 7,0 0 1,0 0-1,0-1 0,-1-1 0,1 0 1,18-4-1,61-19-393,-39 7-897,-1-3 0,58-32-1,22-23-7152,-84 46 749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9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46 7953,'-1'-2'459,"1"1"1,-1-1-1,0 0 1,1 1-1,-1-1 1,1 0 0,0 1-1,-1-1 1,1 0-1,0 0 1,0 1-1,0-1 1,0 0-1,1 0 1,-1 1 0,0-1-1,1 0 1,-1 1-1,1-1 1,-1 0-1,1 1 1,2-4-1,-3 3-663,1 0 2951,-10 34 1135,3-15-3120,-35 155 3867,0-1-2846,36-156-1743,-143 430 566,52-215-3245,-123 307-9500,200-486 6288,13-9-3303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9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15 9241,'12'-9'1014,"-11"5"23,-20 3 1261,9 1-1365,7 0-479,-1 1 0,0 1 0,1-1 0,-1 0 0,0 1 0,1 0-1,0-1 1,-1 2 0,1-1 0,0 0 0,-5 6 0,0-2 316,1 0-322,0 0 0,1 1 1,0 0-1,0 0 0,1 1 0,0 0 1,-6 10-1,-6 10 476,4-7-528,1-1 1,1 2 0,0-1 0,2 1 0,1 1 0,0 0-1,2 0 1,-4 28 0,8-35-324,1 0 1,0 0-1,1 0 0,1 0 1,0 0-1,1 0 0,1-1 1,1 1-1,0-1 0,1 0 0,0 0 1,1 0-1,11 18 0,2-3-4,25 29 0,-28-40-47,-1 2 0,-1 0 0,21 41 0,-33-56-24,1 0-1,-1 0 1,0 0-1,0 0 1,0 1-1,-1-1 1,0 1-1,-1-1 1,1 12-1,-2-13-11,0 0 0,0 0-1,-1 0 1,0-1 0,1 1 0,-2 0-1,1-1 1,0 0 0,-1 1 0,0-1-1,0 0 1,0-1 0,-6 7 0,-4 2-450,0 0 1,-1-1-1,0-1 0,-21 12 1,-27 10-4521,58-30 2586,3-5-803,-7-11-2235,2-1-3092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9217,'0'0'1844,"7"-11"-124,2-1 3033,10 12-3677,3 3-288,7-6-140,-4-2-132,7-4-132,19-8-472,-19 0-364,3 2-724,-1-5-780,-18 12-3157,7-9-4064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0:59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81 9917,'-19'-15'8925,"16"-2"-8625,0 3-568,3-3-3029,-3 0-1235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2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61 209 12485,'-61'-15'12063,"89"15"-9552,473-32 1327,-346 18-3449,162-13 52,1232-86 466,-1526 112-929,117-6-597,266 21 0,-401-13 557,65 11-996,-65-10 816,1 0 0,-1 0 0,0 0 0,0 0-1,0 1 1,0 0 0,0 0 0,0 0 0,6 7 0,-9-9 18,-1 1 1,0-1 0,0 1-1,0-1 1,-1 1 0,1 0-1,0-1 1,-1 1 0,1 0 0,-1-1-1,1 1 1,-1 0 0,0 0-1,1 0 1,-1-1 0,0 1 0,-1 0-1,1 0 1,0 0 0,0 0-1,-1-1 1,1 1 0,-1 0-1,-1 2 1,-1 4-1482,0-1-1,-1 1 1,0-1-1,-6 8 1,-22 30-9034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2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18 11925,'-10'-7'824,"-6"-1"116,4 5 4045,11 3-4748,0 1 0,0-1 0,0 0 0,0 0 0,0 0 0,0 1 0,0-1 1,0 0-1,0 1 0,1-1 0,-1 1 0,0-1 0,0 1 0,0 0 0,0-1 1,1 1-1,-1 0 0,0-1 0,0 1 0,1 0 0,-1 0 0,1 0 0,-1 0 0,1 0 1,-1-1-1,1 3 0,-8 26 2136,7-22-2263,-28 159 1496,-45 214 1996,70-362-3613,-127 568-5767,120-526 3378,-3 71 0,10-2-5632,6-37-3130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3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1 691 10433,'3'-4'721,"1"0"0,-1 1-1,1 0 1,0 0 0,0 0 0,0 0-1,6-2 1,2-1-239,0 2 0,0 0-1,14-3 1,-5 1 298,48-17-21,0-2 0,105-57 0,-150 69-643,-1-2-1,0-1 0,-1-1 1,-1-1-1,0 0 1,-2-2-1,0 0 1,-1-1-1,26-42 0,-41 58-30,0 0 0,-1 0 0,0 0 0,0 0-1,-1-1 1,1 1 0,-1-1 0,-1 1 0,2-7-1,-2 10-32,0 0 0,0 0 0,0 0-1,0 0 1,-1 0 0,1 0 0,0 0-1,-1 1 1,1-1 0,-1 0 0,0 0-1,1 0 1,-1 1 0,0-1 0,0 0-1,0 1 1,-1-1 0,1 1 0,0-1-1,0 1 1,-1-1 0,1 1 0,-1 0-1,1 0 1,-1 0 0,0 0 0,1 0-1,-1 0 1,0 0 0,-3-1 0,-3 1 98,0 0 0,0 1 0,0 0 0,1 0 1,-1 0-1,0 1 0,0 0 0,1 1 0,-1 0 1,0 0-1,1 0 0,0 1 0,0 0 0,-1 1 1,2-1-1,-1 2 0,-9 6 0,1 0 110,0 1-1,1 0 0,0 1 1,1 1-1,0 0 0,-15 23 1,5 0 26,1 1 0,2 0 0,2 2 1,1 1-1,2 0 0,2 0 0,2 2 1,2-1-1,1 1 0,2 1 0,1 65 1,5-94-284,1 0-1,1-1 1,0 1 0,1-1 0,1 1 0,0-1 0,1 0 0,0-1 0,12 20 0,-12-24-4,0-1 1,1 0 0,0 0-1,1-1 1,0 1-1,0-2 1,0 1 0,1-1-1,0 0 1,0 0 0,1-1-1,-1 0 1,1-1-1,18 7 1,-9-6-52,-1 0 1,1-1-1,0-1 0,0-1 1,1 0-1,-1-2 1,0 0-1,1-1 0,-1-1 1,28-5-1,-22 0-129,0-1 0,0 0 0,-1-2 0,0 0 1,0-2-1,39-28 0,-19 7-106,-2-3 1,-2-1-1,-1-1 1,-2-3-1,-2 0 1,43-70-1,24-68-443,-19 31 178,-59 117 396,-23 30 148,1 1-1,0 0 0,0 0 0,-1 0 1,1 0-1,0 0 0,0 0 1,-1 0-1,1 1 0,0-1 1,0 0-1,-1 0 0,1 1 1,0-1-1,-1 0 0,1 1 1,0-1-1,-1 0 0,1 1 1,0-1-1,-1 1 0,1-1 1,0 2-1,-1-2-2,2 2 11,1 1-1,-1-1 1,0 1-1,0 0 1,0 0-1,0 0 1,-1 0-1,0 0 1,1 0-1,-1 0 1,0 1-1,1 5 1,8 50 12,-8-43-19,0-4 6,2 18 25,10 34 0,-12-57-20,1 1 0,0 0 0,0-1 1,0 1-1,1-1 0,0 0 1,1 0-1,-1-1 0,9 10 0,-10-14-2,0 1-1,1-1 0,-1 0 0,0 0 0,1 0 0,0 0 0,-1 0 0,1-1 0,0 1 0,0-1 0,0 0 0,0-1 0,0 1 0,0-1 0,0 1 0,0-1 0,0 0 0,0-1 0,0 1 0,0-1 0,0 0 0,0 0 0,0 0 0,0 0 0,4-3 0,13-5 9,0-1 1,-2 0 0,29-21-1,-5 4 0,-36 22-19,1 1 0,0 1 0,0-1 0,1 1 0,-1 1 0,1-1 0,-1 1 0,1 1 0,0 0 0,0 0 0,16 1 0,-4 3-110,0 1 0,0 1 0,36 14-1,-46-15 61,-1 0-10,-1-1 1,1 1 0,1-2-1,-1 1 1,0-1-1,1-1 1,-1 0 0,1 0-1,-1-1 1,14-2-1,-11-1 33,-1-1 0,1-1 0,-1-1 0,0 1 0,0-2 0,18-12 0,63-56 320,-75 59-120,3-4 234,28-33-1,-31 32-174,0 1 1,30-25 0,-14 20-20,41-21-1,-18 11-81,-39 22 159,-1 0-1,-1-2 1,-1 0-1,0 0 1,0-1-1,-2-1 0,0 0 1,-1-1-1,-1-1 1,14-28-1,-23 43-129,9-14 680,-11 18-821,1-1 1,-1 1 0,0 0 0,1 0 0,-1-1 0,0 1 0,1 0 0,-1 0 0,0 0 0,1 0 0,-1 0 0,1-1-1,-1 1 1,0 0 0,1 0 0,-1 0 0,1 0 0,-1 0 0,0 0 0,1 0 0,-1 0 0,1 0 0,-1 1 0,0-1-1,1 0 1,-1 0 0,1 0 0,-1 0 0,0 1 0,1-1 0,-1 0 0,0 0 0,1 0 0,-1 1 0,0-1 0,0 0 0,1 1-1,-1-1 1,0 0 0,0 1 0,1-1 0,-1 1 0,1 1-11,1 0 0,-1 0 0,0 0 0,-1 0 0,1 0 0,0 0 0,0 0 0,-1 0 0,1 1 0,-1-1 0,0 0 0,0 0 0,0 1 0,0-1 0,0 0 0,0 0 0,-1 4 0,-1 8 0,-7 137 0,-13 264 0,24-354-1342,3 1 0,13 64 0,-10-79 520,-8-41 277,2 1 0,-1-1 1,1 0-1,0 0 0,0 1 1,6 10-1,-6-15 216,-1 1 1,1-1-1,0 0 0,-1 0 1,1 0-1,0 0 0,0 0 0,1 0 1,-1-1-1,0 1 0,1-1 0,-1 0 1,0 1-1,1-1 0,0 0 1,-1 0-1,1-1 0,0 1 0,3 0 1,31 0-5298,-4-10-3296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3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40 12905,'-35'-40'14144,"37"43"-13455,16 23 217,-12-19-702,-1 1 0,0-1-1,0 1 1,5 12 0,-9-18-180,0 0-1,0 0 0,-1 1 1,1-1-1,-1 0 1,1 0-1,-1 0 1,0 1-1,0-1 0,0 0 1,0 0-1,-1 1 1,1-1-1,0 0 1,-1 0-1,0 0 0,1 1 1,-1-1-1,0 0 1,0 0-1,0 0 1,-1 0-1,-1 2 0,-4 4 15,-1 0-1,-1 0 0,0 0 1,0-1-1,0 0 0,-16 8 1,-71 32-874,58-29-665,9-10-796,19-6-637,2 1-5662,24-15-2743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29 12305,'-95'6'2548,"73"-21"637,9 10-293,-3-1 5905,-3 0-8021,3 3-672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40 12145,'3'-11'137,"2"-9"6931,-4 12-186,-7 21-4236,5-5-2309,-1 0 0,1 0-1,1 0 1,0 0 0,0 0 0,0 0-1,1 0 1,0 0 0,2 8 0,2 15 55,2 37-349,-3 0 0,-9 135 0,-7-84-43,-42 354 0,50-447-111,-1 2-630,2 0 0,-1 29 0,4-49 502,1-1 0,-1 0 0,1 1-1,0-1 1,1 0 0,0 0 0,0 1 0,0-2 0,1 1-1,0 0 1,0 0 0,8 10 0,-10-15-215,1-1 0,-1 0 0,0 1 0,1-1 0,-1 0 0,1 0 0,-1 0 1,1 0-1,0 0 0,-1-1 0,1 1 0,0 0 0,0-1 0,0 1 0,-1-1 0,1 0 0,0 0 1,0 0-1,0 0 0,0 0 0,-1 0 0,1 0 0,0 0 0,0-1 0,0 1 0,0 0 0,-1-1 1,4-1-1,20-15-10723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12913,'0'0'6580,"4"0"-5277,269-19 2171,-153 14-3775,200-35 0,-265 28 26,-1-2-1,70-29 1,-103 35 210,0-2 0,0-1-1,-1 0 1,-1-2 0,0 0 0,-1-1 0,0-1 0,21-23-1,-30 26 332,0 0 1,-1-1-1,10-20 0,-1 1 1400,-15 29-520,-16 17 1582,9-6-2506,-1 0 0,2 0 0,-1 1 1,1-1-1,0 1 0,1 0 0,0 0 0,1 1 0,-3 12 0,-8 94 1452,12-109-1662,-43 324-1576,24-208-630,-9 204-1,29-322 1033,0 0 0,0 0 0,1 0-1,0 0 1,-1 0 0,2 0 0,-1 0 0,0 0-1,5 7 1,11 24-11046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8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14909,'-22'35'2224,"18"-28"-1230,0 0 1,1 1-1,0-1 0,0 1 1,0-1-1,1 1 0,0 0 1,1 0-1,0 0 0,0 11 1,3 18-526,2 0 1,2-1-1,1 1 1,2-1 0,2 0-1,1-1 1,1 0 0,2-1-1,32 52 1,-33-64-470,1 0 0,1-1 0,0-1 0,2 0 0,0-2 0,2 0 0,0-1 0,0-1 0,2 0 0,27 14 0,-37-24 0,0 1 0,1-2 0,-1 0 0,1 0 0,0-1 0,1-1 0,-1 0 0,1-1 0,-1 0 0,1-2 0,0 1 0,-1-1 0,1-1 0,0-1 0,-1 0 0,1 0 0,-1-1 0,0-1 0,0 0 0,0-1 0,14-8 0,-14 5 0,-1 0 0,1-1 0,-1-1 0,-1 0 0,0 0 0,-1-1 0,0 0 0,0-1 0,-1-1 0,-1 1 0,10-19 0,-10 16 0,-1-1 0,-1 1 0,0-1 0,-1 0 0,-1-1 0,-1 1 0,0-1 0,-1 1 0,0-1 0,-2-18 0,-1 19-1,-1 1 0,-1 0 1,0 0-1,-1 0 0,-1 0 0,0 0 0,-1 1 0,-1 0 1,0 0-1,-1 0 0,0 1 0,-1 1 0,-1-1 1,0 1-1,0 1 0,-1 0 0,-24-18 0,16 15-33,-1 0-1,-1 2 0,0 0 0,-1 2 0,0 0 1,-1 1-1,1 2 0,-2 0 0,1 1 0,-41-4 1,58 9-438,0 1-1,0 0 1,0 0 0,0 0 0,1 1 0,-1 0 0,0 0 0,0 1 0,1-1 0,-7 4 0,7-3-753,0 1 1,0-1-1,1 2 1,-1-1-1,-5 5 1,10-8 1089,0 0-1,0 0 1,0 0 0,0 0 0,0 0 0,-1 0 0,1 1-1,0-1 1,0 0 0,0 0 0,0 0 0,0 0-1,0 0 1,0 0 0,0 1 0,0-1 0,-1 0 0,1 0-1,0 0 1,0 0 0,0 0 0,0 1 0,0-1 0,0 0-1,0 0 1,0 0 0,0 0 0,0 0 0,0 1-1,0-1 1,0 0 0,0 0 0,0 0 0,0 0 0,1 1-1,-1-1 1,0 0 0,0 0 0,0 0 0,0 0-1,0 0 1,0 0 0,0 1 0,0-1 0,0 0 0,1 0-1,-1 0 1,10 19-10222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12 234 11737,'-2'-2'2206,"-7"-9"978,10 4 1375,14 3-889,1 1-4371,359-55 4935,358-46-3064,-626 93-1277,217-22-3059,-304 33-443,-45 4-3073,-4 0 2580,-20 9-5307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1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264 191 11585,'-30'-102'4857,"3"35"2764,19 45-3508,14 43 285,3 20-4358,-2 1 0,-1 0 0,-2 1 0,-3-1 0,-3 49 1,-34 218-86,30-262 42,-47 261-124,43-271-1193,-2 0 1,-32 66 0,3-8-8295,14-14-6470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11 116 11349,'-1'-2'305,"0"0"-1,0 0 1,1 0 0,-1 0 0,0 0-1,1-1 1,-1 1 0,1 0-1,0 0 1,0-1 0,-1 1-1,2 0 1,-1 0 0,0-1-1,0 1 1,1 0 0,-1 0 0,1 0-1,0 0 1,1-4 0,-2 3 215,0 0 1,0 0 0,0 0 0,-1 0 0,1 0 0,-1 0 0,0 1 0,0-1-1,-1-4 1,0 3 481,2 2 882,-1 1-1769,1 0 0,0 0 0,0 0 0,0 0 0,-1 0 1,1 0-1,0 1 0,0-1 0,0 0 0,0 0 0,1 0 1,-1 0-1,0 0 0,0 0 0,0 1 0,1-1 0,-1 0 0,0 0 1,1 0-1,-1 0 0,1 1 0,-1-1 0,1 0 0,-1 1 1,1-1-1,0 0 0,-1 1 0,1-1 0,0 1 0,-1-1 0,1 0 1,0 1-1,1-1 0,-1 1 1,0 0-1,1 0 1,-1 1 0,0-1 0,0 0 0,0 0-1,0 1 1,1-1 0,-1 1 0,0-1-1,0 1 1,0 0 0,0-1 0,0 1-1,0 0 1,0 0 0,-1 0 0,1-1 0,0 1-1,0 0 1,-1 0 0,1 0 0,0 0-1,-1 0 1,1 2 0,5 9-116,-1 0 0,-1 0 0,0 0 0,2 15 0,2 5 0,3 14-5,-2 1 0,-2 0 0,-3 1 1,0 60-1,-23 190-968,19-294 947,-9 74-5289,3-32-4564,2-23-3687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0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13729,'27'-46'4719,"-26"45"-4459,0 0 0,0 0-1,0 0 1,0 0 0,0 0-1,1 1 1,-1-1 0,0 0-1,0 1 1,1-1 0,-1 1-1,0 0 1,0-1 0,1 1-1,-1 0 1,1 0 0,-1 0-1,3 0 1,26 3 1752,-11 1-1718,-2 2 0,1 0 0,0 2 0,-1 0 0,-1 0 0,1 2 0,-2 0 0,1 0 0,-1 2 0,-1 0 0,0 1 0,-1 0 0,0 1 1,-1 0-1,18 27 0,-14-15-247,-1 1 1,-1 0 0,-1 1-1,-1 0 1,-2 1 0,-1 0-1,-1 1 1,-1 0 0,2 31-1,-7-43-46,2 13-73,-1 0-1,-2 0 1,-1 0 0,-7 53 0,4-70 58,-1-7 11,2-11 1,0-10 0,2-7-1,1 0-1,1 0 1,1 0-1,1 0 1,1 0-1,9-26 1,1 6 0,2 1 1,24-42 0,-28 59-3,2 1 1,0 0 0,1 1-1,0 1 1,2 0-1,1 2 1,34-28 0,-43 38 7,0 1 1,0 1 0,0 0 0,1 0 0,0 1 0,0 0 0,1 1 0,-1 0 0,1 1-1,0 0 1,0 1 0,0 1 0,0-1 0,0 2 0,0 0 0,0 0 0,0 1 0,21 5-1,-17-2 67,0 1 0,-1 1-1,1 0 1,-1 2-1,0-1 1,-1 2 0,0 0-1,0 1 1,-1 0-1,-1 1 1,1 0 0,-2 1-1,0 0 1,15 21 0,-15-16 17,-1 1 1,0 0-1,-2 1 1,0 0 0,-1 0-1,0 0 1,-2 1-1,0 0 1,-2 1 0,0-1-1,0 30 1,-4 31-83,-4 1 0,-17 86 0,-2-27-2460,-3 19-5136,21-126 394,-1-16-4888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0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15213,'-10'66'2945,"-18"-35"-317,21-14-304,-2 9-348,-10 14-408,6-11-359,0 8-357,4-3-44,2 6-168,-5 6-408,2 0-508,10-6-1024,-3-3-381,0-20-763,9 6-424,1 3-3581,-1-12-5944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78 11337,'-31'-14'2424,"34"-6"-256,-6-3-67,0 3 2911,12 34-6476,4 0-788,-1 9-3501,4 17-4836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0 15757,'-12'114'3189,"-4"-68"-57,12 8-88,-2 1-383,0-4-389,3 6-372,-10 9-1088,0 5-812,-3-2 0,-6 8 0,0 0 0,-7 6 0,4-3 0,0-6 0,2-2 0,-31 139-16518,67-179 3253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429 472 11529,'-1'0'99,"1"0"0,-1-1 0,0 1 1,1 0-1,-1 0 0,1-1 0,-1 1 0,0 0 0,1-1 0,-1 1 1,1-1-1,-1 1 0,1 0 0,-1-1 0,1 1 0,0-1 0,-1 0 1,1 1-1,0-1 0,-1 1 0,1-1 0,0 1 0,0-1 0,-1 0 1,1 1-1,0-1 0,0 0 0,0 1 0,0-1 0,0 0 0,0 0 1,8-20 2306,-4 12 6964,-7 9-8757,-2 1-461,1-1 1,0 1-1,0 0 0,0 1 0,0-1 0,0 1 0,0 0 1,0 0-1,1 0 0,-1 0 0,1 1 0,-1-1 1,1 1-1,0 0 0,0 0 0,-3 4 0,-32 24 847,-8-1-383,0 3-1,-79 74 1,110-91-562,0 0 0,1 1-1,-22 36 1,32-46-68,0 0 0,1 1 1,0-1-1,0 0 0,1 1 0,-2 10 0,3-14-36,1 0 1,0-1-1,0 1 0,0-1 0,0 1 0,1-1 0,-1 1 0,1-1 0,0 1 0,0-1 0,0 1 0,0-1 0,1 0 0,2 6 0,-2-6-36,1 0 0,-1 0 1,0-1-1,1 1 0,-1-1 0,1 0 1,0 1-1,-1-1 0,1 0 0,0-1 1,1 1-1,-1 0 0,0-1 0,7 2 1,-4-1-32,1-1 1,0 0 0,0 0 0,0-1-1,-1 0 1,1 0 0,9-2 0,-1-1-57,-1 0 0,0-1 0,0 0 0,0-1 0,-1-1 0,24-13 0,-18 6 97,0-2-1,-1 0 1,-1-1 0,0-1 0,-1 0 0,-1-1-1,-1-1 1,0 0 0,-2-1 0,0 0-1,9-23 1,-1-4 69,-1 0-1,-3-1 1,-2 0-1,8-57 1,23-194 2219,-36 249-929,-9 47-336,-10 31-136,-34 111-811,-39 212 0,67-247-360,-19 100-2694,33-189 1263,0 0-1,1 0 1,0 0 0,2 0 0,0 0 0,5 30 0,9 17-12040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2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538 120 9793,'-4'-22'1293,"3"13"-352,-1 0 1,0 0-1,0 0 0,-8-16 0,8 21-84,-1-1 0,0 1 0,0 0 0,0 0 0,-1 0 0,-6-6 0,10 10-692,-1 0-1,0-1 0,0 1 0,0 0 1,0 0-1,0 0 0,0-1 0,1 1 1,-1 0-1,0 0 0,0 0 0,0 1 1,0-1-1,0 0 0,0 0 0,0 0 0,1 1 1,-1-1-1,0 0 0,0 1 0,-1 0 1,-1 0 388,-3 2-115,0 0 1,0 0-1,0 1 1,0-1 0,1 1-1,-1 1 1,1-1-1,0 1 1,-7 8-1,-40 57 1679,38-50-1948,-38 56-146,3 2 0,4 2 0,4 2 0,3 2 0,-33 106 0,61-155-23,1 1 0,2 0 0,1 0 0,2 0 0,1 0 0,2 1 0,2-1 0,9 67 0,-6-80 0,1 0 0,2-1 0,0 1 0,1-2 0,1 1 0,1-1 0,1-1 0,1 0 0,1 0 0,0-1 0,2-1 0,0 0 0,1-1 0,34 28 0,-27-27-80,1-2 0,1-1-1,0-1 1,1-1 0,0-1 0,1-1-1,0-1 1,1-2 0,29 6 0,-21-9-177,0-1 0,0-1 0,0-2 1,1-2-1,-1-1 0,60-12 1,-46 2-9,-1-1 0,0-3 0,-2-2 0,0-2 1,-1-1-1,0-3 0,-2-2 0,-2-2 0,0-2 0,56-52 0,-54 39 30,-2-2-1,-2-3 0,-2 0 0,56-96 0,-67 95 1185,-3 0 0,36-105 1,-56 142-233,-1 11 758,4 29 336,-5-16-2168,30 159 555,-24-120-198,3-1 0,31 87 0,-36-122 0,0 0 0,1-1 0,1 0 0,0 0 0,1 0 0,0-1 0,1-1 0,1 1 0,0-2 0,0 1 0,1-2 0,1 0 0,15 10 0,-22-16-52,0-1 0,1 1 0,-1-1 1,1-1-1,0 0 0,-1 0 0,1 0 0,0 0 0,0-1 1,0 0-1,1-1 0,-1 0 0,0 0 0,0 0 0,0-1 1,0 0-1,0-1 0,0 1 0,0-1 0,0 0 0,-1-1 1,1 0-1,-1 0 0,1 0 0,-1-1 0,0 0 0,-1 0 1,1-1-1,-1 1 0,1-1 0,7-10 0,-4 4-57,-1 0-1,0 0 0,0-1 0,-1 1 1,-1-2-1,0 1 0,-1-1 1,0 0-1,-1 0 0,0 0 1,-1-1-1,0 0 0,-2 1 1,1-1-1,-2-23 0,-2 18 70,-2-1-1,0 1 0,-2 1 0,0-1 0,0 1 0,-2 0 0,0 0 1,-1 1-1,-17-23 0,3 8-19,-1 0 0,-2 2 0,-49-44 0,47 49 38,0 2 0,-2 2 1,-44-25-1,56 36-326,-2 1-1,1 0 1,-1 2-1,0 0 1,-1 1-1,0 1 1,-24-2-1,37 6-251,0 1 0,0 0-1,0 0 1,-1 1-1,-13 3 1,17-3-584,1 1-1,-1-1 1,1 1 0,0 0 0,0 0-1,-7 5 1,-1 5-9770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81 13229,'-26'-24'4290,"24"22"-2241,1 5 16,-7 22 1063,-9 51 1,1 1-1279,10-57-1665,-10 39 762,2 0 1,-12 118-1,25-165-947,-1 16 0,1 1 0,1-1 0,7 50 0,-4-62 0,0 1 0,2 0 0,0-1 0,0 0 0,2 0 0,0-1 0,1 0 0,15 24 0,-18-33 0,-1-1 0,1 1 0,0-1 0,0 0 0,0 0 0,1 0 0,-1-1 0,1 0 0,1 0 0,-1-1 0,0 1 0,1-1 0,-1-1 0,1 1 0,0-1 0,0 0 0,0-1 0,0 1 0,1-2 0,-1 1 0,0-1 0,13-1 0,-8-1-34,1 0-1,-1-1 1,0-1-1,-1 0 1,1-1 0,-1 0-1,0 0 1,0-1 0,0-1-1,-1 0 1,0 0-1,-1-1 1,1-1 0,-1 1-1,-1-1 1,0-1 0,0 1-1,12-22 1,-5 5-67,-1 0 1,-1-2 0,-1 1 0,-2-2-1,-1 1 1,10-53 0,-15 56 75,-2-1 1,0 1 0,-2 0 0,-1-1 0,-1 1 0,-1 0-1,-1 0 1,-1 0 0,-2 1 0,0 0 0,-2 0 0,0 0 0,-1 1-1,-2 1 1,0 0 0,-2 0 0,-19-24 0,24 35-133,-1 1 0,1 0 0,-1 1 0,-1 0 0,0 0 0,0 1 0,-1 1 0,0-1 0,0 2 0,-1 0 0,0 1 0,-20-7 1,20 9-551,0 1 1,1 0 0,-1 1 0,0 0-1,0 1 1,0 0 0,0 1 0,0 0-1,0 1 1,1 1 0,-1 0 0,1 1-1,-18 7 1,22-7-544,0-1 0,1 2 1,0-1-1,-13 11 0,-14 23-8566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3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341 105 14053,'-21'-69'2939,"18"43"-1545,7 16 3491,-3 11-4601,0-1-1,0 1 1,0-1-1,0 1 1,0-1 0,0 1-1,0 0 1,0-1 0,-1 1-1,1 0 1,0 0-1,0-1 1,-1 1 0,1 0-1,0 0 1,-1 0-1,1 0 1,-1 0 0,1 0-1,-1 0 1,0 0 0,1 0-1,-1 0 1,0 1-1,6 17-30,-1-1-1,-1 1 0,0-1 1,-2 1-1,1 30 0,-7 103 606,2-120-824,-13 144-34,-8-1 0,-7-1 0,-82 268 0,96-390-101,-94 333-5575,94-310 3123,2 1-1,4 0 0,0 93 1,14-59-11239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1:23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14609,'0'0'7201,"-19"2"-5505,3 4 1560,7 6-2591,-1-1-221,4 9-7209,-1 3 516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2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91 9721,'-22'-31'3643,"21"30"-3467,0 0 1,0 1-1,0-1 0,0 0 1,0 1-1,0-1 0,0 0 1,0 1-1,0 0 0,0-1 1,0 1-1,0-1 1,0 1-1,0 0 0,0 0 1,-1 0-1,1 0 0,-2 0 1,-17-5 2073,-67-38 4541,85 42-5056,-36-2 3359,36 5-4939,-4 4-153,1 0 0,0 0 0,1 0 1,-1 1-1,1 0 0,1 0 1,-1 0-1,1 0 0,0 0 0,1 1 1,-3 12-1,-6 17-2,2 2 0,1-1 0,-2 43 0,9-64 0,1-1 0,0 0 0,1 0 0,1 0 0,1 0 0,0 0 0,1 0 0,1-1 0,0 1 0,9 16 0,-7-17 0,-1-3 0,0 0 0,1 0 0,1-1 0,0 0 0,17 19 0,61 56 0,-75-77 0,1 1 0,0-1 0,1-1 0,-1 0 0,1-1 0,1 0 0,0-1 0,19 6 0,-16-6 0,1 0-26,-1-1 0,1-1 0,1-1 0,-1 0 0,0-1 0,1-1 0,-1-1 0,1 0 0,-1-2 0,0 0 0,19-5-1,-21 3 0,0 0-1,0-1 1,-1-1-1,1-1 1,-2 0-1,1-1 1,-1 0-1,0-1 1,-1-1-1,0 0 1,0-1-1,16-18 1,-6 0 11,-1-1 1,-2-1-1,33-65 0,-38 47-129,-14 47 110,-5 24 133,-26 229 17,-8 45 148,6-161-120,-55 148 0,-72 123 1,-146 226-174,299-621 26,-3 6-13,-1-1-1,-13 18 1,22-33 15,0 0 0,1 0 1,-1 0-1,0 0 0,0 0 0,0 0 1,-1 0-1,1 0 0,0-1 1,0 1-1,0 0 0,0-1 0,-1 1 1,1-1-1,-2 1 0,2-1 0,0 0 0,1 0-1,-1 0 1,0 0 0,0 0-1,1 0 1,-1 0 0,0 0-1,1-1 1,-1 1 0,0 0-1,1 0 1,-1-1 0,0 1-1,1-1 1,-1 1 0,1 0-1,-1-1 1,0 1 0,0-2-1,-1-1-11,0 0-1,0 0 0,1 0 1,-1 0-1,1 0 0,-1 0 0,1-1 1,0 1-1,1-1 0,-2-4 1,-1-33-305,1 0 0,2 0 0,1-1 0,3 1 0,12-59 0,64-200-2246,-77 290 2491,29-99-1310,5 0 0,5 3 1,78-144-1,-116 244 1268,36-66-2380,75-98 0,-92 138 86,2 2-1,46-44 1,-6 23-4615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123 440 9661,'2'-2'104,"3"-1"216,0 0-1,0 0 0,-1-1 0,1 0 0,-1 0 0,0 0 1,-1-1-1,1 1 0,-1-1 0,1 0 0,-1 0 0,3-8 1,-3 6-22,0 1 0,1 0 0,-1 0 0,1 1 1,0-1-1,0 1 0,1 0 0,0 0 0,0 0 1,7-5-1,14-14 285,0-2 1,-1-1-1,-2 0 0,29-45 1,-49 67-496,-1 0 0,1 0 0,-1 0 1,0 0-1,-1 0 0,1-1 0,-1 1 0,0-1 1,0 1-1,-1 0 0,1-1 0,-1 0 0,-1-7 0,1 11-61,0 0-1,-1-1 0,1 1 0,-1 0 0,0-1 1,1 1-1,-1 0 0,0 0 0,0 0 0,0-1 0,-1 1 1,1 0-1,0 0 0,-1 1 0,1-1 0,-1 0 0,0 0 1,0 1-1,0-1 0,1 1 0,-1 0 0,-1-1 1,1 1-1,0 0 0,0 0 0,0 0 0,-1 0 0,1 1 1,0-1-1,-3 0 0,-6 1 32,-1 0-1,1 1 1,0 0 0,0 1-1,0 0 1,0 0 0,1 1-1,-1 1 1,0 0 0,1 0-1,0 1 1,0 0 0,1 1-1,-1 0 1,1 1-1,1 0 1,-10 8 0,2 0-11,1 1 0,0 0 1,1 1-1,0 1 0,2 0 1,0 0-1,-16 36 0,21-39-16,1 0 1,1 1-1,1 0 0,0 0 1,1 0-1,-1 21 0,3-25-24,1 0-1,1 0 1,0 0-1,1 0 1,1-1-1,-1 1 1,2-1-1,-1 0 1,9 16-1,-2-7-4,1-1 0,1 0-1,1-1 1,1 0 0,0-1-1,1 0 1,1-2 0,0 0-1,1 0 1,1-2 0,37 22-1,-34-24 5,0 0-1,1-2 1,1 0-1,0-1 1,0-1-1,0-2 0,1 0 1,0-2-1,0 0 1,47-2-1,-56-2-4,-1 0-1,0-2 0,0 1 1,0-2-1,0 0 1,-1-1-1,0 0 1,0-1-1,0 0 0,0-1 1,-1-1-1,0 0 1,-1 0-1,0-1 0,0-1 1,-1 0-1,17-20 1,2-11 8,-2-1 1,-2-1-1,36-84 1,-34 69-23,40-65 0,-62 115 10,1 1 1,0-1 0,0 1 0,8-7 0,-12 12 5,0 1 0,-1 0 0,1-1 0,0 1 0,-1 0-1,1 0 1,0 1 0,0-1 0,0 0 0,0 0 0,3 0 0,-4 1-4,-1 0 0,1 0 0,0 0 0,0 1 0,0-1-1,0 0 1,0 0 0,0 1 0,0-1 0,0 0 0,-1 1 0,1-1 0,0 1 0,0-1 0,0 1-1,-1-1 1,1 1 0,0-1 0,-1 1 0,1 0 0,0 0 0,-1-1 0,1 1 0,-1 0 0,1 1 0,2 4 21,0 0 1,-1 0-1,0 0 0,-1 0 1,1 0-1,-1 1 1,0-1-1,-1 0 1,0 1-1,0-1 1,0 0-1,0 1 1,-1-1-1,-3 11 1,-3 12 356,-22 51-1,23-63-236,-6 8-11,0 0-1,-2-1 1,0 0-1,-2-1 1,-1-1 0,0 0-1,-2-1 1,0-1-1,-1-1 1,-24 17-1,-33 20-279,-130 73 0,183-116 15,-71 40-779,-86 52-2290,150-83-1287,-45 37 0,41-23-5550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216 155 11253,'-2'-6'543,"1"5"-396,0-1-1,1 1 0,-1 0 1,1 0-1,-1-1 0,1 1 1,0 0-1,-1-1 1,1 1-1,0-1 0,0 1 1,0 0-1,0-1 0,0 1 1,0-1-1,0 1 0,1 0 1,-1-1-1,0 1 0,1 0 1,-1-1-1,1 1 0,0-1 1,0 0 133,0-1-1,0 1 1,-1 0 0,1 0 0,-1 0-1,0 0 1,1 0 0,-1-1 0,0 1 0,0 0-1,0 0 1,-1 0 0,1-1 0,-1 1-1,1 0 1,-1 0 0,1 0 0,-1 0 0,0 0-1,-2-3 1,1 0 532,0 0-1,1-1 1,-1 1 0,1 0-1,-1-11 1,-1-6 589,3 22-1347,0 0 0,0 0 0,0 0 0,-1-1 0,1 1 0,0 0 0,0 0 0,0 0 0,0-1 1,0 1-1,-1 0 0,1 0 0,0 0 0,0 0 0,0 0 0,-1-1 0,1 1 0,0 0 0,0 0 0,0 0 0,-1 0 0,1 0 0,0 0 0,0 0 0,-1 0 0,1 0 0,0 0 0,0 0 0,0 0 0,-1 0 0,1 0 0,0 0 0,0 0 0,-1 0 0,1 0 0,0 0 0,0 0 0,-1 0 0,1 0 0,0 0 0,-1 1 0,-1 2 223,-1-1-1,1 1 1,-1 1-1,1-1 1,0 0 0,0 1-1,0-1 1,1 1 0,-1-1-1,0 5 1,-104 313-277,88-251 0,3 1 0,-10 120 0,25-172-763,0 1 1,1-1-1,1 0 0,1 0 1,1 0-1,8 25 0,-9-35 272,1 1 0,-1-1 0,2 0 0,-1 1 0,1-2 0,1 1 0,-1-1 0,2 0 0,-1 0 0,1 0 1,0-1-1,0 0 0,13 8 0,-19-13 66,1-1 0,-1 0 1,1-1-1,0 1 1,-1 0-1,1 0 0,0-1 1,0 1-1,-1-1 1,1 1-1,0-1 1,0 0-1,0 0 0,0 0 1,-1 0-1,1 0 1,0 0-1,0 0 0,2-2 1,-1 2-133,32-5-7965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3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7777,'0'0'3851,"-2"3"-2090,-3 2-1244,0 1-1,1 0 1,-1 1 0,2-1-1,-1 1 1,1-1-1,0 1 1,0 0-1,1 0 1,-1 1 0,2-1-1,-2 12 1,0 2 73,1-1-1,1 1 1,2 31 0,2-32-518,0 0 0,2 0-1,0-1 1,1 1 0,1-1 0,0-1-1,2 1 1,0-1 0,1-1 0,1 1-1,0-2 1,1 0 0,1 0 0,1-1-1,0-1 1,1 0 0,0-1 0,1 0-1,1-1 1,0-2 0,0 1 0,1-2-1,1 0 1,-1-1 0,1-1-1,1-1 1,-1-1 0,1 0 0,0-2-1,0 0 1,0-1 0,0-1 0,1-1-1,-1 0 1,30-6 0,-35 2-98,1-1-1,-1 0 1,0-1-1,0-1 1,0 0 0,-1-1-1,0 0 1,-1-1-1,0-1 1,0 0 0,-1-1-1,0 0 1,-1-1-1,0 0 1,13-22 0,-1 0-11,-2-1 0,-2-1 0,-1-1 0,-2 0 0,12-41 0,9-54 619,-37 131-494,0-1 1,0 1-1,0 0 1,0-1-1,-1 1 1,1 0-1,-1-1 1,1 1-1,-1 0 1,1-1-1,-1 1 1,0 0-1,1 0 1,-1 0-1,0-1 1,0 1-1,0 0 1,-1-1-1,-2 7 28,1 0 0,-1-1-1,1 1 1,0 0 0,0 1 0,0-1-1,1 1 1,0-1 0,-2 9-1,-12 44 243,2 0 0,3 1 0,-3 61 0,13-89-630,2 1 1,6 48 0,0 4-922,-6-54 437,9 119-2718,-7-123 834,1 0 0,2-1 0,13 41 0,3-19-6834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181 144 8825,'-32'50'3463,"26"-42"-2825,0 0-1,1 0 0,0 1 1,0 0-1,1 0 1,-5 11-1,2 3 679,1 2-1,-5 43 1,10-56-1066,1 0 0,0 0 0,0-1 0,2 1 0,-1 0 0,1-1 0,1 0 0,4 13 0,-3-11-109,1 0 1,0 0 0,1 0-1,1-1 1,0 0 0,0-1 0,1 1-1,1-1 1,0-1 0,0 1-1,1-2 1,0 1 0,1-1-1,0-1 1,21 13 0,-15-13-72,0 0 0,0-1 0,1-1 0,0 0 1,0-1-1,1-1 0,-1-1 0,1-1 0,28 1 1,-36-4-57,0 1 0,0-1 0,1-1 0,-1 0 0,0 0 0,0-1 0,-1-1 0,1 0 0,-1 0 0,0-1 0,0 0 0,0-1 0,0 0 0,-1 0 0,0-1 0,-1-1 0,10-8 0,-9 5-13,-1 1 0,0-2 1,0 1-1,-1-1 0,0 0 1,-1 0-1,-1-1 0,0 0 1,-1 0-1,0 0 0,-1 0 1,0-1-1,-1 1 0,-1-1 0,0 0 1,-1 1-1,-2-22 0,0 18-9,-2-1-1,0 1 0,0-1 1,-2 1-1,0 1 0,-1-1 1,-1 1-1,0 1 0,-1-1 0,-1 1 1,-1 1-1,0 0 0,-13-14 1,6 11-30,-1 1 0,0 0 0,-1 2 1,-1 0-1,0 1 0,0 1 0,-2 1 1,1 1-1,-1 1 0,-1 1 0,-32-6 1,29 8-650,1 2 0,-1 1 0,0 2 0,1 0 0,-1 2 0,-32 4 0,51-4-101,1 0 1,0 0 0,-1 1-1,1 0 1,0 0-1,0 1 1,0-1-1,0 2 1,0-1-1,-7 6 1,-9 20-8375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75 6129,'1'0'98,"0"0"0,-1 0 0,1 0 1,0 0-1,-1 0 0,1 0 0,0 0 1,0 0-1,-1-1 0,1 1 0,-1 0 0,1 0 1,0-1-1,-1 1 0,1 0 0,-1-1 1,1 1-1,0-1 0,-1 1 0,1-1 1,-1 1-1,0-1 0,1 1 0,-1-1 1,1-1-1,-4-15 1737,2 13-714,0 1 1,0 0-1,0-1 0,0 1 1,1-1-1,-1 0 1,1-5-1,0 9-1016,1-1 0,-1 1 0,0 0 0,0-1 0,0 1 0,1 0-1,-1-1 1,0 1 0,0-1 0,0 1 0,0-1 0,0 1 0,0 0 0,0-1 0,0 1 0,0-1-1,0 1 1,0 0 0,0-1 0,0 1 0,-1-1 0,1 1 0,0 0 0,0-1 0,0 1-1,-1-1 1,1 1 0,0 0 0,0-1 0,-1 1 0,1 0 0,0 0 0,0-1 0,-1 1 0,1 0-1,0 0 1,-1-1 0,0 1 0,-12 13 1415,-11 35-333,-13 93 863,10-31-1281,-42 149 46,53-190-1836,3 1 0,-5 78-1,14-109 179,4-35 651,-8 114-3048,14-58-398,-4-51 1978,0 1 1,1-1-1,0 0 0,4 9 1,3 2-6003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1 7525,'0'0'4991,"3"0"-3622,6 2-796,0 1-1,0-1 1,0 2 0,-1-1 0,0 1 0,0 1 0,0-1 0,12 10 0,16 9 352,59 29 0,18 10-325,-100-54-539,-1 1 0,-1 0 0,1 1 0,-2 0 0,1 1-1,12 17 1,-21-26-54,-1 1 0,1-1-1,-1 0 1,0 0 0,0 1 0,0-1-1,0 1 1,0-1 0,0 1-1,-1-1 1,1 1 0,-1 0-1,0-1 1,0 1 0,0 0 0,0-1-1,0 1 1,0-1 0,-1 1-1,1 0 1,-1-1 0,0 1-1,0-1 1,0 1 0,0-1 0,0 0-1,0 1 1,-1-1 0,1 0-1,-4 3 1,-1 2 3,0 0-1,-1-1 1,-1 0 0,1 0-1,-1-1 1,1 0-1,-11 4 1,-44 20-16,-2-3 0,-101 27 0,94-33-2629,-132 58 0,193-73 1872,-8 4-1042,5-3-2525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1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60 6489,'3'-12'2735,"0"1"0,10-26 6039,-37 39-7619,20 0-1041,-1-1 0,1 1 0,0 0-1,0 0 1,0 0 0,0 1 0,0-1 0,0 1 0,0 0 0,1 0 0,-5 5-1,-36 47 1187,20-23-689,-51 58 687,-242 316 1197,297-375-2352,-25 52-1,-42 117 236,81-187-370,1 1 1,1 0-1,0 0 1,0 0-1,2 1 1,0-1 0,0 1-1,1 0 1,1-1-1,1 1 1,3 20-1,-3-26-24,1 9-152,1-1 0,1 0 1,1 0-1,0 0 1,1-1-1,1 0 0,0 0 1,2-1-1,12 20 0,-6-15-234,1 0 0,1-1-1,0-1 1,1-1 0,38 28-1,-12-17-1147,0-2 1,1-1-1,2-3 0,0-2 0,87 25 1,-29-19-3719,0-8-2798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39 8241,'0'0'12978,"-1"-3"-11568,-1-2-1614,2 4 495,-1-1 0,1 0 0,-1 1-1,1-1 1,-1 1 0,0-1 0,0 1 0,1-1 0,-1 1 0,0-1 0,0 1 0,0 0 0,-1 0 0,1-1 0,0 1 0,0 0-1,-1 0 1,1 0 0,-1 0 0,1 0 0,-1 1 0,-2-2 0,3 2-215,-1 0-1,1 0 1,-1 0-1,1 0 1,0 0 0,-1 1-1,1-1 1,-1 0-1,1 1 1,0-1-1,0 1 1,-1-1 0,1 1-1,0 0 1,0 0-1,-1-1 1,1 1 0,0 0-1,0 0 1,0 0-1,0 0 1,0 0 0,1 0-1,-1 1 1,0-1-1,0 0 1,1 0 0,-1 1-1,0 1 1,-19 50 522,14-36-378,-7 17-42,-17 71 0,27-88-148,0 0 0,2 1 0,0-1-1,0 1 1,2-1 0,3 22 0,-3-33-32,0 4-149,1 0 0,0 0 0,0-1 0,1 1 1,0 0-1,0-1 0,1 0 0,1 0 0,8 14 0,-2-9-700,0 0 0,1-1 0,0 0-1,1-1 1,18 12 0,-24-18 65,0-1 1,1-1-1,-1 1 1,1-1-1,0-1 1,0 0-1,1 0 1,-1 0 0,1-1-1,-1 0 1,1-1-1,0 0 1,16 0-1,18-4-4004,-6-5-2588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10533,'1'-1'360,"1"0"1,-1 0-1,1 1 0,-1-1 1,1 1-1,-1-1 0,1 1 1,0-1-1,-1 1 0,1 0 0,0 0 1,1 0-1,37 8 1928,-18-1-1460,425 78 924,-407-80-2931,-21-3 374,0 0 0,18 6 0,-32-7-255,1 1 0,-1 0 0,0 0 0,0 1 0,-1-1 0,8 6 0,-1 1-5027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5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7885,'25'-6'3912,"-3"9"-3140,0-3-152,4 6-248,-1-1-440,7-5-608,3 3-364,3 3-2420,19-3-1873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5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1007 15 9029,'-16'-14'8121,"12"16"-6777,0 1-1049,0 1-1,0-1 1,0 1 0,0 0-1,1 0 1,-1 0-1,1 1 1,-5 8-1,-20 47 1559,16-31-1167,-29 57 314,-3-2 0,-5-3-1,-90 118 1,128-185-1059,-280 365-2989,25 13-6311,227-326 4592,10-2-2699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6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0 5593,'0'0'4552,"-21"23"-247,17-13-4051,1 0 0,0 0 0,1 0 0,0 0 0,1 1 0,0-1 0,0 0 0,1 1 0,1-1 0,0 0 0,0 1 0,1-1 0,0 0 0,0 0 0,2 0 0,5 13 0,-6-16-224,0 0 0,1 0-1,0-1 1,0 1 0,0-1 0,1 0 0,0-1 0,0 1 0,1-1 0,8 7 0,-9-9-15,0 0 1,0-1-1,-1 1 1,2-1-1,-1 0 1,0 0-1,0-1 0,1 1 1,-1-1-1,0 0 1,1-1-1,-1 0 1,1 1-1,-1-2 0,10 0 1,-8 0-13,1-1 0,0 0 1,0-1-1,-1 0 0,1 0 0,-1 0 1,0-1-1,13-8 0,0-4 52,26-25 1,-24 20-116,-20 20 316,-2 9-166,-1 0 0,0 0 1,-1 0-1,0 0 0,-1 0 1,1 0-1,-6 11 0,-32 54 252,25-47-232,-208 329 526,178-286-595,-143 178 77,187-245-106,0-1-1,-1 1 0,1-1 0,0 0 0,-1 1 1,1-1-1,0 0 0,-1 0 0,0 1 0,1-1 1,-1 0-1,-3 1 0,5-2-8,-1-1 1,1 1-1,0 0 0,-1-1 1,1 1-1,0 0 0,-1-1 0,1 1 1,0 0-1,0-1 0,0 1 1,-1 0-1,1-1 0,0 1 1,0-1-1,0 1 0,0 0 0,0-1 1,0 1-1,0-1 0,0 1 1,0-1-1,0 1 0,0-1 1,0 1-1,0 0 0,0-1 0,0 1 1,0-1-1,0 1 0,1 0 1,-1-1-1,18-53-54,-9 37-116,0 0 0,2 1-1,0 1 1,15-18-1,1 0-230,-22 27 323,23-31-585,37-35 1,-32 36 228,4-5-361,67-55 1,199-161-661,-295 250 1454,25-20 347,-1-2-1,-1-1 1,-1-2-1,31-43 1,-48 51-199,-12 22-36,-4 4-17,-5 4-85,1 0 0,0 1 0,1-1 0,-1 2 0,1-1 0,0 1 0,1 0 0,0 0 0,0 0 0,1 1 0,0-1 0,0 1 0,1 0 0,-2 10 0,5-16-16,0-1 0,1 1 0,-1-1 0,0 0 0,1 1 0,0-1 0,-1 0 0,1 0 0,0 1 0,0-1 0,1 0 0,-1 0 0,0 0 0,1 0 0,-1 0 0,1-1 0,-1 1 1,1 0-1,0-1 0,0 1 0,0-1 0,0 0 0,0 1 0,0-1 0,0 0 0,4 1 0,4-3 162,1 0-1,0-1 1,13-4 0,-13 4 53,1-1 1,-1 1-1,17-1 1,-24 3-176,-1 1 1,1-1-1,0 0 1,0 1-1,0 0 0,0 0 1,-1 0-1,1 0 1,0 1-1,-1 0 0,1-1 1,-1 1-1,0 0 0,5 4 1,-2 0 21,0 0-1,0 1 1,0-1 0,-1 1 0,0 1 0,-1-1-1,0 1 1,0-1 0,0 1 0,-1 1 0,0-1-1,-1 0 1,1 1 0,-2-1 0,1 1 0,-1-1-1,-1 1 1,1 0 0,-1 0 0,-1-1 0,0 1-1,0 0 1,-1-1 0,0 1 0,-3 8 0,0-6-90,1 0 0,-2 0 0,1-1 0,-2 0 0,1 0 0,-1 0 0,-1-1 0,0 0 0,0 0 0,-1-1 0,0 0 0,0-1 0,-20 13 0,11-11-2004,-37 15 0,7-12-5968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 0 10057,'-15'29'1248,"0"0"1,2 1-1,1 0 1,1 1-1,2 1 0,-10 55 1,12 23 1310,12 194 1,-2 54-1111,-5-323-1497,-3-1 1,0-1 0,-3 1-1,0-1 1,-2 0-1,-25 53 1,23-63-257,0-1 1,-2 0-1,0-1 1,-2 0-1,0-1 1,-1-1-1,-1-1 1,-1-1-1,-34 25 1,26-24-682,0-1 0,-1-2 1,-46 18-1,-39 5-5057,6-9-2990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16 7201,'-29'-15'1835,"28"15"-1676,0 0-1,0 0 0,0 0 1,1 0-1,-1-1 0,0 1 1,0 0-1,0 0 0,0 0 1,0 1-1,1-1 1,-1 0-1,0 0 0,0 0 1,0 1-1,0-1 0,1 0 1,-1 1-1,0-1 1,0 1-1,1-1 0,-1 1 1,0-1-1,1 1 0,-2 0 1,-13 17 1710,14-16-1333,-11 14 351,2 1 0,0 0 0,0 0 0,2 1-1,0 0 1,2 0 0,-7 26 0,5-9-281,2 0 0,1 0 1,0 41-1,5-29-615,2-1 0,2 1 0,3-1 0,1 0 0,2-1 0,28 77 0,-21-80-2104,22 40-1,-19-47-2273,31 43 1,-22-43-4646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15 10553,'0'-1'219,"0"0"0,0 1 0,0-1 1,0 1-1,0-1 0,0 1 0,0-1 0,0 0 1,0 1-1,0-1 0,0 1 0,1-1 0,-1 1 0,0-1 1,0 1-1,1-1 0,-1 1 0,0-1 0,1 1 1,-1-1-1,0 1 0,1-1 0,-1 1 0,1 0 0,0-1 1,10 14 4453,-6-6-5877,140 180 2715,-92-124-1269,-2 2 0,70 123 0,-105-159-196,-1 1 1,-2 0-1,-1 2 1,11 45-1,-21-66-35,0 0 0,0 0 0,-1 0 0,-1 0 0,0 1 0,-1-1 0,0 0 0,0 0-1,-1 0 1,0 0 0,-1 0 0,-1 0 0,0 0 0,0-1 0,-1 0 0,-11 18 0,3-11 9,0-1 0,-2 0-1,0-2 1,0 1 0,-1-2 0,-1 0 0,0-1-1,-28 15 1,1-5-21,0-1-1,-73 22 0,93-35-166,-105 29-875,113-33 146,1-2-1,-1 1 1,-1-2-1,1 0 1,-31-2-1,23-5-4127,10 1-2919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8941,'-6'3'645,"0"1"1,0 0 0,0 0-1,1 0 1,-1 0 0,1 1-1,0 0 1,0 0-1,1 0 1,-1 1 0,-3 6-1,-4 9 802,-18 42 0,15-30-432,-4 10-488,2 0 0,3 1 1,1 1-1,2 0 0,2 0 1,-5 72-1,13-102-602,1 0 0,0 0 0,1 0 0,1-1 0,0 1 0,1 0 0,1-1 0,0 0-1,1 0 1,0 0 0,1 0 0,1-1 0,0 0 0,1-1 0,0 1 0,1-1 0,0-1 0,1 0 0,0 0-1,1-1 1,0 0 0,1-1 0,19 12 0,-15-11-525,1-2 0,-1 0 0,1-1-1,0-1 1,25 6 0,-31-10-197,-1-1 0,1 1 0,0-2 0,0 0 1,0 0-1,0-1 0,0 0 0,-1-1 0,1 0 0,13-5 0,17-7-6338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9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8409,'-3'15'6248,"28"-15"-5608,1 2-108,-4 7-544,16 8-340,-6-5-516,3 2-404,-16-6-920,6 7-1100,13 10-1565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9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7789,'12'12'1852,"4"-21"-472,3 3-304,13 1-228,3 2-164,3 0-196,29 3-412,-17-6-568,11 6-412,-4-6-764,0 6-1624,3 6-1561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39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 7 9597,'-2'-1'2272,"1"0"-2063,-1 0-1,1 0 1,0 1-1,-1-1 1,1 1-1,-1-1 1,0 1-1,1 0 1,-1-1-1,1 1 1,-1 0 0,0 0-1,1 0 1,-1 0-1,1 0 1,-1 1-1,0-1 1,1 0-1,-1 1 1,1-1-1,-1 1 1,1 0-1,-1-1 1,1 1 0,0 0-1,-1 0 1,1 0-1,0 0 1,-1 0-1,1 0 1,-2 2-1,-5 6 434,1 0 1,0 0-1,-10 16 0,12-17-388,-143 260 4006,113-197-3567,-249 418 475,180-319-2312,31-52 16,-63 109-2728,105-175 2341,-9 18-1733,21-23-2069,13-17-2977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9205,'-9'1'561,"1"0"382,0 0 5488,6 3-6182,0 1 1,1-1-1,-1 1 0,1-1 0,-1 9 1,-9 40 420,-21 60 1,18-66-515,-8 27-67,17-54-7,5-20-82,0 0 1,0 0-1,0 0 0,0 1 0,0-1 0,0 0 1,0 0-1,-1 0 0,1 0 0,0 0 1,0 1-1,0-1 0,0 0 0,0 0 0,0 0 1,0 0-1,-1 0 0,1 0 0,0 0 0,0 0 1,0 1-1,0-1 0,0 0 0,-1 0 1,1 0-1,0 0 0,0 0 0,0 0 0,0 0 1,0 0-1,-1 0 0,1 0 0,0 0 0,0 0 1,0 0-1,0 0 0,-1 0 0,1 0 1,0 0-1,0 0 0,0 0 0,0 0 0,-1 0 1,1-1-1,-1 0-1,1-1 1,-1 1-1,0-1 1,1 0-1,-1 1 0,1-1 1,-1 0-1,1 1 1,0-1-1,0 0 0,0 0 1,0 1-1,0-1 1,0-3-1,4-28-105,1 1 0,17-62 0,-21 91 86,0 4-11,1-1 29,-1 1 1,1-1-1,-1 1 1,1 0 0,-1 0-1,1-1 1,-1 1-1,0 0 1,1 1-1,-1-1 1,0 0-1,0 0 1,0 0 0,0 1-1,0-1 1,0 0-1,0 1 1,-1-1-1,1 1 1,0-1-1,-1 1 1,1-1 0,-1 1-1,1 2 1,9 39 82,-10-41-69,0 5 68,1 0 0,-1 0 0,0 0 0,-1 1 0,0-1 0,0 0 0,-1 0 0,-3 10 0,-24 53 633,19-48-508,-34 70 317,14-32-861,3 2-1,-20 67 1,36-76-3324,8-7-4792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0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7801,'-6'13'1011,"5"-11"-836,0 0 1,1 0 0,-1-1-1,0 1 1,0 0 0,1 0 0,-1 0-1,1 0 1,-1 0 0,1 0-1,0 0 1,0 0 0,0 0 0,0 0-1,0 0 1,1 0 0,-1 0 0,0 0-1,1 0 1,0 0 0,-1 0-1,1 0 1,0 0 0,2 2 0,14 25 1552,-2-1-1056,1-1 1,2 0 0,0-2 0,27 29-1,-2-8-386,-31-32-695,1 0 0,0 0 0,1-2 0,0 1 0,1-2 0,0 0 0,24 13 0,-36-24 349,0 1-1,0-1 1,1 0-1,-1 0 1,0 0-1,0 0 1,1 0-1,-1-1 1,0 0-1,0 1 1,0-1-1,0 0 1,5-3-1,-2 0 17,0 0 0,0 0 0,-1 0 0,0-1 0,0 0 0,0 0 0,-1 0 0,1 0 0,5-11 0,30-61 236,-24 45 224,-6 12 463,0 0 1,2 1 0,20-26 0,-30 43-133,-3 6-18,-75 215 2013,19-92-2395,-1 1-3317,25-40-6663,30-74 2505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21 7365,'-22'52'1865,"19"-44"-1379,1 0 0,0 0 0,1 0 0,0 0 0,0 0 0,0 0 0,1 0 0,1 0 0,-1 1 0,1-1 0,4 15 1,-1 5 282,-2 0-11,2-1 0,0 0 0,16 49 0,-16-64-640,1 1 1,1-1 0,0 0 0,1-1 0,0 1 0,1-1 0,0-1 0,0 1 0,18 15 0,-20-21-99,-1-1 0,1 1 0,0-1 0,1-1 0,-1 1 0,1-1 0,0 0 0,-1-1 0,1 1 0,0-1 0,1-1 0,-1 1 0,0-1 0,0-1 0,1 1 0,-1-1 0,14-2 0,-16 2-18,0-1 0,1-1 0,-1 1-1,0-1 1,0 0 0,0 0 0,0-1 0,0 1 0,0-1 0,-1 0-1,1-1 1,-1 1 0,0-1 0,0 1 0,0-1 0,-1-1-1,1 1 1,-1 0 0,0-1 0,0 0 0,0 1 0,-1-1 0,0 0-1,3-10 1,-1 1 9,-1-1 0,-1 0 0,0 1 1,-1-1-1,-1 0 0,0 0 0,-1 0 0,-1 0 0,0 0 0,-1 0 0,-1 1 0,0-1 0,-1 1 0,0 0 0,-1 0 1,-9-14-1,7 14-239,0 1 0,0 0 0,-2 1 0,1-1 0,-2 2 1,1-1-1,-1 2 0,-1-1 0,0 2 0,-1-1 0,0 2 1,0 0-1,-1 0 0,0 1 0,-21-7 0,22 10-1500,1 0 0,-1 1 0,-22-2 0,16 9-5378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13 6553,'-2'-1'1978,"1"0"-1397,-1-1-1,1 1 1,-1 0-1,0 0 0,0 0 1,1 1-1,-1-1 1,0 0-1,0 1 0,0-1 1,0 1-1,-3-1 1,4 1-370,0 0 0,0 0 1,1 1-1,-1-1 0,0 0 0,0 1 1,0-1-1,0 0 0,1 1 1,-1-1-1,0 1 0,0 0 1,1-1-1,-1 1 0,0-1 0,0 2 1,-8 12-635,4-1 1027,0 1 0,2-1 0,-1 0 0,-1 26 0,-1-4 159,-13 65 1431,-9 119 0,24-142-1678,-24 321 1109,15-294-1247,-45 182-1,37-220-717,-37 77 0,45-113 4,0-1-442,-2-1-1,-1 0 1,-1-1-1,-1-1 0,-35 39 1,29-40-2682,-1-1 0,-47 35 1,8-15-7804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1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84 4276,'-30'-10'2325,"28"9"-1298,-16-24 3533,-22-22 686,39 47-5183,0 0 0,0-1 0,0 1 0,0 0 0,0 0-1,1 1 1,-1-1 0,0 0 0,0 0 0,0 0 0,1 1 0,-1-1-1,0 0 1,0 0 0,0 1 0,1-1 0,-1 1 0,0-1 0,1 1-1,-2 0 1,-1 1 146,-6 4 129,-1 1 0,1-1 0,0 2 0,1-1 0,-1 2 0,2-1 1,-1 1-1,1 0 0,0 0 0,1 1 0,-8 15 0,-6 17 1026,-22 66 1,39-100-1270,-22 67 782,4 2 0,-12 84 0,-5 163 517,28-161-1160,8 1 1,24 220 0,-9-288-1903,4 0 0,4-1 1,35 94-1,-47-161-374,1 0-1,2 0 1,1-1-1,27 42 1,-23-48-3058,24 25-1,-38-43 4596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115 287 12577,'2'-16'1175,"1"0"0,1-1 0,1 1 0,0 1 0,2-1 0,-1 1 0,12-19 0,-11 24-758,-1 1 0,1 0-1,1 1 1,-1 0 0,1 0 0,1 0 0,0 1-1,0 1 1,0-1 0,1 1 0,17-7-1,-7 4-188,0 2 0,0 1 0,1 0 0,0 1 0,0 1 0,0 2 0,0 0 0,29 1 0,-39 1-184,0 0 0,0 2 1,0-1-1,0 1 0,0 1 0,0 0 1,-1 0-1,1 1 0,-1 1 1,0-1-1,0 2 0,-1-1 0,1 1 1,-1 1-1,0 0 0,-1 0 0,13 14 1,-16-13-27,1 0 1,-2 0 0,1 0 0,-1 1-1,0-1 1,-1 1 0,0 0-1,-1 0 1,1 1 0,-2-1-1,1 0 1,-1 1 0,-1-1 0,0 1-1,0-1 1,-1 1 0,0-1-1,0 0 1,-1 1 0,-6 16-1,-1-2 2,0-2-1,-1 1 1,-1-1-1,-1-1 1,-1 0-1,-1-1 1,-18 20-1,-55 55 79,-109 90 0,-27 27 125,210-198-154,1 0 1,0 0-1,0 1 0,2 1 0,0 0 0,1 0 0,-11 28 1,19-42-59,0 1 1,0-1 0,1 1 0,-1 0 0,0 0 0,1-1 0,0 1 0,0 0 0,0 0 0,0 0 0,0-1 0,0 1-1,1 0 1,-1 0 0,1-1 0,0 1 0,0 0 0,0-1 0,0 1 0,0-1 0,1 1 0,-1-1 0,1 0 0,0 0 0,-1 1-1,1-1 1,0 0 0,0-1 0,0 1 0,5 3 0,3 1 15,0-1 1,0 0-1,1-1 1,-1 0-1,1 0 0,18 3 1,51 8-448,156 10 0,83-27-2638,-78-19-1032,21 0-5322,-96 16-2113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8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45 122 6061,'-1'0'239,"1"-1"1,-1 1 0,1-1-1,0 1 1,-1-1 0,1 1-1,0-1 1,-1 1-1,1-1 1,0 1 0,0-1-1,0 1 1,-1-1 0,1 1-1,0-1 1,0 0 0,0 1-1,0-1 1,0 1 0,0-1-1,0 1 1,0-1 0,0 0-1,1 1 1,-1-1 0,0 1-1,0-1 1,1 0 0,13-6 5865,-6 4-4244,-21 9-1681,0 2 146,9-8-317,-27 3-44,28-3 287,37 10-264,12-50 239,-43 39-134,7-8 108,-7 7-100,1-1 0,-1 1-1,1 0 1,0 0 0,0 0 0,0 0-1,0 0 1,6-1 0,6-28 1208,-2 10 1538,-18 25-2672,0 0-1,0 1 0,0-1 1,1 1-1,-1 0 1,1 0-1,0 1 0,1-1 1,-1 0-1,1 1 0,0-1 1,1 1-1,-1 0 1,1 0-1,0 6 0,-3 13 150,1 0 0,1 0 0,1 0-1,1 0 1,6 44 0,-2-52-254,0 0 1,1 0 0,0 0 0,1-1 0,1 1-1,1-2 1,0 1 0,1-1 0,20 25 0,-14-22-67,0-1 1,2-1-1,0 0 1,0-1-1,2-1 1,0-1-1,0 0 1,1-2-1,34 15 1,-26-16-117,2-1 1,-1-1-1,1-2 1,0 0-1,0-3 1,0 0-1,1-2 1,-1-1-1,0-2 1,36-5-1,-40 2 6,-1-2 0,1 0 1,-1-1-1,0-2 0,-1 0 0,0-2 0,-1 0 0,0-2 1,-1-1-1,-1 0 0,39-36 0,-9-5 72,-2-1 0,-2-2 1,42-73-1,-84 125 72,-1-1 66,1 0 1,0 1-1,1 0 1,0-1-1,0 2 1,12-11-1,-25 33 1226,-336 632-797,208-348-8722,115-254 6620,-14 42-5965,7-2-4957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4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426 173 9937,'1'-5'170,"-1"0"137,1 1 1,0-1-1,0 1 0,0-1 0,1 1 0,-1 0 1,1-1-1,0 1 0,0 0 0,0 0 0,1 0 1,0 1-1,-1-1 0,1 1 0,1-1 0,-1 1 1,5-4-1,12-6 306,0 1 1,1 2 0,0 0 0,0 0-1,1 2 1,1 1 0,-1 1 0,1 1-1,0 1 1,0 1 0,45-1-1,-57 4-452,-1 1 0,1 0-1,0 0 1,-1 1-1,1 1 1,-1-1-1,0 2 1,1-1 0,-2 2-1,12 5 1,-17-8-85,-1 0 1,1 1-1,-1 0 0,1-1 1,-1 1-1,0 0 1,0 1-1,0-1 1,0 1-1,-1-1 1,1 1-1,-1 0 1,0 0-1,0 0 1,0 0-1,-1 0 0,0 0 1,1 0-1,-1 1 1,-1-1-1,1 0 1,-1 1-1,1-1 1,-1 1-1,-1-1 1,1 0-1,-1 6 0,-7 22 186,-1 0-1,-1-1 1,-2 0-1,-23 44 1,19-42-127,1 1 1,1 1 0,-10 42 0,22-68-118,0-1 0,1 1 0,0-1 1,1 1-1,-1 0 0,2-1 0,-1 1 0,1 0 1,1-1-1,-1 1 0,2-1 0,-1 0 1,7 15-1,-2-10 2,1 0-1,1-1 1,0 0 0,0 0 0,1-1 0,23 20 0,-32-30-21,9 7 12,-1 1 0,0 0 0,0 0 0,-1 0 0,13 21 1,-19-27-9,-1-1 0,0 1 0,0 0 0,0 0 1,0 0-1,-1 0 0,1 0 0,-1 0 0,0 0 0,1 0 1,-1-1-1,-1 1 0,1 0 0,0 0 0,-1 0 1,1 0-1,-1 0 0,0 0 0,0 0 0,0-1 0,-1 1 1,1 0-1,0-1 0,-1 1 0,0-1 0,0 1 1,1-1-1,-1 0 0,-1 0 0,-2 3 0,-2 2 13,-2-1 1,1 1-1,-1-1 0,0-1 0,0 0 0,0 0 0,-12 4 0,-75 21 62,51-17-51,-388 117-3735,328-98 1184,39-12-501,0 1-3324,4 1-4612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54 317 4836,'0'-1'58,"0"1"-1,-1-1 0,1 1 0,0-1 1,0 1-1,-1-1 0,1 1 1,0-1-1,0 1 0,0-1 0,0 1 1,0-1-1,0 1 0,0-1 0,0 1 1,0-1-1,0 0 0,0 1 0,0-1 1,0 1-1,0-1 0,0 1 0,1-1 1,-1 1-1,0-1 0,0 1 1,1-1-1,-1 1 0,0 0 0,1-1 1,-1 1-1,0-1 0,1 1 0,0-1 1,18-1 1761,-15 2-1574,-1 0 3149,-15-8-2602,1 3 363,9 2 2688,4-5-3589,-1 0 0,1 0 0,-2 0 1,1 0-1,-1-9 0,0 13-178,-21-18 1278,19 20-1303,1 0 1,-1 0-1,0 0 0,1-1 1,0 1-1,-1 0 0,1 0 1,0-1-1,0 1 0,0-1 1,1 1-1,-1-1 0,1 1 1,-1-1-1,1 0 0,0 1 1,0-1-1,0 0 0,0 1 1,0-1-1,1 1 0,-1-1 1,1 1-1,0-1 0,-1 1 1,1-1-1,0 1 0,3-5 1,3-3-12,-1 1 0,2 0 0,-1 0 0,1 1 1,1 0-1,-1 0 0,1 1 0,1 0 0,-1 1 1,1 0-1,0 0 0,1 1 0,-1 1 0,1-1 1,0 2-1,0 0 0,0 0 0,1 1 0,-1 0 0,1 1 1,16 0-1,-17 1-32,0 0 1,0 1 0,0 1 0,0 0-1,-1 0 1,1 1 0,-1 1-1,0-1 1,0 2 0,0-1-1,0 1 1,-1 1 0,13 9-1,-10-5 4,-1 0 0,0 1 0,-1 1 0,0 0 0,-1 0 0,0 0-1,-1 1 1,12 26 0,-9-13-2,-1 1 1,-2 0-1,0 1 0,-2-1 0,-1 2 0,-1-1 0,-2 0 1,0 1-1,-6 54 0,1-61 3,-1 0 1,-1 0-1,-2-1 1,0 1-1,-1-2 1,-1 1-1,0-1 1,-2 0-1,-1-1 0,0-1 1,-1 0-1,-25 27 1,-14 6 174,-2-2 0,-91 63 0,-2 3 1252,139-109-1306,-16 17 567,24-22-670,-1 0 0,1 0 1,-1 0-1,1 0 0,-1 0 1,1 0-1,0 0 1,-1 1-1,1-1 0,0 0 1,0 0-1,0 0 0,0 0 1,0 0-1,0 0 1,0 0-1,0 1 0,1-1 1,-1 0-1,0 0 1,0 0-1,1 0 0,-1 0 1,1 0-1,-1 0 0,1 0 1,1 1-1,0 1 13,1 0 0,0 0 0,0 0 0,0 0 0,0 0 0,0-1 0,1 0 0,-1 1 0,1-1 0,0-1-1,-1 1 1,1 0 0,6 0 0,59 11 266,-51-11-245,478 23-469,-381-24-304,506-3-6498,-385-1-603,-88 3-1709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1 360 10097,'1'-27'2198,"2"-1"1,1 1-1,1 0 0,18-51 1,-19 67-1790,0 1 0,1 0 0,0 0 1,0 1-1,2 0 0,-1 0 1,1 0-1,0 1 0,1 0 0,-1 0 1,2 1-1,-1 0 0,1 0 1,19-11-1,-15 13-241,-1-1 1,1 2-1,0-1 1,0 2 0,1 0-1,-1 0 1,1 2-1,-1-1 1,1 2-1,-1 0 1,1 0-1,0 1 1,-1 1-1,1 0 1,-1 1-1,0 1 1,1 0 0,-2 0-1,1 1 1,-1 1-1,15 9 1,-16-9-117,-1 1 0,0 0 0,0 1 0,0 0 1,-1 1-1,-1 0 0,1 0 0,-1 1 0,-1 0 0,0 0 1,0 1-1,-1 0 0,-1 0 0,1 1 0,-2-1 0,0 1 0,0 0 1,-1 0-1,-1 0 0,0 1 0,0-1 0,-1 1 0,-1 14 1,-2-7-30,-1-1 1,-1 0 0,-1 0 0,0-1-1,-2 1 1,0-1 0,-1-1 0,0 1-1,-2-1 1,0-1 0,-17 22 0,-13 12 11,-3-1 1,-52 44-1,-10 1 1,-64 66 101,168-159-137,0 0 1,0 0-1,0 0 1,0 1-1,0-1 1,0 1-1,0-1 1,0 0-1,1 1 1,-1 0-1,0-1 1,1 1-1,-1-1 1,1 1-1,0 0 1,0-1-1,-1 1 1,1 0 0,0-1-1,1 1 1,-1-1-1,0 1 1,0 0-1,1-1 1,-1 1-1,1 0 1,-1-1-1,1 1 1,-1-1-1,1 1 1,0-1-1,0 0 1,0 1-1,0-1 1,0 0-1,2 2 1,1 1-2,1 0 1,-1-1 0,1 1-1,-1-1 1,1 0 0,0-1-1,1 1 1,-1-1-1,11 3 1,22 4 10,0-3 0,76 4 1,84-10-71,-119-1-44,402-13-4923,-163-12-2640,-208 15 1173,-8 5-3968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83 6941,'1'-14'894,"-1"12"-679,0-1 1,0 1-1,0-1 1,0 1-1,0-1 1,0 1-1,1 0 0,0-1 1,-1 1-1,1-1 1,0 1-1,0 0 1,0 0-1,0 0 1,0-1-1,1 1 0,-1 0 1,1 0-1,1-1 1,-2 2 7,-1 0 0,1 0-1,-1 0 1,0 0 0,1 0 0,-1 0 0,0 0 0,0 1 0,1-1-1,-1 0 1,0 0 0,0 0 0,0 0 0,0 0 0,0 0 0,0 0 0,-1-2-1,1 1 419,0 19 2044,2 94 8605,-3-64-9294,-3 14-2037,-4 0 0,-2-1 0,-2 0 0,-31 87 0,6-49-558,-91 170 0,66-147-3034,7 3-5238,9 0-7005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63 481 7993,'-5'11'17982,"1"-15"-15366,-3-3 1090,9 5-3302,-1-1-330,16-14-82,-15 13 8,-1 3 0,0 0 0,0 0 0,0 0 0,1 1 0,-1-1 0,0 0 0,0 0 0,0 1 0,1-1 0,-1 0 0,0 1 0,1 0 0,-1-1 0,1 1 0,-1 0 0,3-1 0,17-4 0,6-2 0,-23 1 0,-3 2 0,6-6-192,-12 7-208,-13-8-4,14 0 328,4 10 37,0 0-1,0 0 1,0 0 0,0 0-1,-1 0 1,1 0-1,0 0 1,-1 0-1,1 1 1,0-1-1,-1 0 1,1 0-1,-1 0 1,0 0-1,1 1 1,-1-1 0,1 0-1,-1 0 1,-1 0-1,-40-24-962,35 21 905,5 2-66,-15-16-2002,23 14 1892,-1 0 0,0-1 0,0 0 1,-1 0-1,1 0 0,3-6 1,-6 8 122,-22-28-184,18 29 277,-64-63 268,66 63-180,0 0 0,-1 0 1,1 0-1,0 0 1,0 0-1,1 0 1,-1 0-1,0 0 0,1 0 1,-1 0-1,1 1 1,-1-1-1,3-3 1,-2 2 33,1-5 10,2 0-1,-1 0 1,1 0-1,0 1 1,1-1-1,0 1 1,0 0-1,0 0 1,1 1-1,0 0 1,1 0-1,-1 0 1,1 1-1,0 0 1,0 0 0,1 1-1,-1 0 1,1 0-1,11-3 1,-4 2-52,2 0 1,-1 2-1,0 0 0,1 1 1,-1 0-1,1 2 1,0 0-1,31 4 1,-41-3-19,-1 1 0,0-1 0,0 1 0,0 1 0,0-1 0,0 1 0,0 0 0,-1 0 0,1 1 0,-1-1 0,0 1 0,0 0 0,0 1 0,-1-1 0,0 1 0,0 0 0,0 0 0,0 1 0,-1-1 0,1 1 0,-1-1 0,-1 1 0,1 0 0,-1 0 0,0 0 0,-1 1 0,1-1 0,-1 0 0,0 1 0,-1-1 0,0 0 0,0 1 0,0-1 0,-1 1 0,0-1 0,0 0 0,0 1 0,-1-1 0,0 0 0,-4 8 0,-2 5 42,-2-1 1,0 0 0,-2 0-1,-22 27 1,-62 57 140,68-74-140,-33 28 188,41-40-78,1 2 1,1 0-1,1 1 0,-20 27 0,36-45-147,0 0 0,0 1 0,0-1 0,0 1 0,0-1 0,0 1 0,0-1 0,1 1 0,-1 0 0,1-1 0,-1 1 0,1 0 0,-1-1 0,1 1 0,0 0 0,0 0 0,0-1 0,0 1 0,0 0 0,0-1 0,1 1 0,-1 0 0,1 0 0,-1-1 0,1 1 0,1 2 0,0-1-25,1 0 0,0-1-1,0 1 1,1-1 0,-1 1-1,0-1 1,1 0 0,-1-1 0,1 1-1,0 0 1,6 1 0,10 3-458,0-1-1,0-1 1,1-1 0,37 2 0,88-7-2856,-89-1 1723,137-14-7619,-88 4-553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4 13253,'-4'-1'404,"1"0"1,-1 1-1,1-1 0,-1 1 0,1 0 0,-1 0 0,1 0 1,-1 0-1,1 1 0,-1-1 0,1 1 0,-1 0 0,1 0 0,0 1 1,-1-1-1,1 0 0,0 1 0,-4 2 0,1 1 343,0 1 1,0-1-1,0 1 0,1 0 0,0 0 0,0 0 0,-6 11 0,-94 189 2864,10-17-1364,-210 247-5858,140-214 1141,139-188 215,-11 16-2476,22-16-1734,12-16-3786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595 115 8061,'42'-49'6409,"-39"46"-4614,-10-16 1446,6 16-2936,-1 1 0,1-1-1,0 1 1,-1-1 0,0 1-1,1 0 1,-1-1 0,0 1-1,0 0 1,0 0 0,0 0-1,-1 1 1,1-1 0,-1 0-1,1 1 1,-1 0 0,1-1-1,-6-1 1,3 2-66,-1 0 0,1 0 1,-1 1-1,0 0 0,1 0 1,-1 0-1,1 0 0,-1 1 1,-6 1-1,-9 4 146,0 1 1,1 1-1,-1 0 1,-18 12-1,-2 2-116,0 2 0,2 1 0,1 2-1,1 2 1,1 1 0,2 2 0,-53 63 0,79-85-301,1 1 0,0 0 1,1 0-1,1 0 1,-9 23-1,13-31 13,0-1 1,0 1-1,0 0 0,0 0 1,1 0-1,-1 0 0,1 0 1,0 0-1,0 0 0,0 1 1,0-1-1,1 0 0,-1 0 0,1 0 1,0 0-1,0 0 0,0-1 1,0 1-1,0 0 0,1 0 1,-1-1-1,1 1 0,0-1 1,-1 1-1,1-1 0,0 1 1,1-1-1,-1 0 0,3 2 1,-2-3 4,0 0 1,0 0-1,0 0 1,-1 0 0,1-1-1,0 1 1,0-1-1,0 0 1,0 0 0,0 0-1,4-1 1,10 1-30,-4 1 17,1-2 0,-1 0 1,0 0-1,0-1 0,0-1 0,0 0 1,0 0-1,14-7 0,25-15 64,0-3 1,50-36-1,-18 12 787,-82 50-780,1 0 0,0 0 1,0 0-1,0 1 1,0-1-1,0 1 1,0 0-1,0 0 1,0 0-1,0 1 1,1-1-1,-1 1 0,0-1 1,0 1-1,6 1 1,-8-1-28,-1 0 0,1 1 0,0-1 1,0 1-1,0-1 0,-1 1 0,1-1 0,0 1 1,0-1-1,-1 1 0,1 0 0,0-1 0,-1 1 1,1 0-1,-1 0 0,1-1 0,-1 1 1,1 0-1,-1 1 0,1 1-1,0 0 1,0 0-1,-1 0 0,0 0 1,1 0-1,-1 0 0,0 0 1,-1 4-1,-3 18-17,-2-1 0,0 1 0,-2-1 0,0 0 0,-21 37 0,9-16 0,-64 125 81,10-22-489,1-7-3624,-7-7-4175,48-81 3111,-12 23-7025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9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39 130 6601,'0'0'5363,"1"-2"-3825,3-9-2350,-3 1 6512,-6 11 300,-9 10-2477,14-11-3561,-1-1 41,1 1 0,-1 0 0,0 0 0,1 0-1,-1 0 1,0 0 0,1 0 0,-1 0-1,0 0 1,1 0 0,-1 0 0,1 1 0,-1-1-1,0 0 1,1 0 0,-1 1 0,1-1 0,-1 0-1,0 0 1,1 1 0,-1-1 0,1 1 0,-1-1-1,1 0 1,0 1 0,-1 0 0,-6 3 126,9-16-70,-1 7-26,0 1 0,-1-1 0,1 1 1,-1-1-1,0-8 0,-1 3 39,1 7 95,0-17 87,-2 4-133,1 12 386,1 2-353,-3-18 583,4 16 474,4 14-686,-2-1-453,-1 0-1,0 1 1,0-1-1,-1 1 1,0 0-1,-1 11 0,3 28 51,0-31-116,1 0 0,1 0 0,1-1 0,0 0 0,1 0 0,1-1-1,1 0 1,0 0 0,1-1 0,0 0 0,2 0 0,-1-1 0,22 18-1,-15-16-94,0-2 0,1-1 0,1 0 0,0-1 0,1-1 0,0-1 0,0-1 0,1-1 1,45 10-1,-41-13-31,-1-1 0,1-1 1,0-2-1,0 0 1,-1-2-1,1 0 0,0-2 1,50-12-1,-57 9 80,0-1 1,1 0-1,-2-1 0,1-1 1,-1-1-1,-1 0 0,0-1 0,0-1 1,-1-1-1,-1 0 0,25-28 0,-20 16 290,-1 0-1,-1-1 1,-2-1-1,18-39 1,-48 74 829,5-1-1064,1 1-1,-1 0 0,1 0 0,1 0 1,0 1-1,0 0 0,-9 15 0,-36 80-30,35-67 11,-111 264-2869,69-153 538,46-119-275,-9 24-6598,9-10-3544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925 0 16097,'-1'15'1805,"-1"-1"0,-1 1-1,0-1 1,-10 27-1,3-10 529,-6 15-1574,-1-2 0,-2 1 1,-2-2-1,-2-1 0,-1-1 0,-31 39 0,-204 231-717,-22-20-205,250-259 113,-56 64-2530,74-79-332,-20 37 0,30-50 1782,1 0 1,0 1 0,1 0 0,-1 0 0,1-1 0,-1 8-1,2 23-12173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2:59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826 135 10493,'7'-50'2233,"-8"46"-1897,0 0 0,0 1 0,0 0 0,-1-1 0,1 1 1,-1 0-1,0-1 0,0 1 0,0 0 0,0 0 0,0 0 0,-1 1 0,1-1 1,-1 1-1,0-1 0,0 1 0,0 0 0,0 0 0,0 0 0,-5-2 0,-1 0-24,-1 0-1,1 1 1,-1 0-1,0 1 1,0 0-1,0 0 1,-1 1-1,1 0 0,0 1 1,0 0-1,-1 1 1,1 0-1,0 0 1,0 1-1,0 1 1,-10 3-1,-8 4 53,0 0 0,1 2-1,0 1 1,-33 23 0,14-6 22,2 2 0,-65 61 0,91-75-327,0 0-1,1 2 1,1 0-1,1 1 1,0 0-1,2 2 0,-18 39 1,29-57-55,0 0 1,1 0-1,-1 1 0,1-1 1,0 1-1,1-1 1,-1 1-1,1-1 0,0 1 1,1 0-1,-1-1 0,1 1 1,2 6-1,-3-10-3,1 1-1,1-1 1,-1 1-1,0-1 1,1 1-1,-1-1 1,1 0 0,-1 0-1,1 0 1,0 0-1,0 0 1,0 0-1,0 0 1,1-1-1,-1 1 1,0-1 0,1 1-1,-1-1 1,1 0-1,-1 0 1,1 0-1,-1 0 1,1-1-1,0 1 1,-1-1 0,1 1-1,4-1 1,1 0 3,1 0 1,-1-1-1,1 0 1,-1 0-1,0-1 1,0 0 0,14-6-1,54-29 93,-49 23 72,7-6 216,-26 14-138,0 1 1,0 1-1,0-1 1,0 1-1,1 0 1,-1 1-1,1 0 0,0 1 1,10-2-1,-18 4-227,0 0 0,0 0 0,0 0 0,0 0 0,-1 0 0,1 0 0,0 1-1,0-1 1,0 0 0,-1 1 0,1-1 0,0 0 0,-1 1 0,1-1 0,0 1 0,-1-1-1,1 1 1,0 0 0,-1-1 0,1 1 0,-1 0 0,1-1 0,-1 1 0,0 0 0,1-1 0,-1 1-1,0 0 1,1 0 0,-1 0 0,0-1 0,0 1 0,0 0 0,1 1 0,-2 30 301,0-28-314,-2 19-7,-2 0 0,-1 0 0,0-1 0,-2 0 0,0 0 0,-14 24 0,-79 121 0,-32 33-558,66-103-3766,19-30-401,6 2-3458,16-16-3810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68 11349,'-1'-2'272,"1"1"1,-1-1-1,0 1 1,1 0-1,-1-1 0,1 1 1,-1-1-1,1 1 1,0-1-1,-1 0 0,1 1 1,0-1-1,0 1 1,0-1-1,0 1 0,1-1 1,-1 0-1,0 1 1,1-1-1,-1 1 0,1-1 1,-1 1-1,2-3 1,1 2-108,-1 0 1,1 0-1,-1 0 1,1 1-1,-1-1 1,1 1-1,0-1 1,0 1-1,0 0 1,0 0-1,0 0 1,0 1-1,3-1 1,21-3 23,1 1 0,-1 1 0,0 2 1,1 0-1,-1 2 0,0 1 0,0 1 0,0 2 1,0 0-1,-1 2 0,50 21 0,-70-26-174,-1 0 0,1 0 0,-1 0 0,0 1 0,0 0 0,0 0 0,0 0 0,-1 0 0,0 1 0,0 0 0,0 0 0,0 0 0,-1 0 0,0 0 0,3 8 0,-3-6 3,-1 0 1,-1 0 0,1 0 0,-1 0-1,0 0 1,-1 0 0,0 1-1,0-1 1,0 0 0,-1 1-1,0-1 1,-4 12 0,-19 60-12,14-50 33,2 0 1,-7 41-1,14-59-38,0 0 1,0 0 0,2 1-1,-1-1 1,1 0-1,1 0 1,0 0 0,0-1-1,1 1 1,6 13-1,3-1 11,1 0 0,0-1 0,2 0 0,25 28 0,-18-23 21,24 40-1,-44-65 9,-1 0-1,0 1 0,0-1 0,0 1 0,-1-1 0,1 1 0,0-1 1,-1 1-1,0 0 0,1-1 0,-1 1 0,0-1 0,-1 1 1,1 0-1,0-1 0,-1 1 0,1-1 0,-1 1 0,0-1 0,0 1 1,-2 3-1,1-2 37,-1 0 0,1 0-1,-1-1 1,1 1 0,-1-1 0,0 0 0,-1 0 0,1 0 0,0 0 0,-1-1 0,-6 5 0,-26 8 270,0-2 1,-1-1-1,0-2 1,-62 9-1,-1 1-48,28-2-344,-97 37-1,130-39-1057,-35 22 1,48-23-966,1 1 0,-25 22 1,38-24-3911,8 4-3698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1010 1 13721,'-40'71'10300,"14"-23"-7401,-90 178 473,-8 12-897,-138 157-2799,47-77-797,214-318 1113,-174 306-9683,165-284 6145,-14 44 0,8 15-8001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2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54 12841,'-85'-39'4229,"79"36"-3836,1 1 0,0 0 1,-1 0-1,0 1 0,1-1 0,-1 1 1,0 0-1,0 1 0,1-1 1,-1 1-1,-10 2 0,-2 0 375,0 1 0,-24 8-1,23-4-396,0 0 0,1 1 0,0 1 0,0 1 0,1 0-1,0 2 1,1 0 0,-19 17 0,8-2-57,1 0 0,1 2 0,-31 45 1,41-51-207,0 1-1,2 0 1,1 0 0,-16 47 0,24-62-116,2 0-1,0 0 0,0 0 1,0 0-1,1 0 0,0 0 1,1 0-1,0 0 0,1 1 1,0-1-1,0 0 0,1 0 1,0 0-1,0 0 1,1-1-1,0 1 0,9 15 1,-11-22 3,0 0 1,1 0 0,-1 0 0,0-1 0,1 1 0,-1-1-1,1 1 1,0-1 0,-1 0 0,1 1 0,0-1-1,0 0 1,0 0 0,0 0 0,0 0 0,0-1-1,0 1 1,0 0 0,4 0 0,-3-1 2,1 0 1,0-1-1,0 1 0,-1-1 1,1 1-1,-1-1 0,1 0 1,0 0-1,-1-1 1,6-2-1,3-3 3,0 0 1,-1-1-1,0-1 1,0 0-1,11-13 1,87-107 851,-45 51 990,-63 76-1814,1 0 1,-1 0-1,1 0 1,0 0 0,0 0-1,-1 1 1,1-1-1,1 1 1,-1-1 0,0 1-1,3-2 1,-4 3-21,-1 0 0,1 0 0,-1 0 0,0 1 0,1-1 1,-1 0-1,1 0 0,-1 0 0,0 0 0,1 0 0,-1 0 0,0 1 0,1-1 0,-1 0 1,0 0-1,1 1 0,-1-1 0,0 0 0,1 0 0,-1 1 0,0-1 0,0 0 0,1 1 1,-1-1-1,0 0 0,0 1 0,0-1 0,0 0 0,1 1 0,-1-1 0,0 1 0,0-1 1,0 0-1,0 1 0,0-1 0,0 1 0,0-1 0,0 1 0,0 8 68,0 1-1,-1-1 1,0 0-1,-3 12 1,-17 57-77,-4 0 0,-59 126 0,69-168 0,-94 211-3996,-58 119-9059,116-259 323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101 239 10541,'0'20'6685,"-1"-23"-5385,0-11-821,1 2 1649,-1 4 3926,0 7-6006,1 1 0,-1-1 0,1 1 0,-1-1 0,0 1 0,1 0 0,-1-1 0,1 1 0,-1 0 0,0-1 0,0 1 0,1 0 0,-1 0 0,0-1 0,1 1 1,-1 0-1,0 0 0,0 0 0,1 0 0,-2 0 0,1 0 60,-1 0 1,1 0-1,0 0 1,0 0 0,0 0-1,-1-1 1,1 1-1,0 0 1,0-1-1,0 1 1,0-1-1,0 1 1,0-1-1,0 1 1,0-1-1,0 0 1,-1-1-1,-11-19-162,11 19 37,0-1-16,-43-88 20,45 88 14,0 1 1,1 0-1,-1 0 1,0 0-1,0-1 0,1 1 1,0 0-1,-1 0 1,1 0-1,0 0 0,0 0 1,0 0-1,2-3 1,0 0-8,-1 1 9,1 1 1,-1-1-1,1 0 1,1 1-1,-1-1 0,0 1 1,1 0-1,-1 0 1,1 0-1,0 1 0,0-1 1,0 1-1,0 0 1,1 0-1,-1 1 0,1-1 1,-1 1-1,1 0 1,-1 0-1,1 0 0,-1 1 1,10-1-1,6 1-4,-1 1 0,0 0 0,0 1 0,19 5 0,-25-4-3,0 0 1,0 1 0,0 1-1,-1 0 1,1 1 0,-1 0 0,-1 1-1,1 0 1,-1 1 0,0 0-1,-1 1 1,18 18 0,-23-21 2,-1 0 1,1 0 0,-1 1-1,-1-1 1,1 1-1,-1 0 1,0 0 0,0 0-1,-1 0 1,0 0 0,0 0-1,-1 1 1,0-1 0,0 1-1,-1-1 1,0 1 0,0-1-1,0 1 1,-1-1 0,-1 1-1,1-1 1,-1 1-1,0-1 1,-4 8 0,0-2 17,-1 0 1,0 0-1,-1-1 0,-1 0 1,1-1-1,-2 0 1,0 0-1,0-1 1,-18 14-1,-13 7 211,-64 34 1,-18 14 327,106-67-445,17-11-107,0-1 1,0 1-1,0 0 1,0-1-1,0 1 1,0 0-1,0 0 1,0-1-1,1 1 0,-1 0 1,0-1-1,0 1 1,0 0-1,1-1 1,-1 1-1,0-1 1,1 1-1,-1 0 1,1-1-1,-1 1 1,1-1-1,-1 1 0,1-1 1,-1 0-1,1 1 1,-1-1-1,1 1 1,0 0-1,1 0 9,3 3-34,0 0 0,0 0 0,1-1 0,0 1 0,0-1 0,0-1 0,0 1 0,0-1 0,1 0 0,11 2 0,12 1-471,34 1 0,-20-3-188,67 6-2907,173-10 0,-21-24-6652,-149 8 1024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4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969 33 13185,'-32'-16'2454,"26"12"109,-3-3 1839,9 7-4336,0 0 0,0-1 0,0 1 1,-1 0-1,1-1 0,0 1 0,0 0 0,-1-1 1,1 1-1,0 0 0,0-1 0,-1 1 0,1 0 0,0 0 1,-1-1-1,1 1 0,-1 0 0,1 0 0,0 0 1,-1 0-1,1 0 0,-1-1 0,1 1 0,0 0 0,-1 0 1,1 0-1,-1 0 0,1 0 0,0 0 0,-2 0 1,0 3 221,0-1 1,-1 0 0,1 1 0,0-1 0,0 1 0,1-1 0,-1 1-1,0 0 1,1 0 0,0 0 0,-2 5 0,-2 3 404,-90 165 1283,-207 289 0,100-202-1976,123-165-318,-20 23-1648,82-105 829,-37 47-2986,50-57 3038,-1 0-1,2 1 1,-1 0 0,1 0-1,0 0 1,0 0-1,1 1 1,-3 10-1,3 24-11384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4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644 13 13453,'-12'-12'9022,"7"12"-7539,1 0-1276,1 0 21,0 0-1,0 0 0,-1 0 0,1 0 0,0 0 0,0 1 0,-1-1 0,1 1 0,0 0 0,0 0 0,0 0 0,0 1 0,0-1 0,0 1 0,0 0 0,1-1 0,-1 1 0,-4 4 0,-18 21 386,0 2-1,2 0 1,1 1-1,1 2 1,2 0-1,-16 37 1,28-51-613,2-1 0,0 1 0,0 0 0,2 0 0,0 0 0,1 0 0,1 1 0,1-1 0,1 0 0,0 1 0,5 20 0,3 2 0,1-1 0,2-1 0,33 71 0,-39-97 0,1 1 0,-1 0 0,-1 1 0,6 20 0,-10-33 0,-1 1 0,1 0 0,0 0 0,-1 0 0,0 0 0,0 0 0,0 0 0,0 0 0,0 0 0,-1-1 0,1 1 0,-1 0 0,0 0 0,0 0 0,0 0 0,0-1 0,0 1 0,0 0 0,-1-1 0,1 1 0,-1-1 0,0 0 0,0 0 0,-3 3 0,-1 0-21,-1-1 1,0 0-1,0-1 1,0 0-1,0 0 0,0 0 1,-1-1-1,1 0 1,-1-1-1,1 1 0,-9-1 1,-16 1-319,-45-5-1,33 1-63,23 3-452,0-2-1,0-1 1,0 0 0,0-1-1,1-2 1,-40-13-1,59 18 676,-1-1 0,0 0 0,1 0 0,-1 0 0,0 0 0,1 0 0,0 0 0,-1-1 0,1 1 0,0 0 0,-1-1 0,1 1 1,0-1-1,0 0 0,0 1 0,0-1 0,0 0 0,1 1 0,-1-1 0,0 0 0,1 0 0,0 0 0,-1 1 0,1-1 0,0 0 0,0 0 0,0 0 0,0 0 0,0-2 0,1-2-195,1 0 0,-1 1 0,1-1 0,0 1 0,0 0 0,0 0 1,1 0-1,4-7 0,5-5-1412,1 0 1,0 0-1,20-17 1,19-14-4761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4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11017,'5'-8'945,"-1"1"-2081,0-7 17379,1 15-15627,21 4-195,1 0-1,39 15 1,14 4-524,200 28-7498,-261-49 4528,-1 1 0,29 10 0,-24-7-5967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6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20 126 8537,'-16'-17'2271,"13"14"-94,5 1-148,39-27 3548,-34 23-4877,1-1-1,0 1 1,1 1-1,-1 0 1,1 0-1,13-5 1,-1 3-353,1 1 1,-1 1 0,1 1-1,0 1 1,0 1 0,0 1-1,36 3 1,-44-1-271,0 1 0,-1 0 0,1 1 0,-1 0 0,0 1 0,0 1 0,0 0 0,0 1 0,-1 0 0,0 1 0,0 0 0,20 17 0,-29-21-64,0 1 0,0-1 0,0 0 1,0 1-1,-1 0 0,1 0 0,-1-1 0,0 1 0,0 1 1,0-1-1,-1 0 0,1 0 0,-1 1 0,0-1 0,-1 0 1,1 1-1,-1-1 0,1 1 0,-1-1 0,-1 1 0,1-1 1,-1 1-1,0-1 0,0 1 0,0-1 0,0 0 0,-1 1 0,1-1 1,-5 6-1,-4 9 18,-1-2 0,-1 1 0,-1-1 0,-26 27 0,32-37-21,-84 88 57,35-38-23,-77 100 0,123-143-40,1 0 0,0 1 1,1-1-1,-6 17 0,13-28-18,-1-1-1,1 1 1,0 0-1,0 0 1,1-1 0,-1 1-1,0 0 1,1 0-1,0 0 1,0 0-1,0 0 1,0 0-1,0 0 1,0-1 0,1 1-1,0 0 1,-1 0-1,1 0 1,0 0-1,0-1 1,1 1-1,-1 0 1,0-1 0,1 0-1,0 1 1,-1-1-1,1 0 1,0 1-1,0-1 1,1 0-1,2 2 1,5 1-191,0 0 0,1 0-1,0-1 1,0 0 0,0-1-1,0 0 1,1-1 0,-1 0 0,1-1-1,-1 0 1,14-1 0,7-2-579,0 0-1,57-14 1,-23-1-306,-2-2-1,0-3 1,-1-3 0,-2-3-1,82-49 1,-78 36 542,-2-4 1,-2-2 0,-2-2-1,78-85 1,-136 133 546,242-280 4424,-224 247-2281,-17 23-638,-14 19-35,-8 15-268,1 0 0,1 2 0,-23 41 0,-9 13 102,-30 31-476,-141 151 1,30-52-3071,-60 59-6769,193-209 2014,9-1-4513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6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785 1 10169,'0'0'7109,"-1"2"-5693,-2 5-854,0 3 112,0 0-1,-2 0 0,1 0 0,-1-1 0,0 0 0,-1 0 1,0 0-1,-8 8 0,-92 102 2813,90-98-3193,1 0-1,1 1 1,0 0-1,-10 28 0,20-40-245,0 0-1,0 1 0,2-1 0,-1 1 0,1 0 0,1 0 0,0-1 0,0 1 0,1 0 0,1 0 0,0 0 0,3 19 0,10 17-9,2-2-1,26 55 1,-40-95-39,1 0 1,-1 0 0,0 0-1,-1 0 1,1 1 0,-1-1-1,0 0 1,0 1 0,-1-1-1,0 1 1,0-1 0,0 0 0,0 1-1,-1-1 1,0 1 0,0-1-1,-1 0 1,1 0 0,-1 1-1,0-1 1,-1 0 0,1-1-1,-1 1 1,0 0 0,0-1 0,0 0-1,-1 1 1,1-1 0,-1-1-1,0 1 1,0 0 0,-6 3-1,-11 6-112,0 0-1,-1-2 0,0 0 0,-1-1 0,-40 11 0,-113 27-2053,85-35-1322,64-11-1993,-37-2 0,39-3-5148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67 12741,'-3'-23'4529,"13"6"-2365,-1 5 984,17 6-1984,21 1-248,-28 2-168,29 3-280,28 3-656,-16 5-384,4 1-504,-1-3-792,1 2-740,-7 4-3213,-6 8-4940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8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176 186 8369,'0'-11'1790,"0"10"-1251,0 1 0,0-1 0,0 1 0,-5-8 9164,5 8-9164,-1-1 0,1 1 0,-1 0 0,1 0 0,-1-1 0,1 1 0,-1 0 0,1 0 0,-1 0 0,0 0 0,-9-1 3613,-1 0-7898,8 0 3802,-3 0-42,-17-5-12,17 5 12,4 0-17,1 0 0,-1 0 0,0 0 0,0 0 0,0 1 0,0-1 0,0 1 0,0 0 0,0-1 0,-3 1 0,-6-2-31,-8 3 63,3 3-25,13-3 40,0-2-73,-21-5 52,19 6-8,12 7-9,1-1-17,0 0 1,0 0-1,-1 1 1,11 12-1,-17-18 133,19-1-144,-19 0 23,0 0 0,0 0 1,1-1-1,-1 1 0,0 0 0,0-1 0,1 1 0,-1-1 0,0 1 0,0-1 0,0 1 0,1-1 1,-1 0-1,0 0 0,0 1 0,0-1 0,0 0 0,-1 0 0,1 0 0,0 0 0,0 0 0,-1 0 1,1-1-1,0 1 0,-1 0 0,1-2 0,2-2 5,-2 3 14,5-21-64,-5 20 46,0 1 1,0 0 0,0-1-1,0 1 1,0-1-1,0 1 1,1 0 0,-1 0-1,1 0 1,0 0 0,-1 0-1,1 0 1,0 0 0,0 1-1,0-1 1,3-1-1,44-21-4,-30 16-39,22-8 41,1 3 1,58-13 0,-32 10-62,-65 15 58,-1 1 1,1-1 0,0 1 0,0 0 0,0-1 0,0 1 0,0 1 0,0-1-1,0 0 1,0 1 0,0 0 0,-1-1 0,1 1 0,0 0 0,4 2 0,-6-2 1,0 0 0,0 0 0,0 0 0,0 0 0,0 0 1,-1 0-1,1 0 0,0 0 0,0 0 0,-1 0 0,1 1 0,0-1 1,-1 0-1,1 0 0,-1 1 0,0-1 0,1 0 0,-1 1 1,0-1-1,0 0 0,0 1 0,0-1 0,0 0 0,0 1 0,0-1 1,-1 0-1,1 1 0,0-1 0,-1 0 0,1 0 0,-1 1 1,1-1-1,-1 0 0,0 0 0,1 0 0,-3 2 0,-18 32 18,-37 44-1,39-56-9,1 1-1,2 1 0,0 1 0,-17 37 0,31-57-5,0-1-1,1 1 0,0-1 0,0 1 0,0 0 1,1 0-1,0-1 0,0 1 0,1 0 1,-1 0-1,1-1 0,0 1 0,3 8 0,0-2 7,1 0-1,1 1 0,11 18 0,71 97-14,-82-118 14,0 0 1,-1 0 0,0 1 0,0-1 0,-1 1-1,4 18 1,-8-26 2,1 1-1,-1 0 0,0-1 1,-1 1-1,1-1 1,-1 1-1,1 0 0,-1-1 1,0 1-1,0-1 0,-1 0 1,1 1-1,-1-1 1,0 0-1,0 0 0,0 0 1,0 0-1,0 0 1,-1 0-1,1-1 0,-1 1 1,1-1-1,-1 1 1,-5 2-1,-10 6 26,0-1 0,-1-1 0,0-1 0,-1 0 0,0-1 0,0-1 0,0-1 0,-26 2 0,18-1-530,0 0 1,0 2-1,-31 12 1,50-16-718,4-1 692,-1-1 1,1 1 0,-1-1 0,0 0 0,1-1-1,-10 2 1,-14 0-8577,28-3 8386,-19 0-8706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4 13633,'-1'-1'199,"-1"1"0,1-1 0,0 1 0,-1 0 0,1-1 0,-1 1 0,1 0 0,-1 0 0,1 0 0,0 0 0,-1 0 0,1 0 0,-1 1 0,1-1 0,-1 0 0,1 1-1,0-1 1,-1 1 0,1-1 0,0 1 0,0 0 0,-1 0 0,1-1 0,0 1 0,0 0 0,0 0 0,0 0 0,0 0 0,0 0 0,0 1 0,0-1 0,0 0 0,1 0 0,-1 0 0,0 1 0,0 2 0,-3 6 931,0 1 0,1 0 0,0 0 0,-1 11 0,3-14-552,-6 30 346,-2 0 0,-2 0 0,-2-1 0,0 0 0,-37 65 0,6-32-3428,-92 112 0,-70 51-7532,160-183 7914,4-3-10495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893 35 11073,'0'0'2340,"-2"-3"-162,-6-28 6342,5 32-7508,-1 1-800,0 1 1,0-1-1,0 1 0,0 0 1,0 1-1,1-1 1,0 1-1,-1-1 0,1 1 1,0 0-1,1 0 0,-1 0 1,1 1-1,-3 7 1,-14 19 326,-9 10-191,1 1-1,2 2 1,1 0-1,3 2 1,-20 62 0,38-95-317,0 0 0,1 0 0,1 0 0,0 0 0,1 0 0,0 1 0,1-1 0,4 24 0,5 0 3,22 61 0,-5-22-21,-26-72-16,1 1 0,-1-1 1,0 1-1,0 0 1,-1-1-1,1 1 1,-1 0-1,0-1 0,0 1 1,-1 0-1,0-1 1,1 1-1,-1 0 1,-1-1-1,1 1 1,-1-1-1,0 0 0,0 1 1,-4 6-1,2-6 4,-1 0-1,1 0 0,-1-1 0,0 1 1,-1-1-1,1 0 0,-1 0 1,0-1-1,0 0 0,0 0 1,0 0-1,-12 3 0,-12 3-10,0-2 0,0-2 0,-51 4 0,-96-8-274,21 0-1275,49 2-4231,103-3 2377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52 10293,'-16'-20'2000,"48"12"60,-3 2-336,15 3-315,19 3-289,-15-3-280,6 3-192,6-3-268,4-5-548,-1 8-692,-2 0-712,-7 0-549,0 0-2475,-7 11-3577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3:0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26 131 11993,'-9'3'2212,"-7"-17"2557,19-3-3673,0-3 140,0 0-1128,-3 0-796,-3-3-3913,0 3-123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3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49 2376,'2'0'633,"7"2"-1997,12 0 11116,-11-6-8302,20-16 3050,-18 14-4155,1 0 0,-1 1 0,1 0 0,14-2 0,-23 7-301,1 1-1,-1 0 1,1 0-1,-1 0 0,0 0 1,0 1-1,1-1 1,6 5-1,-7-3-22,-1 0 0,0 0 0,0 1 0,0-1 0,0 1 0,0 0 0,0 0 0,-1 0 0,0 0 0,2 5 0,2 3 29,8 15 38,-1 2-1,-2 0 1,-1 0 0,-1 1-1,-2 0 1,0 0 0,2 50-1,-6-22 13,-2 0-1,-3 1 0,-10 60 1,0-51-74,-2-2 1,-4 0 0,-2-1 0,-3 0 0,-3-2 0,-3-1 0,-2-1 0,-3-2 0,-81 106-1,57-93-876,-4-2 0,-97 86 0,75-86-2944,-159 103-1,89-80-4193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7:5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20 10217,'0'-1'144,"0"0"1,0 0-1,0 0 1,0 1-1,-1-1 1,1 0-1,0 0 1,-1 0-1,1 0 1,0 0-1,-1 0 0,1 0 1,-1 1-1,0-1 1,1 0-1,-1 0 1,1 1-1,-1-1 1,0 0-1,0 1 1,1-1-1,-1 1 1,0-1-1,-1 0 0,-30 4 3837,22-1-3283,-21 5 420,1 1 0,0 2 0,0 1 0,1 1 1,0 2-1,-45 29 0,19-6-329,2 3-1,-56 53 1,75-61-458,2 2 0,-36 46 0,56-63-256,0 1-1,1-1 1,1 2-1,1-1 1,0 2-1,1-1 1,-6 26-1,12-36-58,0 0-1,1 0 0,0 0 1,1 0-1,0 0 0,0 0 1,1 0-1,0-1 0,0 1 1,1 0-1,1 0 1,-1-1-1,1 1 0,1-1 1,-1 0-1,2 0 0,-1 0 1,1-1-1,0 1 0,0-1 1,1 0-1,0-1 0,0 1 1,1-1-1,0 0 0,0-1 1,9 6-1,-3-3 2,1 0 1,0-1-1,0-1 1,1 0-1,0-1 1,0 0-1,0-1 1,1-1-1,-1-1 1,1 0 0,-1-1-1,1 0 1,0-1-1,27-4 1,-23-1 85,0 0 1,-1-1-1,0 0 1,-1-2-1,1 0 1,-1-1-1,-1-1 1,18-13-1,-6 1 111,-1 0-1,-2-2 1,42-47-1,65-76-213,-113 125 0,-20 22 0,0 0 0,1 0 0,-1-1 0,0 1 0,0 0 0,0 0 0,0-1 0,0 1 0,0 0 0,1 0 0,-1-1 0,0 1 0,0 0 0,0 0 0,1 0 0,-1 0 0,0-1 0,0 1 0,1 0 0,-1 0 0,0 0 0,0 0 0,1 0 0,-1 0 0,0 0 0,0 0 0,1-1 0,-1 1 0,0 0 0,1 0 0,-1 0 0,0 0 0,0 0 0,1 1 0,-1-1 0,0 0 0,1 0 0,-1 0 0,0 0 0,0 0 0,1 0 0,-1 0 0,0 0 0,0 1 0,1-1 0,-1 0 0,0 0 0,0 0 0,0 1 0,1-1 0,-1 0 0,0 0 0,0 0 0,0 1 0,0-1 0,0 0 0,1 0 0,-1 1 0,0-1 0,0 1 0,1 16 0,-1-16 0,-1 17 0,0 0 0,-2 0 0,0 0 0,-8 25 0,-31 74 0,17-48 0,-21 61 0,-120 378 0,139-401-1555,-15 54-4673,19-78-2016,11-2-5512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05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0 466 4848,'19'22'11626,"12"8"-5920,13 14-3653,-39-37-1755,0-1 1,1 0 0,0 0-1,0 0 1,1-1-1,0 0 1,0 0-1,0 0 1,0-1-1,0 0 1,1-1 0,0 0-1,0 0 1,8 2-1,20-2 37,-1-1-1,1-2 0,39-5 0,111-22 235,-98 13-402,1549-194-2446,-1099 153 495,775-70-2929,-78 11-1009,-961 75 3226,-104-5-3582,-139 36 1350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0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51 8505,'-2'-3'2239,"-19"-26"1711,18 27-2275,3 1-1538,-1 1 0,0 0 0,1 0 0,-1 0 0,0 0 0,1-1 0,-1 1 0,0 0 0,1-1-1,-1 1 1,0-1 0,1 1 0,-1 0 0,1-1 0,-1 1 0,1-1 0,-1 0 0,1 1 0,-1-1-1,1 1 1,0-1 0,-1 0 0,1 0 0,-6-4 1956,-4 20-892,-12 38 241,3 1-1,2 1 0,-19 103 1,-5 179-214,31-227-901,2-38-243,-34 418-372,39-429-818,4 1 0,2-1 0,3 0 0,16 73 0,-17-113-32,1 0-1,1 0 1,12 25-1,-14-35-494,1 0-1,1-1 1,0 0 0,9 11-1,9 5-7197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880 66 9957,'-85'-41'2053,"76"36"-1222,-1 1-1,1 1 1,-1 0-1,1 0 1,-1 1-1,0 0 1,0 1-1,0 0 1,-18 0-1,21 1-628,20 19 702,175 160 324,-36-39-991,-123-111-170,-1 2-1,46 69 1,-68-90-50,1 0 0,-1 1 0,-1 0 0,0 0 0,-1 0 0,0 1 0,0 0 0,-2 0 0,1 0 0,-1 0 0,-1 0 0,0 0 0,-1 0-1,0 1 1,-1-1 0,0 0 0,-1 0 0,-1 0 0,0 0 0,0 0 0,-1-1 0,0 1 0,-1-1 0,-1 0 0,0-1 0,0 1 0,-14 17 0,-5-1 140,0 0-1,-2-2 1,-51 38 0,-99 54 319,163-108-448,-232 137 399,-106 69-714,324-196 77,-119 87-2669,128-85-419,15-7-2232,3 3-4401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2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263 102 5404,'-1'-3'1621,"-7"-65"5681,7 64-6070,2 1-30,2-20 1101,-5 31 1076,-10 40-1314,-68 177 970,58-161-2633,-82 273 984,92-286-1342,2 1 1,3 1 0,2-1-1,3 90 1,4-117-382,1 0 0,2-1 0,0 0 0,2 0 0,0 0 0,2-1 0,0 0-1,2 0 1,1-1 0,0-1 0,1 0 0,2-1 0,0 0 0,29 29 0,-27-33-453,0-1 0,1 0-1,1-2 1,0 0 0,0-1 0,1-1 0,1-1 0,0-1-1,0 0 1,23 5 0,29 0-4220,3-4-2802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6785,'-29'7'1745,"23"-5"1246,3-2-1926,-31 2 503,32 0-1440,1 0 0,-1 0-1,1-1 1,0 1 0,-1 0 0,1 0 0,0 1-1,0-1 1,1 0 0,-1 0 0,0 1 0,1-1-1,-1 0 1,1 4 0,-1-6-106,1 9 125,0 0-1,0 0 0,1 1 0,0-2 0,1 1 1,-1 0-1,2 0 0,-1 0 0,1-1 0,1 1 0,-1-1 1,2 0-1,-1 0 0,1-1 0,10 14 0,-5-10-107,1-1 0,-1 0-1,2 0 1,-1-2-1,1 1 1,1-1 0,0-1-1,0 0 1,17 6 0,-21-9-24,1 0 1,1-1-1,-1 0 1,0-1 0,1 0-1,-1 0 1,1-1-1,0-1 1,-1 0 0,1 0-1,-1-1 1,1 0-1,18-5 1,-22 2-23,-1 1 0,0-1 0,0 0 1,0 0-1,0-1 0,-1 1 0,1-1 0,5-7 0,35-46 305,-32 43 606,-35 222 632,3-13-923,12-150-513,-74 398 400,54-334-370,-132 450 131,149-531-280,-1-1 0,-2 0 0,0 0 0,-1-1 0,-28 38 0,39-61 19,0 1 0,0-1 0,0 0 0,-1 1-1,1-1 1,-1-1 0,1 1 0,-1 0 0,0-1 0,0 1 0,0-1 0,0 0 0,0 0 0,0 0 0,0 0 0,-4 0 0,5-1 1,0 0 1,0 0 0,0 0-1,0 0 1,0-1 0,0 1-1,0-1 1,0 1 0,0-1-1,0 0 1,0 0 0,0 0-1,0 0 1,0 0 0,0 0-1,1-1 1,-1 1 0,1 0-1,-1-1 1,1 0 0,-1 1-1,1-1 1,0 0 0,-2-2-1,-1-3 3,1 0 0,0-1-1,0 1 1,1 0-1,0-1 1,0 0-1,1 0 1,0 1-1,0-1 1,0 0-1,1 0 1,2-9-1,1-14 5,15-54-1,-13 62-8,14-43-476,3 0 0,2 2 0,4 1 0,2 0 0,3 3-1,54-76 1,24-7-3209,-26 58-1923,-13 26-2075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3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135 516 7573,'1'-3'1865,"0"-2"-1354,1-1 0,0 1 0,0 0-1,0 0 1,0 0 0,1 0 0,0 1 0,0-1-1,5-6 1,41-39 1902,-3 5-1174,-38 35-1075,0 0 0,-1-1 1,0 1-1,-1-1 0,0-1 0,0 1 1,-1-1-1,-1 0 0,0 0 1,-1 0-1,2-13 0,-4 23-151,-1 1 0,0 0 0,0 0 1,1-1-1,-1 1 0,0 0 0,0-1 0,-1 1 0,1 0 0,0 0 0,0-1 0,-1 1 0,1 0 0,0 0 0,-1 0 0,1-1 1,-1 1-1,0 0 0,1 0 0,-1 0 0,0 0 0,0 0 0,0 0 0,0 0 0,1 0 0,-1 1 0,0-1 0,0 0 1,-1 0-1,1 1 0,0-1 0,0 1 0,0-1 0,0 1 0,-1-1 0,1 1 0,0 0 0,0-1 0,-1 1 0,1 0 1,0 0-1,-3 0 0,-1 0 20,1 0 1,-1 1-1,0-1 1,0 1-1,0 0 1,0 0 0,0 1-1,1-1 1,-9 5-1,-4 5 72,1 0 0,0 1-1,1 1 1,1 0 0,0 1 0,-20 27-1,16-17 29,1 1-1,1 0 0,-23 51 0,34-63-110,0 1 0,1 0 0,1 0 1,0 0-1,1 1 0,1-1 0,0 1 0,0-1 0,2 1 0,0-1 0,0 1 0,2-1 0,0 0 0,0 1 0,1-2 0,1 1 0,0 0 0,1-1 0,11 18 0,-11-20-24,1-1 0,1 1 0,-1-2 1,1 1-1,1-1 0,0 0 0,0-1 0,1 0 0,0 0 0,0-1 0,1-1 0,0 1 1,0-2-1,0 0 0,1 0 0,0-1 0,0 0 0,0-1 0,0 0 0,0-1 1,1-1-1,23 0 0,-22-2-2,0-1 0,1-1 1,-1 0-1,0-1 0,-1-1 1,1 0-1,-1 0 1,0-2-1,0 0 0,-1 0 1,0-1-1,0 0 0,12-12 1,-4 2-10,0-1 0,-1-1 0,-1-1 0,-1-1 1,27-45-1,-4-10-60,-3-2 0,-3-2 1,39-143-1,-44 79 31,-29 142 38,0 1 0,0-1-1,-1 1 1,1-1 0,0 1 0,-1 0 0,0-1 0,0 1-1,0 0 1,-1-4 0,-2-4 63,-1 15-15,0 0 0,0 0 0,1 1 1,0 0-1,0 0 0,0 0 1,0 1-1,1-1 0,0 1 0,-3 13 1,2-8 19,2 2 1,0-1 0,0 0-1,1 0 1,2 20 0,2 5 91,3-1 0,1 1 0,15 48 0,9 10-86,-11-38-23,-3 1 0,10 67 0,-24-109-40,-1 1 0,-1-1 0,0 1-1,-2-1 1,0 1 0,-1-1 0,0 1 0,-2-1 0,0 0 0,-1 0 0,-14 32 0,10-29-69,-2-1 1,0 0-1,-1 0 1,-1-1-1,-1-1 1,0 0-1,-1-1 1,-1 0-1,-1-2 1,0 0-1,-1-1 1,-37 22-1,-10-5-3408,-133 43-1,148-55-1708,12 1-2989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5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1065 6 5649,'0'0'346,"1"-1"1,-1 1-1,1-1 1,-1 1 0,1-1-1,0 1 1,-1 0 0,1-1-1,0 1 1,-1 0 0,1-1-1,0 1 1,0 0 0,-1 0-1,1 0 1,0 0-1,0 0 1,1 0 0,8 7 1782,-9-5-2008,0 1 0,0-1 1,0 0-1,-1 0 0,1 1 1,-1-1-1,1 0 0,-1 1 1,0-1-1,1 1 0,-2 4 0,-3 27 976,-3 0-1,-18 60 0,-35 66 600,24-66-1055,-80 183 715,50-125-776,-142 299 521,-61 155-315,55 60-1758,177-541 146,19-68-1667,-16 84-1,34-138-88,16-14-10335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5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58 9261,'0'0'2165,"0"-3"-128,-24-49 6214,23 50-7428,-7 25-534,0 0 0,-1-1 0,-15 25 0,0 2-157,-138 319 373,148-334-480,2 1 0,2 0 0,1 0 0,-8 64 0,15-79-14,1 0 1,1 0-1,1 0 1,1 0-1,0-1 1,1 1-1,2 0 1,0-1 0,1 0-1,11 25 1,8 2-48,2-2 1,44 56 0,-36-53-117,-32-42 140,0 0-1,0 0 1,-1 0-1,0 0 1,0 0-1,0 1 1,0-1-1,-1 1 0,0-1 1,0 1-1,0-1 1,-1 1-1,0 0 1,0-1-1,0 1 1,-1 0-1,0-1 1,0 1-1,0 0 1,-1-1-1,1 0 1,-2 1-1,-2 5 1,0-5 14,0-1 0,0 1 0,-1-1 1,0 0-1,0 0 0,0-1 0,-1 0 1,1 0-1,-1 0 0,0-1 0,0 0 1,-12 3-1,-5 1-94,0-2 1,-42 4-1,56-8-102,1 0 0,-1-1 0,1-1 0,-1 1 0,1-2 0,-16-3 0,20 4-162,0-1 0,0 0 1,0 0-1,0 0 1,0-1-1,1 0 1,0 1-1,-1-2 0,1 1 1,0 0-1,0-1 1,1 0-1,-5-6 1,6 9-41,1-1 1,0 0-1,0 0 1,0 0 0,0 0-1,1 0 1,-1 0-1,0 0 1,1 0-1,-1 0 1,1 0 0,0 0-1,0-3 1,6-30-8527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6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10629,'24'-9'1816,"-19"7"3461,-14 71-2468,11 54-1617,6 84-356,-5-179-779,2-1-1,0 1 0,2-1 0,1 0 1,15 35-1,-20-57-52,-1 0 0,1 0 1,0-1-1,0 1 1,0-1-1,0 1 0,1-1 1,0 0-1,0 0 0,0-1 1,0 1-1,1-1 1,0 0-1,-1 0 0,1 0 1,0-1-1,0 0 0,0 0 1,1 0-1,-1 0 1,0-1-1,1 0 0,-1 0 1,1 0-1,-1-1 0,1 0 1,-1 0-1,1 0 0,-1-1 1,1 0-1,8-2 1,-1 0 2,0-1 0,0-1-1,0 0 1,-1 0 0,0-2 0,0 1 0,0-1 0,-1-1 0,0 0 0,-1-1 0,17-16 0,8-19 152,-2-1-1,45-81 1,-70 113-95,32-46 210,-37 56 236,-4 7-46,-6 21-42,-2-1 0,-13 27 0,0 3-70,-3 6-163,-41 122 181,59-158-1002,1-1 1,1 1-1,2 0 1,0 0-1,2 45 0,1-64 145,0 0 0,1-1-1,0 1 1,0 0-1,0-1 1,1 1-1,0-1 1,-1 1-1,1-1 1,1 0-1,4 8 1,12 6-5777,-3-6-1934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7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6145,'-18'13'19811,"17"-14"-19286,-6-3 3392,-2-2-7108,6 4 5654,5 5-2372,5 10-61,0 0 1,-2 0 0,1 1 0,-2-1-1,0 1 1,0 0 0,-1 0-1,1 18 1,-4-30-31,4 35 25,-2 0 0,-1 1 0,-2-1 0,-9 63-1,10-98-21,-1 0 0,1 1-1,0-1 1,0 0 0,1 1-1,-1-1 1,0 0 0,1 0-1,-1 1 1,1-1 0,1 3 0,3 14 69,15-32-63,-7-1-43,0-1-1,-1 0 0,0 0 0,-2-1 1,0 0-1,0-1 0,9-25 0,26-43-277,-28 57 178,-12 19 49,-1 1 1,1 0-1,0 0 0,1 0 1,0 1-1,0-1 1,1 2-1,0-1 0,15-10 1,-21 16 69,0 0 1,1 0 0,-1 1-1,0-1 1,0 0 0,1 1-1,-1 0 1,1-1 0,-1 1-1,0 0 1,1 0 0,-1-1-1,1 1 1,-1 0 0,1 1-1,-1-1 1,1 0 0,-1 0-1,0 1 1,1-1 0,-1 0-1,0 1 1,1-1 0,-1 1-1,0 0 1,1 0 0,-1-1 0,0 1-1,0 0 1,0 0 0,0 0-1,0 0 1,0 0 0,0 0-1,0 0 1,0 1 0,-1-1-1,2 2 1,1 2-3,-1 0-1,1 1 1,-1 0-1,-1-1 1,1 1 0,-1 0-1,0 0 1,0 0-1,0 8 1,-3 60-120,1-61 79,-5 75 54,6-84 37,0-4-32,1 1 1,-1 0 0,1 0-1,-1 0 1,0 0-1,1 0 1,-1 0 0,0 0-1,0 0 1,0 0-1,0-1 1,0 1-1,0 0 1,0 0 0,0 0-1,0 0 1,0 0-1,-1 0 1,1 0 0,0 0-1,-1 1 1,0 7 39,14-13-10,1-6-32,0-1 1,0 0 0,-1 0 0,-1-2 0,0 0 0,20-27-1,27-28 15,-48 57-47,-2 1 22,1 1 0,-1 1-1,1 0 1,1 0 0,16-9 0,-24 16-7,0 2 16,-1 0 0,1 0 1,-1 0-1,0 0 0,1 1 1,-1-1-1,0 1 0,0-1 1,0 1-1,0 0 1,0 0-1,0 0 0,-1 0 1,1 0-1,-1 0 0,1 1 1,-1-1-1,0 0 0,0 1 1,0-1-1,1 5 1,-1 33 59,-2-34-85,1 1 1,0-1-1,0 0 0,0 0 1,1 0-1,3 12 1,4 6-1589,2 0 0,18 29 1,-27-51 1333,0-1 0,0 1 0,1 0 0,-1-1 0,1 1-1,0-1 1,-1 0 0,1 1 0,0-1 0,0 0 0,0 0 0,0 0 0,0 0 0,0-1 0,0 1 0,0 0 0,0-1 0,0 1 0,0-1 0,0 0 0,3 0 0,17-2-5267,-3-1-2536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7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5465,'-2'4'1408,"-21"48"2439,17-41-3202,0 0-1,1 0 1,1 0 0,-7 25-1,-8 131 2326,12-92-2264,7-72-1175,-12-36-3630,9 14 133,2-1-2135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5092,'30'-47'2491,"-28"45"-1439,-10-9 386,-1 1-167,8 2 4282,6-2-4700,7-20 2286,-8 10 3014,9 95-4917,-12-41-1046,2 22 126,-7 103 0,2-133-225,3 51 0,0-32 8,-1-44-96,0 0-1,0 0 0,-1 0 0,1 0 0,0 0 0,1 0 1,-1 0-1,0 0 0,0 0 0,0 0 0,0 0 0,1 0 1,-1 0-1,0 0 0,1-1 0,-1 1 0,1 0 0,-1 0 1,1 0-1,0 0 0,-1-1 0,1 1 0,0 0 0,-1 0 1,1-1-1,0 1 0,0-1 0,1 2 0,0-2 1,0 0 0,0 0-1,0 0 1,-1 0 0,1 0 0,0-1-1,0 1 1,-1 0 0,1-1 0,0 1-1,0-1 1,-1 0 0,1 0 0,2-1-1,7-6-2,1 1-1,-1-2 0,10-9 0,-19 16-7,34-34-64,47-60 1,-62 69-1,1 1 1,1 1-1,2 0 1,51-39-1,-72 62 63,0-1 1,0 0-1,0 1 0,1 0 0,-1 0 0,1 0 0,-1 1 1,1-1-1,0 1 0,-1 0 0,1 0 0,0 1 0,0 0 0,0 0 1,0 0-1,0 0 0,-1 0 0,1 1 0,5 1 0,-6 0 9,0 0 0,-1 0-1,1 0 1,-1 0 0,1 1-1,-1-1 1,0 1 0,0 0-1,0 0 1,-1 0 0,1 0-1,-1 0 1,1 1 0,-1-1-1,0 1 1,0-1 0,-1 1-1,1 0 1,-1 0 0,0 0-1,0 0 1,1 7 0,18 117-2,-15-88 27,-3-23-29,0-1 0,0 1 1,2-1-1,9 29 0,-12-43-84,0 0 0,0-1 0,-1 1 0,1 0 0,0-1 0,0 1 0,1-1 0,-1 1 0,0-1 0,0 1 0,1-1 1,-1 0-1,1 0 0,-1 1 0,1-1 0,0 0 0,-1-1 0,1 1 0,0 0 0,0 0 0,-1-1 0,4 1 0,-1 0-124,-1-2 1,0 1-1,0 0 0,1 0 0,-1-1 0,0 0 0,0 0 0,0 0 0,0 0 0,0 0 0,0 0 0,4-3 0,3-3-714,-1 1 0,0-1 0,0-1 0,0 0 0,-1 0 0,12-15 1,3-8-4662,5-3-3376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 6229,'-29'-3'5180,"45"-3"-4480,0 0 120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15 4624,'0'0'15870,"-3"-2"-15135,-29-11 6505,31 16-6936,1 7-205,0-1 0,1 1 0,-1-1 0,2 0 0,0 1 0,0-1 0,0 0 0,5 11 0,6 24 56,-6-15-81,-2 1 0,-1 0-1,-1 0 1,-1 1 0,-4 35-1,-1-35-50,-6 98 126,24-148-109,27-37-11,41-73-1,17-23-122,-83 129 60,1 1-1,2 0 1,0 2 0,26-21 0,-44 39 28,0 0 1,0 0-1,1 0 1,-1 0-1,1 1 0,-1 0 1,1-1-1,0 1 1,-1 0-1,1 0 1,0 0-1,0 1 0,0-1 1,0 1-1,0-1 1,0 1-1,0 0 1,0 0-1,0 0 1,5 2-1,-5-1 3,1 1-1,-1-1 1,0 1-1,0 0 1,0 0-1,0 0 1,0 1-1,0-1 1,-1 1-1,1 0 1,-1-1-1,0 1 1,0 0-1,3 5 1,4 11-3,0 1 1,-2-1-1,0 1 1,6 32-1,-12-48 5,7 30-748,1-1-1,21 48 1,-16-45-634,-10-23 135,1 0 0,11 21 0,-14-31 770,0 0-1,0 0 1,0 0 0,0-1 0,0 1 0,1-1 0,-1 1 0,1-1-1,0 0 1,0 0 0,0 0 0,0 0 0,0 0 0,0-1 0,5 2-1,7-1-4229,-2-6-2641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9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0 8429,'-2'2'279,"1"0"1,-1 1-1,1-1 1,0 0-1,0 0 1,0 0 0,1 1-1,-1-1 1,0 0-1,1 1 1,-1-1-1,1 1 1,0-1-1,0 1 1,0-1-1,0 1 1,0-1 0,1 0-1,0 5 1,3 4 455,0 1-1,10 21 1,2 6 564,-14-32-1182,1 1 0,-1 0 0,2-1 0,-1 0 0,1 0 0,0 0 0,0 0 0,1-1 0,0 1 0,0-1 0,0 0 0,1-1 0,10 8 0,-10-9-60,0 0-1,1-1 0,-1 0 0,1 0 0,0 0 1,0-1-1,0 0 0,0-1 0,0 1 0,0-1 1,1-1-1,-1 0 0,0 0 0,14-1 0,-7-1 92,0-1 0,0 0 0,0-1-1,-1 0 1,1-1 0,-1-1-1,0 0 1,0 0 0,-1-2 0,20-14-1,8-11 503,17-11 330,-56 44-960,0 0-1,0 1 0,1-1 0,-1 1 0,0-1 0,0 1 0,0-1 0,0 1 0,0-1 0,0 1 0,0 0 0,0 0 0,0 0 0,0-1 0,0 1 0,0 0 1,-1 0-1,1 0 0,0 0 0,0 1 0,0 1 0,-1 3 67,0 0 0,0 1 0,0-1 0,-1 0-1,-2 11 1,0 1 102,-7 33 776,-33 97 1,14-52-413,7-19-276,-141 461 671,109-375-1022,-40 106-1452,71-214 773,-2-1 1,-55 87-1,73-131 588,-1-1 0,0 0 0,0-1 0,-1 0 0,0 0 0,0 0 0,-1-1 0,0-1 0,0 0 0,-1 0 0,0-1 0,0 0 0,-13 3 0,22-7 149,-1 0 1,0 0-1,0-1 1,1 1-1,-1-1 1,0 0-1,0 1 1,0-1-1,1-1 1,-1 1-1,0 0 1,0-1-1,1 1 1,-1-1-1,0 0 1,0 0-1,1 0 1,-1 0-1,1-1 1,-1 1 0,1-1-1,0 1 1,0-1-1,-1 0 1,1 0-1,0 0 1,0 0-1,1 0 1,-1 0-1,0 0 1,1-1-1,0 1 1,-1-1-1,1 1 1,-1-5-1,0-4 45,2 0-1,-1 0 0,2 0 1,-1 0-1,2 0 1,-1 0-1,1 1 0,1-1 1,0 0-1,1 1 1,0 0-1,0 0 0,7-12 1,11-15 95,51-69 0,-23 43-339,2 3 0,3 3-1,3 1 1,98-72 0,-87 79-2030,3 3 1,83-40 0,-73 51-2173,-4 8-2298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8 14913,'-1'-1'273,"0"0"0,-1 1 0,1-1 0,-1 0 0,1 0 0,-1 1-1,1-1 1,-1 1 0,1-1 0,-1 1 0,1 0 0,-1-1 0,0 1-1,1 0 1,-1 0 0,0 0 0,1 0 0,-1 1 0,1-1 0,-1 0-1,0 1 1,1-1 0,-1 1 0,1-1 0,-3 2 0,-2 0 526,3-1 1011,-10 18 1305,-81 103 1199,58-79-4922,3 0 0,-45 79 0,-3 23-7813,60-104 1341,12 2-4657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12601,'0'0'2048,"-16"5"-119,3 4 143,4 20-288,-10 16-180,3-13-236,0 8-248,0 3-196,0 2-256,-16 58 352,20-54-1108,2 5-692,-3-3-352,1 1-660,5-4-780,-2-5-360,-4-6-2377,13 6-4240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49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1 413 8365,'3'-1'1923,"136"-30"4132,64-19-3975,-172 40-1981,0-1-1,-1-2 1,-1 0 0,41-27 0,-49 26 202,-1-1 1,0 0-1,-1-2 0,-1 0 0,-1-1 0,0-1 1,-1-1-1,-1 0 0,22-40 0,-28 33 638,-9 27-906,0 0 0,0 0 0,0-1 1,-1 1-1,1 0 0,0 0 0,0 0 0,-1 0 0,1 0 0,0 0 0,0 0 0,-1-1 0,1 1 0,0 0 0,0 0 0,-1 0 1,1 0-1,0 0 0,0 0 0,-1 0 0,1 0 0,0 0 0,0 0 0,-1 0 0,1 1 0,0-1 0,0 0 0,-1 0 0,1 0 1,0 0-1,0 0 0,0 0 0,-1 1 0,1-1 0,0 0 0,0 0 0,0 0 0,-1 0 0,1 1 0,0-1 0,0 0 0,0 0 1,0 1-1,-1-1 0,-5 6 209,0 0 0,0 0-1,1 0 1,-7 10 0,-9 21-60,2 0 1,1 1-1,3 1 0,0 0 0,-13 66 0,12-29-3038,-5 84 0,22-122-70,0-34 2065,0-1 0,0 1 1,1 0-1,-1 0 0,1-1 0,0 1 0,4 6 0,17 20-7289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 10273,'37'0'1757,"-37"0"-1732,1 0 0,-1 0-1,0-1 1,0 1 0,0 0 0,0 0 0,0 0 0,1 0 0,-1 0 0,0 0 0,0 0 0,0 0-1,0 0 1,1 0 0,-1 0 0,0 0 0,0 0 0,0 0 0,0 0 0,1 0 0,-1 0 0,0 0 0,0 0-1,0 0 1,0 0 0,1 0 0,-1 0 0,0 0 0,0 0 0,0 0 0,0 0 0,1 0 0,-1 0-1,0 1 1,0-1 0,0 0 0,0 0 0,0 0 0,0 0 0,1 0 0,-1 0 0,0 1 0,0-1-1,0 0 1,0 0 0,0 0 0,0 0 0,0 1 0,0-1 0,0 0 0,0 0 0,0 0 0,0 0-1,0 1 1,0-1 0,0 0 0,0 0 0,0 0 0,0 0 0,0 1 0,0-1 0,0 0 0,0 0-1,0 0 1,0 1 0,-24 87 4119,-9 42-764,16-45-2290,-11 79 259,25-134-1120,1 0 0,1-1 0,5 48 0,-4-75-220,0 1 0,1-1 0,-1 0 0,0 1 1,1-1-1,0 0 0,-1 0 0,1 0 0,0 1 0,0-1 0,1 0 0,-1 0 0,0-1 0,1 1 0,-1 0 0,1 0 0,-1-1 0,1 1 0,0 0 0,0-1 0,-1 0 0,1 1 1,0-1-1,0 0 0,1 0 0,-1 0 0,0-1 0,0 1 0,0 0 0,1-1 0,-1 1 0,0-1 0,0 0 0,1 0 0,-1 0 0,0 0 0,1 0 0,-1 0 0,0-1 0,1 1 0,-1-1 1,3-1-1,3-1-8,-1-1 0,1 1 1,-1-2-1,0 1 0,-1-1 0,1 0 1,-1 0-1,0-1 0,0 0 1,-1 0-1,0 0 0,0-1 0,0 1 1,-1-1-1,0-1 0,4-8 1,2-5-29,-1-1 0,-1 0 0,-1-1 0,6-33 1,-9 35-2,0 0 1,-2 1 0,0-1 0,-2 0 0,0 0-1,-2 0 1,0 0 0,-1 1 0,-1-1 0,-1 1-1,-1 0 1,0 0 0,-2 1 0,-12-25 0,17 39-152,-1 0 0,1 1 1,-1-1-1,0 1 1,0 0-1,0 0 0,-1 0 1,1 0-1,-1 1 1,-9-5-1,12 6-171,-1 1 0,0 0-1,0 0 1,1 0 0,-1 1 0,0-1-1,0 1 1,0-1 0,0 1 0,-3 0-1,4 0-136,-1 1-1,1-1 0,0 1 1,0-1-1,0 1 0,0 0 0,0 0 1,0 0-1,0 0 0,0 0 1,0 0-1,0 1 0,1-1 1,-4 3-1,-3 12-7817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8 163 12593,'-1'-1'237,"0"-1"-1,0 1 0,1-1 1,-1 0-1,0 0 0,1 1 1,-1-1-1,0 0 0,1 0 1,0 0-1,0 0 0,-1 1 1,1-1-1,0 0 0,0 0 1,1 0-1,-1 0 0,0 0 1,1 0-1,-1 1 1,1-1-1,1-3 0,1 2-7,-1 1 1,1-1-1,0 1 0,0 0 0,0 0 0,0 0 0,1 0 1,-1 0-1,1 1 0,-1 0 0,5-2 0,14-3 533,1 0-1,0 1 1,39-2-1,-4 0-131,41-9-130,159-21-720,-84 28-4187,-167 8 3684,29 4-1322,-14 9-4543,-10-1-1400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0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703 1 10017,'-1'-1'196,"0"1"0,0 0 0,0 0 0,0 0-1,0 0 1,0 1 0,0-1 0,0 0 0,0 0 0,1 1 0,-1-1 0,0 0 0,0 1 0,0-1 0,0 1-1,1-1 1,-1 1 0,0-1 0,0 1 0,1-1 0,-2 2 0,-13 8 1834,8-7-1462,0 0 0,1 1 0,-1 0 0,1 0 0,0 1 0,0-1 0,1 1-1,-8 8 1,-36 48 2040,47-57-2425,-141 214 4528,-26 29-4265,49-70-5401,95-139-183,-38 79 0,30-38-6063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1306 0 7633,'-1'0'419,"0"0"0,0 0 0,0 0 0,1 1-1,-1-1 1,0 0 0,0 0 0,0 0 0,0 1 0,1-1 0,-1 0 0,0 1 0,0-1 0,0 1 0,1-1 0,-1 1 0,0-1 0,0 2 0,-4 13 2711,12 27-3227,-3-23 1063,44 285 3500,19 134-1735,-43-236-1735,-3 376 0,-26-492-952,-3 0 0,-3-1 0,-5 0 0,-3-1 0,-4-1 0,-3-1 0,-40 85 0,35-107-586,-2-1 1,-3-2-1,-2-1 1,-3-2 0,-2-2-1,-2-1 1,-2-3-1,-2-2 1,-3-2-1,-1-2 1,-2-3-1,-69 37 1,14-17-4060,-190 72 1,76-50-5309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10569,'22'-29'1488,"16"9"-72,-3 6-264,3-1-196,-3 7-168,3-1-179,6 1-125,1-1-96,6 3-220,-1 1-380,1 5-556,-3-3-557,0 0-567,-4 3-2096,0 6-2861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3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49 11937,'-76'20'2656,"35"-20"433,19 0 2135,2-8-2732,1 2 3897,42-3-5585,18-5-696,10 8-804,25-2-1120,19 2-840,16 0-865,23 1-3539,15 5-6906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 9965,'0'0'9198,"-2"3"-7926,-19 47 1122,2 0 0,-16 63 0,-16 113-97,8-33-1138,-5-9-510,-35 147-1065,64-237-1688,-11 149-1,28-225 1326,2-1 1,-1 0-1,2 1 0,0-1 0,1 0 0,1 1 1,1-1-1,0 0 0,12 30 0,9-5-4625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855 49 11109,'-80'-47'9476,"77"46"-8768,4 6-565,-1 0 0,1 0 0,0 0-1,0 1 1,0-1 0,1 0 0,-1 0-1,1-1 1,1 1 0,-1 0 0,1-1-1,5 8 1,3 2-17,1 0 0,20 16 0,-2 0 81,149 173 336,-160-179-508,-2 1 1,-1 1 0,-1 1 0,-1 0-1,-1 1 1,16 52 0,-26-68-16,0 0-1,-2 0 1,1 0 0,-1 0-1,-1 0 1,0 1 0,-1-1-1,0 0 1,-1 0 0,0 0-1,-4 12 1,0-9 34,0 0-1,0-1 1,-1 0 0,-1 0-1,-1-1 1,0 0 0,-17 19-1,-5-1 63,-1-2-1,-2-1 1,-1-2-1,-1-1 1,-45 23-1,-465 238-1183,438-232-465,37-21-220,3-1-1494,25-8-2708,23-9-3390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6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7 8229,'-32'-6'12429,"30"10"-11311,-14 32 795,-2 0 0,-31 47-1,-10 16 220,36-54-1592,3 1 1,1 0-1,2 2 0,-18 89 1,29-108-528,2 1 0,1-1 1,2 1-1,0 0 0,2-1 1,2 1-1,0 0 0,2-1 1,14 45-1,-12-53-343,2-1-1,0 1 1,2-2-1,0 1 1,1-2 0,1 1-1,1-2 1,0 1 0,2-2-1,0 0 1,20 15-1,-12-12-1321,1-2 0,50 27-1,-41-28-3060,70 23-1,-19-16-6434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43 7633,'-1'1'152,"1"1"1,0-1-1,-1 0 1,1 0-1,-1 1 1,0-1-1,1 0 1,-1 0-1,0 0 1,0 1-1,0-1 1,0 0-1,0 0 1,0 0-1,0-1 1,0 1-1,0 0 1,0 0-1,0 0 1,-1-1-1,1 1 1,0-1-1,-1 1 1,-1 0-1,-1 0 1577,3 1-127,-3 10-493,-1 1 0,2-1 0,-3 18 0,5-27-993,1 1 1,0 0-1,-1-1 0,1 1 1,1-1-1,-1 1 1,1 0-1,-1-1 0,1 1 1,0-1-1,0 1 1,0-1-1,1 1 1,0-1-1,-1 0 0,1 0 1,4 6-1,-1-4-59,-1-1 0,1 1 0,0-1 0,0 0 0,1-1 0,-1 1 0,1-1 0,0 0 0,0 0 0,0-1 0,0 0 0,1 0 0,-1 0 0,0-1 0,1 0 0,-1 0 0,1 0 1,-1-1-1,1 0 0,0-1 0,-1 1 0,1-1 0,7-2 0,5-2-34,0-1 0,0-1 0,-1 0 0,0-2 1,0 0-1,22-15 0,-28 15-19,-1-1-1,0 0 1,0-1-1,-1 0 1,14-19-1,4-5 82,-3 0 213,-2 4 33,-21 29 164,-2 25 623,-5 20-7,-19 78 0,-3 14-260,-2 210 135,-3 27-547,21-292-363,-4 0-1,-38 120 1,47-182-68,-43 114 60,41-115-53,-1-1-1,0 0 1,0 0 0,-2 0 0,-16 18 0,25-32-12,1-1 0,-1 1 0,1 0 0,-1-1 0,0 0-1,0 1 1,1-1 0,-1 0 0,0 0 0,0 0 0,0 0 0,0 0 0,0 0 0,0-1-1,-1 1 1,-3 0 0,5-1-1,-1-1 0,0 1-1,1 0 1,-1 0 0,1-1-1,-1 1 1,1-1 0,-1 0-1,1 1 1,0-1 0,-1 0-1,1 0 1,0 0 0,-1 0-1,1 0 1,0 0 0,0 0-1,-1-2 1,-1-1-3,0 0 0,0-1 0,1 1 1,-1-1-1,1 0 0,1 0 0,-1 0 0,1 0 0,-1 0 1,1 0-1,1 0 0,-1-9 0,2-13-222,1 0 0,2 0 0,1 1-1,9-33 1,42-104-2198,-47 138 2000,8-21-617,62-154-3751,-15 72-2754,-12 44-2291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7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0 381 8873,'2'-2'1797,"20"-15"-484,1 1 0,0 0 0,1 2 1,34-15-1,-35 19-1158,-1-1 1,-1-1-1,1-1 1,-2-1-1,37-32 1,-53 40-66,1 1-1,-1-1 1,0 0-1,0-1 1,-1 1 0,0-1-1,0 1 1,-1-1-1,1 0 1,-1 0 0,-1 0-1,2-8 1,-3 12-30,1 0 1,-1-1 0,0 1 0,0 0 0,0 0-1,0 0 1,0-1 0,-1 1 0,1 0-1,-1 0 1,0 0 0,0 0 0,0 0-1,-1 0 1,1 0 0,-1 0 0,1 1-1,-1-1 1,0 0 0,0 1 0,0-1 0,0 1-1,-1 0 1,1 0 0,0 0 0,-1 0-1,0 0 1,1 0 0,-5-1 0,3 2 9,-1 0 0,0 0 0,1 0 0,-1 0 0,0 1 0,1 0 0,-1 0 1,0 0-1,1 1 0,-1-1 0,0 1 0,1 0 0,-1 1 0,1-1 0,-1 1 0,1 0 1,0 0-1,-7 4 0,2 0 85,0 0 0,1 0 0,-1 1 0,1-1 0,1 2 0,-1-1 0,-7 12 0,3-3 91,0 0 1,1 0 0,1 1-1,1 1 1,0 0 0,2 0-1,0 0 1,1 1 0,0 0-1,2 1 1,-4 31-1,7-39-180,1 0-1,0 0 1,1 0-1,0 1 1,0-1-1,2-1 0,0 1 1,0 0-1,1 0 1,0-1-1,10 19 0,-9-23-47,0 1 0,0-1 0,1-1 0,0 1-1,0-1 1,0 0 0,1 0 0,0 0 0,0-1-1,1-1 1,-1 1 0,1-1 0,0 0 0,0-1-1,1 0 1,15 4 0,-7-3-55,0-2 0,0 0 0,0 0 1,0-2-1,1 0 0,-1-1 0,0-1 1,0-1-1,0 0 0,0-1 0,-1-1 0,1 0 1,-1-1-1,-1-1 0,1-1 0,19-12 0,-13 6 12,-2-2-1,0 1 0,0-2 1,-2-1-1,0 0 0,-1-2 1,-1 1-1,-1-2 0,-1 0 0,17-33 1,-10 12-36,-5 6 31,3 1 0,0 1-1,2 0 1,30-35 0,-50 68 27,0-1 0,0 1 0,0 0 0,1 0 0,-1 0 1,0 0-1,0 0 0,1 0 0,-1 0 0,1 0 0,-1 1 1,1-1-1,-1 1 0,1-1 0,-1 1 0,1-1 0,0 1 0,-1 0 1,1 0-1,0 0 0,-1 0 0,1 0 0,0 0 0,-1 0 0,1 0 1,-1 1-1,1-1 0,0 1 0,-1-1 0,1 1 0,-1 0 0,1-1 1,-1 1-1,3 2 0,0 0 26,0 1 0,0-1 0,0 1 0,-1 0 0,1 0 0,-1 1 0,0-1 0,0 0 0,2 6 0,-1 1 54,0 0-1,0 0 0,-1 1 0,-1-1 0,0 1 0,0 0 0,-2-1 0,1 1 0,-2 15 0,-2 6 231,-13 62-1,6-55-212,-3 1 0,-1-2-1,-2 0 1,-1 0 0,-2-2 0,-2 0 0,-1-1 0,-2-2 0,-2 0-1,0-2 1,-3 0 0,-43 37 0,-22 30-1190,48-48-1224,36-42 1111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0 12157,'1'3'2002,"12"31"2438,10 41 1,14 35-1812,-2-29-1415,64 169 1224,-84-205-2078,-2 1 0,-3 1 0,9 81 0,-17-81-180,-2 0 0,-2 0 0,-2 0 0,-2-1 0,-2 1 0,-2-1 1,-24 66-1,18-72-130,-2 0 1,-2-2 0,-1 0 0,-2-1 0,-56 67-1,76-100-50,-24 29-132,-2-1 0,-1-1 0,-35 27 0,-92 56-1395,130-96 1164,-253 142-4245,156-100 226,10-4-3051,48-25-3248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9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12613,'57'12'2627,"-12"-9"2892,-26 0-4850,-1 1 1,1 0 0,-1 2 0,0 0 0,0 1-1,-1 1 1,18 10 0,12 6 3,-5-4-728,-1 2-1,49 36 1,18 22-5327,-39-29-3381,-44-31-732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4:59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962 79 11093,'-2'-4'-16,"-2"-5"1121,0 1 1,-1-1-1,-9-11 0,12 18-754,1 0 0,-1 0 1,0 0-1,-1 0 0,1 0 0,0 1 0,0-1 0,-1 1 1,1-1-1,-1 1 0,1 0 0,-1 0 0,0 0 0,1 0 1,-1 1-1,-4-1 0,-9-1 351,0 0-1,1 2 1,-1 0 0,1 0-1,-1 2 1,0 0-1,1 0 1,0 2 0,0 0-1,-24 9 1,-1 7-441,0 2 0,1 2 0,1 1 1,-62 55-1,-120 139-5967,186-183 4325,-2 4-3539,-59 87 0,42-46-5661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16 13221,'-1'-2'308,"-1"1"1,0-1-1,1 1 0,-1 0 0,0 0 1,0 0-1,0 0 0,0 0 0,1 0 1,-2 0-1,1 1 0,0-1 0,0 1 0,-4-1 1,5 1-42,-1 0 0,1 1 0,0-1 0,-1 0 1,1 1-1,0-1 0,0 1 0,-1 0 0,1-1 0,0 1 1,0 0-1,0 0 0,0 0 0,0 0 0,0 0 0,0 0 1,0 0-1,0 0 0,0 0 0,1 0 0,-1 0 0,0 1 1,1-1-1,-1 0 0,1 1 0,-1 1 0,-2 6 255,1 0 0,0-1 0,1 1 0,0 0-1,0 0 1,1 0 0,0 0 0,1 0 0,1 11 0,4 14 169,12 36 1,-11-46-203,40 184-421,-28-113-2080,-14-72 823,-2 1 0,-1 0-1,-1 0 1,-2 28 0,-7 47-7922,7-92 8185,-5 56-10312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0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35 9977,'-8'-4'1279,"0"0"815,0-1 1,1 1-1,-14-12 0,19 15-118,-5 2-38,0 0-1361,6-1-459,-1 0 0,1 0-1,-1 0 1,1 0 0,-1 0 0,1 1 0,-1-1-1,1 1 1,-1-1 0,1 1 0,-1-1 0,1 1 0,0 0-1,-1-1 1,1 1 0,0 0 0,0 0 0,0 0-1,-1 0 1,1 0 0,0 1 0,0-1 0,1 0 0,-1 0-1,0 1 1,0-1 0,0 0 0,1 1 0,-1-1-1,1 1 1,-1-1 0,1 3 0,-61 457 3117,21-117-1715,25-191-5584,14-113 783,2-1 0,1 0 0,15 74 0,-5-74-9314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1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34 12053,'-19'-4'1461,"15"4"-1165,0 0-1,1-1 1,-1 1-1,1-1 1,-1 0 0,1 0-1,0-1 1,-1 1-1,1-1 1,0 0-1,0 1 1,0-1 0,0 0-1,0-1 1,1 1-1,-6-7 4135,11 10-4271,0-1 0,0 1-1,0 0 1,0 0-1,0 1 1,0-1-1,0 1 1,0-1-1,-1 1 1,1 0 0,4 4-1,2 1 92,244 172 1200,-215-151-1290,47 45-1,-74-62-130,0 1 1,-1-1 0,-1 2 0,0-1-1,0 1 1,-1 1 0,-1 0 0,7 16-1,-12-23-18,0-1 0,0 1-1,-1 0 1,0 0 0,0 0-1,-1 0 1,0 0 0,0 0-1,-1 0 1,0 0 0,0 0-1,0 0 1,-1 0 0,0 0 0,0 0-1,-1-1 1,0 1 0,0-1-1,-1 0 1,1 0 0,-1 0-1,-1 0 1,-7 8 0,-10 7-6,0 0 1,-1-1 0,-1-2 0,-31 19-1,32-22-22,-199 129-2341,147-99-1577,1-4-4340,57-31-1303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12145,'1'-2'137,"0"0"0,1 0 0,-1 0 0,1 0 0,-1 1 1,1-1-1,0 0 0,0 1 0,0-1 0,0 1 0,0 0 0,0 0 0,0 0 0,0 0 0,3-1 0,-2 3 181,1-1 1,0 1-1,-1 0 0,1 0 0,-1 0 0,0 1 1,1-1-1,-1 1 0,6 4 0,68 31 1948,-44-21-1710,0 0 0,39 28-1,-34-16-197,0 2-1,56 59 0,-78-72-292,-2 0 1,0 1-1,-1 1 0,-1 0 1,-1 1-1,0 0 0,14 42 0,-23-56-57,0 0-1,-1 1 1,0 0-1,0-1 1,-1 1 0,1-1-1,-1 1 1,-1 0-1,0-1 1,0 1-1,0 0 1,0-1-1,-1 0 1,0 1-1,-4 7 1,4-11 112,0 1 0,0 0 1,-1-1-1,1 1 1,-1-1-1,0 0 1,0 0-1,0 0 0,0 0 1,0 0-1,-1 0 1,1-1-1,-1 0 1,0 0-1,0 0 1,0 0-1,0-1 0,0 1 1,0-1-1,0 0 1,0 0-1,-1-1 1,1 1-1,-7-1 0,9 0-39,0 0 0,0 0 0,0 0-1,0 0 1,0-1 0,0 1-1,1-1 1,-1 1 0,0-1 0,0 0-1,0 0 1,0 1 0,1-1-1,-1-1 1,0 1 0,1 0 0,-1 0-1,1-1 1,-1 1 0,-2-4-1,2 2 12,1 0-1,-1 0 1,1-1-1,-1 1 1,1 0-1,0-1 1,0 0-1,1 1 1,-1-1-1,0-6 1,1-2 49,1 0 0,0 0 0,1 0 0,0 0 0,1 0 0,4-14 0,6-5-222,2 1 0,0 0-1,2 1 1,1 1-1,1 1 1,2 0 0,34-34-1,2 5-3339,128-95-1,-109 97-695,-23 21-1433,5 3-4172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2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12 6721,'-41'-11'13481,"37"13"-12060,-6 4-981,1 1 1,1 0 0,0 0 0,0 0-1,0 1 1,1 0 0,0 1 0,0 0-1,1 0 1,-8 15 0,-6 17 1027,-19 54 0,28-65-989,-76 229 1992,71-198-2240,3 0 1,-8 92 0,19-118-312,1 1 1,2 0-1,1 0 1,2-1-1,14 56 1,-11-65-37,1-1 0,2 0-1,0 0 1,2-1 0,1-1 0,0 0 0,2-1 0,24 29 0,-18-28-598,1-1 0,1-1-1,0-1 1,2-1-1,0-1 1,1-2 0,49 24-1,-28-20-2536,1-1 0,1-3-1,96 18 1,-44-18-6575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2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611 106 8929,'1'-4'566,"1"0"1,-1 0-1,0 0 0,0 0 1,0 0-1,-1 0 0,0-1 1,1 1-1,-1 0 0,-1 0 1,1 0-1,-1 0 1,1 0-1,-1-1 0,0 1 1,-2-4-1,2 5 757,1 2-1234,0 0-1,0 0 1,0 0 0,0 0 0,0 0-1,0 0 1,0 0 0,0 0 0,0 0-1,0 0 1,-1 0 0,1 0 0,0 0 0,-1 0-1,1 0 1,0 0 0,-1 1 0,1-1-1,-1 0 1,0 0 0,1 0 0,-1 1-1,0-1 1,1 0 0,-1 1 0,0-1-1,0 0 1,1 1 0,-1-1 0,0 1-1,0-1 1,0 1 0,0 0 0,0-1 0,0 1-1,0 0 1,0 0 0,0 0 0,0-1-1,0 1 1,0 0 0,0 0 0,0 1-1,0-1 1,0 0 0,0 0 0,0 0-1,1 1 1,-1-1 0,0 0 0,0 1-1,0-1 1,-1 1 0,-7 3 238,1 0 0,0 1 0,0 0 0,-12 9 0,-3 4 59,1 2 1,1 0 0,1 1 0,1 1-1,0 1 1,2 1 0,1 0-1,1 1 1,1 1 0,-15 39-1,20-44-287,2 1 0,1-1 0,1 1 0,0 1 0,2-1-1,1 1 1,0-1 0,2 1 0,1-1 0,0 1-1,2-1 1,0 1 0,14 42 0,-6-35-101,1-1 0,2-1 0,28 44 0,61 71-531,-14-23-252,-43-43 237,-45-75 531,0 1 0,0 0 0,0-1 0,0 1-1,-1 0 1,1-1 0,-1 1 0,0 0 0,0 0-1,0-1 1,0 1 0,0 0 0,-1-1 0,1 1-1,-1 0 1,0-1 0,1 1 0,-1 0 0,-1-1 0,1 1-1,0-1 1,0 0 0,-1 1 0,0-1 0,1 0-1,-3 2 1,-1 2 4,0-1-1,-1 0 1,1 0-1,-1 0 1,0-1-1,0 0 1,-1 0-1,-8 4 1,-18 5-83,0-2 1,0-2-1,-1-1 0,-49 5 1,-139 3-3841,208-16 2959,-35 0-3078,23-8-2503,16-5-3940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18 11277,'0'-14'2096,"0"11"-188,0 6-307,-1 24 58,-2-1 1,-6 28 0,5-32-1408,0 1 1,1 1 0,2-1-1,1 23 1,0-41-218,2 24 81,1 0 0,2 0 0,14 52 0,-16-74-137,-1 0 1,1 0 0,0 0-1,1 0 1,0 0 0,0-1-1,0 0 1,1 0 0,0 0 0,0 0-1,0-1 1,1 0 0,0 0-1,0 0 1,0-1 0,1 0-1,-1 0 1,1 0 0,0-1-1,10 3 1,-11-4 14,0-1-1,0 0 1,0-1-1,0 1 1,0-1-1,1-1 1,-1 1 0,0-1-1,0 0 1,0 0-1,0-1 1,0 1-1,-1-1 1,1-1-1,-1 1 1,1-1 0,-1 0-1,0 0 1,6-5-1,-2 1 69,0 0 0,-1-1 0,0 0 0,0 0 0,0-1 0,-1 0 0,-1 0 0,0-1 0,8-15 0,-11 19 35,2-5 517,0 0 1,0-1 0,-1 0 0,-1 0 0,4-20 0,-5 22-399,0-6 512,-2 16-716,0 0 0,-1 0 1,1-1-1,0 1 0,-1 0 1,1 0-1,-1 0 0,1 0 0,0 0 1,-1 0-1,1-1 0,-1 1 0,1 0 1,0 0-1,-1 0 0,1 0 0,-1 1 1,1-1-1,0 0 0,-1 0 0,1 0 1,-1 0-1,1 0 0,0 0 0,-1 1 1,1-1-1,0 0 0,-1 0 0,1 0 1,0 1-1,-1-1 0,1 0 0,0 1 1,-1-1-1,1 0 0,0 0 1,0 1-1,0-1 0,-1 1 0,-3 2 25,1 0 0,0 1-1,-1 0 1,1-1 0,0 1-1,1 0 1,-1 0 0,1 0-1,0 1 1,0-1 0,-2 7-1,-13 54-39,16-60-16,-4 22-962,2 0 0,1 0 0,2 34 0,6 33-10377,-3-59 299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45 163 6833,'15'-2'6810,"-29"-5"-395,9 6-7339,2 0 2127,3-2-822,-1 0-1,0 0 0,0 0 0,0 0 1,0 0-1,0 0 0,-1 0 1,1 1-1,-1-1 0,0 0 1,-4-3-1,-10-20 2305,15 23-2471,1 1 0,-1-1 0,1 0 0,-1 0 0,1 0 0,0 0 0,0 0 0,1-4 0,-2-17 1320,21 44-1276,-13-10-244,-1 1-1,0 1 1,0-1-1,-1 1 1,-1 0-1,0 0 1,4 24-1,-3-8-13,-1-1-1,0 45 0,-4-52-39,-1 1 0,-2-1 0,0 1 0,-11 37 0,8-33 84,7-23-58,2-6-15,19-36-68,-15 25 137,96-159-160,-79 138 72,2 1 0,53-55-1,-71 82 39,0 1-1,1 0 0,0 0 0,0 1 0,1 0 0,0 1 1,0 0-1,0 0 0,15-4 0,-21 8 9,-1 0 1,1 0-1,0 1 0,0-1 1,0 1-1,0-1 0,0 2 1,0-1-1,0 0 0,0 1 1,0-1-1,0 1 0,0 0 1,0 0-1,0 1 0,-1-1 1,1 1-1,0 0 0,-1 0 1,1 0-1,-1 0 0,0 1 1,0 0-1,0-1 0,0 1 1,0 0-1,-1 0 0,4 6 1,2 3 19,-1 1 1,-1 0-1,0 0 0,-1 1 1,0 0-1,-1-1 0,4 27 1,-2 6-701,-1 50 1,-4-57-647,0 47-6288,-1-59 1228,0-2-4813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4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32 115 9329,'0'0'10366,"0"-3"-9648,8-28 395,-7 27 697,-29-24 2165,28 28-3940,-1 0 0,1 0-1,0 0 1,0 0 0,0 0-1,0 0 1,-1 0 0,1 0-1,0 0 1,0 0 0,0 0-1,0 0 1,-1 0 0,1 0-1,0 1 1,0-1 0,0 0-1,0 0 1,0 0 0,0 0-1,-1 0 1,1 0 0,0 0-1,0 1 1,0-1 0,0 0-1,0 0 1,0 0 0,0 0-1,0 1 1,0-1 0,0 0-1,0 0 1,0 0 0,-1 0-1,1 1 1,0-1 0,0 0-1,0 0 1,1 0 0,-1 0-1,0 1 1,0-1 0,0 0-1,0 0 1,0 0 0,0 0-1,0 1 1,0-1 0,1 23 612,7 42-824,-4-33 343,-1 19-200,-3 0-1,-2-1 1,-14 79 0,9-101 86,11-62-11,3 8-19,0 0 0,2 1-1,23-44 1,46-69 4,-69 123-33,1-1 0,1 1 1,0 1-1,1 0 0,1 1 0,0 0 0,1 1 0,0 0 0,1 1 1,22-12-1,-34 22 3,0-1 0,0 1 1,0 0-1,1 1 0,-1-1 1,0 1-1,0-1 0,1 1 1,-1 0-1,0 0 0,1 0 1,-1 1-1,0-1 0,0 1 0,1 0 1,-1 0-1,0 0 0,0 0 1,0 0-1,0 1 0,3 1 1,0 2-8,1-1 0,-1 1 1,0 0-1,0 0 0,0 1 0,-1 0 1,7 9-1,5 10-603,-1 0 0,-1 2 0,17 41 0,5 38-4174,-33-91 3820,11 32-8790,-6-27 1204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4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0 5300,'1'2'167,"0"0"-1,0 0 1,0 0-1,-1 0 1,1 0-1,0 0 0,-1 0 1,1 0-1,-1 0 1,1 0-1,-1 0 1,0 0-1,0 0 0,0 0 1,0 0-1,-1 0 1,1 1-1,0-1 1,-1 0-1,0 0 0,1 0 1,-1 0-1,0 0 1,0-1-1,0 1 1,0 0-1,0 0 0,-1-1 1,1 1-1,-3 2 1,3-2 24,1-1 1,-1 1 0,0 0 0,1 0 0,-1 0 0,1-1 0,0 1-1,-1 0 1,1 0 0,0 0 0,0 0 0,0 0 0,1 0-1,-1-1 1,1 4 0,0 10 1414,-1-8-1365,0 1 0,0 0-1,1-1 1,0 1-1,1 0 1,-1-1-1,1 1 1,1-1 0,0 0-1,0 0 1,0 0-1,8 12 1,-8-18-213,-1 0 1,1 0-1,0 0 0,-1 0 1,1-1-1,0 1 0,0-1 0,0 0 1,-1 1-1,1-2 0,0 1 1,5-1-1,-6 1 8,1 0-23,1-1 1,-1 0-1,1 0 0,-1 0 0,1 0 1,-1-1-1,1 1 0,-1-1 1,3-2-1,-3 2 2,0 0 14,1-1-1,0 0 1,-1 0 0,0 0-1,0 0 1,0-1-1,0 1 1,0-1 0,-1 0-1,1 1 1,1-7 0,20-52 1067,-8 19 142,-26 69 250,2 0 1,-9 49-1,-10 90-418,5-28-404,11-75-489,-19 106-2,-61 197-1,61-279-1060,-41 85 1,52-133 476,-1 0 0,-2-1 0,-2-2 0,-39 46 0,60-78 375,1-1 0,-1 1-1,0 0 1,0-1 0,0 0 0,0 1-1,0-1 1,0 0 0,-1-1-1,1 1 1,-1-1 0,1 1 0,-6 0-1,8-2 33,0 0-1,0 0 1,0 0-1,0 0 1,0 0-1,0 0 1,1 0 0,-1 0-1,0-1 1,0 1-1,0 0 1,0-1-1,0 1 1,1-1-1,-1 1 1,0-1-1,0 1 1,0-1-1,1 1 1,-1-1-1,1 0 1,-1 0 0,0 1-1,0-2 1,0-1-2,-1 0 1,1-1 0,0 1 0,0 0-1,0-1 1,1 1 0,-1 0 0,1-1-1,0 1 1,0-7 0,1-15 61,1 0 0,2 0 0,0 1 0,1-1 0,16-41 0,0 14-30,2 2 0,2 0 1,57-83-1,-33 68-755,112-117 0,-127 149-914,63-46 0,-1 16-5216,-23 22-2854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 1 13781,'0'0'2162,"-3"2"235,-1 1-1936,1 1 0,-1 0 0,1 0 0,0 0 1,0 0-1,0 0 0,0 1 0,1-1 0,-3 6 1,-11 54 2046,-2 19-464,7-41-1293,-71 247 3371,1-63-3927,-138 271 0,47-118-3205,129-270 788,-43 178-1,70-197-2254,13-32-1705,5 4-5487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5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11569,'0'0'7435,"-1"3"-6533,0 16-300,0-1 0,1 1 0,1-1 0,6 36 0,24 74 310,-28-114-883,2-1 0,0 0 0,1 0 0,0-1 0,0 1 0,2-1 0,-1-1 0,2 1 0,-1-1-1,21 19 1,-25-26-36,0-1 0,1 1 0,-1-1-1,1 0 1,-1 0 0,1-1 0,0 1-1,0-1 1,0 0 0,0 0 0,1-1-1,-1 1 1,1-1 0,-1 0 0,1-1-1,-1 1 1,1-1 0,-1-1 0,1 1-1,-1-1 1,0 1 0,1-1 0,-1-1-1,1 1 1,-1-1 0,0 0 0,0 0-1,0-1 1,0 1 0,5-5 0,-1 0 28,0-1 1,0 1 0,-1-1 0,-1-1 0,1 0 0,-1 0-1,-1 0 1,1-1 0,7-18 0,-3 4 622,-1 0 0,-1-2 0,7-30 0,-11 33 36,9-30 727,-13 51-1015,-2 15-9,0 1-1,-1-1 1,-1 1-1,-7 21 0,-1 9 16,-40 263-5,-17 92 191,43-290-442,-60 170 1,72-246-141,-25 44 1,31-64-16,0-1 1,-1 0-1,-1-1 1,0 1-1,-1-2 1,-12 12-1,20-20-17,-1 1 0,0-1 0,0 0 0,0 1-1,0-1 1,0 0 0,-1-1 0,1 1 0,0-1 0,-1 1-1,1-1 1,-1 0 0,0-1 0,1 1 0,-1 0 0,0-1-1,0 0 1,1 0 0,-1 0 0,0 0 0,0-1 0,1 1-1,-1-1 1,0 0 0,1 0 0,-1-1 0,-5-2 0,6 2 19,-1-1 1,1 0-1,0 0 1,0 0-1,0-1 1,0 1-1,1-1 1,-1 0-1,1 1 1,0-1-1,0 0 1,0 0 0,1 0-1,-1-1 1,1 1-1,0 0 1,0 0-1,1-1 1,-1 1-1,1 0 1,0-1-1,1-8 1,2-15-161,2 0 0,1 1 0,1 0 0,1 0 0,1 0 1,2 1-1,0 1 0,29-46 0,9-2-1572,89-103-1,-68 98-1269,4 2 0,111-88 0,-93 98-2590,2 10-3345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6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52 256 9633,'32'-21'2674,"1"1"-1,57-27 1,-69 38-2580,-12 5 134,1-1 1,-1 1-1,0-1 0,0-1 0,-1 0 0,1 0 0,-1-1 1,-1 0-1,14-15 0,-20 20-171,0 0 1,0 1-1,0-1 1,0 0-1,-1 0 1,1 0-1,-1-1 1,1 1-1,-1 0 1,0 0-1,0 0 1,1 0-1,-2 0 1,1 0-1,0-1 1,0 1-1,-1 0 1,1 0-1,-1 0 1,0 0-1,1 0 1,-1 0-1,0 0 1,0 0-1,-3-3 0,2 3 17,1-1-1,-1 1 0,0 0 0,0 0 0,-1 0 0,1 0 0,0 0 0,-1 0 0,1 0 0,-1 1 0,1-1 1,-1 1-1,0 0 0,0 0 0,0 0 0,1 0 0,-6 0 0,1 1 80,-1 0-1,1 1 0,0 1 1,0-1-1,0 1 1,0 0-1,1 1 1,-1-1-1,0 1 0,1 1 1,0-1-1,0 1 1,0 0-1,0 1 1,1-1-1,-10 10 0,-2 5 225,0 0-1,1 0 1,-21 34-1,27-37-227,1 1-1,0 1 0,1 0 1,1 0-1,0 0 1,-6 32-1,11-39-111,1-1 1,0 1-1,0 0 0,1-1 1,0 1-1,1-1 0,0 1 1,1 0-1,0-1 0,1 0 1,0 1-1,0-1 0,10 18 1,-7-18-146,1-1 0,0 1 1,1-1-1,0-1 1,0 0-1,1 0 1,0 0-1,0-1 1,1-1-1,0 1 0,0-2 1,1 1-1,-1-1 1,1-1-1,0 0 1,0-1-1,1 0 0,16 2 1,-18-3 15,1 0 0,0-1-1,0-1 1,-1 0 0,1 0 0,0-1 0,0-1 0,0 0-1,-1 0 1,1-1 0,-1 0 0,0-1 0,0 0 0,0-1 0,0 0-1,-1 0 1,0-1 0,0 0 0,0-1 0,9-10 0,1-5 69,-1-1 1,-2-1-1,0 0 1,-1-1-1,-2-1 1,0 0 0,14-48-1,-15 43 139,0 1 0,2 1 0,2 0 0,0 1-1,2 0 1,30-35 0,-42 56-82,0 0 0,1 0 1,0 1-1,16-11 0,-21 15-22,1 0 1,0 1-1,0 0 1,0-1-1,0 1 1,0 0-1,0 1 1,0-1-1,0 0 1,1 1 0,-1 0-1,0 0 1,0 0-1,1 0 1,-1 0-1,0 1 1,6 1-1,-3-1 1,-1 1 0,0 1-1,0-1 1,0 1 0,0 0 0,0 0 0,-1 0-1,0 0 1,1 1 0,-1 0 0,0 0 0,-1 0 0,5 5-1,-3 0 46,0-1 1,0 1-1,0 0 0,-1 0 0,-1 1 0,5 18 0,-3-6 58,-2 0 0,0 1 0,-2-1 0,0 1 0,-2 0 0,-3 23 0,0-26-54,-1 0-1,0-1 0,-2 1 1,0-1-1,-1 0 1,-1-1-1,-1 0 0,0 0 1,-1-1-1,-1 0 1,-17 17-1,-12 11-70,-3-3 0,-70 55 0,-77 42-2581,61-54-5027,129-85 7321,1 1 0,-1-1 0,0 0 0,0 1 0,1-1 0,-1 1 0,0-1 1,1 1-1,-1 0 0,0-1 0,1 1 0,-1 0 0,1-1 0,-1 1 0,1 0 0,-1 0 1,1-1-1,-1 3 0,7 17-8546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06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12 9213,'-29'-3'1924,"13"-3"1144,-3 3-1976,-3 3 373,9 9-1749,1-4-1001,-4 4-10924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41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52 11717,'-24'-14'2039,"19"11"-142,11-31 6999,6 53-6592,34 72-1230,-31-59-1188,1 0-1,33 45 0,67 73-4756,-33-54-5080,-48-56 174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4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29 11373,'-92'-9'2324,"50"-2"-240,-2 2-11,-1 15-21,-9 8-264,-6 9-260,-10 6-308,-6 8-228,-3 9-232,-10 5-156,0 9-468,0 6-800,-6 8-376,3 0-956,3 1-788,0 8-3285,3 8-5328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4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591 82 4872,'2'-2'642,"0"-1"0,0 1-1,0-1 1,0 1-1,-1-1 1,1 0 0,-1 0-1,0 1 1,0-1 0,2-5-1,0-6-119,-3 10 617,-1-19 1450,0 17 1335,-10 17-3484,-1 2 0,2-1 0,0 1 0,-16 28 1,-29 68 619,34-67-647,-108 183 511,37-70-1003,32-50-787,-40 74-2678,45-56-4110,25-47-1921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42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 12349,'-6'20'1876,"21"-32"-260,23-8-383,1 15-169,8 5-268,10 0-228,20 5-472,15-2-604,12 6-1056,1-6-985,9 5-1783,17 4-3329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9661,'2'-3'500,"1"1"-1,-1-1 1,0 0 0,0 0 0,0 0 0,0-1-1,0 1 1,-1 0 0,1-1 0,-1 1 0,0-1-1,0 1 1,0-1 0,-1 0 0,1-4 0,-1 5-1199,2-10 5540,14 22 432,-8-1-4989,0 0-1,-1 0 0,0 0 1,0 1-1,-1 0 0,0 1 1,-1-1-1,0 1 0,0 0 1,-1 1-1,4 15 1,4 15 484,9 69 1,-11-5-509,-5 1 1,-11 158-1,0 48-4638,7-221 1721,2 31-2518,7-41-2061,5-20-3126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1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7 10177,'1'-1'246,"0"0"0,-1 1-1,1-1 1,0 0 0,0 1 0,0-1 0,0 1 0,1 0-1,-1-1 1,0 1 0,0 0 0,0-1 0,0 1 0,0 0-1,0 0 1,0 0 0,1 0 0,-1 0 0,0 0 0,0 1-1,0-1 1,0 0 0,0 0 0,0 1 0,0-1 0,0 1-1,0-1 1,0 1 0,0-1 0,0 1 0,0 0 0,0-1-1,0 1 1,0 0 0,1 1 0,5 4-739,157 94 2807,10 9-1535,-152-93-713,-1 1-1,-1 1 0,-1 1 0,-1 1 1,-1 0-1,0 1 0,15 27 0,-26-37-40,0-1 0,-2 1-1,1 0 1,-1 0-1,-1 1 1,0-1-1,0 1 1,1 13-1,-4-16-7,0-1 1,0 0-1,-1 0 0,0 0 0,0 1 0,-1-1 0,0 0 0,0-1 0,-1 1 0,0 0 1,-1-1-1,-8 14 0,2-6 10,-2 0 0,0-1 0,-1 0 0,0-1 0,-1-1 0,-1 0 0,-17 10 1,-120 67 122,119-71-129,-80 43-23,-22 10-1436,-176 123-1,250-145-1472,29-17-2264,15-8-3857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1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1 207 9993,'8'-26'2270,"-7"20"-186,2 5-286,5-3-1369,1 1 0,0 0 0,0 1 0,0 0 0,0 0 0,0 1-1,1 0 1,-1 0 0,0 1 0,1 0 0,-1 1 0,0 0 0,0 1-1,16 4 1,-4 0-63,-1 1 0,1 1 0,-2 0 0,1 2 0,25 16 0,-34-17-220,1 0 0,-1 1 0,-1 0 0,0 0 0,0 1 1,-1 1-1,0 0 0,-1 0 0,-1 0 0,0 1 0,0 0 1,7 25-1,-6-15-28,-2 1 0,0 0 0,-2-1 0,-1 2 0,0-1 0,-3 47 1,-2-52-78,0 1 1,-2-2-1,0 1 0,-1 0 1,-1-1-1,-12 24 1,-59 101 369,39-77 542,37-64 669,4-7-1168,118-203 521,19-30-2229,34-2-2754,-53 87-1440,-45 53-4094,-45 64 572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2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349 194 5685,'-1'-3'1506,"1"-7"-564,0 0 0,1 0-1,0 0 1,1 0 0,0 0 0,0 1-1,1-1 1,0 1 0,0 0 0,7-12-1,12-38 4067,-21 48-3950,-6 8 586,-24 18-140,13-3-1074,0 0 1,1 2-1,1-1 0,0 2 0,1-1 0,0 2 0,1 0 0,-12 22 0,-11 25-193,2 1 0,4 2 0,2 1-1,3 2 1,4 0 0,2 1 0,3 1 0,-9 130 0,23-147-233,2 1 1,2-1-1,3 0 1,3-1-1,28 102 1,-21-108-24,1-1-1,2-1 1,2-1 0,2 0 0,2-2 0,52 68 0,-49-78-596,1-2 1,1-1 0,1-1 0,2-1-1,43 26 1,-39-30-1142,2-1-1,1-3 1,0-1-1,76 22 1,-35-23-4757,-2-12-4182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2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8257,'0'0'3858,"-2"3"-2026,-37 84 4963,2-2-3575,-53 100-348,68-134-3314,-26 92 0,41-116-567,-1 2-919,-9 59-1,16-76-195,1 0-1,0 0 0,1 0 1,3 21-1,4 3-5352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1 387 7649,'1'-2'2053,"7"-7"-1516,0 1 1,0 1-1,0-1 0,1 1 1,0 1-1,1-1 1,-1 2-1,1-1 1,0 1-1,18-5 1,26-16 101,48-29 162,90-52-89,-101 57 66,-60 34 676,54-36 1,-84 52-1385,0 0 1,0 0-1,0 0 1,0 0 0,0 0-1,0 0 1,0 0-1,0 1 1,0-1-1,-1 0 1,1 0 0,0 1-1,0-1 1,0 1-1,0-1 1,0 1 0,-1-1-1,1 1 1,0 0-1,0-1 1,-1 1-1,2 1 1,-1-1 112,0 0-101,0 0 0,0 0 0,0 0 0,0 1-1,0-1 1,0 1 0,0-1 0,0 1 0,-1-1 0,1 1 0,0-1 0,-1 1 0,1-1 0,-1 1 0,0 0 0,0-1 0,1 1 0,-1 0 0,0-1-1,-1 1 1,1 0 0,0-1 0,-1 3 0,-12 41 795,9-34-650,-13 47 448,2 0 0,3 1 0,-7 111 0,17-136-1195,2 0-1,8 67 1,-3-74-583,0 1-1,2-1 1,1 0-1,12 26 1,1-15-2069,-17-34 1879,0 1 0,0 0 0,1-1-1,-1 0 1,7 5 0,11 5-6743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3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10013,'22'-4'1156,"-14"8"415,-8-1-1263,0-1 0,0 1 0,-1-1-1,1 0 1,-1 1 0,1-1 0,-1 1-1,0-1 1,0 0 0,-2 4-1,-7 21 1213,8-17-995,0 1 0,1-1 0,-1 1 0,2-1 1,0 1-1,0-1 0,1 1 0,4 18 0,1-1 691,19 54-1,-21-72-1069,1 0 0,0 0-1,0-1 1,1 0 0,0 0-1,0 0 1,1 0 0,0-1 0,1 0-1,-1-1 1,2 0 0,-1 0-1,16 9 1,-19-13-120,0 0 0,0-1 0,1 0 0,-1 0 0,1 0-1,-1 0 1,1-1 0,-1 0 0,1 0 0,0-1 0,0 1 0,-1-1 0,1-1 0,0 1-1,0-1 1,-1 0 0,1 0 0,0 0 0,-1-1 0,1 0 0,-1 0 0,0-1 0,0 1 0,0-1-1,0 0 1,7-6 0,-6 4-15,-1-1 0,0 0 0,0 1 0,-1-1 0,0-1 0,0 1 1,0-1-1,-1 1 0,0-1 0,0 0 0,0 0 0,-1 0 0,0-1 0,-1 1 0,0 0 0,0-1 0,0 1 0,-1-11 0,0 6-8,-1-1-1,0 1 1,-1 0-1,0-1 1,-1 1-1,0 0 1,-1 0 0,-1 0-1,1 1 1,-9-13-1,4 9-39,0 1-1,-2 1 1,0 0 0,0 0-1,-1 1 1,-1 1 0,0 0-1,-19-12 1,22 16-354,0 1-1,-1 1 1,0-1-1,-1 2 1,1 0 0,-1 0-1,0 1 1,0 0 0,0 1-1,0 1 1,0 0 0,-17 0-1,24 2-74,0-1 0,1 1 0,-1 0 1,0 0-1,1 0 0,-1 0 0,1 1 0,-1 0 0,-5 4 0,-9 7-5684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 10053,'1'0'108,"-1"1"0,1-1 0,0 1 1,-1 0-1,1-1 0,-1 1 0,1-1 0,-1 1 0,1 0 0,-1 0 1,0-1-1,1 1 0,-1 0 0,0 0 0,0-1 0,1 1 0,-1 0 1,0 0-1,0 0 0,0 0 0,0-1 0,0 1 0,0 0 0,0 0 1,0 0-1,0 0 0,-1-1 0,1 1 0,0 0 0,0 0 0,-1-1 1,1 1-1,-1 0 0,1 0 0,-1-1 0,1 1 0,-1 0 0,1-1 1,-1 1-1,1-1 0,-1 1 0,0-1 0,1 1 0,-1-1 0,0 1 1,1-1-1,-1 1 0,-1-1 0,-16 17 1742,10-5-1007,2 1-1,-1 0 1,2 0 0,0 0-1,0 1 1,1-1-1,-3 22 1,1-7 21,-52 304 3129,48-257-3934,-17 160-3399,15-79-3925,12-116 1383,5-2-3506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9909,'0'0'4568,"16"-25"-2748,15-1-311,4 14-341,10 1-264,12 2-172,10-5-44,9 3-244,13 2-108,9 3-260,1 4-700,2-4-812,4 0-836,-3 0-3029,2 9-4236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1395 173 11409,'-7'-17'700,"-26"-63"3468,29 72-3331,0 1 1,-1-1-1,0 1 1,0 0-1,-1 0 1,0 1-1,-11-11 1,15 16-706,1 0 0,0 0 0,0 0 1,-1 1-1,1-1 0,0 0 0,-1 1 1,1-1-1,-1 1 0,1-1 0,-1 1 0,1 0 1,-1 0-1,1 0 0,-1 0 0,1 0 0,-1 0 1,1 0-1,-1 0 0,1 0 0,-3 1 1,1 1 7,0-1 1,0 1-1,0-1 1,0 1-1,0 0 1,0 0-1,1 0 1,-1 1-1,-3 3 1,-1 3 115,0 0 0,1 0 0,0 0 0,1 1 0,-6 12 0,-92 286 2621,29-74-2109,-158 289-438,-44-20-1256,112-200-937,148-272 1559,-175 325-4174,152-288 2845,-9 18-1735,17-26-3344,11-20-3822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6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121 287 5825,'0'-1'78,"-1"-23"2278,1 23-2101,-1 0 0,1 0 0,0 1 0,0-1 0,0 0-1,0 0 1,0 0 0,0 1 0,1-1 0,-1 0 0,0 0 0,0 1 0,0-1 0,1 0 0,-1 1 0,0-1-1,1 0 1,-1 1 0,1-1 0,-1 0 0,1 1 0,-1-1 0,1 1 0,-1-1 0,1 1 0,-1-1 0,1 1 0,0-1-1,-1 1 1,1 0 0,1-1 0,0-19 2085,-1 6-1486,-1 11-129,0-1-100,16-141 5259,-17 141-5716,-1 0 0,1-1 0,-1 1 0,0 0 0,0 0 0,0 0 0,0 0 0,-1 1-1,1-1 1,-1 1 0,-3-4 0,3 5-104,2 0 288,-1 4-305,0 0 0,0 0-1,0 0 1,0 1 0,1-1 0,-1 0 0,1 1 0,-1-1 0,-1 5 0,-9 25 66,2-1-1,0 1 1,3 0 0,0 1-1,2 0 1,2 0 0,1 0-1,1 1 1,5 43 0,-1-57-105,1 0 0,1-1 1,1 1-1,0-1 0,2 0 1,0 0-1,1-1 0,1 0 1,0-1-1,2 0 0,21 26 1,-30-40-25,1 1-1,-1-1 1,1 0 0,-1 0 0,1 0 0,0 0 0,0-1-1,0 1 1,0-1 0,1 0 0,-1 0 0,1-1 0,-1 1-1,1-1 1,0 0 0,-1 0 0,1-1 0,0 1 0,-1-1-1,1 0 1,0 0 0,0-1 0,0 0 0,-1 1 0,1-1-1,-1-1 1,1 1 0,5-3 0,-1-1-1,0 0 1,0 0-1,0-1 1,0 0-1,-1-1 1,0 0 0,0 0-1,-1-1 1,0 0-1,0 0 1,6-11-1,7-17-11,-1-1 0,-3-1 0,23-72 0,18-42-56,-50 168 68,-2 27 96,-3-1 1,-2 1-1,-8 76 1,7-104-66,-10 89 110,-4 0 1,-54 194 0,51-242-135,-3 0 1,-2-2 0,-2 0-1,-2-2 1,-3 0 0,-60 79-1,76-115-11,0 0 0,-1-1 0,-23 20 0,34-32 13,-1 1 0,0-1 0,1 0 0,-1 0 0,0-1 0,0 1 0,0-1 0,-1 0 1,1-1-1,-1 1 0,1-1 0,-1 0 0,1 0 0,-1-1 0,1 1 0,-1-1 0,-9-2 0,13 2 1,0-1-1,0 1 0,0-1 1,0 0-1,1 0 0,-1 1 1,0-1-1,0-1 0,1 1 1,-1 0-1,1 0 0,-1-1 1,1 1-1,-1-1 1,1 1-1,0-1 0,0 1 1,0-1-1,0 0 0,0 0 1,0 1-1,0-1 0,0 0 1,1 0-1,-1 0 1,1 0-1,0 0 0,-1 0 1,1 0-1,0 0 0,0 0 1,1-3-1,-1-2-56,1 0 0,0 0 0,0 0 0,1 0-1,0 0 1,0 0 0,5-11 0,9-10-495,0 1-1,2 1 0,0 0 1,2 1-1,25-23 1,124-106-4116,-137 127 3502,-19 16 737,126-101-7750,-54 57-832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6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99 343 6805,'-2'-1'1946,"1"1"-1751,0-1 0,1 1 0,-1 0 0,0-1 0,0 1 0,1-1 0,-1 1 0,0-1 0,1 1 0,-1-1-1,0 1 1,1-1 0,-1 0 0,1 1 0,-1-1 0,1 0 0,-1 0 0,1 1 0,-1-1 0,1 0 0,0 0 0,-1 1-1,1-1 1,0 0 0,0 0 0,0 0 0,0 0 0,0 0 0,0-1 0,1 0-35,1 1 0,0-1 0,-1 1 0,1-1 0,0 1 0,0 0 0,0-1 0,0 1 0,0 0 0,1 1 0,-1-1 0,4-1 1,6-2-7,0 0 0,-1-1 0,1-1 0,-1 0 0,0 0 0,-1-1 0,0-1 0,0 0 0,0 0 0,-1-1 0,0 0 0,-1 0 0,0-1 0,8-11 0,-15 19-106,-1 1 0,1 0 0,0-1 0,0 1 0,0 0 0,-1-1 0,1 1 0,-1-1 0,1 1-1,-1-1 1,0 1 0,0-1 0,1 1 0,-1-1 0,0 1 0,0-1 0,-1-1 0,1 2-22,0 0 0,-1 1 0,1-1 0,0 1 0,-1-1 0,1 1 0,-1-1 0,1 1 0,-1-1 0,1 1 0,-1 0 0,0-1 0,1 1 0,-1 0 0,1-1 0,-1 1 0,0 0 0,1 0 1,-1-1-1,0 1 0,1 0 0,-1 0 0,0 0 0,1 0 0,-1 0 0,-1 0 0,-2 0 48,0 1 0,0 0 1,0-1-1,0 1 0,0 1 0,1-1 1,-1 0-1,0 1 0,1 0 1,-1 0-1,1 0 0,-6 4 0,-13 14 198,1 1-1,1 0 1,1 2 0,-19 28-1,27-34-156,0 1-1,1-1 1,1 2-1,1-1 1,1 1-1,-10 37 1,16-46-80,-1 0-1,2-1 1,0 1 0,0 0-1,0-1 1,2 1 0,-1 0 0,1-1-1,0 0 1,1 1 0,0-1-1,7 15 1,-7-21-30,0 0-1,0 0 0,0 0 1,0 0-1,0-1 0,1 1 1,-1-1-1,1 0 0,0 0 1,0 0-1,0 0 0,0-1 1,0 0-1,0 0 0,0 0 1,0 0-1,0 0 0,0-1 1,7 0-1,-3 0-21,0-1 1,0 0-1,0 0 0,0-1 0,0 0 1,0 0-1,0-1 0,-1 0 1,1-1-1,-1 1 0,0-1 1,0-1-1,-1 1 0,1-1 1,-1-1-1,0 1 0,0-1 0,10-12 1,2-8-19,0 0 1,-2-1 0,20-46-1,-30 60 7,9-22-2,-3-1-1,17-73 1,-19 67-4,22-61 0,-7 30-20,-24 68 42,3 7 20,0 0 3,0 1 0,0-1-1,0 1 1,-1 0 0,0 0-1,1 0 1,-1 0 0,0 0-1,0 1 1,-1 0 0,1-1-1,-1 1 1,0 0 0,0 0-1,0 0 1,0 1 0,-1-1-1,0 0 1,1 6 0,2 12 149,0 1 1,-1 39 0,-2-36-27,1 22 152,-2 0-1,-2 0 1,-2-1-1,-2 1 1,-3-1 0,-17 59-1,18-82-228,-1-1-1,-1 0 0,0 0 1,-2-1-1,-1 0 0,-1-1 1,0-1-1,-2 0 0,0-1 1,-1-1-1,-1 0 0,-1-2 1,-36 26-1,41-33-392,-1 0-1,1-1 1,-2-1 0,1 0-1,-32 8 1,40-13-178,-1-1 0,1 1 1,-1-2-1,0 1 0,1-1 0,-1 0 0,0 0 0,1-1 1,-1 0-1,1-1 0,-1 0 0,1 0 0,0 0 0,-12-6 1,-1-6-5095,12-2-3212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5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26 5497,'34'-5'1238,"-27"4"1193,-9-5-3008,-6-5 7026,2 8 217,7 17-4078,15 96-114,-3-12-1292,44 174 604,25 157-420,-73-356-1211,-3 0-1,-3 0 1,-14 145-1,4-172-237,-3 0-1,-1 0 1,-2-1-1,-2-1 1,-2 0-1,-24 43 1,12-35-252,-2-1 0,-2-1 0,-3-2 1,-51 54-1,28-42-1325,-3-3 0,-103 75-1,73-69-3591,-134 68 0,89-63-5739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2616 5056,'19'5'1183,"-15"-4"-203,-2-2-134,24-9 690,-23 10-244,17-6-237,33-6-353,1 3 1,58-3 0,-39 5-480,830-113 479,-227 26-702,101-3 97,1125-146-26,-274 40-11,487-11-323,-2105 213 260,3808-333-398,-329 128 458,-1029 115-7,-970 15 147,-1261 63-178,1523-122 227,-3-43-263,-840 83 49,605-18-112,-1487 112 83,348-21-37,763-60 21,-3-6 780,-349 42-438,-279 14-121,228-19-138,-394 26 242,-237 21-158,1 4 0,183 25 1,198 73-3584,-467-93-719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1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29 8581,'-19'-28'10751,"16"51"-5300,-6 11-3730,-2 2-755,-85 440 4241,13 66-5823,78-493-595,2 0 0,3 1 1,2-1-1,2 0 0,16 78 0,-1-57-2976,0-26-1985,6-2-5281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2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49 12741,'-110'-42'4279,"109"41"-3949,-1 0 1,1 0 0,-1 1 0,1-1 0,-1 0 0,1 1 0,-1-1 0,1 1-1,-1 0 1,0 0 0,1-1 0,-1 1 0,0 0 0,1 0 0,-1 1 0,1-1-1,-1 0 1,0 1 0,1-1 0,-3 1 0,4 0-255,0 0 0,-1 0 0,1 0-1,0 0 1,0 0 0,0 0 0,0 0 0,0 0 0,0 0 0,0 0-1,0-1 1,0 1 0,0 0 0,0 0 0,1 0 0,-1 0 0,0 0-1,1 0 1,-1 0 0,1 0 0,-1-1 0,1 1 0,0 1 0,8 12 7,0-1 0,16 18 0,48 45 519,103 84 0,-10-11-357,-131-115-193,17 15 3,-1 2-1,79 107 1,-124-149-57,0 2-1,0-1 0,-1 0 1,0 1-1,0 0 0,-2 1 1,1-1-1,-1 0 0,2 20 1,-5-23 3,0 1 0,0-1-1,0 0 1,-1 1 0,-1-1 0,1 0 0,-1 0 0,-1 0 0,1 0 0,-1 0-1,-1 0 1,1-1 0,-1 1 0,-7 8 0,-1-1 3,0-1 0,-1 0 1,-1-1-1,0-1 0,0 0 0,-1-1 1,-28 16-1,-124 53 13,143-69-17,-333 135-1430,115-68-2757,185-66 1339,22-6-2082,29-5 3441,-14 2-8384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1 206 8149,'3'-23'3844,"-2"11"-2140,1-1-1,1 0 1,0 1 0,0 0-1,7-16 1,-8 25-1536,-1 0-1,1 0 1,0 0-1,0 0 1,0 1 0,0-1-1,0 1 1,1-1 0,-1 1-1,1 0 1,-1 0 0,1 0-1,0 0 1,0 0 0,0 1-1,0 0 1,0-1 0,0 1-1,1 0 1,-1 0 0,0 1-1,0-1 1,1 1-1,-1-1 1,6 1 0,3 1-60,1 1 0,-1 0 0,0 1 0,0 0 0,0 0 0,0 2 0,0-1 0,-1 1 0,0 1 0,0 0 0,12 10 0,3 3 6,0 1 0,-2 1 0,27 30 0,-31-28-110,-1 0-1,-1 2 1,-1 0 0,-1 1 0,-1 0-1,-2 1 1,-1 1 0,-1 0 0,-1 1-1,-1 0 1,-2 0 0,-1 1 0,-2 0-1,0 0 1,-2 34 0,-3-49-8,-1 1 1,0 0-1,-1-1 0,-1 1 0,-1-1 1,-12 29-1,15-40 14,0-4-3,0-1 0,1 1 0,-1 0 0,0-1-1,0 1 1,1 0 0,-1-1 0,0 0 0,1 1 0,-1-1 0,1 0 0,-1 0 0,1 0 0,-1 0-1,1 0 1,0 0 0,-1-1 0,1 1 0,0 0 0,0-1 0,0 1 0,0-1 0,0 1 0,0-1-1,0 1 1,1-1 0,-1 0 0,0 1 0,1-1 0,0 0 0,-1-2 0,-1-6 9,1 0-1,0 0 1,1 0 0,1-12 0,-1 14-6,2-18-131,1 1 0,1 0 0,1 0 0,2 0 0,0 0 0,12-25-1,73-134-3022,-12 54-821,-28 49 418,-9 14-1958,3 11-3182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3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12 8401,'0'1'78,"0"-1"1,0 0 0,0 1-1,0-1 1,1 0-1,-1 1 1,0-1-1,0 0 1,0 1 0,1-1-1,-1 0 1,0 0-1,1 1 1,-1-1-1,0 0 1,1 0 0,-1 1-1,0-1 1,1 0-1,-1 0 1,0 0 0,1 0-1,-1 0 1,0 1-1,1-1 1,-1 0-1,1 0 1,-1 0 0,0 0-1,1 0 1,-1 0-1,1 0 1,-1 0-1,0-1 1,1 1 0,0 0-1,11-10 1969,-7 5-1159,-3 3 726,-3 6-961,0 0-1,0 1 1,0-1 0,-1 0 0,0 0-1,0 0 1,-5 7 0,-5 13 377,-48 160 3620,0 3-1821,48-156-2754,-29 75 535,4 3 1,-25 126 0,55-194-388,2 0 0,2 0 0,3 69 0,2-81-169,2 0 1,1-1-1,1 1 0,1-2 0,2 1 1,13 30-1,-9-32-661,1 0 0,0-1 0,2-1 0,1 0 0,1-1 0,1-1 0,0-1 0,2-1 0,1 0-1,0-2 1,29 18 0,-31-23-176,0-1 0,1-2 0,0 0 0,1-1 0,0-1 0,0-1 0,1-1 0,0-1 0,0-1 0,0-1 0,1-1 0,-1-1 0,1-2 0,30-3 0,19-9-9970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3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58 10253,'0'0'3432,"-2"-3"-1797,1 2-1421,0-1 0,0 1 0,0-1 0,0 1 0,0 0 0,0-1 0,0 1 0,-1 0 0,1 0 0,-1 0 0,1 0 0,-1 0 0,1 0 0,-1 1 0,1-1 0,-1 0 0,0 1 0,1-1 0,-1 1 0,0 0 0,0-1 0,1 1 0,-1 0 0,0 0 0,0 0 0,1 0 0,-1 0 0,0 1 0,1-1 0,-7 3 3813,2-41-3198,2 39-803,0 0-1,0-1 0,0 2 0,0-1 0,1 0 0,-1 1 0,0-1 0,1 1 0,-1 0 0,1 0 0,-1 1 1,1-1-1,0 1 0,0-1 0,0 1 0,1 0 0,-5 5 0,-5 9 179,0 0 0,-11 20 0,15-24-75,-2 4-72,1 0 0,1 1 1,1 0-1,0 0 0,1 1 1,1 0-1,1 0 0,0 0 1,2 0-1,0 1 1,1-1-1,1 1 0,1-1 1,1 0-1,0 1 0,2-1 1,0 0-1,1 0 1,1-1-1,1 1 0,0-1 1,12 19-1,64 99-404,6 14-451,-87-147 775,1 2-5,0 0 1,0 0-1,-1 0 0,0 1 0,0-1 0,-1 0 0,1 1 1,-1-1-1,0 1 0,0 0 0,-1-1 0,0 1 0,-1 10 1,-2-4-2,0-1 1,0 0-1,-2 0 1,1 0-1,-1 0 1,-1-1 0,0 1-1,0-1 1,-1-1-1,-1 0 1,1 0-1,-1 0 1,-1-1 0,0 0-1,-18 13 1,-79 52-396,29-34-3349,76-39 3692,1 0 0,0 1-1,-1-1 1,1 0 0,0 0 0,-1 1 0,1-1 0,-1 0 0,1 0-1,0 0 1,-1 1 0,1-1 0,-1 0 0,1 0 0,-1 0 0,1 0 0,0 0-1,-1 0 1,1 0 0,-1 0 0,1 0 0,-1 0 0,1 0 0,-1 0 0,1 0-1,-1 0 1,1-1 0,0 1 0,-1 0 0,1 0 0,-1 0 0,1-1 0,0 1-1,-1 0 1,1-1 0,0 1 0,-1 0 0,1 0 0,0-1 0,-1 1-1,1-1 1,0 1 0,0 0 0,0-1 0,-1 1 0,1-1 0,0 1 0,0 0-1,0-1 1,0 1 0,0-1 0,0 1 0,0-1 0,-1 1 0,2-1 0,-1 1-1,0 0 1,0-2 0,0 0-445,1-1-1,-1 1 0,1 0 1,0-1-1,0 1 0,0 0 1,0-1-1,0 1 0,1 0 1,-1 0-1,3-2 0,25-18-8281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3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8509,'7'1'-159,"-1"1"2573,-9 7 887,-2-1-2455,2 0-239,-1 0 1,1 1-1,1-1 1,-1 1 0,1-1-1,1 1 1,-1 16-1,4 69 646,1-29-592,-3-45-461,1 1-1,7 39 0,-6-51-152,1 0 0,0-1-1,0 1 1,0 0-1,1-1 1,0 0 0,1 0-1,10 14 1,-12-18-41,0-1 0,0 0 0,0 0 0,1 0 0,-1-1 0,1 1 0,-1-1 0,1 0 1,0 0-1,0 0 0,0-1 0,0 1 0,0-1 0,0 0 0,0 0 0,0 0 0,1-1 0,-1 1 0,0-1 1,1 0-1,-1 0 0,0-1 0,0 1 0,1-1 0,-1 0 0,0 0 0,0 0 0,0-1 0,0 0 0,4-2 1,5-2-1,0-2 0,-1 1 0,1-2 1,-2 1-1,1-2 0,-1 0 0,16-19 0,1-4-1,105-128 2234,-131 158-1529,-3 7-386,-18 112 156,-5 25-4316,11-48-5880,10-55-447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4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10969,'13'-14'2495,"23"-10"9990,-12 14-12844,-21 11 425,-1-1 0,1 0 0,-1 0 0,0 1 0,1 0 0,-1-1 0,0 1 0,0 0 0,0 0 0,1 0 0,-1 0 0,0 0 0,0 1 0,2 1 0,-1 0 20,-1 0 1,1 1-1,-1-1 1,0 1-1,0-1 1,0 1-1,0 0 1,0-1-1,-1 1 1,0 0-1,0 0 1,0 0-1,0 5 1,1-2 20,2 20 77,-2-1 1,-1 1 0,0 0-1,-2-1 1,-8 50-1,2-22-40,7-54-138,0 1 0,0-1-1,0 1 1,0-1 0,0 1-1,0-1 1,0 1-1,0-1 1,0 1 0,0-1-1,0 1 1,0-1 0,0 1-1,0-1 1,1 1 0,-1-1-1,0 1 1,0-1 0,0 0-1,1 1 1,-1-1-1,0 1 1,1-1 0,-1 0-1,0 1 1,1-1 0,-1 0-1,0 1 1,1-1 0,-1 0-1,1 0 1,-1 1 0,1-1-1,0 0-3,0 0 0,0 0 0,0 0 0,0-1 0,-1 1 0,1 0 0,0-1 0,0 1 0,0-1-1,0 1 1,-1-1 0,1 1 0,0-1 0,-1 1 0,1-1 0,0 1 0,-1-1 0,1 0 0,-1 0 0,1 1 0,-1-1 0,1 0-1,0-1 1,75-142 38,-46 94-83,-17 26 38,0 2 0,24-30-1,-32 46 0,1 0-1,-1 1 0,1 0 0,0 0 1,0 0-1,0 0 0,1 1 0,-1 0 1,1 1-1,0 0 0,0 0 0,13-4 1,-15 6 2,-1 1 1,0 0-1,1 0 1,-1 0-1,0 0 1,1 1-1,-1 0 0,0 0 1,0 0-1,0 0 1,0 1-1,0-1 1,0 1-1,0 0 1,0 0-1,0 0 1,-1 1-1,1 0 1,-1-1-1,0 1 1,0 0-1,6 7 1,2 4-349,0 0 0,-1 1 0,0 0 0,8 19 0,36 92-6535,-38-84 1201,-9-29 1009,2 1-2529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5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1 253 6685,'0'0'11017,"24"-17"-9922,-22 14-1012,0 0-1,0 0 1,-1 0-1,1 0 1,-1-1-1,0 1 1,1 0-1,-1-1 1,-1 1-1,1-1 1,0 0-1,-1 1 1,0-1-1,0 1 1,0-1-1,0 0 1,-1 1-1,1-1 1,-1 1-1,0-1 1,0 1-1,-2-5 1,2 5 2237,4 26-2297,0-7 23,1 0-1,8 22 1,6 24-50,-8-19 13,-5-23-9,-1 0-1,-1 0 0,1 25 0,-4-42-11,2 24 33,-1-17 28,7-26-7,7-13-14,26-40-1,4-6-5,-18 28-18,2 2 0,3 0 0,64-70-1,-91 109 0,0 1-1,0 0 0,1 1 0,0-1 1,0 1-1,0 0 0,0 1 0,0 0 1,14-5-1,-18 7 15,1 0-1,-1 0 1,1 1 0,0-1 0,-1 1 0,1 0 0,0-1-1,-1 1 1,1 1 0,0-1 0,-1 0 0,1 1-1,0-1 1,-1 1 0,1 0 0,0 0 0,-1 0 0,1 0-1,-1 0 1,0 0 0,1 1 0,-1-1 0,0 1-1,0 0 1,0 0 0,0 0 0,0 0 0,1 2 0,13 21 347,-2 1 0,0 0 1,-2 1-1,-1 0 0,12 46 1,22 54 369,-41-115-653,-4-10-82,0 0 0,0 0-1,0-1 1,1 1 0,-1 0-1,0 0 1,1-1 0,0 1-1,-1 0 1,1-1 0,0 1-1,0 0 1,0-1 0,0 1-1,0-1 1,0 0 0,1 1-1,-1-1 1,0 0 0,1 0-1,-1 0 1,1 0 0,-1 0-1,1 0 1,-1 0-1,1 0 1,0 0 0,0-1-1,1 1 1,14-1-356,0 0 1,0-2-1,0 0 0,26-7 1,-39 8 272,-1 0 0,1 0 0,0 0 0,-1 0 0,1 1 0,0 0 0,0 0 0,0 0 0,-1 0 0,1 1 0,6 1 0,-3 0 23,-1 1 1,0 0-1,0 0 1,0 1-1,10 7 1,-9-6 51,0-1 0,0 1 1,1-1-1,-1 0 0,1-1 0,0 0 1,0 0-1,0-1 0,0 0 0,13 2 1,-15-4 5,-1 0 1,1 0 0,0-1 0,0 1-1,0-1 1,0-1 0,-1 1 0,1-1-1,-1 0 1,1 0 0,-1-1 0,0 1-1,1-1 1,-2 0 0,1-1 0,0 1-1,5-6 1,25-27 18,-1-2-1,-2-2 0,47-77 1,-34 50 16,-11 25 186,-32 39-46,0 3-121,0 1 1,0 0-1,0 0 1,0 0-1,0 0 1,0 0-1,0 0 1,0 0-1,-1 1 1,1-1-1,0 1 1,-1-1-1,1 1 1,-1 0 0,0 0-1,2 2 1,-2 3 62,-1 0-1,1 0 1,-1 0 0,-1 0 0,0 0 0,0 0 0,0 0 0,-4 12 0,2-7 21,-101 523 3440,-23 397-2553,75-616-1962,36-281 585,10-33 246,1-3 99,-1 0-1,1 0 1,0-1-1,-1 1 1,1-1-1,0 0 1,0-1-1,0 1 1,1-1 0,-1 0-1,0 0 1,1-1-1,0 1 1,0-1-1,0 0 1,0 0-1,-4-7 1,1 1 26,1 1-1,1-1 1,0 0 0,0-1 0,1 1 0,0-1 0,0 0 0,2 0 0,-1 0 0,1 0-1,1-1 1,0 1 0,1 0 0,0-14 0,3-7 47,1 0 0,1 0 0,16-52 0,-10 52-178,1 0-1,1 1 0,2 0 1,1 2-1,1-1 0,2 2 1,22-26-1,6-2-1290,4 3 1,66-56-1,-2 20-2900,-35 36-1468,25-9-5585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924 161 7757,'-8'-8'1086,"1"-1"1,0-1-1,0 1 1,1-1 0,0 0-1,1-1 1,0 1-1,1-1 1,0 0 0,-3-15-1,-4-4 2769,3 25-2026,2 19-1128,5-4-420,0-1 0,1 1 0,1 0 0,0-1 0,0 1-1,1-1 1,0 1 0,4 10 0,2 12 336,106 409 683,-3-19 202,-87-309-1139,16 203 0,-38-250-363,-2 0 0,-4 0 0,-2 0 0,-3-1 0,-31 114 0,17-106 0,-3-2 0,-4-1 0,-2-2 0,-72 115 0,66-127-969,-1-1 1,-3-2-1,-2-1 0,-2-3 1,-3-2-1,-1-2 0,-3-2 0,-1-2 1,-2-3-1,-71 36 0,-12-8-6303,7-10-4583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15 11625,'-8'7'2200,"15"-17"-318,2-2-2,-8 12-1689,0 1 0,0-1 0,0 0 0,1 0 0,-1 1 0,0-1 0,0 1 0,0-1 0,0 1 0,0-1 0,-1 1 0,1 0 0,0-1 0,0 1 0,0 0 0,1 1 0,-1-1 159,9 9 421,0 0 0,-1 0 0,-1 1 1,9 14-1,19 23 687,156 169 1174,-67-79-3593,-4 3-3821,-107-122 2580,23 37 0,-7-1-5002,-30-54 6993,21 34-8373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6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40 11085,'-86'-28'2568,"70"16"140,-12 12-119,-20 6-445,10 5-344,0 9-340,-10 12-272,4 5-364,-7 9-76,7 11-251,-45 74-1886,41-59-755,-6 13-960,6 1-3109,4 0-5564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89 12345,'1'-6'372,"13"-40"2250,5 16 4708,-18 29-7176,-1 1 0,1-1-1,0 1 1,0-1 0,-1 0 0,1 1 0,0 0 0,0-1 0,0 1 0,-1-1 0,1 1-1,0 0 1,0 0 0,0-1 0,0 1 0,0 0 0,0 0 0,0 0 0,0 0-1,0 0 1,0 0 0,-1 0 0,1 1 0,0-1 0,0 0 0,0 0 0,0 1 0,0-1-1,0 0 1,-1 1 0,1-1 0,0 1 0,0-1 0,0 1 0,-1 0 0,1-1 0,0 1-1,-1 0 1,1-1 0,-1 1 0,1 0 0,-1 0 0,1 0 0,0 0 0,24 43 1886,-12-14-1960,-2 1 1,-1 0 0,-2 0 0,-1 1 0,-1 0-1,-2 1 1,-1-1 0,-2 1 0,-1-1 0,-8 64-1,-6-13-19,-3-2 1,-4 0-1,-34 85 0,-40 132-7374,87-238 2532,9-21-1429,7 4-5269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7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11205,'0'0'5551,"1"3"-4227,7 14-738,1 0 0,1 0 1,0-1-1,19 21 1,9 14-36,-21-25-381,0 1 0,-2 1 0,-1 0 0,-1 0 0,11 39-1,-20-57-136,-2 1 0,1 0-1,-1 0 1,-1 0-1,0 0 1,-1 0-1,0 0 1,0 1-1,-1-1 1,-1 0-1,0 0 1,0-1 0,-1 1-1,-1 0 1,1-1-1,-2 1 1,1-1-1,-9 12 1,-5 2-1,0-1 0,-1-2 0,-1 0 0,-34 28 1,-97 63-860,84-66-1022,58-39 718,4-4-131,0 0-1,0 0 1,1 1-1,0-1 1,-1 1-1,-2 5 1,22 0-6472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10621,'42'-23'2199,"-40"23"-1959,1 0 1,-1-1 0,1 1-1,0 0 1,-1 1-1,1-1 1,-1 0-1,1 1 1,-1-1 0,1 1-1,-1 0 1,1 0-1,-1 0 1,0 0-1,1 0 1,-1 1 0,0-1-1,3 3 1,4 1 389,9 6-367,0 0-1,-1 1 1,0 1-1,-1 1 1,-1 0 0,0 1-1,0 1 1,-2 0-1,0 1 1,-1 0 0,-1 1-1,0 0 1,-2 1-1,0 0 1,-1 1 0,-1-1-1,0 2 1,-2-1-1,0 1 1,3 38-1,-7-30-209,0 0-1,-1 0 1,-2 0-1,-7 36 0,6-48 134,-1 0 0,-1-1 0,0 0-1,-2 0 1,1 0 0,-2-1 0,0 0-1,-17 24 1,21-34 144,-1 0 0,1-1 0,-1 1 0,-9 6-1,12-9 1115,3-15-1159,0 0-1,1 0 1,0 0 0,1 0 0,1 0-1,0 1 1,1-1 0,11-20-1,7-8-227,32-42-1,-40 62-29,56-78-2258,93-97 1,16 21-9662,-98 109-35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319 243 5432,'-8'-140'7016,"8"129"-5449,1-1-1,0 1 1,1 1-1,0-1 1,1 0-1,0 0 1,7-15-1,-17 36-827,1 0 0,1 0 0,0 1-1,0-1 1,1 1 0,-4 16 0,-12 75 1486,13-59-1932,-26 140-203,-107 456-83,106-523-1332,-19 127 0,51-230 329,0 1 1,1 0 0,0-1-1,1 1 1,2 15 0,0-22-252,-1 1 0,1-1 1,0 0-1,1 0 0,-1 0 1,5 8-1,15 18-11187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8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1 394 7073,'0'0'11531,"2"-2"-10627,22-12-175,0 0 0,41-16 0,8-5-435,31-20-389,-3-5 1,138-107 0,-213 150 1229,-22 18 645,-17 11-519,0 0-610,0 1 0,1 1 0,1 0 1,0 0-1,-13 24 0,-39 84 1423,49-91-1912,1 0 1,1 0-1,2 2 0,-6 32 1,13-42-823,0-1 0,1 32 1,2-36-685,2 1 0,0-1 0,6 24 0,-7-38 567,0-1 1,0 0-1,0 0 1,0 0 0,1 1-1,-1-1 1,1-1 0,0 1-1,0 0 1,3 3-1,0 0-1468,22 27-9305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8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14817,'-10'11'493,"-1"0"520,0 1-1,-15 22 0,22-29-645,1 0 0,1 0 0,-1 1 0,1-1 0,0 1 0,0 0 0,0 0 0,1 0 0,0 0 0,0 0 0,1 8 0,0 16 1071,2 0-1,1 0 1,14 56-1,-10-62-1127,0-1 0,2 1 0,1-2 0,0 1-1,2-1 1,1-1 0,0 0 0,29 33 0,-38-49-310,0-1 0,1 1 0,0-1 0,0 0 1,0 0-1,1-1 0,-1 1 0,1-1 1,-1 0-1,1-1 0,0 0 0,0 0 1,1 0-1,-1 0 0,8 0 0,-11-2-13,0 0 0,1 0 0,-1 0 1,1-1-1,-1 1 0,0-1 0,1 0 0,-1 0 0,0 0 0,1 0 0,-1-1 0,0 1 0,0-1 0,0 0 0,0 0 0,-1 0 1,1 0-1,0 0 0,-1-1 0,0 1 0,1-1 0,-1 0 0,0 1 0,0-1 0,-1 0 0,1 0 0,-1 0 0,1-1 0,0-3 1,4-11-15,-1 0 1,-1 0-1,-1 0 1,0 0-1,-1 0 1,-1-1-1,-1 1 1,-1 0 0,0-1-1,-1 1 1,-9-33-1,4 25-65,-1 1-1,-1-1 1,-2 1-1,0 1 1,-2 0-1,0 1 1,-24-31-1,31 47-367,0 0 0,0 0 0,-1 1 0,0 0 1,-12-8-1,17 12 110,-1 0-1,1 1 1,-1-1 0,1 1 0,-1 0 0,1 0 0,-1 0 0,0 0 0,0 0 0,1 1 0,-1-1-1,0 1 1,0 0 0,0 0 0,0 0 0,1 0 0,-1 0 0,0 1 0,0-1 0,0 1 0,-4 1-1,-2 9-5876,3 2-3948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9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 11605,'0'0'8583,"-2"5"-6116,-7 16-1562,2 1 0,0 0 0,-5 38 0,-5 80 3759,4-27-2836,1-36-1909,-57 321-2308,49-311 1179,-4-1 0,-53 125 0,66-182-4234,-9 36 0,20-63 4864,-8 29-11635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9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29 16422,'-19'-14'10536,"41"8"-9067,-3 1-297,22 5-240,26-3-260,-10 6-800,19 2-780,4 1-656,5 0-605,11 2-931,-7-2-3772,3 0-6606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0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845 103 12089,'-12'-8'641,"8"6"-410,1 0 0,0 0 0,0 0 1,0 0-1,0-1 0,0 1 0,1-1 0,-1 0 1,1 1-1,0-1 0,-1 0 0,1-1 0,1 1 1,-1 0-1,0 0 0,1-1 0,-2-4 1,3 6 81,-1 0 1,1 0-1,-1-1 1,0 1-1,0 0 0,0 0 1,0 0-1,-1 0 1,1 0-1,0 0 1,-1 0-1,1 0 1,-1 0-1,0 1 1,0-1-1,1 1 1,-1-1-1,0 1 1,-3-2-1,2 2 2492,3 4-2561,0 0-1,1 0 0,-1 0 1,1 0-1,0 0 0,-1 0 1,1 0-1,1 0 0,-1 0 1,3 4-1,4 12 213,48 148 582,42 214 0,-82-294-720,-4 0 1,-3 0-1,-4 1 1,-10 130-1,-1-170-728,-2 0 0,-2-1 0,-2-1 0,-2 1 0,-2-2 0,-2 0 1,-2-1-1,-42 67 0,31-64-225,-2-1 0,-2-2 0,-1-1 0,-3-2 0,-1-2 0,-2-1 0,-53 36 0,6-15-4427,-111 54-1,40-35-5826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10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38 8461,'3'-5'1557,"0"0"0,1 0 0,0 1 0,8-9 0,-6 8 2622,-4 7-4022,0 0 0,-1 1 0,1 0 0,0-1 0,-1 1-1,1 0 1,-1 0 0,0 0 0,0 0 0,1 4 0,1 19 532,-2 1 1,0 0-1,-2 0 1,-5 32-1,-1 26 713,-44 406 820,4-80 168,42-327-2005,4 1 0,19 158 0,-13-208-717,2 0-1,1-1 1,2 0 0,2 0-1,28 58 1,-29-71-43,2-1-1,0-1 0,1 1 1,1-2-1,0 0 1,1-1-1,1-1 0,1 0 1,36 23-1,-10-12-3489,2-2 0,75 30-1,1-15-8571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1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3753 4848,'0'0'3743,"3"0"-3025,10 1-407,1 0 1,0-1 0,-1-1-1,1 0 1,-1-1 0,16-4-1,17-1 151,1236-107 1723,-958 93-2053,296-29 0,-465 36-110,878-95-27,-1025 108 6,2197-305 108,-1499 201-64,254-37-55,1998-273 450,-69 97-137,-956 112-162,1333-252 101,-44-222 934,-2675 541-897,66-20 1,-20 0-92,-147 38 268,39-26 1280,-429 129-1425,45-14 430,-79 25-636,-17 4-95,0 1 0,1 0 0,0 0 0,0 1 0,-1-1 0,10 0 0,8-1-71,-19 4-101,-14 4-33,-32 17-3570,39-21 2337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15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9793,'0'0'6050,"1"-3"-4442,0-3-1333,0 1-1,1-1 1,-1 1 0,1-1-1,0 1 1,1 0-1,-1-1 1,1 1 0,0 1-1,1-1 1,-1 0 0,1 1-1,0-1 1,0 1 0,0 0-1,5-3 1,7-5-58,-1 0 0,2 1 1,-1 1-1,1 1 0,35-14 0,99-27-687,-117 40-50,-23 7-17,0 1 1,1 0-1,-1 1 0,0 0 0,13 1 0,-18 0 97,0 0 1,-1 0-1,1 1 1,0 0-1,-1 0 1,1 1-1,-1-1 1,0 1-1,1 1 1,8 4-1,-13-6 97,0 1-1,1-1 0,-1 1 0,0 0 0,0 0 1,0 0-1,0-1 0,0 1 0,0 0 1,0 0-1,-1 0 0,1 0 0,-1 0 1,0 1-1,1-1 0,-1 0 0,0 3 0,-4 22-4861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6:15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131 175 9321,'-61'57'3400,"42"-54"-1776,-3 0 1501,6 2-1689,3 1 244,23-17 896,3-1-1564,12-8-216,20-14-160,5 5-328,17 9-576,12-3-364,17-5-856,12-1-1096,6 6-3621,3 3-5548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28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12957,'2'-2'422,"0"0"1,0 0-1,-1 0 0,1-1 0,-1 1 1,0 0-1,0-1 0,0 1 0,0-1 0,0 1 1,0-1-1,0 0 0,-1 1 0,1-5 1,0 1 597,-1 3 1195,12-2 1618,3-2-2265,-6 9-1184,0 0-1,0 0 1,0 1-1,0 1 1,0-1-1,-1 1 1,0 1-1,0-1 1,13 11-1,6 2 272,19 11-517,-1 3 1,-2 1-1,-1 2 0,59 63 1,-44-32-1435,-2 1 0,47 77 0,-33-33-4468,-27-34-1170,-32-52 1655,0 4-2981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28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1407 240 7409,'-7'-28'578,"5"13"82,-1 1-1,-1 0 1,-1 0-1,0 0 0,-1 1 1,0 0-1,-1 0 1,-15-23-1,15 30-197,1 0-1,-1 0 1,1 1-1,-2-1 1,1 1 0,0 1-1,-1 0 1,0 0 0,0 0-1,0 1 1,-1 0-1,1 1 1,-1 0 0,1 0-1,-1 1 1,0 0 0,0 0-1,1 1 1,-1 0 0,0 1-1,-15 2 1,-2 2 91,0 1 0,0 2 0,1 0 1,0 2-1,-47 25 0,25-8-139,2 3 0,0 2 0,-68 64-1,-108 131-1888,146-147 110,49-53 754,-155 172-4836,71-59-1450,25-10-3376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4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200 184 9241,'4'-10'688,"1"0"0,1 0 0,0 0 0,0 1 0,1 0 0,0 0 0,0 1 0,1 0 0,14-11 0,-12 11-311,0 2 0,1-1 0,0 1 0,0 1-1,1 0 1,-1 1 0,1 0 0,20-3 0,-24 5-265,34-7 361,1 2 0,-1 1 1,50 1-1,-81 5-424,0 0-1,-1 1 1,1 0-1,0 0 0,0 2 1,-1-1-1,1 1 1,-1 1-1,0 0 1,0 0-1,0 1 1,-1 0-1,0 1 0,0 0 1,0 0-1,0 1 1,-1 0-1,8 10 1,-12-12-34,0 0 1,-1 0-1,0 0 0,0 1 1,0-1-1,0 1 0,-1-1 1,0 1-1,0 0 1,-1 0-1,0 0 0,0 0 1,0 0-1,-1 9 1,0-4 1,-1-1 0,-1 0 1,0 1-1,0-1 0,-1 0 1,0 0-1,-9 17 0,-5 3 14,-1-1-1,-1 0 0,-1-2 1,-27 28-1,-30 24 23,-3-3-1,-98 71 1,80-70-33,-101 105 1,188-170-20,0 1 1,1-1 0,-17 29-1,25-38-2,0 1 1,0-1-1,0 1 1,1-1-1,-1 1 0,1 0 1,0-1-1,0 1 0,1 0 1,-1 0-1,1 0 0,0 0 1,0 0-1,0-1 0,0 1 1,1 0-1,-1 0 0,1 0 1,0 0-1,0-1 0,4 8 1,0-4-9,0 0 0,1-1 1,0 1-1,0-1 1,1 0-1,-1-1 0,1 0 1,1 0-1,-1 0 0,1-1 1,-1 0-1,16 5 0,8 2-36,0-1 0,37 6 0,44 2-825,0-4-1,126 0 0,230-22-5677,-325 3 3031,41-1-3725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45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201 154 12945,'-40'-7'792,"16"3"200,0 0 0,1-2-1,-29-11 1,50 16-717,-25-11 4023,27 12-4239,-1 0 1,1 0-1,-1-1 1,1 1-1,-1 0 1,1-1-1,-1 1 1,1 0-1,-1-1 1,1 1-1,0 0 1,-1-1-1,1 1 1,0-1-1,-1 1 1,1-1-1,0 1 1,0-1-1,-1 1 1,1-1-1,0 1 1,0-1-1,0 1 1,0-1-1,0 0 1,0 1-1,0-1 1,0 1-1,0-1 1,0 1-1,0-1 1,0 1-1,0-1 1,0 0-1,0 1 1,1-1-1,-1 1 1,0-1-1,0 1 1,1-1-1,-1 1 1,0 0-1,1-1 1,-1 0-1,6-3 89,1 0-1,-1 0 1,1 1 0,-1 0-1,1 0 1,0 0-1,0 1 1,1 0-1,-1 1 1,8-2 0,4-1 64,44-9 409,111-8 0,70 11-63,-208 9-487,1331 54-2263,-1017-23 379,60 7-2389,-138-4-4284,-178-19-498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4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1021 120 8657,'2'-7'260,"7"-36"2047,-9 41-2113,0 0 0,0 0 0,0 0 0,0 0-1,-1 0 1,1 0 0,-1 0 0,1 0-1,-1 0 1,0 0 0,0 0 0,1 0 0,-1 1-1,-1-1 1,1 0 0,0 1 0,0-1-1,-1 0 1,-2-2 0,-2 1 192,0-1-1,0 1 1,0 0-1,0 0 1,0 1-1,-1-1 1,1 1-1,-1 1 1,0 0-1,-11-1 1,1 0 25,0 2 1,0 0-1,-21 3 1,5 3-51,0 2 1,1 1 0,0 1 0,1 2 0,0 1-1,1 2 1,-38 24 0,2 5 133,-120 102 1,129-95-352,-53 61 0,91-90-217,1 1 1,0 1-1,2 1 0,1 0 1,-22 51-1,35-70 60,0 0 0,0 0 0,0 0 0,1 1-1,-1-1 1,2 1 0,-1-1 0,1 1 0,0-1 0,0 1-1,1-1 1,1 9 0,-1-12 5,0 0-1,0 0 1,1 0-1,-1 0 0,1 0 1,-1 0-1,1-1 1,0 1-1,0-1 1,0 1-1,0-1 1,1 0-1,-1 1 1,1-1-1,-1-1 1,1 1-1,0 0 1,0-1-1,0 1 1,0-1-1,0 0 1,0 0-1,0 0 0,0 0 1,0 0-1,4-1 1,3 1 4,1 0 1,-1-1-1,0-1 0,1 0 0,-1 0 1,0-1-1,0 0 0,0-1 1,0 0-1,13-6 0,13-8 245,45-28 0,-49 27 37,104-69 1622,33-18 1445,-167 104-3279,0 0 1,0 0-1,0 0 0,0 0 1,0 0-1,0 1 1,0 0-1,1-1 1,-1 1-1,3 0 0,-4 0-41,-1 0 0,1 0 0,0 0 0,-1 0-1,1 0 1,0 1 0,-1-1 0,1 0 0,0 1 0,-1-1-1,1 0 1,-1 1 0,1-1 0,0 1 0,-1-1-1,1 1 1,-1-1 0,1 1 0,-1-1 0,0 1 0,1 0-1,0 2 16,0 0-1,0 0 0,-1-1 0,1 1 0,-1 0 0,0 0 1,0 0-1,0 0 0,0 0 0,-1-1 0,1 1 0,-1 0 0,-1 4 1,-113 315 279,21-74-3782,68-170 1486,-31 102-3495,29-60-2156,14-30-3279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46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11629,'0'0'2056,"19"6"-164,0 0-43,6-3-389,13 14-252,0 3-216,13 0-176,13 11-144,-1 9-88,7 0-152,9 9-164,1 5-404,-4 0-412,0-2-736,0 5-672,-9-8-432,0 2-2817,-7 1-4152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4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1143 86 11213,'-89'-49'2596,"51"26"-104,-3 12-195,25 8-469,-22 12-276,-22 13-168,2 13-248,-15 5-220,0 14-196,-6 15-176,-10 5-796,-3 15-780,-6 8-1016,-1 6-756,-2 2-3289,2 15-5372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5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322 350 8441,'-3'-8'614,"-1"1"1,1 0 0,1-1 0,-1 1-1,1-1 1,1 0 0,-1 0 0,1 0-1,1 0 1,-1 0 0,1 0-1,1 0 1,-1 0 0,4-12 0,-3 14-349,1-1 0,0 1 1,1 0-1,-1-1 1,1 1-1,0 0 1,1 0-1,-1 1 1,1-1-1,1 1 0,-1 0 1,0 0-1,1 0 1,0 1-1,0-1 1,1 1-1,9-5 0,24-11 442,1 1-1,0 3 0,2 1 0,-1 2 0,53-9 0,-68 17-550,1 1 0,0 2-1,-1 1 1,1 0 0,0 2 0,-1 2-1,1 0 1,-1 2 0,45 13-1,-62-15-122,-1 0 0,0 1 0,0-1 0,-1 2 0,1-1 0,-1 1-1,0 0 1,0 1 0,0-1 0,-1 1 0,10 12 0,-13-13-20,0 0 1,0 1 0,0-1-1,0 1 1,-1-1-1,0 1 1,0 0-1,-1 0 1,0 0-1,0 0 1,0 0 0,0 0-1,-1 0 1,0 0-1,-1 0 1,1 0-1,-3 10 1,-1 0-2,-1 0 0,-1-1 0,0 1 0,-1-1 0,0-1 0,-1 1 0,-20 25 0,-83 87 81,98-113-88,-336 317 96,201-198-78,-156 181 0,300-309-23,-14 15 7,2 1-1,1 0 1,-25 45 0,37-60-5,0 1-1,1-1 0,-1 1 1,2 0-1,-1 0 0,1 0 1,0-1-1,0 13 0,1-14-1,1-1 0,-1 0 0,1 0 1,0 0-1,0 1 0,1-1 0,-1 0 0,1 0 0,0-1 0,0 1 0,0 0 0,0-1 0,1 1 0,0-1 0,4 5 0,3 1-34,0-1 1,1 0-1,1 0 0,-1-1 0,1-1 1,0 0-1,1 0 0,-1-1 1,1-1-1,20 5 0,19 1-447,70 5 0,-107-14 369,92 6-1102,1-5 0,152-15 0,212-58-6041,-315 43 1786,-6 7-3116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69 198 15493,'-48'-8'3059,"48"8"-2937,-1 0 0,0 0-1,0 0 1,0-1-1,0 1 1,0 0-1,0 0 1,0-1 0,1 1-1,-1-1 1,0 1-1,0-1 1,0 1 0,1-1-1,-1 1 1,0-1-1,1 0 1,-1 1-1,0-1 1,1 0 0,-1 1-1,1-1 1,-1 0-1,1 0 1,-1 0 0,1 0-1,0 1 1,0-1-1,-1 0 1,1 0-1,0 0 1,0 0 0,0 0-1,0 0 1,0 0-1,0 0 1,0 0-1,0 0 1,0 0 0,0 1-1,1-1 1,-1 0-1,0 0 1,1 0 0,-1 0-1,0 0 1,1 1-1,-1-1 1,1 0-1,-1 0 1,2 0 0,1-4 220,0 1 1,0-1 0,0 1 0,1 0 0,0 0 0,0 1-1,8-7 1,5 2 5,0 0 0,1 1 0,1 0-1,-1 2 1,1 0 0,0 1 0,0 1 0,22-1-1,-25 2-209,469-36 1248,-483 38-1385,636-23-662,-619 22 635,1285 10-3968,-1042-1 2573,113 3-1353,-133-1-1811,-235-10 4249,31 3-2446,-14 0-2067,0 3-3011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1337 20 13177,'-16'-4'390,"-1"-1"900,0 2 0,0 0-1,0 0 1,-28 1 0,-1 5-262,0 2-1,1 2 1,0 3 0,0 1 0,0 2 0,2 2-1,-68 33 1,55-20-759,2 3-1,2 2 0,1 3 0,1 1 1,-54 55-1,81-70-232,2 1-1,0 1 1,-20 31 0,35-45-98,0 0 1,0 0-1,1 0 1,0 1 0,1 0-1,0 0 1,1 0-1,0 1 1,0-1-1,2 1 1,-2 21-1,3-27 0,1 1-1,0-1 0,0 0 0,1 0 0,-1 0 0,1 1 1,1-2-1,-1 1 0,1 0 0,0 0 0,0-1 1,0 0-1,1 1 0,0-1 0,0-1 0,1 1 1,-1 0-1,1-1 0,0 0 0,0 0 0,0-1 1,0 1-1,1-1 0,0 0 0,8 3 0,0-1-26,0-1 0,0 0 0,1-1 0,-1 0 0,1-1 0,-1 0 0,1-2 0,0 0 0,29-3 0,-22-2 154,1 0 0,-1-1-1,1-1 1,-2-2 0,1 0-1,-1-1 1,-1-1-1,21-14 1,21-20 1682,62-57-1,-81 65-371,-17 17-874,-14 15-420,-7 8-55,-5 11-45,-1-12 17,-1 12 2,-1 0 0,-1 0 0,0 0 0,-1-1 0,-1 0 0,0 0 0,0 0 0,-12 17 0,-77 96 0,73-100 0,-201 238-197,-53 67-1297,171-189-2293,-48 59-7524,64-96-1683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2782 189 4764,'0'-4'238,"0"1"0,0 0-1,0 0 1,0 0-1,0-1 1,0 1-1,-1 0 1,0 0 0,0 0-1,-2-5 1,2 3 287,0 2-225,1 0 0,0 0 0,-1 0-1,1 0 1,0 0 0,1 0 0,-1 0 0,0 1 0,2-6 0,-1 4 158,0 0 0,0 0 0,0 0 0,-1 0 0,0 0 0,0 0 0,0 0 0,0 0 0,-1 0 0,-1-4 0,-1-5 409,2 9-451,0 0 0,0 0 1,-1 0-1,0 0 0,1 0 0,-6-7 0,6 10-314,0 0-1,0-1 1,0 1-1,0 0 0,-1 0 1,1 0-1,0 1 1,-1-1-1,1 0 0,-1 0 1,1 1-1,-1-1 1,1 1-1,-1-1 0,0 1 1,1 0-1,-1 0 1,1 0-1,-1 0 0,0 0 1,1 0-1,-1 0 1,1 0-1,-3 1 0,-25 6 813,-1 1-1,1 2 0,0 1 1,-39 20-1,12-4-66,-589 240 3138,-18-36-6042,235-105-1596,163-49-180,3 4-3629,45-8-4203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7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3677 108 6321,'2'-20'1832,"-1"13"-1182,0 1 1,-1-1-1,1 0 0,-1 0 1,-1 1-1,1-1 1,-1 0-1,-1 1 0,-2-11 1,4 16-584,-1 1-1,1-1 1,0 1 0,0-1 0,-1 0 0,1 1 0,-1-1 0,1 1 0,0-1-1,-1 1 1,1-1 0,-1 1 0,1-1 0,-1 1 0,1 0 0,-1-1 0,0 1-1,1 0 1,-1-1 0,1 1 0,-1 0 0,0 0 0,0-1 0,-19 4 802,7 0-471,-354 86 4232,218-39-3576,-369 114 953,-47-14-1332,-58 16-1558,14 35-1558,487-151 834,-119 68 0,168-77-1289,3 3 1,-115 94 0,78-35-4792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3011 78 4724,'17'-37'2807,"-15"34"-120,-2 0-1397,2-28 1078,-1 28-1282,-5 3 1,-38 4-100,1 1-1,0 3 1,0 1-1,-54 20 1,6-3-172,-424 140 1234,414-131-1837,-365 135-90,-10 4-1798,147-63-639,-202 72-5820,256-80-935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2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29 8985,'-3'-1'2302,"-3"0"-883,0 0 1,0-1-1,0 0 1,1 0-1,-11-6 0,0-2-506,13 8 2255,-1 3-2892,0-1 0,0 1 1,0-1-1,-1 1 0,1 1 0,0-1 0,0 0 0,1 1 0,-1 0 0,0 0 0,0 0 1,1 1-1,0-1 0,-1 1 0,1-1 0,-4 6 0,-6 6 574,2 0-1,-16 26 1,3-5 129,6-11-944,-173 256 887,172-245-1356,1 0-1,2 1 1,1 0-1,2 1 1,2 1 0,-11 63-1,12 39-5125,11-46-3075,4-17-4208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2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8 7497,'-10'-8'2101,"15"10"-125,11 10 3490,-57 62-1959,15-26-2044,-77 155 2629,95-186-3920,1 1-1,1 1 1,0-1-1,2 1 1,0 0-1,1 0 1,1 1-1,0-1 1,2 0 0,0 1-1,4 24 1,-2-32-132,1 1 0,1 0 0,0-1 0,0 0 0,1 0 0,1 0 0,0 0 0,1-1 0,0 0 0,0 0 0,1-1 0,1 0 0,-1 0 0,2-1 0,-1 0 0,2-1 0,16 11 0,-13-10-24,0-2 1,0 0-1,0 0 0,1-2 1,0 0-1,1 0 1,-1-1-1,1-1 1,-1-1-1,1 0 1,0-1-1,0-1 1,0 0-1,0-1 0,-1-1 1,1-1-1,19-5 1,-14 2-8,-1-1-1,0 0 1,0-2 0,0-1 0,-1 0-1,-1-1 1,0-1 0,0-1 0,-2-1-1,1 0 1,-2-1 0,17-20 0,18-29 194,-21 27 390,2 0 1,37-35 0,-52 61 96,-18 18-229,-22 27-133,21-30-341,-26 43 22,1 0 0,-26 61 1,36-69-12,-83 192 2,72-160 0,-80 258-5654,47-126 684,30-109-2269,3-9-4681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4144 53 6821,'-6'-31'3839,"-11"22"-551,8 6-2818,-2 1 0,1-1-1,0 2 1,0-1 0,-1 1 0,1 1 0,0 0 0,-1 0-1,-11 3 1,-3-1 106,-576 42 4307,261-17-3862,-62-1-543,-523 49 519,678-43-1408,-412 108 1,240-3-2136,152-23-2888,195-74-243,23-2-3462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9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13 175 11437,'-2'-1'217,"1"-1"-1,0 1 1,0 0-1,0-1 1,0 0 0,0 1-1,0-1 1,1 1 0,-1-1-1,0 0 1,1 0-1,-1 1 1,1-1 0,0 0-1,0 0 1,0 0-1,0 0 1,0 1 0,0-1-1,0 0 1,0 0-1,1 0 1,-1 1 0,1-1-1,-1 0 1,1 0-1,0 1 1,1-4 0,1-2 151,0 1 0,0 0 1,1 0-1,0 0 0,8-11 1,-5 11-236,-1 1 0,1 1 0,0-1 1,1 1-1,-1 0 0,0 1 0,1-1 1,0 2-1,11-4 0,75-12 419,-43 11-373,0 2 0,1 3 0,59 5 0,-81-1-36,0 2 1,0 1-1,-1 2 1,0 0-1,0 2 0,50 23 1,-67-26-32,0 1 0,-1 1-1,0 0 1,0 0 0,-1 1 0,0 0 0,-1 1 0,0 0-1,0 1 1,-1 0 0,-1 0 0,1 0 0,-2 1 0,0 0-1,0 1 1,-1-1 0,-1 1 0,0 0 0,-1 0 0,0 1 0,-1-1-1,0 0 1,-1 1 0,-1 0 0,0-1 0,-1 1 0,-2 14-1,-5 18 181,-1-1-1,-22 62 1,-42 84 303,-17 53-1008,80-209-29,2 1 0,1 0 0,2 0 0,1 0 0,1 41 0,4-65 21,0 0 0,0 0 0,1 0 0,0 0 0,1 0 0,1 0 0,0-1 0,0 0 1,1 1-1,11 17 0,-10-21-565,0 0 0,0-1 0,0 0 0,1 0 0,0 0-1,1-1 1,-1 0 0,14 8 0,23 8-7594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8:59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140 354 12905,'-86'-31'2300,"64"11"385,6 3-317,0 3-400,16-6-376,13-12-316,22 18-280,19-6-216,19 0-175,29 0-337,25-3-769,16 3-387,12-6-672,7 1-908,6-4-4125,13 6-6156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1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19 235 11229,'-12'-54'2080,"8"40"-180,1-6-231,3-3-257,7 6-340,-4-1-192,6 1-180,4 0-144,0 3-116,19-6-68,-17 11-224,20 6-232,22-5-540,-9 8-640,3 8-572,-10 4-653,0 8-2247,-2 14-3705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1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182 294 10321,'-86'12'2424,"54"-18"-96,3 3 421,14-2-249,-4-4 1456,25-14-2460,13-11-392,19 8-231,19 6-217,23-6-444,18 1-988,127-27-2837,-101 21 381,10-1-2989,8 18-5572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261 231 11397,'-7'-10'536,"6"9"-425,0-1-1,-1 1 1,1-1-1,0 1 1,0-1-1,-1 0 1,1 0-1,1 1 0,-1-1 1,0 0-1,0 0 1,1 0-1,-1 0 1,1 0-1,-1 0 1,1 0-1,0 0 1,0 0-1,0 0 1,0 0-1,0 0 1,0 0-1,1 0 1,-1 1-1,1-1 1,-1 0-1,1 0 0,0 0 1,1-3-1,8-7 393,0-1-1,0 2 0,1-1 0,1 2 0,0-1 0,1 2 1,-1-1-1,2 2 0,-1 0 0,1 0 0,24-8 0,-17 8-331,1 1 1,-1 2-1,1 0 0,0 1 0,0 1 0,0 1 0,41 1 0,-58 2-154,1-1-1,-1 1 1,1-1-1,-1 2 0,0-1 1,1 1-1,-1-1 1,0 1-1,0 1 1,0-1-1,0 1 1,0 0-1,-1 0 1,1 0-1,-1 1 1,0-1-1,0 1 1,0 0-1,0 0 1,-1 1-1,0-1 1,1 1-1,-2 0 1,1-1-1,-1 1 1,1 0-1,-1 1 1,-1-1-1,1 0 0,-1 1 1,0-1-1,0 1 1,0-1-1,-1 1 1,0-1-1,0 1 1,0-1-1,-2 6 1,-1 5 11,-2-1 0,1-1 0,-2 1 0,0-1 0,0 0 0,-2 0 0,-13 20 0,-74 88 20,-7-12 42,-119 97-1,185-175-60,16-14-7,-168 166 1009,184-181-917,1 1 1,0 0-1,0 0 0,0 1 0,0-1 0,1 1 0,0-1 0,0 1 1,0 0-1,1 0 0,-2 5 0,3-8-77,0 1 1,0-1-1,0 1 1,0-1-1,1 1 1,-1-1-1,1 0 1,-1 1-1,1-1 1,0 0-1,0 0 1,0 1-1,0-1 1,0 0-1,1 0 1,-1 0-1,1 0 1,-1-1-1,1 1 1,0 0-1,0-1 1,0 1-1,0-1 1,3 3-1,1-1 18,0 1 1,0-1-1,1-1 0,0 1 1,-1-1-1,1 0 0,0 0 1,13 0-1,61 2 196,-49-3-186,188-4-2354,256-35 0,-94 3-8765,-271 29 1731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3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74 215 14449,'-61'-24'3301,"49"19"-58,19-2 1469,-2 1-3866,3-1-275,0 1-1,0 0 1,1 0-1,0 1 1,0 0-1,1 0 1,17-5-1,79-18 913,37 2-1378,174-10 0,149 15-141,-361 18 31,-32 1-55,645-5-3359,-580 8 1713,-38-1-2529,-32 3-5307,-43-1-1279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709 0 12649,'-8'38'2291,"8"-37"-2206,0-1 0,0 0 0,0 1-1,0-1 1,0 1 0,0-1 0,0 0 0,0 1 0,-1-1 0,1 0-1,0 1 1,0-1 0,0 1 0,0-1 0,-1 0 0,1 1 0,0-1-1,0 0 1,0 0 0,-1 1 0,1-1 0,0 0 0,-1 1 0,1-1 0,0 0-1,-1 0 1,1 0 0,-1 1 0,-23 11 2411,6-3-941,0 0 0,0 1 0,-22 17-1,-252 231 2228,249-214-3208,2 2 0,1 2 0,3 1-1,-40 71 1,70-107-574,1 0 0,0 0 0,1 1 0,0 0 0,2 0 0,-1 0 0,2 0 0,0 0 0,0 1 0,2-1 0,0 15 0,0-20 0,1-1 0,1 0 0,-1 1 0,1-1 0,0 0 0,1 0 0,0 0 0,0 0 0,1-1 0,0 0 0,0 1 0,1-1 0,0-1 0,0 1 0,1-1 0,-1 1 0,1-2 0,1 1 0,-1-1 0,9 5 0,-2-2-25,1-1 0,1-1 0,-1 0-1,1-1 1,0 0 0,1-1 0,-1-1 0,0-1 0,31 1 0,-32-2-4,0-1 0,0-1 0,0-1 0,-1 0 0,1 0 0,0-2 0,-1 0 0,0 0 0,0-1 0,0 0 0,14-10 0,-25 14 19,0 0-1,-1 0 0,1 0 1,-1 0-1,1 0 0,-1 0 1,1-1-1,-1 1 0,0-1 1,1 1-1,-1-1 1,0 1-1,0-1 0,0 0 1,0 0-1,-1 1 0,1-1 1,0 0-1,-1 0 0,1 0 1,-1 0-1,0 0 0,0 0 1,0 1-1,0-1 0,0 0 1,0 0-1,0 0 1,0 0-1,-1 0 0,1 0 1,-1 0-1,1 0 0,-1 1 1,0-1-1,0 0 0,-1-2 1,-1 0-4,0 0 0,0 0 0,0 0-1,-1 0 1,0 0 0,1 0 0,-1 1 0,-1 0 0,1 0 0,0 0 0,-10-4 0,-25-6-374,0 2 0,-1 1-1,0 2 1,-72-4 0,93 11-695,-1 0 0,-29 4 0,-5 6-5537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3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54 11461,'15'-4'1661,"0"-1"0,0-1 0,18-9-1,-21 10-1294,-1 1 0,1 0 1,1 1-1,-1 0 0,0 1 0,1 1 0,-1 0 0,13 0 0,-6 2-176,0 0 0,0 1 0,0 1 0,25 7 0,-40-9-157,0 0-1,0 0 1,-1 1 0,1 0 0,-1-1 0,0 2-1,1-1 1,-1 0 0,0 0 0,0 1 0,0 0 0,-1 0-1,1-1 1,0 2 0,-1-1 0,0 0 0,0 0 0,0 1-1,0-1 1,-1 1 0,1-1 0,-1 1 0,1 5-1,-1-3-15,0-1 0,0 1-1,-1-1 1,0 1-1,0-1 1,0 1-1,-1-1 1,0 1-1,0-1 1,0 0 0,-1 1-1,0-1 1,0 0-1,-3 5 1,-11 14 34,-1 0 0,-1-2 0,0 0 1,-31 26-1,17-17-43,28-27-3,0 0 0,1 0 0,-1 0-1,1 0 1,0 1 0,0-1-1,0 1 1,1 0 0,-5 10-1,7-12-4,-1 0-1,1 1 0,0-1 1,0 1-1,0-1 1,0 0-1,1 1 0,0-1 1,-1 1-1,1-1 0,0 0 1,0 0-1,1 0 0,-1 1 1,1-1-1,3 5 1,46 58 96,-50-65-73,-1 0-1,0 0 0,1 0 1,-1 1-1,0-1 0,0 0 1,0 0-1,1 0 1,-1 0-1,0 1 0,-1-1 1,1 0-1,0 0 0,0 0 1,0 1-1,-1-1 1,1 0-1,-1 0 0,1 0 1,-1 0-1,0 1 1,-1 2 84,0 0-8,0 1 1,-1-1 0,0 1 0,0-1-1,-1 0 1,1 0 0,-1-1 0,1 1-1,-1-1 1,0 0 0,-1 0 0,1 0-1,-1 0 1,1-1 0,-6 3 0,-14 5 393,-44 13 1,48-17-335,-93 28 542,-118 41-541,153-50-1642,19-6-2940,22-4-4551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4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11265,'38'-37'1760,"-29"26"-80,13-6-236,-2-3-279,-1 5-233,15-2-244,-2 6-208,13 2-108,-1 4-388,4 2-400,3 0-700,-4 9-540,1-1-665,-10 7-1783,0 11-3069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0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10185,'0'0'11565,"12"-6"-9885,26-3-308,4 6-284,12-5-232,12-4-247,20 1-613,12-1-889,10-2-847,3-6-1208,7 0-3485,-1 3-5920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398 139 7065,'13'-15'1379,"-16"1"709,5 8-1133,0 1 0,0-1-1,1 1 1,-1 0 0,2 0-1,-1 0 1,4-5 0,-6 8-746,1 0 1998,-2 0-2027,-1 1 0,1 0 1,-1-1-1,1 1 0,-1 0 1,0-1-1,0 1 0,1 0 0,-1-1 1,0 1-1,0 0 0,0 0 1,0 0-1,0 0 0,0 0 0,-1 0 1,1 0-1,0 1 0,0-1 1,-1 0-1,1 0 0,0 1 0,-1-1 1,1 1-1,-2-1 0,-2 3 145,1-1 0,0 1 0,0 0 0,0 0 0,0 0 0,0 0-1,0 1 1,-5 5 0,9-8-323,-32 24 256,2 1 1,0 1-1,2 2 0,1 1 0,1 1 0,2 2 0,1 0 0,2 1 1,-22 45-1,29-49-93,1 2 1,1-1-1,2 2 1,1-1-1,1 1 1,2 0-1,1 1 1,2-1-1,1 1 1,2 0-1,5 52 1,-1-63-195,1 0 0,0 0 0,2-1 0,1 0 0,0 0 0,1-1 1,15 23-1,-18-32 2,1-1 0,0 0 0,1 0 0,0-1 0,0 1 0,1-2 0,0 1 1,1-1-1,-1-1 0,2 0 0,-1 0 0,1-1 0,0-1 0,13 6 0,-21-11-9,0 1 0,0 0 0,1-1 0,-1 0 0,0 0 0,0 0-1,1 0 1,-1-1 0,0 1 0,0-1 0,1 0 0,-1 0 0,0 0 0,4-2 0,34-21-134,-39 23 153,5-5-9,0 0 0,0 0-1,-1-1 1,0 0 0,0 0 0,-1 0-1,0-1 1,0 0 0,-1 0-1,0 0 1,5-13 0,0-6-3,0-2 1,5-34-1,-3-9 2,-2 0-1,-4 0 1,-3 0 0,-4 0 0,-2 0-1,-4 0 1,-2 0 0,-34-114-1,41 173 27,-1 1 0,-1 0 0,0 0-1,-1 0 1,0 1 0,-1-1 0,0 1-1,-11-12 1,16 21-32,1 0 0,-1 1-1,0 0 1,1-1 0,-1 1-1,0 0 1,0 0 0,0 0-1,0 0 1,0 1 0,0-1-1,0 0 1,0 1 0,-1 0-1,1-1 1,0 1 0,0 0-1,0 0 1,-1 0 0,1 0-1,0 0 1,0 1 0,0-1 0,-4 2-1,2-1-186,0 1-1,0 0 1,0 0-1,0 0 1,0 0-1,0 1 1,1-1-1,-1 1 1,1 0-1,-6 6 1,3 0-690,-1 0-1,2 0 1,-1 0-1,1 1 1,-8 20 0,-4 29-6439,4 10-4344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20 15237,'-57'11'5869,"70"-22"-3549,0 2 3333,-1 4-4841,1-1-688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75 6597,'-27'-29'9312,"18"20"-8404,6 7 448,1 0-143,-10-9-382,9 8 150,-1 0-1,0 1 0,0-1 1,0 1-1,0 0 0,0 0 1,-6-2-1,7 3 167,2 5-847,0 0-1,-1-1 0,0 1 1,0-1-1,0 1 0,0-1 1,0 0-1,-5 5 0,-2 4 124,-23 38-330,2 1 0,2 1 0,-39 108 0,54-121-83,2 0 0,2 1 0,1 1 0,2-1 1,2 1-1,2 67 0,3-88-10,2 1 0,0 0 0,1-1 0,0 1 0,16 37 0,-16-48 0,0-1 0,1 0 0,0 1 0,1-2 0,0 1 0,0-1 0,1 0 0,0 0 0,0-1 0,1 0 0,0 0 0,0 0 0,0-1 0,14 7 0,-11-8 0,0 0 0,0 0 0,0-1 0,0 0 0,0-1 0,1 0 0,0-1 0,0-1 0,-1 1 0,1-2 0,0 0 0,22-2 0,-20-2 0,0 0 0,0-1 0,-1-1 0,1 0 0,-1-1 0,0 0 0,-1-1 0,0 0 0,0-1 0,-1 0 0,0-1 0,0-1 0,-1 1 0,-1-2 0,0 1 0,0-1 0,-1-1 0,12-24 0,-5 4 0,-2 0 0,0-1 0,-3-1 0,-1 0 0,-1-1 0,4-56 0,-9 66-15,-2-1-1,-1 0 1,-1 0 0,-2 0 0,0 0-1,-2 1 1,0 0 0,-2 0-1,-15-37 1,17 52-11,-1 0-1,0 1 1,0 0 0,-1 0-1,0 1 1,0 0-1,-1 0 1,-1 0 0,1 1-1,-13-8 1,13 10-12,-1 1 1,0 0 0,0 1 0,-1 0-1,1 1 1,-1 0 0,0 0 0,0 1-1,0 0 1,0 1 0,0 0 0,0 0-1,-15 2 1,1 1-1257,0 1-1,0 1 0,-42 14 0,-1 9-3105,57-21 2435,0 0 1,0 0 0,-15 13-1,-7 20-9416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238 175 8909,'3'-4'443,"-1"1"0,0-1 0,0 0 0,-1 0 0,1 0 1,-1 0-1,1 0 0,-1 0 0,-1 0 0,1 0 0,0 0 0,-1 0 0,0-1 1,0 1-1,-1-8 0,0 0 412,1 5 111,-1 1 1,0 0-1,0 0 1,0 0-1,-4-11 1,5 16-862,-1 0 1,1 0-1,-1-1 1,1 1-1,0 0 1,-1 0-1,1 0 1,0 0-1,0 0 1,0-1-1,0 1 1,0 0-1,0 0 1,0 0-1,1 0 1,-1-1-1,0 1 1,1 0-1,-1 0 1,1 0-1,-1 0 1,1 0-1,-1 0 1,1 0 0,0 0-1,-1 0 1,1 0-1,0 0 1,0 1-1,1-3 1,4-3 34,-5 4 311,4 4-94,8 2-179,-10-4-149,1 1 0,0 0 0,-1 1 0,1-1 1,-1 1-1,1-1 0,-1 1 0,0 0 0,0 0 0,0 0 0,0 1 0,0-1 1,0 1-1,-1 0 0,4 3 0,1 5 27,0 0 0,0 1 0,-1-1 1,-1 1-1,0 0 0,-1 1 0,5 18 0,-2 8 21,2 50-1,0 7 22,-7-75-87,3 16 14,1 0 0,12 38-1,-5-28 1,-1-10-27,-3 0 0,-1 1 0,4 46 1,-12-77 8,-1 0 1,0 1-1,0-1 0,0 0 1,-1 0-1,0 0 1,0-1-1,0 1 1,-1 0-1,0-1 1,-1 1-1,0-1 1,0 0-1,0 0 1,0-1-1,-1 1 1,0-1-1,0 0 0,0 0 1,-12 7-1,-9 6 54,-2-1 1,0-2-1,-42 18 0,37-18-25,21-9-292,-102 52-52,63-20-3745,42-30 1302,1 0-1,0 0 1,-10 14-1,6-7-7397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3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46 13401,'-7'-16'1093,"-8"-14"8405,16 31-9204,0 0 0,0 0 0,0 0 0,0 0 0,0 0 0,0-1 0,0 1-1,0 0 1,0-1 0,1 1 0,-1 0 0,3 0 0,12 8 1104,-14-4-1061,1 0-1,-1 0 1,0 0 0,0 0-1,0 0 1,1 11-1,2 6 240,10 29-453,-4 1 1,-1 0-1,-3 0 0,-2 1 0,-2-1 1,-3 1-1,-10 87 0,-5-33-1417,-6-1-1,-57 177 1,48-200-3036,1-2-3782,5 3-5708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4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101 392 7325,'-39'-25'5549,"-9"-8"1626,46 31-5557,1 2-1477,1-1-1,-1 1 1,0-1 0,0 1-1,1-1 1,-1 0-1,0 0 1,0 1-1,1-1 1,-1 0-1,1 0 1,-1 0-1,1 1 1,-1-1 0,1 0-1,0 0 1,-1 0-1,1 0 1,0 0-1,0 0 1,0 0-1,0 0 1,-1 0 0,1 0-1,1-1 1,6-1 9,1 0 0,0 0 0,-1 1 1,1 0-1,0 0 0,0 1 0,12-1 1,-1 0 19,111-10 358,172 6 1,-209 6-508,-68 0-72,1363-9-2735,-1-54-11,-915 17 1543,-6-33-2451,-283 28-3516,-120 28 247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14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8525,'-58'22'7829,"56"-21"-7499,0-1 0,0 0 0,-1 1 0,1-1 0,0 0-1,-1 0 1,1-1 0,0 1 0,-5-2 0,-1 1 608,6 1 1900,7 1-1573,233 16 1848,129-2-2739,69-16-3327,-107-8-3736,29-2-8866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2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10717,'0'0'8368,"0"3"-6363,-5 64 2900,12 40-1987,-2-33-1294,-3 67-908,-17 153 0,-38 139 82,41-352-1820,4 1-1,4 118 1,4-178 210,5 110-3833,-3-114 1355,1-1-1,11 34 1,1-13-8098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12117,'0'0'6237,"3"3"-4981,17 12-773,0-1 0,1-1 0,1-1 0,25 11 0,43 25 72,-42-17-324,-2 2-1,59 53 1,-85-67-179,-1 1-1,-1 0 1,0 1 0,-2 1 0,0 1 0,-2 1-1,13 26 1,-23-39-37,0-1 1,0 1-1,-1 0 0,-1 0 0,0 0 0,0 0 1,-1 0-1,0 1 0,-1-1 0,-2 17 1,-1-13 12,0 1 0,-1-1 1,0 0-1,-1 0 0,-1-1 1,-1 0-1,-8 15 0,-5 3 32,-1-2-1,-1 0 0,-2-1 1,-41 39-1,-121 91-172,137-119-62,-45 39-960,-19 15-4741,95-77 414,13 0-3170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3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38 10733,'-50'-36'6219,"49"35"-4615,-4 3 39,-3 2-1240,1 0 1,0 0 0,0 1 0,0 0 0,0 0 0,1 1 0,-1 0 0,2 0 0,-1 0 0,1 1 0,-9 13 0,-4 11 895,-22 51 1,33-67-1024,-56 139 935,7 3 1,6 2-1,-46 269 1,80-333-1296,4 1 0,5 1 0,3 0 0,11 99 0,-2-141-40,2 0 0,3-1 0,2 0-1,3 0 1,2-2 0,2 0-1,2 0 1,42 71 0,-46-95-471,2-1 0,0-1 0,2-1 0,1-1 0,0 0 0,2-2 0,44 33 0,-46-41-331,-1-1 0,2-1 1,-1-1-1,28 9 0,-26-13-792,0 0 0,0-1 0,1-2-1,35 3 1,41-5-8547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3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10685,'1'1'117,"-1"0"-1,1-1 1,-1 1-1,1 0 1,-1-1-1,1 1 1,-1 0-1,0 0 1,1-1-1,-1 1 1,0 0 0,0 0-1,1 0 1,-1-1-1,0 1 1,0 0-1,0 0 1,0 0-1,0 0 1,0-1-1,-1 1 1,1 0 0,0 0-1,0 0 1,0-1-1,-1 1 1,1 1-1,-12 28 1272,6-18-659,-1 18 313,1 0 0,1 0 1,2 0-1,0 42 0,0-2-249,-23 196 228,6-64-3787,7 0-7505,15-158 3202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7821,'7'26'1113,"1"-1"1,1-1 0,1 0 0,16 30-1,6 6 932,-14-24-831,34 50 0,-22-45-829,2-1-1,1-2 1,2-1 0,58 46 0,-75-68-481,1-2 1,0 0-1,1-1 0,0-1 1,1 0-1,1-2 0,-1-1 1,1 0-1,1-2 0,-1-1 1,1 0-1,24 1 0,-36-6 31,0 0 1,1 0-1,-1-1 0,0 0 0,0-1 0,0 0 0,0-1 0,0-1 0,0 1 1,-1-2-1,1 1 0,-1-1 0,0-1 0,-1 0 0,1 0 0,-1-1 0,14-15 1,-9 8 26,-2-2 1,0 0 0,0 0 0,-2-1 0,0 0 0,-1-1 0,-1 0 0,0-1 0,6-25 0,4-22 490,-3 0 0,-3-1 0,-3-1 1,-3 0-1,-2-76 0,-5 88 304,-4-74 1420,-9 153-541,-5 32-1167,2 2 1,3 0-1,2 0 0,-6 73 1,13-14-2002,11 135 1,13-81-3078,7-61-3258,-8-61-250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3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1 240 10701,'4'202'5367,"-5"-111"-3112,14 102-1,-8-150-1813,3 0-1,17 56 1,-17-71-274,1-1 1,1 0-1,1-1 1,30 48 0,-37-68-152,0 0 1,0 0-1,1 0 1,0-1-1,0 0 1,1 0 0,-1 0-1,1 0 1,0-1-1,0 0 1,0-1-1,1 1 1,0-1 0,-1 0-1,1-1 1,0 1-1,0-2 1,0 1-1,1-1 1,-1 0 0,0 0-1,1-1 1,-1 0-1,12-1 1,-10-1-11,0 1 0,0-1 1,-1-1-1,1 0 0,-1 0 1,0-1-1,0 0 0,0 0 1,0-1-1,13-10 0,-10 5-2,-1 0-1,0 0 0,-1-1 0,0 0 0,-1-1 0,10-16 0,-5 2-14,0-1 1,-2 0-1,-1-1 0,-2 0 0,0 0 1,4-35-1,-7 22 5,-2 0 0,-2 0-1,-1 0 1,-3 0 0,-1 1 0,-1-1 0,-15-52 0,11 62 2,-1 0 0,-2 0 0,0 1 0,-2 1 0,-2 0 0,0 1 0,-2 1 0,-1 0-1,-37-39 1,44 53-21,-1 1 0,0 1 0,-1 0 0,0 1 0,-1 1 0,0 0 0,-25-10 0,36 17-98,0 1 0,0 0 0,0 0 0,0 1 0,0 0 0,0-1 0,0 1 0,0 0 0,0 1 0,0-1 0,-1 1-1,1 0 1,1 0 0,-1 0 0,0 0 0,0 1 0,-7 3 0,5-1-332,0 0 0,0 0-1,0 0 1,1 0 0,0 1 0,0 0 0,0 0 0,-8 12 0,-12 32-4815,8 9-3042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5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1394 0 10825,'10'22'2208,"-8"-18"3086,-9-10-3017,2 0-1488,-6 13 452,2 5-466,1 1 0,0 1 0,-11 26 0,-24 65 1619,42-102-2348,-60 150 1485,-6-2 0,-156 255 0,-62 2-1531,71-106 0,-127 229-693,322-501-300,1 2 1,2 0 0,1 1-1,2 0 1,-10 38 0,23-70 842,0-1 0,0 1 0,1 0 0,-1 0 0,0 0 0,0 0 0,1 0 1,-1 0-1,0 0 0,1-1 0,-1 1 0,1 0 0,-1 0 0,1 0 0,0-1 0,-1 1 0,1 0 1,0-1-1,-1 1 0,1-1 0,0 1 0,0 0 0,-1-1 0,1 0 0,0 1 0,0-1 0,0 1 1,1-1-1,3-3-232,0 0 1,-1 0 0,1 0-1,-1-1 1,1 0 0,-1 0-1,5-6 1,-2 3-153,3-4-659,0-1 1,13-21-1,16-19-4163,-2 20-914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6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362 654 8593,'0'0'5877,"13"-27"271,-11 8-5175,1-1-1,0 1 1,2 0 0,0 0 0,12-28-1,0-1-85,54-141 942,-3 14-1072,-55 125-656,-13 49-100,0 0 0,0-1 0,0 1 1,0 0-1,0 0 0,0 0 0,0 0 0,0 0 0,0 0 1,0-1-1,-1 1 0,1 0 0,0 0 0,-1 0 0,0-2 1,0 3-2,1 0 0,-1-1 0,0 1 1,1 0-1,-1 0 0,0 0 0,1 0 0,-1 0 1,0 0-1,0 0 0,1 0 0,-1 0 1,0 0-1,1 0 0,-1 0 0,0 0 0,1 1 1,-1-1-1,0 0 0,1 0 0,-1 1 1,1-1-1,-1 0 0,0 1 0,1-1 1,-1 1-1,1-1 0,-1 1 0,0 0 0,-32 26-1,1 0-1,1 3 1,-26 32-1,-76 107 92,92-113-52,-50 90 0,81-126-32,0 1 1,1 0 0,1 1-1,0 0 1,2 0 0,1 1-1,1-1 1,-2 34 0,6-45-35,0 0 1,1 0 0,0-1-1,0 1 1,1 0-1,1-1 1,0 1 0,0-1-1,1 0 1,0 0-1,1 0 1,0-1 0,1 1-1,0-1 1,0-1-1,13 14 1,5 1-298,1-2 0,1-1 0,0-1 0,33 17 1,-25-15-354,0 2 1,31 26 0,-65-47 654,0-1 0,0 0-1,-1 1 1,1-1 0,0 0-1,-1 1 1,1-1 0,-1 0 0,1 0-1,-1 0 1,1 1 0,-1-1-1,0 0 1,0 0 0,-1 2 0,1-2-19,-3 4 14,0 0-1,0-1 1,-1 0 0,1 0-1,-1 0 1,0 0 0,0-1-1,0 0 1,0 0 0,-1 0-1,1 0 1,-12 3 0,-10 1-152,-44 8 0,42-10-27,6 0 24,6-1-378,0-1 0,0 0 0,0-1 0,-1-1 0,-22-2 0,0-3-1508,39 4 1839,0 0 0,0 0 0,0 0 0,0 0-1,0 0 1,0 0 0,0-1 0,0 1 0,0 0 0,0-1-1,0 1 1,0 0 0,0-1 0,0 1 0,0-1-1,0 1 1,1-1 0,-1 0 0,0 1 0,0-1-1,0 0 1,1 0 0,-1 1 0,0-1 0,1 0 0,-1 0-1,1 0 1,-1 0 0,1 0 0,-1 0 0,1-1-1,-1 0-526,-5-13-7320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7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10429,'15'-20'2865,"-11"19"-978,-7 14-732,-2 3-513,2 0-1,-1 0 1,2 0 0,0 1-1,2 25 1,9 82 686,-8-117-1271,2 25 217,2-1-1,15 54 0,-18-78-247,0 0 1,0 0-1,1 0 0,1 0 1,-1 0-1,1-1 0,0 0 1,0 0-1,1 0 0,0 0 0,0 0 1,0-1-1,0 0 0,1 0 1,0-1-1,0 0 0,12 7 1,-13-10-19,-1 1 0,1-1 1,0 0-1,-1 0 0,1 0 1,0 0-1,0-1 0,-1 0 1,1 0-1,0 0 0,0-1 1,0 0-1,-1 0 0,6-1 1,-2-1 1,0 0 0,1-1 0,-1 0 0,-1-1 0,1 1 0,13-12 0,-2-1 298,-1-1 0,-1-1 0,-1 0 0,18-27 0,-12-2 1531,-20 45-867,-10 17-652,-5 9-230,2-4-167,0 1-1,1 0 1,1 1-1,0 0 1,-6 29 0,1 15-1485,-3 12-1726,11-25-2511,7-29 479,10-2-3084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7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9357,'0'0'18396,"0"3"-18139,2 15-133,0 1-1,1-1 1,1 0 0,1 0 0,9 22-1,-7-19-100,0 1-1,-1 0 0,4 31 0,-9-16 35,-4 51 0,-1-11 41,4-73 14,2-8-50,18-30 82,27-68-1,0-1-102,23-19 1,-61 110-53,-1 1 0,2 0 0,0 0 0,0 0 1,0 1-1,1 1 0,19-12 0,-28 19 10,0 1-1,0 0 1,0 0-1,0 0 1,1 0-1,-1 1 1,0-1-1,0 1 1,1-1-1,-1 1 1,0 0 0,1-1-1,-1 1 1,1 1-1,-1-1 1,0 0-1,1 1 1,-1-1-1,0 1 1,0-1-1,1 1 1,-1 0-1,0 0 1,0 0 0,0 0-1,0 1 1,2 1-1,1 1 1,-1-1 0,0 2 0,0-1 1,-1 0-1,1 1 0,-1-1 0,0 1 0,0 0 0,3 9 0,1 5 10,-1 0-1,-1 0 1,-1 0-1,3 27 1,1 83-833,-8-118 615,-6 143-5313,4-120 2927,-4 3-6036,6-19-107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24 5388,'-1'0'242,"-1"0"0,1 0 0,-1 0 0,1 0 0,-1 0 0,0 0-1,1 1 1,-1-1 0,1 0 0,-1 1 0,1-1 0,-1 1 0,1 0-1,-1-1 1,1 1 0,0 0 0,-1 0 0,1 0 0,0 0-1,0 0 1,0 0 0,-9 8 8926,6-9-8792,-1 0-1,1-1 1,-1 0 0,1 0-1,0 0 1,-1-1 0,1 1-1,0-1 1,0 0-1,0 0 1,0-1 0,-3-2-1,5 4 341,-12-20 1637,21 28-2337,-1 1 1,0 0-1,-1 0 0,1 1 1,-2-1-1,1 1 0,-1 0 0,-1 1 1,1-1-1,-1 1 0,-1-1 1,2 14-1,0 4-145,-1 0 0,-1 0 0,-3 36 0,-2-33-70,-12 52 1,3-22 173,11-57 658,2-28-349,5 0-236,0 1 0,2-1 1,1 2-1,0-1 0,2 2 1,19-31-1,-16 29-27,30-40 1,-39 57-30,1 1 1,-1 0-1,2 0 1,-1 0-1,0 1 1,1 0-1,0 0 1,1 1-1,-1 0 0,11-4 1,-16 7 5,1 0 0,-1 1 0,1-1 0,-1 1 1,1-1-1,0 1 0,-1 0 0,1 0 0,0 1 0,-1-1 0,1 0 0,-1 1 0,1-1 1,-1 1-1,1 0 0,-1 0 0,1 0 0,-1 0 0,0 0 0,1 1 0,-1-1 1,0 1-1,0 0 0,0-1 0,0 1 0,0 0 0,-1 0 0,3 3 0,5 7-25,-1 0 0,-1 1-1,0 0 1,6 14-1,-1-1-83,73 162-4025,-71-158 2429,-9-20 79,0 0-1,0 0 1,13 17 0,-13-24-3309,11 4-2801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5701,'-6'42'2759,"-2"49"1,8-76-2169,1 1 0,0-1-1,1 0 1,0 0-1,2 0 1,9 29 0,-9-34-370,0-1 1,0 0-1,1 0 0,0 0 1,8 9-1,-10-14-158,1 0 1,0 0-1,0 0 0,1 0 0,-1-1 0,1 0 1,0 0-1,0 0 0,0 0 0,0-1 0,6 2 1,-6-2 3,1-1 1,-1 1-1,0-1 1,1-1-1,-1 1 1,0-1-1,1 0 1,-1 0-1,1 0 1,-1-1-1,0 0 1,1 0-1,-1 0 1,0-1-1,0 0 1,0 0-1,0 0 1,0 0-1,0-1 1,-1 0-1,1 0 1,-1 0-1,5-4 1,-1-2 191,0 1-1,0-1 1,-1 0 0,0 0 0,0-1 0,-1 0 0,0-1-1,-1 1 1,7-20 0,12-27 1137,-23 54-662,0 7-408,1 8-138,-1-1 1,0 1-1,0-1 0,-2 0 0,1 1 0,-5 22 0,-23 74 876,8-36-537,-8 54 133,-5 22-7,-86 239-1,98-332-603,-54 131 0,51-129-484,-4-1 0,-39 62 1,66-117 404,0 1 1,0-1 0,0 0-1,0 0 1,-1 0 0,1 0-1,0 0 1,0-1 0,-1 1-1,1 0 1,0-1 0,-1 1-1,1-1 1,-1 1 0,1-1 0,-1 1-1,1-1 1,-1 0 0,1 0-1,-1 0 1,1 0 0,-1 0-1,1 0 1,-1 0 0,1-1-1,-1 1 1,1 0 0,0-1 0,-1 1-1,-2-2 1,1 0-10,-1 0 1,1 1-1,-1-1 0,1 0 1,0-1-1,0 1 0,0-1 0,0 1 1,0-1-1,1 0 0,-3-4 1,0-2-9,1 0 1,0 0 0,1 0-1,0-1 1,0 0 0,1 1 0,1-1-1,-1 0 1,2 0 0,-1 0-1,1 0 1,1 0 0,3-18-1,1-1 9,1 1 0,1 0 0,18-43 0,-17 55-26,0 0-1,2 1 1,-1 0-1,2 0 1,0 1 0,1 0-1,0 1 1,1 1-1,0 0 1,1 1 0,0 0-1,1 1 1,0 0-1,30-12 1,-11 6-1166,2 1-1,38-10 1,70-8-7484,-81 22-530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8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3 13365,'-86'-3'3025,"42"15"47,9 2-140,-3 3-264,-42 23 1385,36-17-2557,6 11-288,-7 3-260,7 0-948,-3 9 0,0 0 0,3 2 0,0 4-1724,3 2-768,-3-11-853,3-6-923,9 3-1937,23-3-5544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14169,'-51'49'2144,"20"-26"485,12 14-405,3 3-388,6 0-348,-2 3-296,2 2-280,7 4-175,0 2-181,9-2-388,10-1-768,-3-2-361,-4-3-455,10-9-584,7 1-380,-4-10-220,3-2-2793,10-9-4328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9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3 209 10485,'0'0'106,"0"0"1,0 0-1,0 0 1,-1-1-1,1 1 0,0 0 1,0 0-1,0 0 1,0 0-1,0 0 1,0 0-1,0 0 0,-1 0 1,1 0-1,0 0 1,0-1-1,0 1 1,0 0-1,0 0 0,0 0 1,0 0-1,0 0 1,0 0-1,0-1 1,0 1-1,0 0 0,0 0 1,0 0-1,0 0 1,0 0-1,0-1 0,0 1 1,0 0-1,0 0 1,0 0-1,0 0 1,0 0-1,0 0 0,0-1 1,0 1-1,0 0 1,0 0-1,0 0 1,0 0-1,0 0 0,1 0 1,-1 0-1,0 0 1,0-1-1,0 1 1,0 0-1,0 0 0,0 0 1,14-5 2916,35-2-1820,10-2-414,-43 4-628,0-1 0,-1 0 0,1-1 0,-1-1 0,-1 0 0,0-1 0,0 0 0,0-2 0,-1 1 0,-1-1 0,13-15 0,-19 20 253,0-1-1,0 0 1,-1 0-1,0-1 0,0 1 1,5-14-1,-9 18 564,-12 17-164,-5 9-579,0 0-1,2 1 0,1 0 1,-18 50-1,7-18-53,2-8-578,2 0-1,-25 95 1,20 4-2506,23-127 1325,1 0 1,3 36 0,-2-53 924,1 1-1,-1-1 1,1 0 0,0 1-1,0-1 1,0 0 0,0 1-1,1-1 1,-1 0 0,1 0-1,0 0 1,4 4 0,20 22-8232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9853,'-9'10'747,"1"0"0,0 1 0,1 0 0,0 0 0,1 0-1,0 1 1,1-1 0,0 2 0,-2 12 0,-4 17 1196,-8 58-1,18-89-1751,0 1 0,1-1 1,0 1-1,0-1 0,1 1 0,1-1 0,3 14 0,4 8 370,18 39 0,-25-67-533,0-1 0,0 1 1,1-1-1,-1 1 0,1-1 1,0 0-1,0 0 1,0-1-1,1 1 0,-1 0 1,1-1-1,0 0 1,0 0-1,0 0 0,0-1 1,1 1-1,-1-1 0,1 0 1,-1 0-1,1 0 1,0-1-1,0 0 0,0 0 1,-1 0-1,1 0 1,0-1-1,9 0 0,-8 0-18,0-1 0,0 1-1,0-1 1,0 0 0,0-1-1,0 0 1,0 1 0,0-2 0,0 1-1,-1-1 1,1 0 0,-1 0-1,0 0 1,0-1 0,0 0-1,0 0 1,-1 0 0,1-1-1,-1 1 1,0-1 0,4-8 0,-3 6-4,-1-1 0,0 0 0,0-1 0,-1 1 1,0-1-1,0 1 0,-1-1 0,-1 0 1,1 0-1,-1 0 0,-1 0 0,0 0 0,0 0 1,-1-10-1,-1 5-95,0 0-1,-1 0 1,-1 0-1,0 0 1,0 1 0,-1 0-1,-1 0 1,0 0-1,-1 0 1,-1 1-1,0 0 1,0 1 0,-1 0-1,-1 0 1,1 1-1,-2 0 1,0 1 0,0 0-1,0 1 1,-21-12-1,28 18-296,-1 0-1,1 0 0,-1 0 0,0 1 0,1 0 1,-1 0-1,0 0 0,-5 0 0,-10 1-7387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0 255 13181,'2'-7'524,"1"0"0,-1 0 0,1 1-1,0-1 1,0 1 0,1 0 0,0 0-1,0 1 1,1-1 0,-1 1 0,1-1 0,0 2-1,7-7 1,-1 4-59,0-1-1,0 2 1,0-1-1,1 2 1,0-1-1,18-4 1,61-18 181,1 4 0,190-24 0,-223 41-1442,35-2-1157,-83 9 854,0 0 0,1 1-1,14 3 1,-25-4 938,0 0 1,-1 0-1,1 0 1,-1 0-1,1 0 1,0 0-1,-1 0 1,1 0-1,-1 1 1,1-1-1,0 0 1,-1 0 0,1 0-1,-1 1 1,1-1-1,-1 0 1,1 1-1,-1-1 1,1 0-1,-1 1 1,1-1-1,-1 1 1,1-1-1,-1 1 1,0-1-1,1 1 1,-1-1-1,0 1 1,1-1 0,-1 1-1,0-1 1,0 1-1,0-1 1,1 1-1,-1 0 1,0-1-1,0 1 1,0-1-1,0 1 1,0 0-1,0-1 1,0 1-1,0-1 1,0 1-1,0 0 1,-1-1-1,1 2 1,-6 12-7711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29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53 8229,'3'-34'4307,"-2"31"-2284,-25-12 2795,21 14-4599,-1 1 1,1 1-1,-1-1 0,1 0 0,0 1 0,-1 0 1,1-1-1,0 1 0,-1 1 0,1-1 0,0 0 1,0 1-1,-4 2 0,-36 28 1482,15-6-724,1 2 1,1 0-1,-35 51 1,-52 105 458,83-130-2119,2 2 1,3 0-1,3 2 1,-30 118-1,48-150-467,1 1 0,1 0-1,2 29 1,5 35-6438,4-22-3319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0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1912 110 4988,'0'-8'863,"0"1"0,0 0-1,-1-1 1,0 1 0,-1 0-1,1 0 1,-1 0 0,0 0-1,-1 0 1,0 0 0,0 0-1,-1 1 1,-5-9 0,8 15-786,1-1 1,-1 1-1,1 0 1,-1 0 0,0 0-1,1-1 1,-1 1-1,1 0 1,-1 0-1,0 0 1,1 0 0,-1 0-1,0 0 1,1 0-1,-1 0 1,0 0 0,1 0-1,-1 1 1,1-1-1,-1 0 1,0 0 0,1 1-1,-1-1 1,0 1-1,-15 8 766,11-3-582,1 0-1,-1 1 1,2 0 0,-1 0 0,1 0 0,0 0-1,0 1 1,1-1 0,-2 11 0,-6 15 643,-3 12-165,2 1 0,1 0 0,3 0 0,2 1-1,0 61 1,25 237 670,-10-237-1082,0 37 14,-6-1 1,-20 204-1,6-268-359,-3-2 0,-3 0-1,-4-1 1,-4 0 0,-3-2 0,-37 73-1,13-52-594,-4-3-1,-4-2 1,-4-3-1,-82 89 0,39-65-1187,-4-4 1,-162 122-1,178-161-349,-136 75 0,0-27-3986,39-33-2399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16 203 13317,'-6'-34'2052,"0"17"-243,3-9-221,3-17 848,3 26-1588,13 3-148,19-3-180,-4 5-260,7 4-152,10-1-400,0 4-400,2 7-464,4 7-480,-6 0-184,3 8-245,-4 3-2603,-2 5-3657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2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144 152 10425,'-39'23'2192,"8"-23"-32,2 3 3889,7-3-4305,0 2 1860,57-10-2884,25-1-316,7-2-748,12-1-476,13-8-580,13-2-796,12-13-748,13 1-2881,10 5-4960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80 5897,'-3'-3'412,"2"2"-267,0 0 0,0 1-1,0-1 1,0 0-1,0 0 1,1 0-1,-1 0 1,0 0-1,1 0 1,-1 0-1,1 0 1,-1 0 0,1 0-1,-1 0 1,1 0-1,0 0 1,0 0-1,-1 0 1,1-1-1,0 1 1,0 0 0,0 0-1,0 0 1,0 0-1,0 0 1,1-2-1,0 1 1932,-7-17 1835,5 17-3466,0 0 0,0 0-1,0 0 1,0 0 0,0 0 0,0 0 0,0 1 0,-1-1 0,1 0 0,-1 1-1,1-1 1,-3-1 0,3 3-349,1 0-1,-1-1 0,1 1 1,-1 0-1,0 0 0,1 0 1,-1-1-1,1 1 1,-1 0-1,0 0 0,1 0 1,-1 0-1,0 0 1,1 0-1,-1 1 0,1-1 1,-1 0-1,0 0 0,1 0 1,-1 0-1,1 1 1,-1-1-1,0 0 0,1 1 1,-1-1-1,1 0 0,-1 1 1,1-1-1,0 1 1,-1-1-1,1 1 0,-1-1 1,1 1-1,0-1 1,-1 1-1,1-1 0,0 1 1,0-1-1,-1 1 0,1 0 1,0-1-1,0 1 1,0-1-1,0 1 0,0 0 1,0 0-1,-8 28 970,2 0 0,1 0 0,2 1 1,-1 51-1,1-3-89,-16 88-976,-7 0 0,-52 180 0,-5-50 0,-4 19 0,55-188-440,24-62-1168,7-55 1322,0 2-627,1 0 0,0 0 0,1 1 0,0-1 0,4 16 0,-3-21-411,0 0 0,0-1 0,1 1 0,0-1 0,0 0 0,6 9 0,23 18-11379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2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58 12985,'-32'-46'2858,"31"45"-2640,0 0 0,0 0 1,0 0-1,-1 0 0,1 0 1,0 0-1,0 1 0,-1-1 1,1 0-1,-1 1 0,1-1 1,0 1-1,-1-1 0,1 1 0,-1 0 1,1-1-1,-1 1 0,1 0 1,-1 0-1,-2 1 0,0-1 551,1 0 1262,9 1-376,19 5-1074,0 1 0,0 1 0,0 1-1,-2 2 1,1 0 0,32 21 0,-5 2-37,79 70 1,-112-89-468,-1 1 1,-1 1 0,0 0 0,-1 1-1,-1 1 1,-1 0 0,-1 1-1,13 29 1,-21-39-63,0-1-1,-1 1 1,0 1-1,-1-1 1,0 0 0,0 1-1,-1-1 1,-1 1 0,0-1-1,0 1 1,-1-1-1,0 1 1,-1-1 0,0 0-1,-1 1 1,0-1-1,-1 0 1,0-1 0,0 1-1,-10 15 1,-1-3 8,-1-1 0,-1-1 1,0 0-1,-36 30 0,-92 61-423,102-80 49,5-3-256,-106 76-2265,47-44-2026,77-51 1995,5-1-3662,2 0-3014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3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573 163 7949,'2'-10'205,"2"-5"1507,-1 0 0,1-25 0,-3 36-1243,-1 0 0,0 0 0,-1 0 0,1 0 0,-1 0 0,0 0 0,0 0 0,0 0 0,0 0 0,-1 0 0,1 0 0,-1 1 0,0-1 0,-1 1 0,-2-4 0,4 5-262,-1 0 0,-1 1 1,1-1-1,0 1 0,0-1 0,0 1 1,-1 0-1,1 0 0,-1 0 0,1 0 1,-1 0-1,1 1 0,-1-1 1,1 1-1,-1 0 0,0 0 0,1 0 1,-1 0-1,1 0 0,-1 0 0,-4 2 1,-2 0 302,0 0 1,0 1 0,0 0-1,-16 8 1,7 0-103,0 0-1,1 1 0,0 1 1,1 1-1,1 0 0,-26 31 1,-71 108 1600,111-151-2008,-26 41 0,2 1 0,2 1 0,2 1 0,2 0 0,2 2 0,2 0 0,-12 72 0,19-75 0,3 1 0,1 0 0,3 0 0,1 0 0,3 0 0,1 0 0,3-1 0,16 60 0,-17-85-302,1-1 0,1 0 0,0 0 0,2 0 0,0-1 0,1-1 0,1 1 0,0-2 0,1 0 0,28 26 0,-22-26-243,0-1 0,0-1 1,2-1-1,-1-1 0,2-1 0,-1 0 1,2-2-1,45 13 0,-23-11-4700,69 7 1,-35-11-5825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3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5 10301,'-3'-1'2353,"1"1"-2073,0-1 0,0 0-1,0 1 1,0-1-1,1 1 1,-1 0-1,0-1 1,0 1 0,0 0-1,0 0 1,0 0-1,0 0 1,0 1-1,0-1 1,0 1-1,0-1 1,0 1 0,1-1-1,-1 1 1,0 0-1,0 0 1,1 0-1,-1 0 1,0 0-1,1 0 1,-1 1 0,1-1-1,0 0 1,-3 4-1,-3 3 145,-1 1 0,1 0 1,1 0-1,0 1 0,0 0 0,1 0 0,0 0 0,1 1 0,-5 18 0,-2 15 471,-6 49-1,14-79-775,-3 40-310,0 84-1,8-9-2846,0-8-3239,0-91 705,1-13-3364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3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8009,'2'3'459,"-1"0"0,1 0 0,-1 1 0,1-1 0,-1 0 0,0 1 0,-1-1 0,1 1 0,0-1 0,-1 1 0,0-1 0,0 1-1,0 0 1,0 3 0,1 27 1238,6 1-894,2-1 1,1-1 0,17 38 0,51 98 469,8-14-586,-75-138-744,1 0 1,0-1-1,1-1 0,1 0 0,1-1 1,26 21-1,-35-30 6,1-1-1,-1-1 1,1 1 0,-1-1 0,1 0-1,0 0 1,0-1 0,0 0-1,0 0 1,1-1 0,-1 0 0,0 0-1,1-1 1,-1 0 0,1 0 0,-1-1-1,0 1 1,1-2 0,-1 1-1,0-1 1,0 0 0,0-1 0,0 1-1,0-1 1,-1-1 0,1 1 0,-1-1-1,10-9 1,-2 2 76,-2 0-1,0-1 1,0-1-1,-1 0 1,-1-1-1,0 0 1,0-1 0,-2 1-1,0-2 1,-1 1-1,8-23 1,-9 11 304,0-1 0,-2 0 0,0 0 0,-2-54 0,-1 22 825,0 54-940,0 0 0,-1 1 0,1-1-1,-1 0 1,-1 0 0,1 0 0,-1 0-1,0 1 1,-1-1 0,1 0 0,-1 1-1,0-1 1,0 1 0,-5-8 0,7 13-189,-1-1 1,1 1-1,0-1 1,-1 1-1,1-1 1,-1 1-1,1 0 0,-1-1 1,1 1-1,0 0 1,-1-1-1,0 1 1,1 0-1,-1 0 1,1-1-1,-1 1 1,1 0-1,-1 0 1,1 0-1,-1 0 0,0 0 1,1 0-1,-1 0 1,1 0-1,-1 0 1,1 0-1,-1 0 1,0 0-1,1 0 1,-1 0-1,1 0 1,-1 1-1,1-1 0,-1 1 1,-1 0 18,0 0 1,0 1 0,0 0-1,1-1 1,-1 1-1,1 0 1,-1 0-1,1 0 1,-2 3-1,-2 5 88,0 0 1,1 1-1,-4 12 0,-5 28-454,2 0 1,3 1-1,1 0 0,2 106 0,5-139-231,8 149-4657,8-59-4124,-5-67 977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4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9441,'3'7'424,"-1"-1"0,0 1 1,-1-1-1,1 1 0,-1 0 0,-1-1 0,1 1 1,-1 0-1,-1 8 0,-11 67 2788,2-26-1530,-20 157 1658,-11 109-947,39-296-2128,2 36 0,1-53-193,0 0-1,0-1 0,0 1 1,1-1-1,1 1 1,-1-1-1,7 14 1,-8-20-57,0-1 1,0 1 0,0 0 0,0 0-1,1-1 1,-1 1 0,1-1 0,-1 1-1,1-1 1,-1 0 0,1 1 0,0-1-1,-1 0 1,1 0 0,0 0 0,0-1-1,0 1 1,0 0 0,0-1 0,0 1-1,0-1 1,0 1 0,0-1 0,0 0-1,0 0 1,0 0 0,0 0 0,0 0-1,1-1 1,-1 1 0,0-1 0,2 0 0,4-2-1,0 0 1,0-1 0,-1 0-1,1-1 1,-1 1 0,7-6 0,-1-2 5,-1 1 0,0-1 0,0-1 0,-1 0 0,-1-1-1,0 0 1,-1-1 0,0 0 0,-2 0 0,1 0 0,-2-1 0,6-19 0,-6 12-19,0 0 0,-2 0-1,0 0 1,-2 0 0,-1 0 0,0 0-1,-2-1 1,-4-31 0,2 39-5,-1 0 0,-1 0 1,0 0-1,-1 0 0,-1 1 1,0 0-1,-1 0 0,-1 1 1,0 0-1,-1 0 0,-1 1 1,0 0-1,0 1 0,-1 1 1,-1 0-1,0 0 0,-25-15 1,20 15-182,-2 1 1,1 1-1,-1 0 1,-1 2-1,1 0 1,-1 1 0,0 2-1,-1 0 1,1 1-1,-1 1 1,0 1-1,1 1 1,-28 3-1,41-3-286,0 2 0,0-1-1,0 1 1,0 0 0,1 1-1,-1 0 1,-8 4-1,11-4-402,1 0 0,0 0 0,-1 0-1,1 1 1,0-1 0,1 1 0,-5 5 0,-12 22-9108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4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1448 20 11913,'-8'-16'4603,"7"12"-822,1 8-2072,23 113 3157,4 33-1965,-19-55-2669,-3 0-1,-5 1 0,-4-1 1,-4 0-1,-4 0 1,-4-1-1,-46 150 0,38-173-127,-4-1 0,-2 0 0,-4-3 0,-2-1 0,-3-1 0,-3-3-1,-3-1 1,-2-2 0,-3-2 0,-68 59 0,66-70-1137,-3-4 0,-1-1 0,-2-3 0,-1-3 0,-2-2 0,-128 48 0,103-50-1141,-89 30-6542,60-30-2946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6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10273,'13'8'2831,"-12"-8"-2425,-1 1 0,0-1 0,0 1 0,1-1 0,-1 1 0,0-1 0,0 1 0,0-1 0,0 1 0,1-1 0,-1 1 0,0-1 0,0 1 0,0-1 0,0 1 0,0 0 0,0-1 0,-1 1 0,1-1 0,0 1 0,0-1 0,0 1 0,-2 10 3244,5 4-4642,6 5 1780,2-1 1,0 0-1,2 0 0,0-1 0,0-1 1,23 21-1,-12-10-240,53 55 226,102 86 0,5-18-4211,-152-127 892,59 32 0,-4-12-7277,-42-24-1559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6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 15 12049,'-80'-9'2788,"39"4"393,-3 8-569,5-1-280,-5 10-360,0 5-416,-10 6-343,-4 11-233,1 6 0,-6 6-520,2 8-584,4 6-1080,-6 6-521,-7 0-1131,-6 2-1172,9 9-1965,13 0-5216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1 9213,'0'0'17924,"-12"8"-16569,5-2-910,1 1 1,0-1-1,0 1 0,0 1 1,-8 14-1,-20 23 637,16-28-994,0-1 0,-2 0 0,-31 18-1,-73 36 63,54-31-130,-279 183-2107,280-170 969,3 3-1,-108 115 0,123-114-701,-38 44-2555,37-27-2579,15-2-4237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17 5208,'13'-8'228,"3"-1"3295,-27 14-283,11-5-3200,-3 2 174,1-1 0,0 1 0,-1-1 0,1 1-1,0 0 1,0 0 0,0 0 0,0 0 0,1 0 0,-4 4-1,-10 14 1219,1 1 0,1 1-1,-21 44 1,18-26-772,2 0 1,1 0-1,2 1 0,2 1 1,2 0-1,-3 67 0,18 259-3054,-1-254-136,9 62-6076,-1-95 180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34 12649,'-73'-17'2184,"51"14"6013,31-5-6729,33 2-268,24 15-284,26-1-195,26 4-129,22-4-228,15 7-488,23-1-761,3-6-303,3-2-804,7-6-716,-1-6-3621,1-2-5752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39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40 12157,'26'-40'13138,"-32"61"-9401,5 4-2848,1 0 0,6 43-1,0 20 181,-9 4-1032,-16 102-1,-28 90-100,12-85-297,16-96-2416,-5 27-6486,25-93 2557,9-3-3979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0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14 13825,'-10'-14'3532,"16"25"1386,9 14-1042,-6-13-4711,110 117 3253,-32-37-1727,-87-92-689,27 29 158,-1 1 1,-2 1-1,-1 1 0,28 52 0,-47-74-138,0 0-1,0 1 1,0-1 0,-2 1-1,1-1 1,-1 1 0,-1 0-1,0 0 1,-1 12 0,0-15-9,-1 1 1,-1-1 0,0 0 0,0 0 0,0 0-1,-1 0 1,0 0 0,-1-1 0,0 0-1,0 1 1,0-1 0,-1 0 0,-8 9-1,-5 2-19,-1 0 0,0-2 0,-1 0 0,0-1 0,-2 0 0,-24 11-1,-143 60-2124,173-79 1766,-86 27-2667,40-15-496,3 5-3927,31-5-2644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1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431 252 5581,'17'-18'1599,"-1"-1"0,-1 0 1,23-39-1,14-18 5936,-50 74-5596,-2-38 1737,-3 38-3261,0 0 1,-1-1 0,1 1-1,0 0 1,-1 1-1,1-1 1,-1 0 0,0 1-1,-3-1 1,6 2-318,0 0-1,0 0 1,0 0 0,0 0 0,0 0-1,0 0 1,0 0 0,0 0-1,0 0 1,0 1 0,0-1-1,0 0 1,0 1 0,0-1 0,0 1-1,0-1 1,0 1 0,0-1-1,1 1 1,-1 0 0,0-1 0,0 1-1,1 0 1,-2 1 0,-16 27 246,7-11-24,-108 149 56,107-149-376,-222 354 0,214-332-45,2 2-1,2 0 1,1 1-1,3 0 1,1 1-1,-8 73 1,17-92-40,1 0 0,1-1 1,1 1-1,1 0 1,1-1-1,1 1 0,1-1 1,2 0-1,0-1 1,1 1-1,2-1 0,0-1 1,22 35-1,-13-30-1032,2-1 1,0-1-1,2 0 0,0-2 0,43 32 0,-36-33-2564,2-2-1,50 26 1,-10-16-6854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1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21 8493,'8'-21'4174,"-22"31"-779,-25 34 318,19-19-2708,2 0-1,0 2 1,2 0-1,1 1 1,-16 40 0,19-34-607,1-1 1,2 1-1,2 1 1,1 0 0,1 0-1,2 0 1,3 69-1,2-67-269,2 1-22,-2 1 0,-2-1-1,-1 0 1,-8 45 0,7-76-96,0 0 1,-1 0-1,-1 0 0,1 0 0,-1-1 1,0 1-1,0-1 0,-1 0 0,1-1 1,-1 1-1,-1-1 0,1 0 0,-1 0 1,0 0-1,0-1 0,0 0 1,-1 0-1,-10 4 0,-14 6-16,0-2 0,-58 15-1,62-20-77,-31 8-2962,55-14 1047,12-13-3269,-6 10 4522,0 0-1,-1 0 1,1 0-1,0 1 1,0-1-1,0 1 1,0 0-1,6-1 1,33-6-9021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1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10017,'5'8'-997,"1"1"7800,-17-19 1793,7 6-7081,2 6-451,-1 3-911,0-1 0,0 1 0,0 0-1,0 0 1,1 1 0,0-1-1,0 0 1,0 1 0,1-1 0,-2 8-1,-4 66 400,6-53-373,0-16-178,0 0-1,1 0 1,1 0 0,0 0 0,0 0 0,1-1 0,0 1 0,0 0 0,1-1 0,1 1 0,-1-1-1,2 0 1,-1 0 0,1 0 0,0-1 0,1 0 0,0 0 0,1 0 0,-1-1 0,1 1 0,1-2-1,-1 1 1,1-1 0,0 0 0,1-1 0,-1 0 0,1 0 0,18 6 0,-14-7-36,1-1 1,-1-1 0,1 0 0,0 0-1,0-2 1,-1 0 0,1 0-1,0-1 1,0-1 0,-1 0-1,1-1 1,-1 0 0,0-2 0,0 1-1,13-7 1,-18 6 131,0 0-1,-1 0 1,0-1 0,0 1-1,-1-2 1,1 1 0,-1-1-1,-1 0 1,7-10 0,5-3 275,-16 18-147,-4 3-151,-1 0-139,0 1-1,1 0 1,-1 0 0,1 0-1,-1 0 1,1 0 0,-1 1-1,1-1 1,0 1 0,0 0-1,1 0 1,-1 0 0,0 0-1,1 1 1,0-1 0,0 1-1,0-1 1,0 1 0,1 0-1,-1 0 1,1 0 0,0 0-1,-1 8 1,0-1-912,2 1 1,-1-1-1,2 0 0,1 15 1,6 20-5311,-4-20 165,0-6-2558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2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7001,'0'0'14390,"0"2"-13964,-2 21-38,-1-1-1,-1 0 0,-8 28 0,2-9-222,8-8-79,3-18 405,0-14-478,0 1-1,0-1 0,0 0 1,0 0-1,0 0 0,1 0 1,-1 0-1,0 0 0,1-1 1,-1 1-1,0 0 0,1-1 1,-1 1-1,1-1 0,1 1 1,2-3 26,1 0 0,-1 0 1,0 0-1,0-1 0,8-6 1,11-5-1,-18 10-18,1 1-1,0 0 1,0 1-1,1-1 1,-1 2 0,14-3-1,-19 4-19,0 0 0,1 1-1,-1-1 1,0 0 0,1 1-1,-1 0 1,0-1 0,1 1 0,-1 0-1,0 0 1,0 1 0,0-1-1,0 0 1,0 1 0,0-1 0,-1 1-1,1 0 1,0-1 0,-1 1-1,1 0 1,-1 0 0,1 0 0,1 4-1,4 7-16,0 0 0,0 1-1,-2 0 1,9 28 0,-4-10-223,-7-1-60,-3-23 254,1-4 17,0-6 16,1-1 1,-1 0-1,0 0 0,0 1 0,0-1 0,0 0 1,-1 0-1,1-4 0,3-6-16,9-26 33,22-45 0,-28 70-13,1 1 1,0 0 0,1 1-1,0 0 1,1 0 0,18-16-1,-26 26 4,0 1-1,0-1 1,0 1-1,1 0 1,-1 0-1,0 0 1,0 0-1,1 0 1,-1 0-1,1 1 1,-1-1-1,1 1 1,-1-1-1,1 1 0,-1 0 1,1 0-1,-1 0 1,1 0-1,-1 1 1,1-1-1,-1 1 1,1 0-1,-1-1 1,1 1-1,3 2 1,-4-1 8,0-1 1,1 1-1,-2 0 1,1-1-1,0 1 0,0 0 1,0 0-1,-1 0 1,1 1-1,-1-1 0,0 0 1,0 0-1,0 1 1,0-1-1,1 5 0,8 42-70,-7-30 45,-1-5-270,0 0 0,-2 1 1,1-1-1,-3 16 1,1-11-3567,-1 1-3398,1-3-936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2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 11117,'7'-3'1954,"-9"9"-736,1-4-703,0 1-1,0-1 1,0 0 0,1 1-1,-1-1 1,1 0-1,-1 1 1,1-1 0,0 1-1,0-1 1,1 4 0,0-1-402,0-1 1,1 1 0,0-1 0,0 0 0,1 1-1,-1-1 1,1 0 0,0 0 0,0 0 0,0-1 0,1 1-1,-1-1 1,1 0 0,-1 0 0,1 0 0,0 0-1,1-1 1,-1 1 0,0-1 0,7 2 0,-5-2-107,0 1 0,0-1 0,0-1 0,1 1 0,-1-1 0,1 0 1,-1-1-1,1 1 0,0-1 0,-1-1 0,1 1 0,-1-1 0,1 0 0,8-3 0,-8 0-10,0 0 0,0 0-1,0-1 1,-1 1-1,0-2 1,0 1-1,0-1 1,-1 1 0,0-1-1,0-1 1,0 1-1,-1-1 1,0 0 0,5-12-1,-8 17 28,14-20 197,-21 49-122,2 0 0,-2 36 0,-2 17-5,-3 20 28,8-59-101,-2-1-1,-11 44 0,13-74-7,-38 123 36,34-115-74,-1 0 0,-1 0 1,-1-1-1,0 0 0,-13 15 0,20-28 19,-86 101-236,74-90 201,-1-1 0,0 0 0,-1-1 0,-28 17 0,36-23 25,-16 8 30,23-16 0,0 1-1,0-1 0,0-1 0,0 1 0,1 0 0,-1 0 1,0-1-1,1 1 0,-1-1 0,1 1 0,0-1 0,-1 1 0,1-1 1,-1-2-1,2 0 6,0 1-1,1 0 1,0-1 0,-1 1 0,1-1 0,0 1-1,1 0 1,-1-1 0,0 1 0,5-6 0,22-32 22,116-166-1823,-59 63-8122,-61 96 941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942 0 9341,'-1'2'2251,"0"4"-1215,-2 0 0,1 0 0,-1-1-1,0 1 1,-7 9 0,-7 14 979,2 9-315,2 0 0,2 1 0,-9 53-1,-16 56 865,-12-16-749,-124 242-1,-104 105-2049,156-278 258,71-114-2343,4 1 1,-39 113 0,82-194 1674,-1 0 0,1 0 0,0 1 0,1-1 1,-1 9-1,7 21-7777,4-9-1947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3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1448 11 8077,'0'0'291,"0"-1"-1,0 0 1,0 1 0,0-1 0,-1 1-1,1-1 1,0 1 0,0 0 0,-1-1-1,1 1 1,0-1 0,-1 1 0,1-1-1,0 1 1,-1 0 0,1-1 0,0 1-1,-1 0 1,1-1 0,-1 1 0,1 0 0,-1-1-1,1 1 1,-1 0 0,1 0 0,-1 0-1,1 0 1,-1-1 0,1 1 0,-1 0-1,1 0 1,-1 0 0,1 0 0,-1 0-1,1 0 1,-2 1 0,0-1 51,0 1-1,0 0 1,1 1 0,-1-1-1,0 0 1,0 0-1,1 1 1,-1-1 0,1 1-1,-2 1 1,-34 51 383,33-48 199,-18 35 1103,-32 80 0,-2 4-182,-26 17-1319,-7-3-1,-6-4 0,-5-5 0,-148 149 0,67-88-3116,-215 277-9491,366-425 6154,11-7-3254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4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38 7657,'4'-37'12741,"-6"38"-12544,0 0-1,1 0 1,-1 0 0,1 1-1,0-1 1,-1 0 0,1 1-1,0-1 1,0 1 0,0 0 0,-1 1-1,-1 1 170,-18 26 310,2 1 0,0 1-1,2 0 1,2 1 0,1 1-1,-12 44 1,14-32-1204,-8 58-1,14-59-1738,1 57 0,5-97 1716,0-1 0,0 1 0,0 0 0,1 0 1,0 0-1,0 0 0,3 7 0,6 7-6822,-2-7-126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4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7105,'-2'4'374,"-1"-1"1,1 0-1,0 1 1,1-1-1,-1 1 0,0 0 1,1 0-1,0-1 1,0 1-1,0 0 1,1 0-1,-1 0 1,1 0-1,0 0 1,0 0-1,1 7 1,2 9 827,0 0 0,9 24 0,0 7-293,-7-15-557,-4-23-264,0-1 0,1 0 0,0 0 0,1 0-1,0-1 1,1 1 0,1-1 0,-1 1 0,12 16-1,-14-25-108,0-1 0,0 0 0,0 0 0,1 0 0,-1 0 0,1 0 0,-1 0 0,1-1 0,0 0-1,0 1 1,0-1 0,0 0 0,0 0 0,0 0 0,0-1 0,0 1 0,0-1 0,0 0 0,0 0-1,0 0 1,0 0 0,0 0 0,0-1 0,0 1 0,4-2 0,7-2-97,0-1 1,0 0-1,25-14 0,-32 16 69,10-7 72,0-1 1,28-24-1,1 0 829,-44 34 82,-2 24-15,-1-18-824,0 1 1,-1 0-1,1-1 0,-1 1 0,0-1 0,-1 1 1,-4 7-1,-9 24 174,-21 62-2555,36-96 478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40 8533,'-9'21'1584,"2"-1"1,0 1 0,-5 29-1,-1 2 593,5-23-1256,-3 6 177,2 1 1,-7 59 0,16-78-741,1 0 0,7 33 0,-8-49-346,0 0-1,0 1 0,1-1 1,-1 0-1,1 0 1,-1 0-1,1 0 0,-1 0 1,1 0-1,-1 0 0,1 0 1,0 0-1,0-1 1,0 1-1,-1 0 0,1 0 1,0 0-1,0-1 0,0 1 1,0-1-1,0 1 0,0-1 1,0 1-1,0-1 1,1 1-1,-1-1 0,0 0 1,0 0-1,0 0 0,0 1 1,0-1-1,1 0 1,-1-1-1,0 1 0,0 0 1,0 0-1,0 0 0,3-1 1,0-2-3,-1 1 1,1-1-1,0 0 1,-1-1-1,1 1 1,-1 0-1,0-1 1,0 0-1,0 1 1,-1-1-1,1 0 0,-1-1 1,0 1-1,0 0 1,-1-1-1,1 1 1,-1-1-1,0 1 1,0-1-1,0 0 1,-1-5-1,2-12-4,-2-1 0,0 1 0,-5-25 0,3 25 27,-2-1 1,-1 1-1,-1 0 1,0 0-1,-16-32 1,16 41-291,-1 0-1,0 0 1,-1 1 0,0 0-1,-1 0 1,-1 1 0,1 0-1,-2 1 1,-18-15 0,26 23-1149,1 3 520,0 0 1,-1-1-1,1 1 1,-1 0-1,1 1 1,0-1-1,0 0 1,0 0-1,-2 3 1,6 6-6481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35 8417,'38'-34'9223,"-38"38"-8020,4 42 295,-2 0-1,-2-1 1,-2 1-1,-12 68 1,-56 182 832,45-217-2287,-2-2-1,-5 0 1,-2-3 0,-3-1 0,-87 125 0,102-169-1452,-2 0-1,-49 44 1,-18 2-8566,41-42-1756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6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21 12993,'12'-8'1620,"-11"2"541,-27 0 7555,37 29-6664,-8-19-2570,31 50 494,80 94-1,9 13-7320,-62-77-4718,-35-50-520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6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652 29 12793,'-51'-20'2632,"13"11"257,6 18-505,-22 11-352,13 0-352,3 6-320,-4 5-364,1 6-155,0 6-165,0 9-140,6 2-380,3 3-872,3 3-445,-6-3-635,7 0-856,-4-5-488,7-6-2665,9 5-4916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9977,'-32'86'2172,"16"-46"-236,-3 8-224,-3-2-279,6 3-353,0 2-232,0 9-192,-6-3-316,3 3-640,6 3-736,7 0-980,0-3-2933,-4 0-3920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80 13825,'-67'-45'5785,"55"39"-3581,-1 0 1092,35-5-2152,-3 5-260,22 3-171,32 0-237,4 3-408,12 6-844,9 0-293,16-1-847,10-2-576,3-11-408,6 8-2829,13 0-4800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6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 13757,'-3'0'316,"0"-1"-1,0 1 1,0 0 0,0 0-1,0 1 1,-1-1-1,1 0 1,0 1-1,0 0 1,1 0-1,-1 0 1,0 0 0,0 0-1,0 0 1,1 1-1,-1 0 1,1-1-1,-1 1 1,1 0 0,-1 0-1,1 0 1,0 0-1,0 1 1,0-1-1,0 1 1,1-1-1,-1 1 1,-2 5 0,-1 6 897,0 1 1,1-1-1,0 1 1,-3 28-1,1-8 254,-15 100-886,6 0 0,5 1 0,11 176 0,4-111-3142,-3 7-6250,-2-125-9600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72 12973,'-2'-5'493,"0"1"0,1-1 0,-1 0 0,1 1 0,0-1-1,0 0 1,0 0 0,1 0 0,0 1 0,0-1 0,0 0 0,1-7-1,-1 12-466,0 0-1,0 0 0,0 0 0,0-1 0,0 1 0,0 0 1,0 0-1,1 0 0,-1 0 0,0 0 0,0 0 0,0-1 0,0 1 1,0 0-1,0 0 0,0 0 0,0 0 0,0 0 0,0 0 1,0 0-1,0 0 0,1 0 0,-1 0 0,0-1 0,0 1 1,0 0-1,0 0 0,0 0 0,0 0 0,0 0 0,1 0 0,-1 0 1,0 0-1,0 0 0,0 0 0,0 0 0,0 0 0,0 0 1,1 0-1,-1 0 0,0 0 0,0 0 0,0 0 0,0 0 1,0 0-1,0 0 0,0 0 0,1 0 0,-1 1 0,0-1 0,0 0 1,0 0-1,0 0 0,0 0 0,0 0 0,0 0 0,0 0 1,0 0-1,1 1 0,15 5 485,0 1 1,0 0-1,-1 1 1,0 1-1,0 1 1,-1 0-1,22 20 1,86 97 531,-91-91-865,-2 1-1,-1 1 1,-2 2 0,-2 0 0,22 51-1,-37-69-139,0 1 1,-1-1-1,-1 1 0,-1 1 0,-2-1 0,0 1 0,-1 0 0,-2 0 0,0 0 0,-1 0 0,-2 0 0,-4 25 0,0-30-23,0 1 0,-1-1-1,-1-1 1,0 0 0,-2 0 0,0 0 0,-1-1 0,-1-1 0,0 0-1,-2 0 1,1-2 0,-2 1 0,-19 14 0,-1-2-331,-2-1 1,-1-1 0,-1-3-1,-80 35 1,51-31-1147,-74 16 0,-3-6-3445,67-17-277,-4 3-4982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7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74 9245,'0'-3'2392,"0"-5"-1231,-1 0 1,1 0-1,-1 0 0,-1 0 0,1 0 1,-7-15 3221,5 25-2986,-4 1-958,0 2-1,0-1 1,1 1 0,0 0 0,0 0-1,0 1 1,1 0 0,-1 0-1,1 0 1,-5 8 0,-9 16 790,-15 33 0,18-31-638,-76 149-465,8 4 1,8 3 0,-89 346 0,148-464-142,3 0 1,4 1-1,2 0 0,4 1 0,6 96 1,1-132-74,2 1 0,1-1 0,2 0 0,2-1 0,1 1 0,1-2 0,2 0 1,2-1-1,1 0 0,1-1 0,2-1 0,28 35 0,-21-36-1235,1-1-1,1-1 0,1-1 0,36 22 1,-29-24-3116,66 33-1,29-2-8615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8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460 158 4856,'4'2'826,"16"9"-502,-12-4 5603,-8-12-5446,1 0-1,1 0 1,-1 0 0,1 0-1,0 1 1,0-1 0,0 0-1,1 1 1,-1 0 0,4-5-1,-4 7 1129,-3-1-847,-1-73 2632,2 75-3292,0-1 0,0 0-1,-1 1 1,1-1-1,0 1 1,-1-1-1,1 0 1,-1 1-1,1-1 1,-1 1-1,0-1 1,0 1-1,0 0 1,0-1 0,0 1-1,0 0 1,0-1-1,0 1 1,0 0-1,-1 0 1,1 0-1,0 0 1,-1 0-1,1 0 1,-1 1-1,1-1 1,-1 0 0,1 1-1,-1-1 1,1 1-1,-3-1 1,-1 0 3,-1 0 0,1 1 1,0 0-1,0 0 1,0 0-1,0 0 0,0 1 1,0 0-1,-6 1 0,-2 3 73,-1 1-1,1 0 0,0 0 1,1 1-1,-1 1 0,1 0 1,-14 13-1,0 2 123,2 1-1,-24 30 0,40-45-262,1 1-1,0 1 0,1-1 1,0 1-1,1 0 1,0 0-1,1 0 0,0 1 1,1 0-1,0 0 0,1-1 1,0 2-1,1-1 1,0 0-1,1 0 0,1 0 1,0 0-1,0 0 0,4 13 1,0-4-45,1-1 0,1 0 0,0 0 0,2-1 0,0 0 0,2 0 0,0-1 0,0 0 0,2-1 0,17 18 0,38 36-273,-31-35 112,-2 2-1,-1 2 1,28 44 0,-59-80 161,0 1-1,0 0 1,0 0 0,-1 0 0,0 0 0,0 0 0,0 1 0,-1-1-1,1 1 1,-1-1 0,-1 1 0,1-1 0,-1 1 0,0 0 0,0-1-1,-1 1 1,1-1 0,-1 1 0,0 0 0,-1-1 0,0 0 0,0 1-1,0-1 1,0 0 0,-1 0 0,1 0 0,-1 0 0,-1-1 0,1 1 0,-1-1-1,1 0 1,-1 0 0,-8 6 0,-7 5-39,1-1 1,-2-1-1,0-1 0,-23 10 0,-90 32 487,92-39-1558,1 1 0,0 2 0,-53 33 0,92-51 883,0 1-1,0-1 0,1 0 1,-1 1-1,0 0 1,0-1-1,0 1 0,0-1 1,0 1-1,1 0 0,-1 0 1,0-1-1,1 1 1,-1 0-1,0 0 0,1 0 1,-1 0-1,1 0 0,-1 0 1,1 1-1,1-1-264,0-1 0,1 1 0,-1-1-1,0 1 1,1-1 0,-1 1 0,1-1 0,-1 0-1,1 0 1,-1 0 0,0 0 0,1 0 0,-1 0-1,1 0 1,1-1 0,38-1-8309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49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9713,'3'1'9227,"-3"22"-5197,-4 46-2982,3-42 220,1 95-81,0-107-1177,2 0 0,0-1-1,0 1 1,1-1 0,1 0 0,1 0 0,0 0-1,0-1 1,2 1 0,9 15 0,2 8-523,-17-35 490,0 0-1,0 0 0,0 0 0,0 0 1,0 0-1,0 0 0,1 0 0,-1-1 1,1 1-1,-1 0 0,1-1 0,0 1 1,-1-1-1,1 1 0,0-1 0,0 0 1,0 0-1,0 0 0,0 0 0,0 0 0,1 0 1,-1-1-1,0 1 0,0-1 0,1 0 1,-1 1-1,0-1 0,1 0 0,-1 0 1,0 0-1,3-1 0,1-1-3,0 0-1,0 0 1,-1-1-1,1 1 1,-1-1-1,1 0 1,-1-1-1,0 1 1,0-1-1,6-7 1,10-12 476,0-1 0,-2-1 1,0 0-1,-2-2 1,-1 0-1,21-49 1,-24 49 437,-28 58-651,1 1 1,-16 60 0,0 102-4835,18-64-6780,11-81 589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432 118 4604,'-1'-2'120,"1"1"-1,-1-1 1,1 1 0,0-1-1,0 0 1,-1 1-1,1-1 1,0 0-1,0 0 1,1 1-1,-1-1 1,0 0-1,1 1 1,-1-1-1,1 1 1,-1-1-1,1 0 1,0 1-1,-1-1 1,3-1-1,-2 1 97,-1 1-46,-1-1-1,1 1 1,0 0-1,0 0 1,-1-1 0,1 1-1,-1 0 1,1 0-1,-1 0 1,0 0 0,1 0-1,-1 0 1,0-1 0,0 1-1,1 1 1,-1-1-1,0 0 1,-1-1 0,0 0 384,0 0 0,0-1 1,0 1-1,0 0 1,1-1-1,-1 0 1,1 1-1,-2-5 1,-2-21 1715,4 25 523,-1 7-1468,-12 28 86,2 0-1,1 1 0,1 1 0,-7 45 1,1-6-187,-1 0-555,-46 165 1222,51-199-1890,-111 321-29,58-185-3713,31-82-3713,28-72 443,5 10-4539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13 363 11913,'-12'9'6755,"13"-7"-5634,1 2-982,0 0-1,0-1 1,0 0-1,1 1 1,-1-1-1,1 0 0,0 0 1,0 0-1,0-1 1,1 1-1,-1-1 1,0 0-1,1 0 1,0 0-1,-1 0 1,8 2-1,12 3 140,41 10 0,-28-9-26,44 13-323,1-4 0,123 10 0,-159-24-131,0-3 1,0-1-1,0-2 0,0-2 0,0-2 0,52-15 0,-81 17 192,0-2-1,-1 1 0,1-2 1,-1 0-1,-1-1 0,0 0 1,0-1-1,-1-1 0,0 0 1,-1-1-1,21-25 0,-18 18 144,-2 0 1,-1-1-1,0-1 0,-2 1 0,0-2 0,-1 0 1,-1 0-1,5-24 0,21-92 2929,-33 135-1519,-15 18 203,8-7-1474,0 1 0,1 0 0,0 1 0,0-1-1,1 1 1,-3 10 0,-17 70 876,17-61-812,-5 22-211,-89 403 383,95-422-703,-2 58 0,8-89 138,0 0 1,0 0-1,0 1 0,0-1 0,0 0 1,0 0-1,0 0 0,0 0 0,1 0 1,-1 0-1,0 0 0,1 0 0,-1 0 1,0 0-1,1 0 0,-1-1 1,1 1-1,-1 0 0,1 0 0,0 0 1,-1 0-1,1-1 0,0 1 0,0 0 1,0-1-1,-1 1 0,1-1 1,2 2-1,-1-2-53,0 0 0,0 0 0,0 1 0,0-1 0,0-1 0,0 1 0,0 0 1,0-1-1,0 1 0,0-1 0,0 1 0,0-1 0,3-1 0,4-3-301,1-1 1,-1 0-1,0 0 0,14-13 0,2-7-515,28-38 0,9-10 29,-43 55 757,-1 1-1,2 0 0,31-20 1,-50 38 157,0 0 0,0 0 1,0 0-1,0 0 1,0 0-1,0 0 1,0 1-1,0-1 1,0 0-1,0 1 1,0-1-1,0 0 1,0 1-1,0-1 1,0 1-1,-1-1 1,1 1-1,0 0 1,0-1-1,1 2 1,0 0 49,64 46 823,-49-35-711,1 1 0,0-2 0,1 0 0,25 11 0,-39-21-178,0 0-1,1 0 1,-1-1 0,1 1 0,0-1 0,-1 0 0,1-1 0,0 1 0,0-1 0,-1-1 0,1 1-1,0-1 1,-1 0 0,1 0 0,0 0 0,-1-1 0,1 0 0,-1 0 0,0 0 0,0-1 0,6-3-1,-1 0-8,0 0 0,-1-1-1,1 0 1,-1-1-1,0 0 1,-1 0 0,0-1-1,-1 0 1,1 0-1,-2-1 1,1 0-1,-1 0 1,-1-1 0,0 1-1,-1-1 1,0 0-1,5-21 1,-7 22 5,6-29-6,-1 0 1,-2 0-1,-1-50 1,-3 80-3,-2-1 1,1 0 0,-2 1 0,1-1-1,-1 1 1,0 0 0,-1-1 0,0 1 0,-1 0-1,0 0 1,0 1 0,-1-1 0,0 1-1,-1 0 1,1 0 0,-1 1 0,-1 0-1,0 0 1,-7-7 0,6 10-83,1-1 0,-1 1-1,0 0 1,0 0 0,-1 1 0,1 0-1,-1 1 1,1 0 0,-1 0 0,0 1-1,0 0 1,0 1 0,1 0 0,-1 0 0,0 0-1,-15 4 1,-4 2-1365,1 1 0,1 1 0,-51 23 0,64-25 570,1-1-861,1 0 0,-1 1 1,-15 11-1,-3 11-5640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8581,'34'-33'2485,"-25"23"-1512,0 1 0,1-1 1,0 1-1,1 1 0,0 0 0,1 1 1,-1 0-1,17-7 0,-6 8-658,-1 1 1,1 1-1,0 0 0,0 2 0,38 1 1,-59 0-278,1 1 0,0 0-1,0 0 1,0 0 0,0 0 0,0 0 0,-1 1 0,1-1 0,0 0 0,0 1 0,0 0 0,-1-1 0,1 1 0,0 0 0,0 0 0,-1 0 0,1 0 0,-1 0 0,1 0-1,-1 0 1,1 0 0,-1 1 0,0-1 0,0 1 0,0-1 0,0 1 0,0-1 0,0 1 0,0 0 0,0-1 0,0 1 0,-1 0 0,1 0 0,-1-1 0,1 1 0,-1 0-1,0 0 1,0 0 0,0 0 0,0 3 0,-1 4 213,0-1 0,-1 1-1,0 0 1,0-1 0,-1 1-1,-7 14 1,-83 145 2985,47-71-1823,4 3 0,-45 164 0,63-166-1741,-14 129 0,35-184-1494,2 0-1,5 47 0,-2-52-711,-2-31 844,1 0-1,0 0 0,0 0 1,1 0-1,3 11 1,5 10-9027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13025,'54'-31'2096,"-13"19"-327,10 1-141,10 2-600,-1 1-200,3 5-180,7-3-288,3 0-552,7-2-896,2 2-868,-6 3-3449,1 6-4352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2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1188 3 8041,'-8'-1'680,"-1"0"492,1 1 7221,8 33-6482,-1-27-1745,0-1 0,0 0 0,-1 0 0,0 0 0,0 0 0,0-1 0,0 1 0,-1-1 0,0 1 0,0-1 0,-4 5 0,-4 8-36,10-15 140,-17-1-234,-12-2 26,25-1 67,-1 0 0,1 0 0,0-1 0,0 1 0,0-1 0,0-1 0,1 1 0,-1-1 0,1 0 0,-4-4 1,-3-2 416,9 8 1136,-16-10-772,13 9 1903,10 9-2787,-4-4-13,1 0 0,0 0 1,0 0-1,0 0 0,0 0 0,1 0 0,-1-1 1,0 1-1,1-1 0,-1 1 0,1-1 1,0 0-1,-1 0 0,1 0 0,0 0 1,4 0-1,-4-1 810,-3 0-821,0-1 0,1 1-1,-1 0 1,0-1 0,1 1 0,-1-1-1,0 1 1,1-1 0,-1 1 0,1 0-1,-1-1 1,1 1 0,-1 0 0,1 0-1,-1-1 1,1 1 0,-1 0 0,1 0-1,-1-1 1,1 1 0,-1 0 0,1 0-1,0 0 1,0 0 66,0 0 1,0-1-1,0 1 1,0 0-1,0-1 0,0 1 1,0-1-1,0 1 1,0-1-1,-1 1 0,1-1 1,0 0-1,0 1 1,-1-1-1,2-1 0,9-22 150,-10 22 31,-2 4-306,-49 127 104,11-26-5,-15 37-42,3-8 0,-80 146 0,-80 84 0,98-182-1467,-258 434-14336,322-523 3290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19 11957,'7'-19'11157,"-14"42"-3949,3-1-8228,-57 371 4485,49-333-3502,-3-1-1,-23 59 1,36-113-321,1 0 0,-1 0-1,1 0 1,0 0 0,0 1 0,1-1 0,-1 0-1,1 0 1,0 1 0,1 5 0,1-3-1492,0 0 0,1 0 0,0 0 0,6 12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10189,'-48'50'9595,"47"-49"-9474,0 0 0,1 0-1,-1 0 1,1 0 0,-1 0-1,1 0 1,-1 0 0,1 0-1,0 0 1,-1 0-1,1 0 1,0 0 0,0 0-1,0 0 1,0 0 0,0 0-1,0 0 1,0 2 0,0 2 255,0 2-163,0 1 0,0-1-1,1 1 1,0-1-1,0 0 1,1 1 0,0-1-1,0 0 1,0 0-1,1 0 1,0 0 0,1-1-1,0 1 1,0-1-1,0 0 1,9 10-1,2 1-451,1-1 0,0-1 0,1-1-1,27 18 1,-33-25-404,1-2 1,-1 1-1,1-1 0,23 6 1,-4-1-863,-28-9 1428,0 0 1,0 0-1,0-1 0,0 1 0,0-1 1,0 1-1,0-1 0,0 0 0,0 0 0,0-1 1,1 1-1,-1-1 0,0 1 0,-1-1 0,1 0 1,0 0-1,0 0 0,0-1 0,0 1 1,-1 0-1,1-1 0,-1 0 0,1 0 0,-1 0 1,0 0-1,1 0 0,-1 0 0,0-1 1,-1 1-1,1 0 0,2-4 0,4-7 516,-1-1 0,0 0 0,0 0 0,6-23 0,-12 33-207,1 0 66,-1 0 0,0-1 0,0 1 0,0 0 1,0-1-1,-1 1 0,0-7 0,0 9-150,0 1-1,0 0 1,0-1 0,-1 1-1,1-1 1,-1 1-1,1 0 1,-1-1-1,0 1 1,1 0-1,-1 0 1,0-1-1,0 1 1,0 0-1,0 0 1,0 0-1,0 0 1,0 0-1,0 0 1,0 1-1,-1-1 1,1 0 0,-3-1-1,3 2-38,0 0 0,0 1 1,0-1-1,0 0 0,0 0 0,0 1 0,0-1 0,-1 1 1,1-1-1,0 1 0,0-1 0,0 1 0,1-1 1,-1 1-1,0 0 0,0 0 0,-1 1 0,0-1 168,-4 4-51,0 1-1,0-1 1,0 1-1,0 0 1,1 0-1,0 1 1,1-1-1,-1 1 1,1 1-1,0-1 1,-3 11-1,-4 11 145,-10 50-1,16-57-318,2-8-760,0 0-1,2 0 1,0 0-1,0 0 1,2 0 0,2 24-1,5 2-4363,4-2-3520,-5-21-1578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3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12705,'-8'16'2489,"0"1"1,-9 30-1,-12 79 2238,16-59-3273,-3 23 139,15-80-1445,1 0 0,0 0 1,0 1-1,1-1 0,0 0 0,4 16 0,9-1 147,-12-23-183,1-3-25,0 0-83,-1 1-1,1-1 1,0 0-1,-1 0 1,1 0-1,-1-1 1,1 1-1,-1 0 1,0-1-1,0 0 0,1 0 1,-1 1-1,0-1 1,0 0-1,-1-1 1,1 1-1,0 0 1,-1-1-1,1 1 1,-1 0-1,0-1 1,0 0-1,0 1 1,0-1-1,0 0 1,-1 1-1,1-1 1,-1 0-1,0 0 1,1 1-1,-1-1 1,-1-3-1,1-15 28,0 0 0,-2 0 0,-1 1 0,0-1 0,-11-34 0,-44-97-888,36 98-746,10 36-26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1000 3 3648,'0'1'73,"0"0"-1,0 0 0,0 0 1,-1-1-1,1 1 1,0 0-1,-1-1 0,1 1 1,-1 0-1,1-1 1,-1 1-1,1 0 0,-1-1 1,1 1-1,-1-1 0,0 1 1,1-1-1,-1 1 1,0-1-1,1 1 0,-1-1 1,0 0-1,0 0 0,0 1 1,1-1-1,-1 0 1,0 0-1,0 0 0,1 0 1,-1 0-1,0 0 0,0 0 1,0 0-1,0 0 1,1 0-1,-1 0 0,0 0 1,0-1-1,1 1 1,-1 0-1,-1-1 0,-12-3 6743,-8-8-5413,12 13 6552,6 2-7779,0 1 1,0 0 0,1 0-1,-1 0 1,1 0 0,0 1-1,0-1 1,1 1-1,0 0 1,-1 0 0,1 0-1,1 0 1,-1 0 0,1 0-1,0 0 1,0 0 0,0 1-1,1 7 1,0 11 544,2 1 0,8 46 0,-3-31-171,24 190 739,-11 1-1,-8 235 0,-17-376-1280,-4 0-1,-3-1 1,-5 0-1,-52 162 1,42-177-35,-4-2 1,-3-1 0,-3-2 0,-2-1 0,-94 120 0,84-130-1630,-3-2 0,-92 79 0,98-98-2852,-100 59-1,84-61-1585,9-3-3473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5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1 341 12273,'0'-9'565,"2"0"0,-1 1 0,1-1 0,0 0-1,1 1 1,0-1 0,1 1 0,-1 0 0,2 0 0,-1 0 0,1 0-1,0 1 1,1 0 0,-1 0 0,1 0 0,1 1 0,-1 0 0,13-9-1,9-3-119,0 1 0,1 2 0,0 0 0,1 2-1,1 2 1,0 0 0,42-7 0,233-28-2315,-287 44 1618,10-1-462,159-12-2521,-165 15 1642,0 1 0,0 0 0,0 2 0,0 1 0,43 13 0,-17 6-6358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7:59:5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172 249 12721,'-89'52'2188,"67"-55"381,-1 3 11,8 3-256,-8 2 5633,39-19-6621,16-12-308,22 9-964,13 3-64,15-12 0,13 0 0,10 1-416,13-7-1480,9 7-728,235-75-22223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5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13597,'58'7'2224,"-56"-7"-1910,-1 0-1,1 1 1,0-1 0,0 0 0,0 0 0,0 0-1,-1-1 1,1 1 0,0 0 0,0-1-1,0 1 1,-1-1 0,1 1 0,0-1 0,-1 0-1,1 0 1,2-1 0,-4 1-233,1 1-1,-1 0 1,1-1-1,0 1 1,-1-1 0,1 1-1,0 0 1,-1 0-1,1-1 1,0 1 0,-1 0-1,1 0 1,0 0-1,0 0 1,-1 0 0,1 0-1,0 0 1,0 0-1,-1 0 1,1 0 0,0 0-1,-1 0 1,1 1-1,0-1 1,-1 0 0,1 0-1,0 1 1,-1-1-1,1 1 1,0-1 0,0 1-1,7 4 371,0 1 0,-1 0 0,0 0 0,0 1 0,0-1-1,-1 2 1,1-1 0,6 12 0,38 71 758,-35-59-753,150 286 345,-144-277-1872,3-1 0,1-1 0,2-2 0,1 0 0,49 45 0,-70-73 617,1-1 0,0 0 1,0 0-1,1-1 0,0 0 1,0-1-1,0 0 0,1-1 1,-1 0-1,1 0 0,0-1 1,1-1-1,-1 0 0,0 0 1,1-1-1,-1 0 0,1-1 1,-1-1-1,17-2 0,-17 1 316,0-1 0,0 0-1,0-1 1,-1 0 0,0-1-1,0 0 1,0 0 0,0-1-1,-1-1 1,0 1 0,0-1-1,13-14 1,-6 1 633,0-1-1,-1 0 1,-2-1 0,0 0 0,-1-1-1,-1 0 1,-1-1 0,-2 0 0,0-1-1,-1 0 1,-2 0 0,-1 0 0,0-1-1,-1-41 1,-4 58-130,1 0 0,-1 0 0,-1 0 0,0 0 0,0 0 0,-1 0 0,0 0 0,-1 1 0,-7-14 0,9 18-207,-1-1 0,0 1 0,0 0 0,-1 0 0,1 1 1,-1-1-1,0 1 0,0-1 0,0 1 0,0 0 0,-1 1 0,1-1 0,-1 1 0,0 0 1,1 0-1,-1 0 0,0 1 0,0 0 0,-7-1 0,-3 1 43,0 1 0,0 0 1,0 2-1,0 0 0,0 0 0,0 1 0,0 1 0,1 1 1,-25 10-1,4 1 30,1 2 0,-55 38 0,-109 97-2344,63-45-1830,131-106 3808,-47 37-5134,-62 60-1,46-25-5228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5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10829,'31'-30'3432,"-21"20"-2772,0 0 1,0 1 0,1 0-1,0 0 1,0 1 0,1 1-1,0 0 1,1 1 0,20-8-1,1 5-381,1 2 0,-1 1 0,1 2 0,0 2 0,1 1 0,-1 2-1,0 1 1,0 1 0,0 2 0,-1 2 0,0 1 0,0 2 0,35 15 0,-56-20-243,0 2 0,0-1 1,-1 1-1,0 1 0,-1 0 1,1 1-1,-2 0 0,1 1 1,-1 0-1,-1 0 0,0 1 1,0 1-1,8 14 0,-12-17-16,-1 0-1,0 1 0,0-1 1,-1 1-1,-1 0 1,1 0-1,-2-1 1,1 2-1,-1-1 0,-1 0 1,0 0-1,0 0 1,-1 0-1,0 0 0,-1 0 1,0 0-1,-1 0 1,0-1-1,-6 14 0,-2-1 8,-1 1 0,-1-2-1,-1 0 1,-1 0-1,-30 32 1,-100 84 54,137-130-76,-176 146 86,79-69 368,-110 116 1,209-194-365,1-1-1,0 1 1,1 0-1,0 0 0,-1 1 1,2 0-1,-1-1 0,1 1 1,-4 14-1,6-18-66,1-1 0,-1 1 1,1-1-1,0 1 0,0-1 1,0 1-1,1-1 0,-1 1 1,0-1-1,1 1 0,0-1 0,0 0 1,-1 1-1,1-1 0,2 3 1,-1-2-3,1 0 0,0 0 1,-1 0-1,1 0 0,0 0 1,0-1-1,1 1 0,-1-1 1,0 0-1,1 0 1,0 0-1,5 2 0,22 7 92,1-1-1,1-1 0,38 4 1,127 6 55,287-35-1802,0-39-1907,-123 12-314,-255 30 2312,200-11-7118,-208 28 1543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6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15417,'530'-82'10776,"565"-29"-6974,-705 73-6015,-11 2-4374,-354 33 5566,15-2-1316,-11 4-3136,-8 3-3907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6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1912 1 9897,'-80'10'7549,"-41"7"-2026,112-16-5254,-332 77 6302,279-60-5900,2 2-1,0 3 1,-81 45 0,127-61-649,1 1 0,0 1 1,0 0-1,1 1 1,0 0-1,1 1 1,0 0-1,1 1 0,-12 16 1,17-19-20,0 0 0,1 0 0,0 0 1,0 0-1,1 1 0,0 0 0,1-1 0,0 1 1,0 0-1,1 0 0,1 0 0,-1 0 0,2 0 1,-1 0-1,4 14 0,3 7-3,2 0 0,19 47 0,-15-46 0,14 60 0,-25-87 0,-1 0 0,-1 0 0,1 0 0,-1 0 0,0 0 0,0 1 0,0-1 0,-1 0 0,1 0 0,-1 0 0,-1 0 0,1 0 0,-1 0 0,0 0 0,0-1 0,0 1 0,0 0 0,-1-1 0,0 0 0,-4 6 0,0-3 0,0-1 0,-1 0 0,0 0 0,0-1 0,0 0 0,0 0 0,-1-1 0,1 0 0,-1 0 0,-12 2 0,-18 4-472,-1-1-1,0-2 1,-1-2 0,1-2-1,-44-2 1,-204-24-3388,240 15 1443,-59-16 0,85 17-755,0 0-1,-27-14 1,34 11-5566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6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47 13717,'-26'-20'9405,"39"8"-7857,0-2-320,25 20-288,32-4-179,-1 7-317,17-3-536,13 2-781,12 1-379,13-1-916,6-5-684,0 3-3317,-3 0-5484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9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166 232 3276,'19'-29'988,"-22"6"-316,3 0-95,-3 6-141,0 0-108,-1 0-76,1 3-28,-9-4-76,2 4-28,-6 3-112,-3-4-132,-3 4-180,-23 0-276,30 8-1209,-14-6 541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9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3207 411 3076,'1'-4'213,"1"1"-1,-1 0 1,0-1 0,0 1-1,0 0 1,0-1-1,-1 1 1,0-1 0,1 1-1,-1-1 1,0 1-1,-1-1 1,1 1-1,-1-1 1,1 1 0,-1-1-1,0 1 1,-2-5-1,-2-9 600,0 1-1,-2 0 1,0 0-1,-9-16 0,10 20-42,0 0 0,1-1-1,0 1 1,-4-22 0,6 20-52,-2 0 0,1-1 0,-9-15 0,10 25-550,0 0-1,0 0 1,-1 0 0,1 1-1,-1 0 1,0-1 0,0 1-1,0 1 1,-1-1 0,1 1-1,-1-1 1,-7-3-1,0 2 107,-1 0-1,0 0 1,0 1-1,0 1 0,0 0 1,-1 1-1,-18-1 0,-101 5 1353,121-1-1519,-736 82 2902,665-71-2916,-958 164-4673,431-21-4919,305-65-495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5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24 222 10357,'0'0'1647,"-14"-5"1726,14 5-3172,0 0 0,-1 0 0,1 0 0,-1 0 0,1 0 0,-1 0 0,1-1 0,0 1 0,-1 0 0,1 0 0,-1 0 0,1 0 0,0-1 0,-1 1 0,1 0 0,0 0 0,-1-1 0,1 1 0,0 0 0,-1-1 0,1 1 0,0 0 0,0-1 0,-1 1 0,1 0 0,0-1 0,0 0 0,9-4 1580,27-3-1337,-34 8-175,673-61 4535,-539 53-4414,1183-56 910,-829 42-1059,180-4 84,-647 26-319,23 0 5,0-2 0,67-12 0,-207 19-1496,71 0 666,0 0 1,1 1-1,-23 9 0,7 2-3304,2 3-4268,16-5-1949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7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124 438 6025,'3'-34'10946,"-3"20"-6410,0 11-3875,0-8-718,3-38 4439,-2 46-3462,-4 0-830,0 0 0,0 0 0,0 0-1,1 0 1,-1-1 0,1 1 0,0-1 0,-3-6-1,5 10-87,0-2 13,-1 0-1,0 0 0,1 0 1,0 0-1,0 0 0,-1 0 1,1 0-1,0 0 0,0 1 1,1-1-1,-1 0 0,0 0 0,1 0 1,-1 0-1,2-3 0,0-2-20,-2 4 346,-17-23 605,16 25-876,1-1 1,-1 0 0,0 0 0,0 0-1,1 0 1,-1 0 0,1 0 0,0 0-1,-1 0 1,1-1 0,0 1 0,0 0-1,0 0 1,1 0 0,-1 0 0,0 0-1,1 0 1,-1 0 0,1 0 0,0 0-1,0 0 1,0 0 0,0 0-1,2-2 1,-2 2 432,-1-1-529,1 1 21,-1-1 1,1 1-1,0-1 1,0 0 0,0 1-1,0 0 1,1-1-1,1-2 1,-1 3 2,-1-1 0,0 1 0,1 0 0,-1-1 0,0 1 0,0 0 0,-1-1 0,2-4 0,-1 4 0,0-1 1,0 1-1,0 0 0,1 0 1,0 0-1,-1 0 1,1 0-1,0 0 0,0 0 1,1 0-1,4-4 0,-2 1 10,-3 4 45,2 0-25,13-8 74,-13 8 575,-2 1-619,9-7-51,-11 8-6,0 0 0,0-1 0,1 1 0,-1 0 0,0 0 0,1-1 0,-1 1 0,0 0 0,1 0 0,-1-1 0,0 1 0,1 0 0,-1 0 0,0 0 0,1 0 0,-1-1 0,0 1 0,1 0 0,-1 0 0,1 0 0,-1 0 0,0 0 0,1 0 0,-1 0 0,1 0 0,-1 0 0,0 0 0,1 0 0,-1 1 0,1-1 0,-1 0 0,0 0 0,1 0 0,-1 0 0,0 0 0,1 1 0,-1-1 0,0 0 0,1 0 0,-1 1 0,0-1 0,0 0 0,1 1 0,-1-1 0,0 0 0,0 1 0,1-1 0,-1 0 0,0 1 0,0-1 0,0 0 0,0 1 0,0-1 0,0 1 0,1-1 0,-1 0 0,0 1 0,0-1 0,0 1 0,0-1 0,0 0 0,-1 1 0,1-1 0,0 1 0,1 0 0,0 0 0,-1 1 0,1-1 0,0 0 0,-1 1 0,0-1 0,1 0 0,-1 1 0,0-1 0,1 1 0,-1-1 0,0 1 0,0-1 0,0 0 0,0 1 0,-1-1 0,1 2 0,-2 2 0,2 5 0,3-9 0,10-17 0,-12 15 0,10-15 0,-1-1 0,11-20 0,-21 42 0,0 1 0,0-1 0,0 0 0,-1 1 0,-2 7 0,1 2 0,-3 14 0,-2 1 0,-1-1 0,-2-1 0,-15 34 0,-8 23 0,-47 165 0,69-214 0,-15 66-3085,-22 186 0,42-241-5644,5 4-6155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8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 14225,'0'0'360,"-1"0"0,0 0 1,0-1-1,0 1 0,0 0 0,0 0 0,0 0 0,1 0 0,-1 0 0,0 0 0,0 0 0,0 0 0,0 0 0,0 0 0,0 1 0,0-1 1,1 0-1,-1 1 0,0-1 0,0 0 0,0 1 0,1-1 0,-1 1 0,0-1 0,0 1 0,0 1 0,-1 0-2,0 0 0,1 1 0,-1-1 0,1 0 0,0 1 0,0 0 0,0-1 0,0 1-1,-1 2 1,0 6 42,0 0-1,1 0 0,0 0 0,1 12 1,1 4-184,2-1 0,1 0 1,0 0-1,3 0 0,0-1 0,1 0 1,1 0-1,2-1 0,0 0 1,2-1-1,0-1 0,2 0 0,0 0 1,34 35-1,-35-43-236,1 0 1,0-1-1,0-1 0,1-1 0,1 0 1,0-1-1,0-1 0,1 0 1,21 6-1,-31-12 11,0 0 0,1-2 0,0 1 1,-1-1-1,1 0 0,0 0 0,-1-1 0,1-1 1,0 1-1,-1-1 0,1-1 0,0 0 0,-1 0 0,0 0 1,1-1-1,-1 0 0,0-1 0,0 0 0,-1 0 0,1-1 1,-1 0-1,12-11 0,-8 6 5,-1-1 0,0 0-1,-1-1 1,0 0 0,10-19 0,29-71 137,-32 65 36,-3 8-111,11-43 1,-1 1-53,-22 68-6,-2 4 0,-7 12 0,-10 21 0,-186 353 0,103-204 0,-26 76-1759,-44 81-3947,139-286-2553,5-11-5800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8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30 10821,'-1'-3'2666,"-5"-11"-692,1 1 12594,10 30-14329,0-1 0,1 0 0,1-1 0,0 1 0,1-1 0,18 26 0,75 86 788,-82-103-989,51 51-38,124 106 0,-82-82 0,-31-27-1735,42 29-5317,3 3-1529,-99-79-3834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8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883 95 15809,'-56'-51'3506,"41"25"3039,5 10 90,-1 14-6640,5 5 34,0-1 0,1 2 0,-1-1-1,1 0 1,-1 1 0,1 0-1,0 0 1,1 1 0,-7 7 0,4-5-40,-45 48 11,2 3 0,-48 75 0,-2 3 0,-90 97-5500,31-38-4231,84-98-4821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4 272 11641,'-1'-2'217,"1"0"0,-1 0 1,0 0-1,1 0 0,0-1 0,-1 1 0,1 0 0,0 0 1,0 0-1,0 0 0,0 0 0,1 0 0,-1 0 0,0 0 0,1-1 1,1-2-1,0-1 218,1 0 0,0 1 1,0-1-1,1 0 1,6-6-1,2-3 581,1 2 0,1 0 1,19-15-1,-11 13-470,1 0 0,0 2 1,1 1-1,1 0 0,0 2 0,0 1 0,1 1 1,40-7-1,-32 10-329,0 1 1,1 1-1,-1 2 1,1 1-1,-1 2 1,41 8-1,-63-8-168,0 0 1,0 1-1,-1 1 0,0 0 0,1 1 1,-1 0-1,-1 0 0,19 13 1,-25-15-37,0 1 0,0-1 0,0 1 0,0 0 0,-1 0 0,1 1 0,-1-1 0,0 1 1,-1-1-1,1 1 0,-1 0 0,0 0 0,0 0 0,0 0 0,-1 1 0,1-1 0,-1 0 1,-1 1-1,1-1 0,-1 1 0,0 7 0,-2 2 8,-1-1-1,0 0 1,0 0 0,-2 0 0,0 0-1,0 0 1,-1-1 0,-1 0-1,0 0 1,-14 18 0,-12 12 23,-59 59 0,36-43-11,50-52-27,-18 20 10,1 0 0,-32 52 1,50-72-14,1 1 0,0-1 1,0 1-1,1 0 1,0 0-1,0 0 1,1 1-1,0-1 1,1 0-1,0 1 0,0 0 1,1-1-1,0 1 1,0-1-1,1 1 1,3 15-1,3-6 0,0-1 0,1 0 0,1 0 0,15 23 0,17 29 20,-37-61-22,-1 0-1,1 1 1,-2-1 0,1 1-1,-1 0 1,0 0 0,-1-1 0,0 1-1,-1 0 1,1 0 0,-2 0-1,1 0 1,-1 0 0,-1 0-1,-2 10 1,-1-5 3,0 0 0,-2 0 0,1-1 0,-1 0 0,-1 0-1,-1-1 1,0 0 0,-14 16 0,-155 144-680,75-78-1444,42-33-415,-11 9-3986,52-46 763,11-6-3374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 14217,'-3'-2'2752,"-20"-5"939,18 4 1024,32 4-2095,519 2 994,-209-3-2456,239 16-1158,-521-13 0,724 31 0,215-16-9164,-988-18 5137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0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1553 26 13529,'-27'-10'1805,"21"7"-1145,0 1 0,-1 0 0,1 0 0,0 0 0,-1 1 0,1-1 0,-1 2 0,1-1 1,-1 1-1,-8 0 0,-42 7 734,1 2 0,0 2 0,-70 24 0,93-24-737,1 2-1,0 2 1,0 0-1,1 2 1,2 2-1,-46 35 1,71-51-657,0 1 0,0-1 0,1 1 0,0 0 0,-1 0 0,1 0 0,0 0 0,1 1 0,-1-1 0,1 1 0,0-1 0,0 1 0,1 0 0,-1 0 0,1 0 0,0 0 0,0 6 0,1-4 0,0 0 0,1 0 0,0 0 0,0 0 0,1 0 0,0 0 0,0-1 0,0 1 0,1-1 0,0 1 0,4 5 0,10 13 0,1-1 0,1-1 0,1 0 0,36 31 0,-17-20 0,52 53 0,-82-77 0,0 0 0,-1 1 0,0 0 0,-1 1 0,0-1 0,10 25 0,-16-32 0,0-1 0,0 1 0,0 0 0,-1-1 0,1 1 0,-1 0 0,0 0 0,0-1 0,0 1 0,0 0 0,-1 0 0,1-1 0,-1 1 0,0 0 0,0-1 0,-1 1 0,1-1 0,-1 1 0,1-1 0,-1 0 0,0 1 0,-1-1 0,1 0 0,0 0 0,-1-1 0,0 1 0,1 0 0,-1-1 0,0 0 0,0 0 0,-1 0 0,-4 3 0,-8 3 0,-1 1 0,0-2 0,-1-1 0,0 0 0,-24 4 0,-93 14 8,-243 11-1,83-12-104,255-18-318,-64 5-1961,38-14-4919,85-11-12320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21 14437,'-73'-3'8041,"98"-6"-6037,17 3-412,2 4-380,13 2-243,16 5-193,19-2-164,13 3-520,19 0-480,12 2-712,7-2-153,0 0-547,3-4-748,-12-4-420,-14 4-2885,-5 4-4988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2112 1 8065,'28'21'1357,"-9"-6"348,-16-13-1325,1-1-1,0 1 1,0-1-1,-1 0 1,1-1-1,7 2 1,19 4 1703,63 33 5520,-93-38-7483,1 0 1,-1-1-1,0 1 0,0 0 0,0 0 1,0 0-1,0 0 0,0 0 0,0 0 0,0 0 1,0 0-1,-1 0 0,1 0 0,0 0 1,-1 0-1,1 0 0,0 0 0,-1 0 1,1 0-1,-1 0 0,-1 1 0,2-1 153,-4 5 5,0 0 1,-1 0 0,1 0-1,-1-1 1,0 0-1,0 0 1,-1 0 0,0 0-1,0-1 1,0 0-1,0 0 1,0-1 0,-1 0-1,-7 3 1,-17 5 689,-58 14 1,74-21-864,-193 44 61,27-7-170,-185 67 0,3 47-64,281-112-168,2 3-1,-93 71 1,-107 114-5032,100-68-1064,85-65-364,17-3-4014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31 13141,'0'-1'249,"0"-1"-1,0 1 1,-1-1-1,1 1 1,0-1 0,-1 1-1,1-1 1,-1 1-1,1 0 1,-1-1-1,0 1 1,0 0 0,1-1-1,-1 1 1,0 0-1,0 0 1,0 0-1,-8-6 9744,-15 23-5098,3 42-4628,-12-9-266,-3-1 0,-44 44 0,33-38 0,-42 61 0,69-86 0,2 2 0,1 0 0,1 0 0,2 2 0,1 0 0,-11 42 0,20-59 0,1 1 0,1 0 0,0 0 0,1 0 0,1 0 0,0 0 0,1 0 0,1 0 0,1 0 0,0 0 0,1-1 0,1 1 0,1-1 0,14 30 0,-9-27 0,1 0 0,1-1 0,1 0 0,0-1 0,2-1 0,-1 0 0,2-1 0,19 14 0,17 6 0,83 43 0,-78-47 0,76 53 0,-125-78 0,18 17 0,-26-22 0,0 0 0,-1 0 0,1 1 0,0-1 0,-1 0 0,1 0 0,-1 0 0,1 1 0,-1-1 0,1 0 0,-1 0 0,0 1 0,0-1 0,0 0 0,0 1 0,0-1 0,0 0 0,0 1 0,0-1 0,0 0 0,-1 1 0,1-1 0,0 0 0,-1 1 0,0 0 0,-2 3 0,0-1 0,0 0 0,-1 1 0,1-1 0,-1 0 0,0-1 0,0 1 0,0-1 0,-1 0 0,1 0 0,-1 0 0,0 0 0,0-1 0,0 0 0,0 0 0,0 0 0,-6 0 0,-16 5 0,-1-1 0,-30 1 0,33-4 0,-121 21-1186,77-11-662,-1-3-1,-109 1 1,126-16-2554,23-2-2199,13 1-5448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11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36 15281,'-54'-1'1145,"5"0"975,7 3 9411,2002-38-8841,-1918 37-2684,22 0-57,70 11 0,-118-8-775,-14 0-1517,-26 5-341,1-4 855,0-1-1,-1-1 1,-45 0 0,-6 0-4237,-10 7-4385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38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2178 24 8321,'8'-12'4310,"-8"12"-4225,0 0-1,1 0 0,-1 0 1,0 0-1,0-1 0,0 1 1,1 0-1,-1 0 1,0-1-1,0 1 0,0 0 1,0 0-1,1-1 0,-1 1 1,0 0-1,0-1 0,0 1 1,0 0-1,0 0 0,0-1 1,0 1-1,0 0 1,0-1-1,0 1 0,0 0 1,0-1-1,0 1 0,0 0 1,0 0-1,0-1 0,0 1 1,0 0-1,0-1 1,0 1-1,-1 0 0,1 0 1,0-1-1,0 1 0,0 0 1,-1 0-1,1-1 0,0 1 1,-33 3 1344,0 1 0,1 1 0,0 2 0,-57 20 0,4-1-201,-553 170 2700,516-150-4036,2 6 0,3 5 0,-124 81 0,-87 93-3865,121-60-5633,97-71-1959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3620 25 10261,'-12'-8'3776,"7"6"-3436,1-1 0,0 1 0,-1 1 0,0-1 0,1 1 0,-1 0 0,0 0 0,0 0 0,0 1-1,0-1 1,1 1 0,-7 1 0,-9-2 385,-16 0 661,-1 1 0,-70 9 1,41-2-552,-532 36 2676,254-19-2646,114-4-623,2 11 0,-310 82 1,383-68-1594,1 6 1,3 7-1,2 7 1,-173 103-1,107-24-2901,179-115 908,-53 56 1,23-4-5259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13741,'3'-3'1972,"6"-5"-836,0 1-1,0 0 1,0 1-1,1 0 1,0 0 0,20-7-1,-21 10-793,1 0 1,0 0-1,0 2 0,-1-1 0,2 1 1,-1 0-1,0 1 0,18 2 0,-1 2-81,-1 1 0,0 1 0,0 2 0,0 0 0,-1 2 0,-1 0 0,0 2 0,0 1 0,-1 0 0,-1 2 0,0 1 0,-1 1 0,0 0 0,-2 2 0,24 27 0,-35-35-211,-1-1 1,1 1-1,-2 1 1,0-1 0,0 1-1,-1 0 1,0 1 0,-1-1-1,-1 1 1,3 18 0,-4-13 15,-1 1 0,0 0-1,-2 0 1,0 0 0,-1 0 0,-7 26 0,-7 11-262,-3-2-1,-2 0 1,-46 83 0,-51 67-4239,24-78-2519,56-78 527,6-4-3924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101 226 15301,'-9'-3'1245,"-1"-1"0,1 0 0,0-1 0,1 0 0,-1 0 0,1-1-1,0 0 1,-7-7 0,14 12-1036,-1 0 0,1 0 0,0-1 1,0 1-1,0 0 0,0-1 0,0 1 0,0 0 0,0-1 0,0 1 0,1-1 0,-1 0 1,1 1-1,-1-1 0,1 1 0,-1-1 0,1-3 0,0 4-84,1-1 0,0 1 0,-1-1 0,1 1 0,0 0-1,0-1 1,0 1 0,0 0 0,0-1 0,0 1 0,0 0 0,0 0 0,0 0 0,1 0 0,-1 0-1,0 0 1,1 1 0,-1-1 0,3-1 0,11-4-125,0 1 0,1 0 0,-1 1 0,1 1 0,0 0 0,26 0 0,-14 0 0,231-15-2009,93-11-4083,-196 5-1952,7 6-5594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3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1 7853,'-2'11'442,"0"1"807,0-1 11658,-20-9-12101,0-1 58,0-2-1,1-1 1,-25-4-1,14 1-562,29 5-149,-35 0 177,34 0-105,-15 0 141,4 2-110,11-2 1322,10 0-1343,345 3 306,-114 3-3169,-105-5-520,23 1-1917,-52 7-1289,-7 5-4150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51 111 15209,'-51'3'15156,"55"-5"-13572,29-7-1311,-1 0-1,55-5 1,163-19-273,67 0-4158,163 19-9058,-349 19 807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17 313 7129,'0'-9'1625,"0"-1"0,1 1-1,1 0 1,0-1 0,0 1 0,6-15 0,-4 15-1237,0 0 0,1 0 0,0 1 0,0 0 1,1 0-1,0 0 0,0 1 0,1 0 0,0 0 0,13-10 0,6-1-85,1 2-1,0 0 1,1 2-1,0 1 1,1 1 0,1 2-1,0 0 1,0 3-1,1 0 1,0 2 0,0 1-1,45 0 1,-67 4-280,1 1 1,0 0 0,0 1-1,-1 0 1,1 0-1,9 4 1,-17-5-20,0-1 1,0 1 0,0 0-1,0-1 1,0 1-1,0 0 1,0 1-1,0-1 1,0 0-1,-1 0 1,1 1 0,0-1-1,-1 1 1,1-1-1,-1 1 1,0 0-1,1 0 1,-1-1-1,0 1 1,0 0 0,0 0-1,0 0 1,-1 0-1,1 0 1,0 0-1,-1 1 1,0-1-1,1 0 1,-1 0 0,0 0-1,0 0 1,0 5-1,-4 4 12,-1 0-1,1 1 0,-2-1 1,1-1-1,-1 1 0,-14 17 1,8-12-14,-18 35 1,26-41 5,2-8-5,0 1 0,1 0 0,-1 0 1,1 0-1,0 0 0,0 1 0,0-1 0,1 0 1,-1 0-1,1 1 0,-1-1 0,1 0 0,0 1 0,0-1 1,1 0-1,-1 0 0,2 7 0,2 1-11,0 0-1,1-1 0,0 0 1,1 0-1,0 0 1,0 0-1,16 16 1,64 56-34,-64-63-12,0 1 1,-2 1-1,22 28 0,-38-45 53,-1 1-1,-1 0 0,1-1 0,-1 1 0,0 0 0,0 0 1,0 1-1,-1-1 0,1 0 0,-1 0 0,0 8 0,-1-10 3,0 0-1,0 1 1,-1-1-1,1 1 0,-1-1 1,0 0-1,0 1 1,0-1-1,0 0 0,0 0 1,-1 0-1,0 0 1,1 0-1,-1 0 0,0 0 1,0-1-1,-1 1 1,1-1-1,-4 3 0,-5 4-10,-1-1 0,1 0 0,-2-1 0,1 0 0,-22 7 0,-73 20 10,68-22 1,-297 79-2278,175-48-4405,124-30 942,23-4-3378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4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42 239 14641,'-26'0'1289,"11"0"4020,32-8-1994,-2 0-2735,20-2 211,0 1 1,1 1-1,69-5 0,-61 9-461,484-40 1652,-333 30-1702,1020-43-145,-226 14-516,-957 39-555,-36 2-483,-24-3-44,-94-5-4389,30 10-2138,29 7-2011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6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127 233 11373,'59'-78'9782,"-49"65"-9165,0 1 0,2 0 1,-1 1-1,2 0 0,-1 1 1,2 0-1,-1 1 0,19-10 0,-16 11-491,1 1-1,0 0 1,0 1-1,0 1 1,0 1-1,1 0 1,-1 1-1,1 1 1,0 1-1,0 0 1,0 1-1,22 4 1,-35-4-116,0 1 0,0 0 0,0 0 1,0 0-1,-1 1 0,1 0 0,0-1 0,-1 2 0,0-1 0,1 0 1,-1 1-1,0 0 0,0 0 0,0 0 0,-1 1 0,1-1 1,-1 1-1,0 0 0,0 0 0,0 0 0,0 0 0,-1 0 0,0 0 1,0 1-1,0 0 0,0-1 0,-1 1 0,1 0 0,-1 0 0,1 8 1,-2-2-5,0 0 0,0 0 0,-1-1 0,-1 1 0,1 0 0,-2 0 0,0-1 0,0 0 0,0 1 0,-2-1 0,1 0 0,-1-1 0,-7 11 0,-19 25-9,17-26-48,0 1 1,1 0-1,1 1 1,1 0-1,1 1 1,-10 30-1,18-40 37,0 0 0,1-1 0,1 1 0,1 22 0,0-17 4,0-8-3,1 0 0,0 1 1,0-1-1,1-1 0,0 1 0,1 0 0,0-1 1,7 12-1,-7-13 11,0 1 0,0-1 1,-1 1-1,1 0 0,-2-1 0,1 2 1,-1-1-1,-1 0 0,1 0 0,-1 0 1,0 9-1,-2-11 9,0 1 0,0-1 0,-1 0 0,1 0-1,-1-1 1,-1 1 0,1 0 0,-1-1 0,0 1 0,0-1 0,-1 0 0,1 0 0,-1 0 0,0-1 0,-1 1-1,1-1 1,-1 0 0,0 0 0,0 0 0,-7 4 0,-12 5 66,0-1 0,-1-1-1,-37 11 1,36-13-54,-92 28 61,-45 18-442,120-31-1376,41-22 513,4-1-439,0 1 1356,0 0-1,-1-1 1,1 1 0,0-1-1,-1 0 1,1 1-1,0-1 1,0 0 0,0 0-1,0 0 1,0-1 0,0 1-1,0 0 1,1-1-1,-1 1 1,0-1 0,0 0-1,0 0 1,1 0-1,-1 0 1,0 0 0,0 0-1,0-1 1,1 1-1,3-2 1,47-7-4720,7-4-2656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7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 10913,'-44'17'1170,"26"-9"767,0-1 1,-30 7-1,38-12-1436,1 1-1,0 1 1,0-1 0,0 1 0,0 1-1,1 0 1,0 0 0,0 1-1,0 0 1,1 0 0,-1 1 0,2 0-1,-1 0 1,1 1 0,0-1-1,0 1 1,-7 16 0,8-15-286,1 0 0,0 1 0,0 0 0,1-1 0,1 2 0,-1-1 0,2 0 0,-1 0 1,1 0-1,1 1 0,0-1 0,1 0 0,0 1 0,0-1 0,1 0 0,5 18 0,-1-12-99,1-1 1,1 0-1,0 0 0,1 0 0,12 14 1,58 61 231,-54-64-269,-1 1-1,27 40 1,-50-65-81,1 0 0,0 1 0,-1-1 0,0 1 1,0 0-1,0-1 0,0 1 0,0 0 0,0-1 0,-1 1 0,0 0 0,1 0 0,-1 0 0,0 0 0,0 0 0,0-1 0,-1 1 0,1 0 0,-1 0 0,1 0 1,-1-1-1,0 1 0,0 0 0,0-1 0,-1 1 0,1-1 0,-1 1 0,1-1 0,-1 0 0,0 1 0,0-1 0,0 0 0,0 0 0,0 0 0,0-1 0,0 1 0,-1 0 1,-2 1-1,-9 5-149,0 0 0,-1-1 1,0-1-1,0 0 0,-18 4 1,-96 20-2786,80-20-1232,-1 1-5194,22-2-2055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7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14173,'16'-20'2453,"3"-3"-9,0 12-392,13-7-208,3 4-372,10 0-292,9 2-276,9 4-204,13 2-383,7-2-662,3-1-695,9 0-780,-3 4-908,0-1-3661,3 6-5844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7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1 223 11677,'22'-31'2280,"3"17"-288,-12-15-155,-3 3-121,9 1-324,9-7-224,-9 12-256,10 3-180,6 0-168,12 5-320,-2 12-532,-1 0-396,4 0-476,0 9-672,-4 8-232,-12 9-685,-13 14-1839,-10 11-3577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49 10793,'-54'26'2136,"38"-29"-136,-3 3 6913,51-6-7753,31 3-248,10 1-396,19-7-936,7 3-588,9-2-788,6-1-764,4-5-3561,2 0-5420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176 267 5593,'0'-34'1584,"0"28"4506,1 3-5169,3-37 1411,-2 11 7104,-7 7-7658,0 18-236,0 16-757,-4 21-417,-2 1 0,-1-2 0,-20 39 0,-16 39-55,35-75-250,2-1-1,2 1 1,1 1 0,2 0 0,1 0 0,2 0 0,3 59 0,0-80-81,2 0 1,0 0-1,1 0 1,1-1-1,0 1 1,1-1-1,0 0 1,1 0-1,1 0 1,0-1-1,1 0 1,0 0-1,1-1 1,1 0-1,-1-1 1,2 0-1,0 0 0,0-1 1,1-1-1,23 15 1,-15-12-5,1-2 1,1 0-1,-1-2 0,1 0 1,1-1-1,-1-1 1,1-2-1,0 0 0,0-1 1,1-1-1,-1-2 0,0 0 1,1-1-1,-1-1 0,0-2 1,0 0-1,0-1 1,-1-2-1,1 0 0,-2-1 1,1-1-1,-1-2 0,0 0 1,-1-1-1,-1 0 1,0-2-1,0 0 0,-2-2 1,0 0-1,0 0 0,-2-2 1,0 0-1,21-33 1,-23 27 12,0 0 0,-2 0 0,0-1 0,-2-1 0,-1 0 0,-1 0 0,-1 0 0,-1-1 0,-2 0 0,0 0 0,-2 0 0,-1 0 0,-1 0 0,-2 0 0,0 0 0,-2 0 0,-1 1-1,-1-1 1,-1 2 0,-1-1 0,-24-45 1,23 54-23,-1 0 1,-1 0-1,-1 1 1,0 1-1,-1 0 1,0 1-1,-2 0 1,1 1-1,-2 1 1,1 1-1,-2 0 1,-18-9-1,16 11-461,0 0 0,0 1 1,-1 1-1,0 1 0,-1 1 0,1 1 0,-1 1 0,1 1 0,-1 0 0,-43 4 0,38 1-1177,1 1 1,-28 9-1,44-10 220,0 0 1,1 1-1,0 0 0,-17 11 1,-14 18-8559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49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61 114 13565,'-23'-14'5209,"17"-6"-3097,0 0-304,-7 9-348,7 2 1140,2-11-8812,1 0 119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0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359 130 9249,'-1'0'1489,"-21"1"7233,-9 7-6914,23-4-1314,0 0-1,1 0 1,-1 0-1,1 1 1,0 0-1,0 1 1,0 0 0,-6 8-1,-45 57 2349,41-47-2136,-3 4-455,1 2-1,1 1 1,1 0 0,2 1-1,2 1 1,0 0-1,3 1 1,0 0 0,3 0-1,0 1 1,3 0 0,1 0-1,1 58 1,6-66-251,0-1 0,1 1 0,2-1 0,1-1 0,1 1 0,1-1 0,1-1 0,1 0 0,1 0 0,1-2 0,1 1 0,2-2 0,0 0 0,0-1 0,2-1 0,28 23 0,-24-24 0,0-1 0,1-1 0,0-1 0,2-2 0,-1 0 0,46 15 0,-50-21 0,1-1 0,1-1 0,-1-1 0,1-1 0,-1-1 0,1-1 0,0-1 0,38-5 0,-46 2 0,1 0 0,-1-1 0,0 0 0,0-2 0,-1 1 0,1-2 0,-1 0 0,-1-1 0,1 0 0,-1-1 0,14-12 0,-13 8 0,0-1 0,-1-1 0,0 0 0,-2-1 0,1 0 0,-2-1 0,0-1 0,7-18 0,-3 0 0,-2-1 0,-1 0 0,-2-1 0,-2 0 0,-1 0 0,-2-1 0,-2 0 0,-3-59 0,-2 61-141,-1 1 0,-2 0 0,-1 0 0,-2 1 0,-2 0 0,-1 1 0,-1 0 1,-2 1-1,-2 0 0,0 1 0,-3 1 0,0 1 0,-2 1 0,-1 0 0,-46-42 0,57 60-239,0 2-1,0 0 0,-1 0 1,0 1-1,-22-9 1,-23-9-2204,-64-17 1,108 38 1728,-1 1-1,1 1 1,-1 0-1,0 1 1,1 0-1,-1 1 1,0 1-1,0 0 1,0 1-1,0 1 1,-15 4 0,-47 14-8958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2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 26 7561,'0'0'15731,"13"6"-15836,-4-2 283,-13-8-77,-31-21 1487,32 24-1584,0 0 0,0 0 1,0 0-1,0 0 1,0 1-1,-1-1 0,1 1 1,0 0-1,0 0 1,0 0-1,-1 1 1,-4 0-1,3 0 3,-28 4 194,0 2 1,1 2-1,0 0 1,1 3-1,0 0 1,1 2-1,0 1 1,1 2-1,1 0 1,-33 28 0,46-33-109,1 1 1,0 0-1,1 1 1,0 1-1,1 0 1,1 0-1,-15 29 1,20-33-66,1 1 1,0-1 0,0 1 0,2 1 0,-1-1 0,2 0-1,0 1 1,0-1 0,1 1 0,0 0 0,1 0-1,3 19 1,4 1-26,0 0-1,3 0 0,1-1 1,1-1-1,1 1 0,30 47 0,126 163-1266,-112-166 683,-7-11 239,39 55-528,-78-102 704,0 1 0,-1 0 0,0 1 0,10 34 0,-18-50 146,-1 1 0,-1 0 0,1 0 0,-1-1 0,1 1 0,-1 0 0,-1 0 0,1-1 0,-1 1 0,1 0 0,-1 0 0,-1-1 0,1 1 0,-1-1 0,1 1 0,-1-1 0,-1 0 0,1 0 0,-1 0 0,-4 6 0,0-2-5,0 0 0,-1 0 1,0-1-1,-1 0 0,-14 10 1,14-12 14,0 0 1,0 0 0,-1-1-1,0 0 1,0 0 0,0-1-1,0-1 1,-1 0 0,1 0-1,-12 0 1,7 0 8,-21 1 196,-59 0 0,80-4 56,0 0-1,-1-1 1,1 0 0,0-1-1,0-1 1,-20-8-1,31 10-190,1 1 0,0-1 0,0 0-1,0-1 1,0 1 0,0-1 0,1 1-1,-1-1 1,1 0 0,-1 0-1,1 0 1,0 0 0,0 0 0,1 0-1,-1 0 1,1-1 0,-1 1 0,1-1-1,0 1 1,-1-6 0,1 0-2,0 1 0,0-1 0,1 0 1,0 0-1,1 0 0,0 0 0,2-9 1,5-10 5,2 1 1,1 1 0,0 0 0,2 0-1,29-42 1,-16 26-111,193-271-1002,26 19-1549,-197 238 1912,86-101-5616,-105 127 724,-10 15-3352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4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1609 134 5929,'-7'-62'6124,"7"61"-6013,0 0 0,0 0 0,0 0 0,1 0 0,-1 0 1,0-1-1,0 1 0,1 0 0,-1 0 0,1 0 0,-1 1 0,1-1 0,-1 0 0,1 0 0,0 0 0,-1 0 0,1 0 0,0 1 0,0-2 1,0 1 117,0 0 0,0 0 0,0 0 0,0 0 0,0 0 0,-1 0 0,1 0 0,0 0 0,-1 0 0,1-1 0,-1 1 0,1 0 0,-1 0 0,1-2 0,4-28 1339,-4 28 1183,-5 3-2621,-9 3-43,0 0-1,1 1 0,-1 0 1,1 1-1,0 0 0,-19 12 1,-72 52 482,67-44-365,-25 18 232,3 2 0,-64 64-1,95-82-302,1 2-1,1 1 0,2 1 1,0 1-1,3 1 1,-18 36-1,30-50-104,1 0 0,1 0 0,1 0 0,0 1 0,2 0 0,0 0 0,1 0 0,1 0 0,1 1 0,1-1 0,1 0 0,0 0 0,11 38 0,3-5-193,3-2 0,2 0 0,51 90 0,-54-111 61,2 6-76,20 45 0,-37-72 155,1 0 1,-1 0-1,0 0 1,-1 0-1,0 0 0,-1 1 1,0-1-1,0 1 0,-1-1 1,-2 19-1,1-23 19,-1 1 0,0-1 0,0 0 0,-1 0 0,1 0 0,-1 0 1,0-1-1,0 1 0,-1-1 0,1 1 0,-1-1 0,0-1 0,0 1 0,-1 0 0,1-1 0,-1 0 0,1 0 0,-1 0 0,0-1 0,0 1 0,-1-1 0,-6 2 0,-8 2-14,0-1 1,0-1-1,0-1 1,-33 2-1,-15-5-5,-1-3 1,-102-18-1,84 9-26,-222-31-1337,107 10-4980,174 30 1086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11529,'80'-49'2048,"-36"35"-248,4 5-323,9 1-289,10 2-284,9 3-208,3 3-136,10 6-228,0 0-492,3 5-540,0-2-708,-3 2-505,-13 3-827,-3 3-1196,-6 1-2757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5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 9453,'-63'14'1554,"36"-8"1085,-1 0 1,-36 15-1,61-20-1754,2 0-654,-1-1-1,1 0 1,-1 1-1,1-1 1,-1 1-1,0-1 1,1 1-1,0 0 1,-1 0-1,1 0 0,-1 0 1,1 0-1,0 0 1,0 0-1,0 0 1,-2 2-1,24 8 1189,7-1-886,1-2 1,1 0-1,-1-2 1,52 4-1,-26-3-154,2291 174 3320,10-165-3513,-2178-17-123,1066-12-49,-1187 12-129,185-9-1943,-241 10 1952,1 0-1,-1 0 1,0 0 0,0 0-1,1 0 1,-1-1-1,0 1 1,0 0 0,0-1-1,1 1 1,-1-1 0,0 1-1,0-1 1,0 1-1,0-1 1,1-1 0,-2 2 27,0-1 0,0 1 1,0-1-1,-1 1 1,1-1-1,0 1 1,-1 0-1,1-1 0,0 1 1,-1-1-1,1 1 1,0 0-1,-1-1 0,1 1 1,-1 0-1,1-1 1,-1 1-1,1 0 0,-1 0 1,1-1-1,-1 1 1,1 0-1,-1 0 0,0 0 1,-50-16-3954,-24 4-3154,-23 6-4821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0:5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11009,'0'0'6107,"4"-2"-3864,5-2-1625,0 0 0,1 1-1,0 0 1,0 0 0,0 1 0,12-1 0,69-1 1179,-53 3-1122,474-2 3140,261 27-2304,1006 113-2194,-1294-92-902,-49-13-623,0-30-2867,-337-10 1736,-40-4-2374,-16-2-4182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22 175 14265,'-22'-32'2925,"32"7"1883,-7 5-3028,3 0-344,20 5-324,15-5-252,3 6-279,13 0-413,13 5-873,10 3-339,5 6-728,7 3-852,-6 9-600,0 16-2317,3 9-4500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7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33 375 13633,'-32'-51'9969,"41"36"-7389,23-5-567,3 3-397,16-6-372,16 1-228,12-4-476,19-3-632,7 4-532,19-4-952,6 3-392,7-5-721,-4 2-907,0 6-2921,4 15-6048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543 194 10953,'-152'99'8210,"127"-80"-6630,1 1 0,0 1 0,-37 44 1,28-22-926,2 2 1,2 1 0,2 1-1,2 1 1,2 1-1,2 1 1,3 2 0,-14 58-1,26-81-576,1 0 0,2 1 1,1 0-1,1 0 0,1-1 0,2 1 0,1 0 0,1-1 0,11 40 1,-8-47-35,0 1 1,2-1-1,1 0 1,0-1-1,2 0 1,0-1-1,2 0 1,0-1-1,1 0 1,1-1-1,0-1 1,22 17-1,-14-16-45,1-1 0,0-1 0,2-1 0,0-1 0,0-1 0,1-2 0,1-1 0,0-1 0,0-1 0,1-2 0,-1 0 0,34 0 0,-40-5 0,0 0 0,1-2 0,-1 0 0,0-2 0,0-1 0,0 0 0,0-2 0,-1 0 0,0-2 0,0 0 0,-1-2 0,0 0 0,0-2 0,-1 0 0,-1-1 0,21-18 0,-16 8 0,-1-2 0,-2 0 0,0-2 0,-2 0 0,-1-1 0,-1-1 0,-1 0 0,-2-1 0,-1-1 0,-2 0 0,10-39 0,-8 12 0,-2 0 0,-2-1 0,-4 0 0,-1 0 0,-8-87 0,1 100-4,-3 1-1,-1 0 1,-3 0-1,-1 1 1,-3 0 0,-1 1-1,-38-73 1,39 91-10,-1 1 0,-1 1 1,-1 1-1,-1 0 1,-38-35-1,40 43-4,-1 0 1,-1 2-1,0 0 1,-1 1-1,0 1 1,-1 0-1,0 2 1,-26-8-1,25 10-303,1 2 0,-1 0 0,0 1 0,0 1 0,0 1-1,0 1 1,-31 3 0,44-1 19,0-1-1,-1 1 1,1 1-1,1-1 1,-1 1-1,0 1 1,1-1-1,-1 1 1,-9 8-1,12-8-56,1 0 1,-1 0-1,1 0 0,1 1 0,-1-1 0,1 1 1,-1 0-1,1 0 0,1 0 0,-1 1 1,1-1-1,0 1 0,0-1 0,-2 12 1,3-10-438,0 1 0,0-1 0,1 1 0,0-1 0,0 1 0,1-1 0,0 1 0,0-1 0,1 1 0,-1-1 0,7 14 0,1-4-3694,20 30-1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9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74 152 13741,'-32'-51'3241,"13"42"-381,6 1 3500,10-7-5075,-3-2 943,12 3-2436,0 0-1020,7 5-561,6 1-1087,0 5-68,0 0-3185,10 11-5428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0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18 14385,'-35'-17'2993,"34"17"-2730,0 0-1,0 0 1,0 0-1,0 0 1,-1 0 0,1 0-1,0 0 1,0 0-1,0 1 1,0-1-1,0 0 1,0 1-1,0-1 1,-1 1-1,1-1 1,0 1 0,0-1-1,1 1 1,-1 0-1,0 0 1,0-1-1,0 1 1,0 0-1,1 0 1,-1 0 0,0 0-1,1 0 1,-1 0-1,1 0 1,-1 0-1,1 0 1,-1 2-1,-15 31 2154,-2 1-1003,2 1-1,-13 41 1,10-2-1391,2 0 0,4 1 1,-4 90-1,15-110-25,3 1 0,2-1 0,2 0 0,3 0 0,16 60 0,-15-77 3,2 0 0,2-1 0,1-1 0,2 0 0,2-1 0,28 43 0,-31-57 0,2-1 0,0 0 0,2-2 0,0 0 0,32 24 0,-42-36 0,1 0 0,0-1 0,1 0 0,-1-1 0,1-1 0,0 1 0,0-2 0,1 1 0,-1-2 0,1 1 0,-1-2 0,1 1 0,0-2 0,22 0 0,-28-1 0,1 0 0,-1 0 0,1-1 0,-1 0 0,1 0 0,-1 0 0,0-1 0,0 0 0,0 0 0,-1 0 0,1-1 0,-1 0 0,6-5 0,-4 2 0,-1 0 0,0 0 0,0-1 0,-1 1 0,0-1 0,0 0 0,-1-1 0,5-12 0,-2-2 0,-1-1 0,-1 1 0,-1-1 0,0 0 0,-2 0 0,-2-33 0,-3-4 0,-3 1 0,-3 0 0,-2 0 0,-3 1 0,-2 1 0,-26-62 0,13 51 0,-3 2 0,-2 1 0,-4 1 0,-72-94 0,88 133-691,-1 0 1,-2 2-1,0 1 1,-1 1-1,-50-32 0,73 51 126,-1 1 0,0 0 0,-1 0 0,1 0 0,0 0 0,0 1 0,-1 0 0,1 0 0,-10-1 0,13 2 356,0 0 0,0 0-1,1 0 1,-1 0 0,0 0 0,0 0-1,0 0 1,0 1 0,0-1 0,0 0-1,0 1 1,1-1 0,-1 1-1,0-1 1,0 1 0,1-1 0,-1 1-1,0 0 1,1-1 0,-1 1-1,0 0 1,1 0 0,-1-1 0,1 1-1,-1 0 1,1 0 0,0 0-1,-1 0 1,1-1 0,0 1 0,-1 0-1,1 0 1,0 0 0,0 0 0,0 0-1,0 0 1,0 0 0,0 0-1,0 0 1,0 0 0,0-1 0,1 1-1,-1 0 1,0 0 0,0 0-1,2 1 1,11 46-9944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363 225 11533,'4'-19'1509,"0"-1"-1,-1 1 1,-2-1-1,0-27 1,-1 43-1312,0 0 0,0 0 0,0 0 1,0 0-1,1 0 0,0 0 0,0 0 1,0 0-1,0 1 0,0-1 0,1 0 1,0 1-1,0-1 0,0 1 0,0 0 1,0-1-1,1 1 0,-1 0 0,1 0 1,0 1-1,0-1 0,0 0 0,0 1 1,0 0-1,1 0 0,-1 0 0,1 0 1,-1 0-1,1 1 0,0 0 0,0-1 1,-1 2-1,1-1 0,0 0 0,0 1 1,0-1-1,0 1 0,6 1 0,-1 0-139,0 2 0,0-1 0,0 1 0,-1 0 0,1 1 0,-1 0 0,0 1 0,0-1 0,0 2 0,-1-1 0,0 1 0,0 0 0,0 0 0,-1 1 0,7 7 0,0 3 8,0 1 0,-2 0 0,1 1 0,-2 0-1,11 30 1,-14-29-49,-1 0 0,-2 0 0,0 0 0,-1 1 0,-1 0 0,-1 35 0,-3-7-24,-15 84 1,-6-31-120,-5 0 0,-3-2 0,-78 164 0,94-231-26,-3-1 1,0-1-1,-2 0 0,-37 43 0,39-55-150,0 0 0,0-2 0,-2 0 0,0-2-1,-1 0 1,0-1 0,-30 14 0,-50 18-2533,67-32-378,-1-2-3361,16-6-2337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0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12425,'-2'1'316,"0"0"0,-1 1 0,1-1 0,0 1-1,0 0 1,0 0 0,0 0 0,1 0 0,-1 0 0,0 0 0,1 0-1,-1 0 1,1 1 0,0-1 0,0 0 0,0 1 0,0-1 0,0 1 0,1-1-1,-1 1 1,1 0 0,-1-1 0,1 1 0,0 4 0,-3 12 487,-49 266 7178,32-202-6593,-42 112 1,-109 182-299,99-230-2936,-62 183-1,69-113-4144,36-72-2383,19-29-3557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64 773 7609,'-14'1'487,"9"-1"-220,0 0 0,0 1 0,1 0 0,-1 0 0,1 0 0,-1 1 0,1-1 0,-9 5 6915,16-7-6306,22-5-490,0 2 0,1 1 1,-1 1-1,0 1 1,34 2-1,1 1-125,502 1 649,335-1-564,2218-121-343,-6-108-191,1099-84 925,-1596 269 691,-2050 47-1291,-521-4-145,277-2 344,-232-2-185,95-8 1729,-178 11-1596,0-2-52,-2 1-206,1 0 0,0 1-1,0-1 1,0-1 0,-1 1 0,1 0-1,-1 0 1,1-1 0,-1 1 0,1-1 0,-1 1-1,0-1 1,0 0 0,1-1 0,-2 2-21,0 0 0,0 0 1,0-1-1,0 1 0,0 0 1,0 0-1,-1 0 0,1 0 1,-1 0-1,1 0 0,-1 0 1,1 0-1,-1 0 0,1 0 1,-1 0-1,0 0 0,1 0 1,-1 0-1,0 1 0,0-1 1,0 0-1,0 0 0,0 1 1,0-1-1,0 1 0,0-1 1,0 1-1,0-1 0,-2 1 1,-2-4-564,-1 2 0,0-1 1,0 1-1,0-1 0,0 2 0,0-1 0,0 1 1,-1 0-1,-6-1 0,-19 4-7842,7 3-2302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368 109 11125,'0'0'7139,"-4"0"-5531,-4 2-1137,0 0 0,0 1 0,0 0 0,1 0 0,-1 0 0,1 1 0,-1 0 0,1 1 0,1-1 0,-1 1 0,1 1 0,-1-1 0,2 1 0,-1 0 0,-7 11 0,-8 12 574,1 0 0,-20 42 0,37-65-917,-27 49 127,3 1-1,2 1 0,3 2 1,-19 75-1,36-107-138,0 1 0,2-1 0,1 1 0,2 55 0,2-64-89,1-1 1,0 0-1,1 0 0,1-1 0,1 1 0,1-1 0,0 0 0,14 23 0,-11-25-27,0 0 0,1-1 0,1 0 0,0-1 0,1 0 0,1-1 0,0 0 0,0-2 0,1 1 0,0-2 0,1 0 0,0 0 0,1-2 0,-1 0 0,2-1 0,-1-1 0,0 0 0,1-1 0,0-1 0,0-1 0,0-1 0,26-1 0,-23 0 0,0-2 0,-1 0 0,1-2 0,-1 0 0,0-1 0,0-1 0,0-1 0,-1-1 0,0 0 0,0-1 0,-1-2 0,0 0 0,-1 0 0,0-2 0,-1 0 0,-1-1 0,0 0 0,-1-1 0,15-21 0,-14 13 0,-2 0 0,-1-1 0,-1 0 0,-1-1 0,-1 0 0,-1-1 0,-1 0 0,-2 0 0,0 0 0,-2-1 0,0-44 0,-4 29 0,-1 0 0,-2 0 0,-2 0 0,-2 1 0,-2 0 0,-25-68 0,24 83-26,-1 0 0,-1 1 1,-1 0-1,-1 1 0,-2 0 0,0 2 0,-1 0 0,-1 1 1,-28-24-1,34 35-31,0 0 0,0 0 1,-1 1-1,0 1 0,-1 0 0,0 1 1,0 0-1,0 2 0,-1 0 0,0 0 1,0 2-1,0 0 0,-1 0 1,1 2-1,0 0 0,-1 1 0,-20 2 1,23 0-471,2 1 1,-1 0 0,0 1 0,1 1 0,-1 0-1,1 0 1,0 1 0,1 1 0,-15 10 0,19-12-286,0 1 0,0 0 0,0 0 1,1 0-1,0 1 0,0 0 1,1 1-1,-1-1 0,2 1 0,-1 0 1,1 0-1,0 1 0,1-1 1,-3 11-1,-3 38-10254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9 16129,'-70'-9'16186,"82"24"-33328,4-1 4953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4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185 137 13713,'0'-7'359,"1"4"-30,0-1 1,-1 0 0,0 0 0,0 0-1,0 0 1,0 0 0,-1-4 0,0 7-148,1 0 1,0 0 0,-1 0 0,0 0 0,1 0 0,-1 1-1,1-1 1,-1 0 0,0 0 0,0 0 0,1 1-1,-1-1 1,0 0 0,0 1 0,0-1 0,0 1-1,0-1 1,0 1 0,0 0 0,0-1 0,0 1-1,0 0 1,0 0 0,0-1 0,0 1 0,0 0-1,0 0 1,0 0 0,0 0 0,-4 1 4221,3 1-2819,-3 10-1062,-1 0 0,2 0 0,-1 1 0,2 0 0,0 0-1,-3 25 1,-5 20 401,-19 57-924,-26 206 0,52-284 0,2-1 0,2 1 0,1-1 0,2 1 0,1-1 0,2 0 0,1 0 0,2-1 0,2 0 0,17 40 0,-17-55 0,1 1 0,1-1 0,0-1 0,23 24 0,-30-36 0,0-1 0,0-1 0,0 1 0,0-1 0,1 0 0,0-1 0,0 1 0,1-1 0,-1-1 0,1 1 0,-1-1 0,1-1 0,0 1 0,0-1 0,1-1 0,-1 0 0,0 0 0,0 0 0,1-1 0,-1 0 0,0-1 0,1 0 0,-1 0 0,12-4 0,-10 2 0,0 0 0,-1-1 0,1-1 0,-1 1 0,0-2 0,-1 1 0,1-1 0,-1 0 0,0-1 0,0 0 0,-1 0 0,0 0 0,-1-1 0,1 0 0,-1-1 0,-1 1 0,0-1 0,7-15 0,-5 3 0,-1 0 0,0-1 0,-2 1 0,0-1 0,-2 0 0,0 0 0,-2 0 0,0-1 0,-4-23 0,-5-13 0,-2 1 0,-22-68 0,15 65-18,-4 1 0,-2 0 0,-3 2 0,-2 1 0,-2 1 0,-3 1 0,-3 3 0,-74-85 0,101 126-722,-1 0-1,0 1 1,0 0 0,-1 1-1,0 1 1,0 0 0,-25-12-1,36 19 390,-1 1 0,1-1 0,0 1 0,0-1 0,0 1 0,0 0 0,0 0 0,-1-1-1,1 1 1,0 0 0,0 0 0,-1 0 0,1 0 0,0 0 0,0 0 0,0 1-1,-1-1 1,1 0 0,0 1 0,0-1 0,0 1 0,0-1 0,0 1 0,0-1 0,0 1-1,0 0 1,0-1 0,0 1 0,0 0 0,0 0 0,-1 1 0,-12 12-12112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61 112 7045,'42'-52'7236,"-39"50"-5675,9-11 1049,-9 9-2350,0 1 0,0-1 1,0 1-1,1-1 0,-1 1 0,1 0 1,0 0-1,0 1 0,0-1 1,0 1-1,0 0 0,1 0 1,-1 0-1,1 1 0,5-2 0,-6 3-227,0 0 0,0 0 0,0 0 0,0 0 0,-1 0-1,1 1 1,0 0 0,0 0 0,-1 0 0,1 0 0,-1 1 0,1-1-1,-1 1 1,1 0 0,-1 0 0,0 0 0,0 0 0,0 1-1,0-1 1,4 5 0,2 3 0,0 1 1,0-1-1,-1 1 0,0 1 1,-1-1-1,0 1 0,-1 1 0,0-1 1,-1 1-1,-1 0 0,6 24 1,-3 2 7,-1 2 0,-2-1 0,-1 0 0,-3 1 0,-1-1 0,-9 63 1,6-83-31,-1 1 1,-1 0-1,-16 38 1,18-49 7,-2-1-1,1 1 1,-1-1 0,-1 0-1,0-1 1,0 1-1,-1-1 1,0-1 0,-12 11-1,-112 70 366,74-50-3398,3-1-7183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5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0 12473,'-4'4'464,"1"0"0,-1-1 0,0 1 0,1 1 0,0-1 0,0 0 0,0 1 0,1-1 0,-1 1 0,-1 5 0,-11 19 1741,-6 9 731,-17 40-1,-31 107 1401,32-83-2814,-177 409-266,162-388-2569,-59 119-4295,67-152 798,18-30-1451,-3 5-5530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4 8193,'-10'-1'563,"1"0"0,-1 0 0,1 1 0,-1 0 0,1 0 0,0 1 0,-1 1 0,1 0 1,0 0-1,-1 0 0,1 1 0,0 1 0,1-1 0,-1 2 0,1-1 0,0 1 0,-10 7 0,-10 9 382,0 1-1,2 0 0,1 2 1,0 2-1,2 0 0,1 1 0,2 1 1,-28 49-1,2 9 943,-64 167 0,74-156-1503,4 2 0,4 0 0,5 2 0,4 1 1,-11 205-1,31-243-431,2 0 1,3 0-1,2 0 1,23 83-1,-16-96 39,2-1 0,2-1 0,3 0 0,1-1 0,55 80-1,-45-83-539,3-1-1,2-2 0,1-2 0,2-2 0,2-1 1,1-3-1,2-1 0,1-2 0,62 29 0,-8-12-2718,1-5 0,2-5 0,186 43 0,-54-34-7817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6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13665,'1'-3'345,"0"-1"0,0 1 0,0 0 0,1-1-1,-1 1 1,1 0 0,0 0 0,0 0 0,0 0-1,0 0 1,0 1 0,1-1 0,-1 1 0,1-1 0,-1 1-1,1 0 1,0 0 0,5-3 0,4-1 405,1 0 1,0 1 0,19-6-1,-2 3-48,1 1-1,38-3 0,-64 9-656,447-37 1891,71 41-8036,-441-3 2511,-30 2-1697,-5 1-4059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658 10 13173,'-9'-3'2728,"-8"-3"4495,16 7-6929,0 0 1,1 1-1,-1-1 0,0 0 1,0 1-1,1-1 0,-1 1 1,1-1-1,-1 1 0,1-1 0,-1 3 1,-1 4 346,-37 102 978,-54 107 0,-72 98 613,112-215-2956,21-38-1760,-76 111 0,88-145-424,2 1 0,1 1 0,-21 52 0,-1 8-9551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67 7821,'0'0'10839,"-2"-1"-9971,0-1-679,0 1-1,-1 0 0,1 0 0,0 1 0,0-1 0,-1 0 1,1 1-1,0-1 0,-1 1 0,1 0 0,-1-1 0,1 1 1,0 0-1,-1 1 0,1-1 0,-1 0 0,1 1 0,0-1 1,-1 1-1,1 0 0,0 0 0,0 0 0,-1 0 0,1 0 1,0 0-1,0 1 0,0-1 0,0 1 0,1-1 0,-1 1 1,0 0-1,1 0 0,-1 0 0,1 0 0,-2 2 0,-35 56 1192,-39 82 0,56-100-1173,2 1 1,2 1-1,2 1 1,2 1-1,-14 87 1,26-117-190,1 0 0,0 0 0,1-1 0,1 1 1,0 0-1,1-1 0,1 1 0,0-1 0,1 0 0,1 0 0,0-1 1,1 1-1,1-1 0,0-1 0,1 0 0,0 0 0,1 0 0,0-1 1,1-1-1,1 0 0,12 10 0,-10-10-11,1-1 0,0 0 1,0-1-1,1-1 0,0 0 0,1-1 0,0-1 0,0 0 1,0-1-1,0-1 0,1-1 0,0-1 0,0 0 0,-1-1 1,1-1-1,0 0 0,0-2 0,26-5 0,-21 1 60,0-1 1,0-1-1,-1-1 0,-1 0 1,1-2-1,-2-1 0,1-1 1,-2 0-1,0-2 0,0 0 1,-2-1-1,29-32 0,-34 33-11,0-1 1,0 0-1,-2-1 0,0 0 0,-1 0 0,-1-1 0,0-1 0,-2 1 1,0-1-1,-1 0 0,-1 0 0,0-1 0,-2 1 0,0-1 1,-3-37-1,-2 22-27,-3 0 1,-1 1 0,-1 0-1,-19-48 1,18 60-33,-1 0 1,-1 0-1,0 1 0,-2 0 0,-1 1 1,0 0-1,-23-23 0,23 30-290,-1 0 0,-1 1 0,0 0 1,0 2-1,-1 0 0,0 0 0,-1 2 0,0 0 0,0 1 0,-1 1 0,0 1 0,-30-5 0,44 9-17,1 1-1,-1 0 1,1 0-1,0 0 1,-1 0 0,1 1-1,-1-1 1,1 1-1,0 0 1,-1 1 0,1-1-1,0 1 1,0 0-1,-4 2 1,6-2 91,0-1 1,0 1-1,1-1 0,-1 1 1,1 0-1,0 0 0,-1 0 1,1 0-1,0 0 0,0 0 1,0 0-1,0 0 0,1 0 1,-1 0-1,1 0 0,-1 1 0,1-1 1,0 0-1,-1 0 0,1 1 1,0-1-1,1 0 0,-1 0 1,0 1-1,1-1 0,0 2 1,0 1-765,1 0 0,-1 0 0,1 0 0,0 0 0,6 8 0,21 27-8509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7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69 14865,'-41'-31'3241,"28"19"-525,4 1 6705,-4 5-9649,1-3-820,2 24-7049,4-4 1912,6 9-5516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 13897,'-5'-23'3053,"4"18"2067,-2 6-3069,-2 1-1668,0 0 1,1 0-1,-1 0 0,1 1 1,-1-1-1,1 1 0,0 1 1,0-1-1,0 0 0,1 1 1,-1 0-1,1 0 0,0 0 1,0 0-1,0 0 0,1 1 1,-1-1-1,-1 7 0,-18 38-269,1 0-1,4 1 1,1 1-1,2 0 1,3 1 0,2 1-1,3 0 1,1 0-1,3 0 1,3 0-1,10 80 1,-5-91-114,2-1 0,15 47 0,-15-65 0,1 1 0,1-2 0,0 0 0,2 0 0,15 22 0,-24-40 0,1 0 0,-1 1 0,1-1 0,0-1 0,-1 1 0,2 0 0,-1-1 0,0 0 0,1 0 0,-1 0 0,1 0 0,0-1 0,0 0 0,0 0 0,0 0 0,1-1 0,-1 0 0,0 0 0,1 0 0,-1 0 0,0-1 0,1 0 0,-1 0 0,1-1 0,-1 1 0,0-1 0,1 0 0,-1-1 0,0 1 0,0-1 0,0 0 0,0 0 0,0-1 0,0 1 0,-1-1 0,1 0 0,-1 0 0,8-8 0,-1 1 0,0-1 0,-1-1 0,-1 0 0,0 0 0,0 0 0,-1-1 0,11-24 0,-5 4 0,-2-1 0,10-39 0,-3 0 0,17-142 0,-31 176 0,11-176 0,-16 176 0,-2 0 0,-2 1 0,-13-58 0,15 87-569,0 0 1,-1 0-1,0 1 1,0-1-1,-1 1 1,-7-11-1,10 16 329,-1 1 0,0 0 0,1 0 0,-1 0 0,0 0 0,0 1 0,0-1 0,0 0 0,-1 1 0,1-1 0,0 1 0,-1 0 0,1 0 0,-1 0 0,1 0 0,-1 0 0,1 1 0,-1-1 0,0 1 0,1 0 0,-1-1 0,0 1 0,1 0 0,-1 1 0,1-1 0,-5 1 0,-33 10-6994,3 5-4855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8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588 192 9909,'2'-2'259,"0"0"0,-1 0 0,1-1-1,-1 1 1,1-1 0,-1 1 0,0-1 0,0 0 0,0 0 0,-1 1-1,1-1 1,0-4 0,-2 2 327,1 0 0,-1 0 0,-1 0 0,1 0 0,-1 0 0,0 0 0,-3-5 0,-31-54 4097,29 50-4029,6 12-560,1 0-1,-1 0 0,0 0 0,-1 1 0,1-1 0,0 0 1,0 0-1,-1 0 0,1 1 0,-1-1 0,0 1 0,1-1 0,-1 1 1,0 0-1,0 0 0,0 0 0,-4-2 0,4 2 200,-20 1-222,5 1 387,-1 2 0,1 0 0,-23 7 0,16-4-209,-6 1 169,0 2 0,0 1 0,1 2 0,-52 28 0,66-31-250,0 0-1,1 1 0,0 1 0,1 1 1,0 0-1,0 0 0,2 1 1,-1 1-1,2 0 0,-11 18 1,17-25-120,0 0 0,1 1 0,0 0 1,0-1-1,1 1 0,0 0 0,0 1 0,1-1 1,0 0-1,0 0 0,1 1 0,0-1 1,1 0-1,0 0 0,0 1 0,4 13 1,-1-10-33,1 0 0,0 0-1,1 0 1,1-1 0,0 0 0,0 0 0,1-1 0,0 0 0,1 0 0,11 9 0,88 75-265,48 46-453,-138-121 614,-2 0 0,0 0 0,-1 1 1,-1 1-1,-1 1 0,12 27 0,-20-38 61,-1 0 0,0 0 0,-1 1 0,0 0-1,-1 0 1,0 0 0,-1 0 0,0 0 0,-1 0-1,0 0 1,-1 0 0,-1 0 0,0 0-1,0 0 1,-1 0 0,-6 16 0,3-15 24,-1 0-1,0 0 1,-1-1 0,0 0 0,0 0 0,-2-1-1,1 0 1,-1-1 0,-1 0 0,0 0 0,-1-1-1,1-1 1,-19 11 0,16-12 159,0 1-1,0-2 1,-25 8-1,34-12-71,-1-1 0,1 0 0,-1 0-1,0 0 1,1 0 0,-1-1 0,0 0 0,1 0 0,-1-1-1,0 0 1,1 0 0,-1 0 0,-9-4 0,13 4-64,0 0 0,0-1 0,0 1 0,0-1 0,0 0 0,0 1 0,1-1 0,-1 0 0,1 0 0,-1 0 0,1 0 0,0 0 0,0-1 0,0 1 0,0 0 0,0 0 0,1-1 0,-1 1 0,0-1 0,1 1 0,0 0 0,0-1 0,0 1 0,0-1 0,0-2 0,1-9 13,0-1 0,2 1 1,3-15-1,-3 14-4,5-23-23,3 0 0,0 2 0,19-39 0,57-99-97,-44 100-1388,3 2 0,78-92-1,43-22-7681,-130 151 3011,-4 5-3802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9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11661,'0'0'3,"0"1"137,-1 1-1,0-1 1,1 0-1,-1 0 1,0 0 0,0 0-1,0 0 1,0 0-1,0 0 1,0 0 0,0 0-1,0-1 1,0 1-1,0 0 1,0-1 0,-1 1-1,1 0 1,0-1-1,0 0 1,-1 1 0,1-1-1,0 0 1,0 0-1,-1 1 1,1-1 0,0 0-1,-3-1 1,1 0 1485,1 2-153,-3 0-1118,0 1 0,1 0 0,-1 0 0,1 1 0,-1-1 0,1 1 1,0 0-1,0 0 0,1 0 0,-1 0 0,0 1 0,1 0 0,0-1 0,0 1 1,0 1-1,-2 4 0,-6 9 531,1 1 0,-12 32 0,16-34-559,1 1 1,1 1-1,0-1 0,1 0 0,1 1 1,1 36-1,19 116 551,-12-121-701,0-7-61,-2 0 0,-2 1 0,-2 0 0,-7 51 0,5-77-94,-2 1 0,0-1 0,-1 0 1,-1 0-1,0 0 0,-2-1 0,0 0 1,0 0-1,-2-1 0,0-1 0,-1 1 1,-17 18-1,-138 122-908,162-152 508,0 0 1,0 0-1,0 1 0,0 0 1,-4 7-1,1-1-650,5-9-690,6-2-437,8-2 602,1 0-1,-1 0 1,14-6 0,3-4-3565,8-4-4031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9617,'7'-17'2020,"12"8"-372,3-2-284,10 11-536,15 0 56,-9 8-167,13 1-345,3 5-664,6 1-809,-6-1-619,4 0-2404,-1 9-3105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29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1274 0 10725,'-1'1'202,"1"0"-1,-1-1 1,0 1-1,1 0 1,-1-1 0,0 1-1,1-1 1,-1 1-1,0-1 1,0 1 0,0-1-1,0 1 1,1-1-1,-1 0 1,0 0 0,0 1-1,0-1 1,0 0-1,0 0 1,0 0 0,0 0-1,0 0 1,0 0-1,0 0 1,1 0 0,-1 0-1,0-1 1,0 1-1,0 0 1,0 0 0,-1-1-1,1 0-97,0 1-1,0-1 1,1 1-1,-1 0 1,0 0-1,0-1 1,0 1-1,0 0 1,0 0-1,0 0 1,0 0-1,0 0 1,0 0-1,0 1 1,0-1-1,0 0 1,0 0-1,0 1 1,0-1 0,0 0-1,0 1 1,1-1-1,-1 1 1,0-1-1,0 1 1,0-1-1,1 1 1,-1 0-1,0-1 1,1 1-1,-1 0 1,0 0-1,1 0 1,-1 1-1,-3 4 257,1-1 0,1 1 0,-1 0 0,1 0 0,0 0 0,0 0 0,1 0 0,0 0-1,0 0 1,0 13 0,1 8 881,5 35-1,-2-38-664,17 179-35,3 13 831,-5 223 0,-20-368-1164,-4 0 1,-2 0-1,-3-1 0,-3-1 1,-4 0-1,-2 0 1,-36 80-1,22-82-992,-3 0 1,-2-3-1,-4-1 1,-2-2-1,-3-2 0,-2-3 1,-68 61-1,-2-15-2981,-4-5 0,-194 116 0,167-121-8454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2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55 14209,'-10'-17'8137,"20"5"-7121,2 1-184,20 8-200,19-5-232,3 5-428,3 3-404,3 0-364,1 0-464,2 0-728,7 0-208,-3 8-3333,-4 4-4484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172 158 11077,'-80'3'2260,"65"3"-184,-5-12 233,1 6 2315,0-3-2652,0 0-532,32-5-352,22-9-227,9 5-333,26-2-520,26-3-940,8 0-501,14-1-919,12-2-916,19 6-2745,13-3-5248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14005,'127'-31'1796,"-70"20"-271,3-4-201,1 7-432,-4 5-176,6-6-280,10 9-540,0 0-584,3 12-604,-3 8-604,-9 3-661,-16 8-1519,-14 20-3021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5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19 366 12857,'-9'-11'2224,"-1"2"321,20-5-277,2-4-416,14 4-368,21-14-292,7 8-300,10-3-372,15 0-760,13-6-384,4 1-720,8-7-1012,-2-5-1116,15 3-1821,10 0-4228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5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14693,'22'-13'982,"-1"0"0,2 2 0,-1 0 0,1 2 0,1 0 1,0 1-1,0 2 0,1 0 0,-1 2 0,35-2 0,-35 7-703,1 0 1,-1 2-1,1 0 1,-1 2-1,0 1 1,-1 1-1,1 1 1,-2 0-1,1 2 1,26 16 0,-37-19-221,-1 0 1,0 1-1,0 0 1,-1 1-1,0 0 1,0 1-1,-1 0 1,-1 1-1,1-1 1,-2 2-1,0-1 1,0 1-1,-1 0 1,0 0-1,-1 1 1,0 0-1,-1-1 1,-1 2-1,0-1 1,1 14-1,-3 0-10,-1 1 1,-2 0-1,0-1 0,-2 1 1,-1-1-1,-2 0 0,0 0 1,-1-1-1,-14 29 0,-19 30 66,-66 105 1,86-156-83,-50 78 16,29-50-218,-60 124-1,41-37-1332,58-138 1268,-1-1 0,1 1 0,1 0 1,0 1-1,1-1 0,-1 13 1,2-18-28,1 0 0,0 0 0,0 0 0,1 0 0,-1 0 0,1 0 1,0 0-1,4 6 0,-4-9-57,0 1-1,0 0 1,1-1 0,-1 0-1,1 1 1,0-1 0,0 0-1,0 0 1,0-1 0,1 1 0,-1-1-1,1 1 1,-1-1 0,5 2-1,-3-3-665,-1 1-1,1 0 0,-1-1 1,1 0-1,0 0 0,0 0 1,7-1-1,33-2-8180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6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289 321 6529,'-7'-14'5288,"8"11"-3914,4-28 1596,-4 27-403,-1 0-1415,3-29 949,-3 20-601,2-1-1,5-26 1,-6 35-1323,1 0 0,0 0 0,0 0 0,1 0 0,-1 1 0,1-1 0,0 1 0,0-1 0,0 1 0,1 0 0,7-6 0,7-3-14,1 0 1,0 2-1,0 0 1,2 2-1,-1 0 0,1 1 1,0 1-1,0 1 1,1 1-1,0 1 1,0 1-1,0 0 0,1 2 1,-1 1-1,0 0 1,0 2-1,1 1 0,31 7 1,-44-7-147,-1 0 0,0 0 0,0 1 0,-1 0 0,1 0 0,-1 1 1,0 0-1,0 0 0,0 1 0,-1 0 0,0 1 0,0 0 0,0 0 0,-1 0 0,0 1 0,-1-1 0,1 2 0,-2-1 1,1 0-1,-1 1 0,0 0 0,-1 0 0,0 0 0,-1 0 0,1 1 0,-2-1 0,1 1 0,-2-1 0,1 1 0,-1-1 1,-2 13-1,-1-1-1,-1 0 0,-2-1 0,0 0 0,-1 0 0,-1 0 0,0-1 0,-2 0 0,0-1 0,-1 0 0,-15 17 0,-8 9-18,-3-2-1,-68 60 1,-350 244 34,342-267 92,92-65-65,13-10-46,1 1-1,0 0 1,0 0 0,1 0-1,-1 1 1,1 0 0,0 0 0,1 1-1,-9 11 1,14-17-13,0 0 0,-1 0 0,1-1 0,0 1 0,-1 0 0,1 0 0,0 0 0,0-1 0,0 1 0,0 0 0,0 0 0,0 0 0,0 0 0,0-1 0,0 1 0,0 0 0,0 0 0,1 0 0,-1-1 0,0 1 0,1 0 0,-1 0 0,0-1 0,1 1 0,-1 0 0,1 0 0,1 1 0,0 0 0,0 0 0,0-1 0,0 1 0,0-1 0,1 1 0,-1-1 0,4 2 0,6 1 0,0 0 0,22 4 0,862 101-1479,-450-99-4505,-148-26-5023,-164 5-306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131 223 12573,'0'-9'321,"6"-53"2197,8 17 2148,-10 38-4271,0 0 1,1 0-1,0 0 1,0 1-1,0 0 1,0 0-1,1 0 0,0 0 1,1 1-1,-1 0 1,1 1-1,0-1 1,0 1-1,0 1 1,1-1-1,-1 1 1,1 0-1,0 1 1,0 0-1,15-2 0,-11 2-178,-1 1-1,0 0 0,1 1 0,-1 0 0,1 1 0,-1 0 0,0 1 0,0 0 1,0 0-1,0 1 0,0 1 0,0 0 0,-1 1 0,17 9 0,-18-8-181,0 1 1,-1 0-1,1 1 0,-2 0 1,1 0-1,-1 1 0,0-1 0,-1 2 1,0-1-1,8 17 0,-8-9 18,0-1 0,0 1-1,-2 0 1,0 0 0,-1 0 0,1 21 0,-3 7 24,-2 0 0,-2 1 0,-3-1 0,-13 60 0,-6-6-50,-3-1 1,-81 182-1,-128 166-438,147-310-4162,26-45-7203,41-50-1329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7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19 132 16137,'-19'-20'3373,"32"8"-341,-4 1-288,7-6-451,16-3-461,3 8-364,12 4-296,17-4-456,9 4-716,13 8 0,12 0 0,7 3 0,9 0-1520,7-3-568,-4-6-633,4-3-647,-4 6-3433,-2 3-6484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84 10873,'0'0'72,"0"0"0,0-1 0,1 1 0,-1 0 0,0-1 0,0 1 0,0 0 0,0 0-1,0-1 1,0 1 0,0 0 0,0-1 0,0 1 0,0 0 0,0-1 0,0 1 0,0 0 0,0 0 0,0-1 0,-1 1 0,1 0 0,0-1 0,0 1 0,0 0 0,0 0 0,0-1-1,-1 1 1,1 0 0,0 0 0,0 0 0,-1-1 0,1 1 0,0 0 0,0 0 0,0 0 0,-1-1 0,1 1 0,0 0 0,-1 0 0,1 0 0,0 0 0,0 0 0,-1 0-1,1 0 1,0 0 0,-1 0 0,1 0 0,0 0 0,-1 0 0,1 0 0,-32-3 2825,-35 9 804,50-3-2795,0 1 1,0 1-1,0 1 1,1 1-1,0 0 1,0 1-1,1 0 0,-22 17 1,16-9-233,0 0 1,1 2-1,1 0 0,-31 40 1,41-45-668,1 0 1,0 0 0,0 1-1,2 0 1,0 1 0,0-1-1,2 1 1,-1 0 0,2 1-1,0-1 1,1 0 0,1 1-1,0 16 1,1-24-9,0 1 0,1-1 0,0 0 0,0 1 0,1-1 0,0 0 0,1 0 0,0 0 0,0-1 0,1 1 0,0 0 0,0-1 0,0 0 0,1 0 0,0-1 0,1 1 0,-1-1 0,1 0 0,1 0 0,-1-1 0,1 0 0,0 0 0,0-1 0,0 1 0,11 3 0,-13-6-35,1 0 1,-1-1-1,1 0 1,0 0-1,-1 0 1,1 0-1,0-1 0,0 0 1,-1 0-1,1-1 1,0 0-1,-1 0 1,11-3-1,-8 1-13,0 0 0,-1 0 0,1 0 0,-1-1 1,0 0-1,0-1 0,-1 0 0,12-10 0,-9 5 19,0-1 0,-1 0 0,0 0 0,-1-1 0,-1 0 0,0 0 0,0 0 1,-1-1-1,-1 0 0,0 0 0,-1 0 0,0 0 0,-1-1 0,-1 1 0,0-1 0,0 1 0,-3-20 0,-1 4 4,0 1 1,-3 0-1,0 1 0,-1-1 0,-2 1 1,-1 1-1,-17-34 0,17 41-61,-2 1-1,0 0 1,-1 0 0,-25-25-1,36 41-64,1 0 0,-1 0-1,0 0 1,0 1 0,0-1-1,0 1 1,0-1-1,0 1 1,0 0 0,-1 0-1,1 0 1,0 0-1,-1 0 1,-4-1 0,6 2 23,0 0 0,0 0 1,0 0-1,0 1 1,0-1-1,0 0 0,0 1 1,0-1-1,0 0 1,0 1-1,1-1 0,-1 1 1,0-1-1,0 1 0,0 0 1,0-1-1,1 1 1,-1 0-1,0 0 0,1-1 1,-1 1-1,1 0 1,-1 0-1,0 1 0,-1 4-842,0-1 0,0 1-1,1-1 1,0 1 0,0-1-1,0 1 1,1 0-1,0 0 1,0-1 0,2 11-1,6 31-10489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1420 81 13617,'3'-67'2896,"-2"54"8074,-7 16-9344,-5 4-1374,0 0-1,0 1 1,1 0 0,0 1 0,0 0 0,1 1 0,-9 11 0,-55 85 1326,59-83-1513,-149 234-65,-242 369 0,-40-31 0,441-590-7,-120 152-4273,106-131 2961,2 0 0,0 0 0,2 2 0,-15 39 0,22-29-5819,11-6-4625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7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22 12289,'0'-1'156,"0"0"1,0 0-1,-1 0 0,1 0 0,0 0 0,-1 0 1,1 0-1,0 0 0,-1 0 0,1 0 0,-1 0 1,0 0-1,1 1 0,-1-1 0,0 0 1,1 0-1,-1 1 0,0-1 0,0 1 0,0-1 1,0 1-1,1-1 0,-1 1 0,0-1 0,0 1 1,0-1-1,0 1 0,0 0 0,0 0 0,0 0 1,0 0-1,0-1 0,0 1 0,0 0 1,0 1-1,0-1 0,0 0 0,0 0 0,0 0 1,0 1-1,0-1 0,0 0 0,0 1 0,0-1 1,0 1-1,0-1 0,0 1 0,1-1 1,-3 2-1,-3 2 558,1 0 0,-1 0 1,0 1-1,1-1 1,0 1-1,-6 8 0,2-2-296,0 1 0,1 0-1,1 1 1,0-1-1,1 1 1,0 1 0,1-1-1,1 1 1,0 0-1,-4 26 1,7-26-326,0 1-1,0 0 0,2 0 1,0 0-1,1 0 1,0-1-1,1 1 1,1-1-1,0 1 1,11 23-1,-10-28-162,0-1-1,0 0 1,1 0 0,0 0-1,1-1 1,0 0-1,0 0 1,1-1 0,0 0-1,0 0 1,1-1 0,0 0-1,0 0 1,0-1-1,19 7 1,-24-10 38,1 0 1,0-1-1,0 1 0,-1-1 1,1 0-1,0-1 0,0 1 0,10-1 1,-13-1 27,0 1 0,-1 0 0,1-1 1,0 0-1,0 1 0,0-1 0,-1 0 1,1 0-1,0 0 0,-1 0 0,1-1 0,-1 1 1,1 0-1,-1-1 0,0 1 0,1 0 1,-1-1-1,0 0 0,0 1 0,0-1 0,0 0 1,0 1-1,-1-1 0,1 0 0,0 0 1,-1 0-1,1-3 0,0-2 10,0-1-1,-1 1 1,0-1 0,0 1 0,-1-1-1,0 1 1,0-1 0,-1 1 0,0 0-1,0 0 1,-1 0 0,1 0-1,-2 0 1,-4-8 0,-6-9 69,-1 0 0,-29-33 0,20 29-361,-1 2 1,-1 1 0,-2 2 0,0 0 0,-2 2-1,-32-18 1,14 18-5174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 10861,'-25'0'700,"41"-6"-892,-4 3-1196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13757,'35'-14'2276,"-45"-1"189,4 1 1675,12 3-2520,1-4-344,9 7-256,3-1-239,6 1-169,23-4-320,6 4-676,6 5-577,7 0-383,9 9-676,3 2-344,-2 7-240,-1 5-2937,-3 8-4496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3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95 12313,'-82'17'2336,"34"-29"229,32 7 19,0-4-240,1 0 1792,21-5-2727,-3 3-301,29-1-304,19-2-536,6 5-584,19 4-884,13 2-329,108-6-3727,-92 9-1125,2 3-5820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5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373 408 7729,'-2'1'994,"-1"-1"-1,1 1 1,-1 0 0,1-1 0,0 1 0,-1-1 0,0 0-1,1 0 1,-1 0 0,1 0 0,-1 0 0,1-1 0,-4 0 0,-27-14 6098,31 13-4490,-21-12-1203,15 30-1390,0-1 1,0 1-1,-22 26 1,-10 19-17,7-4 7,0 0 0,-30 72 0,56-112 0,1 0 0,0 0 0,1 0 0,1 1 0,1 0 0,1 0 0,0 0 0,1 0 0,2 22 0,0-31 0,0-1 0,1 1 0,0-1 0,1 1 0,0-1 0,0 0 0,0 0 0,1 0 0,0-1 0,1 0 0,0 1 0,0-1 0,11 11 0,-6-9 0,-1-1 0,2 0 0,-1-1 0,1 0 0,0-1 0,0 0 0,1 0 0,20 5 0,-7-3 0,0-2 0,1-1 0,0-2 0,0 0 0,0-1 0,0-2 0,0-1 0,43-6 0,-50 3 0,0 0 0,-1-1 0,0-1 0,1-1 0,-2 0 0,1-1 0,-1-1 0,-1-1 0,1 0 0,-2-2 0,1 1 0,18-21 0,-22 20 0,-1-1 0,0-1 0,-1 0 0,-1-1 0,0 0 0,-1 0 0,0 0 0,-1-1 0,-1-1 0,-1 1 0,0-1 0,-1 0 0,-1 0 0,1-17 0,-3 3 0,-1 1 0,-2 0 0,-1-1 0,-1 1 0,-2 0 0,0 1 0,-3-1 0,0 1 0,-2 1 0,-1 0 0,-1 0 0,-1 1 0,-27-37 0,17 29 0,-2 2 0,-2 2 0,0 0 0,-2 2 0,-1 1 0,-1 1 0,-2 2 0,0 1 0,-52-25 0,68 40-432,0 1 0,-1 1 1,0 1-1,0 0 0,-1 2 0,0 0 0,-36-2 0,48 6 151,1 0-1,-1 1 1,0 0 0,1 0-1,-1 0 1,1 1-1,-1 0 1,1 1 0,0 0-1,-9 4 1,12-4 109,-1 0 0,1 0 0,0 0 0,1 1 0,-1-1 1,0 1-1,1 0 0,0 0 0,0 0 0,0 1 0,1-1 1,-1 1-1,1-1 0,0 1 0,0 0 0,-2 9 0,-1 33-7374,9 4-5219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63 16229,'-29'-11'3297,"54"2"2211,-12-2-3312,0-1 2237,-7 4-3449,7-4-864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7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423 139 5448,'-4'-18'1287,"-10"-22"7463,13 38-6655,-19-17 1885,11 9-2517,-29-33 3507,37 42-4843,1 1 0,-1-1 0,0 1 1,0-1-1,0 1 0,1 0 1,-1-1-1,0 1 0,0 0 0,0 0 1,0-1-1,0 1 0,0 0 1,1 0-1,-1 0 0,0 0 1,0 0-1,0 0 0,0 0 0,0 1 1,0-1-1,0 0 0,0 0 1,0 1-1,-22 17 764,15-7-748,0 0-1,-10 19 1,-40 72 30,-58 110-73,97-176-100,3 1 0,-15 45 0,27-70 0,0 1 0,1 0 0,1 0 0,0 0 0,1 0 0,0 0 0,1 0 0,0 1 0,1-1 0,5 21 0,-4-24 0,0 0 0,1-1 0,1 0 0,-1 1 0,1-2 0,1 1 0,0 0 0,0-1 0,1 0 0,0 0 0,0 0 0,1-1 0,-1 0 0,2 0 0,-1-1 0,1 0 0,0 0 0,0 0 0,1-1 0,11 5 0,-1-3 0,0 0 0,0-1 0,1-1 0,0-1 0,0-1 0,0 0 0,0-2 0,0 0 0,0-1 0,0-1 0,1-1 0,-1-1 0,-1-1 0,1 0 0,26-11 0,-30 10 0,-1-1 0,0-1 0,-1-1 0,1 0 0,-2 0 0,1-2 0,-1 1 0,0-2 0,-1 0 0,-1 0 0,1-1 0,-2-1 0,0 0 0,0 0 0,-1-1 0,-1 0 0,0 0 0,-1-1 0,6-20 0,-7 13-5,-2 0 0,0 0 0,-1 0 1,-1-1-1,-2 1 0,0-1 0,-1 1 0,-1-1 0,-2 1 1,0 0-1,-1 0 0,-8-22 0,3 17-35,0 1 1,-2 0-1,-1 1 0,-1 0 0,0 1 0,-2 0 1,-1 2-1,-1 0 0,-26-24 0,37 38-390,-1 1-1,-1 1 1,0-1-1,0 1 1,0 1-1,0-1 1,-1 2-1,-14-6 1,18 8-91,1 1 1,-1 0 0,1 0 0,-1 0-1,0 1 1,1 0 0,-1 0-1,0 0 1,1 1 0,-1 0-1,0 0 1,1 0 0,-1 1 0,1-1-1,0 2 1,-1-1 0,-4 3-1,8-4 2,0 1 0,0-1 0,0 1-1,0-1 1,0 1 0,0-1 0,1 1-1,-1 0 1,1 0 0,-1 0-1,0 2 1,-2 15-9332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653 109 11825,'1'-5'435,"0"0"0,0 0 1,0-1-1,-1 1 0,0 0 0,0 0 0,0-1 1,-2-8-1,-10-25 5246,12 38-5589,-1 0 0,0 1-1,1-1 1,-1 0 0,1 0 0,-1 0-1,0 0 1,0 1 0,1-1 0,-1 0-1,0 1 1,0-1 0,0 1-1,0-1 1,0 1 0,0-1 0,0 1-1,0-1 1,0 1 0,0 0-1,0 0 1,0-1 0,0 1 0,-1 0-1,-3 0 117,0 0-1,0 0 1,1 1-1,-1 0 1,-9 2-1,-2 2 297,-1 1-1,-20 11 1,12-2-195,0 1 0,2 1-1,0 1 1,0 1 0,2 1 0,1 0 0,0 2 0,2 1 0,0 0 0,2 1 0,0 1 0,-17 38-1,26-47-258,1 1 0,1-1 0,1 1 0,0 0 0,1 0 0,1 0 0,0 0 0,1 1 0,1-1 0,1 0 0,1 0 0,0 1 0,1-1 0,1 0 0,12 32 0,7 6-358,2-1-1,3-1 1,44 64-1,-14-24-859,-53-86 1074,0 1 0,-1 0-1,-1 0 1,1 0 0,-1 0 0,-1 1-1,1-1 1,-1 1 0,1 17-1,-3-22 69,0 0 0,-1-1 0,0 1-1,1 0 1,-1 0 0,-1 0 0,1-1 0,0 1-1,-1-1 1,0 1 0,0-1 0,0 1-1,0-1 1,-1 0 0,1 0 0,-1 0-1,0 0 1,1-1 0,-1 1 0,-1-1-1,1 0 1,0 0 0,0 0 0,-7 3 0,-3 1 15,0-2 1,0 1 0,0-1 0,0-1 0,-1-1 0,1 1 0,-1-2 0,-22 0 0,1-2 275,0-2-1,-40-8 0,64 9-140,0-1-1,-1 0 0,1 0 0,-11-6 1,18 7-66,0 0 0,0-1 0,0 1-1,0-1 1,0 1 0,0-1 0,1-1 0,0 1 0,-1 0 0,1-1 0,0 0 0,-2-4 0,4 5-19,0 0 1,0 0 0,0 0-1,0 0 1,1-1-1,-1 1 1,1 0 0,0-1-1,0 1 1,0 0 0,0 0-1,1-1 1,-1 1 0,3-5-1,14-40 106,-16 46-131,12-23 44,2 1 1,1 1-1,1 0 0,0 1 0,38-36 0,-22 23-47,209-203-2248,-65 97-3698,-124 105 2168,-14 17-1801,6 2-4413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7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839 11 11869,'0'1'131,"0"-1"1,0 1-1,0-1 1,0 1-1,0-1 0,0 1 1,0-1-1,0 1 1,0-1-1,-1 1 0,1-1 1,0 1-1,0-1 0,-1 1 1,1-1-1,0 1 1,-1-1-1,1 1 0,0-1 1,-1 0-1,1 1 1,-1-1-1,1 0 0,-1 1 1,1-1-1,0 0 0,-1 0 1,1 1-1,-2-1 1,-7-12 4193,3 2-4122,0 8 1170,-12 5-675,0 1-1,0 1 1,0 1-1,1 0 1,-1 1-1,2 1 1,-1 1 0,1 0-1,-25 19 1,15-8-107,0 2 0,1 0 1,2 2-1,-35 43 0,46-51-521,1 0-1,1 1 1,1 0-1,0 0 0,2 1 1,0 1-1,1-1 1,0 1-1,-5 35 1,9-26 1,0 1 0,2 0 1,1 0-1,1-1 1,12 57-1,2-19-148,-7-33-101,-2 1 1,0-1-1,2 69 0,-9-93 149,0-1 0,0 1 0,-1-1-1,-1 1 1,0-1 0,0 1 0,0-1 0,-1 0-1,0 0 1,-1 0 0,0-1 0,0 1 0,0-1 0,-1 0-1,0 0 1,-1 0 0,1-1 0,-1 0 0,-1 0-1,-13 10 1,10-10-175,-1 0 0,0 0 0,-1-1-1,1-1 1,-1 0 0,0-1 0,0 0-1,0 0 1,0-1 0,0-1 0,-22 0-1,21-2-378,0 1 0,1-2-1,-1 1 1,0-2-1,1 0 1,-1 0-1,1-1 1,0-1-1,0 0 1,-21-13-1,32 18 201,-1-1-1,1-1 1,-1 1-1,1 0 1,-1 0-1,1 0 1,0-1 0,-1 1-1,1-1 1,0 1-1,0-1 1,0 1-1,0-1 1,0 0-1,1 1 1,-1-1-1,0 0 1,1 0-1,-1 0 1,1 1-1,0-1 1,0 0-1,-1 0 1,1 0-1,0 0 1,1 0-1,-1 0 1,1-2-1,14-18-8008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11361,'0'0'2460,"6"-14"-148,1 0 97,8 5-261,1-2-264,10 8-340,21 0-320,-2 3-264,6 3-208,3 2-179,6 7-417,10 5-861,0 0-359,-4 3-936,-2 3-768,-7 3-3521,-6-1-5684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8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0 446 11761,'24'-12'1803,"-19"9"1636,-5 1-2087,0-1-1139,0 0-1,0 0 1,0 0-1,0 0 1,1 1 0,0-1-1,-1 0 1,1 0-1,0 0 1,0 1 0,1-1-1,-1 0 1,1 1-1,1-3 1,2 0-6,-1 1 0,1-1 0,0 1 0,0 1 0,0-1 0,10-4 0,13-6 26,0 1 0,1 2-1,0 1 1,0 1-1,37-6 1,162-16 131,-166 24-290,708-46 173,8 39 22,-474 10-236,2008-6-25,3 26 50,-1573-9-20,154 1 240,1019 6 724,-9-35-101,-1138-7-585,-8-31-158,-400 7-125,-323 46-95,-29 5-77,0 0-1,0 0 1,0-1-1,-1 0 1,1 0-1,0 0 1,-1-1-1,0-1 1,8-4-1,-15 8 119,1 0-1,-1 0 1,0 0 0,0 0 0,0 0-1,1 0 1,-1 0 0,0 0-1,0 0 1,0 0 0,0-1-1,1 1 1,-1 0 0,0 0-1,0 0 1,0 0 0,0 0-1,0-1 1,1 1 0,-1 0 0,0 0-1,0 0 1,0 0 0,0-1-1,0 1 1,0 0 0,0 0-1,0 0 1,0-1 0,0 1-1,0 0 1,0 0 0,1 0-1,-1 0 1,-1-1 0,1 1-1,0 0 1,0 0 0,0 0 0,0-1-1,0 1 1,0 0 0,0 0-1,0 0 1,0-1 0,0 1-1,0 0 1,0 0 0,0 0-1,-1 0 1,1-1 0,0 1-1,0 0 1,0 0 0,0 0 0,-1 0-1,1 0 1,0 0 0,0-1-1,-1 1 1,-20-4-1298,-36 3-1023,50 2 2084,-96 8-3707,34 2-2012,11 2-2589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1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43 7897,'1'0'157,"0"-1"1,0 0-1,0 1 0,-1-1 1,1 0-1,0 1 1,0-1-1,-1 0 0,1 0 1,-1 0-1,1 1 1,-1-1-1,1 0 0,-1 0 1,1 0-1,-1 0 1,0 0-1,1 0 0,-1 0 1,0 0-1,0 0 1,0 0-1,0 0 0,0 0 1,0 0-1,0 0 1,0 0-1,0 0 1,0 0-1,-1 0 0,1-2 1,-1-10 6394,-17 23-4298,-2 4-1580,0 0 1,1 1-1,1 1 1,1 0-1,0 2 0,1 0 1,1 1-1,1 0 1,0 1-1,-12 26 0,5-6-241,2 2 0,2-1 0,1 2-1,-14 69 1,23-81-270,2 0-1,1 1 1,1-1-1,2 1 1,5 62-1,-2-78-138,1-1-1,0 0 1,1-1 0,1 1 0,0-1-1,1 0 1,0 0 0,2 0 0,-1-1-1,1 0 1,1-1 0,1 0 0,-1 0-1,17 14 1,-9-11-88,1-2 1,0 0-1,1-1 1,1-1-1,0-1 0,0 0 1,1-2-1,0 0 1,0-1-1,36 5 0,-22-6-12,1-2 0,1-2 0,-1-1 0,0-2 1,64-9-1,-81 7 68,-1-1 0,1-1 1,-1 0-1,1-2 0,-2 0 1,1 0-1,-1-2 0,0 0 1,-1-1-1,28-22 0,-33 22 2,-1-1 1,0 0-1,0 0 0,-1-1 0,0 0 0,-1 0 0,-1-1 1,0 0-1,-1 0 0,0-1 0,-1 0 0,0 0 0,-1 0 0,3-23 1,-5 13 10,-1 0 0,0 0 0,-2 0 0,-1 0 1,-1 1-1,-1-1 0,-1 1 0,-1 0 0,-1 0 0,-1 0 1,-1 1-1,-1 1 0,-22-37 0,13 28-32,-2 0 0,-1 1-1,-2 1 1,-1 1 0,0 1-1,-2 2 1,-1 1 0,-43-28-1,54 40-221,0 1-1,-1 1 1,0 1-1,-27-10 1,40 16 12,0 1 0,0-1 1,0 1-1,-1 0 0,1 1 1,0-1-1,0 1 0,0 0 1,-1 0-1,1 0 0,0 1 1,0 0-1,0 0 0,-1 0 1,1 1-1,0 0 1,1 0-1,-1 0 0,0 0 1,1 1-1,-8 5 0,9-6-306,1 1 0,-1 0-1,1 0 1,0 0 0,0 0 0,0 0-1,0 0 1,1 0 0,-1 1-1,1-1 1,0 0 0,0 1 0,0-1-1,0 1 1,0 0 0,1-1 0,0 1-1,0 5 1,6 43-10849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1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15713,'10'-17'2869,"-20"5"3507,20-5-6180,-1 3-644,17 11-2472,-1 3 148,0 6-2897,7 11-4692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71 15049,'-21'-2'1253,"17"1"-804,-1 1 0,1-1 0,-1 1 0,1 0 0,0 0 0,-1 1 0,1-1 0,0 1 0,-1 0 0,-4 2 0,4-1 543,1 0 1,-1 0 0,1 0 0,0 1 0,0-1 0,-7 7 0,-16 23 1827,17-16-2300,2 1 0,-11 25 0,18-40-423,-14 37-73,1 0 1,2 1 0,2 0 0,-10 75 0,19-92-27,0-1-1,1 1 1,1-1 0,1 0 0,1 1-1,1-1 1,1 0 0,0 0 0,2-1-1,15 33 1,-13-37 2,0 1 0,1-2 0,0 1 0,2-1 0,0-1 0,1 0 0,16 14 0,-19-20 0,0-1 0,1-1 0,0 0 0,0-1 0,1 0 0,0 0 0,0-1 0,0-1 0,0 0 0,1-1 0,22 4 0,-20-5 0,1-1 0,0 0 0,0-1 0,0-1 0,-1 0 0,1-1 0,0-1 0,-1 0 0,28-11 0,-34 10 0,0 0 0,0 0 0,0-1 0,-1-1 0,0 1 0,0-1 0,-1-1 0,1 1-1,-1-1 1,-1-1 0,1 1 0,-1-1 0,-1 0 0,1-1 0,-2 1 0,1-1 0,3-10 0,-2 3-8,-1 1 0,-1-1 0,-1 0 0,0 0 0,-1 0-1,-1 0 1,0-1 0,-3-17 0,0 9-7,-2 1-1,0 0 1,-2 0-1,-16-44 0,6 32 1,-1 2 0,-1-1-1,-2 2 1,-1 1 0,-2 1 0,-44-49-1,36 49-363,-1 2 0,-62-44 0,68 56-938,0 2 0,-38-17-1,59 29 654,-1 1-1,0 1 1,1-1-1,-1 1 0,0 0 1,0 0-1,-8 0 1,11 1-98,1 0-1,-1 0 1,0 1 0,0-1 0,1 1 0,-1 0 0,0 0 0,1 0-1,-4 1 1,-9 15-10735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2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12 159 13801,'-12'-71'4738,"12"68"-4500,0 0 1,1 0-1,-1 0 1,0 0-1,1 0 1,0 0-1,0 0 1,0 0-1,0 0 1,0 1-1,1-1 0,-1 0 1,1 1-1,-1-1 1,1 1-1,0-1 1,0 1-1,0 0 1,1 0-1,-1 0 0,0 0 1,6-3-1,-3 2-19,1-1 0,-1 2 0,1-1-1,0 0 1,0 1 0,1 0 0,-1 1 0,0-1-1,9 0 1,-2 2-121,-1 0 1,1 1-1,-1 0 0,1 1 0,-1 1 1,0 0-1,0 1 0,0 0 1,0 0-1,-1 1 0,1 1 0,-1 0 1,-1 1-1,1 0 0,-1 0 0,0 1 1,-1 1-1,0-1 0,15 19 1,-13-13-97,-1 0 0,0 1 0,0 0 1,-2 0-1,0 1 0,-1 0 1,0 1-1,-1 0 0,-1 0 0,-1 0 1,0 0-1,-2 1 0,2 26 1,-5-16-28,-1 0 1,-1-1 0,-2 0 0,-1 0-1,-12 36 1,0-14-7,-45 87 0,52-118 7,1-1-1,-2-1 0,0 0 0,-16 15 1,-30 25-3964,57-54 3212,-14 10-660,6-8-7385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15837,'0'7'7747,"8"12"-4576,-3-9-2286,-1 0 0,0 1 0,3 17 0,0 55-267,-5 0 0,-3 0 0,-13 91 0,11-148-1573,0 0-1,-2-1 1,-1 1 0,0-1 0,-2 0-1,-1-1 1,-1 0 0,-22 38 0,1-16-6975,2-3-5326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50 11689,'-6'-8'1029,"-27"-23"2089,31 30-2246,1-1-1,-1 1 0,0 0 1,0 0-1,0 1 1,0-1-1,0 0 0,0 0 1,0 1-1,0 0 1,-4-1-1,18 27 2539,-4-3-2836,-2 1-1,-1 0 0,-1 1 0,1 29 0,-2-18-375,4 69-198,-11 170 0,-14-122-801,8-78-453,7-58-678,-1 0-1,-8 25 1,-6 8-7238,5-13-3591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4 138 15825,'-3'-14'3017,"28"14"-545,13-9-288,22-5-144,-12 5-680,3 1-255,9-1-233,13 3-196,3 1-472,10-7-664,6 4-808,3-4-561,1-2-879,-1 5-840,0 4-2377,7 2-5108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3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10041,'-3'2'465,"0"-1"0,1 1 0,-1-1 0,0 0 0,0 0 0,0 0 1,0 0-1,0 0 0,0-1 0,0 0 0,0 1 0,0-1 0,-4 0 0,4 0-170,-1 0 0,0 0-1,1 1 1,-1 0 0,1-1 0,-1 1-1,1 0 1,-1 1 0,1-1-1,0 1 1,-1-1 0,1 1 0,0 0-1,0 0 1,0 1 0,1-1 0,-1 0-1,0 1 1,1 0 0,0 0-1,0-1 1,-1 1 0,2 1 0,-3 2-1,-5 11 575,0 1 0,2 0-1,-8 25 1,7-20-97,-105 339 3759,105-328-4517,2 1 1,1-1-1,1 1 0,2-1 1,3 36-1,-1-54-15,2 0 0,0-1 0,1 1-1,0-1 1,2 1 0,-1-1 0,2-1-1,0 1 1,1-1 0,0 0 0,1 0-1,1-1 1,14 17 0,-16-23 1,0-1 0,1 0 0,0 0 0,0 0 0,1-1 0,-1-1 0,1 1 0,0-1 0,1-1 0,-1 0 0,1 0 0,-1 0 0,1-2 0,0 1 0,0-1 0,0 0 0,0-1 0,-1 0 0,1-1 0,0 0 0,10-3 0,-5 1 0,0 0 0,-1-1 0,1 0 0,-1-1 0,0-1 0,-1-1 0,1 0 0,-1 0 0,0-1 0,-1-1 0,0 0 0,-1-1 0,14-14 0,-13 9 0,-1-2 0,0 0 0,-1 0 0,0-1 0,-2 0 0,0 0 0,-1-1 0,-1 0 0,-1-1 0,0 1 0,-2-1 0,0 0 0,0-33 0,-3 18 0,-1 1 0,-3-1 0,0 0 0,-2 1 0,-2 0 0,-23-64 0,20 70-433,-2 0 0,-2 1 0,0 0 0,-1 1 0,-2 1 0,-1 1 0,-23-24 0,41 46 215,0 1 0,0 0-1,0 0 1,0-1 0,0 1-1,0 0 1,0 0 0,0 0 0,0 0-1,-1 0 1,1 1 0,0-1-1,-1 0 1,1 0 0,-1 1-1,1-1 1,-1 1 0,1 0-1,-1-1 1,1 1 0,-1 0-1,0 0 1,1 0 0,-1 0-1,1 0 1,-1 0 0,1 0 0,-1 1-1,-2 0 1,3 0-166,0 0-1,0 1 1,-1-1 0,1 0 0,0 1-1,1-1 1,-1 1 0,0-1 0,0 1-1,1 0 1,-1-1 0,1 1 0,-1 0 0,1-1-1,0 1 1,0 0 0,0 0 0,0-1-1,0 1 1,0 0 0,0 0 0,0-1-1,1 1 1,0 3 0,15 34-9780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3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75 11757,'-6'-14'4160,"18"2"-2607,1 4 647,-4-4-2752,1 1-1148,6 2-4497,-3 1-2040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0 9121,'0'0'9395,"-3"0"-8129,-2 0-944,1 0 0,-1 1 0,1 0 0,-1 0 0,1 0 0,-1 0 0,1 0 0,0 1 0,0 0 0,0 0 0,0 0 0,0 0 0,0 1 0,-4 3 0,1 0 80,1 1 0,0-1 0,0 1 1,1 0-1,0 0 0,-8 16 0,1 2 334,2 1-1,0 0 1,-10 49-1,15-46-532,0 0-1,2 0 1,1 0-1,1 0 0,2 0 1,1 0-1,1 0 1,1 0-1,9 29 0,-7-35-181,2-1-1,0 0 1,1 0-1,1-1 1,1 0-1,1-1 1,1 0-1,0-1 1,2 0-1,0-2 1,30 29-1,-36-39-58,0 0-1,0-1 1,1 0-1,0 0 1,0-1-1,0 0 1,0-1 0,1 0-1,0-1 1,0 0-1,0 0 1,0-1-1,1-1 1,-1 0 0,16-1-1,-19 0 25,0-1 0,0 0-1,0-1 1,-1 0 0,1 0 0,-1-1-1,1 1 1,-1-2 0,0 1 0,0-1-1,0 0 1,-1 0 0,1-1 0,-1 0-1,0 0 1,-1-1 0,1 0 0,-1 0-1,0 0 1,0 0 0,-1-1-1,7-12 1,-3-1-2,0 0-1,-1-1 0,0 0 1,-2 0-1,-1-1 1,3-34-1,-4 2-34,-7-79 1,0 92-153,-1 0 1,-16-55-1,13 67-1394,-24-54-1,11 47-828,4 21-552,-4 9-4476,-8 7-4380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492 110 10989,'-5'-47'2326,"4"37"-244,-5-24 2716,1 29-3576,-4 2-932,-1 0-1,0 1 1,0 0-1,0 0 0,-1 1 1,1 0-1,0 1 1,0 0-1,-1 1 0,1 0 1,0 1-1,0 0 1,0 0-1,0 1 0,1 1 1,-1-1-1,-11 7 1,0 1-102,1 0 1,0 1 0,0 1 0,1 1 0,1 0 0,-29 30 0,37-33-153,1-1 0,0 1-1,1 1 1,0 0 0,0 0 0,2 0 0,-1 1 0,2 0 0,-1 0 0,2 1 0,0 0 0,0-1 0,2 1 0,0 0 0,0 1 0,1-1 0,1 0 0,0 0 0,1 0 0,1 1 0,0-1 0,0 0 0,2-1 0,0 1 0,0 0 0,9 15 0,9 9-292,2-1-1,2-1 1,1-1 0,62 60 0,-2 0-368,-78-84 496,-1 0 0,0 0 0,12 25 0,-19-32 104,0-1-1,0 1 1,0 0-1,0-1 1,0 1 0,-1 0-1,0 0 1,0-1-1,0 1 1,0 0 0,-1 0-1,1-1 1,-1 1-1,0 0 1,-1 4 0,0-3 11,-1 1 0,1 0 1,-1-1-1,0 1 1,0-1-1,-1 0 0,0 0 1,-4 5-1,-1-2-13,0 0 0,0-1 0,-1-1 0,0 1 0,0-1 1,-1-1-1,1 0 0,-13 3 0,-95 25 211,56-18 450,1 0 1071,58-14-1237,4-7-381,-1 1 1,1-1 0,0 1-1,0-1 1,1 1 0,0-1-1,0 1 1,0 0 0,1 0-1,-1 0 1,1 1 0,4-6-1,6-7 35,28-28 1,-26 30-8,317-297-1688,21 23-5769,-302 247 5523,53-39-6611,-62 55 297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6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33 10373,'-48'-26'6857,"45"25"-6569,0 0-1,0 0 1,-1 0-1,1 0 0,0 0 1,-1 1-1,1 0 1,-1 0-1,1 0 1,0 0-1,-1 0 0,1 0 1,0 1-1,-1 0 1,1-1-1,0 1 1,0 1-1,-6 1 0,-7 5 779,0 0-1,-18 12 1,31-18-840,-14 10 285,0 1 1,2 0 0,-1 1-1,2 1 1,0 0 0,0 1-1,1 0 1,-15 28-1,13-17-229,0 0 0,2 2 0,2-1 0,0 1 0,-6 33 0,11-32-206,1 1 0,2-1 0,0 38 0,0 12-23,1-57-600,-1-1 0,-1 0-1,-8 27 1,8-35-742,4-11-113,-4-48-9231,3 5 6990,6-59-1,1 48 818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6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8541,'70'-88'556,"-44"59"-40,5 15-32,1-1-100,9 7-40,10 2-216,10 3 12,8 6-216,1 3-244,0 0-412,-6 2-744,-7 4-984,-3 8-585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1165 50 9297,'-33'-49'13538,"28"56"-12173,3-6-1241,1 1 0,-1 0 0,1 0 0,0 0 0,0 0 0,0 0 0,0 0 0,0 0 0,1 0 0,-1 0 0,1 0 1,-1 1-1,1-1 0,0 0 0,-1 0 0,1 1 0,0-1 0,1 0 0,0 5 0,-1 1 102,6 153 526,1 233 2421,-10-301-2528,-4-1 0,-24 116 0,23-171-827,-2 1 0,-2-2 0,-2 0 0,-1-1 0,-1 0 0,-2-1 0,-2-1 0,-29 39 0,21-38-139,-1-1-1,-2-1 1,-1-2-1,-1-1 1,-2-2-1,0-1 1,-40 21-1,30-23-917,-1-1 0,-1-2-1,-1-3 1,-53 14 0,-103 10-7525,68-21-1849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0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16 7817,'0'-1'347,"0"1"1,1-1-1,-1 1 1,0-1 0,0 1-1,0-1 1,0 1-1,0-1 1,0 1-1,0-1 1,0 1 0,0-1-1,0 1 1,0-1-1,0 1 1,0-1-1,-1 1 1,1 0 0,0-1-1,0 1 1,0-1-1,-1 1 1,1-1 0,0 1-1,-1 0 1,1-1-1,0 1 1,-1-1-1,1 1 1,0 0 0,-1 0-1,1-1 1,-1 1-1,0-1 1,-13 14 3040,-14 39-1775,17-21-529,2 0-1,-9 57 1,5-18-160,-18 74-218,6 0 1,-9 230-1,34-347-1121,1-1 0,2 0 0,0 0 0,2 0 1,1 0-1,1-1 0,1 0 0,1 0 0,12 23 0,-5-18-1161,1-1-1,26 34 1,-14-26-2608,40 39 0,20 7-6863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13609,'1'-5'2051,"1"-1"-1621,0 0 0,0-1 1,1 1-1,0 0 0,0 0 0,0 1 0,1-1 0,0 1 0,0-1 0,0 1 1,1 1-1,-1-1 0,11-7 0,-5 5-4,1 0-1,1 0 1,-1 1 0,1 1-1,0 0 1,22-6 0,3 3-628,1 2 1,0 1-1,0 2 0,0 1 1,0 3-1,60 7 1,-81-6-340,1 1-1,-1 1 1,0 0 0,0 1 0,-1 1 0,1 1 0,-1 1-1,-1 0 1,19 12 0,-27-15 157,-1 0 0,1 0 0,-1 1 0,0 0 1,0 0-1,-1 1 0,0-1 0,0 1 0,-1 0 0,1 0 0,-2 1 0,1-1 0,-1 1 1,0 0-1,0 0 0,-1 0 0,0 0 0,-1 0 0,0 1 0,0-1 0,-1 12 1,0-9 55,0 1 275,0 0-1,-1 0 0,-1 0 1,0-1-1,0 1 0,-1-1 0,0 1 1,-1-1-1,-1 0 0,0 0 1,0-1-1,-9 13 0,-66 90 2228,70-100-1759,-1-1-1,0 0 1,-1-1-1,0 0 1,-1-1-1,0-1 1,0 0-1,-1 0 0,-21 9 1,12-6 219,-31 12 1292,-1-2 0,-1-3 0,-73 16 0,89-24-363,36-10-1291,0 0 0,0 0 0,0-1 0,0 0 0,0 1-1,0-2 1,-7 0 0,10 1-244,1 0 0,0 0 0,-1 0 0,1 0 0,-1 0 0,1 0 0,0 0 0,-1-1 0,1 1 0,-1 0 0,1 0 0,0 0 0,-1-1 0,1 1 0,0 0 0,-1-1 0,1 1 0,0 0 0,0 0 0,-1-1 0,1 1 0,0-1 0,0 1 0,0 0 0,-1-1 0,1 0 4,0 0-1,1 0 1,-1 0-1,0 0 1,0 1-1,1-1 1,-1 0-1,0 0 0,1 1 1,-1-1-1,1 0 1,-1 1-1,1-1 1,-1 0-1,1 1 1,-1-1-1,1 0 1,0 0-1,7-5 80,0 0-1,0 0 1,0 1-1,1 0 1,0 0 0,0 1-1,12-4 1,75-20-239,-78 23-4,266-52-4295,-91 36-5688,-92 16-1073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283 227 10721,'0'0'13491,"-4"0"-13067,-8 2 60,-1-1-1,1 2 1,-21 6-1,-24 5 320,42-12-739,11-1 943,4-4-1029,-1 2 23,1 0 0,-1-1 1,1 1-1,0 0 0,0-1 0,-1 1 0,1-1 1,0 1-1,0 0 0,0-1 0,0 1 0,1 0 1,-1-1-1,0 1 0,1-3 0,0 3 1,1 1-1,-1-1 0,0 0 0,0 1 1,0-1-1,1 1 0,-1-1 1,0 1-1,0 0 0,1 0 1,-1-1-1,0 1 0,3 0 0,6-1 7,-7 0 10,-2-2-46,1 1 28,-1-1 0,1 0-1,-1 1 1,1-1 0,0 0 0,0 1 0,0 0 0,1 0 0,-1-1 0,0 1 0,4-2 0,-1 0 7,-3 2 8,1-1 302,1 0 32,-1 1 0,1-1 0,0 1 0,0 0 0,7-4 0,-6 4 19,-5 2-364,0 0 1,1 0-1,-1 0 0,0 0 1,0 0-1,0 0 1,0 0-1,1 0 1,-1 0-1,0 0 0,0 0 1,0 0-1,0 0 1,1 0-1,-1 0 0,0 0 1,0 0-1,0 0 1,0 0-1,1 0 0,-1 0 1,0 0-1,0 0 1,0 0-1,0 0 0,0 0 1,1 0-1,-1 1 1,0-1-1,0 0 0,0 0 1,0 0-1,0 0 1,0 0-1,0 0 0,1 1 1,-1-1-1,0 0 1,0 0-1,0 0 1,0 0-1,0 1 0,0-1 1,0 0-1,0 0 1,0 0-1,0 0 0,0 1 1,0-1-1,0 0 1,0 0-1,0 0 0,0 0 1,0 1-1,0-1 1,0 0-1,0 0 0,0 0 1,-1 0-1,1 1 1,0-1-1,0 0 0,0 0 1,0 0-1,0 0 1,-7 26 469,-18 35 258,23-56-719,-43 105-13,4 2 0,-37 170 0,75-265 0,0 0 0,1 0 0,1 0 0,0 0 0,1 0 0,1 0 0,1-1 0,5 26 0,-5-35 0,0 0 0,0-1 0,1 1 0,0 0 0,0-1 0,1 0 0,-1 0 0,1 0 0,1 0 0,-1-1 0,1 1 0,0-1 0,0 0 0,0-1 0,1 1 0,0-1 0,0 0 0,0-1 0,0 1 0,1-1 0,-1 0 0,10 2 0,2-1 0,0 0 0,0-1 0,0-1 0,1-1 0,-1-1 0,0 0 0,0-2 0,1 0 0,-1 0 0,0-2 0,-1 0 0,1-2 0,29-12 0,-16 4 0,0-2 0,-2 0 0,0-3 0,-1 0 0,-1-1 0,37-37 0,-47 39 0,-1 0 0,0-1 0,-2-1 0,0-1 0,-1 0 0,-1 0 0,-1-1 0,-1-1 0,-1 0 0,-1 0 0,-2 0 0,0-1 0,-1 0 0,-1-1 0,-1 1 0,-2-1 0,0 1 0,-2-1 0,0 1 0,-7-33 0,4 40 0,0 0 0,-2 1 0,0-1 0,0 1 0,-2 1 0,0-1 0,-1 2 0,0-1 0,-1 1 0,-1 0 0,0 1 0,-1 0 0,0 1 0,-1 1 0,0 0 0,-1 0 0,-27-15 0,13 11 0,0 0 0,-2 2 0,1 1 0,-1 2 0,-1 0 0,0 3 0,0 0 0,-59-4 0,63 9-1205,-1 2 1,1 0-1,-53 9 1,71-7 775,1 0-1,0 0 1,-1 0 0,1 1 0,0 0 0,0 1 0,0 0 0,1 0-1,-1 1 1,1 0 0,0 0 0,0 0 0,1 1 0,0 0 0,0 0-1,-8 11 1,12-13-414,0 0-1,0 0 1,0 0-1,0 0 1,1 0-1,-1 0 1,0 7-1,2 29-10077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5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16702,'32'-28'3204,"-29"11"-272,1-3 1681,-1 0-3049,0 2 1092,10 7-3904,-1 0-560,4 19-4497,0 4-280,0 5-6156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3 181 11653,'-1'-9'683,"0"-1"0,1 1-1,0-1 1,0 1 0,1 0 0,0 0-1,1-1 1,0 1 0,1 0 0,0 0-1,6-13 1,-7 18-402,0 0 0,0 0-1,1 1 1,-1 0 0,1-1-1,0 1 1,0 0 0,0 0 0,0 0-1,1 1 1,-1-1 0,1 1-1,-1 0 1,1 0 0,0 0-1,0 0 1,0 1 0,0-1 0,0 1-1,0 0 1,0 0 0,1 1-1,-1-1 1,0 1 0,0 0-1,1 0 1,5 1 0,1 1-15,1 1-1,-1 0 1,0 0-1,0 2 1,-1-1 0,1 1-1,-1 0 1,0 1 0,-1 0-1,15 12 1,-6-2 162,0 0 0,-2 1-1,0 1 1,15 21 0,-8-5-428,-1 1 0,-2 1 0,-1 1 0,-2 1 0,-2 0 0,-1 1 0,-2 0 0,-2 1 0,-1 1 0,-2-1 0,2 76 0,-11-88-50,-2-1-1,0 1 1,-2-1-1,-1 0 1,-1 0 0,-18 39-1,18-49-1132,0-1-1,-1-1 0,-1 1 1,-16 17-1,11-13-4315,-18 30-1,13-10-7013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16237,'39'-17'3041,"5"-8"-401,-12 10-272,9 7-456,0-1-471,7 1-113,9 2-420,10 0-344,3 3-584,6-2-692,13 2-784,3 3-893,9-6-851,-2 6-3421,2 6-6276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448 115 7105,'22'-23'4105,"10"-14"2413,-30 35-6319,1-1 0,-1 1 0,1-1 0,-1 1 0,1 0 0,0 0 0,0 0 0,0 1 0,0-1 0,0 1 0,6-3 0,46-11 1315,-44 13-1321,4-2 0,-1 1 1,1 1-1,-1 1 1,16 0 0,-25 0-174,-1 2 1,0-1-1,0 0 1,0 1 0,0 0-1,1 0 1,-1 0-1,0 0 1,0 1 0,-1 0-1,1 0 1,0 0 0,-1 0-1,1 0 1,-1 1-1,1-1 1,-1 1 0,0 0-1,0 0 1,4 7-1,-3-4-10,-1-1-1,0 2 1,-1-1-1,0 0 1,0 0-1,0 1 0,0-1 1,-1 1-1,0 0 1,-1-1-1,1 1 0,-1 0 1,-1-1-1,1 1 1,-1-1-1,-2 8 1,-3 10 7,-2 0 1,0-1-1,-13 24 1,2-2 22,-46 102 194,53-123 31,-1 0 0,-1-1 0,-22 29 0,30-44-184,-1 0 0,-1-1 0,1 0 0,-1 0 0,0 0 0,0-1 0,-17 8 0,-5 2-35,-33 10 0,26-11-237,-132 43-1424,80-31-1412,3 6-4927,43-13-1803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2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166 163 5697,'5'-1'1001,"0"-1"1,1 0-1,-1 0 1,0 0-1,0-1 1,5-4 0,47-40 3342,-25 19-2444,-21 19-1483,0 0-1,1 1 0,0 0 0,0 1 0,1 1 0,16-7 0,-21 11-366,0 0 0,0 0 1,1 1-1,-1 0 0,0 1 0,1-1 0,-1 2 0,0-1 1,1 1-1,-1 0 0,0 1 0,12 3 0,-8 0-30,1-1 0,-1 1 0,0 1-1,-1 1 1,0-1 0,1 2 0,-2-1 0,14 13-1,-19-16-14,-1 1-1,0-1 1,1 1-1,-1 0 1,-1 0 0,1 0-1,-1 1 1,0 0-1,0-1 1,0 1-1,-1 0 1,0 0-1,0 0 1,-1 0-1,0 1 1,0-1 0,0 0-1,-1 1 1,1-1-1,-2 7 1,-1-3-4,0 0 0,-1-1 0,0 1 0,0-1 0,-1 1 1,0-1-1,-1 0 0,0-1 0,-1 1 0,1-1 0,-8 8 0,-12 11 19,-50 42 0,53-51-19,0 1-1,2 1 1,-30 38-1,46-53 0,0 0-1,1 0 0,0 1 1,1-1-1,-1 1 1,1-1-1,0 1 1,0 0-1,1 0 0,-1 0 1,1 0-1,1 0 1,-1 0-1,1 1 1,0-1-1,1 0 0,-1 0 1,1 0-1,0 0 1,3 7-1,-2-1-2,0 0 0,-1-1 1,0 1-1,-1 13 0,0-21 2,-1 1 1,1 0-1,-1-1 0,0 1 0,-1-1 1,1 0-1,-1 1 0,1-1 1,-1 0-1,-1 0 0,1 0 1,0 0-1,-1-1 0,-3 5 0,-6 4-42,-1-1 0,1-1 0,-2 0 0,1 0 0,-1-2 0,-1 0-1,0 0 1,-18 6 0,6-5-1342,0-1 0,0-1-1,-1-2 1,-31 3 0,19-3-3505,20 1-2731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0 325 4108,'0'0'17753,"5"-1"-17476,34-3 222,-37 3-468,0 0 1,0 0-1,0 0 1,0 0-1,-1 0 0,1 0 1,0 0-1,-1-1 1,1 1-1,-1-1 1,3-2-1,2-3 37,112-90 650,-117 96-705,19-16 38,0 2-1,2 0 1,-1 1 0,1 1 0,37-15 0,-19 9-52,-17 8-6,43-15 0,-29 14 21,-23 6-13,1 1 0,0 1-1,0 0 1,0 1 0,1 0-1,-1 2 1,1-1-1,0 2 1,24 2 0,-33 0 13,0 0 0,0 1 0,0-1 0,-1 1 0,1 1 0,-1-1 0,0 1 0,0 0 0,0 1 0,0-1 0,-1 1 0,0 0 0,8 11 0,5 7 362,-1 1 0,15 28-1,-22-33-42,45 95 1011,-51-108-1311,0-1 0,0 0 0,1 0 0,-1-1 1,1 1-1,0-1 0,1 0 0,-1-1 0,1 1 0,0-1 0,0 0 1,0 0-1,0-1 0,0 0 0,12 3 0,8 1 27,-1-2 0,43 3 1,-45-6-57,1 0 0,0-2 0,-1-1 0,1-1 0,-1 0 0,0-2 0,0-1 0,0-1 0,-1-1 0,0 0 0,26-16 0,-28 10-15,0-1 0,-1-1 0,-1 0 0,-1-2-1,0 0 1,18-26 0,0 1 43,43-54-196,-78 96 85,1-1 0,0 1 0,0 0 0,0 0 1,1 0-1,-1 1 0,0-1 0,0 0 1,0 0-1,1 1 0,-1-1 0,0 1 1,3-2-1,0 1-205,1-2-611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499 196 7821,'-32'-7'1508,"26"5"1226,-23 14 1188,-171 31 314,187-41-4104,0 0 1,0 0-1,0-1 0,1-1 1,-1 0-1,0-1 0,0-1 0,0 0 1,0 0-1,1-1 0,-1-1 1,1 0-1,0-1 0,-15-8 0,25 12-121,0 0-1,1 0 1,-1 0-1,0 0 0,1 0 1,-1-1-1,1 1 0,-1-1 1,1 1-1,-1-1 1,1 0-1,0 0 0,0 1 1,0-1-1,0 0 0,0 0 1,1 0-1,-1 0 1,0 0-1,1 0 0,0 0 1,-1 0-1,1 0 0,0 0 1,0 0-1,0 0 1,0 0-1,1-1 0,-1 1 1,0 0-1,1 0 0,-1 0 1,1 0-1,0 1 1,0-1-1,0 0 0,0 0 1,0 0-1,0 0 1,0 1-1,2-3 0,3-3 2,1 0 1,-1 0-1,1 0 0,0 1 0,0 0 0,17-10 0,-10 9-4,0 0 0,1 1-1,0 0 1,0 2 0,1-1 0,-1 2-1,17-2 1,15-1 3,0 1 1,0 3-1,0 2 0,1 2 0,-1 2 1,85 18-1,-93-12-11,48 18 0,-73-22 18,-1 0 0,0 0 0,0 2 0,0 0 0,-1 0 0,20 18 0,25 33-26,-36-35 30,2-2 0,0 0 0,41 30 0,-51-45-19,0 0 0,0-1-1,1-1 1,-1 0 0,1-1 0,1 0 0,21 3 0,-8-4-8,1-1 1,52-3-1,-60 0 6,0-2-1,0-1 1,-1 0 0,0-1-1,0-1 1,0-1 0,0-1-1,-1-1 1,-1-1 0,1 0-1,-2-1 1,1-1 0,-2-1-1,0 0 1,0-1 0,-1-1-1,-1 0 1,0-1 0,12-19-1,-19 24-2,-1 0-1,0-1 1,-1 0-1,5-13 0,-2 4-228,19-36-1,-25 54-179,5-17-1340,-5 16-1477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5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51 103 12837,'-16'-26'2072,"0"23"-147,-3 1 3311,29-18-4016,-1 2-264,61-2-8,-16 15-1140,9 2-456,1-3-544,9 9-736,3 3-416,-3 5-3285,0 3-4648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5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67 181 12161,'-48'17'1956,"39"-26"2181,2-5-2217,4 2-324,16 4-312,28-9-264,13 2-448,19 1-828,19-3-476,16-6-940,13 0-772,12 0-3369,10 1-4932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6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48 192 10637,'-43'-104'7984,"42"102"-7735,0 0 0,1 0 1,-1 0-1,0 0 0,1 0 0,0-1 0,-1 1 1,1 0-1,0 0 0,0-1 0,0 1 1,1 0-1,-1 0 0,1-1 0,-1 1 0,1 0 1,-1 0-1,1 0 0,0 0 0,0 0 0,0 0 1,0 0-1,1 0 0,-1 0 0,0 0 0,1 1 1,0-1-1,-1 0 0,1 1 0,0 0 0,2-2 1,2-1-9,-1 1 0,1 1 0,0-1 0,-1 1 0,1 0 0,1 0 0,-1 1 0,0 0 0,12-1 0,-5 2 24,1 0 1,0 2-1,-1-1 1,1 2-1,-1 0 1,25 8-1,-7 1 211,48 26 0,-49-22-376,-1 2 1,0 2 0,-1 0-1,-1 2 1,-1 1 0,-1 1-1,-1 1 1,-2 1 0,0 1 0,20 34-1,-32-45-162,-1 1-1,0 1 0,-1-1 1,-1 1-1,-1 1 0,0-1 1,-2 1-1,0 0 0,-1 0 1,-1 1-1,0-1 0,-2 0 1,0 1-1,-1-1 0,-1 0 1,-1 0-1,-1 0 1,-1 0-1,-10 28 0,-8 9-2032,-2-1 0,-43 67 0,42-83-3607,-53 62 0,29-46-5295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6 220 11669,'-6'-40'2440,"12"6"-87,13 8-309,4 6-332,-1 6-284,16-3-312,13 5-220,12 1-396,23 8-668,9-3-328,10 3-716,6-5-868,7-7-644,2 7-2457,4 5-4132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6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260 118 10337,'0'-2'65,"-1"-1"124,0 1 0,1-1-1,-1 0 1,1 1-1,-1-1 1,1 1 0,0-1-1,0 0 1,0 1-1,1-1 1,0-3 0,1 3 148,0 0 1,0 1-1,0-1 1,0 1-1,1 0 1,-1-1 0,1 1-1,0 0 1,0 1-1,3-3 1,9-5 164,1 2-1,-1 0 1,1 1 0,1 0 0,-1 1 0,1 1 0,-1 1-1,1 0 1,0 1 0,25 0 0,-9 2-237,0 2 0,0 1 0,-1 1 0,53 14-1,-78-16-240,0 0 0,0 0 0,0 1-1,-1 0 1,1 1 0,0-1-1,-1 1 1,0 0 0,11 10-1,-15-11-8,1 0 0,-1 0 0,1 0 0,-1 1 0,0-1 0,0 1 0,-1-1 0,1 1 0,-1 0 0,0 0 0,0 0 0,0 0 0,0 0 0,-1 0 0,1 0 0,-1 0 0,0 0 0,0 0 0,-1 0 0,0 4 0,-1 3-1,-1 0 0,0 0-1,0 0 1,-1-1 0,-1 1 0,0-1 0,-6 10 0,-51 67 83,42-62-19,-28 47 0,38-53-81,1 0 0,0 1 1,-11 39-1,18-48 13,0 0 0,0 0 0,1 0 0,1 1 0,0-1 0,0 0 0,1 0 0,1 0 0,2 12 0,11 23-70,2 13 18,-17-57 44,0 1 0,0-1-1,0 0 1,0 0 0,0 0 0,-1 0-1,1 0 1,0 0 0,-1 0-1,0 0 1,1 0 0,-1 0 0,0 0-1,0 0 1,0-1 0,0 1 0,0 0-1,-1 0 1,1-1 0,-1 1 0,1-1-1,-1 1 1,1-1 0,-1 0-1,-2 2 1,-4 1-14,0 0 1,0 0-1,0-1 0,-13 4 0,13-4 18,-33 7-31,-1-1-1,0-2 0,-78 3 1,9-1-908,-42 10-5329,132-17 902,10 8-3117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13 144 14661,'-13'-6'4231,"16"13"2493,5 11-1534,-6-2-6324,-7 12 1576,1 0 0,2 0 0,0 0 1,3 1-1,0-1 0,10 54 0,-7-67-491,1 1-1,0-1 1,1 0-1,1 0 1,1-1 0,0 0-1,0 0 1,2-1 0,0 0-1,0-1 1,1 0-1,0 0 1,1-2 0,20 15-1,-29-22 5,1 0 0,0 0 0,0 0 0,0-1-1,0 0 1,0 0 0,1 0 0,-1 0 0,1-1-1,-1 1 1,1-1 0,0 0 0,-1-1 0,1 1 0,0-1-1,0 0 1,-1 0 0,1-1 0,0 1 0,-1-1-1,1 0 1,0 0 0,-1 0 0,1-1 0,6-3-1,-5 1 26,0 0 0,0-1 0,0 0 0,0 0 0,-1-1-1,1 1 1,-2-1 0,1 0 0,-1-1 0,1 1 0,-2-1-1,1 0 1,-1 1 0,0-2 0,2-6 0,2-9-50,-2 1 0,0-1 0,-2 0 0,0 1-1,-2-2 1,0 1 0,-2 0 0,0 0 0,-2 0 0,0 1 0,-2-1 0,0 0 0,-2 1 0,0 0 0,-2 1 0,0 0 0,-1 0 0,-1 1 0,-1 0 0,-1 1-1,-1 0 1,-18-19 0,28 34-302,0 0-1,-1 0 0,1 0 1,-1 1-1,0 0 1,0 0-1,0 0 0,0 1 1,0-1-1,-7-1 1,9 3-170,0 1 1,0-1-1,0 1 1,1 0-1,-1 0 1,0 0-1,0 0 1,0 0-1,0 1 1,0-1-1,1 1 1,-1 0-1,0 0 1,0 0-1,1 0 1,-1 0-1,1 0 1,-1 1-1,-2 2 1,-6 8-10464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738 40 12637,'6'-14'1476,"8"-10"9741,-14 24-11145,0 0 1,0 0-1,0 0 0,0 0 1,0-1-1,0 1 0,0 0 0,0 0 1,0 0-1,0 0 0,0 0 1,0 0-1,0 0 0,0 0 1,0 0-1,1 0 0,-1 0 0,0 0 1,0 0-1,0 0 0,0 0 1,0 0-1,0 0 0,0 0 0,0 0 1,0 0-1,1 0 0,-1 0 1,0 0-1,0 0 0,0 0 0,0 0 1,0 0-1,0 0 0,0 0 1,0 0-1,1 0 0,-1 0 0,0 0 1,0 0-1,0 0 0,0 0 1,0 0-1,0 0 0,0 0 0,0 0 1,0 0-1,0 0 0,0 0 1,0 1-1,0-1 0,1 0 0,-1 0 1,0 0-1,0 0 0,0 0 1,0 0-1,0 0 0,0 0 1,0 1-1,1 16 52,-4 3 141,0 1-1,-1-1 1,0 0 0,-2 0-1,-1 0 1,-9 20 0,-6 6 260,-38 58 0,-3-13-525,-64 77 0,-96 91 16,125-152-153,77-83-724,1 1 0,-27 44 1,41-59 99,1-1 0,0 1 0,1 0 0,0 0 0,0 0 1,1 0-1,1 1 0,0-1 0,0 1 0,1 0 0,0 17 0,2-24-208,-1 1-1,1 0 0,0-1 1,0 1-1,1-1 1,2 5-1,16 24-10192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7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14 12189,'-18'24'7115,"16"-22"-6920,0 0 0,0 1 0,0-1 1,0 1-1,0 0 0,0 0 0,0 0 0,1-1 1,0 1-1,-1 0 0,1 1 0,0-1 0,1 0 1,-1 0-1,0 0 0,1 1 0,0-1 0,0 0 1,0 0-1,0 1 0,0-1 0,1 0 0,-1 0 0,1 1 1,2 4-1,0-1-96,-1 0 0,2 1 1,-1-1-1,1-1 0,0 1 0,1 0 1,0-1-1,0 0 0,0 0 1,0-1-1,1 1 0,0-1 0,0 0 1,13 7-1,2-1 86,0 0 1,1-1 0,33 10-1,-54-20-179,0 1 0,0-1 0,0 0 0,0 0 0,0 0 0,0 0 0,0 0 0,0 0 0,0 0 0,0 0 0,0 0 0,0-1 0,0 1 0,0 0 0,0-1 0,0 1 0,0-1 0,0 1 0,2-2 0,1 0 18,-3 2-20,0 0-1,0 0 1,-1-1 0,1 1 0,0 0-1,0 0 1,-1-1 0,1 1 0,0-1-1,-1 1 1,1 0 0,0-1 0,-1 1-1,1-1 1,-1 1 0,1-1 0,-1 0-1,1 1 1,-1-1 0,1 0 0,-1 1 0,1-1-1,-1 0 1,0 1 0,0-1 0,1 0-1,-1 0 1,0 0 0,0-1 5,0 0 1,0 0-1,-1 0 0,1 0 0,0 0 1,-1 0-1,0 0 0,1 0 1,-1 1-1,0-1 0,-2-2 1,-4-7 43,-1 0-1,-17-17 1,22 25-46,-18-18 137,-1 1 0,-30-20 1,32 25-1034,1 0 1,0-1 0,-23-26 0,41 40-988,5 2-343,13-2-563,-1 1 0,32 4 0,10 8-5813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2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72 9717,'-22'-15'2332,"-16"18"-148,25-11-300,-9-1-315,3-2-349,0 5-248,6 0 132,1-2-1356,-1-4-1052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0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35 3596,'0'0'7322,"-3"-1"-6885,-2 0-1008,4 1 750,0 0 0,-1 0 1,1 0-1,0 0 0,-1-1 1,1 1-1,0 0 0,-1-1 0,1 1 1,0-1-1,0 0 0,0 1 1,-2-3-1,1-6-755,9-8-5840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3252,'9'26'2569,"-18"-35"-3826,-1 1-55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25 159 8353,'44'-69'4537,"-3"-1"6062,-27 52-5957,-14 18-4532,0 0-1,1 0 1,-1-1-1,1 1 1,-1 0 0,0 0-1,1 0 1,-1 0-1,1-1 1,-1 1 0,0 0-1,1 0 1,-1 0 0,1 0-1,-1 0 1,0 0-1,1 0 1,-1 0 0,1 0-1,-1 0 1,1 0 0,-1 1-1,0-1 1,1 0-1,-1 0 1,1 0 0,-1 1-1,2 1 41,1 0 0,-1 1 0,-1 0 0,1-1 0,0 1 0,-1 0 0,1 0 0,-1 0 0,2 5 0,3 15-140,-1-1 0,-2 1 0,0 0 0,-1 0 1,-1 0-1,-4 36 0,2-27-14,-4 82 4,-23 122 0,-36 111 0,13-85 0,42-205-1094,-3 79 0,12-111 431,0 1 0,2 0 0,1 0 0,0 0 0,12 36 0,-13-55-203,1 0-1,0 0 0,0 0 1,1 0-1,6 8 1,16 14-5513,13 3-5660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4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58 10577,'-11'-3'540,"6"2"-177,1-1 1,-1 1-1,0-1 1,0 0-1,1 0 0,-1-1 1,1 1-1,0-1 0,0 0 1,0 0-1,-7-7 0,-10-10 9192,26 23-8473,71 37 163,258 153 1059,-292-164-2196,-1 1 0,-1 2-1,-2 2 1,-1 1 0,50 63-1,-76-83-78,-1 0-1,0 1 0,-1 0 0,-1 1 0,0 0 1,6 21-1,-11-29-20,-1 0 1,0 0 0,-1 0 0,0 1 0,0-1-1,-1 0 1,0 0 0,0 0 0,-1 1-1,0-1 1,-1 0 0,0 0 0,-1 0-1,-4 12 1,-1-6-4,-1-1 0,-1 0 0,0 0 0,0-1 0,-1 0-1,-1-1 1,0 0 0,-1-1 0,0 0 0,-1-1 0,0-1 0,-28 14 0,-17 6-63,-118 39 1,168-65 41,-371 107-2635,125-49-6884,208-50 6090,-15 8-8511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6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72 6341,'-3'0'17020,"2"-3"-16749,-2-3-790,3 5 730,-1-1 0,1 1 0,-1-1 0,1 1 0,-1 0 0,0-1 0,0 1 0,0 0 0,1-1 0,-2 1 1,1 0-1,0 0 0,0 0 0,0 0 0,0 0 0,-1 0 0,1 0 0,0 0 0,-1 0 0,1 1 0,-1-1 0,-1 0 0,-6-1 766,6 2 498,7-3-22,13-10-558,4-4-903,-19 15 5,0 5-1782,1 4 1863,-1 0 1,1 0-1,-1 0 0,-1 0 1,1 1-1,-1-1 0,0 0 1,-1 1-1,0-1 0,-2 15 1,-2 13 361,-9 35 1,8-47-388,-60 246-53,7-35 0,22-91-835,18-79-360,2 1 0,-9 95 0,27-115-3844,-1-41 1703,24-13-13652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28 12473,'-29'35'3031,"21"-27"-1543,0 1-1,1 0 1,-8 12-1,13-18-1263,0 0-1,1 0 1,0 0-1,-1 1 0,1-1 1,0 0-1,1 1 1,-1-1-1,0 0 1,1 1-1,0-1 0,0 1 1,0-1-1,0 0 1,2 6-1,1 2-32,1 0 0,1 0 0,0-1 0,0 1 0,1-2 0,0 1 0,1 0 0,0-1 0,1 0 0,0-1 0,0 0 0,1 0 0,0-1 0,13 9 0,8 4-10,2-1 0,0-2 1,46 19-1,-2-6-1095,134 34-1,-167-54 377,0-3 0,0-1-1,1-2 1,81-4-1,-109-1 445,0-1 1,-1-1-1,1 0 0,-1-2 0,1 1 1,-1-2-1,-1 0 0,1-1 0,-1 0 1,17-12-1,-15 7 93,-1 0 1,-1-1-1,0 0 1,-1-1-1,0-1 1,-1 0 0,-1-1-1,0 0 1,11-23-1,34-84 1184,-50 108-738,-1 1 0,-1-1-1,0 0 1,-1-1 0,1-16 0,3-11 1219,-2 19-633,-5 24-998,0 0 0,0 0 0,0-1-1,0 1 1,0 0 0,0 0-1,0 0 1,0 0 0,-1 0 0,1-1-1,0 1 1,0 0 0,0 0 0,0 0-1,0 0 1,0 0 0,0 0-1,-1-1 1,1 1 0,0 0 0,0 0-1,0 0 1,0 0 0,0 0 0,-1 0-1,1 0 1,0 0 0,0 0-1,0 0 1,0 0 0,0 0 0,-1 0-1,1 0 1,0 0 0,0 0 0,0 0-1,0 0 1,-1 0 0,1 0-1,0 0 1,0 0 0,0 0 0,0 0-1,0 0 1,-1 0 0,1 1 0,0-1-1,0 0 1,0 0 0,0 0-1,0 0 1,0 0 0,-1 0 0,-8 5 394,5-2-369,0 0-1,0 0 0,0 1 1,0-1-1,1 1 1,0 0-1,-1 0 0,1 0 1,1 1-1,-4 5 1,-21 54 238,16-33-261,-17 39-330,4 2 0,2 0 1,4 2-1,-16 142 0,18-56-5087,4-55-1391,11-97 5515,1 1 0,-1-1-1,1 0 1,2 11 0,13 27-8605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71 14193,'-14'8'942,"0"0"0,0 1-1,1 1 1,0 0-1,1 1 1,0 0 0,0 1-1,2 0 1,-1 1-1,2 0 1,-1 1 0,2 0-1,0 0 1,-10 26-1,12-25-647,1 1 0,0 1 0,1-1 0,0 1 0,2-1-1,0 1 1,1 0 0,0 0 0,2 0 0,0 0 0,0-1-1,2 1 1,0 0 0,7 18 0,-4-17-292,1-1 0,1 0 0,1 0 0,0-1 0,1 0 0,1 0 0,1-1 0,0-1 0,0 0 0,2-1 0,-1 0 0,2-1 0,0 0 0,0-2 0,1 1 0,0-2 0,1 0 0,0-1 0,0-1 0,35 10 0,-31-12-68,-1-1-1,1-1 1,-1 0-1,1-1 1,0-2 0,0 0-1,0-1 1,32-6-1,-39 4 17,0-1-1,0 0 1,0-1 0,0 0-1,-1-1 1,0-1-1,0 0 1,-1-1-1,0 0 1,0-1-1,-1 0 1,20-22 0,-18 18 18,-2-2 1,0 0-1,0 0 0,-2-1 1,0 0-1,-1 0 1,0-1-1,-1 0 1,-1-1-1,4-22 1,-7 27 35,-2-1 1,0 1 0,0-1-1,-1 0 1,-1 1 0,0-1-1,-1 1 1,-1-1-1,0 1 1,0 0 0,-2 0-1,1 0 1,-2 0 0,-10-17-1,3 9 67,-1 0-1,-1 1 0,0 1 1,-2 1-1,0 0 0,-1 1 1,-1 1-1,0 1 0,-40-23 1,30 22-289,0 1 0,-1 1 0,-1 2 0,0 1 0,-1 1 1,-60-9-1,73 16-720,-1 2-1,0 0 1,0 0 0,-32 5-1,37-1-1112,1 0-1,0 0 0,0 2 0,-14 5 1,-23 13-10430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8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1410 184 11625,'90'-140'5981,"-80"121"-4501,4-5 4545,-11 27-3358,-4 18-1498,-10 34-214,-2-1 0,-2 0 0,-42 95 0,18-61-955,-61 100 0,-64 75 0,157-252 0,-480 647 0,61-91 0,426-566 0,-120 189-5068,105-163 3279,1 0 1,1 1-1,2 1 0,1 0 0,-7 32 0,11 7-12193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720 155 10653,'19'-123'10995,"-20"121"-10698,1 0 0,-1 1 0,1-1 0,-1 0-1,0 0 1,0 0 0,0 0 0,0 1 0,0-1 0,0 0 0,-1 1 0,-1-3 0,-1 0 599,3 2 1166,-1 3-1062,-3 1-767,1 0-1,-1 1 0,1 0 1,0 0-1,0 0 1,0 0-1,0 1 1,0-1-1,1 1 1,0 0-1,-4 5 1,-31 54 203,30-49-362,-26 44-73,18-32-1,0 1 0,2 0 0,-15 43 0,14-23 0,-8 55 0,19-80 0,1 0 0,1 0 0,2 1 0,3 41 0,42 213 0,-44-274 0,-1 0 0,0 0 0,0 0 0,0 0 0,0 0 0,0 0 0,-1-1 0,1 1 0,-1 0 0,0 0 0,0 0 0,0-1 0,0 1 0,0 0 0,-1-1 0,1 1 0,-1-1 0,0 0 0,-3 5 0,1-4 0,0 1 0,0-1 0,0 0 0,0 0 0,0 0 0,0 0 0,-1-1 0,1 0 0,-1 1 0,-5 0 0,-20 3-1,0-1 0,-1-1 1,-57-2-1,52-1-11,-24-2-1869,-67-10 1,125 11 1555,-1 0 0,1-1-1,-1 1 1,1-1 0,-1 0 0,1 1 0,-1-1 0,1 0 0,0-1 0,-1 1 0,1 0 0,0-1 0,0 1 0,-4-4 0,6 5 159,0-1 1,0 1-1,-1-1 0,1 1 1,0 0-1,0-1 1,0 1-1,0-1 0,-1 1 1,1-1-1,0 1 1,0-1-1,0 1 0,0-1 1,0 1-1,0-1 1,0 1-1,0-1 0,0 1 1,0-1-1,1 1 1,-1-1-1,0 1 0,0-1 1,0 1-1,1-1 1,-1 1-1,0 0 0,1-1 1,0-1-357,1 1 0,0-1-1,0 1 1,0-1 0,-1 1 0,1 0 0,1 0 0,-1 0 0,0 0-1,3-1 1,47-17-9897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9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12109,'0'0'2180,"-3"2"-216,0 3-1202,-1 1 0,1-1 0,0 1 0,0 0 0,1 0-1,0 0 1,0 0 0,0 0 0,1 0 0,-2 12-1,2-2-190,0 1 1,0-1-1,4 24 0,3 0 50,15 53-1,-20-89-623,1-1-1,-1 1 0,1-1 1,-1 1-1,1-1 1,0 1-1,0-1 0,0 0 1,1 0-1,-1 0 0,1 0 1,0-1-1,0 1 1,0-1-1,5 4 0,-3-3-29,1 0 0,0 0 0,1-1-1,-1 0 1,0 0 0,0 0 0,1-1-1,9 1 1,5-1-68,0-1 0,0-2 0,0 0 0,36-8 0,30-14-101,105-43 0,-159 54 300,-1-5 316,-30 16-323,1 1 1,-1-1-1,1 0 0,-1 1 1,1 0-1,0 0 0,-1-1 0,1 2 1,0-1-1,0 0 0,4 0 1,-5 2 74,-1 1-1,1-1 1,0 1 0,-1-1 0,1 1 0,-1 0 0,1 0 0,-1 0 0,0 0 0,2 4-1,-5 0-47,1 0 0,-2 0 0,1 0 0,0 0-1,-1 0 1,-7 11 0,4-7-1,-8 15 91,-31 41 1,31-48-499,1 0 0,2 2 1,-14 26-1,4-8-1618,-5 12-1925,15-11-7120,8-19 106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11797,'0'0'59,"0"0"0,0 1 0,1-1 1,-1 0-1,0 0 0,0 0 0,0 1 0,0-1 0,0 0 0,0 1 0,1-1 0,-1 0 0,0 0 1,0 1-1,0-1 0,0 0 0,0 0 0,0 1 0,0-1 0,0 0 0,0 1 0,0-1 0,-1 0 1,1 0-1,0 1 0,0-1 0,0 0 0,0 0 0,0 1 0,0-1 0,-1 0 0,1 0 1,0 0-1,0 1 0,0-1 0,0 0 0,-1 0 0,1 0 0,0 1 0,0-1 0,-1 0 0,1 0 1,0 0-1,-1 0 0,-17 4 2015,15-4-1699,0 0-1,0 0 0,0 1 1,1-1-1,-1 1 0,0 0 1,0 0-1,1 0 0,-1 0 1,0 0-1,1 0 0,-1 1 1,-3 2-1,-13 17 1349,10-14-1181,2 1-1,-1 1 0,1-1 0,-7 13 0,-36 52 1848,49-71-420,30 7-684,-24-10-1196,0-1 1,0 1-1,0-1 1,0 0-1,0 0 1,-1 0-1,6-3 1,11-6 117,-6 6-207,10-2 0,-15 10 0,-5-1 0,-1 0 0,0 0 0,0-1 0,0 1 0,-1 1 0,1-1 0,-1 1 0,1-1 0,-1 1 0,0 0 0,0 0 0,0 0 0,0 1 0,0-1 0,-1 1 0,0-1 0,0 1 0,0 0 0,0 0 0,2 8 0,3 8 0,-1 1 0,6 34 0,-10-43 0,0-3 0,-1 0 0,0 1 0,-1-1 0,1 1 0,-2-1 0,-1 11 0,-4 10 0,-11 32 0,13-46 0,5-8 0,7-14 0,8-13 0,-5 2-198,1 1 0,0 1 0,1-1 0,1 2 1,20-17-1,-30 28 117,1-1 1,0 1 0,0-1-1,1 1 1,-1 1 0,1-1-1,-1 1 1,1 0-1,0 0 1,0 1 0,0 0-1,0 0 1,0 0 0,0 1-1,0 0 1,0 0 0,0 0-1,0 1 1,0 0-1,0 0 1,0 0 0,6 3-1,-3 0-672,1 0 0,0 0 0,-1 1 0,0 1 0,0 0 0,8 7 0,24 28-10510,-26-24 1050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49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0 9601,'0'0'5911,"2"2"-4887,2 2-789,0-1 0,0 2 0,0-1 0,0 0 0,-1 1 0,1-1 0,-1 1 1,-1 0-1,1 0 0,-1 0 0,4 11 0,18 32 307,9-16-91,-31-30 104,2-1-410,-1-1-1,0 0 1,0 0-1,0 0 1,0 0-1,1 0 1,-1-1-1,5-1 0,-6 2 49,6-18 1504,-4 11 2267,-12 104-3284,5-50-459,-15 82 0,-7-31-809,-4-1 0,-4-2 0,-68 137-1,89-210 328,-1-1-1,-1 0 0,-1-1 1,-22 23-1,-75 65-817,60-60 634,43-39 373,0-1 0,-1-1 0,-18 12 0,28-19 80,-1 1-1,0 0 0,0-1 1,0 1-1,0-1 1,0 1-1,0-1 1,0 0-1,0 1 1,0-1-1,0 0 0,0 0 1,0 1-1,0-1 1,0 0-1,0 0 1,0 0-1,-1 0 0,1-1 1,0 1-1,0 0 1,0 0-1,0-1 1,0 1-1,0 0 0,0-1 1,0 1-1,0-1 1,0 1-1,0-1 1,1 0-1,-1 1 0,0-1 1,0 0-1,0 0 1,1 1-1,-1-1 1,0 0-1,1 0 1,-1 0-1,1 0 0,-1 0 1,1 0-1,0 0 1,-1 0-1,1-1 1,4-6 33,0-1 1,1 2 0,0-1 0,1 1 0,-1-1 0,14-11 0,-15 15-28,36-35-284,77-58 1,-52 46-696,-25 20-1065,61-37-1,3 14-4433,-7 16-2888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0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41 16005,'-19'-29'5737,"3"21"-3049,-3 5 1001,-3 6-2421,2 5-252,-2 4-252,-10 5-636,20-9-876,-10 7-972,-17 10-1137,14 1-367,-7 8-3485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15633,'-41'40'2361,"16"-11"-33,3-3-176,-1 2-324,4 1-336,0 2-344,0 4-231,-3 7-173,3 4-224,3-3-292,3 3-600,1-1-788,5-2-373,1 0-743,3-3-488,0 0-3525,3-5-5684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8 258 11385,'-8'13'2163,"18"-16"113,-7 2-2047,1 0 0,-1 0 0,1 0 0,-1 0 0,1 0 0,-1 1 1,1-1-1,-1 1 0,5 0 0,70 12 769,0-4 0,91-2-1,-142-7-1064,1-1-1,0-1 1,-1-1-1,1-2 0,-1 0 1,-1-2-1,1-1 1,-1-1-1,40-22 1,-58 27 273,-1 1 0,1-1 1,-1-1-1,0 1 0,0-1 1,0 0-1,-1-1 0,0 1 1,0-1-1,-1-1 0,0 1 1,0-1-1,-1 0 0,0 0 1,0 0-1,-1 0 1,0-1-1,0 1 0,1-11 1,-2-38 3674,-2 57-3812,-1 0 0,0 0 0,0 0 0,0 0 0,0 0 0,1 0 0,-1 0 0,0 0-1,0 1 1,0-1 0,1 0 0,-1 0 0,0 1 0,0-1 0,1 1 0,-1-1 0,0 1 0,1-1-1,-2 2 1,-4 4 75,1 0-1,0 1 1,0 0-1,1 0 1,0 0-1,0 1 0,0-1 1,-3 13-1,-17 67-254,20-66-663,1 0 0,2-1 0,0 1 0,1 0 0,4 37 0,1-29-3780,13 48-1,-10-48-995,9 9-3162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164 172 10685,'-9'6'4456,"-43"35"2287,45-35-6269,1 0 1,0 0-1,0 0 1,1 1-1,-1 0 1,1 0-1,-3 8 1,-3 11 341,2-1 1,0 2 0,2-1-1,2 1 1,-6 54-1,10-67-688,0 0 0,1 0 0,1 0 0,0 1 0,1-1 0,1 0 0,0-1-1,0 1 1,2-1 0,-1 1 0,2-1 0,0 0 0,11 17 0,-14-25-145,1 0 1,0-1 0,0 1-1,1-1 1,-1 0-1,1 0 1,0 0 0,0 0-1,0-1 1,1 0 0,-1 0-1,1 0 1,0-1 0,0 0-1,0 0 1,0 0-1,0-1 1,0 0 0,0 0-1,0-1 1,0 1 0,0-1-1,1-1 1,-1 1 0,0-1-1,0 0 1,0-1-1,0 1 1,10-5 0,-2 1-29,-1-1 1,0-1-1,-1 0 1,1-1-1,-1 0 0,-1-1 1,0-1-1,0 1 1,-1-2-1,0 1 1,17-24-1,-11 8 24,-1-1-1,-1 0 1,-1-1 0,15-49-1,20-121-120,-14 47-857,-18 61-5555,-15 87 3317,-8 23-14084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1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41 271 11581,'-6'-9'205,"1"2"696,-1-1 0,2 0 0,-1 0 0,1 0 0,-3-11-1,6 17-625,1 0 0,-1-1 0,1 1 0,-1 0 0,1 0-1,0 0 1,0 0 0,0 0 0,0 0 0,0-1-1,1 1 1,-1 0 0,1 0 0,-1 0 0,1 0-1,0 0 1,0 0 0,0 0 0,0 0 0,0 0-1,0 1 1,0-1 0,1 0 0,-1 1 0,1-1-1,-1 1 1,1-1 0,0 1 0,2-2 0,10-5 156,0 0 1,0 1-1,1 1 1,0 0-1,27-6 0,87-12 484,-94 18-701,488-46-613,4 39-2691,-289 10 1342,-202 3 483,70 9 1,-83-5-2443,42 13 1,-65-17 3643,0 0 0,0 0 0,0 0 0,0 0-1,0 0 1,0 0 0,-1 0 0,1 0 0,0 1 0,0-1 0,0 0 0,0 0 0,0 0 0,0 0-1,0 0 1,0 0 0,0 0 0,0 0 0,0 0 0,0 1 0,0-1 0,0 0 0,0 0 0,0 0 0,0 0-1,0 0 1,0 0 0,0 0 0,0 0 0,0 0 0,0 1 0,1-1 0,-1 0 0,0 0 0,0 0-1,0 0 1,0 0 0,0 0 0,0 0 0,0 0 0,0 0 0,0 0 0,0 0 0,0 0 0,0 0-1,1 0 1,-1 0 0,0 1 0,0-1 0,0 0 0,0 0 0,0 0 0,0 0 0,0 0 0,0 0-1,0 0 1,1 0 0,-1 0 0,0 0 0,0 0 0,0 0 0,0-1 0,0 1 0,0 0 0,0 0-1,0 0 1,0 0 0,1 0 0,-9 10-6573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0 12085,'-6'5'900,"-1"0"1,1 0-1,0 0 0,1 1 1,-1 0-1,1 0 0,0 0 1,1 1-1,-1 0 0,1 0 1,1 0-1,-6 14 1,-9 28 894,-1-1 1,-3-1-1,-1-1 1,-50 72-1,-58 52-1785,-32 45-63,110-144-1218,-8 12-4093,47-61 395,-22 42 0,9-1-8198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2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1449 135 10433,'-28'-108'10624,"27"105"-8988,0 0-1100,0 1-1,0-1 1,0 1-1,0-1 0,-1 1 1,1 0-1,-1-1 0,-2-1 1,25 57 143,-2 1-1,-2 0 1,14 91 0,9 179 1823,-36-288-2464,8 120-38,-10 243 0,-9-302 0,-4 0 0,-5-1 0,-46 159 0,39-190-359,-3-2 0,-3-1 0,-3-1 0,-2-1 0,-3-3 0,-2 0 0,-3-3-1,-2-1 1,-60 56 0,17-30-867,-4-3-1,-3-4 1,-2-4-1,-162 84 0,55-55-6237,-13-7-5131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5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94 8653,'-3'-5'469,"0"0"1,0-1-1,0 1 1,0 0-1,-1 0 1,0 1-1,0-1 1,0 1-1,-8-7 1,11 10-305,0 0-1,0 0 1,1 0 0,-1 0 0,0 0-1,1 0 1,-1 0 0,0-1-1,1 1 1,-1 0 0,1-1 0,0 1-1,-1 0 1,1 0 0,0-1 0,0-1-1,0 2 34,0-1-1,0 1 0,0 0 0,0 0 1,-1 0-1,1 0 0,0 0 0,-1 0 1,1 0-1,0 0 0,-1 0 0,0 0 1,1 0-1,-2-1 0,0 2-45,0 1 1,-1-1-1,1 0 0,0 1 1,-1 0-1,1-1 0,0 1 1,0 0-1,-4 2 0,5-2-45,-4 3 83,-1 0 0,1 0 1,0 0-1,0 1 1,1 0-1,0 0 1,-1 0-1,1 1 0,1-1 1,-1 1-1,1 0 1,0 0-1,-3 10 1,-7 11 498,-24 48 771,4 2 0,-25 87 1,-34 172 841,77-275-1999,-3 10 2,-143 586 1048,42 11-1417,105-535-897,5 249 0,15-294-239,3 1 0,4-1 0,43 152 0,-43-201-322,2 0 0,37 71 1,-33-79-1597,38 49 0,53 41-9047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32 126 3960,'1'0'88,"-1"-1"0,1 1 1,-1-1-1,1 1 0,-1-1 0,1 1 0,-1-1 0,1 1 0,-1-1 0,0 0 0,1 1 0,-1-1 0,0 0 0,0 1 0,1-1 0,-1 0 0,0 0 0,0 1 0,0-1 0,0 0 0,0 1 0,0-1 1,0 0-1,0 0 0,0 1 0,0-1 0,0 0 0,0 0 0,-1 1 0,1-1 0,0 0 0,-1 1 0,1-1 0,0 0 0,-1 1 0,1-1 0,-1 1 0,1-1 0,-1 1 0,1-1 0,-1 1 1,0-1-1,-1-1-1,0 0 1,0 1 0,-1-1 0,1 1-1,0-1 1,-1 1 0,0 0 0,1 0 0,-1 0-1,-2 0 1,2 0 1022,23-4-466,3 3-437,1 0 0,37 4 0,6-1-84,413-32 487,-91 3-565,-247 21-423,225-4-4097,-194 17 447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1 292 5136,'16'-31'2193,"-7"11"-1365,4 5-200,3-2-76,22-3-92,-6 9-72,15-6-96,10 0-56,13-1-128,6-4 8,10 2-24,3 0-264,-3 5-284,6-2-604,19 0-1688,13 3-861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4216,'0'0'2877,"20"-8"-3221,-1-4-1633,16 12 189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295 107 4892,'-7'-6'370,"0"0"-1,-1 1 0,0 0 0,0 0 0,0 1 0,0 0 0,-13-4 0,-19-9 964,21 9-989,0 1-1,0 2 1,-1 0 0,-21-3-1,-17-4 262,54 11-278,10 1-258,336 10-1458,-193-14-2720,-68 4 694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49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3340,'0'-2'240,"0"0"-1,0 1 0,0-1 0,0 1 1,0-1-1,0 1 0,0-1 0,1 1 1,-1-1-1,0 1 0,1-1 1,0 1-1,-1-1 0,1 1 0,0 0 1,0-1-1,-1 1 0,1 0 0,0 0 1,0-1-1,2 0 0,-1-1-719,0 1 811,20 5-171,-17-2-131,0 0 0,-1 1 0,1-1 0,0 1 0,-1 0 0,0 0 1,1 1-1,6 4 0,-10-5-204,0 0 0,-1 0 0,1 0 0,-1 0 0,1 1 0,-1-1 0,0 0 0,0 0 0,0 0 0,0 0 0,0 0 0,0 0 0,-1 1 0,1-1 0,-1 0 0,-1 3 0,-11 10-2743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08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15201,'0'0'34,"11"3"1944,-14-2-243,2-1-1550,0-1-1,0 1 0,-1 0 1,1 0-1,0 0 1,0 0-1,0 0 0,-1 1 1,1-1-1,0 0 0,0 0 1,0 1-1,0-1 0,0 1 1,-1-1-1,1 1 0,0-1 1,0 1-1,0 0 0,0 0 1,1-1-1,-1 1 0,0 0 1,0 0-1,0 0 0,1 0 1,-2 2-1,1 7 385,0 0-1,1 0 1,1 0-1,0 0 0,0 0 1,4 14-1,1 8 99,2 54 563,-3 0 0,-11 136 0,-44 167-1103,-22 72-5928,51-307 751,2-2-3625,12-87-1388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0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18 12369,'-11'-18'8051,"11"18"-7935,29 26 6136,-8-7-6877,-2-3 898,253 230 1774,-246-219-1973,-1 1 1,-1 2-1,-2 0 0,-1 1 1,-2 1-1,-1 1 1,22 58-1,-35-77-65,-1 0 0,-1 0-1,0 0 1,-1 1 0,-1-1 0,0 1 0,-1-1-1,0 1 1,-1-1 0,-1 1 0,0-1 0,-5 15-1,1-10 4,-1-1-1,-1 0 0,0 0 0,-1-1 0,-1-1 1,0 1-1,-2-1 0,-20 22 0,-12 8-53,-3-2 0,-99 72 0,-121 57-2978,244-159 2474,-51 25-1639,24-14-1604,19-6-3219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09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673 15 6829,'9'-11'16692,"-13"10"-15663,-33-1 775,34 2 1197,0 2-2443,-1 1-439,-1 1 1,1 0-1,0 0 0,0 1 0,1-1 0,-1 1 0,1 0 0,0 0 0,-4 9 0,-18 57 1291,14-35-1157,-143 355-253,45-123 0,-116 388 0,206-588 0,3 1 0,3 1 0,-8 136 0,20-163 0,2 0 0,2 0 0,2 0 0,1-1 0,3 0 0,1 0 0,28 71 0,-28-92-491,0 0 1,1-1-1,1 0 0,1-1 1,1-1-1,1 0 0,0-1 1,1 0-1,1-1 0,1-1 0,23 16 1,-16-15-747,1-2 1,0 0 0,1-2 0,0 0-1,1-2 1,0-2 0,1 0-1,41 5 1,34-2-11532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09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19 8237,'-15'-11'7920,"11"10"-6480,-6-1-626,7 1-645,0 0 0,0 1 0,0-1 1,0 0-1,0 1 0,0 0 1,1 0-1,-1 0 0,0 0 0,0 0 1,0 0-1,0 1 0,0 0 1,0-1-1,0 1 0,1 0 1,-1 0-1,0 1 0,1-1 0,-1 0 1,0 1-1,1 0 0,0 0 1,-1-1-1,1 1 0,-2 3 0,-4 6 52,0 0-1,1 1 1,1 0-1,0 0 0,0 1 1,1 0-1,1 0 0,0 0 1,1 0-1,0 1 1,1-1-1,0 1 0,2 0 1,-1 0-1,2-1 0,3 27 1,-1-24-172,1 0 1,0-1-1,1 1 1,1-1 0,1 0-1,0 0 1,0-1-1,2 0 1,0-1 0,0 1-1,1-2 1,1 1-1,23 20 1,-19-20-99,2-1 0,0 0 0,0 0 0,1-2 0,0-1 0,1 0 0,0-1 0,0-1 0,33 8 0,-43-13 40,0 0 0,0-1 0,0 0 0,0-1 0,1 0-1,-1 0 1,0-1 0,0 0 0,0-1 0,0 0 0,0 0 0,-1-1 0,1 0-1,-1-1 1,1 0 0,-1 0 0,0 0 0,-1-1 0,1-1 0,-1 1-1,0-1 1,0 0 0,10-13 0,-9 8 76,0-1 1,0 1-1,-1-2 1,-1 1-1,0-1 0,-1 0 1,7-24-1,-6 10 378,-1 0 0,2-54 0,2-16 1068,-9 93-953,1 10-236,6 47-30,-2 0 0,-3 64-1,-15 115 584,11-196-852,-6 56-47,-4 1 0,-4-2 0,-4 0 0,-3-1 0,-5-1 0,-4-1 0,-3-2 0,-50 87 0,40-93-895,-93 126-1,115-178 679,-1 0 1,-1-2-1,-2 0 0,0-2 0,-1-1 1,-2-1-1,-37 21 0,52-35 176,-4 2-55,0 0-1,-30 11 1,44-19 146,1 0 0,-1-1 0,0 0 0,1 0 0,-1 0 0,0-1 0,0 0 0,1 0 1,-1 0-1,0 0 0,0-1 0,1 1 0,-1-1 0,0-1 0,1 1 0,-9-4 0,11 4-4,0 0 0,0-1 0,0 1 0,0-1 1,1 1-1,-1-1 0,0 0 0,1 1 1,-1-1-1,1 0 0,-1 0 0,1 0 0,0 0 1,0 0-1,0-1 0,0 1 0,0 0 0,0-3 1,0-1 7,1 1 0,-1 0 0,1-1 0,0 1 1,0-1-1,1 1 0,2-10 0,2-4 29,1 2 1,0-1-1,17-31 0,9-2-469,2 0 0,2 3 0,79-82-1,-87 99 12,238-239-4490,-71 99-199,-69 80-1237,-22 27-2212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16 271 10201,'-16'-34'10523,"18"37"-10103,4 3-345,0 0 1,1-1 0,-1 1-1,1-1 1,0-1-1,0 1 1,1-1-1,-1 0 1,1-1-1,0 0 1,0 0 0,0-1-1,0 0 1,10 1-1,1 1-19,-1-2-1,1 0 1,0-2-1,0 0 1,27-3-1,-32 1-21,1-1 0,0 0-1,-1 0 1,0-2 0,0 0 0,0 0-1,20-13 1,-27 13-8,0 0 1,0 0-1,-1-1 0,0 0 1,0 0-1,0-1 1,-1 0-1,0 0 0,0 0 1,-1 0-1,0-1 0,0 0 1,-1 0-1,3-9 0,-4 11 13,0-1-1,-1 0 0,0 0 0,-1 0 0,1 0 0,-1 0 0,0-1 0,-1 1 1,0 0-1,0 0 0,0 0 0,-1 1 0,0-1 0,-1 0 0,1 1 0,-7-11 1,8 15-17,-1 0 1,1 0 0,-1 0 0,0 0-1,0 1 1,1-1 0,-1 1 0,0-1-1,0 1 1,-1 0 0,1 0 0,0-1-1,0 2 1,-1-1 0,1 0 0,0 0-1,-1 1 1,1-1 0,-1 1 0,1 0-1,-1 0 1,1 0 0,0 0 0,-1 0-1,1 0 1,-1 1 0,-2 0-1,-5 1 114,0 0-1,1 1 1,-1 0-1,1 1 1,-17 9-1,3 1-24,0 2-1,2 1 1,0 0 0,1 2 0,0 0-1,2 2 1,0 0 0,2 0-1,0 2 1,1 0 0,2 1 0,0 0-1,2 1 1,0 0 0,2 1-1,1 0 1,1 1 0,-6 46 0,12-60-85,0 0 0,2-1 0,-1 1 0,1 0 0,1-1 0,1 1 0,-1 0 0,2-1 0,0 0 1,0 0-1,1 0 0,1-1 0,9 16 0,-10-20-22,0 1 0,1-1 0,0 0 1,0 0-1,1 0 0,0-1 0,0 0 0,1 0 0,-1-1 0,1 0 0,0 0 1,0-1-1,1 0 0,0-1 0,-1 0 0,1 0 0,0 0 0,18 1 1,-14-3-8,-1 0 1,1-1-1,0-1 1,-1 0-1,1-1 1,-1 0-1,0-1 1,1 0-1,-1-1 1,0 0-1,16-9 1,-12 4 17,-1-1 0,0-1 0,0 0 0,-1-1-1,0 0 1,-1-1 0,12-16 0,10-20 70,-1-1 1,-3-2-1,41-95 0,-61 124-67,5-10 8,43-85 43,-49 99-71,2 1 0,0 0 0,1 1 0,16-16 1,-28 31 2,0 1 0,1-1 0,0 0 0,-1 0 0,1 1 0,0-1 0,0 1 0,0-1 1,0 1-1,0 0 0,0 0 0,0 0 0,0 0 0,1 0 0,-1 1 0,0-1 1,0 0-1,1 1 0,-1 0 0,1 0 0,-1-1 0,0 1 0,1 1 0,-1-1 0,0 0 1,1 1-1,-1-1 0,0 1 0,1 0 0,-1-1 0,0 1 0,4 2 0,0 1-2,1 0-1,-1 0 0,0 1 1,0 0-1,0 0 1,-1 0-1,1 1 0,-1-1 1,-1 1-1,1 0 1,-1 1-1,0-1 0,-1 1 1,1 0-1,-1 0 1,-1 0-1,1 0 0,2 14 1,0 3 11,-1 1 0,-1-1 0,-2 1 0,-1 43 0,-5-14 8,-1 0 0,-3 0 0,-3 0 0,-1-1 0,-3-1 0,-3 0 0,-1-2 0,-3 0 0,-2-1 0,-1-2 0,-3 0 0,-43 52 0,48-73-38,-1 0-1,0-1 1,-2-1-1,-46 30 0,54-41-374,0-1-1,-1-1 0,-1-1 0,0-1 1,0 0-1,-1-2 0,-45 9 0,65-15 148,0-1 0,0 1-1,-1-1 1,1 0 0,-1 0-1,1 0 1,0 0 0,-1 0-1,1-1 1,0 1 0,-1-1-1,1 1 1,0-1 0,0 0-1,0 0 1,-4-2 0,5 2-108,0 0 0,0-1-1,0 1 1,0-1 0,0 1 0,1-1 0,-1 1 0,0-1 0,1 1 0,0-1 0,-1 1 0,1-1 0,0 0 0,0 1 0,-1-1 0,1 0 0,1 1 0,-1-1 0,0 0 0,0 1 0,1-1 0,-1 1 0,1-3 0,13-46-9370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0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2058 0 11909,'0'0'7040,"-2"2"-5871,-4 8-531,1-1 1,0 1-1,1 0 1,0 0-1,0 1 1,-3 16-1,-6 70 1700,5-30-1080,-8 34-341,-4-2 0,-5 0 0,-4-2-1,-57 131 1,55-161-917,-2-3 0,-66 97 0,35-68 0,-4-3 0,-121 124 0,-257 199-3417,-84 84-2388,373-331 1729,58-55-1656,-9 16-5021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1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751 200 10865,'11'-17'519,"-2"3"505,-1 0 1,0 0 0,-1 0 0,10-30 0,1-5 3032,-17 47-3078,-1-1-700,0 0 0,0 1 0,0-1 0,0 0 0,0 0 0,0 1 0,-1-1 0,1 1 0,-3-6 0,-46 49 533,2 2 1,2 1-1,2 3 0,2 1 0,-37 58 0,62-81-613,0 0-1,2 2 1,1-1-1,1 2 1,-15 52-1,23-66-156,2-1-1,-1 1 1,2 0 0,-1 0 0,2 0-1,0 0 1,1 0 0,0 0 0,1 0-1,1 0 1,0-1 0,1 1 0,0-1-1,9 20 1,14 13 43,2 0 0,36 43 0,-21-30-95,-42-56 9,0-1 0,-1 0 0,1 0 0,-1 1-1,0-1 1,1 0 0,-1 1 0,0-1 0,-1 1 0,1 0 0,0-1 0,-1 1 0,1 0 0,-1-1-1,0 1 1,0 0 0,0 0 0,0-1 0,-1 1 0,1 0 0,-1-1 0,1 1 0,-1 0 0,0-1 0,0 1-1,0-1 1,0 1 0,-1-1 0,1 0 0,-1 1 0,1-1 0,-1 0 0,0 0 0,0 0 0,0 0 0,0 0-1,0-1 1,0 1 0,0-1 0,-4 2 0,-7 5 2,-1-1 1,0 0-1,0-1 0,-1 0 0,-22 4 1,-39 8-295,-1-3 0,0-4 1,-132 3-1,206-14 97,0 0 1,1 0-1,-1 0 0,1 0 0,-1-1 0,0 1 0,1-1 0,-1 0 0,1 1 0,-1-1 0,1 0 0,-3-2 0,4 3 68,1-1 0,-1 0 0,1 1-1,-1-1 1,1 1 0,-1-1 0,1 0-1,-1 1 1,1-1 0,-1 0 0,1 0-1,0 1 1,-1-1 0,1 0 0,0 0 0,0 1-1,0-1 1,0 0 0,-1 0 0,1 0-1,0 0 1,0 1 0,1-1 0,-1-2-1,1-1-320,1 0 0,0 1 0,0-1 0,0 0 0,0 0 0,0 1-1,1-1 1,0 1 0,-1 0 0,1 0 0,0 0 0,5-3 0,-1 0-756,1 1 1,0 0 0,0 1-1,9-5 1,46-15-8260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1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49 13057,'-5'-6'456,"2"4"228,1 0 0,-1-1 1,1 1-1,0-1 1,0 1-1,0-1 1,0 0-1,1 0 1,-1 0-1,1 0 0,0 0 1,0 0-1,-1-4 1,-7 40 2268,5 32-1800,5 72 0,1-111-1007,1 0-1,0 0 0,3-1 1,0 0-1,18 48 1,-21-67-126,1 1 1,-1-1 0,1 1 0,0-1 0,1 0-1,6 6 1,-9-9-9,0-1-1,0 0 0,1-1 1,-1 1-1,0 0 0,1-1 0,-1 1 1,1-1-1,0 0 0,0 0 1,-1 0-1,1 0 0,0 0 1,0-1-1,0 1 0,0-1 1,0 0-1,0 1 0,4-2 1,8-2 110,-1 0 1,0-1-1,0 0 0,-1-1 1,1-1-1,-1 0 1,21-14-1,85-70 1202,-52 37-514,-13 14-755,-53 38-55,-1 1 0,0 0 0,0-1 0,0 1 0,1 0 0,-1 0 0,0-1 0,1 1 0,-1 0 0,0 0 0,0-1 0,1 1 0,-1 0 0,0 0 0,1 0 0,-1 0 0,1 0 0,-1-1 0,0 1 0,1 0 0,-1 0 0,0 0 0,1 0 0,-1 0 0,0 0 0,1 0 0,-1 0 0,1 0 0,-1 0 0,0 1 0,1-1 0,-1 0 0,0 0 0,1 0 0,-1 0 0,0 0 0,1 1 0,-1-1 0,0 0 0,1 0 0,-1 1 0,0-1 0,0 0 0,1 0 0,-1 1 0,0-1 0,0 0 0,0 1 0,1-1 0,-1 0 0,0 1 0,0-1 0,0 0 0,0 1 0,0-1 0,0 0 0,1 1 0,-1 0 0,-1 19 0,1-20 0,-6 30-289,-1-1 0,-11 30 0,10-36-80,1 0 0,1 1 0,1-1 1,1 1-1,-1 27 0,3-19-1646,1-19 368,1-1 0,-1 0-1,3 15 1,-1-25 959,-1 0 1,1 0-1,0-1 0,-1 1 0,1 0 0,0 0 0,0-1 0,1 1 1,-1 0-1,2 1 0,-2-1-912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8373,'0'0'11931,"2"1"-10812,0 1-813,-1 0 1,1 0-1,-1 1 1,1-1 0,-1 0-1,0 1 1,0-1-1,1 0 1,-2 1-1,1-1 1,0 1 0,0 4-1,-6 37 1276,-16 114-375,7-43-674,14-111 358,7-30-487,2 4-294,1 0 0,1 1-1,1 0 1,1 1 0,1 0-1,0 1 1,2 1 0,0 0-1,1 1 1,26-21 0,-41 36-109,1 0 1,-1 0-1,1 0 1,-1 0 0,1 0-1,0 1 1,0-1-1,0 1 1,0 0 0,0 0-1,0 0 1,0 0-1,0 0 1,0 1 0,0 0-1,1-1 1,-1 1-1,0 0 1,0 0 0,0 1-1,1-1 1,-1 1-1,0 0 1,0-1 0,0 1-1,0 1 1,0-1-1,0 0 1,0 1 0,-1-1-1,1 1 1,0 0-1,-1 0 1,1 0 0,-1 0-1,0 1 1,0-1-1,3 4 1,2 2 0,-1 1 1,0 0-1,-1 1 1,1 0-1,-2-1 1,1 2-1,-2-1 0,1 0 1,3 22-1,-5-4-79,0 0-1,-3 0 1,-4 43 0,-1 19-1649,5-64 323,1-18 486,0 0-1,0 0 1,0 1-1,1-1 1,0 0-1,1 0 1,3 12 0,0-17-2426,18 0-2203,7 0-3122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2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1 10437,'-11'1'455,"-15"5"475,26-6-879,-1 1-1,1-1 0,-1 0 1,1 0-1,-1 1 1,1-1-1,0 0 1,-1 1-1,1-1 0,-1 0 1,1 1-1,0-1 1,0 1-1,-1-1 0,1 1 1,0-1-1,0 1 1,-1-1-1,1 1 1,0-1-1,0 1 0,0-1 1,0 1-1,0-1 1,0 1-1,0-1 0,0 1 1,0-1-1,0 1 1,0-1-1,0 1 1,0-1-1,0 1 0,0-1 1,1 1-1,-1-1 1,0 1-1,0-1 0,1 1 1,-1 0-1,2 4 363,0 0 0,-1 0 0,1 0 1,-1 0-1,-1 0 0,1 0 0,-1 0 0,0 7 0,5 33 1510,-2-35-1734,1-1 0,0 1 0,0-1-1,1 0 1,0 0 0,1 0 0,0-1-1,0 0 1,1 0 0,8 8-1,-10-12-143,0 0 0,0 1 0,1-2 0,-1 1 0,1-1 0,0 0 0,0 0 0,0 0 0,0-1 0,0 0 0,1 0 0,-1 0 0,1-1 0,-1 0 0,1-1 0,10 1 0,-8-2 4,-1 0 1,1 0-1,-1-1 0,0 0 0,1-1 0,-1 1 0,0-2 0,-1 1 0,1-1 0,0 0 1,-1-1-1,0 1 0,0-2 0,0 1 0,-1-1 0,0 0 0,0 0 0,0 0 0,-1-1 0,0 0 1,0 0-1,5-12 0,-4 5 561,-1 1-1,0-1 1,-1 0 0,3-21 0,-2 7 434,-4 26 51,-1 7-791,-3 74 316,-21 131 0,-33 82-247,45-238-317,-18 67-360,-6-1-1,-5-2 1,-75 151 0,87-210-445,-57 87 0,69-122 388,0 0-1,-2-2 1,-1 0-1,0-1 0,-47 36 1,56-50 226,0 0 1,-1 0 0,0-1 0,-1-1 0,1 0-1,-1 0 1,0-2 0,0 1 0,0-2-1,0 0 1,-1 0 0,1-1 0,-21-2 0,26 1 95,0-1 1,0 0 0,0-1-1,0 0 1,0 0 0,1 0-1,-1-1 1,1 0 0,-1-1 0,1 0-1,0 0 1,1 0 0,-1-1-1,1 0 1,0-1 0,0 1 0,0-1-1,1 0 1,0 0 0,0-1-1,0 1 1,1-1 0,-4-10-1,4 7 59,0-2-1,1 1 0,1 0 0,0-1 0,0 1 0,1-1 0,1 1 0,0-1 0,0 1 0,1-1 1,1 0-1,0 1 0,5-18 0,3-3 64,1 2 1,1 0-1,26-46 0,-7 24-5,2 2 0,3 2 0,1 1 0,3 2 0,57-52 0,-15 26-505,4 3 1,97-58-1,146-59-5501,-229 137 593,-3 11-3186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4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97 6773,'-16'-7'3879,"21"16"3822,10 14-1458,-11-5-8174,-3 24 3194,8 46-1,1 35-139,-10-83-657,0-36 785,2-7-1094,11-13-84,-1-2-1,-1 0 1,-1 0 0,-1-1 0,14-38 0,9-20-54,-20 52-24,5-10 106,1 0-1,37-54 1,-53 87-90,-1 0 0,1 0 0,-1 0 0,1 0 0,0 0 0,0 1 0,0-1 0,0 1 0,0-1 0,0 1 0,1 0-1,-1-1 1,0 1 0,1 0 0,-1 1 0,1-1 0,3 0 0,-4 1 4,0 0 0,1 0 0,-1 0 0,0 1 0,0-1 0,0 1 0,0 0-1,0-1 1,0 1 0,0 0 0,0 0 0,0 0 0,0 1 0,0-1 0,-1 0 0,3 3 0,4 5 46,-1 0 1,0 0-1,0 1 1,-1 0 0,0 0-1,5 12 1,9 28 116,-2 1 0,-2 1 0,15 95 0,-3-17-784,14 2-2725,-6-48-3824,-24-59 843,-2-11-3834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 10969,'1'7'1291,"-1"1"-1,1 0 1,-1-1 0,-1 1 0,0 0-1,0-1 1,0 1 0,-1-1 0,-3 9-1,-16 17 255,-4-6-90,-52 41 1,25-24-3045,5 2-5443,37-31 670,3-1-4003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5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12909,'-22'16'1548,"1"2"0,0 0 0,1 1 0,2 1 0,0 1 1,0 1-1,-19 33 0,12-5-135,-29 82 0,47-110-1918,0 0-1,2 1 1,0 0-1,2 0 1,1 0 0,0 32-1,2-45-497,1 0-1,1-1 0,-1 1 0,2-1 1,-1 0-1,7 17 0,9 4-5338,6-2-1888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5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18 247 8953,'0'0'3910,"-2"1"-2250,-3 3-1075,5-4-524,-1 1-1,0-1 1,1 0-1,-1 1 1,1-1-1,-1 0 1,1 1-1,-1-1 1,1 1-1,-1-1 1,1 1-1,-1-1 1,1 1-1,-1-1 1,1 1-1,0 0 1,-1-1-1,1 1 1,0-1-1,0 1 1,-1 0-1,1-1 1,0 1-1,0 0 1,0-1-1,0 1 1,0 0-1,0 0 1,0-1-1,0 1 1,0 0-1,0-1 1,0 1-1,0 0 1,1-1-1,-1 1 1,0-1-1,0 1 1,1 0-1,-1-1 1,0 1-1,1-1 1,-1 1-1,1 0 1,-1-1-1,1 1 1,-1-1-1,1 0 1,-1 1-1,1-1 1,-1 1-1,1-1 1,0 0-1,-1 1 1,2-1-1,13 11 230,0-2 0,1 0 0,0-1 0,1 0 0,0-1 0,0-1 0,0-1 0,1 0-1,29 3 1,-23-5-180,0-1-1,0-1 1,0-1-1,0-1 1,0-1-1,46-11 1,-58 9-83,-1 0 0,0 0 0,0-2 0,-1 1 0,1-1 0,-1-1 0,0 1 0,-1-2 0,0 0 0,0 0 0,0 0 0,-1-1 0,13-19 0,-1-3 552,-1-1 1,-1-1-1,14-38 0,-30 67-414,-1-1 0,1 1-1,-1-1 1,0 1 0,0-1 0,-1 0 0,1 1 0,-1-1-1,-1-8 1,1 2 128,0 7 526,-21 19-145,14-8-611,0 1 0,0 0-1,1 1 1,0 0-1,0 0 1,-4 11 0,-28 66 172,23-49-141,-26 71-2371,-35 150 1,62-205 410,10-39 807,1 0 0,0 0 0,-1 23 0,4-32 155,0 0-1,0 1 0,1-1 1,0 0-1,0 0 0,0 1 1,1-1-1,2 5 0,13 20-6373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83 272 11529,'-3'0'226,"-1"1"1,1 0-1,-1 1 0,1-1 0,0 0 1,0 1-1,0 0 0,0 0 1,0 0-1,0 0 0,0 0 0,1 0 1,-1 1-1,1 0 0,0-1 1,-4 7-1,1 0 543,1 0 0,1 1 0,-1-1-1,1 1 1,-1 12 0,1-6-376,1-1 0,1 1 1,0-1-1,1 1 0,1-1 0,0 1 0,1-1 0,1 1 0,0-1 1,1 0-1,7 15 0,-8-21-303,1 0 0,0 0 0,0 0 0,1 0 0,1-1-1,-1 1 1,1-1 0,0-1 0,1 1 0,0-1 0,0 0 0,1-1 0,0 0 0,0 0 0,0-1 0,1 0 0,0 0 0,9 3 0,-9-5-110,-1-2 0,1 1 0,-1-1 0,1 0 0,0-1 0,0 0 0,15-2 0,-17 1 2,-2 1 1,-1-1-1,0 0 0,0-1 0,1 1 0,-1-1 0,0 1 0,0-1 1,0 0-1,0-1 0,-1 1 0,1-1 0,-1 0 0,5-4 1,-1 0-9,0-1 0,-1 1 0,1-2 0,6-11 1,-10 12 10,0 1 0,0-1 1,0 1-1,-1-1 0,0 0 0,0 0 1,-1 0-1,0 0 0,0-11 0,-2-12-24,-5-33-1,4 43 31,-1-5 22,-2 0 1,0 0-1,-2 1 0,-1-1 1,-1 2-1,-1-1 1,-22-38-1,22 45-48,-2 0 1,-1 1-1,0 0 0,-1 0 0,0 2 1,-2 0-1,0 1 0,0 0 0,-34-20 1,46 32-148,0-1 0,0 1 0,0 1 0,-1-1 0,1 1 0,0-1 0,-1 1 0,-4 0 0,1 0-508,7 2 377,1 1 1,-1 0-1,1 0 0,0 0 1,-1 0-1,1-1 1,0 1-1,0 0 0,0 0 1,0 2-1,0-4 68,0 3-157,1 0 0,-1-1 0,0 1 0,1 0 0,0 0-1,-1-1 1,1 1 0,0 0 0,0-1 0,1 1 0,-1-1-1,0 0 1,1 1 0,0-1 0,-1 0 0,1 0 0,0 0-1,0 0 1,3 2 0,33 34-7943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6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66 9933,'-3'-4'723,"-13"-12"3108,39 6-130,-7 1-2998,0 6-294,1 0 0,-1 0 0,23 1 0,6-1 59,242-8 680,-172 10-1408,-77 1-228,1 1 0,73 13 0,-91-9-481,0 0 0,0 2-1,33 14 1,-51-20 142,0 1 0,0 0-1,0 0 1,0 0 0,0 0 0,0 0-1,4 6 1,6 3-6113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6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9 6593,'13'-9'1597,"-9"10"1752,-13 20 4045,-4 9-6293,3-7-50,-2 0 0,0-1 0,-16 21 0,-8 15 339,-171 306 1982,192-334-4595,2-1 0,1 2 0,2-1 0,-14 63 0,15-54-1822,2-1-3353,3 2-4060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16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1467 14 7857,'-13'-14'9597,"14"24"-2313,1 3-6326,0-3-2988,90 371 7154,-50-220-4389,-8 2 1,21 245-1,-48-293-381,-4 0 0,-6 0 1,-5 0-1,-34 167 0,22-197-728,-5 0 0,-3-2 1,-4-2-1,-3 0 0,-4-3 0,-3-1 1,-3-2-1,-4-2 0,-3-2 0,-3-2 1,-126 121-1,79-100-1940,-3-5 0,-153 94 0,-84 10-6212,113-82-1304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2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1728,'88'-20'2179,"81"4"-2062,179 8-1,-225 7-95,590-1 156,-1 35-398,-575-13-25,-71-9 111,-63-11 105,-1 2 24,-1-2 20,17 11-121,-15-12 18,-16-12 67,11 12 71,-1 1-66,-44 3-1395,34-1 712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100 149 10325,'1'-40'2506,"-2"27"-567,1 1 0,1 0-1,0-1 1,1 1 0,0 0 0,7-23 5446,-61 307-6905,30-177-310,-15 155-1,35-218-158,1 0 0,1-1 0,3 1 0,0 0 0,2-1 0,1 1 0,1-1 0,24 58 0,-26-78-26,1 1-1,0-1 1,0 0 0,2-1 0,-1 0-1,1 0 1,1-1 0,0 0 0,0 0-1,0-1 1,15 10 0,-9-9-38,1 0 1,0-1 0,0-1-1,0 0 1,1-1 0,0-1-1,28 4 1,-20-5-11,0-1 0,1-2-1,-1-1 1,1-1 0,-1 0 0,0-3 0,0 0 0,0-1-1,0-1 1,-1-2 0,34-14 0,-39 13-2,-1-1 1,-1-1-1,0-1 0,0 0 1,-1-1-1,0-1 0,-2 0 1,1-2-1,-2 1 0,0-1 1,16-28-1,-16 22 67,-1-1 0,-1-1 0,-2 0 0,0-1 0,-1 0 0,-2 0-1,-1 0 1,4-45 0,-7 42 55,-2 1 0,0-1 1,-3 1-1,0 0 0,-1-1 0,-2 2 0,-1-1 0,-11-30 0,9 36 8,0 1 0,-1 0 0,-1 1 0,0 0 0,-2 1 0,0 1 0,-1 0 0,-1 0-1,0 1 1,-28-21 0,29 26-149,0 1-1,-1 1 0,-1 0 1,1 1-1,-1 0 1,-1 1-1,1 1 0,-1 1 1,-29-6-1,42 11-182,1-1-1,-1 1 0,1 0 1,-1 0-1,1 1 0,-1-1 1,1 1-1,-1 0 1,1-1-1,-1 2 0,1-1 1,0 0-1,0 1 0,-1-1 1,1 1-1,0 0 1,0 0-1,1 0 0,-6 5 1,6-4-427,-1 0 1,0 0 0,1 1-1,0-1 1,0 1 0,0-1-1,0 1 1,1 0 0,-1 0 0,1 0-1,0 0 1,0 0 0,0 0-1,1 0 1,-1 6 0,7 35-10908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4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109 101 14545,'-61'-32'2801,"49"24"-325,-1-1-488,0-2-380,4-4 944,21 4-4336,1 0-296,6 8-736,19 6-2925,-9 14-4824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4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33 185 14085,'-29'-67'2959,"28"64"-2659,0 0 0,1 0 1,-1 0-1,1 0 1,-1 0-1,1 0 1,0 0-1,0 0 1,0 0-1,1 1 1,-1-1-1,1 0 0,-1 0 1,1 0-1,0 0 1,0 0-1,0 1 1,1-1-1,-1 0 1,1 1-1,-1-1 1,1 1-1,0-1 0,0 1 1,0 0-1,0 0 1,0 0-1,5-3 1,0 0 171,1 0 1,-1 1-1,1 0 0,0 0 1,1 1-1,15-5 0,-14 7-256,-1 0-1,1 0 1,0 0 0,0 1-1,0 1 1,-1 0-1,1 0 1,0 1 0,-1 0-1,1 0 1,15 8-1,-5-2-9,0 2 0,-1 0 0,0 1 0,18 14 0,-20-11-200,0 0 1,-1 1-1,-1 1 1,0 1 0,-1 0-1,-1 0 1,-1 2-1,-1-1 1,0 1-1,-1 1 1,-1 0 0,-1 1-1,-1-1 1,-1 2-1,7 40 1,-10-36-9,0 0 1,-2 1 0,-1 0-1,-1-1 1,-1 1 0,-2-1-1,0 0 1,-2 0-1,-1 0 1,0-1 0,-3 0-1,-21 44 1,-13 2-89,-2-2 1,-66 74-1,35-47-270,57-69-834,19-26 1094,1 0-1,0 0 0,-1 0 1,1 1-1,0-1 1,-1 0-1,1 0 1,0 0-1,0 0 0,0 0 1,0 1-1,0-1 1,0 0-1,1 0 1,-1 0-1,0 0 0,0 0 1,1 0-1,-1 0 1,1 1-1,-1-1 1,1 0-1,-1 0 1,1-1-1,0 1 0,-1 0 1,1 0-1,0 0 1,0 0-1,0-1 1,0 1-1,0 0 0,2 1 1,31 17-1855,-19-14 1170,-1-1 1,1-1-1,0 0 0,1-1 1,-1 0-1,0-1 1,1-1-1,17-2 0,124-23-7527,-76 9 1100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4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0 326 10549,'4'-55'1149,"2"-41"3853,-5 84-4130,-1-2 190,1 0 1,0 0 0,1 0 0,1 1 0,4-15 0,-6 24-870,1 1 0,0-1-1,-1 0 1,1 1 0,1-1 0,-1 1 0,0 0 0,1 0 0,0 0 0,0 0 0,0 0 0,0 0 0,0 1 0,0 0 0,1-1-1,-1 1 1,1 0 0,-1 1 0,1-1 0,0 1 0,0 0 0,6-2 0,-1 2-85,0 0 0,0 0 0,0 1 0,0 0 0,0 1 0,1 0 0,-1 0 0,-1 1 0,1 0 0,0 0 0,0 1 0,-1 1 1,0-1-1,1 1 0,-1 1 0,-1-1 0,1 1 0,-1 1 0,0-1 0,0 1 0,0 1 0,7 8 0,-2-1 82,1 2-1,-2-1 1,0 2-1,-1-1 1,-1 2 0,0-1-1,-1 1 1,-1 0-1,7 28 1,-8-13-302,-1 0 0,-2 1 0,-1 0 0,-1 0 0,-3 0 0,0-1 0,-2 1 0,-2-1 0,-10 36 0,-15 37-1096,-64 142 0,95-248 1208,-52 111-5333,14-39-3524,11-18-3200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1:3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29 149 16021,'-28'-40'7597,"37"17"-5673,-2 0-620,21 14-283,26-5-229,-3 8-420,16 1-488,9-1-936,13 3-401,3-3-835,0-5-740,13 8-3217,3 6-5620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2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2432,'95'12'448,"-56"5"-44,2-11-132,3-1-48,-2 4-40,2-1-36,7 10-120,3 2 100,3 0-28,-3 2-28,0 7-12,0 2-16,-7-2-440,-5 3-808,-1-1 332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2596,'243'-29'1178,"317"-37"629,1754-20-1769,-1769 91-1941,-267 5 1171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4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2816,'136'12'624,"-53"-9"-208,-7 2-96,7-2-40,-4 6-68,7-3-148,25 2 100,16 4-8,19-4-64,19 9-8,16-2-36,6 2-252,7-6-356,-3 1-740,-4 5 1072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2208,'79'-9'456,"-38"4"-104,4 5-84,-4 0-52,3 8-24,7 1-64,16-3-32,15-1-64,7 4-228,10-1-908,18-5 332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08:02:5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2140,'28'0'141,"-13"0"-10,0 1-1,0 0 1,22 6-1,135 14 630,-118-12-692,534 97 330,-451-77-410,294 57-1101,-323-69 221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2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9921,'2'0'230,"1"0"1,-1 0-1,0 0 1,0 1-1,0-1 1,0 0-1,1 1 1,-1 0-1,0-1 1,0 1-1,0 0 1,0 0-1,-1 0 1,1 0-1,0 1 0,0-1 1,0 0-1,-1 1 1,1-1-1,1 3 1,25 38 1611,-19-28-1014,14 22 265,-3 0-1,0 1 1,-3 1 0,16 47-1,35 159 1439,-52-182-2019,95 473 1496,-61-286-1371,156 462 0,-141-547-535,-55-141-80,2-1 1,1-1-1,0 0 0,2 0 0,17 18 0,-27-34-8,0 1 0,0-1-1,1-1 1,0 1 0,0-1 0,0 0 0,0-1 0,0 1-1,1-1 1,0 0 0,0-1 0,0 0 0,0 0-1,0 0 1,7 0 0,-3-1 11,-1-1-1,0-1 1,0 0-1,0 0 1,0-1 0,0 0-1,0-1 1,0 0-1,15-7 1,7-7 34,0-2 0,-2-1 0,0-1 1,49-45-1,253-248 85,-210 197-103,229-232 25,454-584 1,-537 586-373,-232 303-2006,66-62-1,-100 103 214,-8 26-18422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0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975 480 7365,'-1'-9'885,"0"0"0,0 0 0,1 0 1,0 0-1,0 0 0,1 0 0,3-13 1,-3 17-377,0 0 1,-1 0 0,0-1 0,0 1-1,0 0 1,-1 0 0,0 0-1,-2-8 1,1 1 392,1 6-672,0 1 0,-1-1 0,0 1 0,0 0-1,0-1 1,0 1 0,-1 0 0,0 0 0,0 1-1,0-1 1,-1 0 0,0 1 0,0 0-1,0 0 1,0 0 0,0 1 0,-1-1 0,0 1-1,1 0 1,-1 0 0,0 1 0,-1-1-1,1 1 1,0 0 0,-1 1 0,-5-2 0,-5 0 34,0 0 0,0 1 1,0 1-1,-1 1 1,1 0-1,0 1 1,0 1-1,-17 3 1,0 4-45,1 0 0,1 3 0,-1 0 0,2 2 0,0 1 0,1 2 0,-45 33 0,23-11-65,3 2 0,1 2-1,-45 55 1,61-61-63,-40 62 1,59-79-68,1-1 0,0 2 1,2-1-1,0 1 0,-8 33 0,16-48-37,0 1-1,0 0 0,0 0 1,1-1-1,0 1 1,0 0-1,0 0 0,1 0 1,0-1-1,1 1 1,2 7-1,-3-10 1,1 0 1,0-1-1,-1 0 1,1 1-1,1-1 0,-1 0 1,0 0-1,1 0 0,-1 0 1,1-1-1,0 1 0,0-1 1,0 1-1,0-1 0,1 0 1,-1-1-1,1 1 0,-1 0 1,1-1-1,-1 0 0,8 2 1,0-1-4,1-1 0,-1-1 1,0 0-1,1 0 0,-1-1 0,0-1 0,0 0 1,0 0-1,0-1 0,0-1 0,17-7 1,-4 0-10,-1-1 0,0-1 0,41-31-1,-27 15 10,-1-1-1,59-66 0,-93 94 15,26-30-12,-21 22 8,1 0 1,0 1-1,1 0 0,0 1 0,0 0 1,1 0-1,15-9 0,-23 16 4,0 0 1,-1 1-1,1-1 0,0 1 1,-1-1-1,1 1 0,0-1 1,0 1-1,-1 0 0,1 0 1,0 0-1,0 0 0,0 0 1,-1 0-1,1 1 0,0-1 1,-1 0-1,1 1 0,0 0 0,0-1 1,-1 1-1,1 0 0,-1 0 1,1 0-1,-1 0 0,1 0 1,-1 0-1,0 0 0,1 0 1,-1 1-1,0-1 0,2 3 1,2 4-4,0 0 1,0 0 0,-1 0 0,6 17 0,-7-17 2,56 127-268,-49-115 191,1-1 1,1 0-1,1-1 1,22 26-1,-27-36 20,0 0 0,1-1 0,-1 0 1,1 0-1,0-1 0,1 0 0,0 0 0,0-1 0,0 0 0,0-1 0,1-1 1,0 1-1,0-2 0,12 3 0,-8-3 5,0 0 1,0 0-1,0-2 0,0 1 1,1-2-1,-1 0 0,0-1 1,0-1-1,-1 0 0,1-1 1,25-10-1,-22 4 29,0-1 0,0-1 0,-1-1 0,-1 0 0,0-1 0,-1 0 0,-1-1 0,0-1-1,-1-1 1,0 0 0,-2 0 0,0-1 0,14-31 0,11-30 0,-3-2-1,-4 0 1,-3-2 0,20-115-1,-41 170 46,-2 0 1,0 0-1,-2 0 0,-1 0 0,-1 0 1,-8-42-1,-6 33-14,14 36-5,0 1 0,1-1 0,-1 0 0,0 1 0,0-1 0,0 0 1,0 1-1,1-1 0,-1 1 0,0-1 0,0 1 0,0 0 1,0-1-1,0 1 0,0 0 0,0 0 0,0 0 0,0-1 0,0 1 1,-2 1-1,0-2 5,-1 1 0,-1 0 0,1 0 0,0 1 0,-1-1 0,1 1 0,-1 0 0,1 0 0,0 0 0,0 1 0,-1 0 0,1 0 0,0 0 0,1 0 0,-1 0 0,0 1 0,1 0 0,-1-1 0,1 1 0,-6 7 0,6-7 2,1 0 0,-1 0 0,1 0 0,0 1-1,-1-1 1,2 1 0,-1-1 0,0 1-1,1 0 1,-2 6 0,2-8-8,1 0 1,0 0-1,0 0 0,0 0 0,0 0 1,0 0-1,0 0 0,1-1 1,-1 1-1,1 0 0,-1 0 1,1 0-1,-1 0 0,1 0 0,0 0 1,0-1-1,0 1 0,0 0 1,1-1-1,-1 1 0,3 2 1,1 0 6,1 1 0,1-1 0,-1 0 0,1 0 0,-1-1 0,1 0 0,0 0 0,1 0 1,-1-1-1,0 0 0,1-1 0,11 2 0,14 0-40,54-3-1,-48 0-27,341-13-726,-374 13 754,1 0-1,-1 0 1,0 0-1,0 1 1,0 0 0,0 0-1,0 1 1,0-1-1,0 1 1,0 0-1,0 1 1,-1 0-1,1 0 1,-1 0 0,0 0-1,0 1 1,0 0-1,8 8 1,-7-3-12,1 1 0,-1 0 1,-1 1-1,0-1 0,-1 1 1,0 0-1,4 15 0,8 21-316,-14-40 294,1-1 0,-1-1-1,2 1 1,-1 0 0,1-1 0,0 0 0,0 1-1,0-2 1,1 1 0,-1 0 0,1-1-1,0 0 1,1 0 0,-1 0 0,9 3 0,-5-3-3,0 0 1,0-1 0,0-1 0,1 0-1,-1 0 1,1 0 0,-1-1 0,1-1-1,16-1 1,-7 0 25,-1-2 1,0 0-1,0-1 0,0-1 0,0-1 0,0-1 0,-1 0 1,0-1-1,-1-1 0,22-15 0,-9 0 507,-2-1-1,0-2 1,29-38 0,-16 18 770,-37 44-928,-1 6-28,1 1-233,0 0-1,0 0 1,-1 0-1,0 1 1,1-1-1,-1 1 1,-1 0-1,1 0 1,-1 0 0,0-1-1,0 1 1,0 0-1,0 0 1,-1 1-1,0 5 1,1 11-1,1 2-1354,1-1-1,2 1 1,0-1-1,1 0 1,1 0 0,18 38-1,-13-38-4829,-5-7-3923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0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55 8589,'-26'-17'1664,"14"3"-100,2 5 716,26 1-4304,0 2-1512,9 14-2017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0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67 12565,'-21'-15'956,"14"9"-297,1 1 1,-1 0-1,0 0 0,-1 0 0,1 1 1,-1 0-1,0 1 0,0 0 0,0 0 1,0 1-1,0 0 0,-1 0 0,-11 0 1,7 2-370,1 2 0,-1 0 1,0 0-1,1 1 1,0 1-1,-1 0 0,2 0 1,-1 2-1,0-1 0,1 1 1,0 1-1,0 0 1,1 1-1,-17 15 0,6-2-68,0 0 0,2 2-1,0 0 1,2 1 0,-19 33 0,27-40-206,1-1 1,0 1-1,2 0 1,0 0-1,0 1 1,2 0 0,0 0-1,1 0 1,-1 32-1,4-40-97,1 0-1,-1 0 0,2 0 1,-1-1-1,1 1 0,1-1 1,-1 1-1,2-1 0,-1 0 1,1 0-1,1 0 0,0-1 1,0 1-1,0-1 0,1 0 1,0-1-1,1 0 0,0 0 1,13 11-1,-17-15 50,1-1-1,-1 1 1,1-1-1,-1 0 1,1 0-1,-1-1 1,1 1 0,0-1-1,0 1 1,0-1-1,0-1 1,0 1-1,0 0 1,0-1 0,0 0-1,0 0 1,0 0-1,0 0 1,7-2-1,-5-1 141,0 1-1,0-1 1,0 1-1,-1-2 1,1 1-1,-1-1 1,0 1-1,0-1 1,0-1 0,-1 1-1,6-7 1,-9 9-20,0 0 1,0 0-1,0 0 1,-1 0 0,1 0-1,0 0 1,-1 0 0,1 0-1,-1 0 1,0 0 0,0-1-1,0-1 1,1-1 87,-1 3 335,2 3-472,-1 1 0,1 0 1,0 0-1,-1 0 0,0 0 0,1 0 1,-1 0-1,0 0 0,0 0 0,0 0 1,0 3-1,5 9-246,0 0 0,0-1 0,2 0 0,0 0 1,18 23-1,-14-23-1087,-1-1 1,2-1 0,-1 0-1,1 0 1,17 9-1,1-7-4842,-17-9 3035,25 12-5597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50 9181,'0'0'76,"1"1"-1,-1-1 1,0 0 0,1 0 0,-1 0 0,1 0-1,-1 1 1,1-1 0,-1 0 0,0 0 0,1 1 0,-1-1-1,0 0 1,1 1 0,-1-1 0,0 0 0,0 1-1,1-1 1,-1 0 0,0 1 0,0-1 0,1 1-1,-1-1 1,0 0 0,0 1 0,0-1 0,0 1-1,0-1 1,0 1 0,0-1 0,0 1 0,0-1-1,0 0 1,0 1 0,0-1 0,0 1 0,-16 5 3071,0-1-2327,10-2-382,1 0 1,-1 1 0,1 0-1,0 0 1,0 0-1,1 1 1,-1 0 0,-6 9-1,-21 19 1126,28-30-1184,-1-1 1,1 1-1,-1-1 1,0 0-1,0 0 1,0-1-1,-6 2 1,-19 6 1862,28-7-143,5-2-2089,0 0 0,0 0 0,0 1 0,0-1 0,0 1 0,0 0 0,0 0 0,0 0 0,0 0 0,0 1 0,-1-1 0,1 1 0,0-1 1,-1 1-1,1 0 0,-1 0 0,0 0 0,1 0 0,-1 1 0,0-1 0,0 1 0,-1-1 0,4 6 0,1 5-119,-1-1 1,0 1-1,-1 0 0,3 18 0,0-5-152,-4-15 146,-1-1 0,-1 1 0,1 0 0,-2 0 0,0-1 0,0 1 0,-2 14 0,1-22 66,1-4-16,1-1 67,-1 1-1,0-1 1,0 1 0,1-1-1,-1 1 1,1-1-1,-1 1 1,1-1 0,-1 1-1,3-3 1,1-4 12,9-27-6,3 1 0,0 0 0,2 2 0,2 0 0,26-34 0,-32 49 11,0 0 1,2 1-1,0 0 1,0 1-1,2 1 1,0 1-1,0 0 0,1 2 1,1 0-1,20-9 1,-36 19-16,0-1 0,0 1 1,1 0-1,-1 0 0,0 0 0,1 0 1,-1 1-1,0 0 0,1 0 0,-1 0 1,0 0-1,1 1 0,-1-1 0,0 1 0,1 1 1,-1-1-1,0 0 0,0 1 0,0 0 1,7 4-1,-7-3 1,0 1 1,0-1-1,0 1 1,0 0-1,0 0 0,-1 1 1,0-1-1,0 1 0,0 0 1,-1-1-1,1 1 1,-1 0-1,0 1 0,-1-1 1,1 0-1,0 7 1,30 217-1775,-13-4-5543,-17-211 5286,-1 0-1,2 0 0,5 19 0,7 17-5643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10117,'0'5'1901,"-20"136"4742,-13 130-2842,28-191-3330,-2 27-605,6 109 1,15-80-2386,-2-45-3946,-10-75 4443,5 30-6654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2 612 10929,'-1'-3'163,"1"0"0,-1 1 1,1-1-1,0 0 0,0 0 0,0 0 1,1 0-1,-1 0 0,0 0 0,1 1 0,0-1 1,0 0-1,0 0 0,0 1 0,0-1 1,0 1-1,1-1 0,-1 1 0,1-1 0,0 1 1,0 0-1,0 0 0,0 0 0,0 0 0,0 0 1,1 0-1,-1 1 0,0-1 0,1 1 1,2-2-1,27-15 460,0 2-1,1 1 1,1 2 0,0 1 0,45-10 0,2-2-213,321-116 472,-310 101-778,-3-4 1,110-69-1,-164 89 694,39-33-1,-71 54-340,-6 2-355,0 1 1,0-1-1,0 1 1,0 0-1,0 0 0,0 1 1,0-1-1,0 0 1,1 1-1,-1 0 1,0 0-1,1 0 0,-1 0 1,1 0-1,0 0 1,0 0-1,0 1 1,-3 4-1,-2 3 105,0 1-1,1 0 1,-6 13-1,10-18-136,-1 1 0,1-1 1,1 1-1,-1 0 0,1 0 0,0 0 0,0 0 0,1 0 0,0 0 1,1 0-1,-1 0 0,1 0 0,0 0 0,1 0 0,0-1 0,0 1 1,0 0-1,1-1 0,7 12 0,5 6 31,1 0 0,1-1 0,35 34-1,8 12 95,-52-58-190,-1-1-1,0 1 1,-1 0 0,0 1 0,0-1 0,-1 1-1,-1 0 1,0 0 0,3 15 0,-7-20 3,1 1 0,-1-1 0,0 0 0,0 0 0,-1 1 0,0-1 0,0 0 0,-1 0 0,0 0 0,0 0 0,0-1 0,-1 1 0,0 0 0,-1-1 0,1 0 0,-1 0 1,-10 11-1,-3 2-216,-1 0 0,-1-1 1,-1-2-1,0 0 1,-1-1-1,-1-1 0,0-1 1,-48 21-1,-3-7-3374,-126 30 0,124-38-2633,6-3-3902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1221 10009,'1'-1'180,"0"1"-1,0-1 1,0 0 0,0 0 0,-1 1 0,1-1-1,0 0 1,0 0 0,-1 0 0,1 0-1,-1 0 1,1 0 0,-1 0 0,1 0 0,-1 0-1,1 0 1,-1 0 0,0 0 0,0 0-1,1 0 1,-1 0 0,0 0 0,0-1-1,0 1 1,0 0 0,-1 0 0,1 0 0,0 0-1,0 0 1,-1 0 0,1 0 0,0 0-1,-1 0 1,1 0 0,-1 0 0,1 0 0,-1 0-1,0 0 1,1 0 0,-3-1 0,2 0 2174,-3 2-337,-4 0-1631,0 1 1,0 0-1,-1 0 1,1 1-1,0 0 1,1 0-1,-1 1 1,0 0 0,1 1-1,0-1 1,-1 1-1,1 1 1,1-1-1,-1 1 1,1 0-1,-10 11 1,-6 5-44,2 2 0,0 0 0,1 1 0,1 1 0,2 0 0,0 1 0,2 1 0,1 1 0,-12 37 0,19-47-303,0 1 1,2 1-1,0-1 1,1 1-1,1-1 1,1 1 0,1 0-1,1-1 1,0 1-1,2 0 1,0-1-1,1 1 1,1-1-1,1 0 1,10 24-1,-8-25-194,2 0-1,-1-1 1,2 0 0,0-1-1,1 0 1,1-1-1,19 19 1,-27-30 27,0 1 0,0-1 0,0-1 0,1 1 0,-1-1 1,1 0-1,0 0 0,0-1 0,0 1 0,0-1 0,0-1 0,0 1 0,0-1 0,1 0 1,-1 0-1,1-1 0,-1 0 0,1 0 0,-1-1 0,0 0 0,1 0 0,-1 0 1,0-1-1,0 1 0,11-6 0,-12 4 55,0 1 0,0-1 0,0 0 0,0 0 0,-1-1 0,0 0 0,0 1 0,0-2 0,0 1 0,0 0 0,-1-1 0,0 1 0,0-1 0,0 0 0,0 0 0,-1 0 0,0-1 0,0 1 0,0 0 1,-1-1-1,0 1 0,1-10 0,0-7-54,-2 0 0,0 0-1,-2 0 1,0 0 0,-6-22 0,-12-46-101,-4 1-1,-39-98 0,5 55 190,-26-68-71,80 190 108,1-1 1,0 0 0,0 0 0,2 0 0,-1 0 0,1 0 0,0 0 0,1 0 0,1 0 0,0-1 0,4-18 0,-2 21-13,0 0 1,0 0 0,1 1 0,0-1 0,1 1 0,-1 0 0,2 0 0,-1 1 0,1 0-1,0 0 1,1 0 0,-1 1 0,1-1 0,13-7 0,27-15-162,2 2 1,54-22-1,-3 2-46,-42 18 125,217-117-225,-207 106 261,120-94 0,-161 111 305,-1-2 0,-1-1 0,-1-1 1,-2-1-1,0-1 0,24-46 0,-43 69-37,0-1 0,0 1 0,-1 0 0,0-1 0,-1 1 0,1-1-1,0-7 1,-2 7-4,1 4 321,-5 5-40,0 0-424,0 0 1,0 1-1,0 0 1,1 0-1,-1 0 1,1 0-1,0 0 1,0 0-1,0 1 1,0 0-1,0-1 1,-2 8-1,-2 4 96,2 1 1,0 0-1,-5 25 0,-84 531 2205,66-397-1993,-36 299 293,39-105-589,28 484 0,5-671-346,15 218-981,-21-382 963,-1 0 0,2-1 0,0 0 0,2 1 1,0-1-1,0-1 0,2 1 0,0-1 1,16 28-1,-22-42 209,0-1-1,0 1 1,1 0 0,-1-1 0,0 1-1,1-1 1,-1 0 0,1 1 0,-1-1 0,1 0-1,-1 0 1,1 0 0,0 0 0,0 0-1,0 0 1,2 0 0,-3-1 45,1 0 0,-1 0-1,0 0 1,0 0 0,0 0 0,0 0 0,1-1 0,-1 1-1,0 0 1,0-1 0,0 1 0,0-1 0,0 1 0,0-1 0,0 0-1,0 1 1,0-1 0,0 0 0,0 0 0,0-1 0,4-3-41,-1-1 1,0 0-1,-1 0 0,0-1 1,0 1-1,0-1 1,2-6-1,2-12-30,-1-1-1,-1 1 1,-1-1 0,-2 0 0,0 0-1,-2 0 1,-3-35 0,-6-11 29,-25-97-1,11 80 511,-65-155 0,-63-74 1336,140 297-1648,5 13-84,1 0-1,1-1 1,0 1 0,0-1 0,0 0 0,1-1-1,1 1 1,0 0 0,0-1 0,0 1 0,1-1-1,1 0 1,0 1 0,0-1 0,2-10 0,0 8-106,0 1 1,1-1-1,1 1 1,-1 0-1,2 0 1,0 0-1,0 0 1,1 1 0,0 0-1,0 0 1,2 0-1,10-11 1,18-13-850,2 1 0,1 3 0,65-39 1,137-63-4904,-179 101 3844,29-14-2962,0 5-2659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168 114 9585,'-2'-6'399,"2"1"83,-2 0-1,1 0 1,-1-1 0,0 1-1,0 1 1,0-1 0,0 0 0,-5-6-1,5 9-101,1-1 0,0 1 0,-1-1-1,1 1 1,0-1 0,1 0 0,-1 1-1,0-1 1,1 0 0,-1 0 0,1 1-1,0-1 1,0 0 0,0 0 0,1-3-1,-1-5 4811,1 111-2553,1-15-1336,-15 145-1,-35 33-683,-11 84-3547,53-290 1675,-7 66-2240,13-38-3347,5-53 1359,9 6-2968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10949,'0'0'3094,"2"4"-1600,28 45-262,1-2 1,3-1-1,2-2 1,76 73-1,193 136-444,-246-210-872,68 38-1,-92-62-552,0-2-1,1-1 1,61 18-1,-92-33 493,0 1 0,1-1 0,-1 0 0,1 0 0,-1-1 0,1 0 0,0 0-1,-1 0 1,1 0 0,-1-1 0,1 0 0,-1 0 0,8-4 0,-9 3 62,1 0 1,-1 0 0,-1-1 0,1 1 0,0-1-1,-1 0 1,1 0 0,-1-1 0,0 1 0,0-1 0,-1 1-1,1-1 1,2-5 0,3-9-21,-1-1-1,-1 0 1,0 0-1,-2 0 1,0-1 0,1-20-1,0 4 58,25-212 950,-13 89 604,-6-3 505,0 10 2666,-30 297-2432,-28 326-2142,45-417-975,-5 133-3312,1-63-5267,5-66-338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4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834 132 8293,'1'-6'127,"1"-1"914,-1 0-1,1 0 1,-1 0 0,-1-1-1,0 1 1,0-9-1,-1 13-810,1 1 0,-1-1-1,0 1 1,0-1 0,0 1 0,0 0-1,0-1 1,-1 1 0,1 0 0,-1 0-1,0 0 1,1 0 0,-1 0 0,0 0-1,0 0 1,0 1 0,0-1 0,0 1-1,-1-1 1,1 1 0,-4-2 0,-6-1 131,0 0 0,-1 0 0,1 1 0,-1 1 0,1 0 0,-1 1 1,0 0-1,0 1 0,1 0 0,-1 1 0,0 1 0,-17 4 0,-5 2 148,1 2-1,0 1 0,-42 20 0,36-11-347,1 1 0,1 1 0,1 2 0,1 2 0,2 2 0,0 1 0,2 1 1,1 2-1,-50 67 0,75-91-230,1 0 1,0 0-1,1 0 0,0 1 1,0-1-1,1 1 1,0 0-1,-2 14 0,4-21 24,1 1-1,0-1 1,0 1-1,0 0 1,0-1-1,0 1 1,0-1-1,1 1 1,-1 0-1,1-1 0,0 1 1,0-1-1,0 1 1,0-1-1,0 0 1,0 1-1,1-1 1,-1 0-1,1 0 1,0 0-1,-1 0 0,1 0 1,0 0-1,0-1 1,0 1-1,0-1 1,1 1-1,-1-1 1,0 0-1,1 0 0,-1 0 1,0 0-1,1 0 1,0 0-1,2 0 1,4 1-32,0-1 0,0 0 0,0-1 0,0 0 0,0 0 0,0-1 0,-1 0 0,15-3 1,74-25-284,-50 13 176,60-22-128,9-2 129,-104 37 157,1 1 0,-1 1 0,0 0 0,1 0 0,-1 1 0,1 1 0,-1 0 0,15 3 0,12 5-19,40 15 0,-66-20 35,14 5-106,19 7-277,59 10 1,-90-23 323,1-1 1,-1-1 0,1 0-1,0-1 1,-1 0 0,1-2-1,29-6 1,-40 7 68,1-1 0,-1 0 0,0 0 0,0 0 0,-1-1 0,1 0 0,0 0 0,-1 0 0,0-1 0,0 1 0,7-9 0,0-1 301,-2 0 0,13-22 1,-15 23 63,-1 0 240,-1 1 0,0-1-1,-1 0 1,5-23-1,7-21 1006,-11 50-374,-6 21-962,-8 31-655,9-42 402,-6 28-1916,-1 59-1,6-9-4058,1-61 3536,1 12-3497,5 13-3402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20 10777,'-13'-11'1752,"7"2"2505,19 18-3825,-4-1-660,1 15-797,9 9-591,-3 5-2512,6 8-3109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26 135 13845,'0'0'2139,"-2"1"155,1-1-2252,0 1 151,-1 0 0,1-1 1,0 1-1,-1 0 1,1 0-1,0 0 0,-1 0 1,1 1-1,0-1 1,0 0-1,0 0 0,0 1 1,0-1-1,0 1 1,0-1-1,1 1 0,-1-1 1,0 1-1,1-1 1,-1 1-1,1 0 0,0-1 1,-1 1-1,1 0 1,0-1-1,0 1 0,0 0 1,0-1-1,1 1 1,-1 2-1,7 46 1751,16 60 0,4 24-565,27 107-161,-38-178-1014,-15-60-202,2 11 75,1 1 0,0-1 0,2 0 0,-1 0 0,13 21 0,-17-34-76,-1-1 1,0 1-1,1-1 1,-1 1-1,1-1 1,-1 0-1,1 1 1,-1-1-1,1 0 1,-1 1-1,1-1 1,-1 0-1,1 0 1,0 1-1,-1-1 1,1 0-1,-1 0 1,1 0-1,0 0 1,-1 0-1,1 0 1,-1 0 0,1 0-1,0 0 1,-1 0-1,1 0 1,-1-1-1,1 1 1,0 0-1,20-15 29,11-27 31,-14 2-147,0 0 0,17-65 0,9-20-823,90-146-3914,-28 100-3029,-71 122 2081,0 14-3236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0 593 9833,'31'-13'654,"0"0"823,38-10 0,-38 13-623,0-2 0,-1-1 0,-1-1 0,0-1 0,-1-2 0,-1-1 0,-1-1-1,0-2 1,-1 0 0,31-36 0,-46 46-582,0 0 0,-1-1 0,0-1 0,-1 1 0,-1-1 0,0 0 0,-1-1 0,0 0 0,-1 0 0,-1 0 0,0 0 0,-1-1 0,0 0 0,-1 0 0,-1 1 0,0-1 1,-1 0-1,-1 0 0,-2-16 0,3 29-227,-1 0 0,1 0 0,0 1 0,-1-1 0,0 0 0,1 1 0,-1-1 1,0 1-1,1-1 0,-1 1 0,0-1 0,0 1 0,0 0 0,-1-1 0,1 1 0,0 0 1,0 0-1,-1 0 0,1 0 0,0 0 0,-1 0 0,1 0 0,-1 0 0,0 0 0,1 1 1,-1-1-1,1 1 0,-1-1 0,0 1 0,0 0 0,1 0 0,-1-1 0,0 1 1,1 0-1,-1 1 0,0-1 0,0 0 0,1 0 0,-1 1 0,0-1 0,1 1 0,-1-1 1,-2 2-1,-6 2 149,0 1 0,-1 0 1,2 1-1,-18 12 1,-2 4-42,2 1 1,1 2 0,1 1-1,1 0 1,-28 42 0,25-30-1,3 2 0,1 1 1,-28 72-1,44-96-186,1 1 0,2 0 0,-1 0 0,2 0 0,0 1 0,2-1 0,0 1 0,1 25 0,1-36-16,0 1-1,0-1 0,1 0 0,0 1 1,1-1-1,-1 0 0,1 0 0,1-1 0,0 1 1,0 0-1,0-1 0,1 0 0,0 0 0,1-1 1,-1 1-1,1-1 0,0 0 0,1-1 0,-1 0 1,11 7-1,4-1-572,0-2 1,1 0-1,0-1 1,0-1 0,1-1-1,0-1 1,0-1-1,25 1 1,17-2-4974,106-9 0,-56-5-6063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65 130 6061,'2'-8'1005,"1"0"1,0 0-1,1 1 1,-1-1-1,1 1 1,1 0-1,0 1 1,6-8-1,-11 13-823,1 0 0,0 0 0,0 0 1,-1 0-1,1-1 0,0 1 0,-1 0 0,1 0 0,-1 0 0,0 0 1,1-1-1,-1 1 0,0 0 0,0 0 0,0-1 0,0 1 0,0 0 0,0-1 1,0 1-1,0 0 0,0 0 0,-1-1 0,1 1 0,0 0 0,-1 0 1,1 0-1,-1-1 0,1 1 0,-1 0 0,0 0 0,0-1 0,-5-15 6476,-7 189-3421,2-37-1303,-41 611-1934,30-437 0,22-303 0,-1 1 0,1 0 0,0 0 0,0 0 0,1 0 0,0 0 0,0 0 0,3 6 0,-4-11 0,1-1 0,-1 0 0,1 0 0,0 0 0,-1 0 0,1 0 0,0 0 0,-1 0 0,1 0 0,0 0 0,0 0 0,0-1 0,0 1 0,0 0 0,0 0 0,0-1 0,0 1 0,0-1 0,2 1 0,-1 0 0,0-1 0,0 0 0,0 0 0,-1 0 0,1 0 0,0-1 0,0 1 0,0 0 0,0-1 0,0 1 0,0-1 0,-1 0 0,1 0 0,0 1 0,-1-1 0,3-2 0,168-122 0,-28 18 0,-118 90 0,0 2 0,1 1 0,54-21 0,-53 25-9,0 2 0,1 1 0,0 1 0,0 1 0,0 2 0,1 1 1,-1 1-1,1 1 0,-1 2 0,0 1 0,0 1 0,0 2 0,0 1 0,-1 1 0,37 16 0,-53-19-23,-1 1-1,0 0 0,0 1 0,0 1 1,-1-1-1,0 2 0,-1-1 0,1 1 1,-2 1-1,1 0 0,7 12 1,-12-16 19,-1-1 0,0 1 0,0 0 0,0 0 0,0 1 0,-1-1 1,0 1-1,-1-1 0,0 1 0,0-1 0,0 1 0,0 0 0,-1-1 1,0 1-1,-1 0 0,0 0 0,0-1 0,0 1 0,-1-1 0,0 1 1,0-1-1,0 0 0,-4 7 0,-3 1 1,0 0 0,-1-1 1,-1 0-1,0-1 0,0 0 1,-1-1-1,-1 0 0,-26 17 0,-1-3-5,-80 39-1,33-28-548,-1-3 0,-172 39-1,205-64-2170,6-6-3838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6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459 134 11817,'0'0'3652,"3"1"-2128,4 2-1150,0 0 0,1 1 0,-1-1 1,-1 1-1,1 1 0,0-1 0,-1 1 0,0 1 0,0-1 0,9 12 1,17 13-106,1-1 0,1-2 0,2-1 0,46 25 0,-75-46-298,24 14-206,65 31 0,-87-46 214,0-1 0,0 0-1,0 0 1,1-1-1,-1 0 1,1 0-1,0-1 1,-1-1-1,1 0 1,0 0 0,0-1-1,15-2 1,-19 1 67,0-1 1,1 0 0,-1 0 0,0 0 0,0 0 0,-1-1 0,1 0-1,-1 0 1,0-1 0,0 1 0,0-1 0,0 0 0,-1-1-1,7-9 1,2-7 464,-1-1-1,15-36 0,-25 54-378,28-87 2155,-9 24-539,23-38 2159,-43 103-3494,0 3-403,0 0 0,0 0 0,0 1 0,0-1 0,1 0 0,-1 0 0,0 1 0,0-1 0,0 1 0,0-1 0,0 1 0,0-1 0,0 1 0,0 0 0,0 0 0,0-1 0,-1 1 0,1 0 0,0 0 0,0 0 0,-1 0 0,1 0 0,0 0 0,-1 0 0,1 0 0,-1 0 0,1 2 0,6 34 80,12 482-90,-24-418 0,-5-1 0,-3 1 0,-33 116 0,11-85 0,-51 177 0,61-234 0,-3-1 0,-39 72 0,59-130-1,-30 54-75,-57 83 0,82-134 49,-1-1 1,0-1-1,-2 0 1,0-1 0,-1-1-1,0 0 1,-1-1-1,-1-2 1,-26 15 0,37-23-7,0-1 0,0 0 0,0-1 0,0 1 1,0-2-1,-1 1 0,1-1 0,-1-1 0,1 1 1,-1-1-1,-13-2 0,9-1 3,0 0 1,0 0-1,0-1 0,1-1 1,-1 0-1,-19-12 1,1-3-16,2-1-1,0-1 1,2-2 0,-38-40 0,28 25 35,2-2 0,2-1 0,1-1 1,-31-59-1,51 79-16,1 0 0,1-1 0,1-1 0,1 1 1,1-1-1,1-1 0,1 0 0,2 1 0,0-1 0,3-48 1,2 47-134,2-1 0,0 0 0,2 1 0,2 0 0,0 1 0,17-37 0,-8 29-214,1 1-1,2 1 0,1 1 0,32-38 1,26-17-863,3 3 0,4 4 0,151-108 0,318-162-6546,-437 284 2948,-6 9-2831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7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0 684 8825,'16'-2'808,"0"0"0,-1-1 1,1 0-1,-1-1 0,0-1 1,21-10-1,1 1-251,-19 8-338,53-18 547,84-42 1,-134 55-633,0-1 0,0-1 0,-1 0 0,-1-2 0,0 0 0,-1-2 0,30-35 0,-34 34 147,-2-1 1,0-1 0,0 0-1,-2-1 1,-1 0 0,0 0-1,-2-1 1,0 0 0,5-39 0,-11 53-148,0 1 1,0-1 0,-1 0 0,0 0-1,0 0 1,-1 0 0,0 0-1,-1 1 1,0-1 0,-4-11 0,6 18-108,-1-1 0,0 1 0,1 0 1,-1 0-1,0-1 0,0 1 0,0 0 1,0 0-1,0 0 0,0 0 0,0 0 1,0 0-1,0 0 0,-1 1 0,1-1 1,0 0-1,0 0 0,-1 1 0,1-1 1,-1 1-1,1 0 0,0-1 0,-1 1 1,1 0-1,-1 0 0,1 0 0,-1 0 1,1 0-1,0 0 0,-1 0 0,1 0 0,-1 0 1,1 1-1,-1-1 0,-1 2 0,-3 0 82,0 0 0,0 0-1,0 1 1,0 0-1,1 0 1,-1 0 0,-7 8-1,-13 12 376,2 2 0,0 1 0,-35 51 0,-45 98 498,82-130-841,1 1 0,3 1 1,2 0-1,2 1 1,1 1-1,-6 63 0,18-100-118,0 0-1,0 0 1,2 0-1,-1 0 0,2-1 1,-1 1-1,2 0 1,0 0-1,0-1 1,8 18-1,-8-23-19,0 0 1,0 0-1,1 0 0,0-1 0,0 0 0,0 1 1,1-1-1,0-1 0,0 1 0,0-1 1,1 0-1,-1 0 0,1 0 0,0-1 0,0 0 1,0 0-1,0 0 0,1-1 0,12 3 1,-5-3-37,0 0 1,1-1-1,-1-1 1,0 0-1,0-1 0,0-1 1,0 0-1,0-1 1,0 0-1,0-1 1,-1-1-1,0 0 1,0-1-1,0 0 1,0-1-1,-1 0 1,15-13-1,5-5-42,-2-1 0,-1-2 0,-1-1 0,47-62 0,-23 12-2,-3-2-1,57-131 0,-63 123 18,74-170 1091,-117 258-1008,1-1-1,0 0 1,-1 0 0,1 0-1,0 1 1,0-1 0,0 0-1,0 1 1,0-1 0,1 1-1,-1-1 1,0 1 0,1 0 0,-1-1-1,1 1 1,-1 0 0,1 0-1,0 0 1,-1 0 0,1 0-1,0 1 1,3-2 0,-3 2-5,0 0 1,0 1 0,0-1-1,0 0 1,0 1 0,0 0-1,0-1 1,0 1 0,0 0-1,0 0 1,0 0 0,-1 0-1,1 0 1,0 1 0,-1-1-1,1 0 1,1 3 0,7 7 36,-1 1 1,0 0 0,0 1-1,10 20 1,3 13 35,-2 1 1,-2 1-1,14 58 0,19 155 57,-48-231-132,-2 0 1,0 0 0,-2 0 0,-2 0 0,0-1-1,-10 35 1,9-46-32,-1 0 1,-1 0-1,0 0 0,-2-1 0,0 0 1,0-1-1,-2 0 0,0 0 1,-1-1-1,0 0 0,-2-1 0,1 0 1,-27 20-1,7-9-519,-2-2 1,-1-1-1,-1-1 1,-69 27-1,49-26-1815,-101 24 0,14-15-5125,20-6-4270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8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97 4936,'0'0'144,"0"0"-1,1 1 0,-1-1 0,0 0 0,1 1 0,-1-1 0,0 0 0,1 0 0,-1 0 0,0 0 0,1 1 0,-1-1 0,1 0 0,-1 0 0,0 0 1,1 0-1,-1 0 0,1 0 0,-1 0 0,0 0 0,1 0 0,-1 0 0,1 0 0,-1 0 0,0 0 0,1 0 0,-1 0 0,1-1 0,-1 1 1,0 0-1,1 0 0,-1 0 0,0-1 0,1 1 0,-1 0 0,0 0 0,1-1 0,-1 1 0,0 0 0,0-1 0,1 1 0,-1 0 0,0-1 0,0 1 1,1 0-1,-1-1 0,0 1 0,0 0 0,0-1 0,0 1 0,0-1 0,0 1 0,0 0 0,0-1 0,0 1 0,0-1 0,0 1 0,0-1 1,0 1-1,0 0 0,0-1 0,0 1 0,0-1 0,-1 0 0,3-16 2869,0 14-2756,-1 0 0,1 0 0,0 0 0,0 0 0,0 0 1,1 0-1,-1 1 0,1-1 0,-1 1 0,1-1 0,0 1 0,0 0 0,0 0 0,0 0 0,0 1 0,0-1 0,0 1 0,7-2 0,6-2 71,0 1 0,27-3 1,-36 6-102,23-2-77,1 1-1,-1 2 1,0 1-1,0 1 1,0 1-1,0 2 1,0 1-1,-1 2 0,0 0 1,0 2-1,-1 2 1,0 0-1,-1 2 1,-1 0-1,0 2 1,25 21-1,-41-29-130,0 1 0,-1 0 0,0 0 0,-1 1 0,0 1 0,-1-1 0,0 1 0,0 0 0,-1 1 0,8 22 1,-11-26-25,-1 0 0,0 1 1,-1-1-1,0 1 0,0-1 1,-1 1-1,0 0 0,-1-1 1,1 1-1,-2-1 0,1 1 1,-1-1-1,-1 0 0,1 0 1,-1 0-1,-1 0 0,-5 10 1,-6 6-114,-2 1 0,0-2 1,-2 0-1,0-2 0,-2 0 1,0-1-1,-1 0 1,-35 22-1,-27 11-743,-103 48 0,82-46-472,71-37 716,-159 79-5560,134-68 1428,14 2-2536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8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326 136 1516,'0'0'89,"0"0"0,1 0 0,-1 0 0,0 0 0,0 0 0,0 0 0,0 0 0,0-1 0,0 1 0,0 0-1,0 0 1,1 0 0,-1 0 0,0 0 0,0-1 0,0 1 0,0 0 0,0 0 0,0 0 0,0 0 0,0 0 0,0-1 0,0 1 0,0 0 0,0 0 0,0 0 0,0 0-1,0 0 1,0-1 0,0 1 0,0 0 0,0 0 0,0 0 0,0 0 0,0 0 0,-1-1 0,1 1 0,0 0 0,0 0 0,0 0 0,0 0 0,0 0 0,0 0-1,0 0 1,0-1 0,-1 1 0,1 0 0,0 0 0,0 0 0,-11-5-211,-3-4 7881,15 4-7255,0 0 0,-1 0 0,1 0 0,-1 0 0,0 0 1,-1 1-1,1-1 0,-1 0 0,0 0 0,0 0 0,-1 0 0,0 0 0,1 1 1,-2-1-1,1 1 0,-4-6 0,4 7-356,0 1 0,0 0 0,-1-1 0,1 1 0,-1 0 0,1 0 0,-1 1 0,0-1 0,1 0 1,-1 1-1,0 0 0,0 0 0,0 0 0,0 0 0,0 0 0,-1 0 0,1 1 0,0 0 0,0-1 0,0 1 0,0 0 0,-1 1 0,1-1 0,0 0 1,0 1-1,0 0 0,-6 2 0,1 0 12,1 1 1,-1-1-1,1 2 1,-1-1-1,2 1 1,-1 0-1,0 1 1,1-1-1,0 1 1,0 1-1,1-1 1,-1 1-1,-6 12 1,-2 4 25,1 1 0,1 0 1,-9 29-1,11-21-1393,2 1 0,-7 62 0,10-59-1079,5-26 1189,-1-1-1,2 1 1,-1 0 0,1-1-1,1 1 1,-1-1 0,2 1 0,5 15-1,13 33-9443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39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63 8105,'0'0'3728,"-10"-12"-1968,4 1 3397,12-9-7197,0 3 575,10 14-2955,3 3-3421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1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52 12969,'1'-2'300,"0"0"0,0 1 0,0-1 0,-1 0 0,1 0-1,-1 0 1,0 0 0,1 0 0,-1 0 0,0 0 0,0 1 0,0-1 0,0 0-1,-1 0 1,1 0 0,0 0 0,-1 0 0,0 0 0,1 0 0,-1 1 0,0-1-1,0 0 1,0 0 0,0 1 0,-3-4 6098,10 24-3291,-4-13-2871,-1 0 1,0 0 0,0 0 0,-1 1-1,0-1 1,0 0 0,0 0 0,-1 1 0,0-1-1,-2 9 1,-1 10-99,-17 276-84,16-249-1938,2 74-1,5-88-253,2-1 0,1 1 0,2-1 0,2-1 0,14 38-1,2-6-11046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689 359 12841,'-137'79'4361,"112"-62"-3449,1 1 0,1 1 0,1 1 0,1 1 0,0 1 0,2 1 0,1 1 0,0 0 0,2 2 0,-15 30 1,-15 39 798,-50 152 1,79-199-1227,-23 68-133,4 3 1,-19 123-1,45-183-271,3 0 0,2 1 0,3 0 0,3 0 0,2 0 0,14 73 0,-14-114-81,0 0 0,2-1 0,0 1 0,1-1 0,0 0 0,2-1 0,0 0 0,1 0 0,1 0 0,0-1 0,22 25 0,-11-17 0,0 0 0,2-2 0,0 0 0,1-2 0,2-1 0,0-1 0,1-1 0,0-1 0,48 20 0,-22-19-410,1-2 1,1-2-1,1-2 1,-1-3-1,110 1 1,-44-11-1079,206-32 0,-186 10 690,-1-6 1,170-60-1,-218 56 541,0-4-1,-3-3 1,-2-5-1,95-66 0,-132 77 182,-3-2 0,-1-3 0,-1-1 0,-3-3-1,-2-1 1,58-84 0,-74 92 137,-1-1 0,-3-1 0,-1-1 0,-2-1 0,-1 0 0,-3-1 0,-1-1 0,-2 0 0,7-81 0,-15 79 182,-2 0 1,-2 0-1,-2 0 1,-1 0 0,-3 0-1,-2 1 1,-2 1-1,-1 0 1,-23-48 0,13 43 37,-2 1 0,-2 1 0,-1 2 0,-3 0 1,-2 2-1,-1 2 0,-60-54 0,43 49 20,-2 3 0,-1 2-1,-2 3 1,-1 2 0,-2 2-1,-75-28 1,82 41-135,-1 2 0,-1 3-1,0 2 1,-1 2 0,0 3 0,-1 2-1,-104 3 1,98 7-162,0 3 0,1 2 0,0 3 0,1 3 0,-84 32 0,110-34-332,1 2 1,0 2 0,1 0-1,1 2 1,1 2 0,1 0-1,1 2 1,1 1 0,1 2 0,-37 45-1,43-44-446,2 0 1,1 2-1,2 0 0,0 0 0,2 2 0,1 0 1,-9 40-1,15-45-658,1-1 1,2 1-1,1 0 1,1 0-1,3 45 1,19 49-8939,-21-118 10234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3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0 328 6981,'32'-51'1163,"-1"5"3587,-3-1-1,43-98 0,-59 111-2079,-12 34-2593,1-1 0,-1 1 1,1-1-1,-1 1 0,1 0 1,-1-1-1,1 1 0,0 0 1,-1-1-1,1 1 0,-1 0 1,1 0-1,0 0 0,-1-1 1,1 1-1,0 0 0,-1 0 1,1 0-1,0 0 0,-1 0 1,1 0-1,-1 0 0,1 0 1,0 1-1,-1-1 0,1 0 1,1 1-1,-1-1 130,1 0-127,-1 1 0,1-1 0,-1 1 0,1 0 0,0-1 0,-1 1-1,0 0 1,1 0 0,-1 0 0,1 0 0,-1 0 0,0 0 0,0 0 0,1 1 0,-1-1 0,0 0 0,0 1 0,0-1 0,0 2 0,1 2 71,0-1 1,0 1-1,-1 0 1,1 0-1,-1 0 1,0 8-1,0 10 258,0 0 1,-5 28-1,3-36-216,-42 330 1076,14-135-1290,14-90-129,-30 369-6466,44-449 5549,1 103-3877,5-48-1990,6-14-3133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4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2 300 9505,'-1'-8'407,"0"0"0,1 0 1,1 0-1,0 0 0,0 0 0,0 0 0,1 0 1,0 1-1,0-1 0,1 1 0,0-1 1,0 1-1,1 0 0,0 0 0,0 0 1,1 1-1,0 0 0,10-11 0,1 3-28,1 0 0,0 2-1,1 0 1,0 1 0,0 0 0,2 2-1,-1 0 1,1 2 0,39-11 0,-14 8-112,1 2 0,0 2 0,68-1 1,-79 7-161,-1 1 1,1 2 0,-1 2 0,40 10 0,-55-10-71,0 1 1,-1 0-1,1 2 0,-2 0 1,1 1-1,-1 0 1,-1 2-1,29 23 1,-38-27-26,1 1 1,-1 1-1,0-1 1,-1 1 0,0 1-1,-1-1 1,1 1-1,-2 0 1,0 0-1,0 0 1,0 1-1,-2-1 1,1 1 0,-1 0-1,-1-1 1,0 1-1,0 0 1,-1 0-1,-2 15 1,-1 2 1,-2-1 0,0 0 1,-2 0-1,-1-1 0,-1 0 0,-20 40 0,-107 171 95,82-149-82,-45 99 0,92-172-16,1 0 0,1 0-1,0 0 1,0 1 0,-3 26 0,8-36-5,0 1 1,0-1 0,0 0-1,1 1 1,0-1 0,0 0-1,1 0 1,-1 0 0,1 0-1,1 0 1,-1 0 0,1 0-1,0 0 1,0-1 0,1 0 0,7 10-1,3 0-9,1-1 0,-1-1 0,2 0 0,0-1 0,1-1 0,0-1 0,0 0 0,26 10 0,20 4 39,76 19-1,-46-16-37,73 31-153,-143-48 122,0 1 0,0 1 0,-1 1 0,36 27 0,-53-35 27,1 0 0,-1 0-1,0 0 1,0 1 0,0 0-1,-1 0 1,0 0 0,0 0-1,0 0 1,-1 1 0,0 0-1,-1 0 1,1 0 0,-1 0 0,0 0-1,-1 0 1,1 10 0,-2-7 0,0 0 1,-1-1 0,-1 1 0,1-1-1,-2 1 1,1-1 0,-1 0-1,-1 0 1,1 0 0,-2 0 0,1 0-1,-9 11 1,-8 9 17,-1-1 0,-2-1 0,0-2 0,-2 0 0,-1-1 0,-1-2 0,-53 34-1,5-12 16,-160 66 0,60-44-580,148-57-480,0-2 0,-1 0 0,0-2 0,-32 1 0,30-7-4587,8-2-3413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248 435 12417,'-18'-36'1813,"15"30"-965,7 5-72,15 1 170,3 1-359,-1-1-1,0-1 1,0-1 0,35-9-1,-2-5 69,78-36 1,-114 43-562,0 0 1,-1-1 0,0-1-1,-1 0 1,0-2-1,0 1 1,24-29 0,-36 37-76,-1 0 0,0 0 0,0-1 0,-1 1 0,1-1 0,-1 1 0,0-1 0,0 0 0,0 0 0,-1 0 0,0 0 0,0 0 0,0 0 0,0 0 0,-1 0 0,0-6 0,-1 7 13,0-1 0,0 1-1,0 0 1,0 0 0,-1 0-1,0 0 1,0 1 0,0-1 0,0 0-1,0 1 1,-1-1 0,0 1-1,0 0 1,1 0 0,-2 0 0,1 0-1,0 1 1,-1-1 0,1 1-1,-5-3 1,-4 0 173,0-1 0,-1 1 0,1 1 0,-1 0 0,0 1 0,0 0 0,-1 1 0,1 1 0,-1 0 0,1 1 0,0 0 0,-25 4 1,11 0 147,1 2 1,-1 0-1,1 2 1,1 0-1,-36 18 1,38-13-170,0 0 1,0 2 0,1 1 0,1 0 0,1 2 0,0 0 0,2 1 0,0 1 0,1 1 0,1 1 0,1 0 0,0 0 0,-12 30-1,19-34-173,0 0 0,1 1 0,0 0 0,2 0 0,0 0 0,2 1 0,0 0-1,1 0 1,1 0 0,0 0 0,2 0 0,0-1 0,2 1 0,0 0 0,1 0-1,1-1 1,1 0 0,10 24 0,-8-28-311,1-1-1,0 1 0,1-2 1,1 1-1,0-1 1,1-1-1,0 0 0,0-1 1,2 0-1,-1-1 1,1 0-1,1-1 0,30 13 1,-13-8-1152,0-1 1,35 8 0,65 8-6680,-29-14-2564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11 226 11833,'0'-17'831,"1"9"-259,-1 0 0,0 0 0,0 0 0,-1 1 1,0-1-1,-3-8 0,4 16-547,0-1 106,-1 1 0,0-1-1,1 0 1,-1 0 0,1 0 0,-1 0-1,1 0 1,0 0 0,-1 0 0,1 0-1,0 0 1,0 0 0,0 0 0,-1 0-1,1 0 1,0 0 0,1 0-1,-1 0 1,0 0 0,0 0 0,0 0-1,0 0 1,1 0 0,-1 0 0,1 0-1,-1 0 1,1 0 0,-1 0 0,1 0-1,-1 0 1,1 0 0,0 0-1,-1 1 1,1-1 0,0 0 0,0 1-1,0-1 1,-1 0 0,1 1 0,0-1-1,0 1 1,0-1 0,0 1 0,0 0-1,2-1 1,6-2 230,1 0 0,0 0 0,1 1 0,-1 1-1,0-1 1,1 2 0,-1 0 0,20 1 0,-10 2-81,1 0-1,-1 0 1,31 11-1,-37-9-223,0 1-1,0 0 0,-1 0 1,1 2-1,-1 0 1,-1 0-1,0 1 0,0 0 1,-1 1-1,0 1 0,0-1 1,-1 2-1,-1 0 0,0 0 1,-1 0-1,0 1 0,-1 0 1,0 1-1,-1 0 0,0 0 1,-2 0-1,1 0 0,-2 1 1,0 0-1,-1 0 0,0 0 1,-1 0-1,-1 0 0,-2 25 1,-3-8-25,-2-1 1,-1 1 0,-2-1-1,-1-1 1,-1 0 0,-2 0-1,-25 41 1,-140 180 351,171-240-343,-22 21 118,29-33-151,1 0 1,-1 1-1,1-1 1,-1 0-1,1 1 1,-1-1-1,1 0 1,0 0-1,-1 0 0,1 1 1,0-1-1,0 0 1,0 0-1,-1 0 1,1 0-1,0 1 1,0-1-1,0-1 1,3-8-11,0 0 0,0 1 0,1-1 0,0 1 0,0 0 0,1 0 0,0 0-1,1 1 1,11-15 0,1-2-106,255-329-3634,-129 174 747,75-87-4514,-160 201 2660,0 12-2638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5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10941,'9'-11'713,"-5"7"-288,-1 0-1,0 1 1,1-1 0,0 1 0,0 0 0,0 0 0,8-5 0,-7 5 124,0-1 0,-1 1 0,0-1 0,1-1-1,-2 1 1,1 0 0,3-6 0,20-20 2237,-24 29-1697,1 2-45,8 3-419,-10-4-569,0 0-1,-1 1 1,1-1 0,0 1 0,-1-1 0,1 1 0,-1-1-1,1 1 1,-1 0 0,1 0 0,-1 0 0,0 0 0,1 0-1,-1 0 1,0 0 0,0 0 0,0 0 0,0 0 0,0 1-1,0-1 1,0 1 0,0-1 0,0 0 0,-1 1-1,1 0 1,0-1 0,-1 1 0,0-1 0,1 1 0,-1 2-1,3 33 301,-2 1 0,-2 0 0,-1 0 1,-2-1-1,-11 48 0,6-40-234,3 1 1,1-1 0,2 60 0,3-102-129,0 0 1,1-1-1,-1 1 1,1 0-1,-1-1 1,1 1-1,0 0 0,0-1 1,0 1-1,0-1 1,1 1-1,-1-1 1,2 3-1,-2-4-3,0 0 0,0-1 0,0 1 0,0 0 1,0-1-1,0 0 0,1 1 0,-1-1 0,0 1 0,0-1 0,0 0 0,0 0 0,0 0 1,1 0-1,-1 0 0,0 0 0,0 0 0,0 0 0,0 0 0,0 0 0,1-1 0,-1 1 1,0 0-1,0-1 0,0 1 0,0-1 0,0 1 0,0-1 0,0 0 0,0 1 0,0-1 1,0 0-1,-1 0 0,1 0 0,1-1 0,22-20-52,-2-1 0,0-2 0,-1 0 0,-2-1 0,18-31 0,-19 28 19,1 1 1,1 1-1,1 1 1,2 0 0,44-37-1,-61 58 39,6-5-5,0 1 0,0 1 0,1 0 0,17-8 1,-26 14 4,1 0 0,-1 1 1,0-1-1,1 1 1,-1 0-1,1 0 0,0 1 1,-1-1-1,1 1 1,-1 0-1,1 1 0,0-1 1,-1 1-1,1 0 1,-1 0-1,1 0 0,-1 0 1,0 1-1,1 0 1,4 3-1,0 0 5,-1 1 1,-1 1 0,1-1-1,-1 1 1,0 1-1,0-1 1,-1 1-1,5 9 1,40 74 4,-27-45-56,-1-4 20,-5-6 45,2-1 0,1-1 1,1-1-1,36 39 0,-52-65-33,1 0 0,0-1 0,0 0 0,0 0 0,1 0 0,-1-1 0,1-1 0,0 1 0,1-1-1,-1-1 1,1 1 0,0-1 0,0-1 0,0 0 0,0 0 0,0-1 0,0 0 0,1 0 0,-1-1 0,0 0 0,0-1 0,1 0 0,-1-1 0,10-2 0,-2-2-38,0-1 1,-1 0 0,0-1 0,-1 0 0,0-2 0,0 0 0,-1 0 0,0-1-1,-1-1 1,0-1 0,13-16 0,15-22-114,57-95 0,-64 93 137,11-18-109,64-91 136,-108 160 25,0 1 0,0-1 0,1 1 0,-1 0 0,0-1 0,0 1 0,1 0 0,-1 0 0,1 0 0,-1-1 0,1 2 0,-1-1 0,1 0-1,0 0 1,-1 0 0,1 1 0,0-1 0,0 1 0,2-1 0,-3 1 1,0 1 0,0-1 0,1 0 0,-1 1 0,0-1 0,0 1 0,0 0 0,0-1 0,0 1 0,1 0 0,-1-1 0,-1 1 0,1 0 0,0 0 0,0 0 0,0 0 0,0 0 0,-1 0 0,1 0 0,1 2 0,2 7 114,0 0 1,0 0 0,-1 0-1,3 19 1,-4-23-101,4 25 125,30 120 472,-27-121-505,1 0-1,1-1 1,17 30-1,-22-47-81,1 0 0,1-1 0,0 0-1,1 0 1,0-1 0,0 0 0,1 0 0,20 14-1,-21-18-19,0 0 0,0-1 0,1-1 0,0 0 0,0 0 1,0-1-1,1 0 0,-1-1 0,1 0 0,-1 0 0,1-1 0,18-1 0,-17-1-16,0 0 1,-1 0-1,1-2 0,-1 1 1,1-1-1,-1-1 1,0 0-1,0-1 0,0 0 1,-1 0-1,0-1 0,0-1 1,0 1-1,-1-2 1,0 1-1,0-1 0,-1-1 1,0 1-1,-1-1 1,1-1-1,9-18 0,-11 17-8,0-1 0,-1 1-1,0-1 1,-1-1 0,0 1 0,-1 0-1,-1-1 1,0 0 0,0 0-1,-1 1 1,-1-1 0,0 0 0,-1 0-1,0 0 1,-1 0 0,-1 1-1,0-1 1,0 1 0,-11-23-1,7 23 0,0 0 0,0 1 0,-1 0-1,-1 1 1,0-1 0,0 2 0,-1-1-1,0 1 1,0 1 0,-1 0 0,-1 0-1,1 1 1,-1 1 0,-16-7 0,-4 0-36,0 2 1,-2 0 0,1 3 0,-48-7-1,58 12-262,1 2-1,-1 0 1,0 1-1,0 1 1,1 2-1,-1 0 1,1 1-1,-23 8 1,14-2-1176,1 1 0,1 2 0,0 1 0,1 1 0,-29 21 0,50-31 248,0 1 1,1-1-1,-1 1 0,-5 7 0,-18 28-8591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66 507 12905,'-4'-1'298,"-12"1"1173,14 1-521,6 3 320,-2-2 571,-3 0-131,-15 66 2644,8-36-3326,-6 44-1,8-21-351,1 58 0,6-96-659,0 1 1,0-1-1,2 1 0,0-1 0,1 0 0,1 0 1,11 27-1,-14-40-59,0-1 0,0 1 0,1 0 0,-1 0 0,1-1 0,-1 1 0,1-1 0,0 0 0,0 0 0,1 0 0,-1 0 0,1-1 0,-1 1 0,1-1 0,0 0 0,0 0 0,0 0 0,0-1 0,0 1 0,0-1 0,0 0 0,1 0 0,4 0 0,-2-1 12,-1 0 1,0-1 0,0 1-1,0-1 1,0-1 0,0 1-1,0-1 1,0 0-1,0 0 1,-1-1 0,1 0-1,-1 0 1,0 0 0,0-1-1,0 1 1,5-6-1,83-84-187,22-20 316,-112 111-94,0 0 0,0 0 0,0 1 0,0-1 0,1 1 0,-1 0 0,0 0-1,0 0 1,1 0 0,-1 0 0,1 1 0,-1-1 0,1 1 0,-1 0 0,1 0 0,-1 1-1,1-1 1,-1 1 0,1-1 0,-1 1 0,0 0 0,1 0 0,-1 1 0,0-1-1,6 4 1,6 4 34,0 0-1,-1 1 1,24 22 0,-27-22-39,16 13-29,-1 0-65,0-1 0,0-2 1,2 0-1,43 22 0,-65-40 11,0 1-1,0-1 0,0-1 0,0 1 1,0-1-1,0 0 0,0-1 0,0 1 1,0-1-1,1 0 0,-1-1 0,9-1 1,-5 0 26,-1-1 0,0 0 0,1-1 0,-2 0 0,1 0 0,0-1 1,9-7-1,8-8-17,-2-1 0,0-2 0,35-41 0,-51 54 24,57-69-241,-3-3 1,68-121-1,76-192-23,-186 343 332,-17 41 79,0 0 0,1 1 0,1-1 0,0 1 0,11-18 1,-15 29-30,0 0 1,0-1 0,-1 1 0,1 0 0,-1 0 0,1 0 0,-1 0 0,1 0 0,-1 0 0,0 0 0,1 0 0,-1 0 0,0 0-1,0 0 1,0 1 0,1 8 128,-1-1 0,0 1-1,-1 0 1,0-1 0,-1 1 0,-3 12-1,-23 63 652,14-47-559,-103 276 1090,55-155-1064,-53 203 0,114-357-327,-4 14-48,2-1 0,-1 1 0,0 35 0,4-50 10,0 0 0,0 0 0,0 0 0,1 0 0,0 0 0,-1 0 1,1 0-1,1-1 0,-1 1 0,0 0 0,1 0 0,0-1 0,0 1 1,0-1-1,0 0 0,1 0 0,-1 0 0,1 0 0,0 0 0,0 0 0,0 0 1,0-1-1,0 0 0,7 4 0,2-2-195,0 0 0,1-1 0,-1 0 1,1-1-1,0-1 0,0 0 0,0-1 0,-1 0 1,1 0-1,24-6 0,-15 2-282,0-1 0,-1-1 0,37-15 0,-16 5-379,-19 7-218,-1-1 0,36-23 0,-34 18-3032,43-19-1,-19 16-3621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14 13993,'-10'-14'5433,"10"31"-3165,0 3-324,0-3-344,0 1-340,-3 2-195,0 0-293,0 2-192,-4 4-360,1-3-532,0 3-804,6-1-481,0 1-787,6 3-472,0 2-3329,7-8-5516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 9017,'-19'-6'4676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0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73 8765,'6'-25'1716,"-6"21"-1430,1 1 0,0-1 1,-1 1-1,1-1 1,1 1-1,-1-1 0,0 1 1,1 0-1,2-4 1,-4 7-106,0-1 1,1 0 0,-1 1 0,1-1 0,-1 1 0,1-1 0,-1 1 0,1-1 0,-1 1 0,1-1 0,-1 1 0,1-1 0,-1 1 0,1 0 0,0-1 0,-1 1 0,1 0 0,0 0-1,-1-1 1,1 1 0,0 0 0,-1 0 0,1 0 0,0 0 0,0 0 0,-1 0 0,1 0 0,0 0 0,0 0 0,-1 0 0,1 0 0,1 1 0,9 10 2947,-4 2-4116,-4-7 1089,-1 0 0,0 1 0,-1 0 0,1-1 0,-1 1 0,-1 0 0,1 13 1,-7 52 349,2-35-186,3-33-186,1 0-1,-1-1 0,0 1 1,0 0-1,0 0 1,0-1-1,-1 1 1,1-1-1,-1 1 1,0-1-1,0 0 0,-4 4 1,5-5 1158,-1-1-1140,0 0 0,0 0 1,1-1-1,-1 1 0,0-1 0,0 1 1,0-1-1,0 0 0,0 1 0,0-1 0,0 0 1,0 0-1,0-1 0,0 1 0,-3-1 0,-26-46 573,29 45-603,2-5-49,-1 0 1,0 0-1,-1 1 0,1-1 0,-1 1 1,-6-13-1,7 18-14,23 1-2748,-20 0 2592,0 0 1,1 0-1,-1 0 1,0 0 0,0 0-1,0-1 1,1 1 0,-1-1-1,0 0 1,0 0-1,0 1 1,0-1 0,0 0-1,0-1 1,0 1-1,1-2 1,0 2 103,-1-1-1208,-1-1-509,12-20-6200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7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22 9925,'13'-20'3267,"-7"18"1553,-5 30 3795,0 2-8911,11 42 2090,2 10-482,-12-39-875,-2 0 0,-3 0 0,0 0 1,-20 80-1,-62 163-731,27-104-2070,1 25-4394,54-198 6016,1-1 1,1 1 0,-1-1 0,2 1 0,-1 0-1,2 14 1,0-1-5102,-1-5-2348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12333,'0'0'5205,"0"4"-3959,46 301 5019,-39-255-6200,3-1-1,2 0 1,2-1-1,2-1 1,3 0 0,1-1-1,2-1 1,2-1-1,2-1 1,2-1 0,2-1-1,1-2 1,2-2-1,2 0 1,1-3 0,2 0-1,1-3 1,44 27-1,-43-34-408,0-2 0,2-1 0,0-3 0,80 24 0,-99-36 90,1-1 0,-1-1 0,1-1 0,0-1 0,0-1 0,0-1 0,0-1 0,0-2 0,0 0 0,0-1 0,23-8 0,-31 5 53,0 0 0,0 0 0,-1-2 0,0 0 0,-1-1 0,0 0 0,-1-1 0,0-1 0,0 0 0,-1 0 0,-1-2-1,16-23 1,8-16-189,-3-2 0,26-62 0,-56 115 383,32-69 788,-2-1 0,37-133 1,-67 197-486,-1-1 1,0 1 0,0-1 0,-1-8 0,-1 9 3,1 8-288,0 0 0,0 0 1,0 0-1,0 0 0,0 0 1,0 0-1,0 0 0,0 0 1,0 0-1,0 1 0,0-1 1,-1 0-1,1 0 0,0 0 1,0 0-1,0 0 0,0 0 1,0 0-1,0 0 0,0 0 1,0 0-1,-1 0 0,1 0 1,0 0-1,0 0 0,0 0 1,0 0-1,0 0 0,0 0 1,0 0-1,0 0 0,0 0 1,-1 0-1,1 0 0,0-1 1,0 1-1,0 0 0,0 0 1,0 0-1,0 0 0,0 0 1,0 0-1,0 0 0,0 0 1,0 0-1,-1 0 0,1 0 1,0 0-1,0-1 0,0 1 1,0 0-1,0 0 0,0 0 1,0 0-1,0 0 0,0 0 1,0 0-1,0 0 0,0-1 1,-7 6 165,0 0 1,0 0-1,0 1 1,1 0-1,0 0 0,0 1 1,0 0-1,1-1 1,0 2-1,-8 14 1,-1 9 304,-17 49 0,22-56-326,-13 44-156,2 0 1,3 1-1,4 0 1,-6 84-1,14-69-1764,10 124 0,-4-190 1127,1-1-1,0 1 1,2-1 0,0 0-1,1 0 1,1-1 0,0 1-1,10 17 1,-12-28 414,-1 0 0,1 0 1,0 0-1,1-1 0,-1 0 0,1 0 0,0 0 1,0 0-1,1-1 0,0 0 0,-1 0 1,1-1-1,0 1 0,1-1 0,-1-1 1,0 1-1,1-1 0,0 0 0,-1 0 0,1-1 1,0 0-1,0 0 0,8-1 0,-6 0 121,-1 0-1,0 0 0,0-1 0,1 0 0,-1-1 1,0 0-1,0 0 0,-1-1 0,1 0 1,0-1-1,-1 1 0,0-1 0,10-7 1,-9 6 65,20-11-6,-1-1-1,-1-1 1,0-2 0,-2 0-1,36-39 1,-14 5 832,-1-2 0,-4-2-1,-2-2 1,-3-1 0,33-76 0,-62 121-426,0 0 0,-1 0 0,-1-1 0,5-32 0,-9 45-280,0-1-1,-1 0 1,0 0 0,0 0 0,0 0 0,0 0 0,-1 1 0,1-1-1,-1 0 1,-1 0 0,1 1 0,-1-1 0,1 1 0,-1-1 0,-1 1-1,1 0 1,0 0 0,-1 0 0,0 0 0,0 0 0,-7-6 0,6 7-30,1 1 1,-1-1 0,0 1 0,0 1 0,0-1 0,0 0 0,0 1-1,-1 0 1,1 0 0,0 0 0,-1 0 0,1 1 0,0 0 0,-7 0-1,-2 1 30,-1 1 0,1 0 0,-18 6 0,16-3-55,1 1 0,0 0 0,0 1 0,1 1 0,0 0 0,0 0 0,1 1 0,0 1 0,-20 21 0,20-18-208,0 0-1,2 0 1,-1 2 0,2-1-1,0 1 1,1 0 0,0 1 0,-6 21-1,12-34 106,1 1-1,0-1 1,0 1-1,1-1 1,-1 1-1,1 0 1,-1-1 0,1 1-1,0-1 1,1 1-1,-1 0 1,1-1-1,-1 1 1,1-1-1,0 1 1,0-1-1,2 4 1,-1-4 37,0-1 1,0 1-1,0-1 1,0 0 0,0 0-1,1 1 1,-1-2-1,1 1 1,-1 0-1,1 0 1,0-1-1,0 0 1,-1 1-1,1-1 1,6 1-1,3 0 95,-1 0-1,1-1 0,0 0 1,-1-1-1,1 0 0,0-1 1,-1-1-1,18-3 0,88-27 1293,-73 18-679,1 2 1,1 2-1,0 2 0,65-3 0,-96 11-570,0 2 0,-1 0 0,22 6-1,-19-4-31,0 0-1,20 1 0,4 0 7,-34-3-65,0-1 0,1 0-1,-1 0 1,0-1 0,1 0 0,-1 0 0,0-1-1,8-1 1,6-5 62,1-1 0,-2 0 0,1-2 0,26-17 0,11-25 1154,-41 39-764,10-5 295,-26 18-727,0 0 0,0 0 0,0 0 0,0 0 0,0 0-1,0 0 1,1 0 0,-1 0 0,0 0 0,0 1 0,0-1 0,0 0 0,0 1 0,0-1 0,0 0 0,0 1 0,0-1 0,-1 1 0,1 0 0,0-1 0,0 1 0,0 0 0,0-1 0,-1 1-1,1 0 1,0 0 0,0 1 0,3 6 48,1 0 0,-2 1-1,1-1 1,-1 1-1,-1 0 1,1 0 0,-2 0-1,1 0 1,0 12-1,2 7 46,3 22-554,10 45-1696,1-35-3357,-10-43-332,2-3-3579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9665,'7'-12'5956,"2"24"-5031,4-1-189,-1 6-308,17 9-740,-13-3-881,-7-9-679,4 9-2252,9 20-3101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8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11301,'-1'3'293,"1"-2"-107,0 1 0,0-1 1,-1 0-1,1 0 0,0 0 0,0 1 0,0-1 1,0 0-1,0 0 0,0 1 0,1-1 0,-1 0 1,0 0-1,1 1 0,-1-1 0,1 0 0,-1 0 1,1 0-1,-1 0 0,1 0 0,0 0 0,-1 0 1,2 1-1,0 2 255,0 0 1,-1 0-1,1 0 1,-1 1-1,0-1 1,0 0 0,0 1-1,-1-1 1,0 0-1,1 1 1,-2-1-1,0 9 1,1 8 534,29 263 5318,-4-49-4614,-4-30 50,-20-204-1723,-1 0 1,0-1-1,1 1 0,-1-1 1,1 1-1,-1-1 1,1 1-1,-1-1 0,1 1 1,-1-1-1,1 1 1,-1-1-1,1 0 0,-1 1 1,1-1-1,0 0 0,-1 1 1,1-1-1,0 0 1,-1 0-1,1 0 0,0 1 1,-1-1-1,1 0 0,0 0 1,0 0-1,-1 0 1,2-1-1,15 0 63,-13-3-70,0 0 0,-1-1 0,1 1 0,-1-1 0,0 0 0,0 0 0,4-11 0,0 1 0,37-73-489,31-53-1584,-45 96-760,62-71 0,-70 93-422,0 1 1,34-25-1,10 0-8536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48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303 425 6725,'15'-6'868,"-1"0"1,1-2-1,-1 0 1,-1 0 0,0-1-1,0-1 1,-1 0-1,0-1 1,0 0 0,-2-1-1,1 0 1,-1-1-1,16-27 1,-23 33-614,0-1 0,0 1-1,-1-1 1,0 0 0,0 0-1,-1 0 1,0 0 0,0 0 0,-1 0-1,0-1 1,0 1 0,-1 0 0,-2-9-1,1 7 63,0 1 0,0 0 0,-1 0 0,-1 0 0,1 0 0,-1 0-1,-1 0 1,0 1 0,0 0 0,0 0 0,-8-8 0,10 14-192,1-1 0,-1 1 0,0-1 0,1 1 1,-1 0-1,-1 0 0,1 0 0,0 1 0,0-1 1,-1 1-1,1 0 0,0 0 0,-1 0 0,0 0 1,1 0-1,-1 1 0,1-1 0,-1 1 0,0 0 0,1 1 1,-5-1-1,0 2 80,0 0 0,1 1 1,-1 0-1,1 0 0,-1 0 1,1 1-1,0 0 0,-8 7 1,-2 1-3,1 1 1,1 1 0,1 1-1,0 0 1,-15 21 0,5-2 140,-30 58 1,33-50-345,1 1 0,2 0 0,2 2 0,-16 73 0,28-95 0,0-1 0,2 0 0,0 1 0,1-1 0,2 1 0,0-1 0,1 1 0,2-1 0,0 0 0,1 0 0,14 38 0,-13-48-65,1 0 0,-1 0 0,2 0 0,0-1 0,0 0 0,1-1 0,0 0-1,1 0 1,11 9 0,-4-7-196,-1 0 0,2-2-1,0 0 1,0 0 0,30 10-1,-9-8-335,1-2 0,0-1-1,0-2 1,1-2 0,63 1-1,-63-7-831,0-2-1,0-1 0,54-14 0,51-20-6129,-18 1-3143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1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81 4908,'23'-24'7116,"-16"15"-6544,-5 7 479,1 0-365,-1-1 0,1 0 1,0 0-1,-1-1 1,1 1-1,-1-1 0,0 1 1,0-1-1,1-4 1,-1 0 2845,-10 18-2327,-11 22-350,5 3 60,2 0 0,2 1-1,-12 67 1,3-11-32,-76 325 713,30 2-1071,64-416-525,0 4 0,0 1 0,0 0 0,1 0 0,-1 0 0,2 0 0,-1-1 1,1 1-1,1 0 0,-1 0 0,1-1 0,3 9 0,-4-14 0,9 9 0,-5-11 0,1 0 0,-1-1 0,0 1 0,1-1 0,-1 0 0,0-1 0,0 1 0,0-1 0,0 0 0,0-1 0,5-2 0,1-3 0,1 0 0,-2 0 0,1-1 0,-1-1 0,16-19 0,-1 2 0,-12 14-4,37-40-257,3 2-1,88-65 1,-124 103 206,0 2 0,1 0 0,0 2 1,1 0-1,0 0 0,0 2 0,0 0 0,1 2 1,0 0-1,1 1 0,-1 1 0,1 1 0,38 1 1,-46 3 42,0 0 0,0 0 0,0 2 0,0 0 1,0 0-1,-1 1 0,0 1 0,0 0 1,0 1-1,0 0 0,-1 0 0,-1 1 1,1 1-1,-1 0 0,-1 0 0,0 1 1,0 0-1,-1 1 0,0 0 0,0 0 1,-2 1-1,10 19 0,-10-17-2,0 1 1,-1-1-1,0 1 0,-1 0 0,-1 0 1,-1 0-1,0 0 0,-1 1 1,0-1-1,-1 1 0,-1-1 1,0 0-1,-2 1 0,1-1 0,-2 0 1,0 0-1,-1-1 0,0 1 1,-11 20-1,6-20-2,1 0 0,-2-1 1,0 0-1,-1-1 0,0 0 1,-1 0-1,-27 19 0,18-17 1,0-2 0,-1 0-1,-1-1 1,-41 14 0,-7-6-872,-2-3 0,-127 14 0,34-21-2931,96-10-2508,45 0 2097,4 0-6218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1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233 357 4348,'18'-80'6512,"-14"63"-5802,1 0 0,1 1 0,1-1 0,0 1 0,10-15 0,-13 25-546,0 1 0,0 0-1,1 0 1,-1 0 0,1 1-1,10-8 1,92-61 1766,-96 66-1813,0 1 1,0 1-1,1 0 0,-1 0 0,1 1 0,0 1 0,0 0 0,0 0 1,1 1-1,-1 1 0,17 0 0,-5 0 37,0 0-50,1 1 0,-1 1 0,1 2 0,-1 0 0,0 2 0,0 0-1,-1 2 1,1 0 0,-2 2 0,1 0 0,-1 2 0,0 0 0,22 17 0,-32-20-64,-1 1 0,0 1-1,-1 0 1,0 0 0,-1 1 0,1 0-1,-2 0 1,0 1 0,0 1 0,7 16-1,-11-18-20,0 0 1,0 1-1,-1 0 0,-1 0 0,0 0 1,-1 0-1,0 0 0,0 1 0,-1-1 0,-1 0 1,0 0-1,-1 0 0,-5 17 0,1-8-5,-2 0-1,0-1 0,-2 0 0,0 0 0,-1-1 0,-1 0 1,-1-1-1,0 0 0,-1-1 0,-19 17 0,-16 12-44,-3-1 0,-58 37 0,-353 214-2740,222-130-4269,209-139 3261,18-8-1616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562 49 9205,'27'-9'1880,"-22"7"-54,-7-1-172,0-2-881,-7-12 300,6 5 2507,-1 13-3061,-12 2-307,1 1 1,0 0 0,0 2-1,0-1 1,-25 15-1,-59 48 65,-164 147-1,169-140-642,92-73 342,6-3 20,-1 0 0,1 0 0,0-1 0,-1 1 0,0-1 0,1 0 0,-1 0 0,0 0-1,0 0 1,4-4 0,6-3-3,-1 1 25,0-1 0,1 2 0,1 0 0,-1 0 0,1 1 0,0 1-1,28-7 1,-33 11-8,-1 0 0,1 1-1,-1 0 1,1 0-1,0 1 1,-1 0 0,1 0-1,-1 1 1,1 0 0,-1 0-1,0 1 1,0 1-1,9 4 1,5 5-406,-1 2 0,0 0 1,-2 1-1,32 33 0,-21-2-5860,-21-32 3103,2 2-4649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2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0 5204,'-1'15'655,"-5"27"1975,6-38-2429,0-1-1,1 0 1,-1 0-1,1 0 1,-1 1-1,1-1 1,0 0-1,0 0 1,0 0-1,1 0 1,-1 0-1,1 0 1,0-1-1,-1 1 1,1 0-1,0-1 1,1 0-1,-1 1 1,0-1-1,1 0 1,3 3-1,11 9 504,33 21-1,-47-33-634,2 2 136,1 0 0,0 0 0,0-1 0,0 0 0,0-1 1,0 1-1,0-1 0,1 0 0,-1 0 0,1-1 0,-1 0 0,1 0 0,0-1 0,-1 0 0,1 0 1,0 0-1,-1-1 0,1 0 0,0-1 0,-1 1 0,0-1 0,1 0 0,-1-1 0,0 1 0,12-8 0,37-29 2626,-53 37-2586,2 22 206,-1-5-322,-2 0-1,0 0 1,0 0-1,-1 1 1,-1-1-1,-3 15 1,-1 22 224,-8 85 248,-7-2 0,-46 171-1,47-235-505,-3-1 0,-3-1-1,-54 106 1,50-122-172,-2-2-1,-2-1 1,-2-2 0,-78 82-1,94-112 38,-1-1 0,-1 0-1,-1-2 1,-46 26-1,66-40 40,-1 0-1,0 0 1,0 0-1,0 0 1,0 0-1,0-1 1,0 1-1,0-1 1,0 0-1,0 0 1,0 0-1,0 0 1,0 0-1,0-1 1,0 0-1,0 1 1,0-1-1,0 0 1,0 0-1,0-1 1,1 1-1,-5-3 1,4 2-5,-1-1 0,1 1 0,0-1 1,0 0-1,0 0 0,0 0 0,0 0 0,1-1 0,-1 1 1,1-1-1,0 0 0,0 1 0,0-1 0,-2-7 0,2-1-66,0 0 0,1 1 1,0-1-1,1 0 0,1 0 0,-1 0 0,2 0 0,0 0 0,5-19 0,6-9-476,23-54 1,-7 32-563,3 2 1,2 1-1,45-59 1,66-63-4587,-78 110 1300,5 7-2234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2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265 131 5573,'21'1'473,"-16"0"-267,0-1 1,-1 0 0,1 0 0,0 0 0,0-1 0,0 0 0,0 0 0,11-4 3438,-13 5-2990,26-7 419,-29 6-1016,0-1-1,0 1 1,0 0-1,0-1 1,0 1-1,-1 0 1,1-1-1,0 1 1,-1 0-1,1 0 1,-1 0-1,1-1 1,-1 1-1,1 0 0,-1 0 1,0 0-1,-1-1 1,-1-5 681,-1-2-393,-1 0-1,0 1 1,0 0-1,0 0 1,-1 0-1,-8-8 1,11 13-250,1 1 1,0 1-1,0-1 1,-1 0-1,1 0 0,-1 1 1,1-1-1,-1 1 1,0 0-1,1 0 0,-1 0 1,0 0-1,0 1 1,0-1-1,0 1 1,0-1-1,0 1 0,0 0 1,0 0-1,1 1 1,-1-1-1,0 0 0,0 1 1,0 0-1,0 0 1,-4 1-1,-6 5 179,0 0-1,1 0 1,0 1 0,1 1-1,-1 0 1,-17 19 0,9-7 101,1 1 1,-24 38-1,35-47-288,1 0-1,0 1 1,1-1-1,0 1 1,1 1 0,1-1-1,0 1 1,1 0-1,1 0 1,0 0-1,1 0 1,1 0-1,2 24 1,-1-29-269,0 1 0,1-1 0,1 0 0,0 0 0,0 0 0,1-1 0,0 1 0,1-1 0,0 0 0,1 0 0,-1 0 1,2-1-1,-1 0 0,1 0 0,0-1 0,1 0 0,0 0 0,0 0 0,0-1 0,13 6 0,-8-5-1247,1-1-1,0 0 1,0-1-1,0-1 1,21 4-1,36 4-7365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2:5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32 7033,'7'8'1670,"-16"-11"-96,-8-2 13593,15 2-14240,-16-25 5248,18 30-5988,-6 18-173,-1 0 0,-9 20 0,-6 16-22,16-41 4,-2 7-207,1 1 0,0-1-1,2 1 1,1 0 0,-2 25 0,5-29-491,0-4-858,0 0 1,1 0-1,1 0 1,1 0-1,6 29 1,12 6-5534,2-4-4267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292 575 10945,'22'9'5168,"-6"-16"-1117,-9 2-702,14-21-35,-14 16-2853,-1 0 0,-1-1 0,1 0 0,4-15 1,9-18 59,44-96 390,-46 96-813,3 1 0,1 0 0,2 2 0,48-67 1,-69 107-97,-1-1 1,0 1-1,1 0 1,0 0-1,-1-1 1,1 1-1,0 0 1,-1 1 0,1-1-1,0 0 1,0 0-1,0 1 1,0-1-1,0 1 1,0 0 0,0 0-1,0-1 1,0 1-1,-1 0 1,1 1-1,0-1 1,0 0-1,0 0 1,0 1 0,0-1-1,2 2 1,1 0 12,0-1 1,0 2-1,-1-1 1,1 1 0,-1-1-1,1 1 1,-1 0-1,6 6 1,2 5 58,0 0 0,-2 0 1,0 1-1,0 0 0,-1 1 1,-1 0-1,-1 1 0,8 24 0,-4-4 67,-1 1 0,8 75 0,-16-89-118,-1 1 1,0-1 0,-2 1 0,-1-1-1,-1 1 1,-2-1 0,0 0-1,-1 0 1,-18 43 0,15-48-10,-1 0 1,0-1-1,-2 0 1,0 0-1,-1-1 1,-1-1-1,0 0 1,-1-1-1,-1-1 1,-1 0-1,-30 20 1,23-20-572,-1-1 1,0-2-1,-1 0 1,0-1-1,0-2 1,-1 0-1,0-2 0,-1-1 1,1-2-1,-1 0 1,0-2-1,-36-2 1,52 0 1,-150-11-10341,92-1-201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1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57 6533,'24'-17'2483,"-19"14"-73,-5 2-2156,0 1 0,0-1-1,0 0 1,0 0 0,0 1-1,1-1 1,-1 0 0,0 0-1,1 1 1,-1-1 0,0 0-1,1 1 1,-1-1 0,1 1-1,-1-1 1,1 0 0,-1 1-1,1-1 1,-1 1 0,1-1-1,1 0 1,-2 1-122,1 0 1,-1 0-1,0-1 0,1 1 0,-1 0 1,1 0-1,-1-1 0,0 1 0,1 0 1,-1-1-1,0 1 0,0-1 1,1 1-1,-1 0 0,0-1 0,0 1 1,1-1-1,-1 1 0,0 0 0,0-1 1,0 1-1,0-1 0,0 1 0,0-1 1,0 1-1,0-1 0,0 1 1,0-1-1,0 1 0,0-1 0,0 1 1,0-1-1,0 1 0,0 0 0,-1-1 1,1 1-1,0-1 0,0 1 1,-1 0-1,1-1 0,0 1 0,0-1 1,-1 1-1,1 0 0,0-1 0,-1 1 1,1 0-1,0 0 0,-1-1 1,0 1-1,1 0-104,0-1-1,0 1 1,0 0 0,0 0 0,0 0-1,-1 0 1,1 0 0,0-1 0,0 1 0,0 0-1,0 0 1,0 0 0,-1 0 0,1 0-1,0 0 1,0 0 0,0 0 0,0 0 0,-1-1-1,1 1 1,0 0 0,0 0 0,0 0-1,0 0 1,-1 0 0,1 0 0,0 0 0,0 0-1,0 0 1,-1 0 0,1 1 0,0-1-1,0 0 1,0 0 0,0 0 0,-1 0 0,1 0-1,0 0 1,0 0 0,0 0 0,0 0-1,-1 0 1,1 1 0,0-1 0,0 0-1,0 0 1,0 0 0,0 1 0,-7 13 2240,-1 35 2245,4-28-3641,-14 66-872,-5-2 0,-3 0 0,-4-2 0,-44 86 0,53-126-1444,1 0 0,2 1 0,3 0 0,1 2 0,-11 62 1,24-57-3230,10-17-1247,11 3-4607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1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15 14349,'-11'-14'8785,"0"20"-7244,9-3-1252,-1-1 0,1 2 1,-1-1-1,1 0 0,0 0 0,0 1 0,0-1 1,1 1-1,-1 0 0,1-1 0,0 1 0,0 0 1,0 0-1,1 0 0,-1 4 0,-2 5 208,-31 119 1933,-24 114-2093,52-213-1373,3 0-1,0 1 1,2-1 0,2 1-1,6 47 1,-3-63-16,0 0 0,2 0 0,0 0 0,1-1 1,0 1-1,16 23 0,14 15-5809,-11-23-2279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1983 1 12085,'-44'4'395,"-275"24"3195,232-22-1301,-136 27-1,160-17-1351,0 2-1,2 3 0,-77 37 1,64-23-192,2 3-1,1 3 1,-91 69 0,106-63-479,3 2-1,2 2 1,2 2 0,3 2-1,2 3 1,2 1 0,3 2-1,3 1 1,3 3 0,-34 90-1,47-97 21,2 0 0,3 2-1,2 0 1,3 0 0,-2 78-1,11-88-176,2-1-1,2 1 1,3-1-1,1 0 0,3 0 1,31 90-1,-20-85-108,3-2 0,2 0 0,2-2 0,2-1 0,3-1 0,1-2 0,3-1 0,1-2 0,3-2 0,60 49 0,-41-44 0,3-2 0,1-3 0,2-4 0,1-2 0,2-3 0,2-3 0,101 28 0,-63-29 1,1-5-1,2-5 1,0-5-1,0-5 1,156-8-1,-167-6-2,0-6 0,-1-3-1,-1-5 1,0-5 0,-2-3 0,113-50-1,-146 47-46,-2-2-1,-1-3 0,-2-3 1,-2-2-1,-1-2 1,-3-3-1,-1-3 0,-3-1 1,-2-3-1,-2-1 0,-2-3 1,-4-1-1,-1-2 0,-4-1 1,-2-2-1,-3-2 1,37-117-1,-55 141 48,-2-1 0,-1-1 0,-3 1 0,-1-1 0,-2 0 0,-2 0 0,-2 0 0,-1 0 0,-15-63 0,5 53-15,-3 0 0,-2 1 0,-2 1 1,-2 0-1,-3 2 0,-61-91 0,33 68-37,-4 2 1,-3 2-1,-2 3 0,-3 3 1,-3 3-1,-3 3 1,-2 3-1,-2 3 0,-111-54 1,143 83-545,-2 1 0,0 2 0,-83-20 1,106 34-51,-1 0 1,1 2-1,-1 0 0,1 2 1,-1 0-1,0 1 1,1 2-1,-1 0 1,1 1-1,-40 14 1,27-5-3466,-61 35 0,83-41 2020,1 2 1,0 0-1,0 0 1,-14 16-1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4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63 10781,'-7'-10'1846,"-1"1"1,0 0-1,-1 0 0,0 1 0,-12-8 1,19 14-513,0 4-1081,1 0-1,-1 1 1,0-1 0,1 0 0,-1 1-1,1-1 1,-1 1 0,1-1-1,0 1 1,0 0 0,1-1 0,-1 1-1,0 0 1,1 0 0,0-1 0,-1 1-1,2 6 1,0 0-80,0 1 0,1-1 1,6 18-1,-2-6 339,60 191 1667,-41-145-2059,-4 1 0,-3 2-1,12 91 1,-24-96-1681,-4 0 0,-10 121 1,-9-82-2893,-8-3-3332,3-31-3916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3 143 9477,'-1'-23'3941,"0"18"-3326,1 1 0,0-1 0,0 1 0,0-1 0,0 1 0,1-1 0,2-7 0,-2 10-414,0 0 0,0 0 0,0 0 0,1 0 0,-1 0 0,1 0 0,0 0 0,-1 1 0,1-1 0,0 0 0,0 1 0,0-1 0,0 1 0,0 0 0,0 0 0,1 0 0,-1 0 0,4-1 0,7-2 169,1 1 0,-1 0-1,1 1 1,0 1 0,0 0-1,0 1 1,0 0-1,0 1 1,0 1 0,0 0-1,0 1 1,-1 0 0,1 1-1,24 11 1,-8-2-121,-1 2-1,-1 0 1,0 2 0,-1 1-1,36 32 1,-42-31-205,0 0 0,-2 2 0,0 0 0,-2 1 0,0 1 0,-2 0 0,0 1 0,-2 1 0,0 0 0,-2 1 0,-1 0 0,-1 1 1,-1 0-1,-1 0 0,-2 1 0,-1 0 0,-1 0 0,-1 50 0,-4-19-326,-2 0 0,-3-1 1,-17 67-1,23-125 233,1 0-1,0 1 1,0-1-1,0 1 1,-1-1-1,1 1 1,0-1-1,0 1 1,0-1-1,0 1 1,0-1-1,0 1 1,0-1-1,0 1 1,0-1-1,0 1 1,0-1-1,0 1 1,0-1 0,0 1-1,1-1 1,-1 1-1,0-1 1,0 1-1,1-1 1,-1 0-1,0 1 1,0-1-1,1 1 1,-1-1-1,0 0 1,1 1-1,16-5-420,20-22 136,-7-4-2,-1-1 0,-2-1 0,26-40 0,-15 21 102,35-47-67,163-208-455,-157 213 764,105-97 0,-172 179 130,0 1-1,0 0 1,1 0 0,0 1-1,1 1 1,0 0 0,20-7-1,-30 13-50,1 1-1,0-1 0,-1 1 1,1 1-1,0-1 0,0 1 1,0-1-1,-1 1 0,1 1 1,0-1-1,0 1 0,0 0 1,-1 0-1,1 0 0,0 0 1,-1 1-1,1 0 0,-1 0 1,0 0-1,1 1 0,-1-1 1,0 1-1,-1 0 0,1 0 1,0 1-1,-1-1 1,0 1-1,4 3 0,2 7 133,0 0 0,0 0 0,-1 0 0,-1 1 0,-1 0 0,0 1-1,7 29 1,-4-7 93,-3 0 0,3 48-1,-7 75 251,-28 244-1,15-289-798,7-59-851,4 90 1,1-123-53,2 1 1,1-1 0,1 0-1,1 0 1,1 0-1,13 30 1,-16-45-549,1-1 0,0 1-1,10 12 1,21 15-9449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5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158 814 10421,'0'0'10262,"-3"1"-8939,-4 3-994,0 1 0,1-1 0,-1 1-1,1 0 1,0 0 0,0 1 0,1 0 0,0 0 0,0 0-1,0 1 1,1-1 0,-1 1 0,2 0 0,-6 13 0,-2 10 196,1 0 0,-9 44 0,-6 95 343,24-161-839,-1 10 10,2 0 1,-1 0-1,2 0 1,1-1 0,4 23-1,-6-36-36,1 0-39,0 0 0,0 0-1,0-1 1,0 1-1,0 0 1,1-1 0,0 1-1,0-1 1,0 0-1,0 1 1,0-1 0,0 0-1,1 0 1,0-1-1,0 1 1,-1 0-1,1-1 1,1 0 0,-1 1-1,0-1 1,1-1-1,-1 1 1,1 0 0,-1-1-1,1 0 1,0 0-1,-1 0 1,1 0 0,0 0-1,4-1 1,5 1-139,0-1 0,0 0 0,0-1-1,0-1 1,0 0 0,18-5 0,-8-2-10,0 0 0,-1-2 0,1-1 0,-2 0 0,0-2 0,-1 0 0,25-24 0,7-2 12,-50 38 153,18-13 4,1 0 0,0 2 0,1 0 0,38-16 0,-55 27 61,0 0-1,0 0 1,0 1 0,0 0-1,1 0 1,-1 0-1,0 0 1,1 1-1,-1 0 1,1 0 0,-1 0-1,1 1 1,-1 0-1,0 0 1,1 0 0,-1 1-1,0 0 1,0 0-1,0 0 1,0 0-1,0 1 1,-1 0 0,1 0-1,-1 0 1,0 0-1,0 1 1,0 0 0,5 5-1,94 104 399,-98-109-438,0-1 0,-1 1 0,1-1 0,0-1 1,1 1-1,-1-1 0,0 0 0,1 0 0,-1 0 0,7 0 0,55 5-287,-51-7 226,-1 0 1,1-2-1,-1 0 1,1 0-1,-1-2 1,0 1-1,0-2 1,28-13-1,-22 8 6,-1-2 0,0 0 1,-1-2-1,0 0 0,23-24 0,-11 5 17,-1-1 0,-2-1 0,-2-1 0,-1-2-1,35-71 1,-4-16 147,-6-2-1,52-201 0,-75 172 710,-21 110-365,2 0-1,16-51 1,-18 82-88,-6 15-358,0 0-1,0 0 1,0 0-1,0 0 1,0 0-1,0 0 0,0 0 1,0 1-1,0-1 1,0 0-1,0 0 1,0 0-1,0 0 1,0 0-1,0 0 1,0 0-1,0 0 0,0 0 1,0 0-1,0 0 1,1 0-1,-1 0 1,0 0-1,0 0 1,0 0-1,0 1 1,0-1-1,0 0 0,0 0 1,0 0-1,0 0 1,0 0-1,0 0 1,0 0-1,0 0 1,0 0-1,0 0 1,0 0-1,0 0 1,1 0-1,-1 0 0,0 0 1,0 0-1,0 0 1,0 0-1,0 0 1,0 0-1,0 0 1,0 0-1,0 0 1,0 0-1,0 0 0,0 0 1,0 0-1,0 0 1,0 0-1,1 0 1,-1-1-1,0 1 1,0 0-1,-1 28 1091,0-16-1258,-34 333 1228,31-215-1061,7 0 0,5 0 1,5 0-1,31 127 0,-36-224-419,0 0 1,2-1 0,1 0-1,28 54 1,-31-71-211,1 0-1,1-1 1,0 0 0,1 0 0,0-1 0,1-1 0,0 0 0,1-1 0,0 0 0,1-1 0,15 9 0,-27-18 177,0 1 0,0-1 0,1 0 0,-1 0 0,0-1 0,1 1-1,-1 0 1,0-1 0,1 1 0,-1-1 0,1 0 0,-1 0 0,1 0 0,-1 0 0,1 0 0,-1-1 0,0 1 0,1-1 0,-1 0 0,4-1 0,-6 2 408,42-13-9969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5777,'1'1'86,"0"-1"0,-1 1 0,1-1 0,0 0 1,-1 1-1,1-1 0,0 0 0,-1 0 0,1 1 0,0-1 1,0 0-1,-1 0 0,1 0 0,0 0 0,0 0 1,-1 0-1,1 0 0,0 0 0,0 0 0,-1 0 1,1-1-1,0 1 0,-1 0 0,1 0 0,0-1 1,-1 1-1,1 0 0,0-1 0,-1 1 0,1-1 1,0 1-1,-1-1 0,1 1 0,-1-1 0,1 1 1,-1-1-1,0 0 0,1 1 0,-1-1 0,1 1 1,-1-1-1,0 0 0,1-1 0,1-1 246,0 1-1,0-1 1,0 1 0,1-1-1,-1 1 1,1 0 0,-1 0-1,5-3 1,28-11 784,1 1 0,0 2 0,1 1 0,47-9 0,159-16 753,-195 30-1603,6 0 0,121-13 279,-144 18-369,0 2 0,0 0 0,47 8-1,-75-7-117,0-1 0,-1 1-1,1 0 1,-1 0-1,1 0 1,-1 0 0,0 0-1,1 0 1,-1 1 0,0-1-1,0 1 1,0 0-1,0-1 1,0 1 0,0 0-1,0 0 1,-1 0 0,1 0-1,-1 1 1,1-1-1,-1 0 1,0 1 0,0-1-1,0 1 1,0-1 0,-1 1-1,2 3 1,-2-1 89,1 0 0,-1 1 0,0-1 1,0 0-1,0 1 0,-1-1 0,1 1 1,-1-1-1,-1 0 0,1 0 0,-4 7 1,-7 17 319,0 1 0,2 0 0,1 1 1,-9 58-1,16-71-1120,1 1 0,1 0 0,3 33 1,0-37-1240,0 0 1,0 1-1,2-1 0,0-1 1,8 17-1,-2-9-8663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 10709,'-12'-8'3248,"-1"16"-2044,0-2 865,13 14-4038,4-3-2455,8-2-3429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63 7873,'0'0'187,"0"0"0,-1 1 0,1-1 0,0 0 0,-1 0 0,1 0 0,0 0-1,-1 0 1,1 0 0,0 0 0,-1 0 0,1 0 0,0 0 0,-1 0 0,1 0 0,0 0 0,-1 0 0,1 0 0,0 0 0,-1 0 0,1 0 0,0-1 0,-1 1 0,1 0 0,0 0 0,-1 0 0,1 0 0,0-1 0,0 1 0,-1 0 0,1 0 0,0-1 0,0 1 0,-1 0 0,1-1 0,0 1 0,0 0 0,0-1 0,0 1 0,-1 0 0,1-1 0,0 1 0,0 0-1,0-1 1,0 1 0,0 0 0,0-1 0,0 0 0,7-23 2917,2-7 3189,6 37-4710,-12-5-1522,-1 1 0,0-1-1,0 1 1,0-1 0,0 1 0,0 0 0,0 0 0,-1 0-1,1 0 1,-1 0 0,1 0 0,-1 1 0,0-1 0,0 0-1,0 1 1,0-1 0,0 1 0,0-1 0,-1 1 0,1-1-1,-1 1 1,0 3 0,2 9 132,-2-1-1,-1 26 1,-14 92 466,-33 134 1,46-253-648,-2 3 31,1 0 0,0 0 1,0 22-1,3-37-43,1 0 1,-1 0-1,0 0 1,0 0-1,0 0 1,1 0-1,-1 0 1,0 0-1,1 0 0,-1 0 1,1 0-1,-1 0 1,1 0-1,0 0 1,-1 0-1,1-1 1,0 1-1,-1 0 1,1 0-1,0-1 1,0 1-1,0 0 0,0-1 1,0 1-1,0-1 1,0 1-1,0-1 1,0 0-1,0 1 1,0-1-1,0 0 1,0 0-1,0 1 0,0-1 1,0 0-1,0 0 1,1 0-1,-1-1 1,0 1-1,0 0 1,0 0-1,2-1 1,3-1-16,1 0-1,-1 0 1,1-1 0,-1 1 0,11-8 0,28-21-134,50-45-1,-19 14-24,-16 15 49,86-62-87,-126 96 178,1 1 0,0 1 1,0 1-1,1 0 0,32-8 0,-49 17 29,1-1-1,-1 1 0,1 1 1,-1-1-1,1 1 0,-1 0 1,1 0-1,-1 1 0,1 0 0,-1 0 1,0 0-1,1 0 0,-1 1 1,0 0-1,0 0 0,0 1 0,0-1 1,0 1-1,-1 0 0,1 0 1,5 6-1,4 4 1,-1 2 1,0 0-1,-1 0 0,15 28 1,-4-8 6,-8-14-14,5 9-90,1-1-1,1-1 1,38 37-1,-56-62 80,-1-1 0,0 0 0,1 0 0,-1 0 0,1 0 1,-1 0-1,1-1 0,0 0 0,0 1 0,0-1 0,0-1 0,0 1 0,0-1 0,0 1 0,0-1 0,0 0 0,0 0 0,0-1 0,0 0 0,0 1 0,0-1 0,0 0 0,0-1 0,-1 1 0,7-4 0,9-4 58,-1-2 1,1 0-1,27-24 1,-39 31 7,17-17 129,-6 6 8,-1 1 1,2 1 0,19-11 0,-33 21-147,-1 1 1,1-1-1,0 1 1,0 0-1,0 1 1,0-1-1,0 1 1,0 0-1,0 0 1,0 1-1,0-1 1,1 1-1,-1 0 1,0 1-1,0-1 1,0 1-1,1 0 1,-1 0-1,5 3 1,13 8 78,0 1 1,-2 2 0,1 0 0,-2 1 0,31 31 0,-47-43-112,-1-1 0,1 0 0,0 0 0,0 0 1,0 0-1,0-1 0,0 0 0,1 0 0,-1 0 0,0 0 1,1 0-1,0-1 0,-1 0 0,1 0 0,0-1 0,0 1 0,0-1 1,-1 0-1,1 0 0,0 0 0,0-1 0,0 0 0,-1 0 0,1 0 1,0-1-1,-1 1 0,1-1 0,-1 0 0,0 0 0,1-1 1,-1 1-1,0-1 0,-1 0 0,5-3 0,0-1-9,-1 1 0,1-2 0,-1 1 0,-1-1 0,0 0 0,0 0 0,0 0 0,-1-1 1,0 0-1,-1 0 0,0 0 0,0-1 0,-1 1 0,0-1 0,2-14 0,-5 16 3,1 0 0,-1 0 0,-1 0 0,1 0 0,-1 0 0,-1 0 0,1 1 1,-2-1-1,1 0 0,-1 1 0,0-1 0,0 1 0,-1 0 0,0 0 0,0 1 0,-1-1 0,1 1 0,-2 0 0,1 0 0,-1 0 1,1 1-1,-12-8 0,7 6-202,0 2 1,0-1 0,0 1-1,0 1 1,-1 0 0,0 1-1,0 0 1,0 0 0,0 1-1,0 0 1,0 1 0,0 1-1,-1-1 1,1 2 0,-16 2-1,2 1-1102,2 2 0,-1 0 0,-22 10-1,31-10-1947,0 1-1,-27 17 1,10 1-7045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11369,'2'-2'404,"0"0"1,-1 0-1,1 0 1,-1-1-1,1 1 1,-1 0-1,1-1 0,-1 1 1,0-1-1,0 1 1,0-1-1,-1 1 1,1-1-1,-1 0 0,1 1 1,-1-1-1,0 0 1,0-5-1,0 5 1836,3 5-2011,0-1 0,0 1 0,0 0 0,-1 0 1,1 0-1,0 0 0,-1 0 0,0 0 0,1 1 0,-1-1 0,0 1 0,0 0 0,0-1 0,2 6 0,7 12-20,-1 0-1,0 1 1,-2 0 0,0 0 0,-1 1-1,-2 0 1,0 1 0,-1-1 0,-1 1-1,-2-1 1,-1 35 0,0-36-232,1 0 0,1-1 0,4 24 0,-6-44 13,1 1-1,0 0 0,-1 0 1,1 0-1,0-1 0,-1 1 0,1 0 1,0-1-1,0 1 0,0-1 1,-1 1-1,1-1 0,0 1 1,0-1-1,0 0 0,0 1 0,0-1 1,0 0-1,1 0 0,0 1-39,2 0 3,0 0-1,-1 0 1,1 0 0,0 0-1,-1-1 1,1 0-1,0 0 1,0 0-1,0 0 1,-1 0-1,1-1 1,0 0-1,-1 1 1,1-1-1,5-3 1,7-2-103,-1-2 1,18-10 0,-18 10 41,13-8-43,48-28-88,-59 34 187,0 0 0,1 1 0,0 2 0,0 0 0,26-7 0,-14 5 21,-23 7 20,0 1 0,0 0 1,0 1-1,0-1 0,0 1 0,0 1 1,0-1-1,12 3 0,56 18-614,-71-20 600,0 0 0,0 0 0,-1-1 1,1 1-1,0-1 0,0 0 0,0 0 0,0 0 0,0-1 0,0 0 0,0 1 0,5-3 0,48-21-133,-24 9 70,45-26 215,-64 32 175,0 1 0,1 0 1,0 1-1,0 1 0,0 0 0,1 1 0,26-5 0,-39 10-232,0-1-1,-1 1 0,1 0 0,0 0 0,-1 0 0,1 1 1,-1-1-1,1 0 0,0 1 0,-1 0 0,1 0 0,-1 0 0,1 0 1,-1 0-1,0 0 0,1 1 0,-1-1 0,0 1 0,0-1 1,0 1-1,0 0 0,0 0 0,0 0 0,-1 0 0,1 0 1,0 0-1,-1 0 0,0 1 0,0-1 0,0 1 0,0-1 1,0 1-1,1 2 0,1 9 76,-1-1-1,-1 1 1,0 0 0,0 0 0,-2 17 0,0-5 1,1 5-43,-1-7-419,5 41 0,-4-63 274,1 1 0,0-1 0,0 0 0,0 0 0,0 0 0,0-1 0,0 1-1,0 0 1,1 0 0,-1-1 0,1 1 0,3 2 0,-3-1-37,-1-3 66,1 0 1,-1 0-1,0 0 0,0 0 1,1 0-1,-1 0 0,0 0 1,0 0-1,1 0 0,-1-1 1,0 1-1,0-1 0,0 1 1,0-1-1,1 1 0,-1-1 1,1-1-1,0 2-15,8-5-26,0 0 0,0-1 0,0 1 0,0-2 0,14-12 0,-12 9 28,9-4-85,-15 14-7,-8 11-70,-33 57-3888,6-25-6093,17-26 127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7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29 11565,'0'0'4012,"-16"-17"-2535,0 6 1823,19 28-8009,0-3 153,7 12-3549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359 604 11113,'-11'-14'2340,"9"11"-1981,0 0 0,0 0 1,0 1-1,0-1 0,0 1 0,0-1 1,-1 1-1,1 0 0,-1 0 0,1 0 1,-1 0-1,0 1 0,0-1 0,0 1 1,0 0-1,0-1 0,0 1 0,0 1 0,-1-1 1,1 0-1,0 1 0,-1-1 0,-5 1 1,2 1-97,-1 1 0,1-1 0,0 1 0,0 0 0,0 1 0,0 0 0,1 0 0,-1 0 0,1 1 0,0 0 0,-1 0 1,2 1-1,-9 7 0,-1 0 56,3-3-87,0 1-1,1 1 1,0 0-1,0 0 0,1 1 1,-10 17-1,10-14-371,1 0 0,0 1 0,1 0-1,1 0 1,1 1 0,0 0 0,1 0 0,1 1-1,0-1 1,2 1 0,0 0 0,1-1 0,0 1 0,5 35-1,-4-50 96,0 0-1,1 0 1,0 0-1,-1 0 1,1 0-1,0 0 1,1 0-1,-1-1 1,0 1-1,1 0 1,0-1 0,-1 1-1,1-1 1,0 0-1,0 1 1,0-1-1,3 2 1,-4-4 36,1 0 0,-1 0 0,0 0 1,0 0-1,0 0 0,1 0 0,-1 0 1,0 0-1,0-1 0,0 1 0,0-1 1,1 1-1,-1-1 0,0 1 1,0-1-1,0 1 0,0-1 0,0 0 1,1 0-1,0-1-18,9-5 20,0-2 0,-1 1 0,1-2 0,-2 1 0,1-1 0,8-12 0,-7 9 185,0 0 0,0 1-1,23-18 1,-26 25-114,6-6 192,0 2 0,29-15 0,-39 22-217,1 0 1,-1 1-1,0-1 1,1 1 0,-1 0-1,1 1 1,-1-1-1,1 1 1,-1-1-1,1 1 1,-1 1 0,1-1-1,-1 1 1,1 0-1,-1 0 1,5 1-1,10 8 40,0 0 0,0 1-1,-2 1 1,1 1 0,23 23-1,11 6-740,-50-42 603,0 0 0,0 0 0,0 0 0,0 0 1,1 0-1,-1-1 0,0 1 0,0-1 0,0 1 0,0-1 0,0 0 0,0 0 0,0 0 0,0 0 0,0 0 0,2-2 0,0-2-5,0 1 1,1-1 0,-2 0 0,1 0-1,-1 0 1,1 0 0,-1-1 0,3-8-1,18-54-241,-13 36 215,37-90 534,6 2 1,4 3-1,129-192 0,-172 288 0,0 0 0,2 0-1,0 2 1,26-23 0,-43 41-398,1 0 1,0 0-1,0 0 0,0 0 1,0 0-1,-1 0 1,1 1-1,0-1 1,0 0-1,1 1 1,-1-1-1,0 1 1,0-1-1,0 1 1,0-1-1,0 1 1,0 0-1,1 0 0,-1 0 1,0-1-1,0 1 1,1 0-1,-1 0 1,0 1-1,0-1 1,0 0-1,1 0 1,-1 1-1,0-1 1,0 0-1,0 1 1,0-1-1,0 1 1,0 0-1,0-1 0,0 1 1,0 0-1,0-1 1,0 1-1,0 0 1,0 0-1,0 0 1,-1 0-1,1 0 1,0 0-1,-1 0 1,1 0-1,-1 0 1,1 2-1,1 2 84,0 0 1,0 1-1,-1-1 0,0 0 0,0 1 1,0-1-1,-1 1 0,0-1 1,-1 11-1,-5 19 0,-2 0-1,-22 59 1,-39 70 24,28-68-135,35-81-27,-120 319-3046,110-284 2151,3 1 0,2 0 0,3 1 0,-4 95 0,12-132-693,1 1 0,3 23 0,-2-32 358,0 0 0,0 0 0,0 0 0,5 9 0,23 26-9990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9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9 11105,'12'-9'3351,"-20"15"2172,-12 11-459,9-5-5156,-27 42 2861,-30 60 1,-25 67-714,73-141-1886,-45 96-198,-67 206 0,125-322-522,2 0-1,-1 1 1,2 0 0,1 0 0,1 0 0,0 0 0,2 1 0,3 36 0,-2-55 305,-1 1 0,1-1 1,-1 0-1,1 1 1,0-1-1,0 0 1,0 0-1,1 0 0,-1 0 1,1 0-1,0 0 1,0 0-1,0-1 1,0 1-1,0-1 0,0 1 1,1-1-1,-1 0 1,1 0-1,0 0 1,0 0-1,-1 0 0,1-1 1,0 1-1,0-1 1,1 0-1,-1 0 1,5 1-1,-3-1-69,0-1 0,0 0 0,1 0 0,-1-1 0,-1 0 0,1 0 0,0 0 0,0 0 0,0-1 0,0 1 0,-1-1 0,1 0 0,-1-1-1,1 1 1,-1-1 0,0 0 0,0 0 0,5-5 0,-2 1-52,-1-1-1,0 0 0,0 1 0,-1-2 1,0 1-1,0-1 0,5-14 0,20-71-1388,-21 62 1239,86-345 505,-17 62 5397,-76 310-5223,0-3 256,0 1 0,0 0 1,1-1-1,7-11 0,-9 17 612,4 3-855,0 1 1,0 0 0,-1 0-1,1 1 1,0 0-1,-1-1 1,1 1-1,-1 1 1,0-1-1,0 1 1,6 6-1,-8-8-84,19 21 259,-1 2 1,19 27 0,-10-12-113,77 112 352,-66-90-474,3-1-1,3-3 1,55 55 0,-84-96-151,2 0 0,-1-2 0,2 0 0,0-1 1,1 0-1,25 11 0,-40-22 19,1-1 0,-1 0 0,1 1 1,0-2-1,0 1 0,0-1 0,0 0 0,0-1 0,0 0 1,0 0-1,0 0 0,0-1 0,0 0 0,0 0 0,0-1 0,0 0 1,-1 0-1,1 0 0,0-1 0,-1 0 0,0-1 0,0 1 1,0-1-1,0 0 0,6-7 0,9-8 18,-1-1 1,-1-1-1,-1-1 0,27-43 1,49-106 236,-53 92-147,202-366 3381,-243 445-3472,5-11 353,1 1 1,1 1 0,9-13 0,-16 22-322,1 0-1,-1 0 1,0-1-1,1 1 1,-1 0-1,0 0 1,1 0-1,-1 0 1,0 0-1,1 0 1,-1 0-1,1 0 1,-1 0-1,0 0 1,1 0-1,-1 0 1,0 0-1,1 1 1,-1-1-1,0 0 1,1 0-1,-1 0 1,0 0 0,1 1-1,-1-1 1,0 0-1,1 0 1,-1 0-1,0 1 1,0-1-1,1 0 1,-1 1-1,0-1 1,9 10 264,-7-7-234,-1 1 0,0-1 0,1 0 1,-1 0-1,0 1 0,-1-1 0,1 0 1,0 1-1,-1-1 0,0 1 0,0-1 1,0 0-1,0 1 0,-1-1 0,1 1 1,-1-1-1,-1 6 0,-4 6 105,0 1 0,-11 21 0,11-24-81,-192 341 1048,91-170-1610,70-111-797,3 0 1,3 3-1,-21 80 0,45-135 164,2-1 0,1 1 0,-4 42 0,8-53-209,0 1 1,1-1-1,0 1 1,1-1-1,5 19 1,16 21-9445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9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65 9073,'-11'-9'905,"-1"1"0,0 1 0,-1 0 1,0 1-1,-24-9 0,18 11-422,-1 0 1,0 2-1,1 0 0,-1 2 0,0 0 1,1 1-1,-1 1 0,0 1 0,1 0 1,-27 9-1,10 0-262,0 1-1,1 1 1,1 2 0,-49 31 0,58-30-956,1 1-1,1 1 1,1 1-1,-39 45 1,61-64 678,0 0-1,0 0 1,0 0 0,0 0-1,1 0 1,-1 0 0,0 0 0,1 0-1,-1 0 1,0 0 0,1 0-1,-1 0 1,1 0 0,0 0-1,1 2 1,-1-2-64,0 1 97,1 0-1,-1 0 1,1 0 0,0-1-1,0 1 1,0-1 0,0 1-1,0-1 1,0 0 0,0 0-1,0 0 1,0 0 0,1 0-1,-1 0 1,0 0 0,1-1 0,-1 1-1,1-1 1,-1 0 0,0 0-1,1 0 1,-1 0 0,1 0-1,3-1 1,10 0 125,-1-1-1,28-7 1,20-9 470,-20 6 347,0 1-1,73-9 1,-102 19-733,0 1 0,0 0-1,0 1 1,0 0-1,-1 1 1,1 0-1,0 2 1,-1-1-1,1 2 1,-1-1 0,0 2-1,20 12 1,-14-5-34,-1 1 1,-1 1 0,0 1 0,-1 0 0,21 28 0,-19-23-82,0 0 1,1-1 0,26 20 0,-42-38-73,0 0 1,1 0 0,-1-1 0,1 1-1,-1-1 1,1 1 0,0-1 0,-1 0-1,1-1 1,0 1 0,0-1 0,0 1-1,0-1 1,0 0 0,0 0-1,-1-1 1,1 1 0,0-1 0,0 0-1,5-2 1,8-3-6,-1-1-1,-1-1 0,21-12 1,-26 13 8,11-6 106,-2 0 0,0-2 0,0-1 0,16-18 1,62-77 2813,-43 48-115,-53 63-2781,-1-1 1,1 1-1,-1 0 0,1 0 1,-1 0-1,1 0 0,-1 0 1,1 0-1,-1 0 0,1 0 1,-1 0-1,1 0 1,-1 0-1,1 0 0,-1 0 1,0 1-1,1-1 0,-1 0 1,1 0-1,-1 0 0,1 1 1,-1-1-1,0 0 0,1 1 1,-1-1-1,0 0 0,1 1 1,-1-1-1,0 0 0,1 1 1,-1-1-1,0 1 0,1 0 1,8 14 256,-9-6-218,-1 1 0,-1 0 0,0-1-1,-4 14 1,1-7-66,-21 80-1314,-8 36-6008,23-84-2009,10-25-199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09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32 10005,'-35'-31'3828,"23"42"-9908,2 1 1311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2 12741,'-4'-1'12110,"4"1"-11918,-4 16 5230,-3 42-5262,3-18 914,-9 18-768,-26 77 0,24-92-192,2 2 0,2-1 0,-8 66 0,19-101-114,-1 0 0,2-1 0,-1 1 0,1-1 0,0 1 0,1 0 0,0-1 0,4 11 0,-5-16 0,0-1 0,0 1 0,1 0 0,-1-1 0,1 1 0,-1-1 0,1 0 0,0 0 0,0 1 0,0-1 0,0 0 0,0 0 0,0-1 0,1 1 0,-1 0 0,1-1 0,-1 0 0,1 1 0,0-1 0,-1 0 0,1 0 0,0-1 0,0 1 0,0 0 0,0-1 0,0 0 0,-1 0 0,1 0 0,3 0 0,10-2-221,-1-1 1,0-1-1,0 0 0,0-1 0,0-1 1,-1 0-1,0-1 0,0 0 1,24-18-1,-6 1-973,-1-1 0,49-51 0,13-35-3999,-1 2-3423,-23 39-1569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219 216 6465,'-1'2'178,"1"0"0,-1 0 0,1 1 0,0-1 0,0 0 0,0 0 0,0 0 0,0 1 0,0-1 0,0 0 0,1 0 0,-1 0 0,1 0 0,-1 0 0,1 1 0,0-1 0,0 0 0,0-1 0,0 1 0,0 0 0,0 0 0,1 0 0,1 1 1,0 0 77,1 0 0,-1-1 1,1 0-1,0 0 0,-1 0 0,1 0 1,0 0-1,0-1 0,1 0 1,-1 0-1,6 1 0,1 0 121,1-1-1,-1-1 0,1 0 0,-1 0 0,0-1 0,1 0 1,-1-1-1,19-6 0,-18 3-34,0 0 0,-1 0 0,0-1 0,0-1 0,0 1 0,14-14 0,-21 16-217,0 0 1,0 0-1,0-1 0,0 1 1,-1-1-1,0 0 0,0 0 1,0 0-1,-1-1 1,0 1-1,0 0 0,0-1 1,0 0-1,-1 1 0,0-1 1,0-9-1,0 10 36,-1 0-1,0-1 1,0 1-1,0 0 1,-1 0-1,1-1 1,-1 1-1,-1 0 1,1 0-1,-1 0 1,0 0-1,0 0 1,0 0-1,-1 1 1,1-1 0,-1 1-1,0 0 1,-1 0-1,1 0 1,-1 0-1,0 0 1,-6-4-1,4 5 24,0 0 0,0 0 0,-1 1 0,1 0 0,-1 0 0,0 1-1,1 0 1,-1 0 0,0 0 0,0 1 0,0 0 0,1 0 0,-1 1-1,0 0 1,0 0 0,1 1 0,-13 4 0,5-1 37,0 0 1,1 2-1,0-1 1,0 2-1,0-1 1,1 2-1,-19 16 0,2 3 39,1 2 0,1 0 0,1 2 0,-29 47 0,44-61-172,1 0 1,1 1-1,0 0 0,2 1 0,0-1 0,1 1 0,1 1 1,1-1-1,1 1 0,-1 29 0,4-38-194,1 0 0,0 0 0,1 0 0,0 0 0,1 0 0,1 0 0,-1-1 0,2 1 0,0-1 0,11 19 0,-6-16-282,0 0 1,1 0-1,0-1 0,1-1 0,1 0 1,26 20-1,-6-11-380,0-1-1,2-2 1,0-1 0,1-2 0,0-1 0,40 9-1,-18-10-4257,116 12-1,-54-15-5445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370 465 7833,'11'-4'1160,"-7"3"-681,-1 0-1,1 0 0,0-1 1,0 1-1,-1-1 1,1 0-1,-1 0 1,0 0-1,0 0 1,1-1-1,-1 1 1,5-7 6548,-10 11-6660,0 0 1,0 1-1,0-1 1,0 1-1,0 0 1,1 0-1,0 0 1,-1 0-1,1 0 1,0 0-1,0 0 1,1 0-1,-1 0 1,0 4-1,-2 7 292,-18 43 791,-2 0 0,-48 83 0,51-102-1164,-173 403-331,161-358-482,-14 26-2771,57-137 3055,-2 0 1,11-48 0,-1-1 82,8-5 95,4 1 0,3 1 0,3 2 0,4 2 0,3 1 0,4 3 0,2 1 0,3 3 0,4 3 0,2 2 0,3 2 0,90-67 0,-99 89 16,82-44 0,-105 68 30,0 0 1,2 2-1,0 1 1,50-11-1,-77 21 23,0 1-1,0 0 1,0 0-1,0 0 1,0 1-1,0 0 1,0 0-1,0 0 1,0 1-1,0-1 1,0 1-1,0 1 1,-1-1-1,1 1 1,0-1-1,0 1 1,-1 0-1,1 1 1,-1-1-1,7 6 1,-10-6-1,0-1-1,1 1 1,-1 0 0,0 0 0,0-1-1,0 1 1,-1 0 0,1 0 0,0 0-1,-1 0 1,1 0 0,-1 0 0,0 0 0,0 0-1,1 0 1,-1 0 0,-1 0 0,1 0-1,0 0 1,0 0 0,-2 4 0,-13 40-12,12-41 17,-3 10-9,-2-1 0,0 0 0,0 0 1,-2-1-1,-12 14 0,-60 58-36,13-14 9,55-56 16,-3 3-7,1 0-1,1 2 1,-24 40 0,36-54 12,0 0 1,0 1-1,1 0 0,0-1 0,0 1 1,0 0-1,1 0 0,0 0 0,1 0 0,-1 0 1,1 0-1,1 0 0,-1 0 0,1 0 1,0 0-1,1 0 0,0 0 0,3 8 0,3 3-97,1 0-1,0-1 0,1 0 0,1-1 0,25 29 0,76 63-339,-86-86 370,-1 1 0,-1 1-1,-1 1 1,-1 2 0,29 44 0,-50-69 86,0 0 1,0 0-1,0 0 1,0 0-1,0 0 1,-1 0-1,1 1 0,-1-1 1,0 0-1,1 0 1,-1 0-1,0 1 1,0-1-1,0 0 1,-1 0-1,1 0 1,0 0-1,-1 1 1,0-1-1,1 0 1,-1 0-1,0 0 1,0 0-1,-3 3 1,2-2 19,0 0 0,-1 0 0,0 0 0,0-1 0,1 1 0,-2-1 0,1 0 0,0 0 0,0 0 0,-1 0 0,1 0 0,-8 1 0,-39 9 251,-1-2-1,-80 4 0,-39 8-50,117-13-841,-73 19-13,67-6-3932,46-16 1008,0 1-1,-17 13 1,11-6-3957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1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923 58 9077,'-29'-10'1747,"0"0"1,0 3 0,-1 0-1,-56-4 1,64 8-869,-33-3 1551,-86 3 0,93 5-1846,0 2 0,0 3 0,1 1 0,-52 17 0,83-19-488,0-1-1,0 2 1,1 0 0,0 1-1,0 0 1,-21 18 0,28-20-134,0 0 0,1 1 0,0 0 1,1 1-1,0 0 0,0 0 0,0 0 0,1 1 0,1-1 0,-1 1 0,1 0 1,-4 14-1,7-20 19,1 0 0,-1 0 0,1 1 1,-1-1-1,1 0 0,0 0 0,0 0 0,1 0 1,-1 0-1,0 0 0,1 0 0,0 0 1,0 0-1,0 0 0,0 0 0,0 0 0,1 0 1,-1-1-1,1 1 0,0 0 0,-1-1 1,1 0-1,1 1 0,-1-1 0,0 0 0,0 0 1,1 0-1,-1 0 0,1 0 0,0-1 0,-1 1 1,1-1-1,5 2 0,5 2 10,0 0 0,0-1 0,1-1-1,-1 0 1,1-1 0,15 1 0,32 0 75,-15-1 472,1 2-1,57 12 1,-90-12-438,0 0 0,-1 0 0,1 1 0,-1 1 0,0 0-1,0 1 1,-1 0 0,0 1 0,0 1 0,0 0 0,15 16 0,1 3-1196,41 34 0,-33-36-3075,1-1-4458,-19-14-2222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31 9793,'0'0'3034,"-1"3"-1751,0-1-1092,-1 1 1,1 0 0,0 0-1,0 0 1,0 0-1,0 0 1,1 0-1,-1 0 1,1 0-1,0 1 1,-1-1-1,2 0 1,-1 0-1,0 0 1,1 0-1,-1 0 1,1 0-1,0 0 1,0 0-1,1 3 1,1-2-140,0-1 1,0 1-1,0-1 0,0 0 1,0 0-1,0 0 0,1-1 1,0 1-1,-1-1 0,1 0 1,0 0-1,0 0 0,0 0 1,6 1-1,26 9-95,0-1-1,59 10 1,-76-18 49,1-1 0,0-1 0,-1-1 0,1 0-1,0-2 1,-1 0 0,20-6 0,-35 8 64,0-1-1,0-1 0,0 1 0,-1 0 1,1-1-1,0 0 0,-1 0 1,1 0-1,-1 0 0,0-1 0,1 1 1,-1-1-1,-1 0 0,1 0 0,0 0 1,-1 0-1,5-6 0,-5 3 152,0 1-1,0-1 1,0 0-1,-1 0 1,1 0-1,-1 1 1,-1-1-1,1 0 1,-1 0-1,0-1 1,-1-5-1,0 2 403,-2-32 3479,1 37-2337,2 23-1321,0-3-156,-1-1 1,-1 0-1,0 1 1,-6 20 0,-7 29 258,-40 216 569,-205 797-1116,260-1076 0,-9 29-40,-1 0 0,-1-1 0,-20 38 0,26-59 18,0 0 0,0 0 1,-1-1-1,0 0 0,0 0 1,-1 0-1,0-1 0,0 1 1,-1-2-1,1 1 0,-1-1 0,0 0 1,-1-1-1,1 0 0,-15 5 1,4-5-67,1-1 0,0 0 0,-1-2 0,1 0 0,-1-1 0,0-1 0,1 0 0,-1-2 0,1 0 0,0-1 0,0-1 0,0 0 0,1-1 0,-1-2 0,1 1 0,1-2 0,-17-11 0,27 16 66,0-1 0,0 0 1,0 0-1,0-1 0,1 1 0,0-1 0,0-1 0,-8-12 1,11 14 13,0 0 0,1 1 1,-1-1-1,1 0 0,0 0 1,0 0-1,0 0 0,1 0 1,0 0-1,0 0 0,0 0 1,1 0-1,-1 0 0,1 0 0,0 1 1,1-1-1,2-7 0,9-17-42,2 1-1,1 1 1,1 1-1,1 0 1,1 1-1,40-40 0,36-21-1168,153-108 0,-76 65-334,-2-2-289,187-155-4284,-236 165-1536,-80 75 280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0 255 10369,'0'0'1753,"2"2"-46,-2-2-1692,43 26 4759,-35-21-4485,0-1-1,0-1 0,1 0 1,10 3-1,11-1-70,-1 0-1,1-3 1,0 0 0,0-2-1,0-1 1,0-1 0,41-9-1,-64 9-197,0 0-1,0 0 0,0-1 1,-1 1-1,1-1 0,-1-1 1,1 1-1,-1-1 0,0 0 1,-1-1-1,8-6 0,-10 8-6,1-1-1,-1 0 0,0 0 1,0 0-1,-1 0 0,1 0 1,-1-1-1,0 1 1,0-1-1,-1 1 0,1-1 1,-1 0-1,0 1 0,0-1 1,-1 0-1,1 0 0,-1 0 1,-1-6-1,-1-3 75,0 0 0,-1 0 0,-1 0 0,0 0 0,-1 0 0,-1 1 0,0 0 0,-1 0 0,-11-16-1,17 27-39,-1 1 0,1-1 0,0 1 0,-1 0 0,0 0 0,1 0 0,-1 0 0,0 0 0,1 0 0,-1 0 0,0 0 0,0 1 0,0-1 0,0 0-1,0 1 1,0 0 0,0 0 0,0-1 0,0 1 0,0 0 0,-2 1 0,-2-1 83,1 1 0,-1 0 0,1 0 0,0 1 0,-7 2 0,3 1 12,0 0 1,1 0 0,0 1-1,0 0 1,1 0 0,-1 1-1,1 0 1,1 0 0,-1 1-1,1 0 1,1 0 0,-1 0-1,2 1 1,-7 13 0,-1 4 97,2 1 0,1 1 0,-10 48 1,13-47-134,2-1 0,0 1 0,3 0 0,2 51 0,1-62-373,1 0 1,1 0-1,0 0 1,1-1-1,2 0 1,-1 0-1,2 0 0,0-1 1,20 29-1,56 60-3819,-80-100 3573,0-1 1,0 1-1,0-1 1,1 0 0,-1 0-1,1-1 1,0 1 0,0-1-1,0 0 1,0 0-1,1-1 1,-1 0 0,1 0-1,-1 0 1,9 1-1,-7-1-628,36 5-8398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2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 9681,'-19'17'2284,"-10"14"-256,23-19-232,-17 2-343,-2 15-281,3-7-300,0 7-176,-1 0-252,4-4-412,-3 4-804,0 2-928,0-2-717,3-1-2115,6 12-3521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2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356 367 6381,'159'-137'7486,"-123"104"-5818,-30 28-1137,0-2-1,-1 1 1,0 0 0,6-10 0,5-7 240,9-7 472,-15 16-670,2 1-1,-1 0 1,2 0-1,24-19 0,-34 30-505,1 0 0,-1-1-1,1 2 1,0-1-1,0 0 1,0 1 0,0-1-1,0 1 1,0 0 0,0 0-1,0 1 1,0-1-1,0 1 1,0 0 0,0 0-1,1 1 1,-1-1 0,0 1-1,0 0 1,0 0-1,0 0 1,0 0 0,0 1-1,0-1 1,5 4 0,-1 0 32,0 1 1,0 0 0,0 0-1,-1 0 1,0 1 0,0 0 0,0 0-1,-1 1 1,0 0 0,-1 0 0,8 14-1,-7-10 25,-1 1 0,-1 0-1,0 1 1,0-1 0,-1 1-1,-1-1 1,1 23 0,-3-12 18,-1 0 1,-1 0-1,-1 0 1,-1 0-1,-1-1 1,-1 0 0,-1 0-1,-1 0 1,-15 28-1,9-27-62,0-1 1,-2 0-1,-1-1 0,-1-1 0,0-1 0,-2 0 1,0-2-1,-1 0 0,-26 17 0,8-10-132,-1-1 0,-1-2 0,-1-2 0,-70 24 0,84-36-616,-1-1 1,1-1-1,-1-1 1,-43 0-1,-19-5-3385,1-5-4048,59 6-2374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25 8485,'9'-1'269,"6"-1"2579,-24 8 211,7-6-2547,-1 0-1,0 0 0,0 0 0,0 0 1,0 0-1,0-1 0,1 1 1,-1-1-1,0 0 0,0 0 0,1 0 1,-1 0-1,1 0 0,-1-1 0,1 1 1,-1-1-1,1 1 0,0-1 1,-3-2-1,-6-4 7306,14 10-7813,0 0 0,-1 0-1,1 0 1,0 0 0,-1 1-1,0-1 1,1 1 0,-1-1 0,0 1-1,0 0 1,0 0 0,-1 0-1,1 0 1,-1 0 0,0 0-1,2 5 1,-2-2-2,0 0-1,0 1 1,-1-1 0,0 0 0,0 0-1,0 1 1,-1-1 0,-1 9 0,-3 3-5,-1 0 0,0 0 1,-1-1-1,-1 0 1,-14 22-1,-48 72-1425,-29 49-3608,79-124 3381,3 1-1,-23 62 1,29-48-5267,12 1-4509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0 14629,'-9'1'1924,"-1"1"1,1 0-1,0 0 0,-18 7 0,21-6-1538,0 0 0,1 1-1,-1-1 1,1 1 0,-6 5 0,-16 17-57,0 1 0,3 1 0,0 1 0,2 2 0,-34 59 0,40-59-1618,2 1 0,-14 42 0,20-46-893,1 0-1,1 1 0,-2 30 0,7-23-2940,4 0-2711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4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1 13337,'0'0'2252,"-16"23"241,-9 11-285,6 3-340,-7-5-356,-6 11-308,-2-1-224,-1 10-268,-10-1-472,10 6-764,-3-2-256,6-4-624,7-2-604,9-4-388,3 1-3461,4-9-4996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1991 212 7769,'-98'16'2525,"-74"14"2772,84-6-3460,1 3 0,2 4 1,-92 48-1,-227 152 1613,302-164-2827,4 3-1,2 5 0,-134 136 0,184-161-392,2 2 0,-71 114-1,90-124-144,2 2 0,2 1 0,2 1-1,-22 85 1,35-107-59,1 1 1,1-1-1,2 1 1,0 0-1,2 0 0,0 1 1,5 26-1,-2-35-30,0 0 0,2-1 0,0 1-1,1-1 1,0 0 0,1 0 0,1-1 0,1 0-1,0 0 1,1-1 0,14 16 0,-2-7-39,2 0 0,0-2 0,1-1 0,1-1 0,1-1 0,1-2 0,0 0 0,33 11 0,11 1-99,1-3 1,97 19-1,43-2-285,352 23-1,222-58-619,-69-72-231,-587 42 1029,-2-6 0,-1-5 0,174-72 0,-244 81 177,-1-2 1,-1-3-1,-2-2 0,-1-3 1,-2-1-1,83-79 0,-107 89 53,-2-2-1,-1-1 0,-1-1 1,-2-1-1,-1-1 1,-1-1-1,-2 0 0,-1-2 1,-2 1-1,-1-2 0,-2 0 1,11-61-1,-16 46 116,-1 0 0,-3-1 0,-3 1 0,-1-1 0,-3 1 0,-2 0 0,-2 0 0,-2 1 0,-3 0 0,-2 1 0,-2 1 0,-1 0 0,-50-82 0,38 80-1,-2 1 0,-2 2 0,-3 2 0,-1 1 0,-2 2 0,-2 2 0,-2 1 0,-1 3 0,-2 2 0,-1 2 0,-101-49 0,101 60-216,-1 2 0,-1 2 0,0 2 0,-1 3 0,-1 1 0,0 3 0,0 3 0,0 2 0,-74 4 0,76 4-969,0 2-1,0 2 1,1 2-1,1 3 1,-92 37-1,105-35-1991,-42 26 0,-23 30-6909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7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39 505 5653,'1'16'3560,"4"-22"2040,4-7 3218,1-19-7617,-20 20-1096,10 11-91,-1 1-1,0-1 1,1 1-1,-1-1 1,1 1-1,-1-1 1,1 0 0,-1 1-1,1-1 1,0 0-1,-1 1 1,1-1 0,0 0-1,-1 1 1,1-1-1,0 0 1,0 0 0,0 0-1,0 1 1,0-1-1,0 0 1,0 0-1,0 0 1,0 1 0,0-1-1,0 0 1,0 0-1,1-1 1,14-41 11,-14 40-19,6-13 3,2-1-13,1 1 1,1 1-1,18-20 1,3-5 99,-27 31-78,0 0 0,-1 0 0,0 0 0,-1 0 1,0-1-1,0 1 0,-1-1 0,1-16 0,7-22 970,-7 36-392,0-1 0,2 1 1,-1 1-1,2-1 0,0 1 0,13-20 0,-21 58 860,-6 21-1369,-2-1 0,-20 60-1,-44 91 79,44-127-138,4 2 1,2 1-1,-17 98 0,39-159-25,0 0 0,2 0 0,-1 0 0,2 0-1,0 0 1,0 0 0,1 0 0,1 0 0,0 0 0,6 13 0,-5-16-10,0-1 1,1 0 0,1 0-1,-1 0 1,1-1-1,1 0 1,0 0-1,0 0 1,0-1-1,1 0 1,0 0 0,0-1-1,13 7 1,-1-3-277,1 0 0,0-1 0,1-2 0,0 0 0,0-1 0,0-1 0,1-1 0,0-1 0,0-1 1,-1-1-1,1-2 0,0 0 0,0-1 0,0-1 0,0-1 0,-1-1 0,38-14 0,-52 16 158,-1 0-1,1 0 1,-1-1-1,0-1 1,0 1 0,11-10-1,-16 12 93,0 0 0,0-1 0,0 1 0,0 0 0,-1-1 0,1 1-1,0-1 1,-1 1 0,0-1 0,0 0 0,0 0 0,0 0 0,0 1 0,-1-1 0,1 0-1,-1 0 1,0 0 0,1 0 0,-1 0 0,-1 0 0,0-4 0,0-1 78,-1-1 0,0 1 0,-1 1 0,0-1 0,0 0 0,0 1 0,-1-1 0,-8-10 0,0 3 232,0 0 1,-19-16-1,-2-3 257,30 32-500,1 0 0,0 0 1,-1-1-1,1 0 0,0 1 0,0-1 0,1 0 1,-1 0-1,1 0 0,-1 0 0,1 0 0,0 0 1,0 0-1,0-1 0,1 1 0,-1 0 0,1-1 1,0 1-1,0 0 0,0-1 0,0 1 1,0 0-1,1 0 0,0-1 0,-1 1 0,1 0 1,1 0-1,-1 0 0,0 0 0,3-4 0,-1 2-8,1 1-1,0-1 1,0 1-1,0 0 1,1 0-1,-1 1 1,1 0-1,0-1 1,0 1-1,0 1 1,0-1-1,0 1 0,1 0 1,-1 0-1,1 1 1,11-2-1,4 0 56,-1 2 0,1 1 0,0 1-1,-1 0 1,1 2 0,-1 0-1,1 1 1,-1 1 0,0 1 0,-1 1-1,1 1 1,-1 0 0,-1 1 0,0 2-1,0-1 1,-1 2 0,22 19 0,-24-19-45,-1 1 0,-1 1 1,0 0-1,0 0 1,-2 2-1,0-1 0,-1 1 1,0 1-1,-1 0 1,-1 0-1,-1 0 1,0 1-1,-2 1 0,0-1 1,0 1-1,-2-1 1,-1 1-1,0 0 0,-1 20 1,-3-7-827,-2-1 0,-13 56 1,13-72-108,0-1 1,-2 1 0,0 0-1,-1-1 1,0 0 0,-1-1-1,-14 19 1,-12 14-8458,26-30-40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658 378 11313,'-10'-3'993,"0"0"0,-1-1 0,1-1-1,-13-7 1,14 7-313,0 0-1,0 0 0,0 1 0,0 1 0,-1 0 1,-16-4-1,3 6-129,1 0-1,-1 1 1,0 1 0,1 1-1,-1 1 1,1 1 0,0 2-1,-31 10 1,27-7-344,-1 2 0,2 1-1,-1 1 1,2 2 0,0 0 0,-31 26 0,45-31-383,0 0 1,1 1-1,0 0 1,1 0-1,-12 21 0,19-29 108,0 0-1,0-1 0,0 1 1,0 0-1,1 0 0,-1 0 1,1 0-1,0 0 0,0 0 1,0 1-1,0-1 0,0 0 1,1 0-1,-1 0 0,1 0 1,0-1-1,0 1 0,0 0 1,0 0-1,1 0 0,-1-1 1,1 1-1,-1 0 0,1-1 1,0 0-1,0 1 0,0-1 1,1 0-1,2 3 0,4-1-9,0 0 0,0 0 0,0 0 0,0-1 0,0-1 0,1 1 0,-1-1 0,1-1 0,0 0 0,0-1 0,-1 1 0,1-2 1,14-1-1,15-4-94,78-23 0,-75 17 86,314-97 1070,-339 105-990,0 0 1,-1 2-1,1 0 0,0 1 1,0 1-1,0 0 1,0 1-1,0 1 0,0 1 1,26 7-1,-27-7-167,-1-1-1,1-1 1,19 0-1,13 1 4,-45-2 147,8 3 112,-9-3-65,-1 0 0,1 0 0,0 0 1,-1 0-1,1 0 0,-1 1 0,1-1 1,-1 0-1,1 1 0,-1-1 0,0 1 1,1 0-1,1 1 0,-1 2 24,1 0-1,0 0 1,0 0-1,1 0 1,-1 0-1,1-1 1,0 1-1,0-1 1,0 0-1,0 0 1,9 3-1,-8-4-35,1 0-1,0-1 0,0 0 1,0 0-1,0 0 0,0-1 0,0 0 1,0 0-1,0 0 0,9-3 1,140-27 87,-56 3-84,-70 18-29,60-11 0,-70 17-35,-15 2 83,1 0 0,-1 0 0,1 0 0,-1 1 0,1 0 0,0 0 0,-1 0 0,1 1 0,-1-1 0,8 3 0,-10-1-34,0 0 0,-1 0 0,1 0 1,-1 0-1,1 0 0,-1 0 0,0 1 0,0-1 1,0 0-1,0 1 0,-1-1 0,1 1 0,0-1 1,-1 5-1,0 3 27,-1 0-1,0 0 1,0 0 0,-6 19-1,0-1-52,8-27 30,-1 1 0,1-1 0,-1 1 0,1-1 0,0 1 0,-1-1 1,1 0-1,0 1 0,0-1 0,0 0 0,0 0 0,0 0 0,0 0 1,1 1-1,-1-1 0,0-1 0,0 1 0,1 0 0,-1 0 0,3 0 1,6-2 1,0-2 0,0 1 1,0-1-1,0-1 0,-1 0 1,1 0-1,-1-1 1,0 0-1,0 0 0,-1-1 1,1-1-1,-1 1 1,11-13-1,1 0-34,-1-2 1,23-31 0,-36 43 48,1-1-1,-2 0 1,1 1 0,-2-2 0,1 1 0,-1 0 0,-1-1 0,0 0 0,2-11 0,-3 14 95,0 1 0,1-1 0,0 1 0,0 0 0,1 0 1,-1 0-1,2 1 0,-1-1 0,1 1 0,7-8 0,-10 12 385,-3 2-510,0 1 1,1-1-1,-1 0 1,1 1-1,-1-1 1,1 0-1,-1 1 0,1-1 1,-1 1-1,1-1 1,0 1-1,-1-1 0,1 1 1,0-1-1,-1 1 1,1-1-1,0 1 0,-1-1 1,1 1-1,0 0 1,0 0-1,-9 12 1995,8-12-1921,0-1 1,0 1 0,0-1 0,0 1 0,0-1 0,0 1 0,1 0 0,-1-1 0,0 1 0,1 0 0,-1 0-1,0 0 1,1-1 0,-1 1 0,1 0 0,-1 0 0,1 0 0,0 0 0,-1 0 0,1 1 0,9 13 2139,5 4-1117,-9-5-1087,-1 1 0,-1-1 0,0 0 0,1 30 0,-2-24 0,7 49-34,-3-33-54,-2 0 0,-1 65 0,-4-90 69,0-1 1,0 0-1,-1 0 0,0 0 1,-1 0-1,0-1 1,0 1-1,-1-1 0,-1 1 1,0-1-1,0 0 0,0-1 1,-1 0-1,-11 12 1,4-6-135,-1 0 0,-1-2 0,-29 21 0,41-31 90,6-4-170,62-39 10,-2-2 0,-3-4-1,-1-1 1,-2-4 0,-3-2 0,65-82-1,120-193 70,-131 173 476,-73 114-150,-34 43-167,0 0 1,0-1-1,0 1 1,0 0-1,0 0 1,1 0-1,-1 0 1,-1 0-1,1 0 1,0 0-1,0 0 0,0 1 1,0 0-1,-1-1-4,3 3 2,-1 1 0,0-1 0,0 1 0,0 0 0,-1 0 0,0 0 0,0 0 0,0 0 0,0 0 0,-1 0 0,0 6 0,-5 65 56,3-51-44,0-2-4,-2 1 1,0-1-1,-1 0 0,-2 0 0,0 0 1,-15 31-1,-73 115-3,11-25-31,82-141 16,0 1-1,0-1 1,1 0 0,-1 1-1,1 0 1,0-1 0,0 1-1,0 0 1,0-1-1,1 1 1,0 0 0,-1 0-1,1 0 1,1-1 0,-1 1-1,0 0 1,1 0 0,0-1-1,0 1 1,0 0-1,0-1 1,1 1 0,-1-1-1,5 7 1,-2-6-14,0 0 0,1 0 1,-1-1-1,1 1 0,0-1 0,0 0 0,0 0 1,0-1-1,0 1 0,1-1 0,-1 0 1,1-1-1,0 0 0,-1 1 0,9-1 0,11 1-42,0-1 1,0-1-1,1-1 0,-1-1 0,-1-1 0,1-1 0,0-2 0,-1 0 0,0-2 0,23-10 0,-9 1 30,-2-1-1,1-2 0,-2-2 1,-1-1-1,42-37 0,98-87 50,-155 130 66,1 0 1,0 2 0,26-15-1,-44 28-55,1 1 0,-1 0-1,0-1 1,1 1-1,-1 0 1,0 1 0,1-1-1,-1 0 1,1 1 0,-1-1-1,1 1 1,-1 0-1,1 0 1,0 0 0,-1 0-1,1 0 1,4 1 0,-5 0 1,-1 0 0,1 0 0,-1 0 0,1 0 0,-1 0 0,1 0 0,-1 1 0,0-1 1,1 0-1,-1 1 0,0-1 0,0 1 0,0-1 0,0 1 0,0 0 0,-1-1 0,1 1 1,1 3-1,-1 2 31,0-1 0,1 1 0,-2 0 0,1 0 1,-1 0-1,0 0 0,-1 0 0,0 0 0,0-1 0,-3 12 0,-2-3 19,0 0-1,-1 0 0,-1-1 1,0 0-1,-20 24 1,-59 59 98,86-96-176,-54 54-199,28-30-874,1 1-1,-28 37 0,20-25-3757,34-37 4524,1 0 0,0 0-1,0 0 1,0 0 0,1 0-1,-1 0 1,0 0 0,0-1-1,0 1 1,1-1 0,-1 1-1,2 0 1,-2 0-91,3 0-328,0 1 0,0-1 0,0 0 0,1 0 0,-1 0 0,0 0 0,0-1 0,1 1 0,-1-1 0,7-1 0,18 1-7210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7621,'0'0'4092,"9"-12"-2456,1 1 2761,-13-9-6250,-4 3-159,10 3-8885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9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642 137 8309,'30'-26'4831,"-30"24"-4603,0 1 1,0 0-1,0 0 0,0-1 1,0 1-1,0 0 0,-1 0 1,1-1-1,0 1 0,-1 0 1,1 0-1,-1 0 0,0 0 1,1 0-1,-2-2 0,1 1 324,-1-3-142,0 0 0,0 0 0,-1 0 0,0 1 0,1-1 0,-2 1 1,1 0-1,0-1 0,-1 1 0,0 1 0,0-1 0,0 1 0,0-1 0,-1 1 0,-7-4 0,4 4-116,1 0 0,-1 0 0,0 1-1,0 0 1,0 0 0,-1 1-1,1 0 1,0 0 0,-12 1 0,-3 3-29,0 0 1,0 1 0,0 1 0,1 1-1,0 1 1,-33 15 0,21-6-51,1 1 1,0 3-1,-41 31 1,58-39-170,1 0-1,0 2 1,1 0 0,1 1 0,0 0 0,1 1-1,0 0 1,-9 20 0,18-31-41,1-1 1,0 0-1,0 0 0,1 1 1,-1-1-1,1 1 0,0 0 0,0-1 1,1 1-1,0 0 0,-1-1 1,1 1-1,1 0 0,-1 0 0,1-1 1,0 1-1,0 0 0,0-1 1,0 1-1,1-1 0,0 0 1,0 1-1,0-1 0,1 0 0,-1 0 1,6 6-1,-2-4-2,0 0 0,0-1 0,1 0 0,0 0 0,1 0 0,-1-1 1,1 0-1,-1 0 0,1 0 0,0-1 0,1-1 0,-1 0 0,14 3 0,11-1 23,53-1 0,-8 0 54,-77-3-106,1 0 1,0 0-1,0 0 0,-1 1 0,1-1 1,0 1-1,-1 0 0,1-1 1,0 1-1,-1 0 0,1 0 0,-1 0 1,1 0-1,-1 0 0,0 0 0,1 0 1,-1 0-1,0 1 0,0-1 1,0 1-1,0-1 0,0 1 0,0-1 1,0 1-1,0-1 0,-1 1 0,1 0 1,-1-1-1,1 1 0,-1 0 0,0-1 1,1 1-1,-1 3 0,-5 28-2762,-10-4-3314,6-15-523,5 2-4297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1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223 132 12349,'-3'2'338,"0"-1"-1,0 0 1,0 0 0,0 0-1,0 0 1,-1 0 0,1 0-1,0-1 1,0 1 0,-1-1-1,1 0 1,0 0 0,0-1-1,-1 1 1,1-1-1,0 1 1,0-1 0,-1 0-1,1 0 1,-4-2 0,-5-1 307,10 4-514,-1-1 0,1 1 0,-1 0-1,1 0 1,-1 0 0,0 0 0,1 0-1,-1 0 1,1 1 0,-1-1 0,1 1 0,-1 0-1,1 0 1,0 0 0,-1 0 0,1 0 0,-3 2-1,-21 8 811,-38 16 745,62-26 997,5 16-2401,39 87 149,-38-90-412,0 1 1,0 0-1,-1 1 1,-1-1-1,-1 0 1,0 1-1,-1-1 0,-1 1 1,0-1-1,-1 1 1,-1-1-1,-6 23 1,9-38-17,0 1 0,0-1 0,0 1 0,0-1 0,0 0 0,0 1 0,0-1 1,-1 0-1,1 1 0,0-1 0,0 0 0,0 1 0,0-1 0,0 0 0,-1 1 0,1-1 0,0 0 1,0 0-1,-1 1 0,1-1 0,0 0 0,0 0 0,-1 1 0,1-1 0,0 0 0,0 0 1,-1 0-1,1 1 0,0-1 0,-1 0 0,1 0 0,-1 0 0,1 0 0,0 0 0,-1 0 1,1 0-1,0 0 0,-1 0 0,1 0 0,0 0 0,-1 0 0,1 0 0,0 0 0,-1 0 1,0-1-1,0 0 0,1 1 1,-1-1-1,1 0 0,-1 0 1,1 1-1,-1-1 1,1 0-1,0 0 0,-1 0 1,1 0-1,0 0 0,0 1 1,0-1-1,-1 0 0,1 0 1,0 0-1,0 0 1,0 0-1,1-1 0,1-6 5,0 0-1,1 0 0,0 0 1,0 1-1,1 0 0,0-1 0,0 1 1,9-11-1,-2 2 15,10-12-7,1 1-1,2 1 1,0 1-1,29-22 0,-31 28-20,21-19 62,1 3 0,65-40 0,-85 60 51,2 2 0,-1 0-1,2 1 1,0 2-1,0 1 1,43-9-1,-60 17 9,0-1 0,0 1-1,-1 1 1,1 0-1,0 0 1,0 1 0,0 1-1,0-1 1,0 1-1,-1 1 1,18 6-1,-21-6-42,0 1 0,-1-1-1,1 1 1,-1 0 0,0 0-1,0 1 1,0-1 0,0 1-1,-1 0 1,0 1 0,0-1-1,0 1 1,-1-1-1,1 1 1,-2 0 0,1 0-1,-1 1 1,3 8 0,-2-2-68,-1 1 1,0-1 0,-1 1-1,-1 0 1,0 0 0,-1 0-1,0-1 1,-1 1 0,-8 26-1,-4 5-8,-29 65-1,-7-1-1348,-37 94-3977,85-198 4683,-6 20-2996,5-6-3416,3 1-4692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154 133 5941,'-6'-71'4565,"6"70"-4285,0 0-1,0-1 0,1 1 1,-1-1-1,0 1 0,0 0 1,1-1-1,-1 1 0,1 0 1,-1-1-1,1 1 0,-1 0 1,1 0-1,0-1 0,1-1 1,6-14 3392,-6 7-2642,2-2 2198,2 25-908,-4-4-1928,0 0 0,-1 0 1,0 0-1,-1 0 0,0 0 0,0 0 1,-3 12-1,1 9 217,-2 38 481,-22 117-1,-31 62 526,26-142-2077,15-57-408,-11 66 0,13-17-2785,13-85 2288,0 1 0,1-1 0,1 1-1,0-1 1,2 13 0,-3-24 1084,0 1 0,0-1-1,0 0 1,1 0 0,-1 0 0,0 0-1,1 0 1,-1 0 0,1 0 0,-1 0 0,1 0-1,-1 0 1,1 0 0,-1 0 0,1-1-1,0 1 1,0 0 0,-1 0 0,1-1 0,0 1-1,0 0 1,0-1 0,0 1 0,0-1-1,0 1 1,0-1 0,0 1 0,0-1-1,2 1 1,14-5-6943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7873,'3'-24'2528,"-3"24"-2442,0 0 1,0 0 0,0 0 0,0 0-1,0 0 1,0-1 0,0 1 0,0 0-1,0 0 1,0 0 0,0 0 0,0 0-1,0 0 1,0 0 0,0-1 0,0 1-1,0 0 1,0 0 0,0 0 0,0 0-1,0 0 1,0 0 0,0 0-1,0-1 1,1 1 0,-1 0 0,0 0-1,0 0 1,0 0 0,0 0 0,0 0-1,0 0 1,0 0 0,0 0 0,0 0-1,0 0 1,1 0 0,-1-1 0,0 1-1,0 0 1,0 0 0,0 0 0,0 0-1,0 0 1,0 0 0,1 0 0,-1 0-1,0 0 1,0 0 0,0 0-1,0 0 1,0 0 0,0 0 0,0 0-1,1 0 1,-1 1 0,0-1 0,0 0-1,0 0 1,0 0 0,0 0 0,0 0-1,0 0 1,6 16 6116,-1 1-4874,-1-2-2836,50 225 5042,-35-142-3398,4 0 0,43 110-1,-63-200-198,48 107-1024,-44-102 871,1 0-1,1-1 0,0 0 1,0 0-1,1-1 1,14 13-1,-7-10-277,0-1-1,0-1 0,1 0 0,0-1 0,1-1 0,1 0 0,27 8 0,-38-14 278,1-2 0,0 0 0,0 0-1,0 0 1,0-1 0,0-1 0,0 0-1,0 0 1,0-1 0,0 0 0,0-1-1,0 0 1,0 0 0,-1-1 0,1-1 0,-1 0-1,16-8 1,-9 0 107,0 0 0,0-1 0,-1 0-1,-1-1 1,-1-1 0,0 0 0,-1-1 0,0-1 0,-1 1-1,15-35 1,4-16 1451,33-109 0,-63 175-1329,11-36 1425,-2-1 0,-2 0 0,4-74-1,-10 109-1254,-1 0 0,0 0 0,0 0 0,0 0-1,0 0 1,0 0 0,-1 1 0,1-1 0,-1 0-1,0 0 1,0 0 0,0 0 0,0 1 0,0-1-1,0 0 1,-1 1 0,-2-3 0,4 4-134,-1 1 0,0-1 1,1 1-1,-1 0 0,0-1 1,1 1-1,-1 0 0,0-1 1,1 1-1,-1 0 0,0 0 1,0 0-1,1 0 0,-1 0 1,0 0-1,1 0 0,-1 0 0,0 0 1,0 0-1,1 0 0,-1 0 1,-1 1-1,0 0 15,-1 0 0,1 0 0,0 1 0,0-1 0,0 1 0,0-1-1,0 1 1,1 0 0,-4 2 0,-4 9 96,0 0-1,0 0 1,1 1 0,1 0-1,1 1 1,-10 27-1,-18 95-1258,-4 117-5141,35-82-3997,8-101 1947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716 143 7549,'-3'-4'511,"0"0"0,1 0-1,0-1 1,0 1 0,0-1 0,1 1 0,-1-1 0,0-8 0,1 7 3,0 1 0,-1 0-1,1 0 1,-1 0 0,0 0 0,0 0 0,0 0-1,-1 1 1,-4-6 0,4 6-404,0 1 0,0 0 0,0-1 0,-1 2-1,0-1 1,0 0 0,1 1 0,-1-1 0,-1 1 0,1 0 0,0 0 0,0 1 0,-1 0 0,1-1 0,-1 1 0,1 1-1,-1-1 1,0 1 0,1-1 0,-1 1 0,0 1 0,1-1 0,-9 3 0,-8 2-86,1 0 1,1 2-1,-1 1 1,-20 11 0,12-6 120,-69 31-1109,2 5 0,-93 64 0,149-82-117,60-26 948,14-6 455,0-1-1,0-2 1,44-10 0,54-6 1154,-63 15 350,128 8-1,-195-3-1759,-1 1-1,1-1 0,-1 1 0,1 0 0,-1 0 0,0 0 0,1 0 1,-1 0-1,0 1 0,0-1 0,0 1 0,0-1 0,0 1 1,0 0-1,0 0 0,2 2 0,-3-3-54,0 1-1,0-1 1,0 0-1,0 0 1,0 1 0,0-1-1,0 0 1,1 0-1,-1 0 1,0-1-1,1 1 1,-1 0 0,1 0-1,-1-1 1,1 1-1,-1-1 1,1 1 0,0-1-1,-1 0 1,1 0-1,-1 1 1,1-1 0,0 0-1,-1-1 1,1 1-1,0 0 1,1-1 0,29-7-34,-11 4 21,0-2 0,0-1 1,35-16-1,138-85 27,-121 58 208,18-10 1318,-89 60-1434,0 1 0,0-1 0,1 1 1,-1 0-1,0-1 0,0 1 0,0 0 0,0 0 0,0 0 0,0 0 1,0 1-1,0-1 0,-1 1 0,1-1 0,2 3 0,-3 0-61,0-1-1,-1 1 1,1 0-1,-1-1 1,0 1-1,0 0 1,0-1-1,0 1 0,-1 0 1,0-1-1,1 1 1,-3 5-1,1-3 14,-27 92-318,7-26-2496,18-56 275,0 1 0,-1 24-1,6-20-3304,3 1-3408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7525,'-22'9'1304,"9"-15"628,-2 15-4212,-1-1-176,16 12-585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2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78 6349,'-11'57'2922,"-6"26"5655,16-81-8460,1-1 0,0 0 1,0 1-1,0-1 1,0 0-1,1 1 0,-1-1 1,0 0-1,1 0 0,-1 1 1,0-1-1,1 0 1,0 0-1,-1 1 0,1-1 1,0 0-1,-1 0 1,3 2-1,-3-3-11,1 1 0,0 0-1,0 0 1,-1 0 0,1 0 0,-1 1 0,1-1-1,-1 0 1,1 0 0,-1 0 0,0 0 0,1 1-1,-1 1 1,32 7 1764,-31-10-1830,0 0-1,0 1 1,0-1 0,-1 0 0,1 0 0,0-1-1,0 1 1,0 0 0,0 0 0,0 0 0,0-1-1,0 1 1,0 0 0,0-1 0,0 1 0,-1-1-1,1 1 1,1-2 0,3 0 108,0-1 7,1 0-1,-1 0 1,0 0 0,0 0 0,0-1-1,-1 1 1,1-1 0,-1-1 0,7-8-1,32-51 137,-33 47-811,0 1 1,14-16-1,-15 22-447,0 1 0,1-1 0,0 2 1,18-12-1,-20 15-522,-1 1 0,1 0 0,0 1-1,13-5 1,23-1-7859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2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295 305 6665,'-12'16'1906,"19"-17"-282,-5 1-1036,0-1-1,1 0 1,-1 1 0,1 0-1,-1-1 1,0 1-1,1 0 1,-1 0-1,1 0 1,-1 1-1,0-1 1,1 0-1,2 2 1,0 0-466,0-1-1,0 0 1,0 1 0,0-2-1,0 1 1,0-1 0,0 1-1,0-1 1,0-1 0,0 1-1,1-1 1,-1 0 0,0 0-1,0 0 1,-1-1 0,1 1-1,0-1 1,0-1 0,-1 1-1,1-1 1,-1 1 0,0-1-1,0 0 1,0-1 0,0 1-1,0-1 1,-1 0 0,0 0-1,1 0 1,-2 0-1,1 0 1,0-1 0,-1 1-1,0-1 1,0 0 0,0 0-1,2-7 1,-3 1 87,0 1 1,0-1-1,0 0 0,-2 1 1,1-1-1,-1 1 0,-1-1 1,0 1-1,0-1 0,-1 1 1,-1 0-1,1 0 0,-2 0 1,1 1-1,-1 0 0,-1-1 1,1 2-1,-2-1 0,1 1 1,-16-15-1,20 21-149,1 1-18,0 0 0,0 0 0,0 0 0,0 0 1,0 1-1,-1-1 0,1 0 0,0 1 0,-1-1 1,1 1-1,0-1 0,-1 1 0,-2-1 0,1 1 35,-1 1 0,1-1 0,-1 1 0,1 0 0,0 0 0,0 0 0,-1 1 0,1-1-1,-5 4 1,-24 14 770,-36 28 0,57-38-658,0 1 0,0 0 0,1 0 0,0 1 0,-15 22 0,7-8 31,-4 4-97,1 1 0,2 2 0,0 0-1,2 0 1,2 2 0,-18 56 0,31-83-206,0 0-1,1 0 1,0 0-1,0 0 1,1 1 0,0-1-1,0 0 1,1 0 0,1 10-1,-1-13-2,0-1-1,1 1 0,-1 0 0,1-1 1,-1 1-1,1-1 0,0 1 0,0-1 1,1 0-1,-1 0 0,1 0 1,-1 0-1,1-1 0,0 1 0,0-1 1,0 1-1,1-1 0,5 3 0,11 3-696,0 0 0,0-1-1,1-1 1,0-1-1,0-1 1,0-1-1,23 1 1,16-3-4316,75-7-1,-22-4-5735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237 183 12233,'-2'11'800,"-1"-1"-1,0 1 1,-1 0 0,0-1-1,-1 0 1,0 0 0,-1 0-1,0-1 1,0 1 0,-9 9-1,-18 29 1591,10-8-1497,2 0 0,2 1 0,1 2 1,3-1-1,-20 88 0,30-96-1304,0 1 1,2-1-1,2 42 0,3-47-731,1 0 0,1 0 0,2-1 0,10 34 0,-11-49 18,1 0 0,0 0 0,15 24 0,-3-8-2020,-17-27 1388,2-5-1305,-1 2 2938,-1-1 0,1 0 0,-1 1-1,0-1 1,1 0 0,-1 0 0,0 0-1,-1 0 1,1 0 0,0 0 0,0-4-1,1-13 172,-1 1-1,-1-1 0,-1 0 1,0 1-1,-6-25 0,-2-47 551,8 40-22,3 0 0,2 0 1,2 0-1,3 0 0,1 1 0,3 1 1,2 0-1,21-47 0,-24 67-237,1 1 1,2 1-1,1 0 1,0 1-1,2 1 1,1 0-1,1 2 0,1 0 1,1 1-1,0 1 1,2 1-1,0 1 1,1 2-1,43-22 0,-46 28-115,1 1 0,0 1 0,0 1-1,25-4 1,-40 9-121,0 1 1,0 0-1,0 0 0,0 1 0,1 0 1,-1 1-1,0 0 0,0 0 1,0 0-1,0 1 0,0 0 0,0 1 1,0 0-1,-1 0 0,9 5 0,-14-6-71,0 0 0,-1-1-1,1 1 1,0 0 0,-1 1 0,1-1-1,-1 0 1,0 0 0,0 1-1,0-1 1,0 0 0,0 1 0,-1-1-1,1 1 1,-1-1 0,1 1-1,-1 0 1,0-1 0,0 1 0,0-1-1,0 1 1,0-1 0,-2 5-1,1 1 16,-1 0 0,0 0 0,0 0 0,-1 0-1,0 0 1,-5 7 0,-10 14 142,-1-1-1,-31 33 1,25-31-135,-32 48 0,50-68-31,2 1 1,-1-1-1,1 1 1,1 0-1,0 0 0,1 1 1,0-1-1,1 1 1,-2 14-1,4-17-28,0-1 0,1 1 0,0 0 0,1-1 0,0 1 0,0-1 0,0 0 0,1 0 0,1 0 0,-1 0 0,1 0 0,1 0 0,8 11 0,7 6-37,1-1-1,31 29 1,-43-45 38,89 79-63,14 15 14,-111-101 56,1 1 1,-1-1-1,0 0 1,0 1-1,0-1 1,-1 1-1,1-1 1,0 1-1,0-1 1,-1 1-1,1-1 1,-1 1-1,1 0 1,-1-1-1,0 1 1,0 0-1,0-1 0,1 1 1,-2 0-1,1 0 1,0-1-1,0 1 1,-1 0-1,1-1 1,0 1-1,-1 0 1,0-1-1,1 1 1,-1-1-1,0 1 1,0-1-1,0 1 1,0-1-1,0 0 1,0 1-1,-2 0 1,-1 2 19,1 0 0,-1-1 0,-1 1 0,1-1 0,0 0 0,-1-1 0,0 1 0,0-1 1,0 0-1,0 0 0,-6 2 0,-215 35 1302,152-29-1271,1 2 0,1 4 1,-85 30-1,83-15-1846,4-2-3756,69-29 5170,0 0 0,0 1 0,0-1-1,0 1 1,0-1 0,0 1 0,0-1 0,0 1 0,0 0 0,0-1 0,1 1-1,-1 0 1,0 0 0,-1 1 0,-5 20-8669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370 142 6361,'106'-48'4751,"-95"41"-3692,-1 1 1,1-2-1,13-12 0,2-1 1504,-25 21-2458,0 0-1,0 0 1,-1-1 0,1 1 0,0-1 0,-1 1 0,1 0 0,0-1-1,-1 1 1,1-1 0,0 0 0,-1 1 0,1-1 0,-1 1 0,1-1-1,-1 0 1,1 1 0,-1-1 0,0 0 0,1 0 0,-1 1 0,0-1 0,0 0-1,1 0 1,-1 1 0,0-1 0,0 0 0,0 0 0,0 0 0,0 0-1,0 1 1,0-1 0,0 0 0,0 0 0,-1-1 0,0 1-16,0 0-1,-1 1 1,1-1 0,0 0 0,-1 1 0,1-1-1,-1 1 1,1-1 0,-1 1 0,1-1 0,-1 1-1,1 0 1,-1 0 0,1 0 0,-1 0 0,1 0 0,-1 0-1,-2 1 1,-11 2 168,-1 0 0,1 1-1,0 1 1,0 1 0,0 0-1,-18 10 1,-83 56 614,110-68-854,-150 108 599,140-99-720,1 1 1,0 1-1,1 1 1,0 0 0,2 1-1,0 0 1,-11 21 0,20-33 2,0 1 1,1-1-1,0 1 1,0-1 0,0 1-1,1 0 1,-2 8-1,3-12 85,0-1 0,0 1 0,1 0 0,-1-1 0,0 1 0,0-1 1,1 1-1,-1-1 0,1 1 0,0-1 0,-1 0 0,1 1 0,0-1 0,0 0 0,0 1 0,0-1 0,0 0 0,0 0 0,0 0 0,0 0 0,0 0 0,0 0 0,1 0 0,-1 0 0,0 0 0,1-1 0,-1 1 0,1-1 0,-1 1 0,1-1 0,-1 1 0,1-1 1,2 1-1,10 1-37,0 0 1,0 0-1,1-2 1,-1 1-1,1-2 1,-1 0-1,0-1 1,20-4 0,7-6 31,58-23 1,-13 3 210,-68 25-120,-11 5-24,-1-1-1,1 1 1,0 0-1,-1 1 1,13-2-1,-17 3-42,0 0-1,1 0 0,-1 1 1,0-1-1,0 1 0,0-1 1,0 1-1,0-1 0,0 1 1,0 0-1,-1 0 0,1 0 1,0 0-1,0 1 0,-1-1 1,1 0-1,0 1 0,-1-1 1,1 1-1,-1-1 0,0 1 1,0 0-1,2 3 0,27 52-695,-21-38-441,1-1-1,18 26 0,-22-36-810,0-1 0,0 0-1,1 0 1,15 11 0,7 1-5826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3 5388,'2'6'283,"0"0"0,0-1-1,0 1 1,1-1 0,-1 1-1,1-1 1,1 0 0,-1 0-1,1 0 1,-1 0 0,2-1-1,5 6 1,13 15 727,-17-17-755,9 10 35,0-1 1,1 0-1,27 21 1,-39-34-215,1-1 1,-1 0 0,1 0 0,-1 0-1,1-1 1,0 1 0,0-1 0,1 0-1,-1-1 1,0 1 0,0-1 0,1 0-1,-1 0 1,1-1 0,-1 0-1,1 0 1,-1 0 0,1 0 0,-1-1-1,0 0 1,7-2 0,-3-2 344,0 0-1,0 0 1,-1-1-1,0 0 1,0 0 0,-1-1-1,0 0 1,0-1 0,0 1-1,-1-1 1,-1 0-1,8-13 1,7-7 519,-13 16-316,0 1-1,0-1 0,-1-1 0,9-24 0,-12 27-288,-2 7 1255,-6 23-610,-1-7-781,-60 167 1525,-15 48-565,-31 150-309,73-243-692,-42 154 93,26-82-166,-60 178-721,111-373 562,-1-1 1,-1-1-1,1 1 1,-2-1-1,0 0 1,0 0-1,-1-1 1,0 0-1,0 0 1,-17 12-1,19-16 41,-1-1-1,0 1 0,0-2 1,0 1-1,0-1 0,-1 0 1,0 0-1,1-1 0,-1 0 1,0 0-1,0-1 0,0 0 1,0-1-1,0 1 0,0-1 1,-15-3-1,20 3 55,0-1 0,1 1 0,-1-1 0,0 0 0,1 0 0,-1 0 0,1 0 1,-1 0-1,1-1 0,0 1 0,-1-1 0,1 1 0,0-1 0,0 0 0,0 0 0,0 0 0,1 0 0,-1 0 1,1 0-1,-1-1 0,1 1 0,-1 0 0,1-1 0,0 1 0,0-1 0,1 1 0,-1-1 0,0 0 0,1 1 0,-1-1 1,1 0-1,0-5 0,0 1 18,1-1 1,0 1 0,0-1 0,1 1-1,0-1 1,0 1 0,0 0-1,1 0 1,0 0 0,9-13 0,29-35-462,2 1 1,3 2-1,85-74 1,-37 38-1050,-94 88 1466,288-296-7864,-189 189 2007,5 5-3410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188 135 7985,'7'3'588,"14"3"282,-21-6-793,1 0-1,-1 0 1,1 0-1,-1 0 1,1 0-1,-1 0 1,1 0-1,0-1 1,-1 1-1,1 0 1,-1 0-1,1 0 1,-1 0-1,1-1 1,-1 1-1,1 0 1,-1-1-1,1 1 1,-1 0-1,0-1 1,1 1 0,-1 0-1,0-1 1,1 1-1,-1-1 1,0 1-1,1-1 1,-1 1-1,0-1 1,0 1-1,1-1 1,0-1 179,0 0 1,1 0 0,-1 0-1,0 0 1,1 0-1,0 1 1,-1-1-1,1 1 1,0-1 0,0 1-1,0 0 1,0-1-1,0 1 1,0 0 0,0 1-1,4-2 1,49-14 1796,-23 8-877,-15 3-521,-7 2-308,0 0-1,0 0 0,12-7 1,-20 9-292,-1 1-1,0-1 1,0 1 0,0-1 0,0 0 0,0 1 0,0-1-1,0 0 1,0 0 0,0 0 0,0 0 0,0 0 0,0 0-1,0 0 1,-1 0 0,1 0 0,0 0 0,-1 0 0,1-1-1,-1 1 1,1 0 0,-1 0 0,0 0 0,0-1 0,1 1-1,-1 0 1,0-1 0,0 1 0,0 0 0,0-1 0,-1 1-1,1 0 1,-1-2 0,0 1 30,0 0-1,0 1 0,0-1 1,-1 0-1,1 1 0,-1 0 1,1-1-1,-1 1 0,1 0 1,-1 0-1,0 0 1,0 0-1,0 0 0,1 0 1,-1 0-1,0 1 0,0-1 1,0 1-1,0-1 1,0 1-1,0 0 0,0 0 1,0 0-1,0 0 0,-3 1 1,-5-1 153,0 1 0,1 0-1,-1 1 1,-11 3 0,-1 2 24,1 1 0,0 2-1,0 0 1,1 1 0,1 1 0,0 1-1,0 0 1,1 2 0,-24 25 0,31-29-197,0 1 0,1 0 0,1 1 0,0 0 0,0 1 0,1-1 0,1 2 0,1-1 0,0 1 0,0 0 0,2 0 1,0 0-1,1 1 0,-3 25 0,6-32-42,0-1 0,1 1-1,0 0 1,1 0 0,-1 0 0,2-1 0,-1 1 0,1-1 0,0 1-1,1-1 1,9 14 0,-6-11-86,1-1 0,0 0 0,1 0-1,0-1 1,1 0 0,0 0 0,16 10 0,-6-7-602,1 0 1,1-1-1,0-2 1,0 0-1,1-1 1,-1-1-1,2-2 1,33 5 0,14-3-3539,-25-5-1617,9-4-5327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8709,'0'0'4622,"-2"3"-2526,-30 72 2448,-24 60 10,41-95-4266,1 1 1,3 0-1,-8 52 0,6-17-1566,-2 17-2940,11-30-3528,4-20-1706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5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55 384 11005,'-3'-9'958,"-1"0"1,-1 0-1,-7-12 0,7 13-65,1 0-1,0 0 0,0 0 0,-5-16 0,8 19-558,-1 0 0,1 0 0,1-1 0,-1 1-1,1 0 1,0-1 0,0 1 0,1-1 0,-1 1 0,1 0 0,0 0-1,1-1 1,-1 1 0,5-8 0,-2 5-99,1 0 1,-1 1-1,2 0 0,-1 0 0,1 0 0,0 1 1,0 0-1,10-8 0,2 2-59,1 0-1,-1 1 1,2 1-1,-1 0 1,1 2 0,37-11-1,-17 8-66,0 2 0,0 1 0,1 2 0,0 2 0,0 2-1,81 6 1,-114-3-87,0 0 0,0 1 0,-1 0 0,1 0 0,0 1 0,-1 0 0,0 0 0,0 1-1,0 0 1,0 0 0,6 6 0,-10-8-3,0 1 0,0 0 0,0 0 0,-1 0-1,1 1 1,-1-1 0,0 0 0,0 1 0,0 0 0,-1-1 0,1 1-1,-1 0 1,0 0 0,0 0 0,0 0 0,0 0 0,-1 0 0,0 0-1,0 0 1,0 0 0,0 0 0,-1 0 0,0 4 0,-3 6 20,0 0 1,-1 0-1,0-1 1,-1 0-1,-1 0 0,0 0 1,-1-1-1,0 0 1,-11 12-1,-11 10 53,-53 47 0,-129 86-504,65-66-2959,134-93 2291,-30 24-1092,28-12-1244,14-18 2826,0 0 1,0-1 0,1 1-1,-1 0 1,1 0 0,0-1-1,-1 1 1,1 0 0,0 0-1,0 0 1,0 2 0,8 28-8613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25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64 135 11253,'6'-17'2168,"-28"23"2457,12-24-3749,-3 4-704,7-3-416,0 3-876,-1-6-621,1 0-2931,6 0-3661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6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172 625 12545,'-16'-31'2414,"13"25"2551,1 7-3030,0 1-1698,0-1 0,0 1 0,0-1 1,0 1-1,1-1 0,-1 1 0,0 0 1,1 0-1,0 0 0,-1 0 1,1 0-1,0 0 0,0 0 0,-1 3 1,-3 37 1332,5-40-1538,-2 37 733,-19 244 1638,7-199-2528,-4-1 0,-31 87 0,44-156-269,2-1 1,0 2 0,0-1 0,0 21 0,3-31-242,3-7 77,5-4 419,1-1-1,-2 0 1,1 0-1,-1-1 0,0 1 1,-1-2-1,0 1 0,7-15 1,34-93-235,-28 66 235,165-390-419,34 17 107,-193 383 406,1 1 0,45-52-1,-60 79 30,0 1 0,1 1 0,0 0-1,0 1 1,2 0 0,-1 1 0,1 0-1,0 1 1,1 1 0,24-9-1,-35 16 15,1-1 0,0 1-1,0 0 1,-1 0 0,1 1-1,0 0 1,-1-1 0,1 1-1,0 1 1,-1-1 0,1 1-1,-1 0 1,0 0 0,0 0-1,1 0 1,-1 1 0,-1 0-1,6 4 1,-6-4-1,1 0-1,-1 1 1,0 0 0,0-1 0,0 1-1,-1 0 1,1 0 0,-1 0 0,0 1-1,0-1 1,-1 1 0,1-1 0,-1 1 0,0-1-1,0 1 1,-1 0 0,1 8 0,-1 8 2,0 1 1,-7 33-1,5-36 14,-20 109-14,14-94-9,1 0-1,2 0 0,2 1 1,1 0-1,4 64 0,1-82-10,1-1-1,0 1 1,1-1-1,1 1 0,1-1 1,15 28-1,-9-20-3,30 52-46,-32-60 53,-2 1 0,0 0 0,-1 0 1,0 1-1,5 19 0,-12-33 19,-1 1 0,1-1-1,0 0 1,-1 1 0,0-1-1,0 0 1,-1 1 0,1-1 0,-1 0-1,0 0 1,0 1 0,0-1-1,0 0 1,-1 0 0,0 0-1,1 0 1,-2-1 0,1 1-1,0 0 1,-1-1 0,0 0-1,1 1 1,-1-1 0,0 0-1,-1 0 1,1-1 0,-5 4-1,-10 5 15,-1 0 1,0-2-1,0 0 0,-30 9 0,7-2-46,-50 23-1199,-97 58 0,172-82-443,4-2-1035,2-8-3384,-5 0-1106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89 11741,'-3'57'1864,"2"-51"-1609,1-1 0,1 0 0,-1 1 0,1-1 0,0 0 1,0 1-1,1-1 0,0 0 0,-1 0 0,2 0 0,-1 0 1,1-1-1,-1 1 0,1 0 0,0-1 0,1 0 1,5 6-1,4 7 341,-2-4-330,-1-1 1,2-1-1,-1 0 1,2 0-1,20 13 1,71 37 381,-85-51-676,0-1 1,0 0 0,1-2 0,0 0 0,1-2 0,-1 0 0,1-1 0,34 1-1,-47-4 50,0-1 0,0 0 0,0-1 0,0 0 0,0 0 0,0-1 0,0 0 0,-1 0 0,1-1 0,-1 0 0,1 0 0,-1-1 1,0 0-1,0 0 0,-1 0 0,1-1 0,-1 0 0,0-1 0,0 1 0,-1-1 0,1 0 0,-1 0 0,-1-1 0,1 0 0,4-10 0,-1-1 222,0-1 1,-2 1 0,0-1 0,6-34-1,1-82 2792,-12 119-2493,7-29 741,-7 41-352,-1 28 0,-10 89-472,-4-1 1,-5 0-1,-64 208 0,11-116 343,-110 216 1,143-337-917,-10 23-518,-82 130 0,126-228 550,0-1 0,0 1 1,-1-1-1,0 0 0,-1-1 1,-12 11-1,15-15 57,1 0-1,-1 0 1,0 0-1,0 0 0,0-1 1,0 1-1,0-1 1,0 0-1,0 0 0,-1-1 1,1 1-1,0-1 1,0 0-1,-1 0 1,1-1-1,-8-1 0,5 1 13,0-1 0,1 0-1,-1 0 1,0 0-1,1-1 1,0 0-1,-1-1 1,1 1 0,1-1-1,-1-1 1,0 1-1,1-1 1,0 1-1,0-2 1,1 1-1,-1 0 1,1-1 0,0 0-1,1 0 1,-1 0-1,-3-11 1,4 9 7,0-1 1,1 0 0,0 0-1,0 0 1,1-1 0,0 1-1,1 0 1,0 0-1,0 0 1,1-1 0,0 1-1,1 0 1,0 0 0,1 0-1,0 0 1,6-13-1,1 3-1,2-1 0,0 2 1,1-1-1,1 2 0,1 0 0,29-27 0,115-82-54,-126 101 39,216-157-226,278-218-476,-432 321 614,135-116-120,-181 149 209,-2-3-1,58-76 1,-102 121 24,5-7-4,0 0 1,-1-1-1,8-16 0,-13 25 9,-1-1 0,0 0 0,1 1 0,-1-1 0,-1 0 0,1 0 0,-1 0 0,1 0 0,-1 0 0,0 0 0,0 0 0,-1 0 0,1 0 0,-1 0 0,0 1 0,-2-7 0,-12-21 135,14 30-133,0 0 0,0-1 1,0 1-1,0 0 0,-1 0 0,1-1 0,0 1 1,0 0-1,-1 0 0,1 0 0,-1 1 1,1-1-1,-1 0 0,1 0 0,-1 1 0,0-1 1,1 1-1,-1 0 0,0-1 0,1 1 0,-1 0 1,0 0-1,1 0 0,-4 0 0,-6 0 44,-5-1-2,0 1 0,0 1 0,0 1 0,0 0 0,1 1 0,-1 0 1,1 2-1,-1 0 0,1 0 0,1 1 0,-1 1 0,-25 16 0,25-13-25,0 1 0,1 1 0,0 0 0,0 0 0,1 1 0,1 1 1,0 0-1,1 1 0,1 0 0,0 1 0,-9 19 0,14-24-18,1 0-1,0 1 1,1-1-1,0 1 1,1 0-1,0 0 1,1 0-1,0 0 1,1 0-1,0 0 1,1 1-1,0-1 1,4 15-1,-1-13-19,1 1 0,1-1-1,-1 0 1,2-1 0,0 1-1,1-2 1,0 1 0,1-1-1,19 20 1,-14-17-97,2 0 0,0-2 0,0 0-1,1-1 1,1 0 0,0-2 0,1 0 0,0-1 0,0-1-1,1 0 1,0-2 0,0 0 0,0-1 0,1-2-1,28 3 1,-32-6-19,0 0-1,0-1 0,0-1 1,0 0-1,0-2 1,-1 0-1,30-11 0,-35 10 81,-1 0 1,0 0-1,0-2 0,0 1 0,-1-1 0,0 0 0,0-1 0,-1 0 0,0 0 0,0-1 1,-1 0-1,9-15 0,5-16-40,-1-2 1,-2-1 0,13-46 0,32-74 22,-54 145 58,1 0-1,0 1 0,1 0 1,1 0-1,0 1 0,23-21 0,-28 31 21,-1 0-1,2 0 0,-1 1 1,0 0-1,1 0 0,0 1 1,0 0-1,0 0 0,1 1 1,-1 0-1,1 0 1,0 1-1,0 0 0,0 1 1,17-1-1,-15 3 36,-1 0 0,0 1 0,0 0 0,-1 0 0,1 1 0,0 0 0,-1 1 1,1 0-1,-1 0 0,0 1 0,-1 0 0,1 1 0,-1 0 0,8 7 0,-5-2 35,-1 0 0,0 0 1,0 1-1,-2 0 0,1 1 0,-1 0 0,-1 1 0,-1-1 1,1 1-1,-2 0 0,0 1 0,-1-1 0,4 30 0,-5-28-13,-1 1 0,-1 1 0,-1-1 0,0 0 0,-2 0 0,0 0 0,0 0 0,-2 0 0,0-1 0,-1 1 0,0-1 0,-10 18 0,-1-6 28,-1-1 1,-1-1-1,-1 0 1,-2-2 0,-40 39-1,-131 94-304,184-151 149,-5 3-455,0 1-1,1 1 0,1-1 0,0 2 0,0 0 1,-16 24-1,26-35 320,1 1 0,-1-1 1,0 0-1,0 0 0,1 0 1,-1 1-1,1-1 0,-1 0 0,1 1 1,0-1-1,-1 1 0,1-1 1,0 0-1,0 1 0,0-1 1,0 1-1,0-1 0,0 1 0,1-1 1,-1 0-1,0 1 0,1-1 1,-1 0-1,1 1 0,-1-1 1,1 0-1,0 0 0,0 1 0,-1-1 1,1 0-1,0 0 0,0 0 1,0 0-1,2 1 0,1 1-606,0 0 0,0-1-1,0 0 1,1 1-1,-1-2 1,1 1 0,0 0-1,8 0 1,52 10-8742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38 9753,'-13'-17'2196,"0"3"3409,-2 14-4433,-1-6 1104,0 14-3904,3 1-444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33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68 6889,'4'-6'1223,"0"0"-1,0 0 1,1 0 0,10-10 3531,-14 14-3262,3-10-1339,1-2 5493,-5 28-1724,-5 24-1504,-17 63 0,19-88-2279,-11 34-111,-22 50-1,-2 5-37,8-1-3673,4 1-1,-18 155 1,38-173-3348,7-3-4671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3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1 10133,'0'6'266,"0"1"-1,-1-1 1,0 1-1,0-1 1,-1 1 0,0-1-1,0 0 1,-1 0-1,1 0 1,-1 0 0,-1 0-1,1-1 1,-1 1-1,0-1 1,-5 5 0,-18 21 1540,2 2 1,1 0-1,-37 69 1,19-32-529,-294 491 3178,116-176-3433,30 14-422,165-338-517,3 1 0,2 1 0,-21 123 1,38-160-57,2 0 0,0 0 1,1 0-1,2 0 0,6 35 1,-4-44-22,1 0 0,0 0 1,1-1-1,0 0 0,1 0 1,1-1-1,1 0 0,0 0 0,12 13 1,-6-10-35,1-1 0,1-1-1,0 0 1,1-1 0,1-1 0,0-1 0,34 18 0,-23-16-71,2-2 1,0-1-1,0-2 0,56 11 0,-19-11-67,1-3 0,-1-4 0,1-2 0,107-14 0,-122 7 87,-1-3-1,0-2 1,-1-3-1,0-2 1,-1-2-1,84-42 1,-97 39 50,-2-2 0,-1-2 0,-1 0 0,-1-3 0,-1-1 0,-1-1 0,-2-2 0,51-69 0,-48 50-2,-2-2 0,-2-2-1,-3 0 1,-2-2 0,-2-1-1,-3 0 1,-3-1 0,14-96-1,-19 64-23,-4-1 0,-4 0 0,-5 0 0,-3 1 0,-18-97 0,16 143 9,-3 0 0,-1 0 0,-2 2 1,-2-1-1,-26-50 0,32 76-136,0 1 0,-1 1-1,-1 0 1,-1 0 0,0 1-1,-1 1 1,-1 0 0,0 1-1,0 0 1,-2 1 0,1 1-1,-1 0 1,-1 1 0,-34-14-1,38 19-273,-1 1-1,0 0 0,0 1 0,0 1 0,-1 0 0,1 1 0,0 1 0,-26 2 0,28-1-648,0 1 0,1 1 1,-1 0-1,1 0 1,0 1-1,-18 9 0,-19 19-7712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39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173 628 8625,'-1'-2'479,"1"1"0,0-1-1,-1 0 1,1 1 0,0-1 0,0 0 0,0 0 0,0 1 0,0-1 0,0 0 0,1 0 0,-1 1 0,0-1-1,1 0 1,-1 1 0,1-1 0,0 0 0,0 1 0,1-3 0,3-6 3786,-16 29-2595,4-4-1284,0-1-1,2 1 1,-1 0 0,2 1 0,-3 16 0,-9 86 726,2-17-594,-3-7-270,-37 230 115,36-105-2891,10-138 874,5-65 677,1-1-1,0 1 0,1 0 1,1 0-1,0 0 0,2 0 1,5 30-1,-6-43-459,2-3 138,1-1 1152,-1 0 0,0 0 0,0-1-1,0 1 1,0-1 0,0 0 0,0 0-1,-1 0 1,1 0 0,0 0 0,-1-1-1,0 1 1,1-1 0,-1 0 0,0 1-1,-1-1 1,1 0 0,0 0 0,-1 0-1,1 0 1,1-6 0,4-13-254,-1 1 1,5-30 0,-5 21 109,11-58 164,7-167 0,-11 81 795,7-82 1022,4-34 1074,-14 216-763,36-138 1,-40 192-1682,1 1-1,1-1 1,1 1 0,0 1 0,1 0-1,1 0 1,23-28 0,-26 37-200,0 0 1,1 1 0,0 0-1,0 1 1,0 0-1,1 0 1,0 1-1,1 0 1,-1 1 0,1 0-1,0 1 1,0 0-1,1 1 1,-1 0-1,13-1 1,-7 2-44,0 1 0,0 1-1,0 0 1,-1 1 0,1 1 0,0 1-1,-1 0 1,1 2 0,-1-1-1,0 2 1,-1 0 0,1 1 0,-1 1-1,0 0 1,-1 1 0,0 0 0,0 1-1,-1 1 1,-1 0 0,0 1 0,0 0-1,-1 1 1,0 0 0,-2 1 0,1 0-1,-2 0 1,0 1 0,8 20 0,-9-16-105,-1 0 0,0 1 0,-2 0 0,0 0 0,-1 0 0,-1 0 0,-2 1 0,1-1 0,-2 1 0,-1-1 0,-1 0 0,0 0 0,-8 25 0,-19 65-727,-78 185 0,103-284 679,0 0 0,1 0 0,0 0 0,1 1 0,0 0 0,-1 15 0,4-23 64,0 1 1,0-1-1,0 1 0,1-1 1,-1 0-1,1 1 1,1-1-1,-1 0 0,0 0 1,1 0-1,0 0 0,0 0 1,0 0-1,1 0 1,-1 0-1,1-1 0,0 0 1,0 1-1,0-1 1,4 3-1,30 22-78,78 45 0,-8-7 99,-85-51-12,0 2-1,-1 1 1,0 0-1,-2 1 0,0 1 1,30 43-1,-44-55 8,0 0 0,0 0 0,-1 1-1,0 0 1,0-1 0,-1 2 0,-1-1 0,1 0 0,-1 1-1,-1-1 1,0 1 0,0-1 0,-1 1 0,0-1 0,0 1-1,-1-1 1,-1 1 0,0-1 0,0 1 0,0-1 0,-1 0 0,-1 0-1,0 0 1,-8 14 0,-1-2 23,-1 0 0,0 0 0,-2-1 0,-1-1 0,0-1 0,-1-1 0,-30 23 0,-2-6 35,-3-3 0,-72 33 0,-120 37 37,190-79-91,-321 112-1418,330-121-2297,30-12-2265,30-6-2494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0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379 486 8165,'19'-7'478,"2"1"489,0-1 0,30-16 0,-51 22-932,18-7 927,-1-1 0,-1-1 1,0 0-1,24-21 0,-35 26-746,0 0 0,-1 0 0,1-1 1,-1 0-1,0 0 0,-1 0 0,0 0 0,0 0 0,0-1 0,0 0 0,-1 1 0,0-1 0,-1 0 0,0 0 0,0 0 0,0-11 0,0 8-96,-1 0-1,0-1 1,0 1-1,-1 0 1,-1 0-1,0 0 1,0 0-1,-1 0 1,0 0-1,-1 1 1,-6-14-1,4 12 16,-1 0 0,0 0 0,-1 1-1,0 0 1,-1 0 0,-19-16 0,23 22-40,0 0 1,-1 1-1,1-1 1,-1 1-1,0 0 1,0 1-1,0-1 0,0 1 1,0 1-1,-1-1 1,1 1-1,-1 0 1,1 0-1,-1 1 1,1 0-1,-1 0 0,-7 1 1,-4 3 127,0 1 0,1 0 0,-1 2 0,2-1 0,-1 2 1,1 1-1,0 0 0,0 0 0,1 2 0,1 0 0,0 1 0,0 0 0,-15 18 1,6-3-39,1 0 1,1 2 0,2 0-1,0 1 1,2 1 0,-13 33 0,22-44-109,0 1 1,2 0-1,0 0 1,1 1-1,2-1 1,0 1-1,0 25 1,3-36-118,0 0 1,2 1 0,-1-1-1,1 0 1,1 0 0,0 0-1,0 0 1,1-1 0,0 1-1,1-1 1,0 0 0,1 0-1,0 0 1,1-1 0,12 14-1,-2-7-442,1 0 0,0-1 0,2 0 0,-1-2-1,2-1 1,0 0 0,39 16 0,-24-15-1547,41 10 0,39 0-5453,-28-12-2710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0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0 355 9041,'17'8'769,"0"0"0,0 2-1,-2 0 1,1 0 0,-1 2 0,-1 0 0,0 1 0,24 27 0,-16-11-209,-2 1-1,0 1 1,-2 0 0,-2 1-1,0 1 1,-3 0 0,13 46 0,-21-60-467,0 1 0,-2 0 1,0 0-1,-1 0 1,-1 0-1,-1 0 1,-1 0-1,0 0 0,-2 0 1,0-1-1,-2 1 1,0-1-1,-1 1 1,-14 29-1,17-43-9,-1 0 0,0-1 0,0 0 0,0 0 0,0 0-1,-1 0 1,0-1 0,0 0 0,0 0 0,-10 5 0,14-8-28,-1 0 1,1 0-1,-1 0 1,0 0-1,1 0 0,-1 0 1,0-1-1,0 1 1,0-1-1,1 1 0,-1-1 1,0 0-1,0 0 1,0 0-1,0 0 0,0 0 1,0 0-1,1 0 1,-1-1-1,0 1 0,0-1 1,0 1-1,0-1 1,1 0-1,-1 1 0,0-1 1,1 0-1,-1 0 1,1 0-1,-1-1 0,1 1 1,-1 0-1,1-1 1,0 1-1,0 0 0,-1-1 1,1 1-1,0-1 1,-1-3-1,-3-6 114,1-1 0,0 0 0,0 0 0,2 0 0,-1 0 0,1-1 0,1 1 0,1-1 0,-1 1 0,2-1 0,2-16 0,3-10 44,3-1-1,16-48 1,-8 41-478,1 0 1,3 2-1,2 1 1,56-82-1,-37 68-1219,3 3 0,99-95 0,-95 107-881,67-46 1,-82 67-723,53-27 1,8 11-4966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53 11925,'-1'-3'2302,"-2"-7"-504,-10-26 6816,9 33-5655,7 22-3369,10 38 815,-3 0-1,-3 0 0,-2 1 0,-2 0 0,-7 70 0,3-113-379,-42 266 258,40-248-237,3-30-26,3-4 0,6-4-17,0 0 1,-1-1 0,1 0-1,-1 0 1,0-1 0,-1 0-1,12-13 1,46-66 8,-41 51-9,46-63 5,92-124-27,-160 219 19,95-112-46,-84 101 33,2 1 0,0 0 0,0 1 0,29-18 0,-39 27 9,0 1-1,-1-1 0,1 1 1,0 0-1,0 0 1,7-1-1,-9 2 4,-1 1 0,1 0 1,-1 0-1,1 1 0,0-1 0,-1 0 0,1 1 1,-1-1-1,0 1 0,1 0 0,-1 0 0,1 0 1,-1 0-1,0 0 0,0 1 0,4 2 0,1 2 9,-1 0-1,1 1 1,-1 0-1,-1 0 0,0 0 1,0 0-1,0 1 0,-1 0 1,0 0-1,0 0 1,-1 1-1,0-1 0,3 15 1,2 16 50,5 69 0,-12-98-55,1 59-72,-10 119 0,-1-14-2056,9-119 611,0 44-1890,3-30-6348,-3-42-437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1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12885,'-21'36'1106,"9"-17"355,2 1-1,-16 39 0,6 2 1669,2 1-1,-18 124 0,32-155-2650,2 1 0,1-1 0,2 0 0,8 59-1,-7-76-380,2 0-1,0 0 0,0 0 1,2-1-1,-1 1 0,2-1 1,0 0-1,0-1 1,1 0-1,1 0 0,0-1 1,17 18-1,-12-17-76,0-1 0,1 0 0,0-1 0,0-1 0,1 0 0,0-1 1,1-1-1,-1-1 0,1 0 0,29 6 0,-34-10-78,0 0 0,0-1-1,1 0 1,-1 0 0,0-2 0,1 1 0,-1-2-1,0 1 1,0-2 0,0 0 0,0 0 0,0-1 0,-1 0-1,1-1 1,-1 0 0,15-11 0,-18 10 10,-1 0 0,0-1 0,0-1 1,-1 1-1,1-1 0,-1 0 0,-1 0 0,0 0 0,0-1 1,-1 0-1,0 0 0,0 0 0,-1-1 0,0 1 1,-1-1-1,0 0 0,-1 1 0,0-1 0,0 0 1,-1-11-1,-1-11-82,-1 0 0,-2-1 1,-2 1-1,-16-58 1,11 54 83,-1 0 1,-2 1-1,-1 0 1,-2 2 0,-36-57-1,44 78-84,-1 0 0,0 1 0,-1 0-1,0 0 1,-1 1 0,0 0 0,-17-10-1,19 15-172,1 0 0,-1 1 0,1 0-1,-1 0 1,-1 1 0,1 1 0,0 0-1,0 0 1,-1 1 0,1 0 0,-20 1 0,20 1-450,0 1 1,1 0 0,-1 0-1,1 1 1,-1 0 0,-14 7-1,-24 17-5624,9 2-3021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2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150 961 8125,'0'-5'505,"-1"1"0,1 0 0,-1 0 1,0 0-1,0 0 0,-1 0 0,1 0 1,-3-4-1,2 6 1515,-3-32 2999,4 30-2085,-1 3-1689,-12-11 243,14 11-1437,0 1 0,-1 0 0,1 0 0,0 0 0,-1 0 0,1 0 0,0 0 0,-1 0 0,1 0 0,0 0-1,-1 0 1,1 0 0,0 0 0,-1 0 0,1 0 0,0 0 0,0 1 0,-1-1 0,1 0 0,0 0 0,-1 0-1,1 0 1,0 1 0,0-1 0,-1 0 0,1 0 0,0 0 0,0 1 0,-1-1 0,1 1 0,-2 3 152,0 0 1,1 0-1,0 1 1,-1-1-1,1 0 1,1 1-1,-1 4 1,-37 149 1506,15-73-1320,13-45-255,4-20-98,1-1 1,0 1-1,2 0 0,0 0 0,1 0 1,1 1-1,1-1 0,4 31 1,-2-39-134,0-1 0,0 1 0,2-1 0,-1 0 0,1 0 0,11 20 0,-13-28 45,1 0 0,0 1 0,0-1 0,0 0 0,0-1-1,0 1 1,1 0 0,-1-1 0,1 0 0,0 0-1,-1 0 1,1 0 0,0 0 0,0-1 0,0 0 0,0 0-1,1 0 1,-1 0 0,0-1 0,0 1 0,0-1 0,6-1-1,0 1-20,0-1-1,-1-1 0,1 0 1,0 0-1,0-1 1,14-6-1,52-29-130,-75 38 201,22-13-99,-13 7 89,0 0 1,0 1-1,1 0 0,-1 1 1,18-5-1,-23 9 29,-1-1 0,1 1 0,0 0 1,-1 0-1,1 0 0,0 1 0,0 0 0,-1 0 0,1 0 0,-1 0 0,1 1 0,-1-1 0,1 1 0,-1 0 0,0 1 0,0-1 1,5 5-1,29 20 153,112 71 267,-129-87-402,0 0 1,1-2 0,0-1-1,0 0 1,42 7-1,-47-12-25,1-1-1,-1-1 0,1-1 1,-1-1-1,1 0 0,-1-1 1,0-1-1,0 0 0,0-2 0,0 0 1,23-10-1,-20 6-5,-1-1 0,-1-1 1,0-1-1,-1 0 0,0-2 0,-1 0 0,0 0 0,-1-1 1,14-20-1,7-14-2,-2-2 1,-2-1-1,-2-2 1,30-77-1,69-241-5,-58 157-73,-64 195 75,133-398-104,-132 396 83,-4 11-4,0-1 1,-1 0 0,-1 0-1,1 0 1,0-18-1,-23 49 51,11-5 8,1 0 1,1 0-1,0 1 1,1 0-1,1 0 0,0 0 1,-2 19-1,-6 13 71,-33 123 268,-27 196 0,57-221-252,5 88 59,10-214-162,1 0 0,1 0 0,1-1 0,1 1-1,0 0 1,1-1 0,12 32 0,-13-40-10,2 3 5,0 0-1,1 0 1,0-1 0,1 0-1,1 0 1,0-1 0,0 0-1,1 0 1,0-1 0,1 0-1,0-1 1,1 0-1,0 0 1,15 7 0,-12-7-8,2-2 0,-1 0 0,1-1 0,0 0 0,0-2 0,0 0 0,1 0 0,0-2 0,0 0 0,0-1 0,22-1 0,-18-1-28,0-2 0,0 0 1,0-1-1,-1-1 0,1-1 0,-1-1 1,0-1-1,25-13 0,-20 6-46,1-1 0,-2-1 0,0-1 0,-1-1 0,26-29 0,-7-1-19,-2-1 1,-3-2-1,-2-1 1,53-109 0,-15 7 900,-71 152-219,-7 30 579,-54 160-1043,16-59-153,39-115 24,-50 188 0,45-160 0,3 1 0,-4 81 0,10-114-616,0 1 1,1-1-1,0 1 1,0 0-1,1-1 0,0 0 1,0 0-1,1 1 0,1-1 1,-1-1-1,2 1 1,-1-1-1,1 1 0,0-1 1,1 0-1,0-1 1,12 13-1,-17-19 111,0-1 0,0 1-1,0 0 1,0 0 0,1-1 0,-1 1-1,0 0 1,0-1 0,0 0 0,1 1-1,-1-1 1,0 0 0,2 1 0,31-2-11124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2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63 12661,'-9'-14'2116,"21"2"-359,1 4 727,0-1-1712,3 4-420,-4-1-608,4 0-920,0 3-884,6 3-2841,-3 6-3864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3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38 13165,'-3'-13'990,"-1"-11"3665,2 24-2286,-22 12 1153,22-10-2163,2 2-120,5 41-298,-1 0 1,-3-1 0,-5 58 0,-5 114-4713,9-125-763,-5-1-3319,-3-13-4071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70 174 10657,'0'3'222,"-1"-1"-1,0 1 1,1-1 0,-1 0-1,0 1 1,0-1 0,0 0-1,-1 0 1,1 0 0,-3 4-1,3-6-54,0-1 0,0 1 0,0 0 0,0 0-1,0-1 1,0 1 0,0 0 0,0-1 0,1 1-1,-1-1 1,0 1 0,0-1 0,0 0 0,1 1-1,-1-1 1,0 0 0,1 1 0,-1-1 0,0 0-1,1 0 1,-1 0 0,1 1 0,-1-1 0,1 0-1,0 0 1,-1-2 0,0 1 192,0 0 0,0 0 0,0 0-1,0 0 1,0-1 0,0 1 0,1 0 0,0 0 0,-1-1 0,1 1 0,0 0-1,0-1 1,0 1 0,0 0 0,0-1 0,1 1 0,-1 0 0,1-1 0,0 1 0,1-4-1,0 2-160,0 0 0,0 0 0,0 1 0,1-1 0,-1 1 0,1-1 0,0 1 0,0 0 0,0 0 0,4-3 0,11-7 84,1 2 1,1 0 0,-1 1 0,2 0 0,-1 2 0,1 1-1,1 0 1,38-6 0,-55 12-252,1 0 0,-1 1 0,1-1 0,0 1 0,0 0 1,-1 1-1,1-1 0,0 1 0,-1 0 0,1 1 0,-1-1 0,1 1 0,-1 0 0,0 1 0,0-1 0,0 1 1,0 0-1,0 0 0,0 0 0,-1 1 0,0 0 0,1 0 0,-2 0 0,1 0 0,6 10 0,-4-4 36,-1-1-1,-1 1 0,1 1 0,-2-1 1,1 1-1,-2-1 0,1 1 1,-1 0-1,-1 0 0,0 0 1,-1 0-1,0 14 0,-3 1 22,-1 0 0,-1 0 1,-1-1-1,-1 0 0,-2-1 0,0 1 0,-1-2 0,-2 1 0,-17 25 0,11-21-760,-1-1-1,-2 0 1,0-2-1,-2-1 1,-1 0-1,-48 35 1,62-52-370,-1 0 0,0-1 0,-1 0 0,-17 6 0,-24 2-6977,11-8-3470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4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10393,'0'0'2097,"-3"1"-81,-6 2-1339,0 0 0,0 0 0,0 1 0,0 0 1,1 1-1,0 0 0,0 0 0,0 0 0,1 1 0,0 1 0,0-1 0,0 1 0,1 0 0,0 1 1,-8 12-1,-25 47 893,3 2 0,4 2 0,-39 118 0,38-72-1722,-31 190 0,59-266-964,1 1 0,2-1 0,5 63 0,1-68-1844,1 0 0,13 42 0,-4-39-2911,6-6-3246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4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10841,'18'18'2568,"-15"-16"-2259,0 0 0,-1 1 0,1-1 0,-1 1 1,0-1-1,0 1 0,0 0 0,0 0 0,0 0 0,-1 0 1,1 0-1,-1 0 0,0 0 0,0 1 0,0-1 0,0 0 1,0 5-1,-2 98 3923,0-9-1832,6 5-968,5-1 1,39 175 0,-40-238-1506,3 0 0,1-1 0,2 0 0,1-1 0,2-1 0,1-1 0,2 0 0,1-1 0,2-2 0,33 35 0,-46-55-210,0-1 0,0 0 0,1-1 0,1 0 0,-1-1 0,1-1 0,1 0 0,16 6 0,-22-10 105,0 0 0,0-1 0,0-1 0,0 1 0,1-2-1,-1 1 1,0-1 0,1 0 0,-1 0 0,0-1 0,1-1 0,-1 1 0,0-1-1,0 0 1,0-1 0,9-4 0,-4 0-42,0-1-1,0 0 1,-1-1-1,0-1 1,0 0-1,-1 0 1,-1-1-1,0-1 1,0 1-1,-1-2 1,11-18-1,6-17-349,36-92-1,-57 128 531,49-159 608,-28 81 504,-8 48-246,-17 40 91,-11 25-262,4-5-566,2 1-1,0-1 1,1 1 0,1-1-1,0 1 1,3 33 0,16 116-957,-16-162 792,31 149-3045,-1-53-4722,-9-44-1623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56 9785,'-15'-23'1769,"14"21"-1602,0 0 1,1 0-1,-1 0 1,-1 0-1,1 1 1,0-1-1,0 0 1,0 1-1,-1-1 1,1 1-1,-1-1 1,1 1-1,-1 0 1,0 0-1,0-1 1,1 1-1,-1 0 1,0 1-1,0-1 1,0 0-1,0 1 1,0-1-1,0 1 1,0-1-1,0 1 1,-4 0-1,-3 0 64,1 1 0,-1-1-1,0 2 1,1-1 0,-1 2-1,1-1 1,0 1 0,0 0 0,0 0-1,0 1 1,-13 9 0,-1 1 87,1 2 0,-32 30 0,-10 17-553,3 3-1,-94 134 1,149-193 105,0 0-1,1-1 1,0 2 0,1-1-1,-4 11 1,6-17 122,1 0-1,-1 1 0,1-1 1,0 0-1,0 0 0,0 0 1,0 1-1,0-1 1,0 0-1,0 0 0,0 0 1,0 1-1,0-1 0,1 0 1,-1 0-1,0 0 0,1 1 1,-1-1-1,1 0 1,-1 0-1,1 0 0,0 0 1,-1 0-1,1 0 0,0 0 1,0 0-1,0-1 1,0 1-1,0 0 0,0 0 1,0-1-1,0 1 0,0 0 1,0-1-1,0 1 1,0-1-1,0 1 0,0-1 1,1 0-1,-1 0 0,0 1 1,0-1-1,0 0 1,3 0-1,19 1 196,0 0 0,-1-2 1,1 0-1,34-7 0,-13 1 44,-9 3-90,177-28 486,-185 27-587,158-33 82,-163 31-125,0 0-1,0-2 1,-1 0 0,0-1-1,-1-2 1,20-13 0,-20 10 84,-3 2 453,34-20 0,-49 32-490,-1 0 0,1 1 0,0-1 0,0 0 1,1 1-1,-1-1 0,0 1 0,0 0 0,0 0 0,0-1 0,0 1 0,0 1 0,0-1 1,0 0-1,0 0 0,1 1 0,-1-1 0,3 2 0,-1 0 34,-1 0 1,1 0-1,0 1 0,-1-1 1,1 1-1,-1 0 0,0 0 1,5 6-1,1 2 198,-1 1 0,-1 0 0,0 0-1,10 24 1,11 37 479,-18-42-681,2-1 0,1 0 0,1-1 0,30 47-1,-41-72-338,1-1-1,-1 1 1,1-1-1,-1 1 1,1-1-1,0-1 0,0 1 1,0 0-1,1-1 1,-1 0-1,0 0 1,1 0-1,0-1 1,4 2-1,-4-2-571,0 0 0,0-1 0,0 1 0,0-1 0,0 0 0,0-1 0,0 1 0,0-1 0,5-2 0,38-12-9018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11601,'0'0'5961,"13"20"-5093,-4-3-244,4 0-608,9 17-948,4-8-1093,-4 11-2691,0 6-3697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5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15025,'0'98'7215,"-22"167"0,-3-111-4644,24-145-2496,-12 75 404,12-75-456,1 0 1,0-1-1,0 1 1,1 0-1,0-1 0,0 1 1,4 11-1,4-5-23,-6-14 0,-1-1 0,0 1 0,1 0 0,-1-1 0,0 1 0,1-1 0,-1 0 0,1 0 0,-1 0 0,1 0 0,-1 0 0,0 0 0,1-1 0,-1 1 0,1-1 0,-1 0 0,0 0 0,0 1 0,1-2 0,-1 1 0,3-2 0,45-33 0,-47 34 0,40-38-855,-2-3 0,-2-1 0,51-74 0,-23 29-754,-13 17-1388,-23 29-2485,49-52 0,-23 37-5311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28 336 6801,'3'2'176,"-1"-1"0,0 1 0,0-1 1,1 1-1,-1-1 0,1 0 0,-1 0 1,1 0-1,0 0 0,-1-1 0,1 1 1,0-1-1,0 0 0,-1 1 0,1-1 1,3-1-1,3 0 615,0-1 0,-1 0 0,16-6 0,19-4 1355,-23 7-1278,-1 0 1,0-1-1,34-16 1,-44 18-650,0 0 0,-1-1 0,0-1 0,0 1 0,0-1 0,0-1 0,-1 1 0,0-1 0,8-12 0,-12 13-90,1 0 1,-2-1 0,1 0-1,-1 1 1,0-1 0,0 0-1,0 0 1,-1 0 0,-1 0-1,1-1 1,-1 1 0,0 0-1,0 0 1,-1 0 0,0 0-1,-1 0 1,-3-11 0,5 14-81,-1 0 58,0 1-1,0-1 0,0 0 1,0 0-1,-1 0 1,1 1-1,-1-1 1,0 1-1,0-1 0,0 1 1,-1 0-1,1 0 1,-1 0-1,0 0 1,0 0-1,0 1 0,0-1 1,0 1-1,0 0 1,-1 0-1,1 0 1,-1 0-1,0 1 0,1-1 1,-1 1-1,0 0 1,0 0-1,-6-1 0,3 2 54,0 0 0,0 0-1,0 0 1,0 1-1,0 0 1,0 0-1,0 1 1,1 0 0,-1 0-1,0 1 1,1 0-1,0 0 1,0 0-1,-9 7 1,-1 2 88,1 2 0,0 0 0,2 1-1,-1 0 1,2 1 0,0 0 0,1 1 0,0 0 0,2 1 0,-10 25-1,10-22-168,2 1 0,0 1 0,2-1 0,0 1-1,1 0 1,2 1 0,0-1 0,3 40 0,0-54-245,1 0 0,-1 1 0,2-1 0,-1 0 1,1 0-1,0 0 0,1-1 0,0 1 0,1-1 1,0 0-1,10 13 0,-6-10-279,1 0 1,1-1-1,0 0 0,0-1 0,1 0 1,24 12-1,6 0-2797,1-3 0,1-2 1,77 18-1,-12-7-7774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5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599 628 8101,'-2'-39'1955,"1"-11"6673,-27 62-6082,22-5-2291,1 1-1,0-1 1,-7 16-1,-2 2 85,-5 5-40,-36 60 234,-4-3 0,-71 81 1,74-105-316,-79 66 1,132-126-216,0-1 0,0 1 0,-1-1 0,1 0 1,-1 0-1,1 0 0,-1-1 0,0 1 0,1-1 0,-1 0 0,0 0 1,0 0-1,-7 0 0,11-1-5,-1 0 1,0 0 0,1 0-1,-1 0 1,0 0-1,1 0 1,-1-1-1,1 1 1,-1 0 0,0 0-1,1-1 1,-1 1-1,1 0 1,-1-1-1,1 1 1,-1-1 0,1 1-1,-1 0 1,1-1-1,-1 1 1,1-1-1,-1 0 1,1 1 0,0-1-1,-1 1 1,1-1-1,0 1 1,-1-2-1,1-1 0,0 1-1,0 0 0,0-1 1,0 1-1,1-1 0,-1 1 1,1 0-1,-1-1 0,1 1 0,0 0 1,0 0-1,2-4 0,9-17-2,1 1 0,0 1 0,27-31 0,60-59 9,-63 72 57,206-206 158,0 2 583,-161 151-217,55-57 610,-106 118-759,2 1-1,53-37 1,-78 61-310,1 1 1,-1 0-1,1 1 0,0 0 1,0 0-1,0 1 1,1 0-1,-1 1 1,16-3-1,-20 5-45,0 0-1,0 0 1,0 0 0,0 1-1,0-1 1,0 1 0,0 0-1,0 1 1,0-1-1,-1 1 1,1 0 0,0 0-1,-1 1 1,0-1-1,0 1 1,1 0 0,-1 0-1,-1 0 1,1 1 0,5 5-1,-3-1 38,-1 0-1,1 0 1,-1 0 0,7 16-1,-6-5-84,0 1 0,-1 0 1,-1 0-1,3 38 0,25 289-20,-27-281-13,-3 1 0,-9 79 0,3-91 0,-26 248-2682,-7 186-4690,36-459 4969,0 2-5351,3-15-1818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6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4 600 9833,'-1'2'170,"1"1"-1,-1-1 1,0 0 0,1 0-1,0 0 1,-1 0 0,1 0 0,0 1-1,0-1 1,0 0 0,1 0-1,-1 0 1,0 0 0,1 1 0,0-1-1,-1 0 1,3 3 0,-1-2 125,1 1 0,0-1 0,0 0 0,0 0 1,0 0-1,1 0 0,-1-1 0,1 1 0,4 1 0,13 8 126,1-2 0,1 0-1,-1-2 1,2 0 0,-1-2-1,1 0 1,27 2 0,173 8 305,-100-16-849,0-6-1,-1-5 0,0-5 1,0-6-1,229-72 1,-233 52 177,140-72 1,-219 95-20,-13 7 87,-1-1-1,0-2 0,-1 0 0,44-36 0,-55 39-40,13-10 206,-1-2 0,-2 0 1,0-2-1,-2 0 0,31-48 1,-28 33 289,-12 19-67,24-32 0,-35 52 216,-1 6 125,3 22-486,0 0 0,-2 0 0,-1 0 0,-1 0 1,-1 0-1,-6 29 0,3-5-95,-16 134 183,0-10-978,8-59-641,-4 63-2617,14-60-2244,7-82 714,9-11-3087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734 13 8737,'10'-12'9083,"-23"19"-6622,-28 23-1522,-7 14-67,3 3 0,-68 89 0,86-96-855,-36 68-1,40-66-226,16-30 30,1 1 0,-1 0 0,2 1 0,0-1 0,-4 21 0,8-33 163,1 0 1,0 0 0,0 0-1,0 1 1,0-1-1,0 0 1,0 0 0,0 0-1,0 1 1,0-1-1,0 0 1,1 0 0,-1 0-1,0 0 1,1 0-1,-1 0 1,1 0 0,0 0-1,-1 0 1,1 0-1,0 0 1,-1 0 0,1 0-1,0 0 1,0 0-1,0 0 1,0-1 0,0 1-1,0 0 1,0-1 0,0 1-1,0-1 1,0 1-1,0-1 1,0 0 0,0 1-1,1-1 1,-1 0-1,0 0 1,1 1 0,4-1-23,-1 0 1,1 0 0,0 0-1,-1-1 1,1 0 0,9-3 0,21-9-2,-1-1 1,-1-2-1,-1-2 1,0-1-1,-1-1 1,-1-2-1,45-42 1,-72 61 81,-1 0 1,1 1 0,-1-1 0,1 1 0,0-1 0,0 1 0,0 0-1,0 1 1,0-1 0,0 1 0,1 0 0,6-2 0,-9 3-20,0 0 0,-1 0 0,1 1 1,0-1-1,-1 0 0,1 1 0,0-1 1,-1 0-1,1 1 0,-1 0 0,1-1 1,-1 1-1,1 0 0,-1 0 0,1 0 1,-1 0-1,0 0 0,1 0 0,-1 0 1,0 1-1,0-1 0,0 0 0,0 1 1,0-1-1,0 1 0,-1-1 0,1 1 1,0-1-1,-1 1 0,1-1 1,-1 1-1,1 0 0,-1-1 0,0 1 1,0 2-1,2 8 54,-2 0 1,0 0-1,0 0 1,-1 0-1,0 0 0,-1-1 1,-5 18-1,-30 84 289,35-109-353,-24 58 103,-2-1-1,-3-1 1,-3-2 0,-57 76 0,-186 200-244,214-263-53,-147 157-501,210-227 675,-1-1 0,1 0-1,-1 1 1,1-1 0,-1 1-1,1-1 1,0 0-1,-1 1 1,1-1 0,0 1-1,-1-1 1,1 1 0,0-1-1,0 1 1,-1-1-1,1 1 1,0 0 0,0-1-1,0 1 1,0-1 0,0 1-1,0 0 1,0-1-1,0 2 1,11 2-9,20-7-12,-18-5-14,1 0-1,-1-1 0,-1 0 1,1 0-1,-2-2 0,19-19 0,-1 2-56,89-85-500,342-316-955,30 38 902,-444 359 702,107-71 155,-126 87 40,1 1-1,0 2 1,50-17-1,-77 29-222,0 1 0,1-1 0,-1 1 0,0-1 0,0 1 0,0 0 0,0-1-1,0 1 1,0 0 0,0 0 0,1 0 0,-1 0 0,0 0 0,0 0 0,0 0 0,0 1-1,0-1 1,1 0 0,-1 0 0,0 1 0,0-1 0,0 1 0,0-1 0,0 1 0,0 0 0,0-1-1,0 1 1,-1 0 0,1-1 0,0 1 0,0 0 0,0 0 0,-1 0 0,1 0 0,0 0-1,-1 0 1,1 0 0,-1 0 0,1 0 0,-1 0 0,0 0 0,1 0 0,-1 0 0,0 3-1,1 1 38,-1 0 0,0 0-1,-1 0 1,1 0-1,-1 0 1,0 0-1,0 0 1,-1 0 0,-2 6-1,-7 12 178,-1-1 1,-25 36-1,0-2-50,-63 101 209,99-155-382,-8 13 52,0 1 0,1 0 1,-11 32-1,18-45-62,0 0 0,0 0 1,0 0-1,1 0 0,-1 1 1,1-1-1,-1 0 0,1 0 1,0 1-1,1-1 0,-1 0 0,0 1 1,1-1-1,0 0 0,0 0 1,0 0-1,0 0 0,0 0 1,0 0-1,1 0 0,0 0 0,-1 0 1,1 0-1,0-1 0,1 1 1,-1-1-1,0 0 0,5 4 1,3 0 19,0-2 1,0 1 0,0-1-1,0-1 1,1 1 0,0-2-1,-1 0 1,1 0 0,0-1-1,21 0 1,-4-2-59,-1-1 0,0-1 1,36-9-1,-26 3 16,-1-2 1,0-2-1,-1-1 1,0-2-1,-2-1 1,42-28-1,-52 29 89,-1-1 0,0 0-1,-2-2 1,0-1 0,-1 0 0,-1-1-1,0-1 1,-2-1 0,17-31-1,-28 43 1,0 0 0,-1 0 0,0 0 0,-1 0 0,0-1 0,-1 1 0,0-1 0,-1 0 0,-1 1 1,1-1-1,-2 0 0,-2-15 0,0 10 3,0 0 1,-2 1-1,0-1 1,-1 1 0,0 0-1,-16-27 1,13 29-87,-1 1-1,0 0 1,-1 0 0,0 1 0,0 0 0,-2 1 0,1 1 0,-2 0-1,1 1 1,-1 0 0,0 1 0,-1 0 0,0 1 0,-18-5-1,19 7-525,0 1 0,0 1 0,-1 0 0,1 1-1,-1 1 1,0 0 0,-16 1 0,28 1-59,0-1 0,0 1 1,1-1-1,-1 1 0,0 0 0,1 0 1,-1 0-1,0 0 0,1 1 1,0-1-1,-1 1 0,1-1 0,-4 4 1,4-3-210,-15 15-8973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149 174 12205,'-69'-14'2080,"43"-6"-392,7 3-347,0-3-281,10 6-524,2-1-624,7-10-2232,0 2-41,7 11-1715,-1-2-3005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8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0 612 5028,'14'-26'3158,"0"0"-1,22-28 0,-16 25-74,18-34 1,-35 55-2473,2 1 0,-1 0 0,1 0 0,0 0 0,0 1 0,9-10 0,-12 16-543,-1-1 0,0 1 0,0 0 0,0-1 0,1 1 0,-1 0 1,0 0-1,0 0 0,1 0 0,-1 0 0,0 0 0,1 0 1,-1 0-1,0 1 0,0-1 0,0 0 0,1 1 0,0 0 0,3 0 136,9 3 12,0 0 0,0 0 0,0 1 0,-1 1 0,0 0 0,0 1 0,15 11 0,85 70 415,-62-45-426,107 94 121,-130-108-302,-1 0 0,-1 2 0,25 40 0,-45-63-33,-1 0-1,-1 1 1,1 0-1,-1 0 1,-1 0-1,0 0 1,0 1-1,-1-1 1,0 1-1,-1 0 1,1 18-1,-2-22 6,-1 0-1,0 0 1,0 0 0,-1 0 0,1 0-1,-1 0 1,-1-1 0,1 1-1,-1-1 1,0 1 0,0-1-1,0 0 1,-1 0 0,0-1-1,0 1 1,0-1 0,0 1-1,-1-1 1,0-1 0,-5 5-1,-8 2 2,0 0-1,0 0 1,-1-2-1,0 0 1,-1-2-1,1 0 1,-1-1-1,-1-1 0,1-1 1,0 0-1,-1-2 1,0 0-1,1-2 1,-1 0-1,-37-8 1,53 8 6,-1 0 0,1-1 0,-1 1 1,1-2-1,0 1 0,0 0 0,0-1 0,0 0 1,1 0-1,-1-1 0,1 1 0,0-1 1,-1 0-1,2 0 0,-1 0 0,0-1 1,1 1-1,0-1 0,0 0 0,1 0 0,-4-6 1,4 4 2,0-1 0,0 1 0,1-1 0,0 0 0,0 0 0,0 0 0,1 1 1,1-1-1,-1 0 0,1 0 0,0 0 0,1 1 0,0-1 0,5-13 0,4-2-29,0 1 0,1 0 0,1 0-1,1 1 1,22-25 0,94-88-870,-50 64-443,107-72 1,99-42-2804,-6 33-964,-84 71-2406,-131 61 1618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7873,'80'-23'2596,"-58"29"-292,0 6-212,0-1-315,0 0-117,10 15-548,-10 0-216,4 5-104,-7 6-240,-3 6-216,-10-3-360,-6 6-552,-6 3-692,-4-1-528,-9 1-541,0-1-2335,3 4-3661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9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10765,'48'-91'1852,"-42"65"-260,0 0-264,-2 9-247,-1 0 3,13 8-1456,-1 4-821,17 7-363,19 7-2640,-10-3-3205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9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11229,'3'3'380,"0"0"1,1-1-1,0 0 1,0 0-1,0 0 0,4 2 1,-4-3-96,-1 1 1,1-1-1,-1 1 1,0 0-1,0 0 1,1 0-1,-1 0 1,-1 1-1,1-1 1,0 1-1,3 4 1,4 9 407,-1 0 0,-1 1 0,0 0 0,-1 0 0,-1 0 0,0 1 0,-2 0 0,0 0 0,2 24 0,5 161 1937,-11-184-2464,0 69 182,-13 92 0,-30 69-4274,15-151 468,1-6-4554,16-35-1348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0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7497,'5'5'343,"0"0"0,0 0 0,1 0 1,-1-1-1,1 0 0,0 0 0,0 0 0,1-1 1,-1 0-1,0 0 0,1 0 0,0-1 1,9 2-1,54 7 293,1-3 0,116-2 0,-140-5-713,40-3-386,150-21 0,83-38 63,-267 47 666,0-1-1,75-34 1,93-59 2818,-149 71-1404,-69 35-1528,1 0 0,0 0-1,-1 1 1,1-1 0,0 1 0,0 0 0,0 0 0,0 0 0,0 0 0,7 1 0,-10 0-124,-1 0 0,1 0 0,0 0-1,0 1 1,-1-1 0,1 0 0,0 1 0,0-1 0,-1 0 0,1 1 0,0-1-1,-1 1 1,1-1 0,0 1 0,-1-1 0,1 1 0,-1 0 0,1-1 0,-1 1-1,1 1 1,0 0 12,0 0-1,-1 0 1,1 0-1,-1 0 1,1 0-1,-1 0 1,0 1-1,0-1 1,0 0-1,0 3 1,-2 13 108,-1 0 0,-1 0 1,-10 30-1,4-17-18,-46 128 182,-2 4-611,31-80 49,26-80 228,5-3 0,5 0 19,1-1 1,-1-1-1,1 0 1,-1 0-1,1-1 1,-1 0-1,0-1 1,0 0-1,14-8 1,6-3 63,0 2 0,0 2 0,2 0 0,-1 2 0,1 1-1,1 2 1,42-4 0,-51 9-21,0 1-1,0 0 0,0 2 0,0 0 1,0 2-1,0 1 0,-1 0 1,0 2-1,0 0 0,35 18 0,-50-21-30,-1 0-1,0 1 1,0-1-1,0 1 0,-1 1 1,0-1-1,0 1 1,0-1-1,-1 1 1,0 1-1,0-1 0,0 1 1,-1-1-1,0 1 1,0 0-1,0 0 0,-1 0 1,-1 1-1,1-1 1,-1 0-1,0 1 0,-1-1 1,1 1-1,-1-1 1,-1 1-1,0-1 1,0 1-1,-3 11 0,4-18-40,0 0 0,1 1-1,-1-1 1,1 1-1,0-1 1,-1 0 0,1 1-1,0-1 1,0 0-1,0 0 1,0 0 0,0 0-1,0 1 1,0-1-1,0 0 1,0-1 0,0 1-1,0 0 1,3 1-1,65-26-595,-4 0 235,1 3 1,129-23 0,-182 42 323,101-7 531,-110 9-371,0 0-20,10 1-48,-1 1 0,1 0 0,-1 1 0,0 1 0,0 0 0,0 1 0,24 12 0,-35-15 55,3-3-42,0 1-1,0 0 0,0-1 0,0 0 1,0 0-1,-1 0 0,6-3 0,-5 3 105,30-10 84,-15 3-152,-1 2 0,2 0 0,-1 2 0,0 0 0,1 1 0,28 0 0,-1 5-40,-24-1-183,1 1 1,28 5 0,-45-5-97,1 0 1,-1 1 0,0 0 0,0 0 0,-1 0 0,1 1 0,-1 1 0,1-1 0,-1 1 0,7 7-1,41 42-2438,-53-51 2333,0-2 82,1 0 248,-1 0 0,0-1 1,0 1-1,1 0 0,-1-1 1,1 1-1,-1-1 1,0 0-1,1 1 0,-1-1 1,1-1-1,-1 1 0,1 0 1,-1 0-1,0-1 0,1 1 1,-1-1-1,0 0 0,1 0 1,-1 0-1,0 0 0,0 0 1,0-1-1,4-2 0,76-41-2079,-19 13-3637,-25 13 1384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0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7913,'0'0'1952,"16"9"-224,-1-4 5653,-18-22-12710,0 0 1385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3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771 190 8169,'24'-34'2335,"-19"28"-167,-5 0-1713,0 1-1,0-1 1,-1 1-1,0-1 0,0 1 1,0-1-1,-1 1 0,0 0 1,0 0-1,0 0 1,-1 0-1,1 0 0,-1 1 1,0-1-1,-6-5 0,4 4-132,0 1-1,-1 1 1,0-1-1,0 1 0,0 0 1,-1 0-1,0 1 0,1 0 1,-1 0-1,-9-2 0,-5 0 92,-1 1-1,1 1 1,-1 1-1,0 1 1,1 0-1,-43 6 0,31 1-234,-1 1-1,1 1 0,0 2 0,0 1 0,1 2 0,1 1 0,0 1 0,1 2 1,1 1-1,1 1 0,-36 31 0,53-41-151,1 1 0,0 0 0,0 1 0,1 0 0,0 0 0,1 1 1,-7 14-1,14-24-22,0 0 1,1 0 0,-1 0-1,1 0 1,-1 0 0,1 0-1,0 1 1,0-1 0,0 0 0,0 0-1,0 0 1,0 0 0,1 0-1,-1 1 1,1-1 0,-1 0-1,1 0 1,0 0 0,0 0-1,0 0 1,0-1 0,0 1-1,1 0 1,-1 0 0,0-1 0,1 1-1,-1-1 1,3 3 0,0-1-2,1 1 1,0-1 0,-1 1 0,1-1 0,1-1-1,-1 1 1,0-1 0,1 0 0,7 2 0,9 0 32,1-1 1,0-1 0,0-1-1,0-1 1,0-1 0,0-1-1,-1-1 1,1-1 0,-1-2-1,24-7 1,28-14 1686,112-57 1,-166 76-1680,-1 5-44,-17 3 0,0 1 0,0-1 0,0 1 0,0 0 0,0-1 0,0 1 0,0 0 0,0 0 0,-1 0 0,1 0 0,0 1 0,-1-1 0,1 0 0,-1 1 0,0-1 0,1 1 0,-1 0 0,0-1 0,0 1 0,0 0 0,0 0 0,0-1 0,0 1 0,0 2 0,2 4 0,-1 1 0,-1-1 0,0 1 0,1 12 0,-1-5 0,8 68-2093,-3-46-527,0-1 0,3 1-1,14 39 1,0-29-3994,9 3-3981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13561,'72'9'2625,"-68"-9"-2208,0 1 0,0 1-1,0-1 1,0 1 0,-1-1 0,1 1-1,0 0 1,-1 1 0,1-1-1,-1 1 1,0-1 0,1 1 0,2 4-1,8 6 647,-11-11-883,31 23 2381,53 50 0,-79-67-2374,0 1-1,0 0 1,-1 0 0,-1 1-1,1 0 1,-1 0 0,-1 0-1,0 1 1,-1 0-1,7 22 1,-10-23-107,0 0 1,-1 0-1,0 0 1,0 0-1,-1 0 0,0 0 1,-5 19-1,2-13-23,2-7-39,-1 1-1,-1 0 1,0-1 0,0 1-1,0-1 1,-1 0 0,-1-1-1,0 1 1,0-1-1,0 0 1,-1-1 0,-12 11-1,13-12-19,0-1 0,-1 0 0,0 0 0,0-1 0,0 0 0,0 0 0,0-1 0,-1 0 0,0 0 0,0 0 0,0-1 0,0 0 0,0-1 1,0 0-1,-15 0 0,21-1 0,0 0 0,0 0 0,0 0 1,0-1-1,0 1 0,0-1 1,0 1-1,1-1 0,-1 0 1,0 0-1,0 0 0,0 0 0,1 0 1,-1 0-1,1 0 0,-1-1 1,1 1-1,-1 0 0,1-1 0,0 1 1,-1-1-1,0-2 0,0 0 0,1 1 0,0-1-1,0 0 1,0 0 0,0 0-1,0 1 1,1-1-1,0 0 1,0 0 0,0 0-1,1-4 1,1-6-3,0 0 1,2-1-1,0 1 0,0 1 1,10-20-1,-5 16-212,1 1-1,0 0 0,1 1 1,1 0-1,0 1 0,1 0 1,24-19-1,110-72-3214,-145 104 3384,36-22-1591,1 1-1,1 2 1,65-22-1,-55 26-2284,58-11-1,-9 11-4703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217 399 11265,'201'-78'11875,"-163"59"-10673,-1-1 0,-1-1 0,37-30-1,-64 45-1045,0-1-1,-1-1 1,-1 0 0,1 0-1,-1 0 1,0-1 0,8-14-1,-13 20-117,-1-1-1,1 1 0,-1-1 1,0 1-1,1-1 0,-2 1 1,1-1-1,0 0 0,-1 1 1,1-1-1,-1 0 1,0 0-1,0 1 0,-1-1 1,1 0-1,-1 0 0,0 1 1,0-1-1,0 1 0,0-1 1,-1 1-1,1-1 0,-1 1 1,-3-5-1,2 5 1,0 0 1,0 0-1,0 0 0,-1 0 0,0 0 0,1 0 1,-1 1-1,0 0 0,0 0 0,0 0 1,0 0-1,-1 1 0,1-1 0,0 1 0,-1 0 1,1 1-1,-10-1 0,-3 0 191,-1 1-1,0 0 1,-20 5-1,7 0-130,1 1 0,1 2 0,-1 1-1,1 1 1,1 2 0,-49 26 0,55-25-59,0 2 0,1 0 1,0 0-1,1 2 1,1 1-1,1 0 0,1 1 1,-22 31-1,33-41-39,0 0 0,1 0 0,1 0 0,-1 1 0,2-1 0,-1 1 0,1 0 0,1 0 0,0 1 0,0-1 0,1 0 0,0 1 0,1-1 0,0 0 0,1 1 0,0-1 0,0 1 0,1-1 0,1 0 0,-1 0 0,2 0 0,-1 0 0,2-1 0,-1 1 0,9 12 0,2-1 13,1-1 0,0-1 1,1 0-1,1-2 0,1 0 0,1-1 1,24 16-1,3-2-190,2-1 1,60 24 0,-33-22-2588,150 41 1,89-9-8935,-147-38-437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4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171 381 4596,'2'-4'257,"0"-1"-1,0 1 0,0-1 0,-1 0 0,0 1 1,0-1-1,0 0 0,-1 0 0,1 0 0,-1 1 1,0-8-1,0 9 698,1-19 929,4-35 940,-5 54-2671,0 1 1,1 0-1,-1-1 1,1 1 0,0 0-1,-1 0 1,1-1-1,0 1 1,1 0 0,-1 0-1,0 0 1,0 0-1,1 0 1,-1 0-1,3-1 1,-2 0 212,0 1 0,0 0-1,0 0 1,-1-1 0,1 1 0,-1-1-1,1 0 1,-1 1 0,0-1 0,0 0-1,0-3 1,0 4-129,0 0 0,-1 0-1,0 0 1,1 0 0,-1 0-1,0 0 1,0 0 0,0 0-1,0 0 1,0 0 0,-1 0-1,1 0 1,-1 0 0,1 0-1,-1 0 1,0 0 0,1 0-1,-1 1 1,0-1 0,0 0-1,-1 0 1,1 1 0,0-1-1,0 1 1,-1-1 0,-3-3 5536,-3 66-5413,-26 97 0,-56 173-359,16-12-1113,73-316 1080,1 1 0,-1 0 0,1 0 0,-1 0 0,1 0 0,1 0 0,-1 0 0,0 0 1,1 0-1,0 0 0,0 0 0,0-1 0,3 7 0,-3-9 26,0 0 0,-1 0 0,1 0 0,0 0 0,0 0 0,0 0-1,0-1 1,0 1 0,0 0 0,0-1 0,0 1 0,0 0 0,0-1 0,0 1 0,0-1 0,0 0-1,3 1 1,-2-1 0,1 0 0,0 0 1,0 0-1,-1 0 0,1-1 0,0 1 0,0-1 0,-1 1 0,1-1 0,3-2 0,20-10-29,0-2 0,0-1 0,-2 0 0,39-35 0,4-2-2,-49 40 39,5-5-29,1 2 1,0 0-1,31-14 0,-48 27 22,0 0 1,0 0-1,0 1 0,0 0 0,0 0 0,1 1 1,-1 0-1,0 0 0,1 1 0,-1 0 0,1 0 1,-1 0-1,1 1 0,-1 0 0,0 1 0,0 0 1,12 4-1,154 87 24,-150-84-16,0 0 0,0-2 0,1 0 0,0-2 0,0 0 0,1-2 0,-1-1 0,1-1 0,0-1 0,-1-1 0,1-1 0,-1-1 0,1-1 0,40-13 0,-50 13 11,-1-2 0,0 0 0,0 0-1,0-2 1,-1 1 0,0-2 0,0 0 0,-1 0-1,0-1 1,-1-1 0,0 0 0,-1 0 0,0-1 0,0 0-1,-2-1 1,1 0 0,-2 0 0,0-1 0,0 0-1,-1 0 1,-1-1 0,-1 0 0,0 0 0,2-16 0,-1-8 1,-3 1 1,-1-1 0,-2 0 0,-7-50-1,-37-152-1663,44 234 1531,-23-74-2475,23 79 2348,0 0 1,0-1-1,0 1 0,0 0 1,-1 0-1,1 0 0,-1 0 1,1 0-1,-1 0 0,0 1 1,0-1-1,1 0 0,-1 1 1,0 0-1,-1-1 1,1 1-1,0 0 0,0 0 1,0 0-1,-5-1 0,5 2-346,0-1 0,-1 1 0,1 0 0,0 0 0,-1 0 0,1 0 1,0 0-1,-1 0 0,1 1 0,0-1 0,-1 1 0,1 0 0,-4 1 0,-24 16-9653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5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13 12953,'-2'-5'-391,"-2"-2"5218,-4 19-573,-3 14-3382,2 1 1,0 0-1,2 0 1,1 1-1,-3 46 1,-5 17 0,-58 421 1320,71-505-2172,1-1 0,0 1 0,1 0-1,-1 0 1,1-1 0,1 1 0,-1 0 0,1-1 0,0 1-1,1-1 1,4 9 0,-7-15-19,0 1 0,1-1 0,-1 1 0,1-1 0,-1 1 1,0-1-1,1 1 0,-1-1 0,1 1 0,0-1 0,-1 0 0,1 1 0,-1-1 0,1 0 0,0 0 0,-1 1 0,1-1 0,-1 0 1,1 0-1,0 0 0,-1 0 0,1 0 0,0 0 0,-1 0 0,1 0 0,1 0 0,24-8 14,22-20-3,0-7-23,1 3 0,2 1 0,66-29 0,-112 58 8,-1 1 0,0-1 1,1 1-1,0 0 0,-1 0 1,1 1-1,0-1 0,-1 1 1,1 0-1,0 1 0,-1-1 1,1 1-1,0-1 0,-1 1 1,1 1-1,-1-1 0,1 1 1,-1 0-1,0 0 0,0 0 1,0 0-1,0 1 0,0-1 1,0 1-1,4 4 0,-1 1 7,0 0 0,0 0-1,-1 0 1,0 1-1,-1 0 1,0 0 0,0 0-1,-1 1 1,0-1-1,3 13 1,0 3 3,2 0 0,0-1 0,2 0 1,25 43-1,-30-58-5,1 1 0,0-1 0,1 0-1,-1-1 1,2 0 0,-1 0 0,1 0 0,0-1 0,1-1 0,0 0 0,0 0 0,0-1 0,17 7 0,-11-8-1,0 0-1,0 0 1,0-2-1,1 0 1,-1-1-1,1-1 1,-1 0-1,0-1 1,1-1-1,-1 0 1,0-2 0,0 1-1,0-2 1,0 0-1,-1-1 1,0-1-1,0 0 1,-1-1-1,18-13 1,-14 8-1,-1 0 0,0-2 0,-2 0 0,1 0 0,-2-2 0,0 0 0,-1 0 0,-1-2 0,-1 1 0,0-1 0,-1-1 0,-1 0 0,-2 0 0,8-25 0,-11 28-3,0 0 0,-2 0 0,1 0-1,-1-19 1,-2 31 0,-1 1-1,1 0 1,-1-1-1,1 1 1,-1 0-1,-1-1 1,1 1-1,-1 0 1,-3-7 0,4 10 1,0-1 0,0 0 0,-1 1 1,1-1-1,-1 1 0,1-1 1,-1 1-1,1 0 0,-1-1 0,0 1 1,0 0-1,0 0 0,1 0 0,-1 1 1,0-1-1,0 0 0,0 1 1,-1-1-1,1 1 0,0 0 0,-2-1 1,0 2 3,1-1 0,-1 0 0,0 1-1,1 0 1,-1 0 0,0 0 0,1 0 0,-1 1 0,1-1 0,0 1 0,0 0 0,-1 0 0,1 0 0,-4 4 0,-41 42 33,44-43-31,-12 12 7,1 2 0,1 0 0,1 0 0,0 1 0,-10 25 0,17-31-6,0 1 0,1 0 0,1 0 1,0 0-1,1 1 0,1-1 0,1 1 0,0 27 0,1-36-10,1-1-1,0 1 0,1-1 1,0 1-1,0-1 0,0 0 1,1 0-1,0 0 0,0 0 1,0 0-1,1 0 0,0-1 1,0 0-1,0 0 0,1 0 1,-1 0-1,1-1 0,1 1 1,-1-1-1,0-1 0,1 1 1,9 4-1,-6-5-34,0 0 1,1 0-1,-1-1 0,1 0 1,0-1-1,-1 0 0,1 0 1,0-1-1,0 0 0,-1-1 1,1 0-1,11-3 0,-1 0-11,1-1 0,-1-1 0,-1-1 0,1-1 0,-1-1 0,-1 0 0,1-2 0,-2 0 0,1 0 0,15-15 0,7-10 6,-1-1 1,57-71-1,-78 85 56,-5 6-39,27-27 0,-38 45 31,-1-1 0,1 0 0,0 1 0,0-1 1,-1 1-1,1 0 0,-1 0 0,1-1 0,0 1 0,-1 0 0,0 0 0,1 0 1,-1 1-1,1-1 0,-1 0 0,1 2 0,2 3 0,-1 0-1,0 0 1,0 0 0,-1 1-1,0-1 1,0 1-1,0-1 1,-1 1 0,0-1-1,0 1 1,-1 0 0,0 0-1,-1 11 1,2 24 32,2-24-27,1 0 0,1 0 1,0 0-1,12 25 0,-16-42-7,0 1 1,-1 0 0,1 0 0,0-1 0,0 1-1,1 0 1,-1-1 0,0 1 0,0-1-1,1 0 1,-1 1 0,1-1 0,-1 0 0,1 0-1,0 0 1,-1 0 0,1 0 0,0 0-1,0 0 1,0-1 0,-1 1 0,1 0 0,0-1-1,0 0 1,0 0 0,0 1 0,0-1-1,0 0 1,0 0 0,0-1 0,0 1 0,0 0-1,0-1 1,0 1 0,2-2 0,7-1 4,0-2 0,-1 1 0,1-1 0,15-11 0,-19 12 4,62-41 70,-48 30 5,1 1 0,0 0 0,0 2 1,2 0-1,-1 2 0,48-14 0,-67 23-66,0 0-1,0 0 0,-1 1 1,1 0-1,0-1 0,0 1 0,0 1 1,0-1-1,0 1 0,-1-1 0,1 1 1,0 0-1,0 0 0,-1 1 0,1-1 1,-1 1-1,1 0 0,-1 0 1,0 0-1,0 0 0,1 0 0,-1 1 1,-1-1-1,1 1 0,0 0 0,-1 0 1,1 0-1,-1 0 0,0 0 0,2 5 1,4 9 31,-1 1 0,-1 0 0,0 0 0,-1 1 0,2 19 0,5 15-198,-7-36-415,0-1 1,1 0-1,1 0 1,1-1-1,0 0 1,14 19-1,9 3-3867,5-3-3524,-3-8-3742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5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269 219 12349,'-29'-8'11632,"53"-6"-9197,17 6-1340,-30 7-959,0-1 0,0 0-1,0-1 1,0 0 0,-1 0 0,13-7-1,-20 8-122,0 0 0,-1 0-1,1 0 1,0 0 0,-1 0 0,0-1-1,1 1 1,-1-1 0,0 0 0,-1 1-1,1-1 1,0 0 0,-1 0 0,1 0-1,-1 0 1,0-1 0,0 1 0,0 0-1,-1 0 1,1-1 0,-1 1 0,0 0-1,0-1 1,0 1 0,0 0 0,-1-5-1,1 5-9,0-1 0,-1 0 0,1 1 0,-1-1-1,0 1 1,0-1 0,0 1 0,0-1 0,-1 1-1,1 0 1,-1 0 0,0-1 0,0 1 0,0 0-1,-1 1 1,1-1 0,0 0 0,-1 1 0,0-1-1,0 1 1,0 0 0,0 0 0,0 0 0,0 0-1,0 1 1,-1-1 0,1 1 0,0 0 0,-1 0-1,0 0 1,1 0 0,-1 1 0,1-1 0,-1 1-1,0 0 1,1 0 0,-1 0 0,0 1 0,-5 0-1,-6 3 25,1 0-1,0 1 0,-1 1 0,2 0 0,-1 1 1,1 0-1,0 1 0,1 0 0,0 1 1,0 1-1,1 0 0,0 0 0,0 1 1,-10 15-1,4-4 5,1 1 0,1 1 0,0 0 1,2 1-1,1 1 0,-16 49 0,26-66-30,0-1-1,0 1 1,1 0-1,0 0 0,0-1 1,1 1-1,1 0 1,-1 0-1,1-1 1,0 1-1,1 0 0,0-1 1,5 13-1,-4-14-91,0-1-1,1 0 1,-1 0 0,1 0-1,0 0 1,1-1-1,-1 0 1,1 0 0,0 0-1,0 0 1,1-1-1,-1 0 1,1 0 0,0 0-1,0-1 1,0 0-1,12 4 1,1-1-216,0-1 0,1-1 1,0-1-1,-1-1 0,1-1 0,0 0 1,0-2-1,0 0 0,-1-1 1,1-1-1,0-1 0,-1-1 0,0 0 1,34-15-1,-23 6 133,-1-1 0,0-1 0,-2-2 0,0 0 0,-1-2 0,-1-1 0,0-1 0,28-34 0,-26 24 519,-10 9 399,26-23-1,-41 44 937,-3 18-1210,-1-1-1,0 0 1,-7 22-1,-2 15-56,5-20-252,2 1 0,2-1 1,1 1-1,1 0 0,7 47 0,-6-74-150,1 1 0,-1 0 0,1-1 0,1 1-1,-1-1 1,1 1 0,0-1 0,1 0 0,-1 0 0,1 0-1,0-1 1,1 0 0,-1 1 0,1-1 0,0-1 0,1 1-1,-1-1 1,1 0 0,-1 0 0,1-1 0,0 1 0,1-1-1,-1-1 1,1 1 0,-1-1 0,1 0 0,0-1 0,-1 1-1,1-1 1,0-1 0,0 1 0,0-1 0,0 0 0,0-1-1,8-1 1,-2-2-14,0-1-1,0 0 1,0 0 0,-1-1-1,0-1 1,0 0-1,0-1 1,13-12 0,8-10-737,38-42 0,-50 47-943,33-53 1,-11 14-2389,-33 50 1592,1 1-1,17-17 0,13-5-7034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151 167 7861,'15'-3'1329,"-1"0"1,0-2 0,0 0 0,25-12-1,16-18 3873,-36 22-4002,-18 10-1068,-1 1 0,1-1 1,-1 0-1,1 0 1,-1 1-1,0-1 1,0 0-1,0 0 1,0 1-1,-1-1 1,0-5-1,1 8-125,-1-2 110,1 0 0,0-1-1,-1 1 1,0 0 0,1 0-1,-1 0 1,0-1 0,0 1-1,-1 0 1,1 0 0,0 0-1,-1 1 1,1-1 0,-1 0-1,1 0 1,-1 1 0,0-1-1,0 1 1,-3-3 0,2 3 13,-1 0 1,1 0 0,0 0 0,0 0 0,-1 1 0,1-1 0,0 1-1,-1 0 1,1 0 0,0 0 0,-1 0 0,-4 2 0,-2 0 96,-1 1 0,1 0 0,0 1 0,0 0 0,0 1 0,0 0 0,-15 11 1,14-6-29,1 0 0,0 1-1,1 0 1,0 0 0,0 1 0,-6 14 0,-3 0 76,10-12-180,0 0 1,0 0-1,2 1 0,0 0 0,0 0 1,2 1-1,-4 16 0,6-24-99,1 1 1,0-1-1,0 0 0,1 0 0,0 1 0,0-1 1,1 0-1,0 0 0,0 1 0,1-1 0,0 0 1,1 0-1,-1-1 0,2 1 0,5 11 0,-5-15-294,0 1 0,0-1-1,0 0 1,0 0-1,1 0 1,0-1-1,0 0 1,0 0 0,0 0-1,0 0 1,1-1-1,-1 0 1,1 0-1,-1-1 1,12 3 0,7-1-3540,0 0 0,35-2 1,-57-1 3568,37 0-10918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6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49 11777,'0'-3'182,"4"-25"2446,-10 23-313,-9 9 1016,26 8 664,18 11-1807,-11-10-1536,-1 1 0,0 1 0,-1 0-1,24 32 1,-14-13-16,37 67 1,-53-82-576,-1 0 1,-1 1-1,-1 0 1,-1 0-1,6 37 1,-9-24-274,-2 1 0,-1 0 1,-2-1-1,-1 1 0,-2-1 0,-13 52 1,17-82 164,2-9 71,0 1 8,0 0-1,0-1 1,1 1 0,-1 0 0,6-10-1,-1 2 23,18-44-123,2 2-1,3 1 1,3 1 0,60-79-1,39-23-4755,7 7-8683,-115 127 5116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8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112 270 9317,'4'-5'441,"0"-1"0,0 1 1,-1-1-1,0 0 0,0 0 1,-1 0-1,1 0 0,-1-1 0,-1 1 1,1 0-1,-1-1 0,0 1 1,-1-1-1,1 0 0,-2-12 1,0 7 784,1 1 0,-2-1 1,0 1-1,0 0 0,-1-1 1,-6-17-1,-19-32 4319,20 107-3618,6-17-1882,1 1 0,1-1 0,2 1 0,0-1 0,13 51 0,-11-62-39,1 1 0,1-1-1,1 0 1,0-1 0,2 0 0,0 0-1,0 0 1,2-1 0,0-1-1,14 15 1,-13-18-45,1-1-1,1 0 1,0-1-1,1-1 1,-1 0-1,2-1 1,-1-1-1,1 0 1,0-1 0,0-1-1,1-1 1,0 0-1,0-1 1,0 0-1,26-1 1,-29-1 6,0-2 0,-1 1 0,1-2 0,0 0 0,-1 0 0,1-2 0,-1 1 0,0-2-1,0 0 1,-1 0 0,1-1 0,-1-1 0,-1 0 0,1 0 0,-1-1 0,0-1 0,-1 0 0,0 0 0,16-20 0,-10 5 170,-2 0 0,18-39 1,12-23 741,-44 86-879,0 0 0,0-1 0,0 1 0,0 0 0,0 0 0,0-1 0,0 1 0,0 0 0,1-1 0,-1 1 0,0 0 0,0 0 0,0-1 0,1 1 0,-1 0 0,0 0 0,0-1 0,0 1 0,1 0 0,-1 0 0,0 0 0,1-1 0,-1 1 0,0 0 0,0 0 0,1 0 1,-1 0-1,0 0 0,1 0 0,-1 0 0,0 0 0,1 0 0,-1 0 0,0 0 0,1 0 0,-1 0 0,0 0 0,1 0 0,-1 0 0,0 0 0,1 0 0,-1 0 0,0 0 0,1 0 0,-1 1 0,0-1 0,0 0 0,1 0 0,-1 0 0,0 1 0,1-1 0,4 12 0,-4-11 0,4 12 0,-1 1 0,0 0 0,-1 1 0,0-1 0,1 21 0,-2 80 0,-3-76 0,-22 577 0,10-498 0,-5-2 0,-5 1 0,-46 135 0,55-209-77,-2 0 0,-2-1 0,-38 64 0,47-93 43,0 1 0,0-1-1,-2-1 1,1 0-1,-2 0 1,1-1-1,-1-1 1,-1 0-1,0-1 1,-1 0-1,1-1 1,-2 0-1,-25 10 1,19-12-75,1-1 0,-1 0 1,0-2-1,0 0 0,-1-2 0,1 0 1,-38-4-1,44 2 80,0-2 1,1 0-1,0 0 0,-1-1 1,1-1-1,1 0 0,-1-1 1,1-1-1,0 0 0,0 0 1,1-2-1,-13-10 0,20 14 25,0 1 0,0-1 0,1-1 0,0 1 0,0-1 0,0 0 0,0 0 0,1 0 1,0 0-1,0 0 0,1-1 0,0 0 0,0 1 0,-2-13 0,3 9 2,1-1 0,0 1 0,1 0-1,0-1 1,0 1 0,1 0 0,0 0 0,1 0 0,4-10 0,6-9-5,2 0 1,1 1-1,1 0 1,1 1-1,28-31 1,442-447-1085,-320 343 443,-112 107 413,390-367-744,-401 381 874,-25 22 43,1 0-1,1 1 1,38-24-1,-55 39 49,1 1-1,0 0 0,-1 0 1,1 0-1,0 0 1,0 1-1,8-1 0,-9 2 13,-3 1-1,0-1-1,0 1 0,0 0 0,0 0 0,0 0 0,0 1 0,-1-1 0,1 0 0,0 1 0,-1-1 0,1 1 0,-1-1 0,1 1 0,-1 0 0,2 2 0,-3-1 7,-1 0-1,1 0 1,0 0-1,-1 0 1,1 0-1,-1 0 1,0 0-1,-2 5 1,-3 11 11,4-5-24,-4 35 10,6-46 2,0 0-1,1-1 1,-1 1-1,1 0 1,-1 0 0,1-1-1,0 1 1,0 0-1,0-1 1,0 1-1,0-1 1,1 1-1,-1-1 1,1 1 0,2 1-1,4 4-73,1 0 0,0-1 1,1-1-1,0 1 0,0-2 0,0 1 0,1-1 0,-1-1 0,1 0 0,0-1 0,1 0 1,-1 0-1,0-1 0,20 1 0,3-2-308,0-1-1,0-1 1,56-11 0,-88 12 363,1 0 0,-1 0-1,1-1 1,-1 1 0,1-1 0,-1 0 0,0 0 0,1 0 0,-1 0 0,0 0 0,0 0 0,0-1 0,0 1 0,0 0 0,0-1 0,0 0 0,0 0 0,-1 1 0,1-1 0,-1 0 0,1 0 0,1-4 0,-2 3-1,-1 0 0,1 0 0,-1 0 0,1 0 0,-1 0 0,0 0 0,0-1 0,-1 1 0,1 0 0,-1 0 0,1 0 0,-1 0 0,0 0 0,0 0 0,-2-3 0,-2-6-14,-1 1 0,-1 0 0,0 0 0,0 0-1,-1 1 1,0 0 0,-11-8 0,-6-3-4,0 1 0,-2 2 0,-1 0-1,-37-17 1,15 12-33,-91-28 0,125 48 72,13 3 25,26-8-46,16 4 15,1 1 1,57 5 0,-26-1-11,23-2-88,139 5 48,-233-4 52,11 1-8,1 0-1,-1 1 1,21 6-1,-30-8 16,0 1 1,1 0 0,-1 0-1,0 0 1,0 0-1,-1 0 1,1 0-1,0 0 1,0 1 0,-1-1-1,1 1 1,0-1-1,-1 1 1,1 0-1,-1-1 1,0 1 0,0 0-1,0 0 1,0 0-1,0 0 1,0 0-1,0 0 1,-1 0 0,1 1-1,0 2 1,-1 9 21,0 0 0,-1 0 0,-1 0 1,-5 24-1,3-23-5,1 0 1,1 1 0,0 29-1,2-34-12,1 0-1,1 0 1,0 0-1,0 0 1,1 0-1,1 0 1,0 0-1,10 19 1,-10-23-9,0-1 0,1 0 1,-1-1-1,1 1 0,0-1 1,1 0-1,-1 0 0,1 0 1,0-1-1,0 0 0,0 0 0,1-1 1,0 1-1,11 3 1,-5-3 26,1 0 1,-1-1 0,1-1-1,-1 0 1,1 0 0,0-2-1,0 0 1,0 0 0,-1-1-1,1-1 1,0 0 0,-1-1-1,1 0 1,-1-2 0,0 1-1,0-1 1,14-9 0,-14 7 255,0-2 0,-1 1 1,0-2-1,-1 1 1,0-2-1,0 1 0,-1-2 1,0 1-1,-1-1 1,7-14-1,23-41 1083,-37 64-1172,0 3-175,0 0 0,0 0 1,0 1-1,0-1 0,0 0 0,0 1 0,-1 0 0,1-1 0,0 1 0,0 0 0,0 0 0,0 0 0,-1 0 0,1 0 1,0 0-1,-1 1 0,1-1 0,-1 0 0,0 1 0,2 2 0,1 2 0,0 1 0,0-1 1,-1 1-1,3 9 0,9 17 68,-1-10-54,2-1 0,1-1 0,0 0 1,2-1-1,0-1 0,33 25 0,-44-38-48,0-1-1,1 0 1,0 0-1,0-1 1,0 0-1,1 0 1,-1-1-1,1-1 1,0 1-1,0-2 1,12 2-1,-16-3-4,-1 0 1,1 0-1,-1 0 0,1-1 0,0 1 1,-1-1-1,0-1 0,1 1 0,-1-1 0,0 0 1,1 0-1,-1 0 0,0-1 0,-1 0 1,1 0-1,0 0 0,-1-1 0,0 1 1,0-1-1,0 0 0,0 0 0,3-5 1,15-31-32,-1-1 0,-3-1 0,24-75 0,-36 98 47,-2 6 34,0 1 0,-1-1 0,0 1 0,-1-1 0,-1 0 0,0-16 1,-1 24-18,0 0 1,0 0-1,-1 1 1,0-1-1,0 1 1,0-1 0,-1 1-1,0-1 1,1 1-1,-1-1 1,-1 1 0,1 0-1,-1 0 1,0 0-1,1 1 1,-2-1 0,1 1-1,0-1 1,-6-3-1,7 6 19,1 0 0,-1 0 0,0 1 0,1-1 0,-1 0 0,0 1 0,1-1 0,-1 1-1,0 0 1,1-1 0,-4 1 0,-4-1 328,44 24-157,1-2 1,59 26-1,25 14-243,-102-50 9,119 75-202,-118-72 186,0 1-1,-1 1 1,0 1 0,24 30-1,-36-38 33,-1-1-1,-1 2 1,0-1-1,0 0 1,0 1-1,-1 0 0,-1 0 1,1 0-1,-2 0 1,1 0-1,-2 0 1,0 20-1,7 42-6,-7-70-3,1 1 0,1-1 0,-1 1-1,0-1 1,1 0 0,-1 1-1,1-1 1,0 0 0,0 0 0,0 0-1,0 0 1,0 0 0,0-1-1,0 1 1,0-1 0,1 1 0,-1-1-1,1 0 1,-1 0 0,1 0-1,-1 0 1,1 0 0,0-1 0,4 1-1,10 2-605,0 0 1,29-1-1,-43-1 515,170-6-6414,-90 1-636,-4-1-3789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9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548 858 9737,'11'-1'782,"-1"0"521,0 0 7014,3-15-6505,-10 12-1701,2 1 1,-1-1 0,0 1 0,1 0 0,0 0-1,-1 1 1,1-1 0,0 1 0,0 0 0,1 0-1,9-1 1,6-4 92,-3 0 36,-1 0-1,0-1 1,0-1-1,-1-1 1,-1 0-1,1-1 1,-2 0-1,1-1 1,-2-1-1,0-1 1,0 1-1,18-28 1,10-35 628,-4-2 0,-3-1 0,-4-2 0,31-129 0,-36 107-292,-25 99-424,-2 9 222,-16 33-211,2 1 0,2 0 0,-13 59 0,8-27-100,-193 526-63,-48 16 0,-21 50 0,246-585 0,-74 182 0,90-207 0,2 2 0,-18 105 0,33-144 0,0 1 0,1 0 0,1 0 0,1 0 0,0-1 0,6 27 0,-7-39 0,1 0 0,0-1 0,0 1 0,1 0 0,-1 0 0,1-1 0,-1 1 0,1-1 0,0 0 0,1 1 0,-1-1 0,0 0 0,1 0 0,0 0 0,0-1 0,0 1 0,0-1 0,0 1 0,0-1 0,1 0 0,-1 0 0,1-1 0,-1 1 0,1-1 0,0 1 0,-1-1 0,1-1 0,0 1 0,0 0 0,0-1 0,0 0 0,0 0 0,5 0 0,-1-1-8,1-1-1,0 0 1,-1 0 0,0 0 0,1-1-1,-1-1 1,0 1 0,0-1 0,-1-1-1,1 0 1,-1 0 0,0 0-1,-1 0 1,1-1 0,-1-1 0,0 1-1,0-1 1,-1 0 0,0 0 0,0 0-1,4-9 1,0-3-45,0-1-1,-1 1 1,-1-1 0,0 0 0,-2-1-1,0 1 1,2-37 0,-5 18-119,-2 0 1,-2 1-1,-2-1 0,-1 1 0,-2 0 1,-1 0-1,-2 1 0,-16-38 1,-21-36-217,-74-129 0,74 152 259,29 57 62,3-1-1,0-1 0,2 0 0,2-1 1,-15-68-1,25 93 51,-1-1 1,2 0-1,-1 1 1,1-1-1,1 0 0,0 0 1,0 1-1,1-1 1,0 1-1,1-1 0,0 1 1,0 0-1,1 0 1,0 0-1,1 1 0,0-1 1,0 1-1,1 0 1,0 0-1,0 1 0,1 0 1,0 0-1,0 1 0,1-1 1,-1 1-1,13-6 1,3-1-100,2 1 0,0 0 0,0 2 0,1 1 0,0 2 0,42-8 0,167-9-1469,-197 21 1297,371-4-4233,-137 18-4494,-146-3-635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3:5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0 347 10709,'29'-16'4288,"-21"11"-3458,-1 1-1,1 0 1,15-5 0,231-77 2135,-242 81-2896,0 0 0,-1-1 0,0 0 0,0-1 0,0 0 0,-1-1 0,10-9 0,-17 14-55,0 0 1,0 0-1,0-1 0,0 1 1,-1-1-1,1 1 1,-1-1-1,0 0 0,0 0 1,0 0-1,-1-1 0,0 1 1,0 0-1,0 0 0,0-1 1,0 1-1,-1-1 0,0 1 1,0-9-1,-1 10 6,1 0-1,-1-1 1,0 1 0,0 0-1,0 0 1,0 0 0,-1 0-1,1 0 1,-1 0 0,0 0 0,0 0-1,0 1 1,0-1 0,0 1-1,0-1 1,-1 1 0,1 0-1,-5-3 1,2 2 11,0 1 0,0-1-1,-1 1 1,1 0 0,-1 1 0,1-1-1,-1 1 1,0 0 0,0 0 0,-5 1 0,-2 0 71,0 0 0,0 1 1,0 1-1,0 0 0,0 1 1,1 0-1,-1 1 0,1 0 1,-13 7-1,11-2 56,0 1 0,1 0-1,0 1 1,0 0 0,1 1-1,1 1 1,0-1 0,1 2-1,0-1 1,1 2 0,1-1 0,0 1-1,1 0 1,0 1 0,2-1-1,-7 27 1,10-31-119,1-1 1,0 1-1,1-1 1,0 1-1,0-1 0,1 1 1,0-1-1,1 1 0,1-1 1,-1 0-1,2 0 0,-1 0 1,1 0-1,1-1 0,0 1 1,0-1-1,1 0 1,0-1-1,0 1 0,1-1 1,0 0-1,9 7 0,3 2-9,1-1 0,1-1 0,0 0 0,1-2 0,0-1 0,1 0 0,1-2 0,26 9 0,9-2-149,1-1-1,0-4 1,1-2 0,0-3-1,0-2 1,99-6 0,-112-3 25,-1-1 1,1-2-1,-1-3 1,-1-1 0,0-3-1,0-2 1,-2-1-1,85-47 1,-113 54 92,1-2 1,-2 1 0,0-2-1,26-27 1,-34 32-12,-1 1 1,0-1-1,0-1 1,-1 1 0,0-1-1,-1 0 1,0 0-1,0 0 1,-1 0-1,0-1 1,2-13-1,-4 19 6,-1 0-1,0 0 0,0 0 0,0 0 1,0 0-1,0 0 0,-1 0 0,0 0 1,1 0-1,-2 0 0,1 1 0,0-1 1,-1 0-1,0 1 0,1-1 0,-1 1 1,-1-1-1,-1-2 0,-1 2 2,1 0 1,0 0-1,-1 1 0,1-1 0,-1 1 0,0 0 1,0 1-1,-1-1 0,1 1 0,0 0 0,-7-2 1,-7 0-12,0 1 0,1 1 0,-1 0 0,0 1 0,0 2 1,-26 2-1,17 1-183,0 1 1,1 2-1,-1 0 1,2 2-1,-1 1 1,1 1-1,1 2 1,0 0-1,-33 24 1,56-35 144,-1-1-1,1 1 1,0 0 0,-1-1-1,1 1 1,0 0 0,0 0 0,0 1-1,0-1 1,1 0 0,-1 1 0,1-1-1,-1 1 1,1-1 0,0 1-1,0 0 1,0-1 0,0 1 0,1 0-1,-1 0 1,1 0 0,-1 0 0,1-1-1,0 1 1,0 0 0,0 0-1,1 0 1,-1 0 0,2 4 0,-1-6 38,0 1 0,-1 0 1,1-1-1,1 1 1,-1-1-1,0 0 0,0 1 1,0-1-1,1 0 1,-1 0-1,1 0 0,-1 0 1,1 0-1,-1 0 0,1 0 1,-1-1-1,1 1 1,0 0-1,-1-1 0,1 1 1,0-1-1,0 0 1,1 1-1,5 1-16,44 9 368,89 9 0,32 6 1464,-163-23-1794,-1 1 1,1 1-1,-1 0 1,0 0 0,0 0-1,-1 1 1,1 1-1,-2 0 1,1 0 0,-1 0-1,1 1 1,6 10-1,-5-7-616,-5-7 66,0 0 0,1-1 1,-1 1-1,1-1 0,-1 0 0,1 0 1,5 2-1,20 6-6532,-5-6-2041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247 105 10117,'30'-67'2545,"-30"66"-2280,1 0 0,-1-1 0,1 1-1,-1 0 1,1-1 0,-1 1 0,0-1-1,1 1 1,-1 0 0,0-1-1,0 1 1,0-4 0,-6-2 182,4 5 120,-5-6 942,3 9 757,0 18 1076,2-9-3631,-13 87 2526,-57 284 1147,55-311-3065,-42 162 91,-17 113-4780,59-206-1212,18-49-3138,4-49 80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0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8789,'14'-10'573,"0"1"1,0 1-1,0 0 1,1 1-1,0 0 0,0 1 1,1 1-1,0 1 1,0 0-1,20-2 1,108-12 1411,1 7-1,183 8 1,-316 4-1845,1 0 1,0 0-1,-1 1 0,1 1 0,-1 0 0,17 7 0,-25-8-102,-1-1-1,0 1 0,0-1 1,0 1-1,0 0 0,0 0 0,0 1 1,-1-1-1,1 0 0,-1 1 0,0 0 1,1-1-1,-1 1 0,0 0 1,-1 0-1,1 0 0,0 1 0,-1-1 1,0 0-1,0 0 0,0 1 0,0-1 1,0 1-1,-1-1 0,1 1 1,-1-1-1,0 6 0,0 3-6,0 0 0,1 0 0,0-1 0,1 1 0,1 0 0,0-1-1,0 0 1,1 0 0,0 0 0,1 0 0,1 0 0,-1-1 0,2 0 0,-1 0 0,1-1 0,1 0 0,0 0 0,0-1-1,0 0 1,15 11 0,-11-10-49,1-1-1,0 0 1,1 0-1,-1-1 1,1-1-1,1 0 1,-1-1-1,1-1 1,0 0-1,0-1 0,0 0 1,0-2-1,1 0 1,-1 0-1,20-3 1,-25 1 43,0-1 0,0-1 0,-1 0 0,1 0 1,-1-1-1,1 0 0,-2-1 0,1 0 0,0 0 0,-1-1 0,0 0 1,0-1-1,-1 1 0,1-2 0,-2 1 0,1-1 0,-1 0 0,0 0 1,0 0-1,6-16 0,-1 3 517,-7 16-98,-1-1 0,1 0 1,-2 0-1,1 0 0,-1 0 1,4-13-1,-9 125-203,0-43-3153,6 72-1,-3-128 1765,1-1 0,0 0 0,1 1 0,0-1 0,0 0 0,4 10 0,-3-9-114,18 39-8481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8041,'23'5'718,"-17"-5"-482,-1 1 0,1 0 0,-1 0 1,0 1-1,1-1 0,-1 1 0,0 0 0,0 1 0,0-1 0,0 1 0,0 0 0,-1 1 0,1-1 0,6 8 0,-1 1 459,-1 0-1,-1 0 1,0 1 0,-1 0 0,0 1 0,-1 0-1,-1 0 1,7 23 0,-9-21-455,0-1-1,0 1 1,-1 0-1,-1 0 1,-1 0 0,-1 0-1,0-1 1,0 1-1,-2 0 1,0 0 0,-1-1-1,0 0 1,-9 19-1,10-29 29,1-1 0,-1 0 1,-1 1-1,1-1 0,-1 0 0,1 0 0,-1-1 0,0 1 0,0-1 0,-1 0 0,-6 4 0,8-7-105,1 1 0,-1-1 0,0 0 0,0 0-1,1 0 1,-1 0 0,0 0 0,1-1 0,-1 1-1,0-1 1,1 0 0,-1 0 0,0 0 0,-3-2 0,4 1-88,1 0 1,-1 0 0,1 0 0,-1 0 0,1 0 0,0 0 0,0-1 0,0 1 0,0 0-1,1-1 1,-1 1 0,1 0 0,-1-1 0,1 1 0,0-1 0,0 1 0,0-1-1,0 1 1,0-1 0,0 1 0,2-5 0,16-53 643,-16 53-637,8-17 115,1 0 0,1 1-1,1 1 1,1 0 0,24-29-1,-3 10-513,51-47 0,-60 66-349,1 1 0,1 1-1,1 1 1,1 1-1,0 2 1,57-21 0,-80 34 502,42-17-2398,74-20 0,-84 31-1079,40-5 0,11 7-6724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1 351 6817,'227'-71'9679,"-93"33"-7165,-122 35-2333,-1-1 1,1-1-1,-1 0 1,0 0-1,0-1 1,-1-1-1,0 0 1,0 0-1,-1-1 1,1 0-1,-2-1 1,12-12-1,-19 18-119,1 0-1,-1 0 0,1-1 1,-1 1-1,0 0 1,0 0-1,0-1 0,-1 1 1,1-1-1,-1 1 1,0-1-1,0 1 0,0-1 1,0 1-1,-1 0 1,0-1-1,-1-5 0,0 1 84,-1 0 0,0-1-1,0 1 1,-9-14-1,11 20-102,-1 0-1,0 0 0,1 0 0,-1 0 0,0 1 0,0-1 1,0 1-1,0-1 0,0 1 0,-1 0 0,1 0 0,0 0 1,-1 0-1,1 0 0,0 0 0,-1 1 0,-3-1 0,-40-1 402,39 3-332,-8 0 74,1 0 0,1 2 0,-1 0-1,0 0 1,1 1 0,-1 1 0,1 0 0,0 1 0,1 0-1,-1 1 1,-12 10 0,7-4 23,1 1 0,1 0 1,0 2-1,0 0 0,2 0 0,-16 23 0,22-27-110,1 0-1,0 0 1,1 0 0,0 1-1,1 0 1,0 0-1,1 1 1,1-1 0,0 1-1,-1 15 1,3-23-72,1 1 1,0-1-1,0 0 1,1 1-1,0-1 1,0 0-1,0 1 1,1-1-1,0 0 1,0 0-1,1 0 1,0-1-1,-1 1 0,2-1 1,-1 1-1,1-1 1,0 0-1,0 0 1,0 0-1,1-1 1,-1 0-1,1 0 1,0 0-1,6 3 1,2 0-16,0-1 0,0 0-1,0-1 1,1-1 0,-1 0 0,1-1 0,0-1 0,0 0 0,1 0 0,-1-2 0,16 0 0,6-2-68,-1-2 1,1-2-1,42-11 1,-54 10 51,-1-1 1,0-1-1,0 0 0,-1-2 1,0-1-1,-1-1 0,0 0 1,-1-2-1,-1 0 0,-1-1 1,0-1-1,-1-1 0,0-1 1,-2 0-1,25-40 0,-19 27 416,0 0-1,2 2 0,2 1 0,45-43 0,-68 70-397,-1 0-1,1 0 0,0 1 1,0-1-1,0 1 0,0-1 1,0 1-1,0 0 0,1 0 1,-1 0-1,0 0 0,1 0 1,-1 0-1,0 1 0,1-1 1,-1 1-1,1 0 0,-1 0 1,5 0-1,-5 0 5,0 1 1,0 0-1,0 0 0,0 0 0,0 0 1,-1 0-1,1 1 0,0-1 0,-1 0 1,1 1-1,-1-1 0,1 1 0,-1 0 0,0-1 1,1 1-1,-1 0 0,0 0 0,1 2 1,2 6 33,-1 0 0,1 1 0,-2-1 0,1 1 0,-2-1 0,1 1 0,-1 16 0,-2 0-128,-1 1 0,-2-1 0,-1 0 0,0 0 0,-2-1 0,-2 1 0,0-2 0,-1 1 0,-2-1 0,0-1 0,-2 0 0,-1-1 0,0-1 1,-2 0-1,-1-1 0,0 0 0,-1-2 0,-27 20 0,18-16-137,-1-1 1,-1-2-1,-1-1 1,-1-2-1,-1-1 1,0-1-1,-1-2 0,0-2 1,-1 0-1,0-3 1,-1-1-1,0-1 1,-49 0-1,-60-12-7827,109 3 4163,-43 0-9534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32 10785,'-1'-2'279,"0"0"-1,-1 0 1,1 0 0,-1 0 0,0 0-1,1 0 1,-1 0 0,0 1-1,0-1 1,0 1 0,0-1-1,-1 1 1,1 0 0,0 0 0,0 0-1,-1 0 1,-3-1 0,1 1 22,0 0 1,0 1-1,0 0 1,-1 0 0,1 0-1,0 0 1,-10 3-1,-4 2 250,0 0-1,0 2 1,-24 12-1,41-18-450,-41 21 475,1 2 0,1 1 0,-45 38 0,-100 105 118,183-164-668,-11 10 78,-24 32 0,35-43-94,1 1-1,-1-1 1,1 1-1,0 0 1,0 0-1,0 0 0,1 0 1,-1 0-1,1 0 1,0 0-1,0 0 1,1 1-1,-1-1 1,1 0-1,0 8 1,0-11-6,1 0 0,-1 0 0,0 0 0,0 0 0,1 0 1,-1 0-1,1 0 0,-1 0 0,1 0 0,-1 0 1,1 0-1,-1 0 0,1-1 0,0 1 0,0 0 1,-1 0-1,1 0 0,0-1 0,0 1 0,0-1 1,0 1-1,0-1 0,0 1 0,0-1 0,0 1 1,1 0-1,1-1 1,0 0 1,0 0 0,0 0-1,-1 0 1,1 0 0,0 0-1,0-1 1,0 1-1,5-3 1,4-1 31,1-2 1,-1 0-1,13-8 1,-25 14-36,23-16 532,0-1 0,-1-1 0,-1 0 0,20-25 0,28-23 1508,-62 59-1632,1 1-1,0-1 1,1 2 0,-1-1-1,1 1 1,0 1-1,0 0 1,17-6-1,-25 10-402,0 0 1,0 0-1,0 0 0,0 0 0,0-1 0,0 1 0,-1 0 0,1 1 0,0-1 0,0 0 0,0 0 1,0 0-1,0 1 0,0-1 0,0 0 0,0 1 0,0-1 0,0 1 0,0-1 0,-1 1 0,1-1 1,0 1-1,0-1 0,-1 1 0,1 0 0,0 0 0,-1-1 0,2 3 0,0 0 2,0 1 0,-1-1 0,1 1 0,-1 0 0,0 0-1,1 0 1,-1 6 0,2 7-12,-2 0 1,0 24-1,-4-7 44,-14 67 1,10-65-246,-4 42 1,7-51-575,3-21 25,0-1 0,0 1 0,0-1 1,1 1-1,0-1 0,0 1 0,0-1 0,1 1 1,0-1-1,2 11 0,18 21-6837,7-11-5202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1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270 611 6941,'-2'-1'117,"1"0"1,0 0-1,0 0 0,0 0 1,0 0-1,0-1 1,0 1-1,0 0 1,0 0-1,1-1 1,-1 1-1,0-1 1,1 1-1,-1-1 0,1 1 1,0-1-1,-1 1 1,1-1-1,0 1 1,0-1-1,0-2 1,1 0 234,1 1 0,-1 0-1,1 0 1,0 0 0,0 0 0,0 0 0,0 0 0,4-3 0,5-8 877,-2 3 509,-1-1-1,0 0 1,8-16 5827,-18 32-6527,-85 220 964,-47 133 1026,110-290-3028,-21 72 0,31-92-48,8-27-16,-9 40 1,58-383-399,-28 238 307,49-151 0,-29 137-211,89-177 0,-106 243 290,2 0 1,1 1 0,2 1 0,0 2-1,2 0 1,2 1 0,0 2-1,50-37 1,-64 54 48,0 0 0,1 2 0,1-1-1,-1 2 1,1 0 0,0 1 0,1 0 0,17-3-1,-27 7 19,0 0 1,0 1-1,0-1 0,0 1 0,0 1 0,0-1 0,0 1 0,0 0 0,0 0 0,0 0 1,0 1-1,0 0 0,-1 1 0,1-1 0,-1 1 0,0 0 0,0 0 0,0 0 1,0 1-1,0 0 0,-1 0 0,1 0 0,6 10 0,-6-8 0,-2 1 0,1 0 1,-1 0-1,0 0 0,-1 1 0,1-1 0,-2 1 0,1-1 1,-1 1-1,0 0 0,0 0 0,-1-1 0,0 1 0,-1 0 1,1 0-1,-2-1 0,1 1 0,-5 13 0,-1 2 3,-2 0-1,0 0 1,-1-1-1,-23 35 0,-3-5-24,-49 56 0,50-68 23,2 2 0,-35 61 0,66-100 5,0 0 0,0 0 0,1 0-1,-1 1 1,1-1 0,0 0 0,0 0 0,0 1-1,1-1 1,-1 0 0,1 1 0,0-1-1,0 1 1,0-1 0,0 1 0,0-1-1,1 0 1,0 1 0,-1-1 0,1 0 0,0 1-1,1-1 1,1 3 0,0-1-17,1-1 1,-1 0 0,1 1-1,0-2 1,0 1-1,1 0 1,-1-1 0,1 0-1,0 0 1,0 0-1,0-1 1,0 1-1,8 1 1,182 50-808,-35-13 317,-136-34 475,67 25-216,-82-28 227,1 0 1,-2 1 0,1 0 0,-1 0 0,1 1 0,-1 1-1,7 7 1,-14-13 30,1 0 0,-1 1-1,0-1 1,0 0 0,-1 1 0,1-1-1,0 1 1,0-1 0,-1 1 0,1 0-1,-1-1 1,1 1 0,-1 0 0,0-1-1,0 1 1,1 0 0,-1-1-1,0 1 1,-1 0 0,1-1 0,0 1-1,0 0 1,-1-1 0,1 1 0,-2 2-1,0 0 26,0 0 0,0 0 0,0 0 0,-1-1 0,1 1 0,-1-1 0,-6 7 0,-9 3 59,0-1 1,-1 0-1,-1-1 1,1-1-1,-2-1 1,-35 11-1,28-10-3,-185 63 353,-101 40-837,301-107-18,-54 28-688,27-2-3541,40-32 4551,0 0 0,-1 0 0,1 1 0,0-1-1,0 0 1,-1 0 0,1 0 0,0 0 0,0 1 0,-1-1 0,1 0 0,0 0-1,0 0 1,0 1 0,-1-1 0,1 0 0,0 0 0,0 1 0,0-1-1,0 0 1,0 1 0,0-1 0,-1 0 0,1 0 0,0 1 0,0-1 0,0 0-1,0 1 1,0-1 0,0 0 0,0 0 0,0 1 0,0-1 0,1 0 0,-1 1-1,0-1 1,0 0 0,0 1 0,15 1-4635,-10-2 3524,36 2-8842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2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51 203 10253,'32'-2'3723,"46"1"0,4 1-1980,-41-3-1178,-1-2 0,1-2 0,-1-1 0,0-2 0,-1-2 0,0-1 0,70-36 0,-108 48-540,1 1 0,-1-1 0,1 0 0,-1 0 0,1 0 0,-1 0 0,0 0 0,0 0 0,1 0 0,-1 0 0,0-1 0,0 1 0,0 0 1,0-1-1,0 1 0,-1-1 0,1 1 0,0-1 0,-1 1 0,1-1 0,-1 0 0,1 1 0,-1-1 0,0 0 0,0 1 0,0-1 0,0 0 1,0 1-1,0-1 0,0 0 0,0 1 0,-1-1 0,1 0 0,0 1 0,-1-1 0,0 1 0,1-1 0,-1 1 0,0-1 0,0 1 0,0-1 1,0 1-1,0 0 0,0 0 0,0-1 0,-1 1 0,-1-2 0,-5-1 85,0 1 0,0-1 0,-1 1-1,1 1 1,-1-1 0,0 1 0,0 1 0,0 0 0,0 0-1,0 1 1,1 0 0,-19 2 0,0 2 179,0 0-1,0 2 1,-27 10 0,26-6-124,0 1 0,1 1 0,0 1 0,1 2 0,1 0 0,0 2 0,1 1 0,-32 31 0,45-39-139,1 0-1,1 1 0,-1 0 1,2 1-1,0 0 0,0 1 1,1-1-1,1 1 1,0 0-1,1 1 0,0 0 1,1 0-1,1 0 0,0 0 1,1 0-1,0 0 1,1 1-1,1-1 0,1 20 1,2-23-151,-1 0 1,1 0-1,1 0 0,0 0 1,0-1-1,1 0 1,1 0-1,0 0 1,0 0-1,0-1 1,2 0-1,-1 0 0,1-1 1,0 0-1,0 0 1,1-1-1,0 0 1,14 7-1,1 0-569,1-1 0,0-1-1,1-1 1,0-2 0,0 0-1,41 7 1,130 10-8733,-93-19-676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9133,'32'-20'8107,"-23"26"-7671,-1-1 0,1 2 0,-1-1 0,0 1 0,-1 0 0,0 1 0,0-1 0,0 2 0,-1-1 0,0 1 0,7 14 0,-2-1-171,-1 0-1,-1 0 1,11 45 0,-14-41-133,-2 0 1,0 0-1,-2 0 0,0 0 1,-2 0-1,-1 1 0,-1-1 1,-2 0-1,0 0 0,-2-1 1,0 1-1,-2-1 0,-18 41 1,4-35 1137,22-31-1258,0 0-1,0 0 1,0 0-1,0 0 0,0 0 1,0 1-1,0-1 1,0 0-1,0 0 0,0 0 1,0 0-1,0 0 1,0 0-1,0 0 0,-1 1 1,1-1-1,0 0 0,0 0 1,0 0-1,0 0 1,0 0-1,0 0 0,0 0 1,0 0-1,-1 0 1,1 0-1,0 0 0,0 0 1,0 0-1,0 0 1,0 1-1,0-1 0,-1 0 1,1 0-1,0 0 1,0 0-1,0 0 0,0-1 1,0 1-1,0 0 1,-1 0-1,1 0 0,0 0 1,0 0-1,0 0 1,0 0-1,0 0 0,0 0 1,0 0-1,-1 0 1,1 0-1,0 0 0,0 0 1,0 0-1,0-1 1,0 1-1,5-18 246,5-1-213,0-1 0,1 2 0,1 0 0,1 0 0,22-24 0,87-77-1402,-57 58 16,51-57-2234,-3 5-1349,-35 40-1517,-39 37-756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24 9049,'1'-1'277,"-1"1"0,1-1 0,-1 1-1,1-1 1,-1 0 0,1 1 0,-1-1 0,0 1 0,1-1 0,-1 0 0,0 1 0,1-1 0,-1 0 0,0 1-1,0-1 1,0 0 0,0 0 0,0 1 0,0-1 0,0 0 0,0 0 0,0 1 0,0-1 0,0 0 0,0 1-1,0-1 1,0 0 0,-1 1 0,1-1 0,-1-1 0,-10 1 5560,-1 3-5502,9-2-1024,0 1 2025,4 3-1036,-1 0 1,2 0-1,-1 0 0,0 0 0,1 0 0,0-1 0,-1 1 0,2 0 1,-1-1-1,0 1 0,6 5 0,15 29 421,-16-21-598,-2 1 1,-1 0-1,0 0 0,-1 1 0,-1-1 0,-1 1 0,0 0 0,-3 24 1,-6 16 16,-18 75 0,3-19-141,20-77-60,3-37 57,0 0 1,0 0-1,1-1 0,-1 1 1,0 0-1,1-1 0,-1 1 1,1-1-1,-1 1 0,1 0 1,-1-1-1,1 1 0,-1-1 1,1 1-1,0-1 0,-1 1 1,1-1-1,0 0 0,-1 1 1,1-1-1,0 0 0,-1 0 1,1 1-1,0-1 0,0 0 1,1 0-1,17 2-35,-10-5 27,0 0 0,-1 0 0,1-1 0,-1 0 0,11-8 1,-10 6 2,24-16-49,39-33 0,3-2-75,-3 6 23,-20 12-12,1 2-1,2 3 1,106-48 0,-155 80 112,0 0 0,-1 0 0,1 1 0,0 0 0,0 0 0,1 0 0,-1 1 0,0 0 0,0 0 0,0 0 0,9 3 0,-11-2 10,0 0 0,0 0 0,0 1 0,0 0 0,0-1 0,0 1 0,-1 1 0,1-1 0,-1 1 0,1-1 0,-1 1 0,0 0 0,0 0 0,0 0 0,-1 1 1,1-1-1,3 7 0,6 15 51,-2-1 0,14 52 0,7 14 0,-23-69-33,2-2 0,0 1 0,1-1 0,1-1 0,1 0 0,0-1 0,19 20 0,-25-31-23,0 1-1,0-2 0,1 1 1,0-1-1,0 0 0,0 0 1,0-1-1,1 0 1,0 0-1,0-1 0,0 0 1,0-1-1,0 0 0,0-1 1,1 1-1,-1-2 1,0 1-1,1-1 0,11-2 1,2-2-8,-1-1 0,0-1 1,0-1-1,0-1 1,-1-1-1,0-1 0,-1 0 1,0-2-1,33-25 1,-45 31 17,70-50-24,-71 52 18,-1 0 0,1 1 0,0-1 0,0 1 0,1 1 0,-1-1 0,1 1 0,-1 1 0,15-2 0,-17 3 11,-1 1-1,0 0 1,1 0-1,-1 0 0,0 0 1,0 1-1,0 0 1,0 0-1,0 0 0,-1 0 1,1 0-1,-1 1 1,1-1-1,-1 1 0,0 0 1,4 4-1,8 10 193,25 38 0,-14-19 48,-12-17-81,1 0-1,1-1 0,1 0 0,1-2 0,0 0 0,1-1 1,40 24-1,-56-38-136,1 1-1,0 0 1,-1-1 0,1 0 0,0 0 0,0 0 0,0 0-1,-1-1 1,1 0 0,0 1 0,0-1 0,0-1-1,0 1 1,0 0 0,0-1 0,0 0 0,6-2-1,-5 1-16,0-1 0,-1 0 0,1 0 0,-1 0 0,0 0 0,1-1 0,-1 0 0,-1 1 0,1-1 0,-1-1 0,5-6 0,-1 0-12,-1 0-1,0-1 0,-1 0 1,0 0-1,-1 0 0,0-1 1,-1 1-1,0-1 1,1-20-1,-4 17-5,0-1-1,-1 1 1,-1-1 0,0 1-1,-1-1 1,-1 1 0,-1 0-1,0 1 1,-1-1 0,-8-16-1,7 21-51,0-1 0,0 1-1,-2 0 1,1 0-1,-1 1 1,-1 0 0,1 1-1,-2 0 1,1 0-1,-1 1 1,-1 1 0,-20-11-1,18 11-242,0 2 0,0-1 0,0 2-1,-1 0 1,1 0 0,-1 2 0,0 0-1,-20 0 1,22 2-336,0 1-1,0 0 1,-1 1-1,1 1 1,0 0-1,1 1 1,-1 0-1,1 1 1,-20 10-1,8-2-1123,7-5-620,1 1 0,1 1 0,-23 17 1,11 3-5523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47 706 6733,'-2'-25'2185,"2"24"-2006,1 0-1,-1 0 0,0 1 1,0-1-1,1 0 0,-1 0 1,1 1-1,-1-1 0,0 0 1,1 1-1,-1-1 0,1 0 1,0 1-1,-1-1 0,1 1 1,-1-1-1,1 1 0,0-1 1,-1 1-1,1 0 0,0-1 1,0 1-1,-1 0 0,1 0 1,0-1-1,0 1 0,-1 0 1,1 0-1,0 0 0,0 0 1,0 0-1,1 0 0,5-16 2895,-5 13-2794,-1 1 1,1 0-1,0 0 0,0 0 1,1 0-1,-1 0 1,0 0-1,1 0 1,-1 1-1,4-2 0,4-4 6805,-10 11-6867,-1-1 0,0 0 0,0 0-1,0 0 1,0 0 0,0 0 0,-3 5 0,-2 3 42,-8 22 216,-6 16 163,-28 95 1,45-131-606,0 1 1,1 0 0,0 0-1,1 0 1,1 1 0,0-1-1,1 0 1,0 0 0,1 0-1,1 0 1,0 0 0,5 13-1,-6-22-46,0-1 0,0 1 0,1-1-1,-1 1 1,1-1 0,0 0 0,0 0-1,1 0 1,-1-1 0,1 1 0,0-1-1,-1 0 1,2 0 0,-1 0 0,0-1-1,0 1 1,1-1 0,-1 0 0,1 0-1,0-1 1,0 1 0,0-1 0,-1 0-1,1 0 1,0-1 0,0 1 0,9-2-1,0 0-15,0-1-1,0 0 1,0-1 0,0 0-1,-1-2 1,1 1-1,-1-2 1,20-10-1,-24 11 23,34-18-4,-1-2-1,41-32 1,-79 53 10,0 1 0,0 0 0,0 1 0,0-1 0,0 1 0,0 0 0,0 0 0,1 0 0,-1 0 0,1 1-1,-1 0 1,1 0 0,0 0 0,0 0 0,-1 1 0,1 0 0,0 0 0,0 0 0,0 1 0,-1-1 0,1 1 0,0 0 0,-1 1 0,1-1 0,-1 1 0,1 0 0,-1 0 0,0 0 0,0 0 0,7 6 0,7 7 16,0 1 0,0 0 0,-2 2 0,29 38 0,-4-6 59,-38-46-80,0-1 0,0 1 1,1-1-1,0 0 1,-1 0-1,1 0 0,0 0 1,0-1-1,0 0 1,1 1-1,-1-2 1,1 1-1,-1 0 0,1-1 1,-1 0-1,1 0 1,0 0-1,8 0 1,-7-2-11,0 0 1,0-1 0,-1 1 0,1-1 0,0-1-1,-1 1 1,1-1 0,-1 0 0,0 0 0,0 0-1,0-1 1,0 1 0,-1-1 0,6-6 0,9-9-34,-2-2-1,0 0 1,27-43 0,33-80-59,-20 36-52,-14 32 77,159-294-193,-175 315 258,103-232-31,-129 284 166,-3 7 58,-78 140 396,-62 160 1,119-251-583,-5 12-940,3 2 1,-25 109 0,39-125-1290,3 1 1,-1 60 0,8-90-1382,5 42 1,13 19-8441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4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26 12633,'-26'-26'11655,"25"27"-11507,0-1 0,0 0 0,0 1 0,0-1-1,0 1 1,0-1 0,0 1 0,0 0 0,0-1 0,0 1-1,0 0 1,1 0 0,-1 0 0,0-1 0,0 1 0,1 0-1,-1 0 1,1 0 0,-1 0 0,1 0 0,-2 2 0,-8 27 942,10-30-1048,-21 80 455,-21 61-6158,13-44-4117,14-43-969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0 898 7545,'30'-14'6799,"-5"4"-1722,-10-1-5356,23-19 1343,-22 18-689,-1 0 0,18-19 0,-5 0-64,-9 11-72,-1-1 1,-1-1-1,21-35 1,49-121 270,-67 137-418,3 1 0,30-41 0,6-11 80,53-102 3020,-131 198-2040,12-1-1028,0 0 1,0 1 0,0 0-1,0 0 1,1 1-1,0 0 1,0 0-1,0 0 1,1 1-1,-1 0 1,-7 12-1,-5 10 199,-23 44 0,33-56-226,-2 5-79,0 1-1,2 0 1,0 0 0,2 0 0,0 1 0,2 0 0,0 0-1,0 35 1,4-42-672,1 0 0,0 1-1,1-1 1,1 0-1,7 23 1,-6-28-728,0 0 1,1 0-1,0-1 0,1 1 1,0-1-1,1-1 0,0 1 1,9 9-1,-2-5-9572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9937,'0'0'7561,"-7"20"-6753,4 0-276,6-2-576,-3-1-844,3 0-881,1 6-2959,-1-3-3697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13685,'-31'51'2725,"12"-25"-93,3 8-512,0-2-404,0-1-436,0 9-148,3 3-292,7 6-1024,-3-1-700,-1 1-1080,4-1-808,-1 1-3257,14 14-5284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7 405 11517,'-1'-3'2346,"-5"-56"5503,6 54-7516,0-1 0,1 1 0,-1 0 0,1 0-1,0-1 1,1 1 0,-1 0 0,1 0 0,0 0 0,0 1 0,5-9 0,7-4 220,1 0 0,0 1 1,2 1-1,-1 0 0,2 1 0,35-22 0,118-51 394,-143 75-841,1 1 0,0 2-1,0 0 1,35-4 0,-58 12-66,0 0 0,0 1 0,0-1 0,0 1 1,0 1-1,0-1 0,0 1 0,0 0 0,0 0 0,-1 0 1,1 1-1,0 0 0,-1 0 0,7 4 0,-9-4-6,-1 0-1,1 1 1,-1-1 0,1 1-1,-1-1 1,0 1 0,0 0-1,0 0 1,-1 0 0,1 0-1,-1 0 1,0 0 0,1 1-1,-1-1 1,-1 0-1,1 1 1,0-1 0,-1 1-1,0-1 1,0 1 0,0-1-1,0 0 1,0 1 0,-2 4-1,0 9-6,-2 1 1,0 0-1,-1-1 0,-1 0 0,-1 0 0,-13 23 0,-63 94 47,51-86-69,7-8-945,-2-2 1,-2-2-1,-35 35 1,49-56 305,1-2 0,-2 0 0,1-1 0,-2-1 0,0 0 0,0-1 0,-1-1 0,0-1 0,-34 11 0,-6-5-6742,3-2-4933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915 1102 7697,'3'-18'1465,"10"-37"8141,-4 33-8527,9-14 1836,-18 35-2805,1 0 0,-1 0-1,0-1 1,0 1 0,0 0-1,0 0 1,0 0 0,0 0 0,0 0-1,0 0 1,0 0 0,0 0 0,0 0-1,-1 0 1,1 0 0,0 0-1,-1 0 1,1 0 0,-1-1 0,-1-3 252,1 1-242,0 0 0,1 1-1,-1-1 1,-1 0 0,1 0 0,-1 0 0,1 1-1,-1-1 1,0 1 0,0-1 0,-1 1 0,1 0 0,-1 0-1,1 0 1,-1 0 0,0 0 0,0 1 0,-1-1-1,1 1 1,0 0 0,-1 0 0,1 0 0,-1 1-1,0-1 1,1 1 0,-1 0 0,0-1 0,0 2-1,0-1 1,0 0 0,0 1 0,-4 0 0,-9-1 25,0 0 0,-1 2 1,1 0-1,0 1 0,-19 4 1,-30 9 135,0 3 1,2 3 0,-84 39 0,81-26-134,-68 43 1,115-64-161,1 1 0,1 0-1,1 1 1,0 1 0,1 0 0,0 1 0,-25 38 0,37-48-37,0 0 1,1 0 0,0 0 0,0 0 0,0 0 0,1 0 0,0 1 0,-1 13 0,3-17 1,-1-1-1,2 1 1,-1 0-1,0-1 1,1 1 0,-1 0-1,1-1 1,0 1 0,0-1-1,1 1 1,-1-1-1,1 0 1,0 1 0,0-1-1,0 0 1,0 0 0,0 0-1,1-1 1,-1 1-1,4 3 1,4 1-127,-1-1 1,1 0-1,0 0 0,0-1 0,0 0 0,1-1 1,0 0-1,-1-1 0,2 0 0,-1-1 0,18 2 1,5-2-287,1-1 1,54-6 0,-55 1 269,0-2 1,0-2-1,-1-1 0,0-1 1,-1-2-1,0-1 0,-1-2 1,-1-1-1,0-1 0,33-25 1,-23 11 79,-1-2 0,-1-1 1,-2-2-1,-1-1 1,-2-2-1,35-56 0,-9 0 27,-5-4 0,-3-1-1,49-144 1,62-171 465,-150 384-250,-3 12 884,-12 35-333,-13 36 92,-69 167 1046,-26 78-787,93-239-907,0-1 56,-13 67 0,28-106-168,0 0 1,2-1-1,0 1 1,1 0 0,1 0-1,0-1 1,2 1-1,5 23 1,-5-33-76,0 1-1,0-1 1,1 0 0,0-1-1,1 1 1,0-1 0,0 1-1,0-1 1,1-1 0,0 1-1,0-1 1,1 0 0,0-1-1,0 1 1,0-1 0,1-1-1,-1 1 1,1-1 0,0-1-1,0 1 1,1-1 0,-1-1-1,15 3 1,-1-1-94,0-1 0,0-1 1,0-1-1,0-1 0,0-1 0,0-1 0,0-1 1,29-7-1,-9-3 194,-2-1 1,0-1 0,-1-3-1,-1-1 1,0-2-1,-2-1 1,0-2 0,54-49-1,-87 71 12,5-5 120,0-1 0,0 2 0,1-1-1,0 1 1,0 0 0,0 1-1,1 0 1,17-6 0,-26 11-134,1 0 0,-1 1 0,0-1 0,0 0 0,1 1 0,-1-1 0,0 1 0,0-1 0,0 1 0,0 0 0,0-1 0,1 1 0,-1 0 0,0 0 0,-1 0 0,1 0 0,0 0 0,1 1 0,1 1 71,2 2-40,0 1 0,-1-1 0,1 1 1,-2 0-1,1 0 0,-1 0 0,1 1 0,-2-1 0,1 1 0,-1-1 0,0 1 0,1 8 1,2 14 138,3 48 0,-5-36-214,-1-20-289,0 0 0,2 0 0,1 0 0,1 0 0,8 22-1,-11-36-206,1 0-1,-1 0 0,1 0 0,0 0 0,1-1 1,-1 0-1,1 0 0,1 0 0,-1 0 0,1-1 1,0 0-1,0 0 0,1 0 0,-1-1 0,1 0 0,0 0 1,8 2-1,20 6-6054,0-3-4222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7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39 9869,'-13'0'1787,"4"-3"5355,12-4-1334,4-1-6392,-4 6 816,-1 1 1,1 0-1,-1 0 0,1 0 0,-1 0 1,1 1-1,-1-1 0,1 1 0,0-1 0,3 1 1,2-1 126,13-2-302,0 1 0,30 0-1,18-2-5139,-46 5 1195,-8 3-1713,1-1-3949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7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3 265 13617,'-1'-13'962,"-1"-11"3464,21 9-49,-4 2-3207,43-11 652,1 2 0,72-16 1,-58 17-909,73-32 447,-57 18-888,-61 28-473,-20 11 0,-4-1 0,0 0 0,0 1 0,0-1 0,-1 1 0,0-1 0,1 1 0,-1 0 0,0 1 0,-1-1 0,1 0 0,-1 1 0,0-1 0,0 1 0,0 0 0,-1 0 0,1 0 0,-1 0 0,0 0 0,0 9 0,1 14 0,-2 0 0,-2 34 0,0-41 0,0 13 2,-2 1-1,-1-1 1,-2 0-1,-2 0 1,-1-1-1,-1 0 1,-22 43-1,21-52-6,-1-1-1,-2 0 0,0-1 1,-1 0-1,-1-2 0,-1 0 1,-1-1-1,-1 0 0,0-2 1,-25 16-1,-32 22-3747,46-39-2567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7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12625,'-40'31'897,"17"-13"39,-37 36 0,51-44-476,1 0 0,0 1-1,0 0 1,1 0 0,1 1-1,0 0 1,-5 14 0,-33 94 1822,5 3 1,6 1-1,5 1 1,6 2-1,-7 147 1,28-244-2339,-3 30-1302,8 95-1,-2-136 975,1 0 1,0 0 0,2-1 0,0 0 0,1 0-1,1 0 1,0-1 0,1 1 0,14 19 0,20 20-4532,-11-25-1183,9 0-6067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10657,'118'23'2140,"-67"-20"-260,-1 3-364,4-6-271,0 3-281,7 2-692,9-2-956,3 3-981,-7 0-1131,1 5-1120,3-5-2713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10197,'1'1'294,"-1"0"0,0 1 0,1-1 0,0 1 1,-1-1-1,1 1 0,0-1 0,0 0 0,0 0 0,0 1 0,0-1 1,0 0-1,0 0 0,0 0 0,0 0 0,0 0 0,1 0 0,-1-1 1,0 1-1,3 1 0,33 10 1010,-16-7-396,-2 6-352,1 0 0,-2 1 0,1 1 0,-2 0-1,0 1 1,16 18 0,-25-25-422,11 12 89,-1 0 0,0 0 0,-2 2 0,0 0 0,-2 1-1,15 28 1,-24-41-197,-1 0-1,0 0 1,0 1 0,-1-1-1,0 1 1,-1 0-1,0 0 1,-1 0-1,0 0 1,0 0-1,-1 0 1,0 0 0,-1 0-1,0 0 1,-1 0-1,0 0 1,0 0-1,-7 17 1,5-21-16,1 0 0,-1 0 0,0-1 0,0 1 1,-1-1-1,0 0 0,0-1 0,0 1 0,0-1 0,-1 0 0,1 0 1,-1-1-1,-10 5 0,-5 1-34,-1 0 0,-32 7-1,46-14 30,1 0 8,1 0 0,-1-1-1,0 0 1,0 0 0,0 0 0,1-1 0,-1 0 0,0 0-1,0-1 1,0 0 0,0 0 0,1-1 0,-1 1 0,1-1-1,-1-1 1,1 0 0,0 1 0,-1-2 0,-10-7 0,15 10-2,1 0 1,-1-1-1,0 1 1,1-1 0,-1 1-1,1-1 1,-1 0-1,1 0 1,0 0-1,-1 0 1,1 0 0,0 0-1,0 0 1,1 0-1,-1 0 1,0 0 0,1-1-1,-1 1 1,1 0-1,0 0 1,0-1-1,0 1 1,0 0 0,0 0-1,0-1 1,1 1-1,-1 0 1,1 0 0,-1 0-1,1-1 1,0 1-1,0 0 1,0 0-1,2-2 1,3-7 21,0 0 0,1 1 0,0 0 0,1 1-1,10-11 1,13-9-153,2 1 0,0 1 0,2 2-1,67-37 1,164-63-1888,-233 111 1797,-12 5 94,23-11-326,65-19-1,-106 39 450,-1 0 0,0 1-1,0-1 1,1 1 0,-1 0 0,0 0 0,0 0 0,0 0-1,0 0 1,0 0 0,0 0 0,0 0 0,0 1 0,-1-1-1,4 4 1,-4 0 8,1-1 0,-1 1-1,0-1 1,0 1 0,0 0-1,-1 0 1,0 5-1,2 11 0,8 83-768,-7-56-2094,0 6-4497,0 0-701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8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10989,'0'0'8109,"6"-15"-7365,1 1-200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451 947 5965,'0'0'4626,"4"-11"-2070,-2 8-2331,0 0-1,0 0 0,0 0 0,1 1 1,0-1-1,-1 1 0,1-1 1,0 1-1,0 0 0,0 0 1,0 1-1,0-1 0,6-1 0,19-13 784,2-5-184,-9 7-314,-1 0 0,0-1 1,-2-1-1,1-1 0,-2 0 0,30-39 1,-25 22 69,-9 15-97,-1 0 1,0-1-1,-2 0 1,12-31-1,34-159 1940,-39 137-1511,3 1 1,49-119-1,-64 185-76,-7 19-360,-9 27 80,-42 125 70,-16 54-201,-281 1115-425,306-1131 0,9 2 0,-10 248 0,43-417 0,2 1 0,2-1 0,1 0 0,2 0 0,11 43 0,-13-69 0,0 0 0,1-1 0,0 1 0,1-1 0,0 1 0,0-1 0,1-1 0,0 1 0,14 14 0,-15-19 0,0 0 0,1 0 0,0 0 0,-1 0 0,1-1 0,1 0 0,-1 0 0,0-1 0,1 1 0,-1-1 0,1-1 0,0 1 0,-1-1 0,1-1 0,0 1 0,11-1 0,-7-1-160,1-1 0,-1 0 0,0 0 0,1-1 0,-1-1 0,0 0 0,-1 0 0,1-1 0,-1 0 0,0-1 0,0 0 0,0-1 0,-1 0 0,0 0 0,-1-1 0,0 0 0,0-1 0,12-16 0,-11 13-62,-1 0 0,-1-1-1,0 0 1,0 0 0,-2 0-1,1-1 1,-2 0 0,0 0 0,0 0-1,-2-1 1,0 1 0,0-1 0,-1 1-1,-2-23 1,-3 11 55,-1 0 0,-1 1 0,-1 0 0,-1 0 0,-12-24 1,0 7-112,-49-77 1,31 65 168,-2 2 1,-93-91-1,-113-73 554,73 67-155,165 143-262,1-1 0,0-1 1,0 1-1,0-1 0,1-1 1,0 1-1,-5-11 0,10 15-20,-1 0 0,1 0-1,-1 0 1,1 0-1,0 0 1,1 0 0,-1 0-1,1-1 1,0 1-1,0 0 1,0 0 0,0 0-1,1-1 1,0 1-1,0 0 1,0 0 0,0 0-1,1 0 1,3-7-1,3-3-41,1 0 0,1 1 0,0 0-1,1 0 1,0 1 0,1 1-1,22-17 1,102-62-389,80-31-89,369-148 0,-530 247 470,91-22 0,-145 43 53,1 0 0,-1 1-1,1-1 1,-1 1 0,1 0 0,-1-1 0,1 1 0,-1 0-1,1 0 1,-1 0 0,1 0 0,-1 0 0,1 0 0,-1 1-1,1-1 1,-1 0 0,0 1 0,1-1 0,-1 1 0,1 0 0,-1-1-1,0 1 1,1 0 0,-1 0 0,0 0 0,0 0 0,0 0-1,0 0 1,0 0 0,0 0 0,0 0 0,0 0 0,0 1-1,0-1 1,-1 0 0,1 1 0,1 2 0,-2 0 29,1 0 0,-1 0 0,0 0 0,0 0 0,0 0 0,-1 0 0,1 0 0,-1-1 0,0 1 0,0 0 0,0 0 1,-1 0-1,-1 4 0,-19 30 429,-1-1 0,-56 67 1,-5 8 133,68-89-457,1 1-1,1 1 1,1 0 0,1 0 0,-12 42-1,22-59-98,0 1 0,1-1 1,0 1-1,0-1 0,1 1 0,0 0 0,0 0 0,1-1 0,3 14 0,-2-15-23,0-1 0,0 0-1,1 0 1,0 0 0,0-1 0,1 1-1,-1-1 1,1 0 0,1 0-1,-1 0 1,0 0 0,1-1 0,0 1-1,7 4 1,5 1 8,0-1 0,1 0 1,0-1-1,0-1 0,1 0 0,0-2 0,0 0 1,0-1-1,0-1 0,1-1 0,0 0 1,25-3-1,-5-1-48,0-1 0,0-3 0,-1-1 0,0-1 0,41-16 0,-62 18-1,0-1 0,-1-1 1,0 0-1,-1-1 0,0 0 1,29-24-1,-39 28 11,0-1-1,-1 1 1,1-1-1,-1-1 0,-1 1 1,1-1-1,-1 1 1,0-1-1,-1 0 1,1-1-1,-2 1 1,1-1-1,-1 1 1,0-1-1,0 0 1,-1 1-1,0-1 0,0-14 1,-3 7 2,0 0 0,-1 0 0,0 1 0,-1 0 0,-1-1-1,0 1 1,-1 1 0,-1-1 0,0 1 0,0 0 0,-2 1 0,-9-12 0,-4-3-9,-1 1 0,-1 1 0,-2 1-1,-29-22 1,-11 2-180,-2 3 0,-85-37 1,147 75-37,0 0 1,0 0 0,0 1 0,0 0 0,0 0 0,0 1 0,-1-1 0,1 1 0,-10 0 0,2 0-666,9 1-1081,8 7-2567,8 5 1897,-6-6 488,27 26-8254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6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1303 11081,'2'17'1280,"-2"-13"-863,0 0 0,1 0 0,-1 0-1,1 0 1,0 0 0,0 0 0,0 0-1,0 0 1,1-1 0,-1 1-1,1-1 1,0 1 0,0-1 0,0 1-1,3 2 1,-2-5-230,-1 0-1,0-1 0,0 1 1,0 0-1,0-1 1,0 0-1,1 1 1,-1-1-1,0 0 0,0 0 1,1 0-1,-1-1 1,0 1-1,0-1 1,0 1-1,1-1 1,-1 0-1,0 1 0,0-1 1,0 0-1,0 0 1,0-1-1,2-1 1,3-1 271,-1-1 0,1 0 0,-1 0 0,0-1 0,8-10 0,2-8-43,-2-1 0,0 0 0,-2-1 0,-1-1 0,15-53 1,5-12-48,121-348 230,-86 241-568,25-106-14,-85 264 27,-8 29 134,1 12-167,1 0 0,0 0 0,-1 0 0,1 0 0,0 0 0,-1 1 0,1-1 0,0 0 0,0 0 0,-1 0 0,1 0 0,0 0 0,-1 0 0,1 1 0,0-1 0,0 0 0,-1 0 0,1 0 0,0 1 0,0-1 0,0 0 0,-1 0 0,1 1 0,0-1 0,0 0 0,0 0 0,0 1 0,0-1 0,-1 0 0,1 1 0,0-1 0,0 0 0,0 1 0,0-1 0,-17 34 311,2 0 0,-20 62 0,-12 82 924,25-90-1011,-83 384-234,94-401 0,4 1 0,2 0 0,4 0 0,12 121 0,-8-168 2,1-1 0,2 0 0,0 0 0,1 0 0,1-1 0,2 0 0,14 25 0,-20-40-5,1 0-1,0-1 1,0 0-1,1 0 1,0-1-1,1 0 1,-1 0-1,1 0 1,0 0-1,0-1 1,1-1-1,0 1 1,0-1-1,0 0 1,0-1-1,0 0 1,1 0-1,0-1 1,-1 0-1,1-1 1,0 0-1,16 0 1,-13-1-76,0-2 1,1 0-1,-1 0 0,0-1 0,0-1 1,-1 0-1,1 0 0,-1-1 0,0-1 1,0 0-1,-1 0 0,14-11 1,2-4-91,0-1 1,-2-1 0,28-34-1,-17 13-4,-2-2-1,-2 0 1,-3-2-1,41-91 1,57-220-197,-78 182 244,-7-1 0,17-199 0,-55 351 97,-2-1 0,-3-34 0,2 59 40,0 0-1,-1-1 1,1 1-1,-1 0 1,1 0 0,-1-1-1,0 1 1,0 0 0,0 0-1,-2-4 1,2 5-2,1 1 1,-1-1-1,1 1 1,-1-1 0,1 0-1,-1 1 1,0-1-1,1 1 1,-1 0-1,0-1 1,0 1-1,1 0 1,-1-1 0,0 1-1,0 0 1,1 0-1,-1 0 1,0-1-1,0 1 1,0 0-1,0 0 1,-1 1 14,0-1 1,0 1-1,0 0 0,0 0 0,0-1 1,0 1-1,0 0 0,0 1 0,1-1 1,-1 0-1,0 0 0,1 1 0,0-1 1,-1 1-1,1 0 0,0-1 0,-1 1 1,1 0-1,-1 3 0,-15 32 345,2 1 0,2 0-1,-13 59 1,5-16-12,-91 355 159,82-289-365,-9 151 1,35-247-152,2 0 0,7 74 0,-3-107 0,0 0 0,2 0 0,0 0 0,1 0 0,1 0 0,0-1 0,2 0 0,0-1 0,0 1 0,13 16 0,-12-24-5,-1 1-1,2-2 1,-1 1-1,1-1 1,1 0-1,-1-1 1,1 0-1,1-1 1,-1-1 0,1 1-1,20 5 1,-21-7-52,1-1 1,-1-1 0,1 1 0,-1-2-1,1 0 1,0 0 0,0-1 0,0 0-1,-1-1 1,21-4 0,-11 0-50,0-2 0,0 0 0,-1-1 0,25-13 1,-16 5 1,-1-2 1,-1 0-1,-1-2 1,0-1-1,-2-1 1,0-1-1,31-41 0,-15 11 2,-2-2-1,53-104 0,-83 144 184,-1 0 1,-1 0 0,0-1-1,6-27 1,-12 41-35,0 1 0,0-1 0,0 1 0,0-1 0,-1 1 0,1-1 0,0 1 0,-1-1 0,1 1 0,-1 0 0,0-1 0,1 1 0,-1-1 0,0 1 0,0 0 0,0 0 0,0 0 0,0-1 0,0 1 0,0 0 0,-1-1 0,-2 6 15,0-1 1,1 1-1,-1 0 1,1 0-1,0 0 1,0 0-1,0 0 1,1 1-1,0-1 1,-3 7-1,2-5-16,-5 10-32,0 1-1,1 1 1,1-1-1,0 1 1,2 0-1,0 1 1,1-1-1,1 1 1,0-1-1,3 37 1,1-42-13,-1 0 1,2 0-1,0-1 1,1 1-1,0-1 0,0 0 1,2 0-1,-1-1 1,2 1-1,-1-1 1,1 0-1,1-1 1,0 0-1,1 0 1,-1-1-1,2 0 1,15 12-1,-4-5-1,1-1 0,0-2 0,0 0 0,1-1 0,31 11 0,-20-12 0,0-1 0,0-1 0,38 3 0,-59-10 0,1-1 0,-1 0 0,1-1 0,0 0 0,-1-2 0,1 1 0,-1-2 0,0 1 0,1-2 0,-2 0 0,15-6 0,-21 7 0,0 0 0,-1-1 0,1 1 0,-1-1 0,0 0 0,0-1 0,-1 1 0,1-1 0,-1 0 0,0 0 0,0 0 0,0-1 0,-1 1 0,0-1 0,0 0 0,-1 0 0,1 0 0,-1 0 0,-1-1 0,1 1 0,-1 0 0,0-1 0,0 1 0,-1-1 0,0 1 0,-1-12 0,-2-4 0,-1-1 0,-1 1 0,0 1 0,-2-1 0,-1 1 0,-16-32 0,5 17-28,-1 1-1,-2 1 1,-1 1-1,-2 1 1,-1 1 0,-2 1-1,0 1 1,-2 2 0,-1 1-1,-2 1 1,0 2-1,-1 2 1,-72-34 0,98 51-294,-1 0 1,0 1-1,0 0 1,0 0-1,-1 1 1,-11-1 0,17 3-4,-1 0 1,1 0-1,-1 0 1,1 0-1,-1 1 1,1 0 0,0 0-1,-1 0 1,1 0-1,0 1 1,0 0-1,0 0 1,0 0-1,-5 4 1,7-5-19,1 0 0,0 0 0,0 0 0,0 0 0,0 0 0,0 1 0,0-1 0,0 0 0,0 1 0,0-1 1,1 0-1,-1 1 0,0-1 0,1 1 0,0-1 0,-1 1 0,1-1 0,0 1 0,0 0 0,-1-1 0,1 1 0,0-1 0,1 1 0,-1-1 0,0 3 0,1 2-1282,4 37-10102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7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187 103 12065,'5'-6'603,"18"-28"3835,-22 32-2116,-4 1-380,2 0-1810,0 0 1,0 1 0,0-1-1,0 1 1,0 0-1,0-1 1,0 1-1,0 0 1,-1 0-1,1 0 1,0-1-1,0 1 1,0 1-1,0-1 1,-1 0-1,1 0 1,0 0-1,0 0 1,0 1-1,0-1 1,0 1-1,0-1 1,0 0-1,0 1 1,0 0-1,0-1 1,0 1-1,-1 1 1,0 1 167,0 1 0,0 0-1,0 0 1,1-1 0,-1 1 0,1 0-1,-1 7 1,-2 5-78,-54 174 2014,31-111-1596,-32 161-1,54-212-557,-7 42 5,12-68-103,-1 1 0,1-1 0,0 0 0,0 0-1,0 0 1,0 1 0,0-1 0,1 0 0,-1 0 0,1 0 0,-1 0 0,1 1 0,0-1 0,0 0 0,0 0-1,0 0 1,0 0 0,0-1 0,0 1 0,1 0 0,-1 0 0,4 2 0,-2-3-4,-1 0 0,1 0 0,0-1 0,0 1 0,-1-1 0,1 0 0,0 0 0,0 0 0,-1 0 1,1 0-1,0-1 0,0 1 0,0-1 0,-1 0 0,1 1 0,4-3 0,49-24-143,-38 17 97,59-31-131,129-59-139,-180 90 381,1 1 0,0 1 0,1 1 0,0 1 0,0 2 0,32-1 0,8 6 710,112 16-1,-170-16-694,1 0 0,-1 0 0,1-1-1,-1-1 1,1 0 0,-1 0 0,0-1 0,0-1-1,0 1 1,0-2 0,0 1 0,0-1-1,-1-1 1,15-9 0,-16 8-60,0-1 0,0 0 0,-1-1 0,0 0 0,0 0 0,-1-1 0,0 1 0,0-1 0,-1-1 0,0 1 0,-1-1 0,0 1 0,-1-1 0,0-1 0,0 1 0,-1 0 0,-1-1 0,2-17 0,-3 6 0,-1 0 0,-1 0 0,0 0 0,-2 0 0,-1 0 0,0 1 0,-16-40 0,16 48-814,1-1-1,0 0 1,1 0 0,0 0-1,1 0 1,0-22-1,2 33-1609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11349,'0'0'9413,"-16"9"-7657,0 2-320,7 12-276,-7 17-296,3 0-156,4-3-360,3 1-904,6 4-400,0-2-800,0 3-928,-7 3-652,1-3-1937,9-9-4216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10049,'13'-46'6140,"-7"69"-5227,1 0-221,-1-9-564,-3 0-868,7 9-709,-1 0-987,-9 6-1416,3 19-2609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0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9037,'6'-8'1394,"1"0"0,-1-1 1,0 0-1,7-15 0,4-7 3049,-16 30-4304,-1 0 1,1 0 0,-1 0 0,1 0-1,0 0 1,0 0 0,-1 0 0,1 0 0,0 1-1,0-1 1,0 0 0,0 1 0,0-1 0,0 0-1,0 1 1,0-1 0,0 1 0,1 0-1,-1-1 1,0 1 0,2-1 0,-2 2-48,0-1 1,0 0-1,0 0 1,0 1-1,0-1 1,0 1-1,0-1 1,-1 1-1,1-1 1,0 1-1,0 0 0,0-1 1,0 1-1,-1 0 1,1-1-1,0 1 1,0 0-1,0 2 1,2 2 126,0 0 1,-1 0-1,0 0 1,0 0-1,0 1 1,0-1 0,1 10-1,-1 9 56,-2 0-1,0-1 1,-5 37-1,-19 77 302,14-80-463,7-44-82,1-2 21,0-1-1,1 1 1,0 15 0,1-24-47,0 1 1,0-1-1,0 1 1,1-1-1,-1 0 1,1 1 0,-1-1-1,1 0 1,0 1-1,0-1 1,0 0-1,0 0 1,1 0 0,-1 0-1,1 0 1,-1 0-1,1 0 1,-1 0 0,1-1-1,2 3 1,3-4 30,19-11-15,-1 0 1,0-2-1,-1-1 1,-1-1-1,38-30 1,38-24-2,-53 41-26,1 3 1,1 2-1,1 2 0,1 2 0,0 2 1,2 2-1,59-8 0,-101 22 28,1 0 0,-1 1 0,0 0 0,0 0 0,0 1 0,0 0 0,0 1 0,0 1 0,-1-1 0,1 1 0,0 1 0,-1 0 0,0 0 0,10 7 0,-4-1 47,0 1 0,-1 1 0,-1 0 0,1 1 0,-2 1 0,19 26 0,18 32 107,16 22 28,-57-84-190,0-1 0,1 0 0,0 0 0,0-1 0,1 0 0,19 11 0,-26-17-14,1 0-1,0-1 0,0 1 1,0-1-1,0 0 0,0-1 1,1 1-1,-1-1 0,0 1 1,0-1-1,0 0 0,1-1 0,6 0 1,3-3-7,-1 1 0,23-10 0,-12 2-2,-1 0-1,0-2 0,0-1 0,-1 0 0,-1-2 0,-1 0 0,0-2 0,-1 0 0,21-26 0,-15 12 16,-1 0 0,-2-1 0,-1-1 1,-2-1-1,21-54 0,-34 74-20,-1 0 0,8-33 0,-13 44 12,1-1 0,0 0 0,-1 0 0,0 1 0,0-1 0,-1 0 0,1 0 0,-1 1 0,0-1-1,0 0 1,-1 1 0,1-1 0,-1 1 0,-4-8 0,4 10-1,-1 0 0,1 0 0,-1 0 0,0 0 0,0 1 0,1-1-1,-1 1 1,0-1 0,0 1 0,-1 0 0,1 0 0,0 1 0,0-1 0,0 1 0,-1-1 0,1 1-1,0 0 1,-7 1 0,9-1 2,-7 1 1,0 0 0,0 0 0,0 1 0,0 0 0,1 0 0,-1 1 0,1 0 0,-1 1 0,1-1 0,0 1 0,0 1 0,1-1 0,-1 1 0,1 0 0,0 1 0,-6 6 0,0 2-4,0 0 1,1 1-1,0 0 1,1 0-1,1 1 0,-8 18 1,12-20-3,0 0 0,0 0 0,2 1-1,0 0 1,0 0 0,1-1 0,1 1 0,1 26 0,1-34 12,-1 0-1,1 0 1,0 0 0,0 0-1,1 0 1,0 0 0,1-1-1,-1 1 1,1-1 0,0 1-1,1-1 1,-1 0 0,1-1-1,1 1 1,-1 0 0,1-1-1,0 0 1,0 0-1,0-1 1,11 8 0,-13-11 36,1 1 0,-1-1 0,1 1 0,0-1 0,-1-1-1,1 1 1,0 0 0,-1-1 0,1 0 0,0 0 0,0 0 0,0 0 0,-1 0 0,1-1 0,0 0 0,-1 0 0,1 0 0,0 0 0,-1 0 0,0-1 0,1 1 0,-1-1 0,0 0 0,0 0 0,1 0-1,-2-1 1,6-4 0,5-5 192,-1-1-1,-1 0 1,0-1-1,16-25 1,-23 33-234,-1 1 0,1 0 0,0-1 0,0 2 0,1-1 0,-1 0 0,1 1 0,0 0 0,11-7 0,-16 11 0,1-1 0,-1 1 0,1-1 0,-1 1 0,0 0 0,1 0 0,-1-1 0,1 1 0,0 0 0,-1 0 0,1-1 0,-1 1 0,1 0 0,-1 0 0,1 0 0,-1 0 0,1 0 0,0 0 0,-1 0 0,1 0 0,-1 0 0,1 0 0,-1 0 0,1 0 0,0 0 0,-1 1 0,1-1 0,-1 0 0,1 0 0,-1 1 0,1-1 0,-1 0 0,1 1 0,-1-1 0,0 0 0,1 1 0,-1-1 0,1 1 0,-1-1 0,0 1 0,1-1 0,-1 1 0,0-1 0,0 1 0,1-1 0,-1 1 0,0-1 0,0 1 0,0-1 0,0 1 0,1-1 0,-1 2 0,1 1 0,8 19 0,-1 1 0,-1-1 0,-1 1 0,5 34 0,5 101 0,-11-98 0,4 69 0,-7 145 0,-6-210 0,-3 0 0,-2-1 0,-3 0 0,-27 80 0,-88 205 0,108-296 0,-2-1 0,-3-1 0,-56 88 0,76-131 0,-1-1 0,1 0 0,-1 0 0,-1 0 0,1 0 0,-1-1 0,0 0 0,-1 0 0,1-1 0,-1 0 0,0 0 0,0 0 0,0-1 0,0 0 0,-1 0 0,1-1 0,-15 3 0,11-4 0,1-1 0,-1 0 0,1-1 0,0 0 0,-1 0 0,1-1 0,0 0 0,0-1 0,0 0 0,0-1 0,1 0 0,-1-1 0,-8-5 0,-14-9 0,0-1 0,1-2 0,2-1 0,0-2 0,1 0 0,2-2 0,0-1 0,2-1 0,-24-38 0,42 56 0,1 0 0,0 0 0,0 0 0,1 0 0,1-1 0,0 1 0,0-1 0,1 0 0,1 0 0,0 0 0,0 0 0,1 0 0,4-24 0,-1 20 0,1-1 0,1 1 0,0 0 0,1 1 0,1-1 0,1 1 0,0 0 0,1 1 0,15-20 0,14-12-633,3 1 1,1 3-1,2 1 0,67-48 1,210-119-6461,-208 141 2325,204-161 0,-266 183-5223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19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5733,'9'-19'26894,"39"5"-26854,1 3 1,0 2-1,84-4 0,-19 1-61,-37 2-254,117-13-5467,247-63 1,-329 56-1133,2 5-4277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13381,'1'-5'1684,"4"-21"-2263,11 11 18297,-6 37-17155,-2-2-563,-2 0 0,-1 1 0,0-1 0,-2 1 0,2 38 0,-8 111 0,-1-80 0,-23 182 0,3-61 0,26-192 0,-1-18 0,0 0 0,0 0 0,1-1 0,-1 1 0,0 0 0,1-1 0,-1 1 0,0-1 0,1 0 0,-1 1 0,1-1 0,-1 0 0,1 0 0,-1 0 0,1 0 0,2 0 0,24-4 0,-11-1 0,0-2 0,-1 0 0,29-16 0,15-8 0,-28 18 0,1 1 0,0 1 0,46-7 0,-60 15 0,0 1 0,0 1 0,0 0 0,0 1 0,0 1 0,0 1 0,31 7 0,-45-8 0,0 1 0,-1-1 0,1 1 0,0 0 0,-1 0 0,1 0 0,-1 1 0,0 0 0,4 3 0,-6-5 0,-1 1 0,0-1 0,0 0 0,1 1 0,-1 0 0,0-1 0,-1 1 0,1-1 0,0 1 0,0 0 0,-1 0 0,1 0 0,-1-1 0,1 1 0,-1 0 0,0 0 0,0 0 0,0 0 0,0 0 0,0-1 0,0 1 0,-1 0 0,1 0 0,0 0 0,-1 0 0,-1 2 0,-1 4-22,-1 0 1,0 0-1,-1-1 0,0 1 0,0-1 1,-1 0-1,1-1 0,-1 1 0,-1-1 1,1-1-1,-1 1 0,-10 5 1,-13 8-185,-56 25 1,72-37 177,-294 126-1427,348-133-295,5-6 732,0-1-1,76-24 1,88-42-928,274-144 454,-357 146 1979,-122 69-423,1-1-1,-1 1 1,0-1-1,0 0 1,0 0-1,0-1 1,-1 1-1,1-1 1,-1 0-1,0 1 1,0-1-1,0-1 1,-1 1-1,1 0 1,-1-1-1,2-6 1,-4 9-12,0 1 0,0-1 0,0 0 0,0 0 0,0 0 0,-1 1 0,1-1 0,-1 0 0,1 1 0,-1-1 0,0 0 0,1 1 1,-1-1-1,0 1 0,0-1 0,0 1 0,0-1 0,0 1 0,-1 0 0,1-1 0,0 1 0,-1 0 0,1 0 0,-1 0 0,1 0 0,-1 0 0,1 0 0,-1 1 0,0-1 0,1 1 0,-1-1 0,0 1 0,-2-1 0,-2-1 62,0 1 0,-1 0-1,1 1 1,0-1 0,0 1-1,-11 2 1,14-2 1376,6-1-1377,0-1 1,1 1 0,-1 0-1,1 1 1,0-1-1,-1 1 1,5-1-1,-4 1-38,1 0 0,-1-1-1,0 0 1,1 0 0,-1 0 0,5-2-1,1-3 146,0 0 0,0 0-1,-1-1 1,0 0 0,9-10-1,-8 7 234,1 1 0,0 0 0,14-8-1,-24 17-449,-1-1-1,1 1 0,-1 0 1,1-1-1,-1 1 0,1 0 1,-1 0-1,1 0 1,-1 0-1,1-1 0,-1 1 1,1 0-1,-1 0 0,1 0 1,0 0-1,-1 0 0,1 0 1,-1 0-1,1 1 1,-1-1-1,1 0 0,-1 0 1,1 0-1,-1 0 0,1 1 1,-1-1-1,1 0 0,-1 1 1,1-1-1,-1 0 1,1 1-1,-1-1 0,1 1 1,8 21 73,-5 32 4,-5 22-80,-1-32 0,2-1 0,2 1 0,9 53 0,-10-92-3,0 0 0,1-1 0,0 0 0,0 1 0,0-1 1,0 0-1,1 0 0,-1 0 0,1 0 0,0 0 0,0-1 0,1 1 0,-1-1 0,1 0 0,0 0 0,0 0 0,0 0 1,0-1-1,0 0 0,0 0 0,1 0 0,-1 0 0,1-1 0,-1 1 0,1-1 0,-1 0 0,1-1 0,0 1 0,0-1 1,-1 0-1,1 0 0,0 0 0,0-1 0,-1 0 0,1 0 0,0 0 0,-1 0 0,1-1 0,7-3 0,25-15-61,-1-2 0,36-27 0,47-30-131,-114 76 186,0 0 0,1 1 0,-1 0 0,1-1 1,0 2-1,0-1 0,0 1 0,0 0 0,0 0 0,0 1 0,0-1 1,10 2-1,-3 1 8,1 1 0,-1 1-1,1 0 1,19 9 0,-7-2 47,-1-2 0,2 0 0,34 6-1,-52-13-60,1-1 0,0-1 0,-1 1 0,1-1 0,0-1 0,-1 0 0,1 0-1,0-1 1,-1 0 0,0-1 0,1 0 0,-1 0 0,12-7 0,-6 0-73,-1 1 1,1-2 0,-2 0 0,1-1 0,-2 0 0,0-1 0,0-1 0,-1 1-1,-1-2 1,0 0 0,15-31 0,1-11-38,35-120 1,-54 155 91,14-46 852,53-114 0,-74 183-813,0-1 0,0 0 0,0 0 0,0 0-1,1 0 1,-1 0 0,0 0 0,0 1 0,0-1 0,0 0 0,0 0-1,0 0 1,0 0 0,0 0 0,1 0 0,-1 0 0,0 0-1,0 0 1,0 0 0,0 1 0,0-1 0,1 0 0,-1 0-1,0 0 1,0 0 0,0 0 0,0 0 0,0 0 0,1 0-1,-1 0 1,0 0 0,0 0 0,0 0 0,0 0 0,0-1-1,0 1 1,1 0 0,-1 0 0,0 0 0,0 0 0,0 0-1,0 0 1,0 0 0,0 0 0,1 0 0,-1-1 0,0 19 62,-42 305-68,20-191 0,6-53-776,9-45-346,0 0-1,-2 38 1,9-63 889,0-1-1,0 0 1,0 1-1,1-1 1,0 0 0,1 0-1,0 1 1,0-1-1,1-1 1,0 1 0,0 0-1,1-1 1,8 13-1,-11-17-1114,5 4 1172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0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11489,'0'0'4318,"4"-1"-2414,61-13 2505,118-11 0,72 13-1204,-231 11-2894,7 0 136,-1 1 0,30 5 0,-53-4-359,0 0 1,0 0 0,0 0-1,-1 1 1,1 1 0,-1-1 0,1 1-1,-1 0 1,0 0 0,0 1-1,0 0 1,0 0 0,-1 0 0,8 8-1,-11-9-85,0 0 0,0 1-1,0-1 1,0 1-1,-1 0 1,0 0 0,1-1-1,-2 1 1,1 0 0,0 0-1,-1 0 1,1 0-1,-1 0 1,0 0 0,-1 0-1,1 0 1,-1 0 0,1 0-1,-1 0 1,-1 0-1,1 0 1,-2 4 0,-5 11-25,0-1 1,-22 35-1,28-51 18,-15 27-752,-49 87-3850,60-102 1478,0 0-1,1 0 1,-5 26-1,6-19-8719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0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9645,'29'-46'2264,"-23"29"1404,3 5-2339,1 1 927,6 2-2360,-4 1-772,4 16-768,0 1-621,-3 2-1843,6 12-3073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1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180 233 11373,'-11'6'1181,"0"-1"-1,-1-1 1,0 0 0,-17 3-1,26-6-662,-1 0 1,1 0-1,0 0 0,-1 1 0,1-1 1,0 1-1,0 0 0,0 0 0,0 0 1,1 0-1,-1 1 0,-4 4 0,-20 32 2916,17-23-2688,7-11-672,0-1 0,0 1 1,1 0-1,-1 0 0,1 0 0,1 0 0,-1 0 0,1 0 0,0 1 0,0-1 1,0 0-1,1 1 0,0-1 0,0 8 0,1-5 96,1 1 0,0-1-1,0 0 1,1 0 0,0 0 0,0 0 0,0 0-1,8 9 1,0 1 106,2-1 1,1-1-1,0 0 0,0-1 0,2 0 1,24 17-1,-14-14-317,1-1 1,0-1-1,1-2 0,1 0 1,0-2-1,1-1 0,48 10 1,-74-20 20,0 0 0,1 0 1,-1 0-1,0-1 0,0 0 0,1 0 1,-1 0-1,0 0 0,1-1 1,-1 1-1,0-1 0,0 0 1,0-1-1,0 1 0,0-1 0,0 0 1,0 0-1,0 0 0,-1 0 1,1 0-1,-1-1 0,1 0 1,-1 0-1,0 0 0,0 0 0,0 0 1,-1-1-1,1 1 0,-1-1 1,3-5-1,0-3-4,0 0-1,-1 0 1,-1 0 0,0-1-1,-1 1 1,0-1 0,-1 1-1,0-1 1,-2-14 0,0 12 17,0 0 0,-2 0 0,-5-20 0,-36-113-11,36 124 20,-1 0 1,-1 1 0,-1 1 0,-1 0-1,-1 0 1,-22-28 0,27 40-11,-6-8-342,-1 0 1,-1 1-1,-1 0 1,0 2-1,-1 0 1,-22-14-1,38 28 23,0-1 0,-1 0 0,1 1 1,-1-1-1,0 1 0,1 0 0,-1 0 0,0 0 0,0 0 0,1 1 1,-1-1-1,0 1 0,0-1 0,0 1 0,0 0 0,0 0 0,0 1 1,0-1-1,0 1 0,1-1 0,-6 3 0,5-2-375,0 1-1,0 0 0,0-1 0,1 1 1,-1 1-1,1-1 0,0 0 0,-1 1 1,1-1-1,0 1 0,-2 3 1,-10 22-9797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1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72 12209,'1'-2'323,"0"0"0,0 0 0,0 1 0,0-1 0,-1 0 1,1 0-1,0 0 0,-1 0 0,0 0 0,1 0 0,-1 0 0,0 0 0,0 0 0,0 0 0,0 0 0,0 0 0,0 0 0,-1 0 0,1 0 0,-1 0 0,0 0 1,1 1-1,-1-1 0,0 0 0,0 0 0,0 0 0,0 1 0,-1-2 0,-5-10 1574,6 10 561,1 23-784,0-11-1470,0 0 0,0 0 0,2 0 0,-1 0 1,1 0-1,4 13 0,5 23 165,3 68-53,-2 178 0,-12-281-333,1-1 1,0 1 0,1-1 0,2 11-1,-3-17 1,2-5 2,9-4 13,-1-1 1,0-1 0,0 0 0,0 0-1,-1-1 1,14-16 0,10-10 287,0 1-1,2 2 1,2 2 0,74-46 0,-85 60-130,1 1-1,1 1 1,1 2 0,0 1-1,0 1 1,1 2 0,1 0-1,37-2 1,-64 9-157,1 0 0,-1 1 0,1 0 0,-1 1 0,0-1 0,1 1 0,-1 0 0,1 0 0,-1 1 0,0-1 0,0 1 0,0 0 0,0 1 0,0-1 0,6 5 0,-8-4 0,0 0 0,0 0 0,0 1 0,0-1 0,-1 1 0,1 0 0,-1 0 0,0 0 0,0 0 0,-1 0 0,1 0 0,-1 0 0,0 0 0,0 1 0,0-1 0,0 1 0,-1-1 0,0 1 0,0 4 0,-2 17-175,-2 0 1,0 0-1,-2-1 0,-1 1 1,-1-1-1,-21 45 0,-15 47-1231,30-76-1039,0 0-2578,7-13-3303,4-3-3034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29 603 10085,'0'0'269,"0"1"0,-1-1 1,1 1-1,-1-1 0,0 1 0,1-1 1,-1 0-1,1 1 0,-1-1 1,0 0-1,1 1 0,-1-1 0,0 0 1,1 0-1,-1 1 0,0-1 0,1 0 1,-1 0-1,0 0 0,0 0 0,1 0 1,-1 0-1,0 0 0,1 0 0,-1 0 1,0-1-1,1 1 0,-1 0 1,0 0-1,1-1 0,-1 1 0,0 0 1,1-1-1,-1 1 0,0 0 0,1-1 1,-1 1-1,1-1 0,-1 1 0,1-1 1,-1 1-1,1-1 0,0 0 0,-1 1 1,1-1-1,0 0 0,-1 1 1,1-1-1,0 0 0,0 1 0,-1-1 1,1 0-1,0 1 0,0-1 0,0 0 1,0 1-1,0-1 0,0 0 0,0 0 1,0 1-1,0-1 0,1-1 0,0-6 44,0-1 0,0 1 0,1 0-1,0 0 1,1 0 0,-1 0 0,2 0-1,-1 0 1,1 1 0,0-1-1,10-11 1,8-10 379,38-38 0,-34 39-193,88-109-396,34-36-123,-143 168 20,1 0 0,0 0 0,0 0 0,0 1 0,1 0 0,11-5 0,-15 7 0,0 1 0,0 0 0,1 0 0,-1 0 0,0 0 0,0 1 0,1-1 0,-1 1 0,0 0 0,0 0 0,1 0 0,-1 0 0,0 1 0,1-1 0,-1 1 0,0 0 0,0 0 0,0 0 0,4 2 0,-1 1 0,1 0 0,-1 1 0,0-1 0,0 1 0,0 1 0,-1-1 0,0 1 0,0 0 0,0 1 0,7 12 0,-6-7 0,0 2 0,-1-1 0,0 0 0,-1 1 0,4 20 0,-3 5 0,-2 1 0,-1-1 0,-5 56 0,-44 237 0,-6-109 0,40-184 0,0 0 0,-3-1 0,-32 56 0,46-90-31,0 0 0,-1 0-1,0-1 1,0 1 0,0-1 0,0 0-1,-1 1 1,1-1 0,-1-1 0,-7 5-1,9-6-18,0 0-1,0 0 0,0 0 1,0-1-1,0 1 0,0-1 1,0 0-1,-1 0 0,1 1 1,0-1-1,0-1 0,0 1 1,-1 0-1,1 0 1,0-1-1,0 1 0,0-1 1,0 0-1,0 0 0,0 0 1,0 0-1,0 0 0,0 0 1,-2-2-1,-85-74-7445,59 49 2163,-38-27 0,11 19-4678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1 13489,'32'4'1202,"-19"-2"741,2 0 3410,-15 18-1785,0-10-3216,-2 0-1,0-1 1,0 1-1,0-1 1,-1 0-1,-1 1 1,1-2-1,-2 1 1,1 0-1,-1-1 1,0 0-1,-1 0 1,-12 13-1,-9 8 248,-59 50 0,85-78-587,-35 29 71,-83 68-1902,91-78 39,-1-1 1,-47 23 0,49-29-1729,1 2 0,-43 32 1,19-9-7598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4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18 8549,'25'-17'6748,"-31"34"-2769,2 9-1205,-2 50 1,0 10-377,-11 4-945,-3-1-1,-4 0 1,-59 139-1,-140 239-3387,112-246-3866,108-215 5488,-24 52-4265,13-20-1319,3 5-5628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1 381 10497,'21'9'2309,"-17"-7"-219,7-11 1179,-10 8-3180,0 0 0,0 0 0,0 0 0,0 0-1,0 0 1,0 0 0,1 0 0,-1 0 0,0 1 0,0-1 0,1 1 0,-1-1 0,2 0 0,38-5 592,0 1 1,0 3 0,62 3-1,-14 0-244,45-5-157,0-6 0,0-6 0,-2-6-1,144-43 1,-203 40-147,-2-3 0,0-3 0,-2-3 1,126-85-1,-182 113 2,-26 21 147,-5 4-157,-24 44 184,-63 127 0,69-119-261,-39 77-7,62-119-181,2 1 0,-13 54 0,23-78 99,0 0-1,0 0 1,0 1-1,1-1 1,0 1 0,0-1-1,0 0 1,1 1-1,3 10 1,-3-15 24,0 1 0,0 0 0,0-1 0,1 1-1,-1-1 1,1 1 0,-1-1 0,1 0 0,0 1 0,0-1 0,0 0 0,0 0-1,1 0 1,-1-1 0,1 1 0,-1-1 0,1 1 0,-1-1 0,1 0 0,0 0-1,-1 0 1,1 0 0,0 0 0,3 0 0,7 0-4,-1 0 0,0 0 1,1-1-1,-1-1 0,1 0 0,-1-1 1,0 0-1,0 0 0,21-9 0,11-6 6,53-29-1,-16 6 282,-42 23 255,0 1 1,1 3 0,50-12 0,-82 24-427,0 0 0,1 0 1,-1 1-1,0 0 0,1 1 0,-1-1 0,0 2 0,0-1 0,0 1 1,0 0-1,0 1 0,0 0 0,-1 0 0,1 1 0,-1 0 1,8 5-1,6 7 138,-2 0 1,0 2-1,31 35 1,-47-49-218,6 5 15,0 0 0,1-1 0,0-1 0,1 1 0,-1-2 0,1 1-1,1-2 1,-1 1 0,1-2 0,0 1 0,0-2 0,0 1 0,16 1 0,3-1-15,1-1 1,-1-1-1,1-2 1,35-4 0,-31 0-8,0-1 0,0-3 0,0 0 0,-1-2 0,-1-2 0,66-32 0,-80 33-8,-1 0 0,0-1 0,-1-1 0,0 0-1,-1-2 1,0 0 0,-1-1 0,-1 0 0,-1-2 0,0 1 0,-2-2 0,18-31 0,-27 44-2,0 0-1,-1-1 1,0 1-1,0-1 1,0 1-1,-1-1 1,0 0-1,0 0 1,-1 0 0,0 1-1,0-1 1,0 0-1,-3-11 1,2 13 1,-1 0 0,0 0-1,0 0 1,0 0 0,-1 0 0,1 0 0,-1 1 0,-1-1 0,1 1 0,0 0 0,-1 0 0,0 0 0,0 0-1,0 1 1,-1 0 0,1 0 0,-6-3 0,6 4 5,-1 0-1,1 0 1,-1 1-1,1-1 1,-1 1 0,0 0-1,0 1 1,1-1-1,-1 1 1,0 0 0,0 0-1,0 0 1,-7 2-1,0 1 2,1-1-1,0 2 0,0 0 0,-16 7 1,17-6-2,0 1-1,0 0 1,1 0 0,0 1 0,0 0 0,0 1-1,1 0 1,0 0 0,1 1 0,0 0 0,0 0 0,1 0-1,-6 12 1,9-15-1,0 1 0,1 0 0,-1 0-1,1 0 1,1 0 0,0 0 0,0 0 0,0 0 0,0 0-1,1 0 1,1 1 0,-1-1 0,1 0 0,0 0-1,1 0 1,0 0 0,0 0 0,0 0 0,1 0-1,0-1 1,6 11 0,1-4-68,0 0 1,0-1-1,1 0 1,1-1-1,0 0 0,1-1 1,0 0-1,0-1 1,1 0-1,0-1 0,1-1 1,-1-1-1,20 7 1,16 3-343,1-2 1,91 12 0,-85-18 188,0-3 0,0-3-1,101-8 1,-117 1 477,1-2 1,-2-1-1,1-3 0,-1-1 1,73-33-1,-70 23 186,-41 21-363,1 1-37,5 0-21,-1 1 0,0 0 0,0 0 0,0 1 0,0-1 0,0 2 0,0-1 0,10 6 0,-9-5-33,1 0 0,0 0 0,0-1 0,0-1 0,0 1 0,0-1-1,1-1 1,13 0 0,-5-1-6,0-2-1,0 1 0,22-8 0,-25 4 163,0-1 0,0-1 1,0 0-1,-1-1 0,0 0 0,21-20 0,-10 9 267,11-7-29,1 1 1,63-33-1,-87 52-311,2 0-1,-1 1 1,1 1-1,0 0 1,0 1-1,0 1 1,1 0-1,-1 1 1,1 1-1,0 0 1,17 2-1,-25 0-73,0 0 0,1 1 0,-1 0 0,0 0 0,0 1 0,0 0 0,0 1 0,0-1 0,-1 1 0,0 1 0,0 0 0,0 0 0,0 0 0,-1 0 0,0 1 0,0 0 0,6 8 0,-7-5 0,0-1 0,0 1 0,-1 0 0,0 0 0,0 1 0,-1-1 0,-1 1 0,1-1 0,-2 1 0,1 0 0,-1 0 0,-1 0 0,0 0 0,0 0 0,-3 14 0,-5 20 0,-2-1 0,-1 0 0,-32 73 0,37-102-1950,1 0 0,0 0 1,-5 24-1,9-33 1095,1 1-1,-1-1 1,1 0 0,0 1 0,0-1-1,1 0 1,0 1 0,0-1 0,0 0 0,0 1-1,1-1 1,0 0 0,4 8 0,3 1-9156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8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10601,'8'3'802,"1"0"363,-1-3 6764,-18 25-5988,0-4-1411,-1 0 0,-1-1-1,-1-1 1,0 0 0,-2-1-1,-19 20 1,8-9-140,-24 35 0,19-16-21,-36 73-1,63-113-344,-1 0-91,1 1 0,0-1 0,0 1 0,1 0-1,0 0 1,1 0 0,0 0 0,0 0 0,1 0-1,0 1 1,1 13 0,0-21 49,0 0-1,1 0 0,-1 1 1,1-1-1,-1 0 1,1 0-1,0 0 1,0 0-1,0-1 0,0 1 1,0 0-1,0 0 1,0-1-1,1 1 1,-1 0-1,1-1 1,-1 1-1,1-1 0,0 0 1,-1 0-1,1 1 1,0-1-1,0 0 1,0 0-1,0-1 0,0 1 1,0 0-1,0-1 1,0 1-1,0-1 1,0 0-1,0 1 0,4-1 1,7 0 8,1-1-1,-1 0 1,0-1 0,18-4-1,-20 3-22,56-14 45,94-39 1,-129 44 5,73-33 28,108-64 1,-98 48 0,-48 21-89,-64 39-5,0 0 1,0-1-1,-1 0 0,1 0 1,0 1-1,0-2 0,-1 1 1,0 0-1,1 0 1,-1-1-1,2-2 0,-3 3-209,1 0-827,0 0 679,0 0 1,0 0-1,0 0 1,0 0-1,-1-1 0,1 1 1,-1-1-1,0 1 1,2-5-1,-1 1-468,10-28-6623,5 20-1525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8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308 162 7417,'-4'-2'315,"0"-1"1,1 1-1,-1-1 1,1 0 0,0 0-1,0 0 1,0 0-1,0-1 1,0 1-1,1-1 1,0 0-1,0 0 1,0 1 0,0-1-1,0-1 1,1 1-1,-2-8 1,-6-12 2534,9 22-2699,-1 1 0,1 0 0,-1-1 0,1 1 0,-1 0 0,0 0 0,0-1-1,1 1 1,-1 0 0,0 0 0,0 0 0,0 0 0,0 0 0,-1 0-1,1 1 1,0-1 0,0 0 0,0 1 0,-1-1 0,1 0 0,0 1-1,-1 0 1,1-1 0,0 1 0,-1 0 0,1-1 0,-1 1 0,1 0 0,0 0-1,-1 0 1,1 0 0,-1 1 0,-1-1 0,1 1-45,-1 0 0,1-1 0,0 1 0,0 0 0,-1 0 0,1 1 0,0-1 0,0 0 0,0 1 0,0-1 0,1 1 0,-1 0 0,0-1 0,1 1 0,-1 0 0,1 0 0,-1 0 0,1 0 0,-1 4 0,-17 43 941,3 1 0,-12 57 0,-17 76-239,-17 95-606,61-271-231,0-1 0,0 1 0,1-1 0,0 1 0,2 9 0,-2-15 27,0 0-1,0 0 1,0 0 0,1 0 0,-1 0 0,0 0-1,0-1 1,1 1 0,-1 0 0,1 0-1,-1 0 1,1-1 0,-1 1 0,1 0-1,-1-1 1,1 1 0,0 0 0,-1-1-1,1 1 1,0-1 0,0 1 0,-1-1-1,1 1 1,0-1 0,0 0 0,0 1-1,0-1 1,-1 0 0,1 0 0,0 1-1,0-1 1,0 0 0,0 0 0,0 0-1,0 0 1,0 0 0,-1 0 0,1-1-1,0 1 1,0 0 0,0 0 0,0-1-1,0 1 1,-1 0 0,1-1 0,0 1 0,0-1-1,0 1 1,0-1 0,100-57 27,-16 8-22,-69 42 2,12-8 108,1 2-1,47-16 1,-67 28-57,0-1-1,0 1 1,1 1-1,-1 0 1,1 0-1,-1 0 1,1 2-1,-1-1 1,1 1-1,-1 0 1,1 1-1,16 5 1,-19-3-22,-1-1 0,1 2 1,-1-1-1,0 0 0,0 1 0,-1 0 1,1 1-1,-1-1 0,-1 1 1,1 0-1,-1 0 0,0 0 1,0 1-1,4 8 0,6 15 74,-9-18-69,1-1 0,0 1 0,1-1 0,12 15 0,-16-23-31,0 1 0,1-1 1,-1 0-1,1 0 1,0 0-1,0-1 1,0 0-1,0 1 0,1-1 1,-1 0-1,1-1 1,-1 1-1,1-1 0,-1 0 1,1 0-1,7 0 1,5-1 15,0-1-1,0 0 1,0-2 0,0 0 0,-1 0 0,1-2 0,-1 0 0,0-1 0,0-1-1,-1 0 1,16-10 0,24-17 136,78-63 0,-90 61-123,-2-1 0,-2-3 0,52-66 0,87-145-1862,-168 237 1349,-1-2 0,-1 1 0,0-1 0,6-18 0,-12 30 139,-1 1 0,0 0 0,1-1-1,-2 1 1,1-1 0,0 0 0,-1 1 0,1-1 0,-1 1 0,0-1 0,0 0 0,-1 1 0,1-1-1,-1 0 1,0 1 0,0-1 0,0 1 0,0-1 0,-1 1 0,1 0 0,-1 0 0,0-1 0,0 1-1,0 0 1,0 1 0,-4-5 0,5 6-72,0 0-1,-1 0 0,1 0 1,0 0-1,-1 0 0,1 0 1,0 0-1,-1 1 1,1-1-1,-1 1 0,0-1 1,-1 0-1,-21 9-7843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1 358 10029,'5'-5'2666,"6"-4"-1961,-1 1 0,2 1 0,-1 0 0,1 0 0,0 1 0,0 1 0,1 0 0,-1 0 0,15-2 0,57-15 645,170-56 178,-245 75-1469,-1 0 1,1-1-1,-1-1 1,0 1 0,-1-1-1,1-1 1,12-11-1,-18 15-35,0 0 0,0 0 0,0 0 0,0-1 0,-1 1 0,1 0 0,-1-1 0,0 1 0,0-1 0,0 0 0,0 1 0,0-1 0,0 0 0,-1 0 0,1 1 0,-1-1 0,0 0 0,0 0 0,0 0 0,0 0 0,0 1 0,-1-1 0,1 0 0,-1 0 0,0 1 0,0-1 0,0 0 0,-1-3 0,-1 3 73,1-1 1,-1 0 0,0 1-1,0 0 1,0 0-1,-1 0 1,1 0-1,0 0 1,-1 1 0,0-1-1,0 1 1,0 0-1,0 0 1,0 1-1,0-1 1,-7-1 0,-6-1 387,-1 0 1,-28-1 0,29 4-261,0 0-1,0 2 0,0 0 1,0 1-1,0 0 0,1 2 1,-1 0-1,1 1 1,0 0-1,0 1 0,0 1 1,1 1-1,-17 10 1,20-10-66,1 0 1,0 1 0,1 0-1,0 1 1,0 0 0,1 0-1,0 1 1,1 0 0,0 1-1,1 0 1,0 0 0,1 0-1,0 1 1,1 0 0,1 0-1,-5 21 1,8-23-160,-1 0 1,2-1-1,0 1 0,0 0 1,1 0-1,0 0 0,1 0 1,0-1-1,1 1 0,0-1 1,1 1-1,0-1 0,0 0 1,1-1-1,0 1 0,1-1 1,8 10-1,-1-2-4,1 0 1,1-2-1,1 0 0,0 0 1,1-1-1,0-2 0,34 20 1,-7-10-733,0-2 0,1-2 0,1-3 0,63 14 0,197 22-5532,-26-29-3416,-138-18-444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29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138 142 6553,'-16'1'2860,"32"-14"9232,-18 11-10556,-17-14 1680,-6-4 2615,23 18-5370,5 1-269,-2 0-191,0 0 1,0 0-1,0 0 1,0 1-1,0-1 0,1 0 1,-1 1-1,0-1 1,1 1-1,-1 0 1,0-1-1,1 1 0,-1 0 1,0 0-1,1 0 1,-1 0-1,1 0 0,-1 0 1,0 0-1,1 0 1,-1 0-1,3 2 0,0 0-1,0 0-1,-1 1 0,1 0 0,-1 0 0,1 0 1,-1 1-1,3 3 0,0 0 1,0 1 0,0 0 0,-1 0 0,0 0 0,0 1 0,-1-1 0,-1 1 0,1 0 0,3 17 0,-4-9 0,0 0 0,-1 0 0,-1 0 0,-1 0 0,-2 19 0,-2-5 0,-1 0 0,-2 0 0,0 0 0,-3-1 0,-21 49 0,3-24 0,-2 0 0,-60 82 0,89-134 0,10-8 0,12-11 0,171-166 0,-41 35 0,88-58 0,-170 151 0,119-70 0,-163 110 0,0 1 0,1 1 0,0 1 0,1 2 0,38-9 0,-62 17 0,1 0 0,0 1 0,0-1 0,0 1 0,-1 0 0,1 0 0,0 0 0,0 1 0,0-1 0,0 1 0,-1 0 0,1 0 0,0 0 0,-1 0 0,1 1 0,-1 0 0,1 0 0,-1 0 0,5 3 0,-5-2 0,0 1 0,0-1 0,0 1 0,0 0 0,-1 0 0,0 0 0,0 0 0,0 0 0,0 0 0,0 0 0,-1 1 0,0-1 0,0 1 0,0-1 0,0 1 0,-1 6 0,0 9 0,-1 1 0,0-1 0,-2 0 0,0 0 0,-2 0 0,-6 20 0,-50 120 0,38-104 0,-4 9 10,4-14-46,3 0 0,2 1 0,-20 102 1,37-144-263,0-1 0,1 1-1,0-1 1,0 1 0,1-1 0,1 0 0,-1 1 0,2-1 0,-1 0 0,1 0 0,4 9 0,-4-12-473,1 0 1,-1 0-1,1 0 0,0-1 1,1 1-1,8 8 0,-9-10-506,1 0 0,1 0 0,-1-1 0,0 1 0,1-1 0,0-1 0,11 5 0,20 5-9185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124 903 10289,'0'0'1790,"3"0"68,50 15 2819,-35-9-3733,37 7 1,-26-9-554,1-2 0,41 0 0,-61-2-297,-1-1 0,0 0 0,1 0 0,-1-1 0,0-1 0,0 1 0,0-1 0,0-1 0,-1 1 0,1-2 0,-1 1-1,9-7 1,-14 8-52,-1 0 0,1 0 0,-1-1 0,0 1 0,0 0 0,0-1 0,-1 0-1,1 1 1,-1-1 0,0 0 0,0 0 0,0 0 0,0 0 0,-1 0-1,0 0 1,0 0 0,0 0 0,0 0 0,-1-5 0,1 8-36,0-1 11,-1 1 1,1-1 0,0 0-1,-1 0 1,1 0 0,-1 0-1,0 1 1,0-1 0,1 0 0,-1 0-1,0 1 1,-1-1 0,1 1-1,0-1 1,0 1 0,-1-1-1,1 1 1,-2-1 0,-11-11 193,0 1 0,-1 0 0,-19-10 1,30 19-162,1 1 1,-1 1-1,0-1 1,0 1-1,0-1 1,0 1-1,-1 0 1,1 0-1,0 1 1,0-1-1,-1 1 1,1 0-1,0 0 1,0 1-1,-1-1 1,1 1-1,0 0 1,-7 2-1,-4 1 111,-3 1-57,0 0 0,0 2 0,0 0 0,1 1 0,0 0 0,1 2 0,0 0 0,0 0 0,1 2-1,0 0 1,1 1 0,1 0 0,0 1 0,0 0 0,-13 22 0,17-23-73,0 1 0,1 0 0,0 1 0,1 0 0,1 0-1,1 0 1,0 1 0,1 0 0,0 0 0,1 0 0,1 0 0,1 0 0,0 1 0,1-1 0,1 0 0,0 1 0,1-1 0,5 16 0,-3-21-64,0 0 0,1 0 0,0-1 0,1 0 0,0 0 0,0 0 0,1-1 0,1 0 1,-1 0-1,1-1 0,1 0 0,0 0 0,0-1 0,0 0 0,1-1 0,0 0 0,20 8 0,-3-2-251,0-2 0,1-1-1,0-1 1,1-2 0,57 6-1,-52-9 185,1-2-1,-1-1 1,1-2-1,-1-2 0,0 0 1,0-3-1,0-1 0,-1-1 1,0-2-1,-1-1 1,0-1-1,-1-2 0,0-1 1,-2-2-1,0-1 1,-1-1-1,0-1 0,-2-2 1,-1 0-1,39-48 1,-44 41 140,-1 0 1,-2-1 0,-1-1 0,-1 0 0,-2-1 0,11-40 0,-20 59 53,0-1 1,-1 0-1,0-1 1,-1 1-1,-1 0 1,0-1-1,-1 1 1,-4-30-1,3 40-31,0 0 0,0 0-1,-1 0 1,0 1-1,0-1 1,0 0-1,0 1 1,-1-1 0,1 1-1,-1 0 1,0 0-1,0 0 1,-1 0-1,1 1 1,-1-1 0,0 1-1,0 0 1,0 0-1,-1 0 1,1 0 0,0 1-1,-1 0 1,0 0-1,1 0 1,-1 1-1,0-1 1,0 1 0,0 0-1,-10 0 1,4 0 35,0 1 0,-1 1 0,1 0-1,0 0 1,0 1 0,-1 0 0,2 1 0,-1 1 0,0-1 0,0 2 0,-10 5 0,5-1-9,0 1-1,1 0 1,0 1 0,1 1 0,0 0 0,-13 16 0,14-12-36,0 0 1,1 1 0,1 1 0,1 0 0,1 1 0,0-1-1,-7 25 1,6-18-2,3-8-30,1 1 1,1 0-1,0 0 0,2 1 0,0-1 0,1 1 0,0-1 0,2 1 0,0 0 0,1 0 0,1-1 1,1 1-1,1-1 0,0 0 0,1 0 0,8 19 0,-3-17-34,0 1-1,1-2 1,2 1 0,0-2-1,0 1 1,2-2-1,0 0 1,1-1 0,1 0-1,0-1 1,1-2-1,25 16 1,-9-9-47,0-2 0,2-2 0,0-1 1,0-1-1,2-2 0,-1-2 0,2-1 0,-1-2 0,1-2 1,0-2-1,72-2 0,-77-3 34,0-2 1,-1-1-1,1-2 1,-1-1-1,0-1 1,-1-2-1,0-1 1,-1-2-1,0-1 1,-1-1-1,-1-2 1,-1-1-1,49-42 1,-43 29 14,-2-1-1,0-1 1,-3-2 0,-1-1 0,-2-1 0,-1-1 0,-2-1 0,33-81 0,-53 112 3,0 0-1,-1 0 1,0 0 0,-1 0-1,1 0 1,-1-15 0,-1 20 5,-1 0 0,1 0 0,-1 0 0,0 0 0,0 1 0,0-1 0,0 0 0,-1 1 0,1-1 0,-1 1 0,0-1 1,0 1-1,0 0 0,-1-1 0,1 1 0,-6-4 0,7 5 3,-1 1 0,0-1 0,0 1 0,0 0 0,0 0 1,0 0-1,0 0 0,-1 0 0,1 0 0,0 0 0,0 1 0,-1-1 0,1 1 0,0 0 1,-1 0-1,1 0 0,0 0 0,-1 0 0,1 0 0,0 0 0,-4 2 0,-8 0 4,-6 0-7,1 2 0,0 0 0,0 1 0,0 1 0,1 1 0,-31 15 0,2 4-3,-57 40 0,82-50-26,0 1-1,1 1 1,1 1 0,1 1 0,0 0 0,-26 39 0,39-50-51,0 1 0,1 1 0,0-1-1,0 1 1,1 0 0,1 0 0,0 0 0,-2 13 0,5-17-27,-1 1-1,1 0 1,0-1 0,1 1 0,0 0 0,0-1 0,0 1 0,1-1 0,0 1 0,1-1 0,0 0 0,0 0-1,5 8 1,-5-10 0,0 1 1,1-1-1,-1-1 0,1 1 0,1 0 0,-1-1 0,1 0 0,-1 0 0,1 0 0,0-1 0,1 0 0,-1 0 0,0 0 1,9 3-1,-5-3-38,0-1 0,0 0 0,1 0 0,-1-1 1,0 0-1,1-1 0,-1 0 0,16-2 1,-4-1-49,0-2 1,-1 0-1,1-1 1,-1-1-1,-1-1 1,1-1-1,30-19 1,-18 6 138,-1-2 1,-1-2-1,-1 0 0,-1-2 1,-2-1-1,0-1 0,23-39 1,132-245 1117,-45 19 175,-76 158-329,17-46 797,20-43 1445,-106 258-894,2-3-1848,-178 459 951,58-168-1463,89-219-611,-46 133-2402,49-116-1535,10 1-3662,16-34-4616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1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48 157 8469,'16'-75'2583,"-15"71"-2211,0-1 1,0 0-1,-1 0 0,0 0 0,0 1 0,0-1 0,0 0 0,-1 0 1,-2-8-1,-3-2 4031,2 4 3226,17 53-7137,-1 0 1,-2 1-1,-3 0 0,-1 1 0,-1 0 0,-3 46 0,-5 11 766,-25 153 0,0-95-2209,10-66-853,4 1 0,-2 113 0,15-172-86,2 31-2700,4-24-1852,6-4-4056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2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23 236 10309,'-2'0'130,"1"0"0,0 0 0,0-1 0,-1 1 0,1 0 0,0-1 0,0 1 0,-1-1 0,1 1 0,0-1 1,0 0-1,0 1 0,0-1 0,0 0 0,0 0 0,0 0 0,-1-1 0,2 1-42,0 1 1,0-1-1,0 0 1,0 1-1,0-1 1,0 1-1,0-1 1,0 1-1,0-1 1,0 0-1,0 1 0,0-1 1,1 1-1,-1-1 1,0 1-1,0-1 1,1 1-1,-1-1 1,0 1-1,1-1 1,-1 1-1,1-1 0,-1 1 1,0 0-1,1-1 1,0 1-1,5-5 459,1 1 0,-1-1 1,1 2-1,12-6 0,10-1 275,1 1 0,0 1 0,45-6 0,-15 4-264,25-4 367,2 4-1,-1 3 1,1 5 0,94 8 0,-162-4-685,0 0 0,1 1 1,-1 1-1,0 0 0,0 2 0,20 9 1,-31-12-161,-1 1 0,1 0-1,-1 1 1,0 0 0,-1 0 0,1 0 0,-1 1 0,0 0 0,0 0 0,-1 1 0,0-1 0,0 1 0,0 0 0,-1 1 0,0-1 0,4 12 0,-2 2 34,-1 0 1,-1 0-1,-1 0 1,-1 0 0,0 25-1,-3-29-69,2 0-1,0 0 1,0 0-1,2 0 1,0-1-1,1 1 0,1-1 1,1 0-1,9 20 1,-11-29-38,1-1 1,1 1-1,-1-1 1,1-1-1,0 1 1,1-1-1,-1 0 1,1 0-1,0-1 1,0 1-1,0-2 1,1 1-1,-1-1 1,1 0-1,0-1 1,0 0-1,13 2 1,-1-1-9,0 0 0,0-2 1,0-1-1,0 0 0,0-1 1,24-5-1,-19 1 5,0-1 1,0-2-1,-1 0 1,0-2-1,-1 0 1,39-24 0,-48 25-6,-1 0 1,0-1 0,0 0 0,-1-1 0,0-1 0,-1 0 0,-1 0-1,0-1 1,0 0 0,-1-1 0,12-25 0,-17 27 5,0-1 0,-1 1 0,-1 0 0,1-1 0,-2 0 0,0 1 0,0-1 0,-1 0 0,-1 1 0,0-1 0,-1 0 0,0 1 0,-1-1 0,-1 1 0,1 0 0,-2 0 0,-10-19 0,9 18-66,-1 0 1,0 1-1,-2 0 0,1 1 1,-1 0-1,-1 0 0,0 1 1,0 0-1,-1 1 1,0 0-1,-1 0 0,0 1 1,0 1-1,-1 0 0,-18-7 1,14 10-457,0-1 0,-1 2 0,1 0 0,-1 2 0,0-1 0,0 2 0,0 1 1,0 0-1,1 1 0,-1 1 0,0 0 0,-22 9 0,23-7-869,1 2 0,0-1 0,0 2-1,1 0 1,0 1 0,0 1 0,-21 18 0,-4 14-7518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3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70 111 10753,'-3'-2'2292,"-29"-24"8363,31 29-9339,-5 21-385,1 1-1,2-1 0,-2 27 1,0 6-208,-1 8-185,3 118 0,3-176-565,1 1 0,1-1 0,-1 0 0,2 0 0,-1 0 0,0 0 0,1 0 0,1-1 0,-1 1 0,8 10 0,-9-15 4,0 0 0,0 0-1,0 0 1,0 0 0,1 0-1,-1-1 1,1 1 0,-1-1-1,1 1 1,-1-1 0,1 0 0,0 0-1,0 0 1,0-1 0,0 1-1,5 0 1,47-2-158,-53 1 177,77-11-120,0-4 0,132-43 1,-192 52 138,48-10 155,2 2-1,93-7 1,-148 20-163,4-1 5,0-1 0,0 0 0,0-1-1,0-1 1,-1-1 0,1-1-1,-1 0 1,-1-1 0,0-1 0,0 0-1,0-2 1,-2 1 0,1-2-1,-1 0 1,-1-1 0,0 0 0,-1-1-1,0 0 1,-1-1 0,16-29-1,-14 21 22,1 0 0,0 2 0,2-1 0,0 2 0,1 0 0,2 1 0,36-30-1,-47 43-17,1 0-1,0 0 1,1 1 0,-1 0-1,1 1 1,0 0-1,0 0 1,0 1-1,1 0 1,-1 1-1,1 0 1,-1 1-1,1 0 1,0 1-1,-1 0 1,1 1-1,0 0 1,-1 0 0,1 1-1,-1 1 1,20 6-1,-22-5 10,1-1 0,-2 2-1,1-1 1,0 1 0,-1 0 0,0 0 0,0 1-1,0 0 1,-1 0 0,0 0 0,0 1-1,0 0 1,-1 0 0,0 1 0,-1-1-1,0 1 1,0 0 0,0 1 0,-1-1 0,4 17-1,-5-13 0,0 1-1,-1 0 0,0 0 0,-1-1 1,0 1-1,-1 0 0,0 0 1,-1 0-1,-1-1 0,0 1 0,-1-1 1,0 0-1,0 0 0,-8 13 1,-20 28 27,-2-2 1,-61 71 0,37-49 39,5-6-154,51-64-132,19-13-751,102-69-1228,75-44 109,360-203 347,-510 294 2048,50-49 0,-77 66-110,-15 13-153,0 1-1,0-1 1,-1 0-1,1 0 1,0 0-1,-1 0 1,0 0-1,1 0 0,-1-1 1,0 1-1,0 0 1,0-1-1,0 1 1,0-4-1,0 4 5,-1 1 0,0-1 0,0 1 0,-1-1 0,1 1 0,0-1 0,0 1 0,-1-1 0,1 1 0,-1-1 0,1 1 0,-1 0 0,0-1 0,1 1 0,-1 0 0,0-1 0,0 1 0,-2-2 0,1 1 37,-1 0 0,1 0 0,-1 0 0,0 1 0,1-1-1,-1 1 1,0 0 0,0-1 0,0 1 0,0 1 0,0-1 0,-1 0 0,1 1 0,0-1 0,0 1 0,0 0 0,-1 0 0,1 0 0,0 1 0,0-1 0,-4 2 0,-10 4 135,1 0 1,0 1-1,0 1 1,1 1 0,-1 0-1,2 1 1,0 1-1,0 0 1,1 0-1,-23 27 1,27-27-243,0 1 0,1 0 0,0 0 0,1 0 0,0 1 0,1 0 0,0 1 0,2-1 0,-5 18 0,7-25 0,1 1 0,0-1 0,0 1 0,1-1 0,0 1 0,0-1 0,0 1 0,1 0 0,0-1 0,0 0 0,1 1 0,-1-1 0,2 0 0,-1 1 0,1-1 0,-1-1 0,2 1 0,-1 0 0,1-1 0,-1 1 0,1-1 0,7 6 0,4 2 9,1-2 0,0 1 0,1-2 0,0 0 0,1-2 0,0 1 0,0-2 0,37 9 1,9-1-214,85 9 0,-28-12-3706,241-9 0,-38-32-8041,-213 15 2265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6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83 576 7109,'12'-31'8071,"-5"19"-4585,2-43-485,-4 42-2695,-3 10 419,3-10-335,-1 0-323,-4 10 513,-21-18 2708,21 20-3232,-1 1 0,0-1 0,0 1 0,0-1 0,0 0 0,1 1 0,-1-1 0,0 1 0,0 0 0,0-1 0,0 1 0,0 0 0,0 0 0,0-1 0,-1 1 0,1 0 0,0 0 0,0 0 0,-1 1 0,1 0-12,0 0 0,0 0 0,1 1 0,-1-1 0,1 1 0,-1-1 0,1 0 0,-1 1 0,1-1 0,0 1-1,0-1 1,0 1 0,0-1 0,0 1 0,0-1 0,0 3 0,3 101 828,0-55-702,-3-1 1,-2 1 0,-9 58-1,0-48-190,-3 0 1,-21 57-1,22-71-337,14-41 22,10-30 227,181-415-666,-154 371 493,2 3 1,4 2 0,2 1-1,3 3 1,2 1 0,79-68-1,-93 95 102,68-45 0,-104 77 177,0 0 0,-1 0 0,1 0 0,0 0 0,-1 0-1,1 1 1,0-1 0,0 0 0,-1 0 0,1 1-1,0-1 1,-1 0 0,1 1 0,0-1 0,-1 0 0,1 1-1,-1-1 1,1 1 0,-1-1 0,1 1 0,-1-1-1,1 1 1,-1-1 0,1 2 0,-1-2 0,1 2 0,0-1 0,0 0 1,-1 1-1,1-1 0,-1 1 1,1-1-1,-1 1 0,0-1 1,0 1-1,1-1 0,-1 1 1,0-1-1,0 1 0,-1-1 1,1 1-1,0-1 0,0 1 1,-1-1-1,1 1 0,-1-1 1,1 1-1,-1-1 0,0 0 1,1 1-1,-1-1 0,0 0 1,-1 2-1,-5 6-15,0 0-1,0 0 1,-14 11 0,-284 253-71,297-266 79,-9 8 21,1 0-1,0 2 0,2-1 1,-21 31-1,33-43-8,-1-1-1,1 1 1,0 0 0,0 0 0,0 0-1,1 0 1,0 0 0,-1 0 0,2 1 0,-1-1-1,0 0 1,1 0 0,0 1 0,0-1-1,0 0 1,0 1 0,1-1 0,-1 0 0,1 1-1,0-1 1,1 0 0,-1 0 0,1 0-1,0 0 1,-1 0 0,2-1 0,-1 1-1,0 0 1,1-1 0,5 6 0,3 1 8,-1-1-1,1-1 1,1 0 0,0-1 0,0 0 0,0-1 0,21 8-1,98 26-14,-98-31 0,163 39-184,-96-26-363,186 67-1,-279-86 516,1 0-1,-1 1 1,1 0-1,-1 0 1,0 0-1,-1 1 1,9 7 0,-14-11 31,0 0 1,-1 0 0,1 0-1,-1 1 1,0-1 0,1 0-1,-1 0 1,0 0 0,1 0 0,-1 1-1,0-1 1,0 0 0,0 0-1,0 0 1,0 1 0,0-1-1,-1 0 1,1 0 0,0 0 0,-1 0-1,1 1 1,0-1 0,-1 0-1,1 0 1,-1 0 0,0 0-1,1 0 1,-1 0 0,0 0 0,0 0-1,0 0 1,-1 1 0,-2 2 18,-1 1 1,1-1 0,-1 0-1,-10 6 1,-5 0 40,-1-1 1,0-1-1,0-2 1,-1 0 0,-31 5-1,4-1 18,-152 28 153,-108 29-1294,281-58 397,-22 6-1016,17-7-2416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7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59 181 9533,'5'3'737,"0"-1"0,1 0 0,-1 0-1,0 0 1,1-1 0,-1 0 0,1 0 0,-1 0 0,1-1 0,9 0 0,63-9 262,-43 3-42,-25 5-831,164-28 1267,-159 25-1261,0 0 0,0-1 0,0-1 1,0 0-1,-1-1 0,0 0 0,-1-1 0,24-19 0,-36 27-106,0-1-1,0 0 1,0 0-1,0 0 0,0 0 1,0 0-1,0 0 1,0-1-1,0 1 0,-1 0 1,1 0-1,0-1 1,-1 1-1,1 0 0,-1-1 1,0 1-1,1 0 1,-1-1-1,0 1 0,0-1 1,0 1-1,0 0 1,0-1-1,0 1 0,0-1 1,0 1-1,0 0 1,-1-1-1,1 1 0,-1-1 1,1 1-1,-1 0 1,1 0-1,-1-1 0,-1-1 1,-1 1 72,1-1 0,0 1 1,-1-1-1,1 1 0,-1 0 1,0 0-1,0 1 0,0-1 1,0 1-1,0-1 1,0 1-1,0 0 0,-1 0 1,-4-1-1,-7 1 135,-1 0 0,0 1 0,1 1 0,-1 0 1,1 1-1,0 1 0,0 0 0,0 1 0,0 1 0,0 0 0,-24 13 0,13-5 89,0 2-1,1 0 1,1 2-1,0 1 1,-30 29-1,38-30-213,0 0-1,2 1 1,-1 1-1,2 0 1,1 0-1,0 2 1,2-1-1,0 1 1,1 1-1,-6 23 1,13-36-178,0 0 1,0 0 0,0 1 0,1-1-1,1 1 1,0-1 0,0 1-1,0-1 1,1 1 0,1-1-1,0 0 1,0 1 0,1-1-1,0 0 1,0-1 0,1 1-1,0 0 1,1-1 0,0 0-1,0 0 1,1 0 0,0-1-1,0 0 1,1 0 0,-1-1-1,15 11 1,-3-4-523,1-2-1,0-1 1,0 0-1,1-1 1,0-1 0,0-1-1,1-1 1,0-1 0,0 0-1,43 2 1,-6-5-3275,0-3 0,106-15-1,-78 5-3760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10369,'0'0'12412,"3"4"-10894,75 98 1513,-45-62-2431,-2 1 0,31 54 1,-54-82-551,-2 1 1,1 0 0,-2 0-1,0 0 1,0 0 0,-2 1-1,0 0 1,0 0 0,-2 0-1,1 0 1,-3 30 0,0-29-17,-2 0 0,1 0 0,-8 20 0,8-30-22,0 0 0,-1 0 0,0 0 0,-1 0 0,1-1-1,-1 0 1,0 1 0,0-1 0,-10 8 0,13-11 0,2-6-15,0 0 0,1 1 0,0-1 0,0 1 0,0 0-1,0-1 1,3-2 0,6-9 11,12-24-487,2 0 1,2 2-1,52-57 0,-20 35-923,73-56 1,-49 43 508,57-42-227,-124 99 1059,-10 11 260,-8 20-76,-20 67 280,21-80 1553,1-3-1912,-1 0 0,0 0 1,1 0-1,-1 0 0,0 0 0,0 0 1,1 0-1,-1 0 0,0 0 1,1 0-1,-1 0 0,0 1 1,1-1-1,-1 0 0,0 0 0,1 1 1,-1-1-1,1 1 0,-1-1 1,1 0-1,-1 1 0,0-1 0,1 1 1,-1 0-1,1-1-31,-1 1 1,1-1-1,0 0 0,0 1 1,-1-1-1,1 0 0,0 1 1,-1-1-1,1 0 0,-1 0 1,1 1-1,0-1 0,-1 0 1,1 0-1,-1 0 0,1 0 1,-1 0-1,1 1 0,0-1 1,-1 0-1,1 0 0,-1 0 1,1 0-1,-1 0 0,1 0 1,-1 0-1,1-1 0,0 1 1,-1 0-1,1 0 0,-1 0 1,1 0-1,-1-1 0,1 1 1,0 0-1,-1 0 0,1-1 1,0 1-1,-1 0 0,1 0 1,0-1-1,-1 1 0,1 0 1,0-1-1,0 1 0,-1-1 1,1 1-1,0 0 0,0-1 1,-1 0-1,1 1-76,-1-1-1,1 1 1,0-1-1,-1 1 0,1-1 1,0 1-1,-1-1 1,1 0-1,0 1 1,0-1-1,-1 1 1,1-1-1,0 0 1,0 1-1,0-1 1,0 0-1,0 1 0,0-1 1,0 0-1,0 1 1,0-1-1,0 1 1,0-1-1,0 0 1,1 1-1,-1-1 1,0 0-1,0 1 1,1-1-1,-1 1 0,0-1 1,1 1-1,-1-1 1,0 1-1,1-1 1,-1 1-1,1-1 1,-1 1-1,1 0 1,-1-1-1,1 1 0,-1-1 1,1 1-1,-1 0 1,1 0-1,0-1 1,-1 1-1,2 0 1,1-2 116,-1 0-997,5 3-2454,4 1 1685,0 1 1,0 0 0,14 5 0,-23-7 1346,-20-17-5946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12 457 10429,'-6'5'462,"1"-7"5795,9-4 487,9 4-5418,-9 2-1186,-1 1 1,1 0 0,0 0-1,-1 0 1,1 0 0,-1 0-1,0 1 1,1 0 0,-1 0-1,0 0 1,0 0 0,0 0-1,0 0 1,0 1 0,-1 0-1,1-1 1,3 7 0,3 2 152,0 2 1,0-1-1,8 18 1,-9-11-192,0 1 1,-2 0-1,0 0 1,-1 0-1,-1 1 1,-1 0-1,-1-1 1,-1 1-1,0 0 1,-2 0-1,0 0 1,-2 0-1,0 0 1,-1-1-1,-1 1 1,-14 33-1,13-34-19,7-19-35,5-13-28,8-12-13,1 0 0,0 1 0,2 1 0,31-32-1,62-56-57,-95 97 41,1 1 0,0 0 0,0 1 1,2 1-1,29-13 0,-42 21 7,-1 0-1,1 0 1,-1 1 0,1-1 0,0 1 0,-1 0 0,1 1-1,0-1 1,0 1 0,0 0 0,-1 0 0,1 0-1,0 1 1,0 0 0,-1 0 0,1 0 0,0 0 0,-1 1-1,1 0 1,-1 0 0,0 0 0,1 0 0,-1 1-1,6 4 1,1 4-31,-1 1-1,0-1 0,-1 2 1,-1-1-1,1 1 0,6 17 1,27 38-832,-37-63 686,0 0 1,0 0 0,0 0-1,1 0 1,0-1 0,0 0-1,0 0 1,0-1 0,1 0-1,7 3 1,3 0-224,1 0-1,28 4 1,-43-9 445,0 0 46,18 5 16,1-1 0,0 0 0,0-1 0,0-2 0,0 0 0,1-2-1,36-3 1,-23-1-83,-1-1 0,-1-2 0,1-1 0,40-17 1,-63 21-32,-1-1 0,1-1 1,-1 0-1,0 0 1,-1-1-1,17-14 1,-25 20 9,0-1 1,0 0 0,-1 0-1,1 0 1,-1 0 0,1 0-1,-1 0 1,0-1-1,0 1 1,0 0 0,0-1-1,0 1 1,-1 0 0,1-1-1,-1 1 1,1-1-1,-1 1 1,0-1 0,0 1-1,0-1 1,0 1 0,-1-1-1,1 1 1,-1-1-1,1 1 1,-1-1 0,-1-1-1,0-1 0,0 0 0,-1 0 0,0 0 0,0 0-1,0 1 1,0-1 0,-1 1 0,0 0 0,1 0 0,-2 1-1,-4-5 1,-7-2-12,0 1 0,-1 0 0,0 2 0,0 0 0,-28-8 0,-94-14 41,111 24-39,0 2 1,-52 0 0,65 4-23,0 0 1,1 1 0,-1 1 0,0 0 0,1 1-1,-25 10 1,39-13 23,0-1-1,0 1 1,-1 0-1,1-1 1,0 1 0,0-1-1,0 1 1,0 0-1,0-1 1,0 1-1,1-1 1,-1 1-1,0 0 1,0-1 0,0 1-1,1-1 1,-1 1-1,0-1 1,0 1-1,1-1 1,-1 1 0,0-1-1,1 1 1,-1-1-1,1 1 1,-1-1-1,1 0 1,-1 1 0,1-1-1,-1 0 1,1 1-1,0 0-16,4 3-20,0 1 0,1-2 0,-1 1 0,1 0 0,0-1 0,0 0 0,0 0 0,1-1 0,-1 0 0,0 0 0,1 0 0,0-1 0,-1 0 0,12 0-1,13 0-83,58-5-1,-72 2 103,54-7-84,-1-4 0,76-23-1,-36 7 52,-101 27 48,-1-1 1,1 0 0,-1-1 0,0 0-1,8-5 1,21-9 105,8-10-224,-43 27 80,-1-3 38,0-7 0,0 0 1,-1 0 0,0-1-1,-2-14 1,1 23 70,8 15-259,-5-6 211,0 1-1,-1-1 1,0 0-1,0 0 1,-1 1-1,1-1 1,-1 1-1,-1-1 1,1 0-1,-1 1 1,0-1-1,-2 7 1,-2 20 28,4-18-26,-1 12-34,1 1-1,1-1 1,5 32-1,-4-54-26,0-1 1,0 0-1,0 0 0,1 0 1,-1 0-1,1 0 0,0 0 1,0 0-1,1-1 0,-1 1 1,1-1-1,-1 1 0,1-1 1,0 0-1,1 0 0,3 3 1,-2-3-11,0 0 1,0-1-1,1 1 1,-1-1-1,1 0 1,0 0-1,-1-1 1,1 0-1,0 0 1,9 0 0,6-1-48,1-1 1,-1-1 0,1-1-1,-1-1 1,24-8 0,-35 10 53,-1-1 0,0 0 0,0-1 0,0 0 0,0-1 1,-1 0-1,1 0 0,-1 0 0,0-1 0,-1-1 0,1 1 0,-1-1 1,8-11-1,-1-1-46,0-1 0,-2 0 0,0-1 0,17-43 0,21-90 459,-31 89-63,-10 36-122,1 0 0,2 0 0,1 1-1,2 1 1,0 1 0,1 0 0,2 0 0,1 2 0,1 1 0,26-26 0,-44 49-100,-1 0 0,1 0 1,-1 0-1,0 0 0,1 0 0,-1 1 1,0-1-1,1 0 0,-1 1 0,0-1 0,1 1 1,-1 0-1,0-1 0,0 1 0,0 0 1,0 0-1,0-1 0,1 1 0,-1 0 1,-1 0-1,1 0 0,0 0 0,1 2 0,-2 4 31,0 1 0,-1 0 1,0-1-1,0 1 0,0-1 0,-1 0 0,-4 10 0,2-3 28,-18 50 295,-2-2 1,-3 0-1,-48 78 0,43-83-287,9-18-67,9-17 19,-17 36 0,29-54-125,0 1 1,0 0-1,1-1 0,-1 1 0,1 0 0,0 0 0,1 0 1,-1 0-1,1 0 0,0 0 0,0 0 0,0 0 0,1 0 1,0 5-1,0-9-16,0 1 1,0 0 0,0 0 0,0-1 0,0 1-1,0-1 1,0 1 0,1-1 0,-1 0-1,1 1 1,-1-1 0,1 0 0,-1 0 0,1 0-1,0 0 1,-1 0 0,1 0 0,0-1-1,0 1 1,-1 0 0,1-1 0,4 1 0,38 1-986,-38-2 856,1 0 27,0-1 1,1 0 0,-1-1-1,0 1 1,0-1-1,0-1 1,0 1 0,-1-1-1,1-1 1,-1 1-1,1-1 1,-1 0 0,7-6-1,5-6-127,0-1 1,21-26-1,-39 43 271,76-101-486,-75 99 449,0 0 5,1 0 0,-1-1-1,0 1 1,1 0 0,0 0-1,-1 0 1,1 0 0,0 0-1,0 1 1,0-1 0,0 0-1,3 0 1,7-5 425,-17 17 2379,1-4-2615,1-1-1,0 0 1,0 1 0,1 0-1,-1-1 1,1 1 0,0 0 0,1 0-1,0 1 1,0-1 0,0 0-1,0 0 1,1 1 0,0-1-1,1 0 1,-1 0 0,1 1-1,3 9 1,-1-5-144,0-1 1,0 0-1,1 0 0,0 0 1,1 0-1,0-1 0,0 1 1,1-1-1,1-1 0,9 11 1,-10-13-103,1-1 1,0 0 0,1 0-1,-1-1 1,1 0 0,0-1-1,0 1 1,0-1-1,0-1 1,0 0 0,1 0-1,-1 0 1,1-1 0,9 0-1,-14-1 68,1 1-1,0-1 1,0 0-1,-1-1 1,1 1-1,0-1 1,-1 0-1,1 0 1,0 0-1,-1-1 1,1 1-1,-1-1 1,0 0-1,0-1 1,1 1 0,-1-1-1,-1 0 1,1 0-1,0 0 1,-1 0-1,0 0 1,1-1-1,-1 0 1,-1 0-1,1 1 1,3-9-1,-3 5 252,-1-1 1,0 0-1,-1 0 0,1-14 0,-2 19 172,-4 4-245,-4 2-121,0 1 0,0 0 0,1 0 0,-1 0 0,1 1-1,0 0 1,0 1 0,1-1 0,0 1 0,0 0 0,-6 9 0,-22 33-1503,5 4-3987,23-41 3548,3-4-4653,1 10-4303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13201,'19'-17'9345,"4"20"-8357,5-3-300,-6 8-708,-3 1-436,1-3-832,2 2-988,-6 6-5841,3 4-964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39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0 10289,'1'5'376,"-1"-2"-7,0-1 0,0 1 0,0 0 1,1 0-1,0 0 0,-1-1 0,1 1 0,0 0 0,0-1 0,0 1 1,3 3-1,-2 6 3709,-5 10-2288,2-17-900,-1 14 199,-2 1-1,0-1 0,-1 0 1,-1 0-1,0-1 0,-2 1 1,0-1-1,-1-1 1,-14 21-1,-42 50-245,-9-5-4207,10-10-3721,46-47-453,7 7-5071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 8077,'10'-3'1710,"-2"3"5669,-7 7 330,-2 2-5414,-1 2-4220,-1 93 6013,-1 6-1671,-8-29-1862,-41 142 0,-47 71-687,89-263-584,-11 47 0,19-65-38,1 1-1,0-1 0,1 1 1,1-1-1,0 1 0,4 21 1,-4-33 608,0 0 1,0 0-1,1 1 1,-1-1-1,1 0 1,-1 0 0,1 0-1,0 0 1,0 0-1,0 0 1,0 0-1,0 0 1,1 0-1,-1 0 1,1 0-1,-1-1 1,1 1-1,-1-1 1,1 1 0,0-1-1,0 1 1,0-1-1,0 0 1,0 0-1,0 0 1,0 0-1,0 0 1,0-1-1,0 1 1,0-1 0,1 1-1,-1-1 1,0 0-1,0 0 1,1 0-1,-1 0 1,0 0-1,0 0 1,1 0-1,-1-1 1,3 0-1,6-4-227,1 0 0,-1-1 0,0 0 0,-1 0 0,1-1 0,-1 0 0,-1-1 0,1-1 0,-1 1 0,-1-1 0,13-18 0,6-9-724,41-78 0,-5-14 1458,45-137 0,-94 229 95,80-193 4513,-88 207-4432,-6 18-269,1 1 1,0-1 0,0 1-1,0-1 1,0 1-1,0 0 1,1 0 0,-1-1-1,1 1 1,0 0-1,0 0 1,3-4-1,-3 7-181,-1 0 0,0-1-1,0 1 1,0 0-1,0-1 1,0 1-1,1 0 1,-1 0-1,0 0 1,0 0-1,0 0 1,0 0 0,1 0-1,-1 1 1,0-1-1,0 0 1,0 0-1,0 1 1,0-1-1,0 1 1,0-1 0,0 1-1,0 0 1,0-1-1,0 1 1,0 0-1,0 0 1,0 0-1,0-1 1,1 3-1,28 33 846,-26-30-697,58 77 1352,88 106 110,-105-142-1577,1-1 0,3-3-1,1-2 1,77 48 0,-103-76-388,1 0 1,0-2-1,1-1 1,0-1-1,1-1 1,-1-1-1,55 5 1,-64-10 25,0-1 1,1 0-1,-1-2 1,0 0-1,0-1 1,-1-1-1,1 0 1,0-1-1,-1-1 1,0-1-1,0 0 1,0-1-1,-1-1 1,16-10-1,-21 10 163,-1 0-1,0-1 1,-1 0-1,0 0 1,0-1 0,-1 0-1,0 0 1,-1 0-1,0-1 1,-1 0 0,0-1-1,5-18 1,3-16-45,12-90 1,-18 90 304,4-41 754,7-32 1349,-6 83-475,-12 36-1789,0 0 0,0 0 0,0 0 0,0 0 0,0 0 0,0 0 1,1 0-1,-1 0 0,0 0 0,0 0 0,0 0 0,0 0 0,0 0 0,0 0 0,0 0 0,0 0 0,0 0 0,0 0 0,1 0 0,-1 0 0,0 0 0,0 0 0,0 0 0,0 0 1,0 0-1,0 0 0,0 0 0,0 0 0,0 0 0,0 0 0,0 0 0,0 0 0,1 0 0,-1 0 0,0 0 0,0 0 0,0 0 0,0 0 0,0 0 0,0 0 0,0 0 0,0-1 0,0 1 1,0 0-1,0 0 0,0 0 0,0 0 0,0 0 0,0 0 0,0 0 0,0 0 0,0 0 0,-4 21 513,-24 74 482,-47 105-1,40-115-2547,-44 168-1,74-231 816,2 0 0,0 0-1,1 0 1,1 0-1,1 1 1,3 27 0,-1-38-53,1 0 1,0-1-1,0 1 1,1-1-1,8 15 1,-7-15-445,1-1-1,1 0 1,0-1-1,0 1 1,1-1-1,9 8 1,27 23-7509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9 10589,'-48'-7'1925,"45"6"-1586,-1 1-1,1 0 1,-1 0-1,1 0 0,-1 0 1,0 0-1,1 1 0,-1-1 1,1 1-1,0 0 0,-6 2 1,-2 1 478,-21 6 6,0 2 1,1 2-1,0 1 0,-53 34 1,-106 92 243,172-127-972,10-7-62,1-1-1,0 1 1,1 0-1,-9 11 0,14-17-23,0 1 0,0 0 1,0-1-1,0 1 0,0 0 0,1-1 0,-1 1 0,0 0 0,1 0 0,0 0 0,-1 0 0,1-1 0,0 4 0,0-4-7,0 0 0,1 0 0,-1 0 0,0 0 0,1 0 0,-1 0 0,1 0 0,0 0 0,-1 0 0,1-1 0,0 1 0,-1 0 0,1 0 1,0-1-1,0 1 0,-1 0 0,1-1 0,0 1 0,0-1 0,0 1 0,0-1 0,0 1 0,0-1 0,0 0 0,0 0 0,2 1 0,16 2 12,1 0 0,0-2 0,-1 0-1,1-1 1,0-1 0,28-5 0,1 1 11,74-4 53,13 8 92,-106 2-92,0 1-1,48 11 0,-18-3 98,-5 1-139,-53-10 128,21-7 657,37-11 2425,-57 18-3148,0-1 1,0 1 0,0 0 0,0 0 0,0 0 0,0 0-1,0 1 1,0-1 0,0 1 0,-1 0 0,4 2-1,-4-3 0,3 4-157,0 0 1,0 0-1,0 1 1,-1 0-1,0 0 1,0 0-1,-1 0 0,1 1 1,-1-1-1,-1 1 1,3 8-1,14 26-2952,2-6-2054,-7-13-2534,-5-7-2381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11469,'13'-29'5697,"2"26"-4481,1 0-332,7 12-184,8 8-416,-8 0-592,2 9-952,3 5-836,4 9-2781,-3 3-3848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0 12489,'-10'5'338,"7"-5"15,0 1 0,1 0 0,-1 0-1,1 0 1,-1 0 0,1 0 0,-1 1 0,1-1 0,0 1 0,0-1-1,-1 1 1,1 0 0,1 0 0,-1 0 0,0 0 0,0 0 0,1 0-1,-1 1 1,1-1 0,-1 0 0,1 1 0,0-1 0,0 1 0,0 0-1,0 3 1,-3 10 613,2 0-1,0 1 1,0-1 0,1 1-1,2-1 1,-1 1-1,2-1 1,3 19-1,-4-28-856,1 0 0,-1 0 0,1 0 0,1 0 0,-1 0 0,1 0 0,1 0 0,-1-1 0,1 0 0,7 10 0,-8-13-69,0 0-1,0 0 1,0-1 0,0 1 0,0-1 0,1 0 0,-1 0 0,1 0 0,0 0-1,-1-1 1,1 0 0,0 1 0,0-1 0,0-1 0,0 1 0,0 0 0,0-1-1,0 0 1,0 0 0,0 0 0,4-1 0,0 0-75,-1 0-1,1-1 1,-1 0 0,1 0-1,-1-1 1,0 0 0,0 0-1,0 0 1,-1-1 0,9-6 0,1-3-312,-2 0 1,21-25-1,-6 7-273,19-26-2799,-3 4-1784,-9 20-1832,7 2-5043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292 246 8453,'0'0'8772,"7"-9"-6860,0 3-1536,0-1 1,0 1-1,1 0 0,11-7 1,14-11 92,-27 19-265,-1-1 0,1 1 0,-2-1 1,1 0-1,0-1 0,-1 1 0,6-14 0,-8 17-63,-1 0 1,0 0-1,0 0 0,0 0 1,-1 0-1,1 0 0,-1-1 0,0 1 1,0 0-1,0 0 0,0 0 1,0 0-1,0 0 0,-1 0 1,0 0-1,0-1 0,0 2 1,0-1-1,0 0 0,0 0 0,-4-5 1,3 5 7,0 0 1,0 0-1,0 0 0,0 1 1,-1-1-1,0 0 1,1 1-1,-1 0 1,0 0-1,0 0 1,0 0-1,0 0 0,-1 0 1,1 1-1,0 0 1,-1 0-1,1 0 1,-1 0-1,1 0 0,-1 0 1,1 1-1,-6 0 1,-6 0-66,0 1 0,1 0 0,-1 1 0,0 1 1,1 0-1,0 1 0,0 0 0,0 1 0,0 1 1,1 0-1,0 1 0,0 1 0,1 0 0,0 0 1,0 1-1,1 1 0,0 0 0,1 0 0,0 1 0,0 0 1,-7 14-1,9-14-4,1 1-1,0 0 1,1 0 0,0 1-1,1 0 1,0 0 0,1 0 0,1 0-1,0 1 1,-1 16 0,4-19-54,0 0 1,0-1-1,1 1 1,0 0-1,1 0 1,0 0-1,1-1 1,0 1-1,1-1 1,0 0-1,0 0 1,1 0-1,11 16 1,-2-9-304,0 0 0,0-2 0,2 1 0,0-2 0,1 0 0,0-1 0,1 0 0,0-2 0,1 0 0,22 9 0,3-1-840,0-3 0,1-1 0,74 13 0,-4-12-3457,-37-11-1477,15-2-5592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219 256 11217,'35'11'4815,"-35"-11"-4758,1 0-1,-1 0 1,0 0-1,0 0 1,0 0-1,0 0 1,1 0-1,-1 0 1,0 0-1,0 0 1,0 0-1,0 0 1,0 0-1,0 0 1,1 0-1,-1 1 1,0-1-1,0 0 1,0 0-1,0 0 1,0 0-1,0 0 1,0 0-1,0 1 1,1-1-1,-1 0 1,0 0-1,0 0 1,0 0-1,0 0 1,0 1-1,0-1 1,0 0-1,0 0 1,0 0-1,0 0 1,0 1-1,0-1 1,0 0-1,0 0 1,0 0-1,0 0 1,0 0-1,-1 1 1,-4 97 6311,-17 54-3763,9-69-1572,1 2-875,-4 0 0,-3-1 0,-43 117 0,58-192-239,1-1-1,-1 1 1,-1-1 0,-6 11-1,9-16 70,0-1-1,-1 0 0,1 1 1,0-1-1,-1 0 0,1 0 1,-1-1-1,1 1 0,-1 0 1,0-1-1,0 0 0,0 0 1,0 0-1,0 0 1,0 0-1,-4 0 0,6-1 8,0 0 0,1-1-1,-1 1 1,0-1 0,0 1 0,1-1-1,-1 0 1,0 1 0,1-1 0,-1 0-1,0 0 1,1 1 0,-1-1 0,1 0-1,0 0 1,-1 0 0,1 1-1,0-1 1,-1 0 0,1-1 0,-1 1-6,-3-9 7,1-1 1,0 1 0,0-1-1,1 1 1,1-1-1,0 0 1,0 1-1,1-1 1,0 0 0,1 0-1,0 0 1,3-11-1,6-33 12,3 0-1,2 1 0,2 0 0,3 2 1,2 0-1,2 2 0,3 0 0,1 2 1,3 1-1,52-62 0,-54 75-12,2 1 1,2 2-1,0 1 0,2 2 0,2 1 0,0 2 1,1 1-1,2 2 0,0 2 0,1 2 0,1 1 0,68-16 1,-100 30 5,0 2 1,0-1 0,1 1 0,-1 1-1,0 0 1,1 1 0,-1-1 0,13 4 0,-20-3-4,0 0 0,0-1 0,0 1 1,0 0-1,0 1 0,0-1 0,-1 0 1,1 1-1,0 0 0,-1-1 0,1 1 1,-1 0-1,0 0 0,0 0 0,1 1 1,-2-1-1,1 1 0,0-1 0,0 1 1,-1-1-1,1 1 0,-1 0 0,0 0 1,0 0-1,0 0 0,0 0 0,0 0 1,-1 0-1,0 0 0,1 0 0,-1 3 1,-1 3 3,0 0 0,-1 0 1,0 0-1,-1 0 0,0 0 1,0-1-1,-1 1 0,0-1 0,0 0 1,-1 0-1,0 0 0,-11 13 1,-10 8 10,-46 43 0,69-69-13,-87 72-45,60-53 61,1 2 1,2 2 0,-42 47 0,65-68-16,1 0 0,-1 0 1,1 0-1,0 1 1,0 0-1,1-1 1,0 1-1,0 0 0,0 0 1,0 0-1,0 11 1,2-12-8,0-1 1,0 0 0,1 0-1,0 0 1,0 1-1,0-1 1,0 0 0,0 0-1,1 0 1,0 0 0,0-1-1,0 1 1,0 0 0,0-1-1,1 1 1,0-1 0,0 0-1,3 3 1,20 15-209,0-1 0,1-2 0,2-1 0,0 0-1,46 17 1,-24-10 55,19 9-123,50 24-196,-101-47 376,-1 1 0,-1 1 0,0 1 0,17 15 0,-33-27 100,0 0 0,0 0 1,-1 0-1,1 0 0,0 0 0,-1 1 1,1-1-1,-1 0 0,0 0 0,1 0 1,-1 0-1,0 1 0,1-1 1,-1 0-1,0 0 0,0 1 0,0-1 1,0 0-1,0 1 0,-1-1 1,1 0-1,0 0 0,0 0 0,-1 1 1,1-1-1,-1 0 0,1 0 0,-1 0 1,0 0-1,1 0 0,-1 0 1,0 0-1,0 0 0,1 0 0,-1 0 1,0 0-1,-1 1 0,-4 3 17,1 0 0,-1 0 1,0-1-1,-12 8 0,-6-2 106,0-1 0,-1 0 0,0-2 0,0-1 0,-50 6 0,41-7-37,-272 36 463,23-4-419,255-32-571,1 2 0,0 1 0,-28 12 0,20-7-1324,35-12 1464,0 1 1,0-1 0,1 0 0,-1 1 0,0-1-1,1 0 1,-1 1 0,1-1 0,-1 0 0,1 0-1,-1 1 1,2 0 0,-2-2-3,1 2 60,0-1 1,0 0 0,0 1-1,0-1 1,0 0 0,0 0-1,0 1 1,0-1-1,0 0 1,1 0 0,-1 0-1,1 0 1,-1-1 0,0 1-1,1 0 1,-1-1-1,1 1 1,-1-1 0,1 1-1,0-1 1,-1 0 0,1 1-1,0-1 1,-1 0-1,1 0 1,-1 0 0,4-1-1,8 2-1377,58 7-6333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53 7205,'10'-16'1657,"-3"5"1327,-2 3 4676,-33-9-5593,20 16-1978,1 1 0,-1 1 0,1-1 0,-1 1 0,1 0 0,0 1 0,-1 0 0,1 0-1,0 1 1,-9 4 0,-7 1 101,-9 4-7,1 1 1,1 1 0,-41 26 0,52-28-162,1 1 0,1 1 0,0 0 0,0 1 0,2 1 1,-16 21-1,27-32-49,0 0 0,0 1 0,1 0 0,0 0 0,0 0 0,1 0 0,0 1 0,0-1 0,0 0 0,1 1 0,0 0 1,0-1-1,0 1 0,1 7 0,1-9-9,-1-1 0,1 1 0,0-1 0,0 0 0,1 1 0,-1-1 0,1 0-1,0 0 1,0 0 0,0 0 0,1 0 0,-1-1 0,1 1 0,0-1 0,0 0 0,0 1 0,1-1 0,-1-1 0,1 1 0,-1 0 0,8 3 0,2 0-21,0-1 0,0 0 0,1-1 0,-1 0 0,1-1 0,0-1 0,0 0 0,0-1 0,0-1 0,17-1-1,22-3 67,70-16 0,-58 9 217,10-3 179,-73 14-394,1 0 0,-1 0-1,1 0 1,-1 0-1,0 1 1,1-1-1,-1 1 1,0 0-1,1 0 1,-1 0 0,0 0-1,0 0 1,0 0-1,0 0 1,0 1-1,0-1 1,0 1-1,0-1 1,-1 1 0,1 0-1,-1 0 1,1 0-1,-1 0 1,2 3-1,1 4-365,-1 0 0,-1 0 0,3 14 1,-4-14-1155,1 0 1,0 0 0,6 14 0,1-9-3287,6-2-2693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466 295 4752,'8'14'1051,"0"0"-1,1-1 1,1 1-1,0-2 1,0 0-1,21 19 1,-28-29-819,-1-1-1,1 1 1,0-1 0,0 1 0,-1-1-1,1 0 1,0 0 0,0 0 0,0 0-1,0-1 1,1 1 0,-1-1 0,0 0-1,0 0 1,0 0 0,0 0 0,4-1-1,5 1 248,-9-1-287,-1 1 0,1 0 0,0-1 0,-1 0 0,1 1 0,0-1 0,-1 0 0,0 0 0,1-1 0,-1 1 0,0 0 0,1-1 0,-1 1 0,0-1 0,0 0 0,0 0 1,0 0-1,2-4 0,2-1 402,-1 0 0,-1-1 0,8-15 0,4-17 1484,-11 26-1361,0 1 1,1 1 0,0-1 0,1 1-1,0 0 1,17-21 0,-11 19-41,-10 11-125,-2 6 38,1 1-551,0-1 1,0 1 0,0 0 0,-1 1-1,0-1 1,0 0 0,0 0-1,0 0 1,-1 1 0,1-1 0,-1 0-1,0 1 1,-1-1 0,1 0 0,-2 8-1,-3 7 92,0 1 0,-10 21 0,5-14-94,-171 526-37,33 9 0,94-364-497,54-195 419,-1 0-1,0-1 0,0 1 0,0-1 1,-1 1-1,1-1 0,0 1 0,-1-1 1,0 0-1,0 1 0,1-1 0,-1 0 1,0 0-1,-1-1 0,1 1 1,0 0-1,0-1 0,-5 3 0,5-4 8,-1 1 0,0-1 0,1 1-1,-1-1 1,0 0 0,0 0 0,1 0-1,-1 0 1,0-1 0,1 1 0,-1-1 0,0 1-1,1-1 1,-1 0 0,-3-2 0,-8-4-127,1-1 0,0-1 1,1 0-1,0-1 0,-13-13 1,23 21 183,-20-18-153,-4-4 27,0 0 0,1-1 0,2-1-1,1-2 1,-22-35 0,40 57 133,1-1-1,0 0 1,1 1 0,0-1-1,0 0 1,0 0 0,1-1-1,0 1 1,0 0-1,1 0 1,0-1 0,1 1-1,-1 0 1,1 0 0,0-1-1,1 1 1,0 0-1,0 0 1,1 1 0,-1-1-1,1 0 1,1 1 0,-1 0-1,8-10 1,2-1-145,1 1-1,1 0 1,1 0 0,0 2 0,0 0-1,2 1 1,19-11 0,93-50-2839,195-79 1,-139 69 86,177-106-2082,-321 162 5059,-1-1 0,-1-1 1,-1-3-1,-3-1 0,0-2 0,34-44 0,-58 65 463,1 1 0,0 0-1,1 1 1,0 0 0,20-13-1,0 5 344,52-26 0,-71 40-450,0-2-1,0 0 0,22-18 1,-32 23-279,-1 0 1,1 0-1,-1-1 1,0 1-1,0-1 1,-1 0-1,1 0 1,-1-1 0,0 1-1,0-1 1,-1 0-1,0 1 1,3-11-1,-5 14-102,0 0 0,0 0 0,0 0 0,0 0 0,0 0 0,0 0-1,0 0 1,-1 1 0,1-1 0,-1 0 0,1 0 0,-1 0 0,0 0-1,0 0 1,0 1 0,0-1 0,0 0 0,0 1 0,-1-1 0,1 1 0,0-1-1,-1 1 1,1 0 0,-1-1 0,1 1 0,-1 0 0,0 0 0,0 0 0,1 0-1,-1 0 1,0 1 0,0-1 0,0 1 0,-2-1 0,-2-1 86,-1 0 1,0 1-1,0 0 1,0 0-1,1 1 1,-1 0-1,0 0 1,0 1-1,-9 1 1,-1 2-12,0 1 1,1 0-1,0 1 1,1 1-1,-1 0 1,1 1-1,1 1 0,-1 0 1,1 1-1,1 1 1,0 0-1,1 0 1,-19 23-1,22-22-77,0 0-1,1 1 1,1-1-1,0 2 1,1-1-1,0 1 1,1 0-1,0 0 1,1 1-1,1-1 1,-2 22-1,4-25-88,1-1 1,1 0-1,0 0 1,0 1-1,1-1 1,0 0-1,1 0 0,0 0 1,0-1-1,1 1 1,0-1-1,1 1 1,0-2-1,1 1 0,0 0 1,0-1-1,10 10 1,-9-11-38,1 0 1,-1 0-1,1-1 1,0 0-1,0 0 1,1-1-1,0 0 1,0-1-1,0 0 1,0 0-1,1-1 1,-1 0-1,1-1 1,0 0-1,0 0 1,0-1-1,18 0 1,-14-2 47,0-1 1,0 0 0,0-1-1,-1 0 1,1-1 0,-1-1-1,0 0 1,0-1 0,-1 0 0,1-1-1,-2 0 1,15-12 0,98-87-141,-84 69 159,2 2 0,82-54 1,-112 83 9,-1 0 1,1 1 0,21-6 0,2 1 27,47-7-1,-76 16-10,0 0 0,0 0 1,-1 1-1,1 0 0,0 1 0,0-1 0,0 1 0,-1 0 0,1 0 0,0 1 1,-1 0-1,1 0 0,-1 0 0,7 4 0,-8-3 33,0 0 0,-1 0 0,1 0 0,-1 1 0,1-1 0,-1 1 0,0 0 0,0 0 0,-1 0 0,1 0 0,-1 1 0,0-1 0,3 9 0,-3-4 77,1 1 0,-2-1 0,1 1-1,-1 0 1,-1 0 0,0 0 0,0 0 0,-1-1 0,0 1-1,-1 0 1,0-1 0,-1 1 0,-6 17 0,-4-3 62,0 0 0,-1-2 0,-1 1 0,-2-2 1,0 0-1,-34 32 0,16-21-669,-2-2 1,-80 50-1,91-65-792,-2-1 1,-42 15-1,-19-3-7736,39-15-1609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44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32 10017,'0'0'72,"0"1"0,0-1 0,-1 0-1,1 0 1,0 0 0,0 1 0,0-1 0,-1 0 0,1 0 0,0 1 0,0-1 0,0 0-1,0 0 1,0 1 0,-1-1 0,1 0 0,0 1 0,0-1 0,0 0 0,0 1 0,0-1-1,0 0 1,0 0 0,0 1 0,0-1 0,0 0 0,0 1 0,0-1 0,0 0 0,0 1-1,1-1 1,-1 0 0,0 0 0,0 1 0,0-1 0,0 0 0,1 1 0,9-10 2914,-7 6-2070,-1 1-1,0-1 1,0 0-1,0 0 0,0 0 1,0 0-1,-1 0 1,0 0-1,2-4 1,-22 10 491,13-1-1340,0 0-1,0 0 1,0 1-1,1 0 1,-1 0-1,1 0 1,0 1-1,0-1 1,0 1-1,-6 6 1,-44 54-2445,31-34 130,14-18 308,0 0 0,1 1-1,0 1 1,-12 25 0,3 15-7778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0:5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27 764 11001,'-27'-10'1371,"37"4"1021,6 1-1639,36-8 1252,-11 2-1235,71-10 0,146-22-39,-112 16-563,10 1-34,383-59-383,123-3-1586,367-28-2731,-389 47 2731,685-96-1921,-1034 124 1531,-20 4-420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10205,'0'0'6702,"-2"1"-4501,0 0-1987,0 0 0,1-1 0,-1 1 0,1 0-1,-1 0 1,1 0 0,0 0 0,-1 0-1,1 1 1,0-1 0,0 0 0,0 0-1,0 1 1,0-1 0,0 1 0,0-1 0,0 1-1,1-1 1,-1 1 0,0 0 0,1-1-1,-1 1 1,1 0 0,0 1 0,-1 6 262,0 1 1,1-1-1,2 16 1,0 15 1005,-23 140 1549,5-70-2046,2 7-442,1-25-2512,-1 146 1,14-179-79,3 54-3450,7-43-1825,5-22-3291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 12613,'0'0'104,"-1"-1"-1,1 1 1,0 0-1,-1-1 1,1 1 0,0-1-1,0 1 1,0-1-1,0 1 1,-1 0-1,1-1 1,0 1-1,0-1 1,0 1 0,0-1-1,0 1 1,0-1-1,0 1 1,0-1-1,0 1 1,0 0-1,0-1 1,1 1 0,-1-1-1,0 1 1,0-1-1,0 1 1,1 0-1,-1-1 1,0 1-1,0-1 1,1 1 0,-1 0-1,0-1 1,1 1-1,-1 0 1,0-1-1,1 1 1,23-5 2176,27 11-43,-12 5-956,1 3 0,54 26 0,72 46 198,-140-72-1266,351 202 1413,-20 32-919,-315-213-623,-1 1 0,50 58 0,-79-80-70,-1 0 1,0 0-1,-1 2 1,0-1-1,-2 1 1,0 0 0,0 1-1,-2 0 1,0 0-1,7 36 1,-12-40-8,-1 1 1,0-1 0,-1 1 0,-1-1 0,0 0-1,0 1 1,-2-1 0,0 0 0,0-1-1,-1 1 1,0-1 0,-1 0 0,-1 0 0,0 0-1,-12 14 1,-7 7 0,-2 0-1,-2-2 1,-49 40-1,-278 189 63,83-67-632,217-148-474,2 3 1,-76 83-1,124-123 658,0 0-1,1 0 0,1 0 1,-1 1-1,1 0 0,-6 15 1,10-21 117,0-1 0,1 1 1,-1-1-1,1 1 1,-1 0-1,1-1 0,0 1 1,0 0-1,0-1 1,1 1-1,-1-1 1,1 5-1,0-5-142,0 0 1,0 1-1,1-1 0,-1 0 0,0 0 1,1 0-1,-1-1 0,1 1 0,-1 0 0,1-1 1,0 1-1,0-1 0,0 1 0,0-1 1,0 0-1,3 2 0,33 8-9732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589 638 11641,'-7'-2'934,"1"1"1,0-1-1,-1 0 0,1 0 1,0 0-1,0-1 0,-7-4 1,12 6-793,-2 1 60,-1-1 1,1 1-1,-1 0 1,1 0-1,0 0 1,-1 0-1,1 1 1,-1 0-1,1-1 1,0 1-1,0 0 1,-1 1-1,-5 2 1,-9 8 47,0 0 1,0 1-1,1 1 1,1 0-1,1 1 1,-25 30-1,16-17-2,-67 84-166,60-71-665,-63 65-1,-2-8-1191,125-114 1259,-12 8 472,19-12 86,0 2 0,1 1 0,73-22 0,-95 35-4,0 1 0,0 0 0,0 1 0,0 1-1,0 0 1,0 1 0,1 1 0,-1 0 0,0 1 0,0 1 0,0 0 0,0 1 0,24 10 0,76 50 307,-50-24-148,-31-21-113,85 42 206,-102-54-269,-1-1 0,1-1 0,0-1 0,0-1 0,33 3 0,-28-5-15,-1-1 0,1-1-1,-1-1 1,1-1 0,-1-1 0,0-1 0,0-1 0,-1 0 0,0-2 0,0 0 0,28-17 0,-27 12-6,0-1-1,-1-2 1,-1 0 0,0-1 0,-1 0-1,-1-2 1,0 0 0,-2-1 0,21-34-1,-15 15 61,-1-1-1,-2-1 0,-2 0 0,18-77 0,21-179 1050,-48 249-831,12-91 964,13-72 1219,-31 211-2401,0 1 0,0-1 0,0 0 0,0 0 0,0 1 0,0-1 0,0 0 1,0 1-1,0-1 0,0 1 0,0-1 0,0 1 0,0 0 0,0-1 0,0 1 1,1 1-1,2 3 7,0-1 0,-1 1 0,0 0 0,0 0-1,0 0 1,0 0 0,-1 1 0,1-1 0,-1 1 0,-1-1 0,1 1 0,-1 0 0,1 6 0,1 17 189,0 41 0,-2-38-121,-4 264 483,-2-104-2284,13-1-3997,0-143 2080,0 0-5012,-5-17-7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9405,'502'-108'9942,"-110"26"-6694,-340 70-2821,69-5 0,-117 17-386,1-1 0,-1 1 1,1 1-1,0-1 0,-1 1 1,1-1-1,-1 1 0,6 2 0,-9-3-36,0 1 0,-1-1 0,1 0-1,0 1 1,0-1 0,-1 1 0,1-1 0,0 1-1,0-1 1,-1 1 0,1 0 0,-1-1-1,1 1 1,-1 0 0,1-1 0,-1 1-1,1 0 1,-1 0 0,1-1 0,-1 1-1,0 0 1,0 0 0,1 0 0,-1 0-1,0-1 1,0 1 0,0 0 0,0 0-1,0 0 1,0 0 0,0 0 0,0 0-1,0-1 1,-1 1 0,1 0 0,0 0-1,0 0 1,-1 0 0,1-1 0,-1 1-1,1 0 1,-1 1 0,-17 24-350,0 0 0,-1-2 0,-2 0 0,-46 41 0,5-3-1283,18-21 322,33-32 845,1 0 0,0 0 0,0 1 0,1 1 0,1-1 0,-1 1 0,-11 23 0,18-32 412,1 1-1,0-1 1,0 0-1,0 1 1,1-1 0,-1 0-1,1 1 1,-1-1-1,1 1 1,0-1 0,0 1-1,0-1 1,0 1-1,0-1 1,0 1 0,1-1-1,-1 0 1,1 1-1,0-1 1,0 1 0,-1-1-1,3 3 1,-1-3 127,0-1 0,0 0 0,0 0 0,-1 0 0,1 0 0,0-1 0,0 1 0,0 0 0,1-1 0,-1 1 0,0-1 0,0 0 0,0 0 0,0 0 0,0 0 0,0 0 1,1 0-1,-1 0 0,0-1 0,0 1 0,0-1 0,0 0 0,0 1 0,4-3 0,49-21 1896,-31 13-322,-1 2-1,27-8 1,-43 15-1389,0 0 1,0 1 0,0 0 0,0 1-1,0-1 1,0 1 0,0 0 0,0 1-1,0 0 1,0 0 0,-1 1 0,10 2-1,3 5-130,0 2-1,0 0 0,-1 0 0,-1 2 0,25 22 0,-17-14-849,8 4-3109,62 34 0,-58-37-1758,5 4-5122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0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5 465 12153,'-2'-14'947,"1"0"0,0 0 1,0 0-1,2 0 0,-1 0 0,2 0 0,0 0 1,1 0-1,0 0 0,8-20 0,1 5-51,0 0 0,2 1-1,0 1 1,3 0 0,0 2 0,1 0-1,43-45 1,-59 67-847,1 0 0,-1 1 0,1-1 0,0 1-1,0 0 1,0 0 0,0 0 0,0 0 0,1 0 0,-1 1 0,1-1-1,-1 1 1,1 0 0,-1 0 0,1 1 0,-1-1 0,1 1 0,0-1-1,-1 1 1,1 0 0,0 0 0,-1 1 0,1-1 0,0 1 0,-1 0-1,1 0 1,5 2 0,-4 0-15,0-1 1,-1 1-1,1 0 0,-1 0 0,1 0 1,-1 1-1,0 0 0,0-1 0,6 10 0,25 42 264,-29-44-226,16 30 8,-1 0 0,-3 1 1,-1 0-1,20 87 1,-31-102-68,-1 1 0,-2-1 0,-1 0-1,-1 1 1,-1 0 0,-1-1 0,-2 1 0,0-1 0,-12 41 0,9-50-140,-1-1 1,-1 1-1,-1-1 0,0 0 1,-1-1-1,-1 0 0,-1-1 0,0 0 1,-1-1-1,-18 16 0,13-13-976,-2-2-1,-37 23 0,35-26-1227,0 0-1,-39 13 1,29-14-4367,18-2-4270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1048 9237,'57'-13'3859,"61"-24"0,-92 27-3414,0-1-1,-1-2 0,0 0 0,30-23 0,-52 34-385,0 0 0,0-1-1,0 1 1,0-1-1,-1 0 1,0 1 0,1-1-1,-1-1 1,0 1-1,0 0 1,-1 0 0,1-1-1,-1 1 1,1-1-1,-1 1 1,0-1 0,0 0-1,0-4 1,-1 6-34,0 1 0,0-1 1,0 1-1,0 0 0,0-1 1,-1 1-1,1 0 0,0 0 1,-1-1-1,1 1 0,0 0 1,-1-1-1,0 1 0,1 0 0,-1 0 1,0 0-1,0 0 0,1 0 1,-1 0-1,0 0 0,0 0 1,0 0-1,0 0 0,0 0 1,-1 1-1,1-1 0,0 0 0,0 1 1,0-1-1,-1 1 0,1-1 1,0 1-1,-3-1 0,-1 0 87,-1 0 1,0 0-1,1 1 0,-1-1 0,0 1 0,-10 2 0,4 0 72,0 1-1,0 1 1,1 0-1,0 1 0,-1 0 1,2 0-1,-1 1 1,1 1-1,0 0 0,0 0 1,1 1-1,0 0 1,-16 18-1,1 4 315,1 1 0,1 0 0,-21 42 0,26-42-169,2 0 0,1 2 0,2-1 0,1 2 0,-7 34 0,14-44-150,0-1 0,2 1 0,0 0 0,2 0 0,0-1 0,2 1 0,1 0 0,7 30-1,-6-40-113,0 0-1,1-1 0,1 1 0,0-1 0,1-1 0,0 1 0,1-1 0,0 0 0,1-1 0,0 0 0,1 0 0,0-1 0,1-1 1,15 12-1,-11-11-30,0-1 0,1-1 1,0 0-1,0-1 1,1-1-1,-1 0 0,1-1 1,1-1-1,-1-1 1,0 0-1,25 0 1,-14-3-5,1-1 0,0-1 0,0-1 1,-1-2-1,0-1 0,51-18 1,-42 9-52,0-1 1,-1-2-1,-1-2 0,44-32 1,-17 3-133,-3-2 1,-2-3 0,-2-3-1,74-98 1,-73 80 47,-4-2 0,-3-3 0,-3-2 0,-4-1 0,-4-3-1,49-158 1,-50 102 272,32-246 0,-70 363 314,1 25-462,0 0 0,-1 0 0,1 0 0,0 0 0,0-1 0,-1 1 0,1 0 0,0 0 0,0 0 0,0 0 0,-1 0 0,1 0 0,0 0 0,0 0 0,-1 0 0,1 0 0,0 0 0,0 0 0,-1 0 0,1 0 0,0 0 0,0 0 0,0 0 0,-1 0 0,1 1 0,0-1 0,0 0 0,-1 0 0,1 0 0,0 0 0,0 0 0,0 0 0,0 1 0,-1-1 0,1 0 0,0 0 0,0 0 0,0 1 0,0-1 0,0 0 0,0 0 0,-1 0 0,1 1 0,0-1 0,-22 41 798,-16 69-710,-33 161 1,36-114-127,6 1 1,-11 241-1,39-346-1296,3 0 0,2 0 0,12 58 0,-13-97-341,0 0 1,11 25 0,7 2-5025,10 3-6141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15637,'41'-17'3021,"0"6"-625,16-1-512,19 4-296,4-4-324,9 4-304,25-4-472,16-2-940,10-3-748,3-3-1172,6 3-1492,10 2-1897,6-2-4844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1081 10841,'182'-313'8997,"104"-173"-4657,-220 336-2153,-9 18 1238,-59 170-2319,-7 48-1,0-11-339,-58 628-766,-93 712 0,154-1375 0,-1 5 0,2 0 0,1 0 0,3 0 0,6 62 0,-5-102-67,1 1-1,0-1 1,1 0-1,-1 1 1,1-1 0,0 0-1,0 0 1,1 0-1,0 0 1,-1-1-1,2 1 1,-1-1 0,0 1-1,1-1 1,0 0-1,0 0 1,8 5 0,-10-8-71,0 0 1,0-1 0,-1 1 0,1-1 0,0 0-1,0 1 1,0-1 0,0 0 0,0 0 0,0 0 0,0 0-1,0-1 1,0 1 0,0 0 0,0-1 0,0 1-1,0-1 1,0 0 0,-1 0 0,1 0 0,0 0 0,1-1-1,31-24-1082,-26 17 899,0-1 0,0-1 0,-1 1 0,0-1 0,-1 0-1,0-1 1,-1 1 0,0-1 0,4-15 0,-4 5-35,0 1-1,-1-1 1,-1 0 0,0-33-1,-3 37 235,-1 0 1,-1 0-1,-1 0 0,0 0 0,-2 1 0,0-1 0,0 1 0,-13-24 0,6 19 97,0 1-1,-2 0 1,0 1 0,-1 0-1,-26-25 1,-15-5 291,-1 3 1,-3 3-1,-73-43 0,79 54-60,-41-27 248,-131-90 860,214 141-1226,0-1 1,0-1 0,1 1-1,1-2 1,0 1-1,0-2 1,-9-15 0,16 23-69,0 1 1,1-1 0,0 0-1,0 0 1,1 1 0,-1-1-1,1 0 1,0 0 0,1-1-1,-1 1 1,1 0 0,0 0-1,0 0 1,0 0 0,1 0-1,0-1 1,0 1 0,0 0-1,1 0 1,-1 1 0,1-1-1,0 0 1,1 0 0,-1 1-1,5-6 1,1 0-51,1 0 0,0 1 0,0 0 0,1 0 0,0 1 0,0 0 0,1 1 0,0 0 0,19-8 0,14-3-254,56-17-1,-98 34 279,163-45-1127,257-36-1,-138 49-1172,-95 33-2513,-133 7 180,-9 4-2692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11577,'-1'-5'743,"1"0"1,0 0-1,0 0 1,1 0-1,0 0 0,-1 0 1,2 0-1,-1 1 1,1-1-1,4-11 12200,-2 17-12885,0 1 0,-1 0 0,1 0 0,-1 1 1,0-1-1,0 1 0,0-1 0,0 1 0,0 0 0,-1 0 0,1 0 0,-1 1 0,3 3 0,-1 0-58,-1 0 0,0 0 0,0 0 0,0 0 0,-1 0 0,0 1 0,-1-1 0,1 1 0,-1 13 0,0 6 0,-6 38 0,2-26 0,-5 59-3762,-1 7-6821,6-48-4855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1237 7797,'3'-13'382,"-2"3"28,1 1 0,0-1 0,1 1 0,0 0 0,0 0 0,1 0 1,0 0-1,7-10 0,-6 11 193,-1 1 0,0-1 0,0 0 0,-1 0 0,0 0 0,3-15 0,6-14 545,109-190 3982,-45 89-2987,145-250 1999,-185 331-2919,2 2-1,82-93 1,-119 147-1214,0 1 1,0-1 0,-1 0-1,1 0 1,0 1 0,0-1-1,0 0 1,0 1 0,0-1-1,0 0 1,0 1 0,0 0 0,0-1-1,0 1 1,0-1 0,0 1-1,0 0 1,0 0 0,0 0-1,0 0 1,0 0 0,0 0-1,1 0 1,-1 0 0,0 0-1,0 0 1,0 1 0,0-1-1,0 0 1,0 1 0,0-1 0,0 1-1,0-1 1,0 1 0,1 0-1,1 2 2,0-1 0,-1 1 0,1 0-1,-1 0 1,1 0 0,-1 0 0,0 1-1,2 5 1,1 3-11,0 1 0,-1-1 0,0 1 0,-1 0 0,2 26 0,-2 70 0,-4-56 0,-19 472 0,-33 1 0,13-151 0,35-333 0,-11 183 0,15-187 0,2 1 0,2-1 0,12 66 0,-13-94-11,1 0 1,0-1-1,1 1 0,0 0 1,0-1-1,1 0 1,0 0-1,0 0 0,8 8 1,-9-13-26,0 0 0,0 0 0,0-1 0,0 1 1,0-1-1,1 0 0,-1-1 0,1 1 0,0-1 0,0 0 1,0 0-1,0 0 0,0-1 0,0 1 0,0-1 1,1-1-1,-1 1 0,0-1 0,6 0 0,0-1-307,-1 0-1,1-1 0,-1 0 0,0-1 1,0 0-1,0-1 0,0 0 1,0-1-1,-1 0 0,0 0 1,0-1-1,0 0 0,-1 0 1,0-1-1,0-1 0,-1 1 0,1-1 1,7-12-1,-8 10 71,1 0-1,-2-1 1,0 1 0,0-2-1,-1 1 1,0-1 0,-1 1-1,-1-1 1,0 0 0,0-1-1,-1 1 1,-1 0 0,0-1-1,0 1 1,-3-19 0,-1 14 125,-1 0 0,-1 0 0,0 1 0,-1-1 0,-1 1 0,-1 0 1,0 1-1,-1 0 0,-1 0 0,0 1 0,-1 1 0,-16-17 0,-6-2 141,0 2 0,-3 1 0,-58-37 0,-6 8 957,-187-78 1,182 89-385,26 6 107,78 40-656,0 1 0,0-1 0,0 1-1,0-1 1,0 1 0,1-1 0,-1 0 0,0 1 0,0-1-1,0 0 1,1 0 0,-1 1 0,1-1 0,-1 0 0,0 0-1,1 0 1,-1 0 0,1 0 0,0 0 0,-1 0 0,1-2-1,0 2-5,0 0-1,0 1 0,1-1 0,-1 0 0,0 0 0,1 0 0,-1 0 0,1 0 0,-1 1 0,1-1 0,-1 0 0,1 0 0,-1 1 0,1-1 0,0 0 1,-1 1-1,1-1 0,0 1 0,1-2 0,3-1 17,1 0 1,-1 1-1,1-1 1,0 1-1,-1 0 1,11-2-1,266-26 71,-106 15-659,614-91-8666,-661 85 5105,-4 5-2076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9173,'8'-10'423,"-4"4"127,1 0 1,-1 1-1,1-1 1,1 1 0,-1 0-1,1 0 1,0 0 0,0 1-1,13-7 1,-1 3 302,0 1 0,1 0 0,-1 2 0,1 0 0,1 1 1,23-2-1,-34 6-778,0 0 1,0 0-1,0 0 1,0 1-1,-1 0 1,1 1 0,0 0-1,0 1 1,-1-1-1,1 2 1,-1-1-1,0 1 1,0 0 0,0 1-1,13 10 1,-17-10-49,1 0 1,-1 0-1,0 0 1,-1 0 0,1 0-1,-1 1 1,0 0-1,0 0 1,-1 0-1,0 0 1,0 0-1,0 0 1,-1 1 0,0-1-1,0 0 1,0 1-1,-1-1 1,0 1-1,0-1 1,-1 1 0,-2 9-1,-1 7 15,-2 0 0,0-1 1,-1 0-1,-18 36 0,-2-5 43,-51 71 0,50-84-39,2 2-1,2 1 0,-20 47 0,42-86-33,1-1 0,0 1 0,0-1-1,0 1 1,0-1 0,1 1 0,-1 0-1,1-1 1,0 1 0,0 0-1,0-1 1,0 1 0,1 0 0,0-1-1,0 1 1,0-1 0,0 1 0,0-1-1,1 1 1,-1-1 0,1 0-1,3 5 1,-2-4-3,1-1 0,-1 1 0,1-1 0,0 0 0,0 0 1,1 0-1,-1 0 0,1-1 0,-1 0 0,1 0 0,0 0 0,0 0 0,-1-1 0,1 0 0,9 1 0,18 1-152,0-1 0,1-2 1,56-6-1,97-25-2275,-164 27 1961,169-39-7877,-96 21-768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4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1662 8253,'-29'-17'1434,"21"13"-473,1 0 0,0 0 0,0-1 0,0 0 0,-12-11 0,17 12-575,0 1-1,0-1 1,0 0-1,0 0 1,1 0-1,-1 0 0,1-1 1,0 1-1,0 0 1,1-1-1,-1 1 1,1 0-1,0-1 0,0 1 1,1 0-1,-1-1 1,1 1-1,1-5 1,4-15 217,1 0 1,11-24 0,-7 20 172,193-466 2711,22-60-2117,-115 221 168,-105 316-1046,-10 32 21,-134 581-510,80-316-3,-45 162 0,-20 90 0,30 1 0,88-495 0,-11 118 0,15-134 0,0 0 0,2 0 0,1-1 0,8 41 0,-8-57 0,-1 0 0,1 0 0,0 1 0,1-1 0,-1 0 0,1-1 0,0 1 0,0 0 0,0-1 0,1 0 0,4 4 0,-6-6-18,-1-1 1,1 0-1,0 0 0,0 0 0,0 0 1,0-1-1,1 1 0,-1 0 0,0-1 1,0 1-1,0-1 0,0 0 0,1 0 1,-1 0-1,0 0 0,0 0 0,0-1 1,0 1-1,1 0 0,-1-1 1,0 0-1,0 1 0,0-1 0,0 0 1,0 0-1,0 0 0,0 0 0,2-3 1,4-1-171,-1 0 1,1-1-1,-1 0 1,0 0 0,10-12-1,-10 10-28,-1 0 0,-1-1 0,1 0-1,-1 0 1,-1 0 0,0 0 0,0-1 0,-1 1 0,0-1-1,-1 0 1,0 0 0,0 0 0,0-12 0,-2 6 42,-1 1 1,-1 0 0,0 0 0,-1 0-1,0 1 1,-1-1 0,-1 1-1,-7-15 1,-9-13-27,-2 2-1,-1 0 1,-3 2 0,-54-61-1,-75-56 950,110 114-247,2-1-1,-61-77 1,98 109-435,1 0 0,0 1 0,0-2 1,1 1-1,0-1 0,-4-16 0,7 24-51,2-1 1,-1 0-1,0 1 0,1-1 1,-1 0-1,1 0 0,0 0 1,1 1-1,-1-1 0,0 0 0,1 0 1,0 1-1,0-1 0,0 0 1,1 1-1,-1-1 0,1 1 1,0-1-1,0 1 0,0 0 0,0 0 1,0 0-1,4-4 0,3 0-60,0 0-1,0 0 0,1 1 0,-1 0 1,2 1-1,-1 0 0,0 1 1,1 0-1,0 0 0,13-2 1,21-3-616,55-3 1,-59 8 230,338-23-5069,-124 22-3286,-125 5-366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86 12577,'22'-25'4677,"-19"21"-4211,0 0-1,0 1 1,0-1-1,1 1 0,0-1 1,-1 1-1,1 0 1,0 0-1,1 1 1,-1-1-1,5-1 0,4-1-17,0 1-1,1 1 0,0 0 1,22-1-1,-28 3-352,0 1 1,0 0-1,0 0 1,0 1-1,0 0 1,0 0-1,0 1 0,0 0 1,9 4-1,-14-4-73,-1-1-1,0 1 0,0-1 0,0 1 1,0 0-1,0 0 0,0 0 0,0 0 0,-1 0 1,1 0-1,-1 0 0,1 1 0,-1-1 1,0 0-1,0 1 0,0-1 0,0 1 0,0 0 1,-1-1-1,1 1 0,-1 0 0,0-1 1,1 1-1,-1 0 0,-1-1 0,1 1 0,0 0 1,-1 3-1,-2 7 33,1-1-1,-2 1 1,0 0 0,-8 18-1,-27 42 47,27-51-73,0 1 0,-17 46 0,27-62-82,0 1 1,0-1 0,1 1 0,0 0 0,0-1-1,1 1 1,0 0 0,0 0 0,1 0 0,0-1-1,0 1 1,1 0 0,5 13 0,-2-10-97,0 0 0,1 0 0,1 0 0,0-1 0,0 0 1,1 0-1,11 10 0,70 57-803,-61-55 546,31 32 0,-56-51 366,0 0 1,0 0-1,-1 0 0,1 1 1,-1-1-1,0 1 1,0-1-1,2 6 1,-4-7 34,1-1 1,-1 0 0,0 1 0,0-1 0,0 1 0,0-1 0,0 0 0,0 1 0,0-1-1,0 0 1,-1 1 0,1-1 0,0 0 0,-1 0 0,1 1 0,-1-1 0,0 0-1,1 0 1,-1 0 0,0 1 0,0-1 0,0 0 0,1 0 0,-1 0 0,-2 1-1,-5 4 1,0 0 0,0-1 0,0 0 0,-1-1 0,0 0 0,1 0 0,-1-1 0,-1 0 0,-14 3 0,-95 10-737,72-12-350,-15 2-1369,-27 4-5117,49-2-325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6905,'1'-1'82,"3"-6"341,0 1 0,1 0 0,-1 1-1,1-1 1,0 1 0,0 0 0,1 0-1,0 0 1,0 1 0,7-5 0,-6 5 1116,-1 0 0,0-1 0,0 0 0,9-11 1,-1 3 3550,-28 36-3205,8-10-1686,0 1 0,1 0 0,0 0 0,1 1 0,0-1 0,2 1 0,-1 0 0,2 0 0,0 0 0,1 0 0,2 20 0,0-23-158,0 0 0,1 0 0,0 0 0,1 0-1,0-1 1,1 0 0,0 0 0,1 0 0,0 0-1,0-1 1,1 0 0,1 0 0,0-1 0,15 14-1,-7-10-136,0-1-1,2-1 0,-1 0 0,2-1 0,-1-1 1,1 0-1,1-2 0,-1 0 0,1-2 0,0 0 1,1-1-1,-1-1 0,1 0 0,21-2 0,-13 0-58,0-2 0,0-2-1,-1 0 1,1-2 0,-1-1 0,0-1-1,0-2 1,-1 0 0,42-22-1,-51 19 144,0 0-1,0-1 0,-2-1 0,0 0 0,0-2 1,-1 0-1,-1 0 0,14-21 0,-23 30 123,-1-1-1,1 1 1,-1-1 0,0 0-1,-1 0 1,1 0-1,-2-1 1,4-14 0,-5 20-55,-1 0 0,1 0 0,-1-1 1,0 1-1,0 0 0,0 0 0,0 0 1,0 0-1,-1 0 0,1-1 0,-1 1 1,0 0-1,0 0 0,0 0 0,0 0 1,-1 1-1,1-1 0,-1 0 0,0 0 1,0 1-1,0-1 0,0 1 0,0 0 1,0 0-1,-1-1 0,1 2 0,-4-3 1,5 3-24,-1 0 0,1 1 0,0-1 0,-1 1 0,0 0 0,1-1 0,-1 1 0,1 0 0,-1 0 0,1 0 0,-1 0 0,1 0 0,-1 0 0,1 1 0,-1-1 0,0 0 0,1 1 0,0-1 0,-1 1 0,1 0 0,-1 0 0,1-1 0,0 1 0,-1 0 0,-1 2 0,0 0 59,-1 0 0,1 0 0,-1 0 0,1 1 0,0 0 0,0 0 0,-2 4 0,-10 25 232,2 1-1,1 1 0,1 0 0,-8 53 0,12-59-212,-87 537 764,36-184-1014,-26-7-842,76-345 795,-36 110-783,38-125 818,0 0 0,-2 0 0,1-1 0,-2 0 1,0 0-1,-18 20 0,24-30 126,-1 0-1,0-1 1,1 0 0,-1 0 0,0 0-1,0 0 1,-1-1 0,1 1-1,-1-1 1,1 0 0,-1-1 0,0 1-1,1-1 1,-1 0 0,0 0-1,0 0 1,0-1 0,0 0 0,-6 0-1,5-1 10,-1 0 1,1-1-1,0 1 0,0-1 0,0-1 0,1 1 1,-1-1-1,0 0 0,1 0 0,0-1 0,0 0 1,0 0-1,0 0 0,0 0 0,-3-5 0,0 0-17,0-1-1,1 0 1,1 0-1,0 0 1,0 0 0,1-1-1,0 0 1,1 0-1,0-1 1,1 1-1,0-1 1,1 0-1,0 0 1,1 1-1,0-1 1,1 0 0,0 0-1,1 0 1,1 0-1,0 0 1,0 0-1,1 1 1,0-1-1,10-19 1,2 0-617,2 0 0,1 1-1,1 2 1,2-1 0,28-29 0,135-118-9700,-84 89-287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1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1 400 9601,'3'-2'1645,"19"-8"56,-8 3-638,0 0 0,29-8-1,22-3-457,-1-2 0,-2-3 0,0-3 0,-1-3 0,-2-2-1,83-58 1,-105 52 287,-27 20-170,-11 16-702,1 1-1,0 0 1,0-1-1,-1 1 1,1 0-1,0-1 1,0 1-1,-1 0 1,1 0-1,-1-1 0,1 1 1,0 0-1,-1 0 1,1 0-1,0-1 1,-1 1-1,1 0 1,-1 0-1,1 0 0,0 0 1,-1 0-1,1 0 1,-1 0-1,1 0 1,-1 0-1,1 0 1,0 0-1,-1 0 0,1 0 1,-1 0-1,1 1 1,0-1-1,-1 0 1,1 0-1,-1 0 1,1 1-1,0-1 1,-1 0-1,1 1 0,-10 2 185,1 1 0,1 1 0,-1 0 0,1 0 0,0 0 0,0 1 0,0 0 0,1 1 0,-12 12 0,-7 11 291,-22 34 0,39-52-396,-19 28 199,2 1 1,-39 82-1,56-102-241,0 1 1,2 0-1,0 1 1,1 0-1,2 0 1,0 0-1,2 1 1,-1 23 0,4-40-104,-1 1 1,1-1 0,0 0 0,0 1 0,1-1 0,0 0 0,0 0 0,1 0 0,0 0 0,0-1 0,0 1 0,1-1 0,0 0 0,0 0 0,1 0 0,0 0 0,0-1 0,0 0 0,1 0 0,-1 0 0,1-1 0,0 1 0,1-1 0,-1-1 0,1 0 0,0 1 0,-1-2 0,1 1 0,0-1 0,1 0 0,-1-1 0,0 0 0,0 0 0,1 0 0,12-1 0,4-1-14,1-1 0,-1 0-1,0-2 1,0-1 0,0-1 0,0-1 0,-1-1 0,-1-1 0,1-1 0,-1-1 0,-1-1 0,0 0 0,-1-2 0,0-1 0,34-33-1,-28 22 140,-2-2-1,0-1 0,-2-1 0,-2-1 0,-1-1 0,-1 0 0,-1-2 0,-2 0 0,19-68 0,-17 33 1009,9-99 0,-18 109-178,-7 59-873,0 0 1,0 0-1,0 1 1,-1-1-1,1 0 1,0 1-1,0-1 1,0 1-1,-1-1 1,1 1-1,0 0 1,0-1-1,-1 1 1,1 0-1,-1-1 1,1 1-1,0 0 1,0 1-1,13 21 114,-1 0-1,-2 0 0,0 1 0,-1 1 1,6 26-1,-4-18-66,1 7 5,-1 0-1,-2 0 0,-2 1 0,-1 0 1,-2 1-1,-2 83 0,-4-104-130,-1-1-1,-1 0 1,-1 0-1,-1 0 1,0 0-1,-1 0 1,-2-1-1,0 0 1,-1-1 0,0 0-1,-2 0 1,0-1-1,-1 0 1,0-1-1,-2 0 1,-16 15-1,11-16-472,0 0-1,0-2 1,-1 0-1,-1-1 1,0-1-1,-1-1 0,0 0 1,0-2-1,-24 5 1,-23 2-5443,-120 10 0,187-24 5837,-94 8-9910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3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60 5320,'12'0'2099,"-30"-4"2424,-22-5 787,22 3-4536,16 5-90,-5 2-534,6-1-15,-1 0 0,1 0 1,-1 0-1,1 0 1,0 1-1,-1-1 0,1 0 1,-1 1-1,1-1 1,0 1-1,-1-1 0,1 1 1,0 0-1,0 0 1,0-1-1,-1 1 0,1 0 1,0 0-1,0 0 1,0 0-1,0 0 0,1 1 1,-1-1-1,0 0 1,0 0-1,1 1 0,-1-1 1,0 0-1,1 1 1,-1-1-1,1 0 0,0 1 1,0-1-1,-1 1 1,1-1-1,0 0 0,0 3 1,2-7-120,0 1 0,0 0 0,0 0 0,0 0 0,0 1 0,0-1 0,0 0 0,1 1 0,4-3 0,27-1-9,-31 4 82,1 0 0,-1 0-1,0-1 1,0 0 0,0 0-1,-1 0 1,1 0 0,0 0-1,3-4 1,-4 3-87,0 1 0,-1 0 0,1 0 1,0 0-1,0 0 0,0 1 0,1-1 0,-1 0 0,0 1 0,0 0 1,1-1-1,-1 1 0,1 0 0,-1 0 0,1 1 0,0-1 0,-1 0 0,5 0 1,-21 32-112,8-24 123,-1 0 0,1-1-1,-13 11 1,17-16 148,4-3-142,33-46 862,-34 47-289,0-2-401,7-14 78,-8 17-256,0 0 0,0 0 1,0 1-1,1-1 0,-1 0 0,0 0 1,0 0-1,0 0 0,0 0 1,0 0-1,0 0 0,0 0 1,0 0-1,0 0 0,0 0 1,0 0-1,0 0 0,0 0 0,0 0 1,0 0-1,0 0 0,0 0 1,0 0-1,1 0 0,-1 0 1,0 0-1,0 0 0,0 0 0,0 0 1,0 0-1,0 0 0,0 0 1,0 0-1,0-1 0,0 1 1,0 0-1,0 0 0,0 0 0,-7 30 1136,-1-1-1111,5-16 1,0 0 0,1 0-1,0 0 1,1 0 0,0 0-1,1 0 1,1 1 0,0-1 0,1 0-1,0 0 1,1 0 0,0-1-1,1 1 1,9 20 0,-7-22-45,0 0 0,1-1 0,0 1 0,1-1 0,0-1 0,0 1 0,1-2 0,0 1 0,1-1 0,0 0 1,0-1-1,14 8 0,-9-8-71,1-1 0,0 0 1,0 0-1,0-2 0,1 0 0,-1-1 1,1-1-1,28 1 0,-23-3 38,-1-1 1,1-1-1,0-1 0,-1-1 0,1-1 0,-1-1 1,0-1-1,-1 0 0,0-2 0,0 0 0,0-1 0,-2-1 1,1-1-1,-1-1 0,-1 0 0,0-1 0,23-27 1,-32 30 90,0 0 0,0 0 0,8-21 0,-5 10 77,-9 19-38,-4 5 26,-2 1-90,1 0 0,-1 0 1,1 1-1,0 0 1,0-1-1,1 1 0,-1 0 1,1 0-1,-1 1 1,0 4-1,-20 52 154,18-44-130,-65 234 223,-4 13-113,-136 285 16,125-365-137,-24 31 17,100-202-62,15-26-185,99-176-1250,8 5 0,8 4 0,199-226 0,-237 321 1254,3 3 0,122-88 1,28-25 28,-228 188 147,-2-1 0,1 0 0,-1-1 0,0 1 0,-1-1 0,0 0 0,0-1 0,6-17 0,-13 25 10,0 0 0,0 0-1,0 0 1,0 0 0,0 0-1,0 0 1,0 0 0,-1 1-1,-3-3 1,4 4 3,1-1 0,0 1 0,-1-1 0,1 1 0,0 0-1,-1-1 1,1 1 0,0 0 0,-1 0 0,1 0 0,-1 0 0,1 0 0,0 1 0,-1-1-1,1 0 1,-1 1 0,-1 0 0,-4 1 11,-9 1 16,0 2 0,0 0-1,0 0 1,1 2-1,0 0 1,0 1-1,0 0 1,-19 15 0,3-3 21,30-19-49,-1 0-1,0 0 0,1 0 0,-1 0 1,1 1-1,-1-1 0,1 0 1,0 1-1,0-1 0,-1 1 0,1-1 1,0 1-1,0 0 0,0-1 0,1 1 1,-1 0-1,0 0 0,1 0 0,-1 0 1,0 2-1,2-3-3,-1 1 1,0-1-1,1 1 1,-1-1-1,1 0 1,-1 1-1,1-1 1,-1 0-1,1 1 1,0-1-1,0 0 1,0 0-1,0 1 1,0-1-1,0 0 1,0 0-1,0 0 1,0 0-1,1-1 1,-1 1-1,0 0 1,1 0-1,-1-1 1,0 1-1,1-1 1,-1 1-1,1-1 1,1 1-1,8 1-35,0 0-1,1 0 1,-1-1-1,0 0 1,1-1-1,-1-1 1,21-2-1,-23 2 12,19-2 116,1-2 0,-1 0 0,0-2 0,0-1 0,-1-1-1,0-1 1,-1-2 0,0 0 0,0-2 0,-2-1 0,0-1-1,24-20 1,-48 36-54,1 0 0,0 0 0,-1 0 0,1 0 0,0 0-1,-1 0 1,1 0 0,0 0 0,-1 0 0,1 1 0,0-1 0,-1 0-1,1 0 1,0 1 0,-1-1 0,1 0 0,-1 1 0,1-1 0,-1 1-1,1-1 1,0 1 0,1 0 92,5 5 33,0 0 0,-1 0 0,0 1 0,0 0 0,-1 0 1,0 0-1,0 1 0,0-1 0,5 15 0,9 12 165,6 8 15,-3 2 1,30 78-1,-42-92-269,0 1 0,-3 1 0,0 0 0,-2 0 0,1 36 0,-6-47-79,-2 0-1,0 0 1,-1-1-1,-1 1 1,-1-1-1,-1 0 1,0 0-1,-2-1 1,0 1-1,-2-2 0,0 1 1,0-1-1,-16 19 1,12-20-519,0-1 0,0 0 0,-2 0 0,0-2 0,0 0 0,-2 0 0,1-2 0,-2 0 0,1-1 0,-2-1 0,1-1 0,-36 11 0,-98 15-9208,83-20 543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4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14 8005,'15'-10'4984,"-27"8"1654,-3 0-6226,13 3-265,1-1 1,0 0-1,0 1 1,0-1-1,0 1 1,-1-1-1,1 1 1,0-1-1,0 1 1,0 0-1,0 0 1,0-1-1,0 1 1,1 0-1,-1 0 1,0 0-1,0 0 1,-1 2-1,-1 1 289,-6 6-35,0 0-1,1 1 0,0 1 0,1-1 0,0 1 0,1 1 0,0-1 0,1 1 1,0 0-1,1 0 0,-4 21 0,-1 17 217,-2 89 0,10-125-519,1 315-161,1-316-103,1 0 0,0 0-1,1 0 1,1 0 0,0-1 0,9 18 0,-12-27 118,1-1 0,0 1 0,1-1 1,-1 0-1,0 1 0,1-1 1,0 0-1,0-1 0,0 1 0,0 0 1,6 3-1,-6-5 32,-1 0-1,0 0 1,1 0-1,0 0 0,-1-1 1,1 1-1,-1-1 1,1 0-1,-1 0 1,1 0-1,0 0 1,-1 0-1,1-1 1,-1 1-1,1-1 1,-1 1-1,1-1 1,-1 0-1,1 0 1,2-2-1,28-16-42,-1-1 0,0-2-1,-2-1 1,38-36 0,-35 28 14,2 2-1,70-45 1,-74 58 19,1 1 0,0 2 0,61-17-1,-73 26 15,0 1-1,1 0 1,-1 2-1,0 0 1,1 1-1,23 4 1,8 5-21,51 15 0,4 1 224,-103-24-135,0 0-1,0 1 0,0-1 0,0 1 0,0 0 1,0 0-1,0 0 0,-1 1 0,1-1 0,-1 1 1,1 0-1,-1 0 0,0 0 0,5 7 0,1 4 232,0 0-1,12 25 0,-12-21-182,-3-5-29,-1-3-6,0-1 0,0 1 0,1-1 0,12 15 0,-14-20-58,-1-1 1,1 0-1,0 0 1,0 0-1,0-1 1,0 1-1,0-1 0,1 0 1,-1 0-1,1-1 1,-1 1-1,1-1 1,0 0-1,9 1 1,10-1-158,1-1 1,-1-1 0,1-1 0,-1-1 0,0-2-1,0 0 1,34-12 0,-13 1-47,-2-2-1,0-2 1,41-26-1,-63 33 151,-1 0-1,0-2 1,20-19 0,-35 29 31,1 0 1,-1 0 0,0-1 0,-1 1 0,1-1-1,-1-1 1,0 1 0,-1 0 0,1-1-1,-1 0 1,-1 1 0,1-1 0,-1 0 0,2-14-1,-4 18 12,-1-1 0,1 1 0,-1-1 0,1 1 0,-1-1 0,0 1 0,0 0 0,-1-1 0,1 1 0,-1 0 0,1 0-1,-1 0 1,0 0 0,0 0 0,-1 0 0,1 1 0,0-1 0,-1 1 0,0 0 0,0-1 0,1 1 0,-1 0-1,-4-1 1,-5-4 29,-1 1-1,0 0 1,0 1-1,-21-6 1,2 4-11,-1 0 0,1 3 0,-1 0 0,-45 2 0,48 2-22,-25 0-602,0 3 1,1 2-1,-1 2 0,-102 28 0,135-29-459,1 1 1,-36 17 0,48-19 9,0 0 0,0 1 0,0 0-1,1 0 1,0 1 0,0 0 0,-13 15-1,-7 25-8469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11841,'-1'1'286,"-1"1"0,1 0 0,0 0 1,0 1-1,0-1 0,0 0 0,0 0 0,1 0 0,-1 1 0,1-1 0,-1 0 1,1 1-1,0-1 0,0 0 0,0 3 0,1 0 142,0 1 1,1-1-1,0 0 0,0 0 0,4 7 0,-2-5-174,10 21 407,1-1 1,1-1-1,40 47 1,-50-67-713,0 0-1,1 0 1,0 0 0,0-1-1,0 0 1,0 0 0,1-1-1,0 0 1,0-1 0,0 1-1,0-1 1,0-1 0,1 0-1,0 0 1,-1 0 0,1-1-1,0-1 1,15 0 0,-3-1 2,0-1 1,0-1-1,-1-1 1,1-1-1,-1 0 1,30-14-1,-36 13 260,-1-2-1,0 0 1,-1 0 0,0-1-1,0 0 1,13-15-1,-10 11 140,-14 12 160,1 1-495,-1 1 0,0 0 0,1-1-1,-1 1 1,0 0 0,0 0-1,0 0 1,1 0 0,-1 0 0,0 0-1,0 0 1,0 0 0,-1 1 0,1-1-1,0 0 1,0 1 0,-1-1-1,1 0 1,-1 1 0,1-1 0,-1 1-1,1-1 1,-1 1 0,0-1-1,0 1 1,0-1 0,0 1 0,0-1-1,0 3 1,-6 42 73,5-46-84,-7 34 19,-2-2 1,-1 1-1,-2-2 1,-1 0-1,-1 0 0,-2-1 1,-1-1-1,-1-1 1,-2-1-1,0 0 1,-41 37-1,60-62-19,5-6-651,4-5 511,1 0 0,0 1 1,0 0-1,1 0 0,0 1 1,1 0-1,-1 1 1,14-6-1,95-43-1111,-74 37 830,211-106-1277,-210 97 1532,0-1 0,-3-1-1,57-52 1,-74 58 581,-1-1 1,-2-1-1,21-30 0,-41 53-315,-1 1-1,0-1 1,0 0-1,0-1 0,-1 1 1,1 0-1,0 0 0,-1 0 1,0 0-1,1-1 0,-1 1 1,0 0-1,0 0 1,0-1-1,-1-1 0,1-5 36,-19 18 486,13-4-568,0 0 0,0 0 0,1 0 0,0 1 0,0 0 0,0 0 0,0 0 0,1 1 0,0-1 0,1 1 0,-1 0 0,1 0 0,-3 11 0,5-14-52,1-1 1,-1 1-1,1-1 1,0 1-1,0-1 1,0 1-1,0-1 0,0 1 1,1-1-1,0 1 1,-1-1-1,1 1 0,1-1 1,-1 0-1,0 0 1,1 1-1,0-1 1,0 0-1,-1 0 0,2-1 1,-1 1-1,0 0 1,1-1-1,-1 1 0,1-1 1,0 0-1,-1 0 1,1 0-1,0 0 1,1 0-1,4 2 0,4 1-32,1 0 0,-1-1-1,1 0 1,0-1 0,0 0-1,16 1 1,84-1-108,-75-3 83,56 6 1,-83-4 45,0 0-1,0 0 1,0 2 0,-1-1-1,1 1 1,-1 0 0,0 1-1,0 1 1,12 7 0,-20-11 5,1 0 1,-1 0 0,0 0-1,0 1 1,0-1 0,-1 0-1,1 1 1,-1-1 0,1 1-1,-1 0 1,0-1 0,0 1-1,0 0 1,0 0 0,0 0-1,-1 0 1,1 0 0,-1-1-1,0 1 1,0 0 0,0 0-1,0 0 1,0 0 0,-1 0-1,1 0 1,-2 4 0,0 0 3,-1 0 1,0 1 0,0-1-1,0-1 1,-1 1 0,0 0-1,0-1 1,-10 12 0,-3-1-156,0 0 1,-1-2 0,-1 0 0,-1 0-1,-21 11 1,28-19-2995,-1-1-1,-26 9 1,15-7-5972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 11193,'-24'16'3321,"13"-9"-2427,0 0-1,1 1 1,0 0-1,0 0 1,1 1-1,0 1 1,0-1-1,1 1 0,0 1 1,-9 16-1,-11 41 1995,-30 109 1,56-169-2785,-53 204 1129,-31 236-1,64-231-3591,21-191 1228,2 0 0,0 0-1,2 0 1,1 0 0,1 0-1,11 34 1,-13-54 343,0 1 1,0-1-1,0 1 0,7 9 0,12 9-4804,6 0-4303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6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9161,'2'0'159,"0"0"0,0 0 0,0 0 0,0 1 0,0-1 1,0 1-1,0-1 0,0 1 0,0 0 0,0-1 0,0 1 0,0 0 0,-1 0 0,1 0 1,0 1-1,-1-1 0,1 0 0,-1 1 0,2 1 0,2 1 106,0-1 1,-1 0-1,1 0 0,0 0 1,0 0-1,1-1 0,-1 1 1,1-1-1,-1-1 0,8 2 1,10 4 225,5 6 12,0 2-1,-1 0 0,0 2 1,47 38-1,-69-50-451,0 0-1,0 0 1,0 0 0,0 0-1,-1 1 1,0 0 0,0 0-1,-1 0 1,0 0 0,0 0-1,0 1 1,0 0 0,-1-1-1,1 11 1,-1-7-3,-2 1 0,1 0 0,-2 0 1,1 0-1,-1-1 0,-1 1 0,0 0 0,-6 16 0,5-17-17,-2 4-111,1 0 1,0 0 0,1 1-1,0-1 1,2 1 0,-1-1 0,2 25-1,0-37 17,1 0-1,-1 0 1,1 0-1,-1-1 1,1 1-1,0 0 0,-1-1 1,1 1-1,0 0 1,0-1-1,0 1 1,1-1-1,-1 1 0,0-1 1,0 0-1,1 0 1,-1 1-1,1-1 1,-1 0-1,1 0 0,0 0 1,-1 0-1,1-1 1,0 1-1,-1 0 1,1-1-1,0 1 0,0-1 1,0 0-1,0 0 1,3 1-1,5-1-175,-1-1 0,1 1 0,-1-2 0,19-3 0,-14 1 62,0-1 1,0 0 0,-1-1 0,0-1-1,0 0 1,0 0 0,12-10-1,-2-1 4,-1-1 0,30-33 0,-44 43 276,0 0 1,-1 0 0,-1-1 0,0 1 0,0-2 0,-1 1 0,0-1 0,4-12 0,-9 20-61,1 1 0,0-1 0,0 1 0,-1-1-1,1 1 1,-1-1 0,0 1 0,0-1 0,0 0 0,0 1 0,0-1 0,-1 1 0,1-1 0,-1 1 0,1-1 0,-1 1 0,0-1 0,0 1 0,0-1 0,-1 1 0,1 0 0,0 0 0,-1 0 0,1 0 0,-1 0 0,0 0 0,0 0 0,0 0 0,0 1 0,0-1 0,0 1 0,0-1 0,0 1 0,-1 0 0,1 0 0,-1 0 0,1 0 0,0 0 0,-1 1 0,-4-2 0,4 2-18,0 0 1,0-1 0,1 1 0,-1 0 0,0 1 0,1-1 0,-1 0 0,0 1 0,1-1 0,-1 1-1,0 0 1,1 0 0,-1 0 0,1 0 0,0 1 0,-1-1 0,-1 2 0,3-2-41,-1 0 1,1 0-1,0 0 0,0 0 1,0 1-1,0-1 0,0 0 1,0 0-1,0 1 1,0-1-1,1 1 0,-1-1 1,1 1-1,-1-1 1,1 1-1,-1-1 0,1 1 1,0-1-1,0 1 0,0 0 1,0-1-1,0 1 1,0-1-1,0 1 0,0 0 1,0-1-1,1 1 1,-1-1-1,1 1 0,-1-1 1,1 1-1,1 1 1,3 5-271,0 0 0,1-1 0,0 1 0,0-1 0,1 0 0,0-1 0,0 1 0,1-1 0,-1-1 0,1 0 0,12 6 0,-7-4-36,0-1 0,0 0 0,1-1 0,0 0 1,0-2-1,1 1 0,14 1 0,-14-5 342,1 0 1,-1 0-1,0-1 1,0-1-1,0-1 0,25-7 1,-11 0 473,-1-1-1,38-20 1,-47 21-338,-1-2 0,0-1-1,-1 0 1,0-1 0,-1 0 0,0-2 0,-2 0-1,0 0 1,0-2 0,-2 1 0,0-2-1,-1 0 1,16-37 0,-20 17 1002,-7 36 823,6 19-629,25 48-202,-11-22-551,24 68 1,-40-97-569,-1 0 1,0 1-1,0-1 1,-1 0-1,-1 1 1,-1-1-1,0 1 1,0 0-1,-5 25 1,1 20-29,4-56-27,24-17-132,12-15 132,-1-2 1,-1-2-1,-2 0 1,31-44-1,4-2 612,-43 50-153,-19 21-217,1 1-1,0 0 1,0 0 0,1 1 0,0-1-1,0 2 1,0-1 0,1 1-1,9-5 1,-15 9-136,1 0 1,0 0-1,0 1 0,0-1 0,0 1 0,0 0 0,0 0 1,0 0-1,0 1 0,0-1 0,0 1 0,0-1 1,0 1-1,0 0 0,0 0 0,-1 0 0,1 0 0,0 1 1,-1-1-1,4 4 0,4 1 92,0 1 0,-1 1 0,0 0 0,8 9 0,-4-2 18,1 1-1,-2 0 0,0 1 1,-1 0-1,-1 0 0,0 2 1,-2-1-1,10 27 0,-15-33-142,0-1 0,-1 1 0,0 0 0,-1 0 0,0 0 0,-1 0 0,-1 0 0,1-1 0,-2 1 0,0 0 0,0 0 0,-1-1 0,0 1 0,-1-1 0,-10 20 0,3-11-56,0-1 1,-2 0 0,0-1-1,-25 26 1,28-34-333,0 0 0,-1 0 0,0-1 0,-1 0 0,0-1 0,0-1 0,-1 0 0,-16 7 0,-101 22-5895,64-19-180,-3 1-4355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1162 8593,'2'0'142,"0"0"1,-1 0-1,1 0 0,0 0 1,0 0-1,0 0 1,0 0-1,-1-1 0,1 1 1,0-1-1,0 1 0,0-1 1,-1 0-1,1 1 1,0-1-1,-1 0 0,1 0 1,-1 0-1,2-2 1,31-31 1223,-9 8-389,105-71 1510,-81 63-1909,55-48 1,-61 38-25,-1-1 1,-3-3-1,-1 0 1,-3-3-1,-2-1 1,-2-1-1,-3-2 1,40-106-1,-53 110 506,-3 0 0,-1-1 0,4-68 0,-16 82-70,-3 29-508,-3 15 371,-9 31-127,2 1 0,1 1 0,-10 53 0,7-25-265,-133 625-111,121-500-316,-6 323 1,35-433-23,13 93-1,-10-145-27,1-1-1,1 1 0,2-2 1,1 1-1,2-1 0,20 42 1,-24-59-219,0-1 1,0 1 0,1-1 0,1-1-1,0 0 1,0 0 0,0 0 0,1-1-1,0-1 1,22 12 0,-29-16 88,1-1 1,0-1-1,0 1 0,0-1 0,0 1 1,0-1-1,0 0 0,0-1 1,1 1-1,-1-1 0,0 1 0,0-1 1,1-1-1,-1 1 0,0-1 1,0 1-1,1-1 0,-1 0 0,0-1 1,0 1-1,0-1 0,0 1 1,-1-1-1,1-1 0,0 1 0,-1 0 1,1-1-1,-1 0 0,0 0 1,0 0-1,0 0 0,0 0 0,-1 0 1,5-8-1,-3 4-50,-1 0 0,0-1 0,0 0 0,0 0 0,-1 1-1,0-1 1,0-1 0,-1 1 0,0 0 0,-1 0 0,0 0 0,0-1 0,-1 1 0,0 0 0,0 0 0,-1 0-1,-4-13 1,-1-1 26,-1 1 0,-1 0 0,-1 1 0,0 0 0,-18-24 0,3 10 267,-2 2 0,-1 0 1,-35-30-1,-104-77 864,43 38-363,118 96-566,1 0-1,-1 0 0,1-1 0,0 1 1,0-1-1,1-1 0,-5-8 0,8 13-26,0 0 0,0-1 0,0 1-1,0-1 1,1 1 0,-1-1 0,1 1-1,0-1 1,0 1 0,0-1 0,0 1 0,0-1-1,0 1 1,1-1 0,-1 0 0,1 1-1,-1 0 1,1-1 0,0 1 0,0-1 0,1 1-1,-1 0 1,0 0 0,3-4 0,2-1-49,1-1 1,0 1-1,1 1 1,-1-1 0,1 1-1,0 1 1,1-1-1,13-5 1,79-30-500,-90 37 494,307-86-907,-210 63 764,305-79 307,-372 86 288,-36 18-136,-17 10-203,4-3-101,1 0-1,-1 1 1,1 0-1,0 1 0,-9 9 1,16-15-10,-1 0-1,0 0 1,0 0 0,0 0 0,0 0-1,1 0 1,-1 0 0,0 1 0,1-1-1,-1 0 1,1 0 0,0 1 0,-1-1-1,1 0 1,0 0 0,0 1 0,0-1-1,0 0 1,0 1 0,0-1 0,0 0-1,0 1 1,0-1 0,1 0 0,-1 1-1,0-1 1,1 0 0,-1 0 0,1 0-1,0 1 1,-1-1 0,1 0 0,0 0-1,0 0 1,0 0 0,0 0 0,-1 0-1,1 0 1,0-1 0,1 1 0,-1 0-1,0 0 1,0-1 0,0 1 0,0-1-1,1 1 1,0 0 0,10 4-319,0 0-1,1-1 1,-1-1 0,1 0 0,0 0 0,21 1 0,80-4-447,-83-1 589,88-6 741,-77 2 1225,-2-1 0,54-16 0,-92 21-1616,1 0 1,0 0-1,-1 0 1,0-1 0,1 0-1,-1 1 1,0-1-1,0 0 1,0 0-1,0 0 1,2-3 0,12-11 266,-9 12-338,-1 1-1,1 0 1,0 0 0,0 0 0,0 1 0,1 0-1,-1 0 1,0 1 0,1 0 0,-1 0-1,1 1 1,-1-1 0,12 3 0,-16-2-44,0 0 0,0 1 1,0-1-1,0 1 0,0 0 0,0 0 1,-1 0-1,1 0 0,0 0 0,-1 0 1,1 1-1,-1 0 0,1-1 0,-1 1 1,1 0-1,-1 0 0,0 0 0,0 1 1,0-1-1,-1 0 0,1 1 0,0-1 1,-1 1-1,0 0 0,1-1 0,-1 1 1,0 0-1,0 0 0,-1 0 0,1-1 1,-1 1-1,1 0 0,-1 0 0,0 0 1,0 6-1,-1-1-34,-1 0 1,0 0-1,0 0 0,0-1 0,-1 1 1,0-1-1,-1 0 0,1 0 1,-1 0-1,-1 0 0,-7 9 1,1-2-1040,-1-1 1,-1 0 0,-27 21 0,37-32 445,1-1 0,0 1 0,0-1 0,-1 0 0,1 0 0,-1 0 0,1 0 0,-1 0 0,1 0 0,-4 0 0,2 0-910,-15 4-6888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5969,'4'-4'210,"0"1"0,0 0 1,1 0-1,-1 0 1,1 0-1,0 1 1,0 0-1,0 0 1,0 0-1,10-2 0,-3 3 179,-1 0 0,1 0 0,0 1-1,14 2 1,40 4 252,202 11 443,-255-16-758,0 1-1,0 0 1,19 6-1,10 2 2180,-42-10-2481,0 0 0,0 0 0,0 0 0,0 0 1,1 0-1,-1 0 0,0 0 0,0 0 0,0 0 0,0 0 0,0 0 1,0 0-1,1 0 0,-1 0 0,0 0 0,0 0 0,0 0 0,0 0 1,0 0-1,0 0 0,0 0 0,0 1 0,1-1 0,-1 0 0,0 0 1,0 0-1,0 0 0,0 0 0,0 0 0,0 0 0,0 1 1,0-1-1,0 0 0,0 0 0,0 0 0,0 0 0,0 0 0,0 0 1,0 1-1,0-1 0,0 0 0,0 0 0,0 0 0,0 0 0,0 0 1,0 0-1,0 0 0,0 1 0,0-1 0,0 0 0,0 0 1,0 0-1,0 0 0,0 0 0,-1 0 0,1 0 0,0 1 0,0-1 1,-9 30 2020,-1-1 0,-28 55 0,1-1 186,-151 463 3769,167-469-8134,-20 134 0,37-183 1512,0-2-1085,1 1 1,0 28-1,8-6-4605,6 4-5932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12 12793,'17'-3'775,"17"-5"11327,-33 12-10449,4 25-932,0 1 1,-2-1 0,-1 1 0,-2 0 0,0 0 0,-8 45-1,-46 183-1319,17-95-2402,34-149 2626,-9 48-3717,-6 87 0,17-131 3111,1 0 0,1 0 0,0 0 0,1 0 0,1 0 0,1-1 0,0 1-1,1-1 1,12 26 0,-14-38 789,0 0-1,1-1 0,-1 1 0,1-1 1,0 1-1,0-1 0,7 5 1,-2-1-47,-9-8 234,0 0-1,0 0 1,1 0-1,-1 1 0,0-1 1,0 0-1,0 0 1,0 0-1,0 0 0,0 0 1,1 0-1,-1 0 0,0 0 1,0 0-1,0 1 1,0-1-1,1 0 0,-1 0 1,0 0-1,0 0 0,0 0 1,0 0-1,1 0 1,-1 0-1,0 0 0,0 0 1,0 0-1,0 0 0,1 0 1,-1 0-1,0-1 1,0 1-1,0 0 0,0 0 1,0 0-1,1 0 1,-1 0-1,0 0 0,0 0 1,0 0-1,0-1 0,12-4-4,-9 4 45,0-1 0,0 1-1,0-1 1,0 0 0,0 1 0,0-1-1,0-1 1,-1 1 0,1 0 0,-1-1-1,0 1 1,1-1 0,-1 1 0,0-1-1,-1 0 1,1 0 0,2-5-1,33-85 1565,-20 47 62,28-51 0,-37 83-1380,0 0 0,1 1 0,0 0 0,1 0 0,1 1 0,0 1 0,23-19 0,-6 11-9,1 2 0,1 1 0,0 1 0,1 2-1,56-17 1,-46 16 102,-11 2 832,-28 11-478,-3 1-78,-17 5-84,-91 26 710,122-24-1084,-2-3-212,1-1 0,-1 0 1,1-1-1,0-1 0,-1 1 1,16-2-1,78-6-538,-36 0 60,18 4-150,112-9-533,-166 8 994,-1-3 0,1 0 0,61-22 0,-83 22 160,0 0 0,0 0 0,0-1 0,-1-1 0,0 0 0,12-12 0,-12 10 5,1 0 0,1 1 0,-1 0 0,19-9 0,15-1 152,0 2 0,58-14-1,-44 14 541,-56 17-629,0-1-1,-1 1 1,1 0-1,0 0 1,-1 0-1,1 0 1,0 0-1,-1 0 1,1 1-1,0-1 1,4 3-1,-1-2 95,-3 0 208,-3 0-332,1-1 1,-1 1 0,0 0-1,0 0 1,1 0 0,-1-1-1,1 1 1,-1 0 0,0 0-1,1-1 1,-1 1 0,1 0-1,0-1 1,-1 1 0,1 0-1,-1-1 1,1 1 0,0-1-1,0 1 1,-1-1 0,1 0-1,0 1 1,0-1 0,0 0-1,-1 1 1,1-1 0,0 0-1,1 0 1,27 4 193,-28-4-203,13-1 26,-1 0-1,1-1 0,-1 0 0,0-1 0,0-1 1,0 0-1,0-1 0,21-11 0,8-2 226,-32 14 56,-1-1 1,0 0 0,0 0 0,0-1 0,-1-1-1,14-12 1,-20 17 1819,0 5-2080,-1 0 0,1 0 0,0 0 0,0 0 0,0 0 0,0 0 0,1-1 0,-1 1 0,5 3 0,7 4-81,0 1 0,1-2 0,18 10 0,-17-11-53,-1 0 0,0 1 0,-1 1-1,16 15 1,-26-22 64,0 1-1,-1 0 1,1 1-1,-1-1 1,0 0-1,0 1 1,-1 0-1,1 0 1,-1-1-1,0 1 1,-1 1-1,1-1 1,-1 0-1,0 0 1,0 0-1,-1 1 1,1-1-1,-2 7 1,1-3-37,-1 0 0,-1 0 0,0-1 0,0 1 0,0 0 1,-1-1-1,-1 0 0,1 0 0,-1 0 0,-1 0 0,1 0 1,-1-1-1,-1 0 0,1 0 0,-8 6 0,-9 8-1003,-1-2-1,-1 0 1,-29 17-1,-26 20-7195,48-26-1210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2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22 255 12037,'-16'-60'10833,"13"45"-9249,0-2 536,6-6-1848,0 3-904,10-2-500,3-16-1052,-10 24-1068,-3-12-2589,4 6-4980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3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57 173 10117,'0'0'7114,"-14"-13"-4005,6 9 4366,-24 1-6231,29 3 2136,5-1-3095,1 0-238,-2 1-48,0 0 1,0 0 0,0 0 0,0-1 0,0 1 0,0 0-1,0-1 1,0 1 0,0-1 0,0 1 0,0-1 0,-1 1 0,1-1-1,0 0 1,0 1 0,-1-1 0,1 0 0,0 1 0,-1-1-1,1 0 1,-1 0 0,2-1 0,-1-1 0,0 1 0,0-1 0,0 1 0,0-1 0,1 1 0,0-1 0,-1 1 0,1 0 0,0 0 0,0 0 0,0 0 0,0 0 0,0 0 0,1 0 0,-1 1 0,0-1 0,1 1 0,0 0 0,3-2 0,8-3 0,1 2 0,-7 10 0,0 4 0,2 1 0,-10-11 0,0 1 0,1-1 0,-1 1 0,0-1 0,1 1 0,-1-1 0,0 0 0,1 1 0,-1-1 0,1 0 0,-1 1 0,0-1 0,1 0 0,-1 1 0,1-1 0,-1 0 0,1 0 0,-1 0 0,1 1 0,-1-1 0,1 0 0,0 0 0,-1 0 0,1 0 0,-1 0 0,1 0 0,-1 0 0,1 0 0,-1 0 0,1 0 0,-1 0 0,1-1 0,-1 1 0,1 0 0,-1 0 0,1 0 0,-1-1 0,1 1 0,-1 0 0,1-1 0,-1 1 0,1 0 0,-1-1 0,0 1 0,1 0 0,-1-1 0,0 1 0,1-2 0,-1 2 0,5-3 0,10-5 0,10 5 0,4-5-12,-27 7-57,0 2-1985,-1-1 2049,-1 0 0,0 0 0,1 0 0,-1 0 0,1 0 0,-1 1 0,1-1 0,-1 0 0,0 0 0,1 1 0,-1-1 1,0 0-1,1 0 0,-1 1 0,0-1 0,1 0 0,-1 1 0,0-1 0,0 1 0,1-1 0,-1 1 0,0 0-5,1-1-1,0 1 1,-1 0 0,1-1-1,-1 1 1,1 0 0,0-1-1,-1 1 1,1-1 0,0 1-1,0-1 1,-1 1-1,1-1 1,0 1 0,0-1-1,0 0 1,0 0 0,-1 1-1,1-1 1,1 0-1,10-1 19,-8 1-6,1 0 0,-1 0 0,0-1 0,1 0 1,-1 0-1,1 0 0,-1-1 0,0 1 0,0-1 0,6-3 0,8-7 7,-9 7 89,0 0-1,-1-1 1,0-1-1,0 1 1,9-11-1,19-15 1603,-36 32-1698,0 0 1,0 0-1,1-1 0,-1 1 0,0 0 0,1 0 0,-1 0 0,1 0 1,-1 0-1,0-1 0,1 1 0,-1 0 0,0 0 0,1 0 0,-1 0 0,1 0 1,-1 0-1,0 0 0,1 0 0,-1 0 0,0 1 0,1-1 0,-1 0 1,1 0-1,-1 0 0,0 0 0,1 0 0,-1 1 0,0-1 0,1 0 0,-1 0 1,0 0-1,0 1 0,1-1 0,-1 0 0,0 1 0,0-1 0,1 0 1,-1 1-1,0-1 0,0 0 0,0 1 0,1-1 0,-1 0 0,0 1 1,0-1-1,0 0 0,0 1 0,0-1 0,0 1 0,0-1 0,0 0 0,0 1 1,0-1-1,0 1 0,0-1 0,0 0 0,0 1 0,0-1 0,-1 0 1,1 1-1,0-1 0,0 1 0,0 33-2,-2 0 0,-1 0 0,-1 0 0,-2 0 0,-16 51 0,-4 28 0,-44 232-134,66-316-1054,-2 50 1,10-5-4245,-3-63 3334,2 0-1,0-1 0,0 1 1,5 9-1,4-1-9250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31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9881,'1'-2'104,"0"1"72,0-1 1,0 1 0,0-1-1,0 0 1,1 1 0,-1 0-1,0-1 1,0 1 0,1 0 0,-1 0-1,1-1 1,-1 1 0,1 0-1,0 0 1,-1 1 0,1-1-1,0 0 1,0 1 0,-1-1 0,1 1-1,0-1 1,4 1 0,-3 0 1628,19 1 965,7 7-1641,-6 4-748,0 2 0,-1 1 1,-1 0-1,0 2 0,-2 0 0,0 2 0,0 0 0,-2 0 1,22 34-1,-19-22-234,-2 0 1,-2 2 0,0 0-1,-3 1 1,17 58-1,-26-71-97,-1 1 0,-1 1 0,0-1 0,-3 27 0,-5 11 67,5-57-90,19-10-37,-3-1 15,-1-1 1,-1-1-1,0 0 1,0-1-1,15-16 1,14-11-1,34-27-28,73-57-66,-117 98 175,2 2-1,62-32 1,-94 53-29,1-1 1,-1 1-1,1 0 0,0 0 0,0 0 1,0 0-1,0 0 0,-1 0 1,1 1-1,0 0 0,0-1 1,0 1-1,0 0 0,0 1 1,0-1-1,0 0 0,0 1 0,0 0 1,0-1-1,0 1 0,0 0 1,-1 1-1,1-1 0,0 0 1,-1 1-1,1-1 0,-1 1 0,1 0 1,-1 0-1,0 0 0,0 0 1,0 0-1,0 1 0,0-1 1,-1 1-1,4 4 0,-3 0 40,0-1 0,0 1 0,0 0 0,0 0 0,-1 0 0,-1 0 0,1 0 0,-1 0-1,0 0 1,0 0 0,-3 11 0,-2 9 205,-13 40 0,-7 11 56,6-20-360,-19 94-1,35-132-368,0 0 1,2 0-1,0 0 0,1 0 0,2 0 1,0 0-1,0 0 0,11 36 0,-7-40-345,0 0 1,1 0-1,0 0 0,2-1 0,-1 0 0,2-1 0,0 0 0,1 0 0,19 19 1,-14-19-1040,0-1 0,0 0 0,1-1 0,27 14 0,9 0-5248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3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476 826 8185,'-3'-6'358,"0"0"1,0 0-1,0 0 1,1 0-1,-1 0 1,2 0-1,-1 0 1,1-1 0,0 1-1,0-1 1,0-7-1,1 10-119,0 0-1,-1 0 1,1 0-1,-1 0 1,0 0-1,0 0 1,-1 0-1,1 0 0,-1 1 1,1-1-1,-1 0 1,0 1-1,-1 0 1,1-1-1,-1 1 1,1 0-1,-1 0 1,0 0-1,0 1 1,0-1-1,0 1 1,-1 0-1,1 0 1,-1 0-1,1 0 1,-1 0-1,0 1 1,1-1-1,-1 1 1,-8-1-1,1 0-81,0 0 1,0 1-1,0 0 1,-1 1-1,1 0 0,0 1 1,-1 0-1,1 1 1,0 0-1,-13 4 0,-1 5-215,-1 1 0,2 0-1,0 2 1,1 1 0,0 1 0,-33 30-1,52-43-90,0 1 1,0-1-1,1 1 0,-1 0 0,1 1 1,0-1-1,-4 8 0,6-11 115,1 0 0,0 1 0,-1-1 0,1 0 0,0 1 0,-1-1 1,1 1-1,0-1 0,0 1 0,0-1 0,1 0 0,-1 1 0,0-1 0,0 1 0,1-1 0,-1 0 0,1 1 0,-1-1 0,1 0 1,-1 0-1,1 1 0,0-1 0,0 0 0,0 0 0,0 0 0,-1 0 0,2 0 0,-1 0 0,0 0 0,0 0 0,0 0 1,0-1-1,2 2 0,8 4-9,1 0 0,-1 0 0,1-1 1,0-1-1,0 0 0,23 4 0,87 8 193,-72-11-92,23 4 30,0-3 1,0-3-1,0-4 0,117-15 1,-181 14-145,-1 0-1,1 0 1,-1-1 0,0 0 0,0 0-1,0-1 1,0 0 0,-1-1 0,1 0-1,-1 0 1,0 0 0,-1-1 0,1 0-1,-1 0 1,0 0 0,-1-1 0,1 0-1,-1 0 1,-1-1 0,1 1 0,3-12-1,34-69 249,4 2 1,3 3-1,112-144 0,15 18 1168,-158 190-1207,43-44 447,-55 58-464,0 1 1,1-1 0,-1 1-1,1 1 1,7-4-1,-13 7-127,-1 0-1,0 0 0,0 0 1,0 0-1,0 0 1,0 0-1,0 0 0,0 0 1,1-1-1,-1 1 0,0 0 1,0 0-1,0 0 1,0 0-1,0 0 0,0 0 1,1 0-1,-1 0 0,0 0 1,0 0-1,0 0 1,0 0-1,0 0 0,0 0 1,1 1-1,-1-1 0,0 0 1,0 0-1,0 0 0,0 0 1,0 0-1,0 0 1,0 0-1,1 0 0,-1 0 1,0 0-1,0 0 0,0 1 1,0-1-1,0 0 1,0 0-1,0 0 0,0 0 1,0 0-1,0 0 0,0 0 1,0 1-1,0-1 1,0 0-1,0 0 0,0 0 1,0 0-1,0 0 0,0 1 1,0-1-1,0 0 1,0 0-1,0 0 0,0 0 1,0 0-1,2 9 156,0 0 0,0-1 1,-1 1-1,-1 0 0,0-1 0,0 1 0,0 0 1,-1 0-1,0-1 0,-1 1 0,-4 14 0,-6 12 480,-25 51 0,20-50-305,-62 129 649,-37 88 26,101-213-904,2 0 0,1 2 0,2-1 0,-6 61 0,15-94-162,1-1 1,0 1-1,0-1 0,1 1 0,0 0 0,0-1 0,1 1 1,0-1-1,0 0 0,0 0 0,1 0 0,0 0 0,1 0 1,0 0-1,0-1 0,6 8 0,-6-9-54,1-1 0,-1 0 0,1 0 0,-1 0 0,1-1 0,0 0 0,0 0 0,1 0 0,-1 0 0,1-1 0,-1 0-1,1 0 1,0 0 0,0-1 0,0 0 0,0 0 0,-1-1 0,1 1 0,0-1 0,11-2 0,-1 0-71,0-2 0,-1 0 0,1-1-1,-1 0 1,0-1 0,-1-1 0,1 0 0,-1-1 0,24-19-1,-9 5 33,-2-2-1,0-1 0,28-34 1,-53 56 163,1 0-1,-1 0 1,0 0 0,0-1 0,0 1 0,0 0 0,-1-1 0,3-5-1,-4 8 5,0 1 0,0-1 0,0 0-1,0 0 1,0 1 0,0-1-1,0 0 1,0 0 0,0 1 0,0-1-1,0 0 1,-1 0 0,1 1-1,0-1 1,0 0 0,-1 1 0,1-1-1,0 0 1,-1 1 0,1-1-1,-1 1 1,1-1 0,-1 0 0,1 1-1,-1-1 1,1 1 0,-1 0-1,0-1 1,1 1 0,-1-1 0,0 1-1,1 0 1,-1-1 0,0 1 0,1 0-1,-1 0 1,0 0 0,0 0-1,1-1 1,-1 1 0,-1 0 0,-8 0 157,1 0 0,-1 0 1,1 1-1,-1 0 1,1 0-1,-1 1 0,1 1 1,0-1-1,0 1 1,0 1-1,0 0 1,1 0-1,0 1 0,-1 0 1,-10 8-1,10-6-73,0 1 1,0 0-1,0 0 0,1 0 0,1 1 1,-1 0-1,1 1 0,1 0 0,0 0 1,0 0-1,1 1 0,-6 15 0,10-20-138,-1-1-1,1 0 1,1 1-1,-1-1 1,1 1-1,0-1 1,0 1-1,0-1 1,1 0-1,0 1 1,0-1 0,0 0-1,1 1 1,3 7-1,-1-5-203,1 0 1,0 0-1,0-1 1,0 0-1,1 0 0,0 0 1,0-1-1,9 6 1,8 6-1092,1-2 1,0-1-1,2-1 1,27 11-1,-47-23 980,80 33-5954,-2-4-3022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165 192 6905,'-4'-7'661,"1"1"0,0-1 0,0 0 1,0 0-1,1 0 0,0 0 0,1-1 1,-1 1-1,1 0 0,1-1 0,-1 1 1,1-1-1,1 1 0,1-10 1,-2 15-465,0-1 0,0 1 0,0 0 0,0-1 0,0 1 0,0 0 0,0 0 0,-1-1 0,1 1 0,-1 0 0,0 0 0,0 0 0,0 0 0,0 0 0,-2-3 0,3 4-81,0 0-1,0 0 1,0 0 0,0 0 0,0 0 0,0 0 0,0 0-1,0 0 1,0 0 0,0 0 0,1 0 0,-1 0 0,0 0-1,1 0 1,-1 0 0,2-2 0,-1 0 272,0-11 1434,-7 14 2031,5 1-3597,-1 0 0,1 0 0,0 1 1,-1-1-1,1 1 0,0-1 0,0 1 0,0 0 0,0-1 1,1 1-1,-1 0 0,-1 2 0,0 9-3,0 0-1,0 0 0,1 0 1,2 26-1,0 6-85,-66 535-167,23-274 0,38-272-417,2 0-1,2 0 1,5 52-1,-2-66 98,0-1 0,1 0 0,1 0 0,1 0 1,1-1-1,1 0 0,14 27 0,-15-36-295,0 0 0,0-1 1,0 0-1,1 0 0,1 0 0,-1-1 1,1 0-1,0-1 0,1 0 0,-1-1 0,1 1 1,0-2-1,1 0 0,13 5 0,-20-8 79,-1 0 0,1-1 0,0 1-1,-1 0 1,1-1 0,0 0 0,-1 0 0,1 0-1,0 0 1,-1-1 0,1 1 0,6-3-1,0 1-865,44-9-6557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1 284 10177,'32'-55'2168,"-13"50"-196,-3-1-300,3-6-287,16-8-221,-7 6-328,13-3-192,1 0-144,2 3-104,10-6-180,3 0-340,0 0-236,1 2-544,-1 4-652,0 0-469,0 2-2711,-3 7-3705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4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54 9725,'-32'0'6821,"58"0"-6065,-1 0-444,17 3-296,24-6-828,-12-8-633,10 0-1147,6-4-1124,9-2-2365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5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12 907 11401,'-2'-17'1669,"2"14"-1294,0-1 0,-1 1 0,1-1 1,-1 1-1,0 0 0,0-1 0,-2-4 0,2 6-264,1 0-1,-1 0 1,1 0-1,0 1 1,0-1-1,0 0 1,0 0-1,0 0 1,0 0-1,1 0 1,-1 0-1,1 0 1,-1 0-1,1 0 1,0 0-1,-1 1 1,1-1-1,0 0 1,0 0-1,0 1 1,1-1-1,-1 1 1,0-1-1,1 1 1,1-2-1,43-36 666,-42 36-710,222-193 1241,-129 105-81,-95 89-991,-6 2 42,-1 0-198,0 1-1,0 1 0,0-1 0,0 1 0,0 0 1,0 0-1,0 0 0,0 1 0,1 0 0,-1 0 1,1 0-1,0 0 0,0 0 0,0 1 1,-6 8-1,-10 10 208,-25 40 1,36-49-169,-5 8 15,1 2 0,0-1 0,2 1 0,1 1 0,-11 37 0,17-49-115,1 1 1,0 1-1,1-1 1,0 0-1,1 1 1,1-1-1,0 0 0,1 1 1,1-1-1,0 0 1,0 0-1,6 17 1,-4-23-82,-1 1 1,1-1 0,0 0-1,1-1 1,-1 1 0,1-1 0,0 0-1,1 0 1,0 0 0,0-1-1,0 0 1,0 0 0,1-1-1,0 1 1,0-2 0,0 1-1,1-1 1,-1 0 0,1 0 0,-1-1-1,1 0 1,11 1 0,5 1-86,1-2 0,-1 0 0,1-2 0,-1-1 0,1-1 0,27-6 0,-28 3 84,0-1 0,-1-1 1,0-1-1,0-2 0,-1 0 1,35-21-1,-29 12 34,-1 0 0,0-2 0,-2-1 0,30-32 0,-35 31 267,-1 0-1,0-1 0,-3-1 0,0-1 0,22-48 0,-18 40 607,-18 31 663,-5 7-1395,0 0 0,0 0-1,0 0 1,1 0 0,-5 8 0,5-2-73,0-1 0,1 1-1,0-1 1,0 1 0,1-1 0,0 1 0,2 9 0,-1 11 63,-1-26-104,0 0-1,0 0 1,1-1 0,-1 1-1,1 0 1,0 0 0,0-1 0,1 1-1,-1-1 1,1 1 0,0-1-1,-1 1 1,1-1 0,1 0 0,-1 0-1,0 0 1,1 0 0,0-1-1,0 1 1,5 3 0,-4-3-21,0-1 0,1 1 1,-1-1-1,1 0 0,0-1 1,-1 1-1,1-1 0,0 0 1,0 0-1,0 0 0,0-1 1,0 0-1,0 0 0,0 0 1,9-2-1,16-5-78,-1-1 0,50-22 0,-41 15 37,44-12 1,-70 24 48,1 0 0,-1 1 0,1 1 0,0 0 0,-1 1 0,1 0 1,23 3-1,0 4 92,-6-1-348,-1 0 0,1-2 0,0-2-1,0-1 1,55-4 0,-1-9 143,110-12-315,-69 18 168,-46 7-141,-44 0 81,42-4 0,-64 1 246,0 0 0,-1-1-1,1 0 1,-1 0 0,0-2 0,23-10-1,-33 14 85,0-1 1,0 1-1,0 0 0,-1 0 0,1-1 0,-1 1 0,1 0 0,-1-1 0,1 0 0,-1 1 0,0-1 1,1 0-1,0-2 0,-1 2 5,0 1 1,0-1-1,0 1 1,0-1 0,0 1-1,-1-1 1,1 0-1,0 1 1,-1-1 0,0 0-1,1 1 1,-1-1-1,0 0 1,0 0 0,0 0-1,0 1 1,0-1-1,0 0 1,0 0 0,-1 1-1,1-1 1,-1 0-1,1 1 1,-2-3-1,0-1 10,1 3 0,-1 0-1,1 0 0,-1 0 0,0 0 1,0 0-1,0 1 0,0-1 0,0 0 1,0 1-1,0 0 0,-1 0 0,-2-2 0,4 2 5,-1 1-10,1-1-1,0 0 1,0 1 0,-1 0 0,1-1 0,0 1 0,-1 0-1,1-1 1,0 1 0,-1 0 0,1 0 0,0 0-1,-1 0 1,1 0 0,0 1 0,-1-1 0,-1 1 0,-2 0 4,0 0-15,1 0 0,-1 0 0,1 0 0,-1 1 0,1 0-1,0 0 1,-1 0 0,1 0 0,0 1 0,0-1 0,1 1 0,-1 0 0,1 0 0,-1 1 0,1-1 0,0 1 0,-3 4 0,4-6-50,0 1 1,1-1-1,-1 1 0,0-1 0,1 1 1,0 0-1,0-1 0,0 1 1,0 0-1,0 0 0,1 0 1,-1 0-1,1 0 0,-1-1 0,1 1 1,0 0-1,0 0 0,1 0 1,-1 0-1,1 0 0,-1 0 0,1 0 1,0 0-1,0-1 0,0 1 1,0 0-1,1-1 0,2 5 1,-1-2-32,0-1-1,1 0 1,-1 0 0,1-1 0,0 1 0,0-1 0,0 1 0,1-1 0,-1-1 0,1 1 0,-1-1 0,1 1 0,0-1 0,0-1 0,0 1 0,0-1 0,0 0 0,0 0 0,9 1 0,26-6 210,-1-1-1,0-2 1,0-2 0,0-1 0,-1-2-1,61-28 1,-86 34-39,0-1 0,-1-1 0,0 1 0,-1-2 0,0 0 0,0 0 0,0-1 0,-2 0 0,16-20 0,-12 10 131,-1-1-1,0 1 1,-2-2-1,0 0 1,7-26 0,53-136 1409,-45 121-1383,-8 21-28,2 1 0,47-75 1,-63 111-184,0 0 1,1 0 0,0 1-1,0-1 1,6-4-1,-10 8-15,1 1-1,0-1 0,0 1 1,0-1-1,0 1 0,-1 0 1,1-1-1,0 1 0,0 0 1,0-1-1,0 1 0,0 0 1,0 0-1,0 0 0,0 0 1,0 0-1,0 0 0,0 0 1,0 0-1,0 0 0,0 1 1,0-1-1,0 0 0,0 1 1,0-1-1,0 1 0,0-1 1,0 1-1,-1-1 0,1 1 1,0-1-1,0 1 0,-1 0 1,2 1-1,1 0 26,0 1-1,-1 1 1,1-1 0,-1 0-1,0 1 1,0-1 0,0 1-1,-1 0 1,1-1 0,-1 1-1,0 0 1,0 0 0,0 0-1,0 0 1,-1 0 0,1 0-1,-1 5 1,2 239 1080,-4-67-793,2-130-235,-1-21 2,6 60 0,-4-83-101,0 0 1,1-1-1,0 1 1,0 0-1,0 0 1,1-1-1,0 1 1,0-1-1,0 0 1,1 0-1,0 0 1,0 0-1,9 8 0,-8-9-47,0-1-1,0 0 1,1-1 0,0 1-1,0-1 1,-1 0-1,2 0 1,-1-1-1,0 0 1,0 0-1,1-1 1,-1 1-1,12 0 1,-6-2-17,-1 0 1,0-1 0,1 0 0,-1-1 0,0-1 0,0 1-1,15-7 1,9-6-159,0-2 0,-1-1-1,50-36 1,-48 29 478,0-2 0,-2-2 0,-1 0 0,-1-3 0,31-38 0,-62 69-155,0 0 0,0 0 1,-1 0-1,1-1 0,0 1 0,0 0 0,-1-1 0,1 1 0,-1-1 1,1 1-1,-1-1 0,1 1 0,-1-1 0,0 1 0,0-1 1,0 1-1,0-1 0,0 1 0,0-1 0,0 1 0,-1-4 0,0 4-57,1 0 0,-1 1-1,1-1 1,-1 0-1,0 0 1,1 1 0,-1-1-1,0 0 1,0 1 0,1-1-1,-1 0 1,0 1-1,0 0 1,0-1 0,0 1-1,0-1 1,0 1-1,0 0 1,0 0 0,1-1-1,-1 1 1,0 0 0,0 0-1,0 0 1,0 0-1,0 0 1,0 0 0,0 0-1,0 1 1,0-1-1,0 0 1,-2 1 0,-12 4 86,-1 1 1,1 0-1,0 1 1,0 1 0,1 0-1,0 1 1,1 1-1,0 0 1,0 1 0,1 0-1,0 1 1,1 0-1,1 1 1,0 0 0,-13 22-1,20-31-249,1-1-1,0 1 0,1 0 1,-1 0-1,1-1 0,-1 1 0,1 0 1,0 0-1,1 0 0,-1 1 1,1-1-1,-1 0 0,1 0 1,1 0-1,-1 0 0,0 0 1,1 0-1,0 0 0,0 0 1,0 0-1,1 0 0,-1 0 1,1 0-1,0 0 0,0-1 1,0 1-1,0-1 0,1 0 1,0 0-1,-1 1 0,1-1 1,0-1-1,5 5 0,7 4-680,0 0-1,1-1 1,0-1-1,0 0 1,1-2-1,0 1 0,25 6 1,7-1-3720,75 9 0,-30-10-4136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11605,'8'-9'558,"-6"7"-416,-1 1 1,1-1-1,-1 0 0,1 1 0,-1-1 0,0 0 0,1 0 1,-1 0-1,0 0 0,0 0 0,0 0 0,-1-1 0,1 1 1,0 0-1,-1 0 0,0 0 0,1-1 0,-1 1 1,0 0-1,0-1 0,0 1 0,0 0 0,-1-4 0,-1 1 654,0-1-1,0 0 0,1 0 1,0 0-1,0 0 0,0-8 1,1 11 2379,6 3-2868,0 1 1,-1 0 0,1 0 0,0 1 0,-1-1 0,1 1-1,-1 0 1,0 1 0,1 0 0,-1-1 0,0 1 0,-1 1-1,1-1 1,8 9 0,4 5 129,-1 1 1,19 25-1,-22-25-1,12 16-142,-1 1 0,-2 1 0,-1 1 0,-2 1 0,-1 0 0,18 63 0,-26-65-1537,6 44 0,-12-45-2210,0 50 0,-7-65-2029,0-5 488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6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11833,'29'-49'1932,"-10"26"-220,10-11-267,-4 14-301,10 0-224,6 5-232,7-2-144,6-6-108,6 9-172,1 0-180,-1 0-304,-6 5-320,-3 9-388,-1 0-372,-2 9-328,-16 2-333,-7 6-2183,-3 9-3153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7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7817,'57'-31'1952,"-18"17"-652,2-3-316,3 2-260,7-5-432,9 0-580,4-3-640,3-2-2552,6 5-1909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1 832 9005,'0'0'1825,"7"-3"22,59-28 1012,-8 5-1761,92-56 1,-136 72-998,1 0 0,-2 0 1,1-1-1,-2-1 1,1 0-1,-2-1 1,0 0-1,0-1 0,-1 0 1,-1-1-1,10-19 1,-17 27 10,1 0 0,-1 0 0,0 0 0,-1 0 0,1 0 0,-1 0 0,-1-1 0,0 1 0,0 0 0,0-1 0,-2-9 0,1 13-41,0 0 0,0 0 1,0 0-1,0 0 0,-1 1 1,0-1-1,0 0 0,0 1 1,0-1-1,0 1 0,-1 0 1,1-1-1,-1 1 0,0 0 0,0 1 1,0-1-1,0 0 0,-1 1 1,1 0-1,-6-3 0,6 4-21,0 0 1,0 1-1,-1-1 0,1 0 0,-1 1 0,1 0 0,-1 0 0,1 0 0,0 0 0,-1 1 0,1-1 0,-1 1 0,1 0 1,0 0-1,0 0 0,-1 1 0,1-1 0,0 1 0,-4 2 0,-1 1 42,2-1 0,-1 1 0,0 1 0,1-1 0,0 1 0,0 0 0,-5 8 0,5-4-45,0-1-1,1 1 0,0 0 1,1 1-1,0-1 0,1 1 0,0-1 1,1 1-1,0 0 0,0 0 0,1 1 1,1-1-1,0 0 0,0 0 1,1 0-1,1 0 0,4 20 0,-2-16-59,1-1-1,0 1 0,1-1 1,0 0-1,1 0 0,0-1 0,2 0 1,-1 0-1,2-1 0,-1 0 1,2-1-1,15 15 0,-15-18-92,0 0 0,1-1 0,-1 0 1,1-1-1,1 0 0,-1-1 0,1-1 0,0 0 0,0 0 0,0-1 0,0-1 0,1 0 0,-1-1 0,1-1 0,-1 0 0,21-2 0,-13-1-24,-1-1 0,0-1 0,0 0 0,0-2-1,0 0 1,-1-1 0,0-1 0,-1-1 0,0-1-1,17-13 1,-25 15 92,0 0 0,-1 0 0,0-1 0,0 0 1,-1 0-1,-1-1 0,8-14 0,2-7-74,16-45 0,-18 31 78,-3 0-1,9-71 1,-16 85 29,-5 25 18,1 0-1,0 0 1,1 0-1,0 0 1,0 0 0,0 1-1,1-1 1,0 1 0,0-1-1,1 1 1,-1 0 0,1 0-1,8-8 1,-12 14-12,1-1 15,0 1 0,0 0 0,0 0 0,0-1 0,0 1 0,-1 0 0,1 0 0,0 0 0,0 0 0,0 0 0,0 0 0,0 0 0,0 0 0,0 1 0,0-1 0,0 0 0,0 1 0,-1-1 0,3 1 0,-1 0 39,3 1-3,1 0-1,-1 0 0,1 1 1,-1 0-1,0 0 1,0 1-1,0-1 1,-1 1-1,1 0 0,-1 0 1,0 0-1,0 1 1,-1 0-1,1-1 0,-1 1 1,0 1-1,4 7 1,3 10 115,-1 1 1,11 41-1,-19-63-157,5 19 47,16 70 142,-21-88-203,0 1 1,0-1-1,0 1 1,0-1-1,1 1 1,-1-1-1,1 0 1,0 1-1,0-1 0,0 0 1,0 0-1,1-1 1,-1 1-1,1 0 1,0-1-1,0 0 1,0 1-1,0-1 1,4 2-1,-4-1 6,5-2-7,141-26-43,-92 13 58,65-4 0,-88 11-171,0-2-1,0 0 0,-1-3 1,0 0-1,61-30 1,-13 6-238,-58 24 355,0 2 0,1 0 0,0 2 0,0 1 0,0 0 0,1 2-1,-1 1 1,1 1 0,0 1 0,39 5 0,-60-5 5,1 0 1,-1 0 0,0-1-1,0 0 1,0 0-1,1 0 1,-1 0-1,0 0 1,0-1 0,5-3-1,-3 2-18,22-11-198,39-27 1,3-1 78,-57 34 158,0 2-1,1 0 1,17-5 0,-24 10-47,-1-1 0,1 1 0,0 0 1,-1 1-1,1 0 0,0 0 1,-1 0-1,1 1 0,8 2 0,22 7-2564,-32-8 2206,1 0 0,0 0-1,0-1 1,0 1 0,0-1 0,1-1 0,-1 1 0,0-1 0,0 0 0,0 0 0,1-1 0,-1 0 0,0 0 0,0 0 0,6-3 0,26-10-578,-3 2 1160,45-24 0,-68 30 84,-1 0 1,-1-1-1,0 0 1,0-1-1,0-1 1,-1 1-1,16-20 1,-7 5-344,1 0 0,30-26-1,-29 23-3829,-8 18 556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8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61 101 7653,'-25'3'2132,"34"-12"-144,4 3 2849,-23-8-3749,4 0 236,-7 0-1400,0-1-940,4-2-913,3 3-2747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3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11645,'0'0'2598,"-4"2"305,-8 9-147,-1 0 0,-17 20 0,-22 33 1118,-10 12-1266,-62 40-1577,90-87-1650,0 1 0,2 2 0,-46 60 0,77-91 584,-4 6-992,0 1 0,1-1 0,-1 1 0,-5 14 0,10-20 859,-1-1-1,1 0 0,0 0 1,-1 1-1,1-1 1,0 0-1,0 1 1,0-1-1,0 0 1,0 0-1,0 1 0,0-1 1,0 0-1,0 1 1,1-1-1,-1 0 1,1 0-1,-1 1 1,1-1-1,-1 0 0,1 0 1,0 0-1,-1 0 1,1 0-1,0 0 1,0 0-1,0 0 1,0 0-1,0 0 0,0 0 1,0 0-1,0-1 1,0 1-1,0 0 1,0-1-1,0 1 1,1-1-1,-1 1 0,0-1 1,3 1-1,2 0-331,1 0 0,-1-1-1,1 1 1,-1-1-1,1 0 1,0-1 0,-1 0-1,1 0 1,-1 0 0,1-1-1,-1 0 1,0 0 0,1 0-1,-1-1 1,-1 0-1,1 0 1,8-6 0,4-4-109,-1 0 0,-1-1 0,0-1 0,16-20 0,-14 14 718,21-22 2091,-2-2 0,33-52 1,-68 93-2070,1-2 472,1 0 1,0 1 0,0-1-1,9-8 1,-12 13-496,0 0 0,1 0 0,-1 0 0,0 0 1,1 0-1,-1 0 0,1 1 0,-1-1 0,1 0 1,-1 1-1,1-1 0,-1 1 0,1 0 0,-1 0 0,1-1 1,0 1-1,-1 0 0,1 0 0,0 0 0,-1 1 1,1-1-1,-1 0 0,1 1 0,0-1 0,2 2 0,21 11 412,1 1 1,-2 1-1,0 1 0,22 20 0,-24-18-378,1-1 0,1 0 1,1-2-1,33 16 0,-43-25-113,1-1 0,0 0 0,0-1 0,1-1 0,29 2 0,-9-4 26,55-7 1,-76 5-5,0 0 0,0 0 0,30 4 0,-45-2-44,0-1-1,1 0 0,-1 1 0,0-1 0,0 0 1,0 1-1,0 0 0,1-1 0,-1 1 0,0 0 0,0-1 1,0 1-1,0 0 0,0 0 0,-1 0 0,1 0 1,0 0-1,0 0 0,-1 0 0,1 0 0,0 0 0,-1 0 1,2 3-1,-1 0 7,-1-1 0,1 1 1,-1 0-1,1 0 0,-1 0 0,0 0 1,0-1-1,-1 6 0,-3 8-78,1 0 0,-12 28 0,14-41 12,-33 84-3858,34-87 3859,0-1-1,0 0 0,0 0 1,0 1-1,0-1 0,0 0 1,0 1-1,0-1 1,0 0-1,0 0 0,0 1 1,0-1-1,0 0 0,0 1 1,0-1-1,0 0 0,0 0 1,1 1-1,-1-1 0,0 0 1,0 0-1,0 1 0,0-1 1,1 0-1,-1 0 0,0 0 1,0 1-1,0-1 0,1 0 1,-1 0-1,0 0 1,0 0-1,1 1 0,-1-1 1,4 3-211,0 0 0,-1 0 0,1 0 0,0 0 0,0-1 0,1 0 0,-1 0 0,0 0 0,1 0 0,-1-1 0,1 1 0,0-1 0,-1-1 0,1 1 0,0 0 0,0-1 0,-1 0 0,1 0 0,0-1 0,0 1 0,-1-1 0,9-2 0,15-5 126,0-1-1,0-1 1,-1-1-1,0-2 1,39-25-1,-18 6 1684,84-75-1,-74 60 2891,-56 45-3423,-22 33 1045,20-30-2042,-8 10 244,1 0 0,1 0 1,0 1-1,0 0 0,-6 21 0,11-30-243,1-1 0,-1 0 0,1 1 0,0-1 0,0 1-1,0-1 1,0 0 0,0 1 0,0-1 0,1 1 0,-1-1-1,1 0 1,0 1 0,0-1 0,-1 0 0,2 0 0,-1 0-1,0 1 1,0-1 0,1 0 0,-1 0 0,1-1 0,-1 1 0,1 0-1,0-1 1,0 1 0,0-1 0,0 1 0,0-1 0,0 0-1,0 0 1,0 0 0,0 0 0,1 0 0,-1 0 0,0 0-1,1-1 1,2 1 0,14 2-8,0-1-1,0-1 1,0 0-1,0-1 0,0-2 1,31-5-1,-6 2 28,17-3 10,74-20 1,-133 28-41,-1 0 0,1 0 0,0-1 0,-1 1-1,1-1 1,-1 1 0,1-1 0,-1 0 0,1 0 0,-1 1 0,0-1-1,1 0 1,-1 0 0,0 0 0,0-1 0,2-1 0,-3 3-7,0-1 1,0 1 0,0-1-1,0 0 1,0 1-1,0-1 1,0 0 0,0 1-1,0-1 1,0 1 0,0-1-1,0 0 1,0 1-1,-1-1 1,1 0 0,0 1-1,0-1 1,-1 1 0,1-1-1,-1 1 1,1-1-1,0 1 1,-1-1 0,1 1-1,-1-1 1,0 0-1,-6-4-73,0 0 0,-1 0 0,1 1 0,-12-6 0,18 10 58,-72-41-4038,70 40 2076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96 120 4568,'-42'-22'1397,"30"13"-301,2-2-220,4-1-68,-4-14-1716,4 1-1352,-4 10-333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4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13105,'13'-21'2546,"-11"16"2417,-11 20-1053,8-5-3446,-1 0 0,1 0 1,1 0-1,0 0 1,0 0-1,1 0 1,0 0-1,1 0 1,5 18-1,2 24 717,32 492 1237,-40-503-3897,3-1 0,2 1 1,1-1-1,2-1 0,25 70 0,-17-74-2536,-1-15-2059,8-2-4747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8873,'3'-53'1205,"0"-45"4322,-3 89-4904,-1 4-76,1-1 0,0 1-1,1 0 1,-1-1 0,1 1 0,3-10-1,-3 13-376,0-1 0,1 1 0,-1 0 0,1-1 0,0 1 0,0 0 0,-1 0 0,1 1 0,1-1 0,-1 0 0,0 1 0,0-1 0,1 1 0,-1-1 0,0 1 0,6-1 0,-1-1 50,1 1 1,1 0-1,-1 0 0,0 1 1,0 0-1,1 0 1,-1 1-1,0 0 1,10 2-1,3 1 84,-1 0 0,32 11 1,-27-6-173,0 1 1,-1 1 0,0 2-1,-1 0 1,0 2 0,0 0-1,-2 2 1,23 20 0,-29-22-87,-1 0 1,-1 1-1,0 1 1,-1 0-1,-1 0 1,-1 1-1,0 1 1,-1 0-1,-1 0 1,0 0-1,7 29 1,-10-22-46,-1 1 1,-1-1-1,-1 1 0,-1 33 1,-16 102-484,9-118 241,4-25 148,1-1 0,1 1 0,0 0 0,1 0 0,1-1 0,5 24 0,-4-30 52,1 1-1,0-1 1,0 0-1,1 0 0,1-1 1,0 1-1,0-1 1,1 0-1,0-1 0,12 12 1,56 45-40,10 8-32,-77-66 97,-1 1 0,1 0-1,-2 0 1,1 0 0,-1 1 0,-1-1 0,7 17 0,-10-21 25,0 0 0,-1 0 1,0 0-1,0 0 0,0 0 0,-1 0 0,1 1 0,-1-1 1,0 0-1,-1 0 0,1 0 0,-1 1 0,0-1 1,-4 10-1,2-8 10,0 0 0,-1-1 1,0 1-1,0-1 0,-1 1 1,0-1-1,0-1 0,0 1 1,-8 5-1,-8 5 57,-2 0-1,0-1 1,-1-2 0,-36 16-1,-234 94 255,106-46-3552,183-75 2349,-1 0 0,0-1 1,1 0-1,-1 0 0,-8 1 0,-5 2-5722,31-3-2073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5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20 304 9665,'15'-5'292,"25"-9"1391,56-12 0,-64 19-345,-1-1 0,0-2-1,45-20 1,-58 21-887,-1 0 1,0-1-1,-1-1 1,0 0-1,0-1 1,25-27-1,-39 36-379,-1 1 0,1 0 0,-1-1 0,0 0 0,0 1 0,0-1 0,0 0 0,0 1 1,-1-1-1,1 0 0,-1 0 0,1 0 0,-1 1 0,0-1 0,0 0 0,-1 0 0,1 0 0,-1 0 0,1 1 0,-1-1 0,0 0 0,0 1 0,0-1 0,0 0 1,0 1-1,-1-1 0,1 1 0,-1 0 0,0-1 0,0 1 0,1 0 0,-1 0 0,-1 0 0,1 0 0,-4-2 0,-2 2 74,0 0-1,1 0 0,-1 1 0,0 0 1,0 1-1,0-1 0,-1 2 0,1-1 1,-10 3-1,0 0 34,1 0 0,0 2 0,0 0 0,1 1 1,0 1-1,0 0 0,0 1 0,-23 17 0,17-9-17,0 0 0,2 2 1,0 0-1,-32 40 0,44-48-117,0 1-1,1 0 1,0 1 0,1-1-1,0 1 1,1 0 0,1 1 0,-6 21-1,8-26-101,1 1 0,0-1 0,0 0 0,1 1 0,0-1 1,1 0-1,0 1 0,0-1 0,1 0 0,0 0 0,0 0 0,1 0 0,0 0 0,7 13 0,-2-9-287,-1-1 0,1 0 0,1 0 0,0-1 1,0 0-1,1-1 0,1 0 0,-1 0 0,1-1 0,1-1 1,16 9-1,-2-4-1947,1-1 0,1-1 0,0-1 1,38 6-1,6 0-6997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5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9 174 11853,'-1'1'146,"1"-1"0,-1 1 0,1-1 0,-1 1 0,0-1 0,1 1 0,-1-1 0,1 1 0,-1 0 0,1-1 0,0 1 0,-1-1 0,1 1 0,0 0 0,-1 0 0,1-1 0,0 1-1,0 0 1,0-1 0,0 1 0,-1 0 0,1 0 0,0-1 0,0 2 0,12 12 3982,1-1-3495,145 193 5324,-149-193-5803,0 2 0,-1-1 0,-1 1 0,0 1 0,-1-1-1,-1 1 1,0 0 0,-1 0 0,2 24 0,-5-30-74,0-1-1,-1 1 0,0 0 1,-1-1-1,0 1 1,0-1-1,-1 1 0,0-1 1,-1 0-1,0 1 0,-1-2 1,1 1-1,-2 0 1,1-1-1,-1 1 0,-1-1 1,-7 8-1,11-13 557,2-8-453,1-3-147,0 1 0,0-1 0,0 0-1,1 1 1,0-1 0,0 1 0,1-1 0,0 1 0,8-13 0,5-5 17,26-32-1,-21 31-69,62-73-2359,5 5 0,106-89 1,-157 149 1057,-36 33 1309,37-34-4692,70-50 0,-36 42-4913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84 139 8269,'5'-28'2293,"-4"22"-99,-2 4-159,-57-79 8714,48 62-9286,9 17-292,2 4 105,0 2-861,0 0-1,0 0 1,0 0 0,-1 0-1,1 0 1,-1 0-1,0 5 1,-5 172-415,5-71 0,-19 247 0,18-353 0,1 0 0,0-1 0,0 1 0,0-1 0,0 1 0,1 0 0,-1-1 0,1 1 0,0-1 0,0 0 0,0 1 0,4 5 0,-4-8 0,0 0 0,0 0 0,0 0 0,0 0 0,0 0 0,0-1 0,0 1 0,0 0 0,1-1 0,-1 1 0,0 0 0,0-1 0,1 0 0,-1 1 0,0-1 0,1 0 0,-1 0 0,1 1 0,-1-1 0,0 0 0,1 0 0,-1-1 0,1 1 0,-1 0 0,0 0 0,1-1 0,-1 1 0,0-1 0,1 1 0,-1-1 0,0 0 0,0 1 0,0-1 0,2-1 0,16-11 0,-1 0 0,0-1 0,-2-1 0,1 0 0,-2-1 0,15-20 0,8-7 0,-3 5 0,63-64 0,-80 85 0,1 1 0,0 1 0,34-20 0,-50 33 0,0 0 0,0 0 0,0 1 0,0 0 0,0 0 0,0-1 0,0 2 0,1-1 0,-1 0 0,0 1 0,1-1 0,-1 1 0,0 0 0,1 0 0,-1 1 0,6 0 0,-6 0 0,0 0 0,-1 1 0,1-1 0,0 1 0,-1-1 0,1 1 0,-1 0 0,1 0 0,-1 0 0,0 0 0,0 0 0,0 1 0,0-1 0,-1 1 0,2 2 0,4 10 0,0 0 0,-1 0 0,-1 1 0,-1 0 0,4 23 0,-4-18 0,-4-19 0,6 29 0,1-1 0,2 0 0,20 49 0,-24-70 0,0 0 0,1 0 0,0 0 0,0-1 0,0 0 0,1 0 0,1-1 0,-1 1 0,1-2 0,1 1 0,-1-1 0,1 0 0,0-1 0,0 0 0,11 4 0,0-1 0,1-1 0,1-1 0,-1-1 0,1-1 0,0-1 0,0-1 0,0 0 0,0-2 0,30-3 0,13-6 0,116-32 0,-21 2 0,-142 37 0,0 0 0,0 0 0,1 2 0,-1 0 0,0 1 0,1 1 0,-1 1 0,21 6 0,-11-3-67,44 2 0,-43-5-66,-24-3-10,1 1-1,0-2 0,-1 1 1,1-1-1,7-1 0,2 0-98,-13 1 196,-1 0-1,1 0 1,-1 1-1,1-1 1,-1-1 0,0 1-1,1 0 1,-1 0-1,0 0 1,0-1-1,0 1 1,0 0-1,0-1 1,0 1-1,-1-1 1,1 1 0,0-1-1,-1 0 1,1 1-1,0-4 1,-6-4 7,0-1 1,0 1 0,-1 0-1,0 0 1,0 1 0,-1 0-1,0 0 1,0 0 0,-1 1-1,0 0 1,-10-5 0,-37-29-37,26 19 29,-1 1 1,-2 1-1,-47-22 0,-6 12-180,83 30 198,-1-1 0,0 1 0,1-1 0,-1 1 0,0 0 0,0 0 0,1 0 0,-1 0 0,0 1 0,1-1 0,-1 1 0,-3 1 1,-1 0-120,24 15-839,-6-11 887,0-1 1,1-1-1,-1 0 1,1-1-1,-1 0 1,1 0-1,0-1 1,0-1-1,1 0 1,-1-1-1,23-2 1,13-4 57,77-19-1,-90 17-12,169-31-175,-200 39 172,-4 0 11,1 1 41,0-1 1,-1 1 0,1-1 0,0 1 0,-1-1-1,1 0 1,0 1 0,0-1 0,0 0 0,-1 0-1,1 1 1,0-1 0,0 0 0,0 0-1,-1 0 1,1 0 0,0 0 0,1 0 0,-1 0-54,0 0 1,0 0-1,0 0 1,0 0-1,0 0 1,0 0 0,0 0-1,1 0 1,-1 1-1,0-1 1,0 0-1,-1 1 1,1-1-1,0 1 1,0-1 0,0 1-1,1 1 1,-2-1 33,1 1 1,-1 0 0,1-1-1,-1 1 1,1 0 0,0-1-1,-1 1 1,1-1 0,0 1-1,0-1 1,0 1 0,0-1 0,0 0-1,1 0 1,-1 1 0,0-1-1,1 0 1,-1 0 0,1 0-1,-1 0 1,2 0 0,2 1-3,-1-1 1,0 0 0,1 0 0,-1-1-1,1 0 1,-1 1 0,1-1 0,5-1 0,47-9-66,-25 3-6,-31 7 94,0 1 1,-1-1 0,1 1 0,-1 0-1,1-1 1,-1 1 0,1 0 0,-1 0-1,0-1 1,1 1 0,-1 0 0,0 0-1,0 0 1,1-1 0,-1 1 0,0 0-1,0 0 1,0 0 0,0 1 0,0-1-3,1 4 2,0 1 0,-1 0 0,0 0 0,0-1 0,-1 1 0,1 0 0,-1-1 0,-3 11 0,2-10-1,1 1-1,-1-1 0,1 0 1,1 1-1,-1-1 1,1 1-1,2 12 1,-1-12-18,1-1 1,1 1-1,-1-1 0,1 0 1,0 0-1,0 0 1,1 0-1,-1-1 0,2 1 1,-1-1-1,0 0 1,1 0-1,0 0 0,0-1 1,0 0-1,1 0 1,-1 0-1,1-1 0,0 1 1,0-1-1,1-1 1,-1 1-1,0-1 0,1 0 1,-1-1-1,14 2 1,-8-1-61,1-1 0,-1-1 0,0 0 0,1 0 0,-1-1 0,0-1 0,0 0 0,1 0 0,-2-2 0,1 1 0,0-2 0,-1 1 1,1-1-1,12-9 0,-7 3 22,-3 3 28,-1-1 1,0 0-1,0 0 0,-1-2 0,-1 1 0,18-22 1,60-87-138,-52 73 263,34-57-1,-39 42 535,40-102 1,-53 121-69,-18 40 384,-5 6-286,-16 19-226,0 1 0,2 1 1,-23 41-1,-39 92 323,61-115-970,3 1-1,-21 87 1,14 23-5894,22-149 5437,1 0 1,0 0-1,0 0 0,1 0 1,-1 0-1,1-1 1,0 1-1,1 0 1,-1 0-1,1-1 1,0 1-1,4 7 0,16 20-8860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7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13265,'0'0'2068,"0"23"-323,0 0-361,6-3-356,0-3-108,-2-3-340,2 3-424,-3-2-676,0-1-976,13-3-5925,-3 4-1304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7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14045,'12'-17'6093,"-2"25"-5549,3 1-492,6-3-2544,-3-1-577,-4 13-9120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7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52 14417,'-1'-2'177,"0"0"-1,1 1 1,0-1-1,-1 0 0,1 0 1,0 1-1,0-1 1,0 0-1,0 0 0,0 0 1,0 1-1,0-1 1,1 0-1,-1 0 1,1 1-1,-1-1 0,1 0 1,0 1-1,0-1 1,0 1-1,0-1 0,1-1 1,1 1 138,0 1 0,0-1 0,0 1 0,0 0 0,0 0 0,0 1 0,0-1 0,0 0 0,0 1 0,0 0-1,0 0 1,7 0 0,205 19 4006,-79-4-3336,84 5-181,234 10-3745,-431-30 2282,62-2-1464,-77 1 912,0 0 0,-1-1-1,0 0 1,14-5 0,-15 6-4235,15-2-3024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11301,'-3'41'4016,"3"-37"-2007,1 1 57,4 5-1382,0 1 0,1-1-1,0 1 1,1-1-1,0-1 1,12 14-1,61 54 1432,-22-22-1186,-9-3-61,76 107-1,-103-126-711,-1 1 0,-1 1 0,-3 1 0,25 68 0,-38-90-164,-1-1 1,0 1-1,-1 0 0,-1 0 0,0 0 1,-1 0-1,0 0 0,-1 0 0,0 0 0,-2 0 1,1 0-1,-2 0 0,0-1 0,0 0 1,-7 14-1,2-10-328,0 0 0,-1-1 0,-1 0 0,0-1 0,-1 0 1,-1-1-1,0-1 0,-1 0 0,-1 0 0,-27 18 0,-87 42-4106,16-8-3814,49-22-1979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4:5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89 11953,'0'0'2056,"-9"-11"-244,2-4 1709,-2 1-2945,5 3-624,4-9-7753,4 2-1284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3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219 293 10229,'-3'-2'1010,"1"0"1,-1-1-1,1 1 0,0-1 1,0 1-1,0-1 0,0 0 1,1 0-1,-1 0 0,-1-4 0,-1-9-409,-16 31 1931,5 4-1527,2 1 1,-21 39-1,20-33-577,2-2-135,1 1 0,1 0 0,2 0-1,-8 32 1,-12 109 421,23-130-626,2 0 1,1 1-1,2-1 1,8 64-1,-6-88-76,0 0 0,1 0 0,0 0-1,1 0 1,0 0 0,1-1 0,1 1 0,-1-1 0,2-1 0,0 1 0,0-1 0,0 0-1,1-1 1,1 1 0,0-2 0,0 1 0,16 10 0,-17-14-10,0-1 0,1 0 0,0 0-1,0-1 1,0 0 0,0-1 0,0 1 0,0-2 0,1 1 0,-1-2 0,1 1 0,-1-1 0,0 0 0,1-1 0,-1 0 0,1-1-1,-1 0 1,0 0 0,0-1 0,0 0 0,0-1 0,-1 0 0,17-10 0,-8 4-3,0-2-1,-1 0 1,0-1 0,-1 0-1,-1-2 1,0 1 0,-1-2-1,-1 0 1,0 0 0,11-22-1,-8 8 10,-2 0-1,-1-1 1,-2 0 0,-1-1-1,-1 0 1,-2-1 0,-1 1-1,0-34 1,-3-3-11,-4 0 1,-18-124-1,14 157-27,-1-1-1,-17-46 0,19 68-215,-1-1 0,-1 1 0,-1 0 0,0 1 1,-1 0-1,0 0 0,-18-20 0,23 31 69,0 0-1,1 0 1,-1 0 0,0 0-1,0 1 1,-1-1 0,1 1-1,0 0 1,-1 1-1,1-1 1,-1 1 0,0 0-1,1 0 1,-1 0 0,0 1-1,0-1 1,1 1 0,-1 0-1,0 1 1,0-1 0,1 1-1,-1 0 1,0 0 0,1 1-1,-6 1 1,-4 3-1205,1-1 1,1 2-1,-1 0 1,1 0-1,0 1 1,1 0-1,-16 15 1,-14 19-8758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3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47 12765,'-7'-11'711,"5"8"-406,0 0 0,0 1 0,0-1 1,-1 0-1,1 1 0,-1-1 0,1 1 1,-1 0-1,0 0 0,0 0 0,0 0 0,0 0 1,-7-2 4307,4 35 258,-2-13-4110,-1-1 0,-1 0 0,-15 20 0,9-14-328,-24 34-229,16-24-1667,-26 48 1,10 6-3686,17-27-2860,7-7-3536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03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0 12193,'-3'1'637,"1"0"-1,0 0 1,0 1-1,0-1 1,0 0-1,0 1 1,0-1-1,0 1 1,0 0 0,0 0-1,-1 2 1,2-1-258,0 0 0,1-1 0,-1 1 0,1 0 1,-1 0-1,1 0 0,0 0 0,0 0 0,1 0 1,0 4-1,11 68 2060,-5-41-1620,-3 0-1,2 50 0,-6-2-137,-4 1-1,-17 97 0,-59 144-3692,2-116-3275,35-109-739,1 5-4603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0:58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15 286 8885,'-14'13'5224,"31"-18"2074,5-4-8210,84-24 1771,1 5 1,199-26-1,229 10-521,199 17-543,-81 5-1625,-143-9-2092,-174-1-3750,-212 18 874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00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8593,'25'-12'985,"0"-1"0,31-21 1,-32 18-529,0 2 0,34-15 0,-50 26-381,1-1 0,0 2 0,0-1 0,0 1 0,1 1-1,-1 0 1,0 0 0,1 1 0,-1 0 0,19 2 0,-25-1-42,1 0 0,-1 0 0,1 0 0,-1 0 0,0 1 1,1-1-1,-1 1 0,0 0 0,0 0 0,0 0 0,-1 0 1,1 1-1,0-1 0,4 6 0,-3-2 37,0 1 0,0-1 0,0 1 0,-1-1 0,0 1 0,4 14 0,-2 0 77,-1 0 1,-1 1-1,-1 0 1,0 26-1,-5 16 200,-2-1 1,-22 107-1,-48 126 255,66-263-529,-34 119 271,-80 336 356,109-414-617,4 0-1,3 0 0,3 1 0,10 126 0,-2-170-88,1 0 0,1 0-1,2-1 1,1 0 0,1 0 0,1-1-1,2 0 1,19 31 0,-22-44-49,0 0-1,2-1 1,0-1 0,0 0 0,1 0 0,1-1 0,0-1 0,1-1 0,0 0 0,1 0-1,0-2 1,1 0 0,0-1 0,34 11 0,-7-9-38,-1-2 0,1-3 0,1-1 0,86-4 0,26 2-11,-133-1 204,0 1 1,0 1-1,0 1 1,45 14-1,-62-15-67,-1 0 0,1 0 0,-1 0-1,0 1 1,0-1 0,0 2 0,-1-1 0,1 0-1,-1 1 1,0 0 0,0 1 0,-1-1-1,1 1 1,-1 0 0,0 0 0,-1 0 0,0 0-1,0 0 1,0 1 0,-1 0 0,3 7-1,-3-3 18,-1 0 0,1 0 0,-2 0 0,1 0 0,-2 0 1,1-1-1,-2 1 0,1 0 0,-6 19 0,-5 6 119,-25 53 1,-3 8 64,3 30-61,-38 241-1,17 139-494,44-356 10,-27 466-1410,17-193 26,16-345 1460,-31 130 0,-40 70 120,-58 112-2121,108-314 684,-7 23-2937,25-50 431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92 12529,'10'-43'2855,"-7"35"7351,-5 11-9666,0-1-1,1 1 1,-1 0 0,1 0 0,0 0 0,0 0-1,0 0 1,-1 4 0,-14 115 985,0 1-731,9-95-794,-51 300 0,54-291 0,2 1 0,2 0 0,1 0 0,2-1 0,1 1 0,16 63 0,-16-89 0,0-1 0,0 0 0,1 1 0,1-2 0,0 1 0,0-1 0,1 0 0,0 0 0,1 0 0,0-1 0,0-1 0,1 1 0,0-1 0,1-1 0,0 0 0,0 0 0,0-1 0,1 0 0,0-1 0,22 8 0,-20-9 0,0-1 0,1-1 0,-1 0 0,1 0 0,-1-2 0,1 1 0,-1-2 0,1 0 0,-1 0 0,1-2 0,-1 1 0,0-2 0,0 1 0,0-2 0,0 0 0,-1-1 0,0 0 0,17-11 0,-15 7 0,0-1 0,0 0 0,-1-1 0,-1 0 0,0-1 0,-1 0 0,0-1 0,-1 0 0,-1-1 0,12-24 0,-11 16 0,-2 1 0,0-1 0,-2-1 0,0 1 0,-2-1 0,0 0 0,0-25 0,-4 10 0,-2-1 0,-1 0 0,-2 1 0,-1 0 0,-2 0 0,-2 1 0,-2 0 0,-1 1 0,-21-41 0,20 52-304,-1 0-1,-1 0 1,-1 2 0,-1 0-1,-1 1 1,-1 1 0,-2 1-1,0 1 1,-28-20 0,32 27-4,1 2 0,-2 0-1,1 1 1,-2 1 0,1 1 0,-1 1 0,0 0 0,-1 1 0,1 2 0,-1 0 0,0 1 0,0 1-1,-37 1 1,44 2-465,1 1-1,-1 0 0,0 1 0,1 1 1,0 0-1,-18 8 0,21-8-443,1 1 0,0 0 0,0 1 0,1 0-1,-11 10 1,-18 23-8490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1010 28 14581,'-6'-27'4579,"9"37"3910,5 27-1542,-5-11-9053,-1 20 2185,-2 1-1,-3 0 1,-7 46-1,-36 138-115,10-92 37,-6-2 0,-112 245 0,105-288-126,-74 107 1,-76 76-603,-67 105-969,208-278-2398,30-33-6092,23-47-2638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27 10877,'21'-22'2043,"-17"18"-133,-6 4-1684,0 0 1,0 0-1,0 0 0,0 0 1,0 0-1,0 1 0,0-1 0,0 0 1,1 1-1,-1 0 0,0 0 1,0-1-1,0 1 0,0 0 0,1 0 1,-1 1-1,1-1 0,-1 0 1,1 0-1,-1 1 0,1-1 1,-1 1-1,-1 2 0,1 2 51,0-1-1,0 1 0,0 0 1,0-1-1,1 1 1,-1 9-1,-2 11 505,-8 39 424,2 0 0,0 78 0,9-73-1089,17 135 0,-6-150-1100,20 66 0,9-8-3084,-27-85 2259,7 22-6642,-13-24 907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7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41 8077,'6'-4'189,"1"-1"524,0 1 0,1 0 0,-1 0 1,1 0-1,0 1 0,0 0 0,0 1 0,1-1 0,-1 2 0,0-1 1,1 1-1,-1 1 0,1-1 0,14 2 0,-10 2-164,0 0 0,-1 1 0,0 0 0,15 7 0,-22-9-394,-1 0 0,0 1 0,0-1 0,0 1 0,0-1-1,0 1 1,-1 1 0,1-1 0,-1 0 0,0 1 0,0 0 0,0-1-1,4 10 1,-6-10-101,-1-1-1,0 1 1,0 0-1,0 0 1,-1 0-1,1 0 0,-1 0 1,0 0-1,1 0 1,-1 0-1,0 0 1,-1-1-1,1 1 1,-1 0-1,1-1 1,-1 1-1,0-1 1,1 0-1,-1 1 0,-3 1 1,-2 3 28,0 1 0,-1-2 0,0 1 0,-1-1 1,1 0-1,-1-1 0,-11 5 0,-72 27 145,49-21-214,-57 22-515,-57 22-1896,57-14-3522,99-46 5616,0 1 0,1-1-1,-1 0 1,0 1-1,0-1 1,0 1 0,0 0-1,0-1 1,1 1 0,-1 0-1,0-1 1,1 1 0,-1 0-1,0 0 1,1-1-1,-1 1 1,0 1 0,2 19-8310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1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15 9821,'-22'0'1216,"0"-5"764,3-1-3132,6 3-2332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12605,'4'-3'738,"-1"1"1,0-1-1,-1 0 0,1 0 1,0 0-1,-1 0 0,0 0 1,0-1-1,0 1 0,0-1 1,0 0-1,-1 1 0,2-8 0,0 3 308,-2 7-851,-1 0 0,1 0 1,-1 0-1,1 0 0,0 0 1,-1 0-1,1 0 0,0 1 0,0-1 1,-1 0-1,1 1 0,0-1 1,0 0-1,0 1 0,0-1 0,0 1 1,0-1-1,1 0 0,14-9 2994,14-15-1584,-2 3-1329,-28 22-276,1 0 0,-1 0 0,0 0 0,1-1 0,-1 1 0,1 0 0,-1 0 0,0 0 0,1 0 0,-1-1 0,1 1 0,-1 0 0,1 0 0,-1 0 0,0 0 0,1 0 0,-1 0 0,1 0 0,-1 0 0,1 1 0,-1-1 0,0 0 0,1 0 0,-1 0 0,1 0 0,-1 1 0,0-1 0,1 0 0,-1 0 0,0 1 0,1-1 0,-1 0 0,0 0 0,1 1 0,-1-1 0,0 0 0,1 1 0,8 15 0,-7-12 0,3 3 0,0-1 0,1 1 0,0-1 0,0 0 0,0 0 0,1-1 0,0 0 0,0 0 0,0-1 0,1 1 0,8 2 0,13 7 0,-30-14 0,1 0 0,0-1 0,0 1 0,0 0 0,-1-1 0,1 1 0,0 0 0,0-1 0,0 1 0,0 0 0,0-1 0,0 1 0,0 0 0,0-1 0,0 1 0,0-1 0,0 1 0,0 0 0,0-1 0,0 1 0,0 0 0,0-1 0,0 1 0,0 0 0,1-1 0,-1 1 0,0 0 0,0-1 0,0 1 0,0 0 0,1-1 0,-1 1 0,0 0 0,0 0 0,1-1 0,-1 1 0,0 0 0,1 0 0,-1 0 0,0-1 0,1 1 0,-1 0 0,0 0 0,1 0 0,-1 0 0,0 0 0,1 0 0,-1 0 0,0 0 0,1 0 0,-1 0 0,1 0 0,-1 0 0,0 0 0,1 0 0,-1 0 0,0 0 0,1 0 0,-1 0 0,0 0 0,1 0 0,-1 1 0,0-1 0,1 0 0,-1 0 0,1 1 0,-4-20 0,8 14 0,11-6 0,-5 1 0,-10 10 0,-1-1 0,1 1 0,0 0 0,0-1 0,-1 1 0,1 0 0,0-1 0,-1 1 0,1-1 0,0 0 0,-1 1 0,1-1 0,-1 1 0,1-1 0,-1 0 0,1 1 0,-1-1 0,1 0 0,-1 0 0,0 1 0,1-1 0,-1 0 0,0 0 0,0 0 0,0 1 0,1-1 0,-1 0 0,0 0 0,0 0 0,0 0 0,0 1 0,-1-2 0,1-2 0,4-9 0,-2 10 0,3 1 0,22 0 0,17 1 0,-36 3 0,-5-2 0,0 1 0,0-1 0,-1 0 0,1 0 0,0 0 0,0 0 0,0 0 0,0 0 0,0-1 0,-1 0 0,5-1 0,20-7-16,-24 8-63,8-2-730,0-1 679,0 0-1,17-9 1,-26 11 60,3 2-229,-1-1 313,1 1 0,-1-1 0,1 0 0,-1-1 1,0 1-1,0-1 0,1 0 0,-1 0 0,6-4 0,0 0 29,-7 4 29,18 11 283,-15-6-308,0 1-1,0 1 1,0-1 0,-1 1-1,1 0 1,-1 0-1,-1 1 1,1-1 0,-1 1-1,6 10 1,4 10 204,15 35 0,-19-37-213,69 161-904,105 206-3120,-141-306-1495,-18-32-3741,-17-36-1006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4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1 10229,'-2'1'444,"1"0"1,-1 0-1,-1 0 0,1 0 0,0 0 1,0-1-1,0 1 0,0-1 0,0 1 1,-1-1-1,1 0 0,0 0 1,0 0-1,-1 0 0,1 0 0,0 0 1,0-1-1,-3 0 0,-3 0 409,1 1 0,-1-1 0,1 2 0,-12 1 0,-9 6 864,-1 1 0,-27 14 0,-112 64 1585,99-49-2546,-180 106-2132,130-62-3365,8 9-5643,58-40-2275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8469,'0'0'4873,"3"1"-3282,30 8-454,0-1 0,0-2 0,61 4 0,-78-10-1042,0 0 0,0 0 0,0-1 0,-1-1 0,1-1 0,0 0 0,-1-2 0,1 1 0,-1-2 1,20-9-1,-33 13-64,1-1 0,0 1 0,-1 0 0,0-1 0,0 1 0,0-1 0,0 0 0,0 0 0,0 0 0,-1 0 0,1 0 0,-1 0 0,0 0 0,0-1 0,0 1 0,0 0 0,-1-1 0,1 1 0,-1 0 0,0-1 0,0 1 0,0 0 0,-1-1 0,1 1 0,-1-1 0,1 1 0,-3-4 0,2 1 15,0 1 0,-1 0 0,1 0-1,-1 0 1,-1 0 0,1 0 0,-1 0-1,0 0 1,0 1 0,0-1 0,0 1 0,-1 0-1,0 0 1,0 0 0,0 1 0,-8-6-1,9 8-24,0 0 1,0 0-1,0 0 0,-1 0 0,1 1 0,0 0 0,0-1 0,-1 1 0,1 0 0,0 1 1,-1-1-1,1 1 0,0-1 0,0 1 0,0 0 0,-1 0 0,1 0 0,0 1 0,0-1 0,-4 4 1,-2 1 12,0 0 1,0 1-1,1 0 1,0 0 0,-8 10-1,3-2-9,1 0 0,1 1 0,0 1 0,1 0-1,1 0 1,1 1 0,0 0 0,1 1 0,-5 23 0,10-33-35,1 1 1,0-1-1,0 1 1,0-1-1,2 1 1,-1-1 0,1 1-1,0-1 1,3 11-1,-2-14-17,1 0-1,-1 0 1,1 0 0,0 0-1,0-1 1,1 1-1,-1-1 1,1 0 0,0 0-1,1 0 1,-1 0 0,1-1-1,0 0 1,7 5-1,-6-6 6,-1-1-1,1 0 1,0 0-1,0-1 1,-1 1-1,1-1 1,0-1-1,0 1 0,0-1 1,0 0-1,0 0 1,11-3-1,-5 2-12,5 0 50,0-1 1,-1-1-1,1-1 0,-1-1 0,1 0 0,-1-1 0,-1 0 0,1-1 0,-1-1 0,-1-1 1,23-16-1,-18 9 155,-1 0 1,0-1 0,-1-1 0,-1-1 0,-1 0 0,-1-1 0,17-31 0,-7 9 162,10-19 1036,28-68 1,-56 112-1006,-4 12-231,-1 0 0,1 0-1,0 0 1,0 0 0,0 1 0,1-1-1,-1 1 1,1 0 0,0-1 0,0 1 0,8-7-1,-10 11-111,0 0-1,-1-1 1,1 1 0,0 0-1,-1 0 1,1 0-1,0-1 1,-1 1 0,1 0-1,0 0 1,-1 0-1,1 0 1,0 0-1,0 0 1,-1 1 0,1-1-1,0 0 1,-1 0-1,1 0 1,0 1 0,-1-1-1,1 0 1,0 1-1,-1-1 1,1 0-1,-1 1 1,1-1 0,0 2-1,19 22 322,-12-11-195,-2 1 1,9 19-1,5 28 232,-3 0-1,11 74 1,-23-104-318,-2 0 1,-1 1 0,-1-1 0,-2 1-1,-1-1 1,-9 46 0,5-55-99,-1-1 0,-1 1 0,0-1 0,-2-1 0,-1 0 0,0 0 0,-1-1 0,-1-1 0,-1 0 1,-1 0-1,0-2 0,-1 0 0,-1 0 0,0-2 0,-32 20 0,19-15-717,0-2-1,-2-1 0,0-1 1,-1-2-1,0-1 0,-1-2 1,0-2-1,-1 0 0,-47 3 1,-88-4-9300,92-1-537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12233,'5'2'121,"3"1"444,0-1-1,-1 2 1,0-1-1,12 7 1,-17-8-300,0-1 1,-1 1-1,1-1 0,0 1 1,0 0-1,-1 0 0,1 0 1,-1 0-1,1 0 0,-1 0 1,0 0-1,0 0 0,0 0 1,0 1-1,0-1 0,-1 0 1,1 1-1,-1-1 1,1 0-1,-1 6 0,0 26 1611,2 0-1,7 35 0,-7-54-1740,1-1 0,1 1 0,1-1-1,0-1 1,0 1 0,1 0 0,11 15 0,-5-10-709,1-1 0,1 0 0,1-1 0,0-1 1,22 18-1,-29-28 142,1 0-1,0 0 1,0 0 0,0-1 0,1-1-1,0 0 1,-1 0 0,2-1 0,-1 0 0,0-1-1,0 0 1,1 0 0,17 0 0,-7-2 282,0-1 0,-1-1 1,1 0-1,0-2 0,-1 0 1,0-1-1,0-2 0,0 0 1,-1 0-1,0-2 0,-1-1 1,27-17-1,24-31 3785,-95 58-1637,-2 7-1436,1 2 0,0 1 0,0 1 0,-42 25 0,30-15-284,-66 38-1323,-140 106 0,169-110-748,32-23-2420,-67 66 0,48-35-5229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0 415 9317,'51'-56'3474,"-21"36"-2690,0 0 0,58-25 1,-2 0 36,-72 37-687,18-10 326,0-1 1,-1-1-1,-2-2 1,43-39-1,-55 43 147,-2-1 0,15-21 1,-28 36 52,-6 5-361,-4 1-242,1 1 0,0-1 0,0 1 0,0 1 0,0-1 0,0 1 0,1 0 0,0 1 0,0 0 0,0 0-1,-6 6 1,4-2 1,0 1-1,0 0 0,1 0 0,0 1 0,1 0 0,-10 21 0,12-20-47,0-1 0,1 1 0,0 0 0,0 0 0,1 0 0,1 1 0,0 12-1,1-17-32,1 0 0,-1 0 0,2 0-1,-1 0 1,1-1 0,0 1 0,1 0-1,-1-1 1,2 0 0,-1 0 0,6 9-1,-1-6-118,0 0 1,1-1-1,0 0 0,1 0 0,-1-1 0,2-1 0,-1 1 0,1-2 0,0 1 0,0-2 0,1 1 0,0-2 0,0 1 0,22 4 1,-21-6 81,1-1 0,0 0 0,0 0 1,0-2-1,0 1 0,-1-2 1,1 0-1,0 0 0,0-2 1,-1 0-1,1 0 0,-1-1 1,17-8-1,-23 9 187,0-1 0,-1 0 0,0-1 1,0 1-1,0-1 0,0-1 0,-1 1 0,0-1 0,8-11 0,-1-2 882,18-41 0,-5 9 341,-24 49-1082,12 22 210,-9-12-416,-1-1-1,0 1 1,-1 0 0,0 0-1,0 0 1,-1 0-1,0 0 1,0 0 0,0 0-1,-1 0 1,-1 0-1,1 0 1,-1 1 0,-1-1-1,-3 13 1,0-7 57,0 0 1,0-1-1,-1 1 0,-1-1 0,0-1 1,-1 1-1,0-1 0,-14 15 1,-2-3 85,0-1 0,-2-1 0,-1-1 1,-47 29-1,-128 54-841,-15-21-3600,91-36-4551,60-19-2142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2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207 126 9433,'46'-75'5040,"-31"50"-738,-2 0 3695,-72 129-2461,-106 211-5390,153-288-1535,1 1 0,2 1-1,0 0 1,-6 48 0,15-72 850,-1 0 1,1-1-1,1 1 1,-1 0-1,1-1 1,-1 1 0,1-1-1,0 1 1,1-1-1,-1 1 1,1-1-1,0 0 1,5 8-1,11 12-5626,-2-6-2655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5:5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67 8145,'-1'-13'680,"0"10"-473,1 1 0,-1-1 0,1 0 1,0 1-1,0-1 0,0 0 0,0 0 1,0 1-1,1-1 0,-1 0 0,1 1 1,0-1-1,-1 1 0,1-1 0,1 1 1,-1-1-1,4-5 9770,-3 12-9853,0-1 0,0 1-1,0-1 1,0 1 0,0-1-1,1 0 1,-1 0 0,1 0-1,5 5 1,-1-1 41,5 5-167,1-1 0,0 0 0,1-1 0,0 0 0,0-1 0,1 0 0,0-1 0,1-1 0,0-1 0,0 0 0,0-1 0,1-1 0,0 0 0,0-1 0,0-1 1,19 0-1,2-2-149,-1-1 1,1-1 0,-1-3 0,0-1-1,0-1 1,42-16 0,-48 13 201,34-8 87,-64 18-135,1 1 0,0-1 0,0 1 1,0-1-1,-1 1 0,1 0 0,0 0 1,-1-1-1,1 1 0,0 1 0,-1-1 1,1 0-1,-1 0 0,0 0 0,1 1 1,-1-1-1,0 1 0,0-1 0,0 1 1,1 2-1,1 0-9,4 3-225,-1 0 0,1 0 0,1-1-1,0 0 1,-1 0 0,2-1-1,-1 0 1,1 0 0,-1-1 0,1 0-1,0-1 1,1 0 0,12 3 0,0-2-432,0-1 0,0 0 1,0-2-1,38-1 0,60-13-384,-105 10 1309,1 0-1,-1-2 1,0 1-1,-1-2 1,21-10-1,-33 15-101,1 0 0,-1-1 1,1 1-1,-1-1 0,0 0 0,1 1 0,-1-1 0,0 0 0,0 0 1,0-1-1,-1 1 0,1 0 0,-1-1 0,1 1 0,-1-1 0,0 1 1,1-1-1,-1 1 0,-1-1 0,1 0 0,0 0 0,0-4 0,-1 5-24,-1 0-1,1-1 1,-1 1-1,1-1 1,-1 1-1,0 0 1,0-1-1,0 1 1,0 0-1,0 0 1,-1 0-1,1 0 1,-1 0-1,1 0 1,-1 0-1,0 0 1,1 1-1,-1-1 1,0 1-1,0-1 1,0 1-1,0 0 1,-1 0-1,1 0 1,-3-1-1,-4-1 33,-1 0-1,0 1 1,0 0-1,0 1 1,0 0 0,0 0-1,0 1 1,0 1-1,0 0 1,-1 0-1,1 1 1,1 0 0,-1 0-1,0 1 1,1 1-1,-1 0 1,-16 9-1,21-6-338,4-5 120,1-1-1,-1 1 1,1 0-1,0-1 1,-1 1-1,1-1 1,0 1-1,0-1 1,0 1-1,0 0 1,0-1 0,1 1-1,-1-1 1,0 1-1,1-1 1,0 4-1,1-3-39,0 0-1,0 0 1,-1 0-1,1 0 0,1 0 1,-1 0-1,0 0 1,0-1-1,1 1 1,-1-1-1,5 2 1,3 0-475,-12-7-459,-18-12 311,-6 3-110,-58-18 0,22 16-2461,54 13 1871,0 1 0,0 1 0,0-1 0,-12 2 0,2 6-6236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0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270 199 11025,'84'-149'3978,"-82"144"-3728,1 1 0,1-1 0,-1 1 0,1 0 0,-1 0 0,1 1 0,0-1 0,0 1-1,1 0 1,8-6 0,-11 9-217,0-1 0,-1 1 0,1 0 0,0-1 0,0 1-1,0 0 1,0 0 0,0 0 0,0 0 0,0 1 0,0-1 0,0 0-1,0 1 1,-1-1 0,1 1 0,0 0 0,0 0 0,0-1 0,-1 1-1,1 0 1,0 1 0,-1-1 0,1 0 0,-1 0 0,0 1 0,1-1-1,1 3 1,-1-2 11,4 5 8,0 0-1,0 0 0,-1 1 1,0-1-1,0 1 0,-1 0 1,0 1-1,0-1 0,-1 1 1,3 11-1,-1 3 47,0 1 0,2 43 0,-6-6-2,-2-1 1,-3 0-1,-18 96 0,-59 174 450,64-267-440,-46 163 287,7-34-75,-41 266 1,92-420-284,2 1 0,2-1-1,1 1 1,2 0 0,12 68 0,-6-76-28,0 0 1,2-1-1,1 1 1,2-2 0,1 0-1,1-1 1,25 37-1,4-8-362,1-2-1,3-2 1,94 81-1,184 116-2405,-261-202 2195,147 109-1128,-153-109 1054,75 79 1,-118-109 641,0 1 0,-2 1 1,0 0-1,-2 1 0,0 0 1,-1 1-1,-1 0 0,-1 1 1,-1 0-1,-1 0 0,7 44 1,-10-31 106,-1 1 0,-2-1 0,-2 1 1,-1-1-1,-2 1 0,-1-1 0,-12 42 1,-171 464 634,183-528-735,-291 608 358,59-186-141,-248 387-334,371-635-924,37-49-918,1-3-3799,44-84 1135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02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7709,'42'-30'432,"4"-4"728,76-41 0,-110 68-1055,0 1 0,0 0 0,1 1 0,0 1 0,0 0 0,0 1 0,0 0 0,0 1 0,1 0 0,-1 1 0,0 1 0,18 1 0,-26 0-84,0 0-1,0 1 0,-1-1 0,1 1 0,0 0 0,-1 0 0,0 1 0,1 0 0,-1-1 0,0 1 0,-1 0 1,1 1-1,0-1 0,-1 1 0,0 0 0,0-1 0,0 2 0,0-1 0,-1 0 0,1 0 0,-1 1 0,0-1 0,2 8 1,2 9 26,-1-1 0,-1 1 1,0 0-1,0 24 0,-2 40 114,-4 1 1,-18 127-1,3-58 25,2 33 322,10 191-1,8-310-379,4 0-1,2-1 1,3 0-1,4-1 1,2-1-1,33 80 1,-37-115-80,1 0 0,2-1-1,1-1 1,1-1 0,41 46 0,-42-54-40,2-1-1,0-1 1,1-1-1,1-1 1,1-1 0,0-1-1,43 19 1,0-9-3,-49-20-31,-1 2 0,0 0 0,0 0 1,-1 2-1,1 0 0,-2 1 0,16 11 0,-27-16 26,1 0 0,-1 0 0,0 0 0,0 0 0,-1 1 0,1 0 0,-1-1 0,0 1 0,0 0 0,0 0 0,-1 0 0,0 1 0,0-1 0,0 8 0,1 10 54,-4 46 0,1-58-66,-14 121 248,-39 162 0,22-135-195,-122 557 478,66-321-333,45-170 44,10 2 1,-5 389-1,64-88-1189,-21-469 767,59 512-1953,3 35-1903,-58-495 3124,13 392 121,-24-461 1113,-3-1 0,-1 0 0,-2 0 0,-1 0-1,-3-1 1,-1-1 0,-2 0 0,-1-1-1,-2 0 1,-2-2 0,-1 0 0,-2-1 0,-2-1-1,0-2 1,-3 0 0,0-2 0,-2-1 0,-1-1-1,-2-2 1,0-1 0,-48 27 0,67-44-357,0 0 0,-1-1 0,1-1 0,-1 0 0,-26 6 0,36-10-103,-1-2-1,0 1 1,1 0 0,-1-1-1,0 0 1,1-1 0,-1 1-1,0-1 1,1 0 0,-1 0-1,1-1 1,-1 0 0,1 0-1,0 0 1,0 0 0,0-1-1,0 0 1,0 0 0,-6-5-1,4 1-559,0 0 0,0 0 0,0-1 0,-7-12-1,-20-41-4484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0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8261,'-61'29'244,"33"-18"-844,-10 0-1676,22-2-369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32 14669,'-18'1'2728,"17"-11"-267,1 8-1877,0 0 0,0 1 0,0-1 0,0 0 0,0 1 0,0-1-1,0 1 1,-1-1 0,1 0 0,-1 1 0,0-4 0,15 24 3998,-12-17-4476,-1 0 1,1 0 0,0 0 0,-1 1-1,1-1 1,-1 0 0,0 1-1,0-1 1,1 4 0,0 3-69,0 0 1,-1 0 0,0 0 0,-1 0 0,0 0 0,0 0 0,-3 18-1,-20 65-79,14-58 25,-142 394 16,115-337 0,-31 69-145,-22 56-1381,84-201 892,-7 20-4089,11-32 3779,1 0 1,0 0-1,-1 0 0,1 0 0,0 0 0,1 0 0,-1 1 0,1-1 0,-1 0 1,3 5-1,11 25-11429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13529,'-2'0'341,"1"0"-1,0 1 1,0-1-1,0 1 1,-1-1 0,1 1-1,0 0 1,0-1-1,0 1 1,0 0-1,0 0 1,0 0-1,0 0 1,1 0-1,-1 0 1,0 0 0,0 0-1,1 0 1,-2 1-1,2 0-68,-1 0 0,1 0 0,-1 0 0,1 0 0,0 0 0,0 0 0,0 1 0,0-1 0,0 0 0,1 4 0,1 3 62,1-1 0,0 1 1,1 0-1,5 9 0,-7-15-83,12 21 221,2 0-1,0-2 0,2 0 0,0-1 1,23 20-1,-6-5-118,34 34-715,133 102 0,-126-116-2447,154 84-1,-203-126 2006,1-1 0,1-2 1,0-1-1,1-1 0,32 6 0,-43-12 582,0-1 0,0 0 0,1-1 0,-1-2 0,0 0 0,1 0 0,-1-2 0,0-1 0,20-5 0,-29 5 399,-1 0 0,0 0 1,0-1-1,0 0 0,-1-1 1,1 0-1,-1 0 0,-1-1 1,1 0-1,-1 0 0,0-1 1,10-15-1,-4 3 438,-1-1 1,0 0 0,-2-1-1,9-27 1,10-47 2449,-20 64-1188,0 1 0,2 0-1,21-42 1,-32 72-1859,1 0 1,-1 0-1,0 1 0,1-1 0,-1 0 0,1 0 0,-1 1 1,1-1-1,-1 0 0,1 1 0,-1-1 0,1 0 1,-1 1-1,1-1 0,0 1 0,0-1 0,-1 1 0,1 0 1,0-1-1,0 1 0,-1 0 0,1-1 0,0 1 1,0 0-1,0 0 0,-1 0 0,1-1 0,1 1 0,0 1 18,-1 0-1,0-1 0,0 1 0,1 0 1,-1 0-1,0 0 0,0 0 0,0 0 0,0 0 1,0 0-1,0 0 0,-1 0 0,1 0 1,0 0-1,0 2 0,5 9 188,-1 0 1,6 23-1,-10-33-221,39 166-2,-27-104 0,3-1 0,28 73 0,-37-118-152,1 0 0,2 0 0,-1-1 0,2-1 1,0 1-1,1-2 0,27 28 0,-28-33 21,1 0 1,1-1-1,0 0 0,0-1 1,0 0-1,1-1 0,0-1 1,1 0-1,0-1 0,24 5 1,-12-5-39,-1-1 1,1-2 0,0 0-1,0-2 1,0-1 0,51-9-1,-39 2 42,0-2 0,-1-2 0,0-1 0,37-20 0,-59 26 99,-1-1 1,1-1 0,-2-1-1,1 0 1,-1-1 0,-1 0 0,0-1-1,-1 0 1,0-2 0,0 1 0,16-28-1,-27 39 26,-1 1 0,1-1-1,-1 0 1,1 0 0,-1 1-1,0-1 1,0 0 0,0 0-1,0 1 1,0-1 0,0 0-1,0 1 1,-1-1 0,1 0-1,0 0 1,-1 1 0,0-1-1,1 1 1,-1-1 0,0 0-1,0 1 1,0-1 0,0 1-1,0 0 1,0-1 0,0 1-1,-1 0 1,1 0 0,0 0 0,-1 0-1,-2-2 1,-2-1-2,0 0 1,0 1 0,0-1-1,0 1 1,0 1 0,-9-3-1,-2 1-184,-1 2-1,0 1 1,0 0-1,1 1 0,-1 1 1,0 0-1,0 2 1,0 0-1,-21 7 1,-23 10-1510,61-20 1634,0 1 0,-1-1 0,1 1 0,0 0 0,0-1 0,0 1 0,-1 0 0,1 0 0,0-1 0,0 1 0,0 0 0,0 0 0,1 0 0,-1 1 0,0-1 0,-1 2 0,2-2 44,1 0-1,-1 0 1,1 0-1,-1 0 1,1 0-1,-1-1 1,1 1-1,-1 0 1,1 0-1,0-1 1,0 1-1,-1 0 1,1-1-1,0 1 1,0 0-1,0-1 1,0 1-1,-1-1 1,1 0-1,0 1 1,0-1-1,0 0 1,0 1-1,0-1 1,0 0-1,0 0 1,2 0-1,18 4 1,-1-1 0,1-1 0,0-1 1,30-3-1,-10 2 201,496-32 2055,-481 23-2219,0-1 1,0-4 0,-2-1 0,87-38-1,-131 49 394,-5 1-156,0 0 0,0 1 1,0 0-1,1 0 1,-1 1-1,1-1 1,-1 1-1,9-1 1,-15 7 469,-5 20-169,0 1 0,-2-1 0,-17 38 0,1-2-311,23-59-331,-4 10-305,1-1 1,1 1-1,0 0 0,0 1 0,-1 15 0,4-25-15,1 0 0,-1 0 0,0 0 0,1 0 0,-1 0 0,1 0-1,0 0 1,0 0 0,0 0 0,3 5 0,-2-5-355,0-1 0,0 1 1,0-1-1,0 0 0,1 1 1,-1-1-1,0 0 0,1-1 0,0 1 1,-1 0-1,1-1 0,5 2 1,13 8-10409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0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12973,'16'-32'4397,"3"35"-3445,3 3-292,0 8-528,13 15-588,-12-4-816,-1 7-445,3 5-2847,-6 3-3557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1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82 217 13797,'-16'16'966,"11"-12"-590,1 0-1,-1 0 0,1 1 0,0-1 0,1 1 1,-1 0-1,1 0 0,0 0 0,0 1 0,1-1 1,-3 7-1,0 0 746,2 0 1,-1 0-1,1 1 1,1-1-1,-2 25 0,4-31-767,1 0 0,-1 0-1,1 0 1,0 0-1,0 0 1,1 0-1,-1 0 1,2 0 0,-1-1-1,0 1 1,1-1-1,0 1 1,0-1-1,1 0 1,5 6 0,-7-9-324,0-1 0,0 1 0,0-1 0,0 1 0,0-1 0,1 0 1,-1 1-1,0-1 0,1-1 0,-1 1 0,1 0 0,0 0 1,-1-1-1,1 0 0,-1 1 0,1-1 0,0 0 0,-1 0 0,1-1 1,0 1-1,-1 0 0,1-1 0,2-1 0,8-1 67,-1-1 0,0-1 0,15-8 0,-22 11-93,11-7 2,0 0 0,-1-1 0,0 0 1,-1-2-1,21-20 0,55-71-51,-64 70-133,2 1 1,33-30 0,-24 30-2740,45-28 1,-55 43-2344,34-16-1,-7 9-7628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311 216 11393,'15'-4'1590,"0"1"-1,28-3 1,4 0 1616,-40 4-2934,-1 0-1,1-1 1,0 1 0,-1-1 0,0-1-1,0 0 1,0 1 0,0-2 0,0 1-1,7-9 1,-9 10-120,0-1 1,-1 1-1,1-1 0,-1 0 0,0 0 0,-1-1 0,1 1 1,-1-1-1,1 1 0,-1-1 0,-1 0 0,1 1 1,-1-1-1,0 0 0,1-7 0,-2 9-68,-1 0-1,1 0 0,-1 1 1,1-1-1,-1 0 0,0 0 1,-1 1-1,1-1 1,0 0-1,-1 1 0,1-1 1,-1 1-1,0 0 0,0-1 1,0 1-1,0 0 0,0 0 1,0 0-1,0 0 0,-1 1 1,1-1-1,-1 1 1,0-1-1,1 1 0,-1 0 1,-3-1-1,-3-1 190,-1 0 1,1 0-1,-1 1 0,0 0 0,0 1 1,-15-1-1,11 3 21,1 1-1,-1 0 1,1 0 0,-1 2 0,1-1-1,0 2 1,0 0 0,-18 10 0,6-2-10,2 1 0,0 2 0,-26 21 0,38-27-277,0 1 1,0 0 0,-14 20 0,-1 5-8,-25 46 0,48-76 2,0 0 1,0 1-1,0 0 0,1 0 1,0 0-1,0 0 1,1 0-1,0 0 0,0 0 1,0 1-1,1-1 0,0 0 1,1 1-1,0-1 0,0 0 1,0 0-1,4 9 1,-1-6-25,0 0 1,1-1 0,0 0 0,1 0-1,0 0 1,0-1 0,1 1-1,0-2 1,9 10 0,2-2-587,1-1 1,1-1-1,0 0 0,0-1 1,1-1-1,1-2 0,0 0 1,39 11-1,16-2-5249,94 11-1,-170-29 5788,131 18-12289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29 10965,'22'-29'9954,"-15"47"-9455,0 0 1,-2 0 0,0 1 0,-1-1 0,0 1 0,-2 0-1,0 0 1,-2 0 0,0 0 0,0 1 0,-2-1 0,-4 20-1,-7 24 1285,-3-1-1,-28 75 1,-48 172-9250,86-285 7052,1-8-840,-3 13-2756,8-10-2712,4-4-3195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10 301 7145,'2'-13'266,"-2"5"-8,1-1 1,0 1-1,1-1 1,-1 1-1,2 0 1,-1 0 0,1 0-1,0 0 1,1 0-1,0 1 1,0-1-1,1 1 1,9-12-1,2 3 323,2 0 1,-1 2-1,2 0 0,0 1 0,0 1 0,1 1 0,1 0 0,0 2 1,0 0-1,1 2 0,25-6 0,-16 6-155,0 2 1,0 1-1,1 2 0,-1 1 1,1 1-1,-1 2 0,49 8 1,-74-9-345,0 0 1,0 0-1,0 1 1,-1-1 0,1 1-1,0 1 1,-1-1-1,0 1 1,0 0 0,0 0-1,0 0 1,0 1-1,0 0 1,-1 0-1,8 8 1,-11-9-51,0-1 0,0 0 0,0 1 0,-1-1 0,1 1 0,-1-1-1,0 1 1,1-1 0,-1 1 0,0 0 0,0-1 0,-1 1 0,1-1 0,0 1 0,-1-1 0,0 1 0,0-1-1,1 1 1,-4 3 0,-21 41 189,24-46-206,-10 12 67,0 1 0,0-2 0,-1 1 0,-26 18 0,-4 6 0,22-18-33,1 1 1,1 0-1,-19 28 0,33-42-37,0 0-1,0 1 1,1-1 0,0 1-1,0 0 1,0 0-1,1-1 1,0 2-1,0-1 1,1 0-1,0 0 1,0 1-1,1-1 1,0 0-1,0 1 1,0-1-1,3 8 1,2 1-29,0-1 0,2 0-1,0 0 1,0 0 0,2-1 0,-1 0 0,2-1 0,0 0 0,13 12-1,19 19-35,54 40-1,-50-45 30,-21-17-26,-1 1 0,0 1 0,22 31 0,-45-53 53,1 0 1,-1 0 0,0 0-1,0 0 1,0 0 0,0 0-1,-1 1 1,1-1 0,0 0-1,-1 1 1,0-1 0,1 0-1,-1 1 1,0-1 0,0 1-1,-1-1 1,1 0 0,0 1-1,-1-1 1,1 0 0,-1 1-1,0-1 1,0 0 0,0 0-1,0 0 1,0 0 0,0 0-1,-1 0 1,1 0 0,-3 3-1,-1 0 20,0 0 0,0 0 0,-1 0 1,1-1-1,-1 0 0,0 0 0,0-1 0,0 1 0,-9 2 0,-29 7 134,0-1-1,-1-3 1,-49 4-1,-3 1 106,-35 8-141,-151 30-4019,280-52 3018,-10 4 368,12 18-16571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2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 11457,'-1'-1'237,"1"1"-1,-1 0 1,0 0 0,1-1-1,-1 1 1,1 0-1,-1 0 1,0-1 0,1 1-1,-1 0 1,1 0 0,-1 0-1,0 0 1,1 0-1,-1 0 1,0 0 0,1 0-1,-1 0 1,1 0 0,-1 1-1,0-1 1,1 0-1,-1 0 1,1 1 0,-1-1-1,0 0 1,0 1 0,-21 17 2092,-13 29-1112,-23 68-119,21-38-1216,17-21-1051,8-20 242,10-34 571,5-2-99,0-1 461,0 1 0,0-1 0,-1 0 0,1 0 0,0 0 0,-1 0 0,1 0 0,-1-1 0,1 1 0,-1-1 0,1 0-1,-1 1 1,0-1 0,0 0 0,0 0 0,0-1 0,2-2 0,29-50 564,-26 42-350,-6 12-213,0 0 0,-1 0-1,1 1 1,0-1 0,0 0-1,-1 0 1,1 0 0,0 1-1,0-1 1,0 1 0,0-1 0,0 0-1,0 1 1,0 0 0,0-1-1,0 1 1,0 0 0,0-1-1,0 1 1,0 0 0,0 0-1,1 0 1,-1 0 0,0 0 0,0 0-1,0 0 1,0 0 0,0 1-1,0-1 1,0 0 0,0 1-1,0-1 1,0 0 0,0 1-1,0 0 1,0-1 0,0 1-1,2 1 1,6 4 19,-1 0 1,1 0-1,9 11 0,-8-8-16,29 24 8,56 35 1,-76-57 3,0 0 0,0-1-1,1-1 1,0-1 0,29 8 0,-41-15 9,-1 1 1,0-1 0,0-1 0,0 1 0,1-2 0,-1 1 0,0-1 0,0 0 0,1 0-1,-1 0 1,0-1 0,0-1 0,-1 1 0,12-6 0,1-4 82,0 0 1,0-1-1,21-20 0,6-4 147,-34 28-143,4-3 3,1 0-1,0 0 0,25-10 1,-36 19-110,0 1 0,0-1 0,1 2-1,-1-1 1,1 1 0,-1 0 0,1 0 0,0 0 0,-1 1 0,1 0 0,0 1-1,0-1 1,-1 1 0,12 3 0,23 12 48,1 2-1,39 23 0,-59-30 512,-34-17 2255,-16-1-104,27 7-2710,0-1 0,0 1 0,1 0 1,-1 0-1,0 0 0,0 0 0,0 0 0,0 0 0,0 0 1,0 1-1,0-1 0,0 0 0,0 0 0,0 1 1,0-1-1,0 1 0,0-1 0,1 1 0,-1-1 1,0 1-1,0-1 0,-1 2 0,-6 12 212,0 1 0,1-1 0,1 2-1,0-1 1,1 1 0,-4 21 0,4-18-57,-37 137 297,-6-2 1,-89 190 0,87-249-665,-5-2-1,-121 155 1,167-237 108,-63 76-636,62-75 531,-2-1 0,0 0 0,0 0 0,-24 14 0,33-23 174,1-1 0,-1 0 0,0 1 0,1-1 0,-1-1-1,0 1 1,0 0 0,0-1 0,0 1 0,0-1 0,0 0 0,1 0-1,-1 0 1,0 0 0,0-1 0,0 1 0,0-1 0,0 1-1,0-1 1,1 0 0,-1 0 0,0-1 0,1 1 0,-1 0 0,1-1-1,-1 0 1,1 0 0,0 1 0,-1-1 0,1 0 0,0-1-1,0 1 1,1 0 0,-4-5 0,0-1 0,-1-1-1,2 1 1,-1-1-1,1 0 1,1 0 0,0 0-1,0-1 1,0 1-1,-1-17 1,3 3 3,0-1 0,2 1 0,0-1 0,2 1 0,0 0 0,2 0-1,0 0 1,10-24 0,-2 15-245,1 1-1,1 0 1,2 1 0,41-55-1,-17 35-876,3 2 0,2 2 0,1 2 1,3 2-1,77-51 0,-75 60-3222,94-45-1,-45 34-4802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3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 11985,'-1'1'1548,"0"-1"-1394,1 0 1,0 0 0,0 0 0,0 0-1,0 1 1,0-1 0,0 0 0,0 0-1,0 0 1,0 0 0,0 0 0,0 1 0,0-1-1,0 0 1,0 0 0,1 3 2940,0-3-2940,-1 0-1,0 0 1,0 0 0,0 0 0,0 0 0,0 0-1,1 0 1,-1 0 0,0 0 0,0 0-1,0 0 1,0 0 0,0 0 0,1 0-1,-1 0 1,0 0 0,0 0 0,0 0-1,21 0 1691,-14 0-1724,1 0 0,-1 0 0,0 0 0,11 3 0,74 23 1053,145 36-166,-231-61-1024,0 0 1,0 0-1,-1 0 1,1-1-1,0 0 0,0 0 1,0 0-1,0-1 1,0 0-1,9-3 1,-13 4 9,1-2 0,-1 1 0,0 0 0,0 0 1,0-1-1,1 1 0,-1-1 0,-1 0 0,1 1 0,0-1 1,0 0-1,-1 0 0,1 0 0,-1-1 0,1 1 0,-1 0 1,0 0-1,0-1 0,0 1 0,0-1 0,-1 1 0,1-1 1,-1 1-1,1-1 0,-1-4 0,0-1-26,0 1 0,-1 0 0,0-1 1,0 1-1,-5-13 0,6 20 30,-1-1 1,0 1 0,0 0-1,0-1 1,1 1-1,-1 0 1,0 0 0,0 0-1,0-1 1,0 1 0,1 0-1,-1 0 1,0 0-1,0 1 1,0-1 0,0 0-1,1 0 1,-1 0-1,0 1 1,0-1 0,0 0-1,1 1 1,-2 0 0,1-1-2,-6 3 9,1-1 0,0 1 0,1 1 0,-1-1 0,1 1 0,-1 0 0,1 1 1,0-1-1,1 1 0,-6 6 0,-46 63 19,30-36-5,9-16-34,2 0 1,1 2-1,1-1 0,1 2 1,1 0-1,-15 51 1,22-59-240,0 1 0,1-1 0,0 1 0,2 0 0,0-1 0,1 1 0,0 0 0,2 0 0,0-1 0,1 1 0,9 28 0,-9-38-283,1 0 1,-1 0 0,1-1-1,1 1 1,-1-1-1,1 0 1,7 7-1,-6-8-1083,1 1 0,0-1 0,13 9 0,23 9-7744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3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7041,'6'-57'2920,"7"51"-3240,2-2-328,-21-7-5361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3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 13053,'0'0'6229,"-25"9"-4289,-1-1-248,-60 69 1668,58-45-2680,2 2-183,7 6-625,7 3-685,5 0-467,4 2-868,3-5-644,3 6-3229,10 6-5264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191 222 10989,'9'0'603,"-1"0"1,1-1-1,-1-1 0,0 1 1,1-1-1,-1-1 1,0 1-1,0-1 0,0-1 1,-1 1-1,10-7 0,16-6 875,151-86 6005,-70 35-3531,-112 67-3917,0-1 0,-1 0 1,1 0-1,0 1 0,0-1 1,0 0-1,-1 1 0,1 0 1,0-1-1,0 1 0,0 0 1,0 0-1,0 0 0,0 1 1,-1-1-1,1 0 0,0 1 1,0-1-1,0 1 0,0-1 1,-1 1-1,1 0 1,0 0-1,-1 0 0,1 0 1,-1 0-1,1 0 0,-1 0 1,1 0-1,1 3 0,1 0-14,-1 0-1,0 1 1,0-1-1,0 1 0,-1 0 1,0-1-1,0 1 1,3 9-1,-1 5-3,-1 0 0,-1-1-1,0 1 1,-1 0 0,-2 0 0,0 0 0,0 0-1,-2-1 1,0 1 0,-2-1 0,-9 28-1,7-27-2,-1 0-1,0-1 0,-2 0 0,0 0 0,-1-1 0,0 0 0,-2-1 1,0-1-1,0 0 0,-26 22 0,22-24-461,0 0 1,0-1-1,-2-1 1,1-1-1,-1 0 0,-1-2 1,1 0-1,-1-1 0,-1-1 1,1-1-1,-1 0 1,0-2-1,-30 1 0,47-4 257,-158 1-10923,76-10-1097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157 619 12873,'1'-23'1736,"0"0"-1,-2 1 1,-3-28 0,2 40-1124,1-1 0,1 1 0,0 0 0,1-1 0,0 1 0,0-1-1,1 1 1,0 0 0,7-18 0,-2 13 17,0 0 0,0 0-1,2 1 1,0 0-1,18-22 1,-6 13-197,2 0 0,0 2 0,1 0 0,2 2 0,0 1 0,32-17 0,-20 14-421,1 2 1,1 2-1,55-16 0,-75 28-12,0 0 0,0 1 0,0 1 0,0 1 1,0 1-1,1 0 0,-1 2 0,0 0 0,27 6 0,-39-5 1,1 0 0,-1 1 0,0 0 0,0 0 0,0 1 0,0 0 0,-1 1 0,0-1 0,0 1 0,0 1 0,0-1 0,-1 1 0,0 0 0,0 1 0,0 0 0,6 9 0,-7-7 0,0 1 0,-1-1 0,0 1 0,-1 0 0,0 0 0,0 0 0,-1 1 0,0-1 0,-1 1 0,0-1 0,0 1 0,-2-1 0,0 14 0,-1-8 0,-1 1 0,0-1 0,-1 1 0,-1-1 0,-1 0 0,0-1 0,-1 1 0,0-1 0,-2 0 0,-10 14 0,-44 68 0,-85 100 0,-32 15 0,-271 353 0,433-540 0,1 0 0,1 1 0,1 1 0,2 1 0,1 0 0,-13 41 0,23-63 0,1 0 0,0 0 0,1 0 0,-1-1 0,1 1 0,0 0 0,1 0 0,-1 0 0,1 0 0,3 11 0,-2-14 0,-1 1 0,1 0 0,0-1 0,0 1 0,0-1 0,1 0 0,-1 0 0,1 0 0,0 0 0,-1 0 0,1 0 0,1-1 0,-1 1 0,0-1 0,0 0 0,8 3 0,4 1-32,1-1 1,1 0-1,-1-1 1,0-1-1,1-1 1,0 0-1,-1-1 1,1-1-1,17-2 1,158-25-988,-168 23 821,135-28-3383,275-94 0,-151 6-1489,-17-31-3513,-165 84 1147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4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1336 197 9501,'-18'-10'420,"-110"-53"4823,112 56-4390,-2 1 0,1 1 0,0 1 0,-1 0 0,0 1 0,-20 0 0,19 3-398,0 2-1,-1 0 1,1 1-1,0 1 1,1 1-1,-1 1 1,1 0-1,0 1 1,0 1-1,1 1 1,-28 18-1,7 0 286,2 1-1,0 1 1,-57 64-1,21-10-279,4 4 0,4 2 0,4 3 0,4 3 0,4 2 0,-75 201 0,104-231-460,3 1 0,4 1 0,2 0 0,4 1 0,-3 94 0,12-117 0,2-1 0,3 0 0,1-1 0,2 1 0,3-1 0,1 0 0,2-1 0,2-1 0,26 52 0,-29-71-49,2 0 1,1-1-1,1-1 1,1 0-1,1-1 0,1-1 1,1-1-1,0-1 1,1 0-1,1-2 0,1 0 1,0-2-1,1 0 1,0-2-1,1-1 0,1 0 1,0-2-1,0-1 1,42 7-1,-13-7-142,0-2 1,0-2-1,0-3 1,0-2-1,0-3 1,0-2-1,80-19 1,-59 5 75,-2-3 1,0-3-1,-2-3 0,119-68 0,-125 57 107,-1-3 0,-3-3-1,-2-2 1,-2-4-1,-2-1 1,-3-3 0,-2-2-1,-3-3 1,-2-1-1,47-87 1,-60 88 43,-4 0 0,-1-2 0,-4-1 0,-2-1 0,-3 0 0,-4-2 0,-2 0 0,-3-1 0,-2 0 0,-4 0 0,-9-125 0,0 147-1,-3 0 0,-1 0 0,-2 1 0,-3 1 0,-1 0-1,-2 1 1,-41-74 0,44 92-61,-1 1-1,-1 1 1,-1 1 0,-1 0-1,-1 1 1,-1 1 0,-1 1-1,0 1 1,-2 1 0,0 1-1,-1 0 1,0 2 0,-1 1-1,-27-10 1,37 18-327,-1 1 0,1 0-1,-1 1 1,0 1 0,1 0 0,-1 1-1,0 1 1,0 1 0,0 0 0,0 1-1,1 0 1,-1 2 0,-23 7 0,25-6-834,0 1-1,0 1 1,0 0 0,1 1 0,0 0 0,1 1 0,0 0-1,-18 18 1,-20 34-10061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66 9041,'2'-7'1700,"-1"-1"-1,-1 1 1,1-1 0,-1 1 0,-1-1-1,-2-13 8149,-22 382-6168,4-7-3680,13-143 0,5-162-178,-8 269-5508,18-241 502,2-26-1296,5 9-5775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6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1 197 11273,'0'-9'774,"0"0"0,1 0 0,0-1-1,0 1 1,1 0 0,0 0 0,1 0 0,-1 1 0,2-1 0,0 1-1,0-1 1,5-7 0,-5 11-410,1-1 1,0 1-1,0 0 0,0 0 0,1 0 1,0 1-1,0-1 0,0 2 0,0-1 1,0 1-1,1 0 0,0 0 0,0 0 1,-1 1-1,15-2 0,-6 1-72,0 0 0,1 2 0,-1 0 0,0 1 0,1 0-1,-1 1 1,0 1 0,1 1 0,-1 0 0,28 10 0,-24-6-125,-1 2 1,-1 0 0,0 0-1,0 2 1,-1 0 0,0 1-1,26 26 1,-20-15-106,-2 1-1,-1 1 1,-1 1-1,0 0 1,-3 2 0,0-1-1,-1 2 1,-2 0 0,-1 0-1,12 54 1,-17-50-193,-2 1 0,-1-1-1,-1 1 1,-2 0 0,-5 37 0,-36 172-1665,26-166 1039,8-46 438,1-4-230,-5 44 1,11-71 544,0 1 0,0 0-1,0-1 1,-1 1 0,1 0-1,0-1 1,0 1 0,0 0-1,0-1 1,0 1 0,0 0-1,0 0 1,0-1 0,0 1-1,0 0 1,1-1 0,-1 1-1,0 0 1,0-1 0,1 1-1,-1-1 1,0 1 0,1 0-1,0 0 1,13-18 172,7-16 265,23-51 1,-3 7-92,28-47-54,166-273 292,-192 333-434,2 3 1,4 1 0,108-103 0,-144 151-101,1 1 0,1 0 1,0 1-1,0 0 0,1 1 1,0 1-1,1 1 0,28-9 1,-38 14 0,0 0 1,0 1-1,1 0 1,-1 0-1,0 1 1,0 0-1,1 0 1,-1 1-1,0 0 1,0 0-1,0 1 1,0-1-1,0 2 1,0-1-1,0 1 1,0 0-1,-1 0 1,0 1-1,1 0 1,-1 0-1,-1 0 1,1 1-1,9 10 1,-4-2-16,0 0 1,-1 1-1,0 0 1,-1 1 0,-1 0-1,-1 0 1,8 21-1,-7-11 34,0 2 0,-2-1 0,5 54 0,-8-1 42,-4 0-1,-12 91 0,9-134-102,-39 303-1339,1-10-1499,33-228 1386,6 127 0,4-215 18,0 0 1,0 0-1,1 0 0,1 0 0,0 0 0,1-1 0,8 19 0,18 19-9862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7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112 995 9345,'0'0'6390,"1"-3"-4677,3-5-1828,2-9 5710,-8 15-2608,-7 6-1616,6-1-1258,1 0 1,-1 0 0,1 1-1,-1-1 1,1 1 0,0-1-1,0 1 1,1 0-1,-1 0 1,1 0 0,0 0-1,0 0 1,-1 8-1,-2 5 92,-13 36 261,3-12-264,1 1 0,2 1 0,2 0 0,2 1 0,-2 50 0,9-91-196,0 14 16,0-1-1,1 1 1,1 0 0,7 29-1,-8-43-29,0 1 0,0 0 0,1 0 1,-1-1-1,1 1 0,0-1 0,0 1 0,0-1 0,1 0 0,-1 0 1,1 0-1,0 0 0,0 0 0,0-1 0,0 1 0,0-1 0,0 0 1,1 0-1,-1 0 0,1 0 0,0 0 0,-1-1 0,1 0 0,0 0 1,0 0-1,7 1 0,7-1-10,1-1 1,-1-1-1,0 0 1,1-2-1,-1 0 1,0 0-1,-1-2 0,1 0 1,-1-2-1,27-12 1,15-12-16,89-63 1,-37 21 8,-107 70 22,-1 1 0,1 0 0,0 0 0,0 0 0,0 0 0,0 1 0,0-1-1,0 1 1,0 0 0,0 0 0,0 1 0,1-1 0,-1 1 0,0 0 0,0 0-1,1 1 1,4 0 0,-5 1 3,0-1-1,-1 2 0,1-1 1,-1 0-1,1 0 1,-1 1-1,0 0 1,0 0-1,0 0 0,-1 0 1,1 0-1,-1 0 1,1 1-1,-1-1 1,0 1-1,0 0 0,2 7 1,5 15-4,12 49 1,-18-59 10,0 0 1,2 0-1,-1 0 1,2-1-1,0 0 1,1 0-1,1 0 1,0-1-1,12 16 1,-15-26-4,0 1 0,0-1 0,0 0 0,0-1 1,1 0-1,0 1 0,0-2 0,0 1 0,0-1 0,0 0 0,0 0 1,0 0-1,1-1 0,-1 0 0,1-1 0,-1 1 0,1-1 1,-1 0-1,1-1 0,8-1 0,6-2-7,0 0 0,-1-1 0,0-1-1,0-1 1,20-10 0,-3-2-11,0-1 0,-1-2 0,-1-2 0,-2-1 0,0-1-1,34-36 1,-28 20 2,-1-2 0,-3-1 0,58-97 0,-42 43-1,-4-2-1,-5-2 1,-4-2 0,28-126 0,41-236-4,-103 436 4,5-15 130,-20 82 61,1 0-1,-5 45 0,1-4 24,-21 75 133,-34 190 147,60-279-426,4 1 1,2-1-1,10 110 1,-4-143-57,-1-5-33,1 0 1,1 0 0,1 0-1,1 0 1,1-1 0,13 29-1,-13-39-145,0 0 0,2 0-1,0-1 1,0 0-1,1 0 1,1-1 0,0-1-1,0 0 1,1 0 0,1-1-1,0 0 1,0-2 0,23 13-1,-23-15-31,-1-1 0,1 0 0,0 0 0,1-2 0,-1 1 0,1-2 0,0 0 0,-1 0 0,1-1 0,0-1 1,0-1-1,0 0 0,-1 0 0,1-1 0,0-1 0,12-4 0,-4-2 53,-2 0-1,1-2 1,-1 0 0,-1-1 0,0-1 0,-1 0 0,0-2-1,-1 0 1,-1-1 0,25-30 0,-9 4 132,-2-2 0,-1-1 0,33-72 0,54-161 1932,-38 82 419,-73 185-2150,-3 6-40,0-1-1,0 1 1,0 0-1,1 0 1,-1 0-1,1 1 1,1-1-1,-1 1 1,1 0-1,-1-1 1,7-4-1,-10 9-117,1 0 0,-1 0 0,0-1 0,0 1-1,1 0 1,-1 0 0,0 0 0,1 0 0,-1 0 0,0-1-1,0 1 1,1 0 0,-1 0 0,0 0 0,1 0 0,-1 0 0,0 0-1,1 0 1,-1 0 0,0 0 0,1 0 0,-1 0 0,0 0 0,1 0-1,-1 0 1,0 1 0,0-1 0,1 0 0,-1 0 0,0 0 0,0 0-1,1 1 1,-1-1 0,0 0 0,0 0 0,1 0 0,-1 1 0,0-1-1,0 0 1,0 0 0,1 1 0,-1-1 0,0 0 0,0 0-1,0 1 1,0-1 0,0 0 0,0 1 0,0-1 0,1 0 0,-1 1-1,2 23 373,-2-18-268,0 19 6,-1 0 0,-2-1 0,0 1 0,-12 42 0,-40 98 374,27-89-427,-31 84-2560,27-80-2429,4 1 0,-27 128 0,49-181-7642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7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36 167 11713,'-35'-27'5761,"37"23"-2422,15-6-1934,19-5-106,1 2 1,0 1-1,74-12 0,-35 9-621,-14 0-334,0 3 0,1 3-1,0 3 1,77 2-1,-112 4-273,3 0 3,-1 1 1,0 2-1,0 1 1,0 1 0,29 9-1,-40-8-37,-1 0-1,0 2 1,-1 0-1,0 1 1,0 0-1,-1 2 1,0 0 0,-1 1-1,-1 0 1,18 19-1,-17-14-549,-1 1-1,-1 0 1,0 1-1,-2 0 1,0 1-1,-1 0 1,-1 1 0,9 31-1,-11-32-813,0 1-2251,-1 1-3770,0 1-3494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7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12461,'0'0'8065,"16"9"-7541,9 11-264,-3 3-500,20 42-2644,-23-22-2537,0-3-4360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8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49 12005,'-1'-17'1037,"0"1"686,0 0 8720,20 17-7501,-15 0-2794,-1-1-1,1 1 1,-1 0 0,1 1-1,-1-1 1,0 1 0,0-1 0,1 1-1,-1 0 1,0 0 0,-1 1-1,1-1 1,0 0 0,-1 1 0,1 0-1,-1-1 1,3 6 0,5 6 202,-1 1 1,10 21-1,-13-22-107,6 12-157,-1 0 0,-1 1 1,-2 1-1,10 52 0,-11-29 30,1 93 1,-7-114-117,3-24 0,0-2 0,-4-4 0,0 1 0,0-1 0,1 0 0,-1 0 0,0 1 0,0-1 0,0 0 0,1 0 0,-1 1 0,0-1 0,0 0 0,1 0 0,-1 1 0,0-1 0,1 0 0,-1 0 0,0 0 0,1 0 0,-1 0 0,0 1 0,0-1 0,1 0 0,-1 0 0,0 0 0,1 0 0,-1 0 0,1 0 0,-1 0 0,0 0 0,1 0 0,-1-1 0,15-6 0,18-26 0,-13 12 0,75-52 0,186-110 0,-257 169 0,0 2 0,0 0 0,30-9 0,-51 20 0,1 0 0,-1 0 0,0 1 0,1-1 0,-1 1 0,1 0 0,-1 0 0,1 0 0,-1 0 0,0 1 0,1 0 0,-1-1 0,1 1 0,-1 0 0,0 0 0,0 1 0,0-1 0,1 1 0,-1 0 0,4 3 0,-3-2 0,1 1 0,-1 0 0,-1 0 0,1 0 0,-1 1 0,1-1 0,-1 1 0,-1 0 0,1-1 0,-1 1 0,3 8 0,28 100-162,-21-69-10,1 0 0,23 52 0,-34-92 100,0 0-1,0 0 1,1 0 0,-1 0 0,1 0-1,-1 0 1,1-1 0,1 1-1,-1-1 1,0 0 0,1 0 0,-1 0-1,1 0 1,0-1 0,0 1-1,6 1 1,-6-3 43,0 0 0,0 0 0,0-1 0,0 0-1,0 0 1,1 0 0,-1 0 0,0-1 0,0 1 0,0-1-1,0 0 1,0-1 0,0 1 0,0-1 0,0 1 0,0-1-1,-1 0 1,5-4 0,46-27-100,8-5 89,73-34 0,-129 69 46,-1 1 0,0 1-1,1-1 1,-1 1 0,1 0-1,0 0 1,-1 0 0,1 1-1,0 0 1,0 0 0,-1 0-1,1 1 1,0 0 0,-1 0-1,1 1 1,-1-1 0,1 1-1,-1 0 1,0 1 0,0-1-1,0 1 1,0 0-1,0 0 1,-1 1 0,1-1-1,-1 1 1,6 6 0,4 7 11,0 1 0,-2 1 0,0 0 0,0 0 0,10 27 0,-14-29-2,2 5-2,2 3 5,0-1 0,2 0 0,22 31-1,-33-52-11,1 0 0,-1 0-1,0 0 1,1-1 0,0 1-1,0-1 1,-1 0-1,1 0 1,1 0 0,-1 0-1,0-1 1,0 0-1,1 0 1,-1 0 0,0 0-1,1-1 1,-1 1 0,1-1-1,-1 0 1,1-1-1,-1 1 1,7-2 0,0 0-3,-1-1 1,1 0 0,0-1-1,-1 0 1,1 0 0,-1-1-1,15-11 1,-5 2 12,-1-1-1,-1-1 1,0 0-1,-1-1 1,-1-1 0,-1-1-1,0-1 1,-2 0-1,0 0 1,16-35-1,-24 43-10,0 1 0,-1-1 0,0 0-1,-1 0 1,-1 0 0,0-1-1,0 1 1,-1-1 0,0 1 0,-1-1-1,-1 1 1,0-1 0,-1 1 0,0-1-1,-1 1 1,0 0 0,-1 0 0,0 0-1,-1 1 1,-1-1 0,-11-18-1,7 17-118,0 1 0,0 0 0,-1 0-1,-1 1 1,0 1 0,0 0-1,-1 0 1,0 2 0,-1-1-1,0 2 1,0 0 0,0 0-1,-23-6 1,22 9-692,0 1 0,0 0 0,-1 1 0,1 0 0,-29 1 0,31 2-762,-1 1-1,0 0 1,1 1-1,0 0 1,-1 1-1,-22 10 1,-4 6-8924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8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37 14821,'-2'-13'1148,"1"-11"13500,-1 27-13960,-16 42-307,1 1 1,-11 53-1,-2 6-63,28-97-340,0 1 1,1 0-1,0 0 0,0-1 1,1 1-1,0 0 0,1 0 1,0 0-1,2 10 0,-2-15 2,0-3-28,1 1 1,0-1 0,-1 0 0,1 0 0,0 0 0,0 0-1,0 0 1,0 0 0,-1 0 0,1 0 0,0-1 0,1 1-1,-1-1 1,0 1 0,3-1 0,1-1 8,-1-1 0,0 0 0,1 0 0,-1 0 1,0-1-1,0 0 0,7-5 0,-3 3 1,112-78-268,-87 57 230,1 2 0,1 1 0,51-23 0,-84 45 53,1-1 1,-1 1-1,1 0 0,-1 0 0,1 0 0,0 1 1,-1-1-1,1 1 0,0 0 0,-1 0 0,1 0 0,0 0 1,-1 1-1,1-1 0,0 1 0,-1 0 0,1 0 1,-1 0-1,1 1 0,-1-1 0,0 1 0,0 0 1,1 0-1,2 3 0,4 4-164,-1 0 0,0 1 1,-1 0-1,0 0 0,9 17 0,5 6-769,-12-19 511,-3-5 157,0 0 1,0 0-1,0-1 1,11 9-1,-16-14 243,1-1 0,0 0-1,0 0 1,1-1 0,-1 1 0,0 0-1,0-1 1,1 0 0,-1 0-1,1 0 1,-1 0 0,1-1-1,0 1 1,-1-1 0,1 0 0,0 0-1,4-1 1,24-5 104,1-2 0,-1-1-1,-1-2 1,0-1 0,33-18 0,-21 10 1472,80-26 1,96-5 799,-212 49-2306,-1 0 1,-1 0 0,1-1 0,0 0 0,-1 0-1,1-1 1,9-7 0,16-10 37,-26 19-29,-1 0 0,1 0-1,-1 1 1,1-1 0,0 1 0,-1 1 0,1-1 0,0 0 0,0 1-1,0 0 1,0 0 0,0 1 0,-1-1 0,1 1 0,0 0 0,0 0-1,-1 1 1,1-1 0,4 4 0,-3-2 6,-1 0 0,0 1 1,0 0-1,0 0 0,0 0 0,-1 1 0,1 0 1,-1-1-1,-1 1 0,1 1 0,-1-1 0,1 1 1,-2-1-1,4 9 0,24 64-1770,29 66-5634,-43-110 861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8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11933,'19'-20'2132,"-3"23"-404,0 2-359,3 7-245,16 5-452,-10 0-748,7 12-1064,0 2-749,9 12-2739,6 8-3613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0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580 829 13861,'-3'-7'677,"2"4"-244,0 0-1,-1 0 1,1 0 0,-1 1-1,1-1 1,-1 0-1,0 1 1,-4-4 0,-1 5 1278,-14 4-979,0 1 0,-1 0 0,2 2 0,-1 1 0,1 1 0,-38 19 0,-111 79 251,139-82-1430,1 1 0,1 2 0,1 0 0,-30 41 0,44-52 250,12-15 169,-1 0-1,1 1 0,0-1 1,0 1-1,-1 0 0,1-1 1,0 1-1,0 0 1,1 0-1,-1-1 0,0 1 1,0 0-1,1 0 0,-1 0 1,1 0-1,0 0 1,0 0-1,0 0 0,0 0 1,0 0-1,0 0 1,1 3-1,0-3 21,0 0 1,0 0 0,0 0-1,1-1 1,-1 1-1,1 0 1,0-1-1,-1 1 1,1-1 0,0 0-1,0 1 1,0-1-1,0 0 1,0 0-1,0 0 1,4 1 0,11 3 62,1-1 1,-1-1 0,1-1 0,18 1 0,-33-3-54,38 3 4,27 3 40,1-3 0,126-11 1,-174 5-54,0 0 1,-1-2 0,1 0-1,-2-1 1,1-2 0,0 1-1,-1-2 1,-1-1 0,0 0-1,0-1 1,-1-1 0,0-1-1,-1 0 1,14-16 0,-6 0 88,-1-1 1,-2 0-1,-1-2 0,20-44 1,45-116 1347,-82 184-1350,79-208 1648,11-24 203,-67 182-435,66-106 1,-91 163-1483,-1 0 0,1 0 0,-1 0 1,1 0-1,0 0 0,0 0 0,-1 0 0,1 0 0,0 0 1,0 1-1,0-1 0,0 0 0,0 1 0,0-1 0,0 0 1,0 1-1,0 0 0,0-1 0,0 1 0,0-1 0,3 1 1,-3 0-1,0 0-1,0 1 1,0-1 0,0 0 0,0 1 0,0-1 0,0 1 0,0-1 0,-1 1 0,1 0 0,0-1 0,0 1-1,0 0 1,-1 0 0,1-1 0,0 1 0,-1 0 0,2 2 0,1 2 17,-1 0 1,1 1-1,-1-1 1,0 1-1,-1 0 1,1-1-1,0 7 1,-1 3-32,-1 0 0,0 0 0,-1 0 0,-1 0 0,-5 22 0,-26 76 0,25-88 0,-118 333-3534,-55 184-9070,155-447-1041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5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425 746 10473,'42'-50'2461,"-21"8"12441,-22 47-13857,-15 58-683,-3-1 0,-3-2 0,-46 92 0,-111 165 1459,46-86-1204,88-152-617,41-69 0,8-7 0,8-7 0,-12 4 0,7-4 0,-1-1 0,1 1 0,-1-1 0,0 0 0,-1 0 0,1-1 0,-1 0 0,9-11 0,35-62 0,-35 53 0,65-123 0,94-249 0,-129 288 0,67-185 0,44-105 0,-149 385 0,1 1 0,1 0 0,0 0 0,17-22 0,-24 34 0,1 0 0,-1 0 0,1 1 0,0-1 0,-1 0 0,1 1 0,0-1 0,0 1 0,0 0 0,0-1 0,0 1 0,0 0 0,0 0 0,0 0 0,1 1 0,-1-1 0,0 0 0,0 1 0,1 0 0,-1-1 0,0 1 0,1 0 0,-1 0 0,0 0 0,1 1 0,-1-1 0,0 1 0,1-1 0,-1 1 0,0 0 0,0-1 0,1 1 0,-1 0 0,0 1 0,0-1 0,0 0 0,0 0 0,-1 1 0,1 0 0,3 2 0,5 7 0,0 1 0,-1 0 0,-1 0 0,1 1 0,-2 0 0,0 0 0,0 1 0,5 18 0,34 126 0,-38-125 0,110 590 0,-76-361 0,-6-41-2429,68 318-12965,-93-500 3434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5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51 778 10869,'-3'-2'189,"-2"-2"285,1 0 0,-1 0 0,0 1 0,0 0 0,-1 0 1,-9-4-1,12 6 2462,9 0-1860,151-17 748,-54 8-1296,451-71 59,-403 49-961,240-84 1,-325 91 323,0-4 0,-2-2 0,92-61 0,-118 65 322,0-1 0,-3-2-1,0-1 1,-2-1 0,-1-3 0,38-53-1,-51 55 407,-15 25-106,-10 19 305,-25 54 346,2 1-1,-24 89 0,-62 331 73,83-231-3391,24-85-3025,8-164 4862,-1 8-1295,1 0 0,0 0 1,1 0-1,1 0 0,4 20 0,14 12-8035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6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2 12117,'-42'1'2514,"37"-2"-2109,-1 0-1,0 1 0,0 0 0,1 0 0,-1 1 0,0-1 0,0 1 0,1 1 0,-1-1 0,1 1 0,-1 0 0,-6 4 0,-11 8 30,2 2 1,0 1-1,1 0 1,0 2-1,-21 26 1,5 0-61,-43 71 1,65-93-363,1 1 1,1 0-1,-12 37 0,20-52-39,1 1 0,1-1-1,0 1 1,0 0-1,1 0 1,0 0 0,1 0-1,0 0 1,1 0 0,0 0-1,0-1 1,4 15-1,-3-20 12,-1-1 0,1 1 0,0-1 0,0 0 0,0 1 0,0-1 0,1 0 0,-1 0 0,1 0 0,0-1 0,-1 1 0,1-1 0,1 1 0,-1-1 0,0 0 0,0 0 0,1 0 0,0-1 0,-1 1 0,1-1 0,0 0 0,-1 0 0,8 1 0,-5-1 7,1-1 0,0 0 0,-1 0 0,1 0 0,-1-1 0,1 1 0,-1-2 0,1 1 1,-1-1-1,0 0 0,0 0 0,1-1 0,8-5 0,-1-1 104,-1-1 0,0 0 0,-1-1 0,0 0 0,13-17 0,47-70 1074,-25 32-425,-45 64-711,2-3 46,-1 0 1,1 0-1,0 1 0,1 0 0,-1-1 0,8-4 1,-11 9-71,0-1 0,0 0 1,0 1-1,1-1 0,-1 1 1,0 0-1,1-1 0,-1 1 1,0 0-1,0 0 0,1 0 1,-1 0-1,0 0 0,1 0 1,-1 0-1,0 0 0,1 0 0,-1 1 1,0-1-1,1 1 0,-1-1 1,0 1-1,0-1 0,0 1 1,0 0-1,1-1 0,-1 1 1,0 0-1,0 0 0,0 0 1,-1 0-1,1 0 0,0 0 1,0 0-1,0 0 0,-1 0 1,2 2-1,4 9 16,1-1 0,-2 1 0,0 0 0,0 0-1,-1 0 1,-1 1 0,0 0 0,2 23 0,1 112 59,-6-126-88,-2 46-23,-3 0-1,-2 0 0,-4-1 1,-3 0-1,-2-1 1,-31 79-1,16-71-188,-2 0 0,-3-3 0,-4-1 0,-95 126 0,124-181 189,-111 129-361,109-130 397,-1-1-1,-1 0 1,1-1-1,-2-1 1,0 0-1,0-2 1,-26 13 0,41-22-4,0 1 0,-1-1 0,1 1 0,0-1 0,0 1 1,0-1-1,-1 0 0,1 0 0,0 1 0,0-1 0,-1 0 1,1 0-1,0 0 0,-1-1 0,1 1 0,0 0 0,0 0 0,-1-1 1,1 1-1,0-1 0,0 1 0,0-1 0,0 1 0,0-1 1,-1 0-1,1 1 0,0-1 0,0 0 0,1 0 0,-1 0 1,0 0-1,-1-1 0,1 0-2,0 0-1,0 0 1,1 0 0,-1 0 0,0 0-1,1-1 1,-1 1 0,1 0 0,0 0 0,0-1-1,0 1 1,0 0 0,0 0 0,0-1-1,1 1 1,-1 0 0,2-3 0,2-7 3,1 0 1,1 1-1,0-1 1,0 1-1,1 0 1,14-16-1,60-61-18,-44 52-33,286-313-245,-107 106 247,134-145 811,-337 373-622,0 1 0,1 1 0,1 0 0,0 1 0,1 1 0,24-14 0,-39 25-115,0-1 0,0 1 0,0-1 0,1 1 0,-1 0 0,0-1 0,0 1 0,1 0 0,-1 0 0,0 0 0,1 0 0,-1 0 0,0 0 0,0 0 0,1 1 0,-1-1 0,0 0 0,0 1 0,1-1 0,-1 1 0,2 0 0,-1 1 10,1 0-1,0 0 0,-1 1 0,1-1 1,-1 1-1,0-1 0,0 1 0,3 3 1,0 4 38,1 0 1,-1 1-1,-1-1 1,4 14-1,2 15 158,5 54-1,2 10 1,-9-69-175,0-1 1,2-1-1,2 0 0,24 48 0,-30-69-49,0 0-1,1-1 1,1 1-1,0-2 1,0 1 0,1-1-1,0 0 1,1-1-1,0 0 1,0 0-1,0-1 1,1-1 0,0 0-1,1 0 1,15 5-1,-22-10-10,0 0-1,0 0 0,0 0 1,1 0-1,-1-1 1,0 0-1,0 0 0,1-1 1,-1 1-1,0-1 1,0 0-1,0 0 0,0-1 1,0 0-1,0 0 1,0 0-1,0 0 0,-1-1 1,1 0-1,-1 0 0,0 0 1,0 0-1,0-1 1,0 1-1,0-1 0,-1 0 1,0 0-1,0-1 1,0 1-1,0-1 0,-1 1 1,1-1-1,-1 0 0,-1 0 1,1 0-1,1-6 1,-2 1 18,0-1 0,0 1 0,-1-1 0,0 0 1,-1 1-1,0-1 0,-1 0 0,0 1 1,-1 0-1,-5-15 0,-3-4 48,-2 2 0,-22-39 0,-1 12-77,-2 2 0,-3 1-1,-1 2 1,-3 2 0,-2 1-1,-77-56 1,101 84-547,0 2 0,-2 1 0,0 1 0,-42-17 0,53 26-283,0 0 1,-1 2 0,0-1 0,-16 0-1,22 3-324,0 0 0,0 1-1,0 1 1,0 0 0,1 0-1,-1 0 1,-15 6 0,6 2-8851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6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14549,'79'3'4522,"-73"-2"-4107,-1 0 1,1 0-1,-1 0 1,1 1-1,-1 0 0,0 0 1,1 0-1,-1 1 0,-1 0 1,10 6-1,45 38 1284,-50-39-1530,18 16 386,0 1-1,39 50 0,-57-63-541,1 1 0,-2 0 0,0 1-1,-1 0 1,0 0 0,-1 1-1,-1-1 1,7 26 0,-11-33-66,0 0-1,0 0 1,-1 0 0,0-1 0,0 1-1,-1 0 1,0 0 0,-2 10 0,2-13 44,0 0 1,-1-1-1,1 1 1,-1 0 0,0-1-1,0 0 1,-1 1 0,1-1-1,0 0 1,-1 0 0,0 0-1,0 0 1,0-1-1,-4 4 1,6-6 18,0 0 1,0-1-1,-1 1 0,1 0 0,0 0 0,0-1 1,0 1-1,0 0 0,0-1 0,0 0 0,0 1 1,0-1-1,0 1 0,0-1 0,0 0 0,0 0 1,-1-1-1,1 1 19,0 0 1,-1-1 0,0 1 0,1-1 0,-1 0 0,1 1 0,0-1 0,-1 0 0,1 0 0,0 0-1,0 0 1,0 0 0,0 0 0,1 0 0,-1-1 0,1 1 0,-1 0 0,1 0 0,0-1-1,0-2 1,0-4 68,1 1 0,0-1 0,0 1-1,4-14 1,7-12 241,0 0 0,3 1 0,0 0-1,33-48 1,-3 13 103,57-64 0,-58 81-182,1 3-1,3 1 1,1 3-1,85-58 1,-132 100-255,0 0-1,0 1 1,0-1 0,0 1 0,1 0-1,-1 0 1,0 0 0,1 0 0,-1 0-1,1 1 1,-1-1 0,1 1 0,0-1-1,-1 1 1,1 0 0,-1 0 0,1 0-1,0 0 1,-1 1 0,1-1 0,2 1-1,-3 1-1,1-1-1,-1 1 1,0 0-1,0-1 0,0 1 1,0 0-1,0 0 1,0 0-1,-1 0 1,1 1-1,-1-1 1,1 0-1,-1 1 0,0-1 1,0 1-1,1 3 1,3 10-93,-2 0 1,0 1-1,-1-1 1,1 31 0,-7 173-5061,0-115-297,7-39-1359,9 2-4363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6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10037,'15'-23'1213,"16"-34"0,-5-8 3278,-20 50-3431,1 1 1,16-26 0,4-9 176,-26 47-901,-8 2-2300,-1 0 955,1 1 0,-1 0 1,-11 3-1,-2 4-3949,-1 3-2810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14913,'1'4'516,"-1"0"-1,1 0 1,-1 1-1,0-1 0,-1 0 1,1 0-1,-1 0 1,0 0-1,0 0 0,0 0 1,0 0-1,-3 6 1,-6 18 1201,1 36 1032,2 1 0,3 105 0,4-81-1801,-17 178-500,1-24-1572,18-81-4379,-2-112 2112,0-36 951,0 0 0,1 1 1,2 16-1,9 4-7773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17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1 490 10217,'40'-11'722,"628"-186"8531,-568 158-7967,-1-4-1,157-97 1,-165 82 52,-88 57-1077,-8 25 120,-5 7-266,-1-1 0,-18 35 0,12-29-131,-14 44-1,22-50-223,1 0 1,2 1-1,1 0 0,2 0 0,1 1 1,3 53-1,0-76 183,0-1 0,0 1 0,1-1 0,1 0 0,-1 0 0,1 0 0,0 0 0,1 0 0,0 0 0,0-1 0,1 0 0,7 9 0,-9-13 43,0 0 1,0 0-1,0-1 1,1 0-1,-1 1 1,1-1 0,-1 0-1,1-1 1,0 1-1,0-1 1,0 1-1,0-1 1,0 0 0,0-1-1,0 1 1,0-1-1,1 0 1,-1 0-1,0 0 1,0 0 0,0-1-1,0 0 1,0 0-1,0 0 1,0 0-1,0 0 1,5-3-1,22-10-17,35-22-1,-38 20 23,0 2 0,38-15 0,-44 22 7,0 1 0,0 2 1,1 0-1,0 1 0,34 1 0,112 15 129,-127-9-131,0-2 0,0-3 1,0-1-1,50-8 0,-87 9 2,0 0-1,1 1 0,-1 0 1,0 0-1,0 0 0,0 1 1,0 0-1,0 0 0,0 0 1,0 1-1,0-1 0,0 1 1,-1 0-1,1 1 0,0-1 1,7 6-1,0 3 1,0 0 0,-1 0 1,0 1-1,9 14 0,-12-15 11,0-1 1,1 0-1,0 0 0,1-1 0,0 0 1,0 0-1,20 12 0,-14-14-4,1 0-1,0-1 1,0 0-1,1-2 1,0 0-1,0-1 0,0 0 1,0-2-1,0 0 1,0-1-1,0-1 1,1-1-1,18-3 1,0-4-89,1-1 1,-1-2 0,0-1-1,-2-2 1,39-22 0,-65 32-213,0 0-1,1 1 1,-1 0 0,1 1 0,0 0 0,0 1 0,17-3 0,-22 5 11,0 0 1,0 0 0,1 1 0,-1-1 0,0 1 0,0 0 0,-1 0 0,1 1 0,0 0 0,0-1 0,-1 2 0,1-1 0,-1 0-1,1 1 1,-1 0 0,0 0 0,6 6 0,33 36-1618,-33-33 1654,1 0 0,0-1 0,0 0-1,1-1 1,0 0 0,1-1 0,0-1-1,0 0 1,29 13 0,-29-17 527,-1 0 1,1 0 0,0-2 0,0 1-1,0-2 1,1 0 0,-1 0-1,0-1 1,0-1 0,0 0 0,1-1-1,14-3 1,-6-1-194,0 2-1,40-4 1,-56 8-696,-2 0-38,23 0-248,-13 0-5436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98 10637,'-6'-3'888,"0"-1"1,0 1-1,1-1 0,0 0 0,0 0 1,0 0-1,0-1 0,1 1 0,-1-1 1,-6-11-1,10 14 652,1 0-224,0 0-1208,0 0 0,0 1 0,0-1 0,0 1 0,0-1 0,0 1 0,1-1-1,-1 1 1,0-1 0,1 1 0,-1-1 0,1 1 0,0-1 0,0 1 0,-1 0 0,2-2 0,0 2-53,0-1 0,0 1 0,0 0 1,0 0-1,0 1 0,0-1 0,0 0 0,0 1 1,0-1-1,0 1 0,0-1 0,1 1 0,3 0 1,63 0-169,101 11 0,-21 1-1084,-111-11 738,420 12-5016,2-34-3893,-314 4 3205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819 130 7737,'-153'-109'4854,"151"107"-4620,-1 0-1,0 0 0,0 0 1,0 0-1,0 0 0,0 1 1,0-1-1,-1 1 0,1 0 1,0 0-1,-1 0 0,1 1 1,-1-1-1,1 1 1,0 0-1,-8 0 0,9 1-135,-1 0-1,0 0 0,1 0 0,-1 0 1,1 1-1,0-1 0,0 1 0,-1-1 1,1 1-1,0 0 0,0 0 1,0 0-1,1 0 0,-1 0 0,0 1 1,1-1-1,-1 0 0,1 1 0,0-1 1,-1 5-1,-2 4 75,0-1 0,2 1 0,-1 0 0,2 0 0,-1 1 0,1-1 0,1 0 0,0 0 0,1 0 0,0 1 0,3 15 0,6 14 230,23 65 0,-30-99-354,116 275 632,-15-39-386,-85-194-253,-3 1-1,-1 0 1,-3 1 0,6 56 0,-16-85-29,-1 0 1,0 0-1,-2 0 0,0 0 1,-2 0-1,-1 0 0,0-1 1,-1 1-1,-2-1 0,0 0 1,-1-1-1,-15 28 0,3-16 4,-2 0-1,-1-1 0,-1-2 1,-2 0-1,-1-2 1,-1-1-1,-34 25 0,-231 137-414,40-28-5046,208-123 0,26-16-3260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178 101 12537,'-47'-12'1848,"31"1"-392,3-1-275,-3 1-177,-3 0-248,3 2-284,1 0-616,2-2-844,3 2-957,-2 4-11248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29 12025,'0'0'2144,"0"-3"-216,2-7-1099,0-6 2359,-3 17-3043,0-1 0,-1 1-1,1 0 1,0-1 0,0 1-1,0 0 1,0-1 0,0 1 0,0 0-1,0 0 1,0 0 0,0 0-1,0 0 1,1 0 0,-1 0-1,-1 1 1,-7 10 471,0 1 0,1-1 0,0 1 0,1 1 0,-9 21 0,-22 78 1576,22-61-1425,-105 366 2287,57-135-3791,55-235-705,1-1 0,3 1 0,1 0 1,5 58-1,10-50-2573,1-20-2132,4 2-5044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6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13521,'12'-34'2316,"-5"17"-87,15 5-425,0 1-244,10 8-260,219 29 1648,-162-6-2916,6 6-496,10 11-240,-4 11-532,1 4-652,3 11-436,-10 8-3365,-16 12-4732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127 326 12913,'-114'9'2200,"101"-18"7209,23-5-7893,22-9-360,28 9-231,22-3-209,33-3-424,28 0-320,31 0-700,20-12-345,6 4-279,10-1-504,-1-3-388,-3-8-352,-6 3-3133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1292 200 6013,'2'-3'327,"-1"0"0,1 0 1,-1 0-1,0 0 1,0 0-1,0-1 1,0 1-1,-1 0 1,1-1-1,-1 1 1,0 0-1,0-1 0,0 1 1,-1-5-1,1 2 235,0 0-1,0 0 1,0 0 0,1 1-1,0-1 1,0 0-1,2-6 1,0-1 779,0 0 0,0-1 0,-1 0-1,-1-26 1,-1 42-1182,0 0 0,-1-1 0,0 1 0,0 0 0,1 0 0,-1-1 0,0 1 0,0-1 0,0 1 0,-1-1 0,-1 3 0,-6 8 306,-22 48 1049,4 2 0,-36 115 0,-3 7 11,-261 505 37,85-195-918,113-215-623,-102 229-149,85-124-5365,141-370 5144,0 0-223,-17 62-1849,20-67 1455,1 0 1,0 0-1,1 0 1,0 10-1,5 3-4314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1 10145,'-3'0'1927,"-6"0"-1402,0 1-1,0 1 0,0 0 0,0 0 1,0 1-1,0 0 0,1 0 0,0 1 1,0 0-1,0 1 0,0-1 0,0 2 1,1-1-1,0 1 0,-11 11 0,-1 4 344,0 1 0,1 0 0,-27 47 0,23-34-671,3 0 0,1 2-1,1 0 1,2 1 0,2 0-1,1 1 1,-8 50 0,11-15-1579,2 0 0,4 0 0,8 88 0,-2-94-1192,2 22-4688,3-47 104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17 10609,'6'-1'81,"9"-3"396,0 0 1,1 1-1,-1 1 1,1 0 0,-1 1-1,1 1 1,29 3 0,-15 3 495,0 1 1,54 22-1,-75-26-851,0 1 0,0 1 0,0 0 0,0 0 0,-1 1 0,0 0 0,0 0 1,0 1-1,-1 0 0,0 1 0,0-1 0,6 11 0,-11-15-82,-1 0 0,0 0 1,0 0-1,0 0 0,0 0 0,-1 0 1,1 0-1,-1 1 0,0-1 0,0 0 1,0 0-1,0 0 0,-1 0 0,1 1 1,-2 4-1,-15 37 241,12-38-223,1 1 1,-1-1-1,-1 0 0,1-1 0,-1 1 0,0-1 1,0 0-1,-1-1 0,0 1 0,-13 7 0,-8 2 129,-46 19 0,60-27-145,-102 40 143,42-18-1490,-132 72 0,196-96 605,-14 11-1140,13-2-3144,8 3-3082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7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20 104 12993,'-19'-9'2132,"35"4"1733,-7-7-2553,4 1-272,18 2-224,30 3-196,2 4-352,7-1-264,10-3-332,8-3-492,1 1-660,3-1-644,10 1-3337,0 2-4392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8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124 194 10549,'-54'-55'4994,"49"50"-4136,0 1 0,-1 1 1,1-1-1,-1 0 0,1 1 0,-1 0 1,0 1-1,0-1 0,-11-2 1,14 5 1094,3-2-1803,1 1 0,-1-1 1,0 0-1,1 1 0,-1-1 0,1 0 0,-1 1 0,1-1 0,0 1 1,0-1-1,0 1 0,0 0 0,0-1 0,0 1 0,0 0 1,0 0-1,0 0 0,1-1 0,-1 1 0,0 0 0,1 1 1,-1-1-1,1 0 0,-1 0 0,1 1 0,-1-1 0,3 0 0,4-2 49,0 1-1,1 0 0,15-1 0,89-2 631,219 18 0,-282-9-796,-24-2-33,532 33 0,0-36 0,-473-4 0,36 0 0,228-40 0,-331 41-308,0-2 0,-1 1 0,0-2 0,33-17 1,-79 19-4345,-27 8-423,16 4-1041,-19 9-6285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8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15637,'0'4'3092,"12"135"1587,-6 0 1,-15 183-1,3-164-8915,6-101-196,3-1 0,14 73 0,-5-78-7819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 10473,'112'-5'4678,"-12"10"-1700,-64-2-2380,46-1 0,-68-3-483,1-1-1,-1 0 1,0-1-1,0-1 1,0 0 0,21-9-1,-29 10-17,1 0 0,-1 0 1,0-1-1,0 1 0,0-1 0,8-8 0,-12 10-43,0 0 1,0-1-1,-1 1 0,1-1 0,-1 1 1,1-1-1,-1 0 0,0 0 0,1 0 1,-2 0-1,1 1 0,0-1 0,0 0 1,-1 0-1,0 0 0,0-1 0,0 1 1,0-5-1,-1 2 101,0-1 0,-1 1-1,0 0 1,0 0 0,0-1 0,-1 1 0,0 0-1,0 1 1,0-1 0,-1 0 0,0 1 0,0 0-1,0 0 1,0 0 0,-1 1 0,0-1 0,0 1-1,-1 0 1,1 1 0,-1-1 0,1 1 0,-1 0-1,0 0 1,0 1 0,-11-3 0,7 2 87,-1 0 1,1 1 0,-1 0-1,1 0 1,-1 2 0,1-1-1,-1 1 1,0 1 0,1 0-1,-1 0 1,1 1 0,-1 1-1,1-1 1,0 2 0,-16 6-1,10-1-16,1 1-1,0 0 1,0 1-1,1 1 1,1 0-1,0 1 1,1 0-1,0 1 1,1 0-1,-16 27 1,21-32-201,2 0 1,-1 0 0,1 0-1,1 1 1,0-1 0,0 1-1,1 0 1,0 0 0,0 0-1,2 0 1,-1 0 0,1 0-1,0 0 1,1 0-1,0 0 1,1 0 0,0 0-1,0 0 1,1-1 0,7 16-1,-1-9-266,1-1 1,1 0-1,0-1 0,0 0 0,2 0 0,0-2 0,0 1 0,1-2 0,0 0 0,1-1 1,0 0-1,1-1 0,26 11 0,-7-5-1081,2-2 0,0-1 0,0-2 0,1-1 0,51 5 0,-66-12-227,1 0-1,-1-2 1,41-4 0,-61 4 1085,0-1-1,1 0 1,-1 0 0,0 0 0,0 0-1,0 0 1,-1-1 0,1 1 0,0-1-1,0 0 1,-1 0 0,3-2 0,-2 2-79,24-22-5158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9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12153,'0'0'4152,"5"1"-2113,112 33 2998,62 35-2529,-22-8-2007,-84-35-1033,82 29-1351,-54-25-3754,-97-29 4065,-39-21-2384,25 14 4040,1 1 0,-1 0 0,0 0 0,-12-3 1,2 1 378,-2 1 1,1 1-1,0 0 1,-1 2 0,0 1-1,0 0 1,0 2-1,0 0 1,1 1 0,-1 2-1,0 0 1,1 1-1,-1 1 1,-30 12 0,34-10-565,1 1 0,1 1 0,0 0 0,0 1 1,-17 14-1,24-16-1364,1-1 1,0 2-1,0-1 1,1 1-1,-10 16 1,8-6-6345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9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14625,'-28'57'2757,"5"-14"-217,1-3-372,9-3-388,1 0-344,2 3-324,4 0-232,-4 9-159,7-6-401,3-3-792,3 3-645,7-6-623,-4-17-1004,-9 8-712,3 21-2153,3-32-4608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9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10445,'38'6'2092,"-22"-15"-184,10 12-272,-1 0-291,7 3-329,19-1-200,-4 1-196,4 0-168,6 2-340,3-8-424,1 3-540,-7 0-604,6 3-417,-12-9-771,-4 0-1212,4 9-2609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8185,'-12'17'4088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4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1364 11713,'2'0'286,"0"0"1,0-1-1,0 1 0,0 0 1,0-1-1,0 1 0,0-1 0,0 1 1,-1-1-1,1 0 0,0 0 1,0 0-1,-1 0 0,1 0 1,0 0-1,-1-1 0,1 1 0,-1 0 1,0-1-1,1 1 0,-1-1 1,0 1-1,0-1 0,0 0 1,0 0-1,0 1 0,1-4 0,11-18 1612,8-1-131,10-14 26,5-20-361,-8 15-589,-3-1-1,24-55 1,-22 35-392,-4 9-48,22-77 0,2-57-6,-13 44-277,82-219 1,-92 314-59,-23 47 392,-19 24 212,-2 12-560,1 1-1,2 1 1,1 1-1,-14 49 1,16-47-91,-22 69-15,5 1 0,5 2 0,4 1 0,5 0 0,-4 188 0,26-171 0,6 0 0,33 156 0,-15-104 0,-23-145 0,-3 1 0,-1 0 0,-1 0 0,-2 0 0,-2 0 0,-7 36 0,5-49 0,-1 0 0,-1-1 0,-1 1 0,-1-2 0,0 1 0,-2-1 0,-1-1 0,0 0 0,-2 0 0,-19 20 0,8-13-46,-2-2 0,-1-1 0,0-1-1,-2-2 1,-1 0 0,-60 28 0,48-28-137,-2-3-1,0-2 1,-1-2-1,-81 15 1,118-28-158,-1 1-1,0-2 1,1 1 0,-16-2-1,23 1 217,1 0 0,-1 0 0,0-1 0,0 1 0,0-1 0,0 1 0,0-1 0,1 0 0,-1 1 1,0-1-1,1 0 0,-1 0 0,1 0 0,-1-1 0,1 1 0,-1 0 0,1 0 0,0-1 0,-1 1 0,1-1 0,0 1 0,0-1 0,0 0 0,0 1 0,0-1 0,1 0 0,-1 0 0,0 1 0,0-4 0,1-1-198,0 1 1,0-1-1,0 1 0,0-1 1,1 1-1,0-1 0,0 1 0,0-1 1,1 1-1,0 0 0,0 0 1,0 0-1,1 0 0,0 0 0,-1 0 1,5-4-1,8-10-2047,1 1 0,26-24 0,43-36-8121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4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0 15385,'-37'23'1060,"26"-17"-583,0 0 0,1 1-1,-1 1 1,1 0 0,1 0 0,0 1 0,0 0 0,0 0-1,1 1 1,-11 18 0,-23 46 1483,3 3 1,-48 131-1,-32 172 3158,106-336-5040,1-3-77,-72 275-55,73-260-119,2 0 0,3 0 0,1 98 0,6-137-560,0-1 1,1 1 0,1-1-1,1 0 1,10 30 0,-11-39 67,1 0 1,-1 0 0,1 0-1,0-1 1,1 0-1,6 8 1,-7-10-228,0 0-1,1-1 1,-1 1-1,1-1 1,-1 0-1,1 0 1,0 0 0,0-1-1,9 3 1,27 4-10177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148 194 12913,'-6'-19'766,"4"11"-97,0 1 0,0-1 0,1 1 0,-1-1 0,2 0 0,-1 0 0,1-8 0,1 14-539,-1 0 0,1 0-1,-1 0 1,1 0 0,0 0 0,0 1 0,0-1-1,0 0 1,0 0 0,0 1 0,1-1 0,-1 1-1,0-1 1,1 1 0,0-1 0,-1 1 0,1 0-1,0 0 1,-1 0 0,1 0 0,0 0 0,0 0-1,0 0 1,0 1 0,0-1 0,0 1 0,0-1-1,0 1 1,0 0 0,0 0 0,0 0 0,0 0-1,2 0 1,5 0-13,0 0 0,-1 1-1,1 0 1,0 0 0,-1 1 0,1 0-1,-1 0 1,0 1 0,1 0 0,-2 1-1,1 0 1,0 0 0,-1 1-1,1-1 1,6 7 0,-10-7-93,-1-1 1,1 1-1,0 0 0,-1 0 1,0 0-1,1 0 0,-2 1 0,1 0 1,-1-1-1,1 1 0,-1 0 1,-1 0-1,1 0 0,-1 0 1,1 0-1,-2 1 0,1-1 1,0 0-1,-1 1 0,0-1 1,0 0-1,-1 1 0,0-1 0,0 0 1,0 0-1,-2 6 0,-2 3-6,-2 0-1,1 0 0,-2 0 1,1-1-1,-2-1 1,-13 17-1,-69 68-134,53-59 14,3 1-331,2 0 1,1 2-1,-26 47 1,57-87 387,0 0 1,0 0 0,0 0 0,0 1 0,1-1 0,-1 0 0,0 0 0,1 1 0,-1-1 0,1 1 0,0-1 0,-1 0-1,1 1 1,0-1 0,0 1 0,0-1 0,0 1 0,0-1 0,0 1 0,0-1 0,0 1 0,1-1 0,-1 0-1,1 1 1,-1-1 0,1 1 0,-1-1 0,1 0 0,0 0 0,0 1 0,-1-1 0,1 0 0,0 0 0,0 0 0,0 0-1,1 0 1,-1 0 0,0 0 0,0 0 0,0 0 0,1-1 0,-1 1 0,2 0 0,3 2-109,1-1 1,-1 0-1,1-1 0,0 1 1,0-1-1,0-1 1,9 1-1,5-2-163,0-1-1,0-1 0,0 0 0,0-2 1,21-7-1,96-44-721,-84 29 822,-1-3 1,-1-3 0,-2-1 0,64-56 0,167-183 589,-189 179 276,-68 71-376,-7 7 186,0-1-1,20-29 1,-35 44 248,-7 3-612,1 1 1,0-1 0,0 1 0,0 0 0,0 0-1,0 1 1,0-1 0,1 1 0,-7 5 0,2-2 24,-32 29 75,2 2-1,1 2 0,2 1 0,2 1 0,-46 74 1,67-96-164,1-1 0,0 2 0,-13 34 0,22-49-31,0 0 0,0 1 0,1-1 0,0 0 0,0 1 0,0-1 0,1 0 0,0 1 0,0-1 0,0 1 0,1-1 0,-1 0 0,1 1 0,1-1 0,-1 0 0,1 0 0,0 0 0,0 0 0,5 8 0,-5-9-7,1-1 0,0 0 0,0 0 0,0 0 0,0 0 0,1-1-1,-1 1 1,1-1 0,0 0 0,0 0 0,-1 0 0,1-1 0,0 1 0,1-1 0,-1 0 0,0 0 0,0 0 0,0-1 0,1 1 0,-1-1 0,0 0 0,0 0 0,1-1 0,-1 1 0,0-1 0,7-2 0,8-3-6,0 0 1,-1-1-1,1 0 1,19-13-1,11-9 90,64-50 0,3-3 474,-112 80-541,-1 0-1,1 0 1,0 0 0,0 0-1,0 1 1,0-1-1,0 1 1,0 0-1,0 0 1,0 1-1,1-1 1,-1 1-1,0 0 1,0 0-1,1 0 1,4 1-1,0 2-1,0 0 0,0 0-1,0 1 1,-1 0 0,1 1-1,12 9 1,11 8-3,-21-13-67,0-1 1,0 0 0,1-1 0,-1 0 0,1-1-1,1 0 1,-1-1 0,15 4 0,-15-7 31,0-2 0,0 1 0,0-1 0,0-1 0,0 0 0,0-1 0,0 0 0,16-6 0,9-5 1,44-22-1,21-8 67,-84 38-20,0 1-1,0 1 1,0 1-1,1 1 0,-1 0 1,22 3-1,-12-2-66,40-3 0,-58 2 15,0-1 0,0 0 0,0-1 1,0 0-1,-1 0 0,1-1 0,14-9 0,4-4-68,3-2 279,0 1-1,49-19 1,-69 32-96,0 2 0,0 0 1,1 0-1,-1 1 0,1 0 1,0 1-1,-1 0 0,1 1 1,0 0-1,0 1 0,21 4 1,205 41 481,-199-42-516,1-2-1,-1-1 0,0-2 1,48-7-1,-47 1-87,48-7 25,-78 13 11,0 1-1,0 0 1,0 0-1,0 1 1,0 0-1,14 4 1,-21-4-3,1 1 0,-1 0 1,1 0-1,-1 0 0,0 0 0,0 1 1,0-1-1,0 1 0,0 0 1,0-1-1,2 5 0,28 41-605,-15-20-838,-13-21 98,0-1-1,1 1 0,0-1 1,0 0-1,0-1 0,1 1 0,10 6 1,21 9-6936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12421,'15'4'1465,"-11"-4"-837,0 1 0,1 0 0,-1 1 0,0-1 0,0 1 0,5 2 0,-8-3-444,0 0 0,1 0 1,-1 0-1,0 0 0,0 0 1,0 0-1,-1 0 0,1 0 1,0 0-1,0 1 0,-1-1 1,1 0-1,0 1 1,-1-1-1,0 0 0,1 1 1,-1-1-1,0 1 0,1-1 1,-1 0-1,0 1 0,0-1 1,-1 3-1,-3 54 1247,-3 0-1,-3 0 1,-23 78 0,-77 165 2907,79-230-4445,3 1 1,4 2-1,-23 110 1,45-173-681,1-1 0,0 1 0,0-1 0,1 1 0,1 10 0,0-17 51,0 0 0,0 0 0,0 0 0,0 0 0,1-1 0,-1 1 0,1 0-1,0-1 1,0 0 0,1 1 0,-1-1 0,0 0 0,1 0 0,0 0 0,0-1 0,4 4-1,29 18-11384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43 11113,'-4'-1'592,"-22"-15"1699,25 15-1979,1 0 0,-1 0-1,0 1 1,0-1 0,1 0-1,-1 0 1,1 0-1,-1 1 1,1-1 0,-1 0-1,1 0 1,0 0 0,-1 0-1,1 0 1,0 0 0,-1-2-1,-28-6 6282,98 93-3354,-41-54-2444,46 68-1,-57-70-705,-1 1-1,-2 1 1,0 0-1,-2 0 0,-2 2 1,13 59-1,2 44-898,-25-134 804,0 0 0,0 0 0,0 0 0,0 0 0,0 0 1,0 0-1,1 0 0,-1 0 0,0 0 0,0 0 0,1 0 0,-1 0 0,1-1 0,-1 1 0,1 0 0,-1 0 0,1 0 0,0 0 0,-1-1 0,1 1 0,0 0 1,0-1-1,0 1 0,-1 0 0,1-1 0,0 1 0,0-1 0,0 1 0,0-1 0,0 0 0,0 1 0,0-1 0,0 0 0,0 0 0,0 0 0,0 1 1,0-1-1,0 0 0,0-1 0,0 1 0,0 0 0,2 0 0,3-2-4,-1 0-1,0 0 1,0-1-1,0 1 1,9-7-1,-11 7-4,173-120-482,42-27 101,-178 125 463,1 2 1,1 2-1,73-24 0,-101 40 49,0 0 1,0 1-1,1 0 1,-1 1 0,0 1-1,1 0 1,-1 1-1,30 3 1,-38-1-43,0-1 1,-1 1-1,1 0 0,0 0 1,-1 0-1,1 1 1,-1 0-1,0 0 0,1 0 1,-2 1-1,1 0 0,0 0 1,-1 0-1,0 0 1,1 1-1,-2-1 0,1 1 1,-1 0-1,1 1 0,-1-1 1,-1 0-1,1 1 1,3 11-1,-3-5-43,0 1 0,-1-1-1,0 1 1,-1 0 0,-1 0 0,-1 23 0,-17 82 86,2-13-84,15-91-33,0 0 0,1 1 0,1-1 0,0 0 0,1 0 0,0 0 0,1 0 0,1 0 0,5 13 0,-5-18 0,0-1 0,1 1 0,0-1 0,0 0 0,1 0 0,0-1 0,1 0 0,-1 0 0,1 0 0,1-1 0,-1 0 0,1-1 0,0 1 0,11 4 0,1-1-178,0-1 0,1 0 0,-1-2 0,2-1 0,-1 0 1,0-2-1,1 0 0,0-1 0,-1-2 0,1 0 0,0-1 0,-1-1 0,33-8 0,-30 5-42,1-1 0,-1-2-1,-1 0 1,1-2 0,-1 0-1,-1-2 1,0 0 0,-1-2-1,0 0 1,-1-1 0,26-26 0,-39 34 132,-1 0 1,0-1-1,0 0 1,-1 0 0,0 0-1,0 0 1,-1-1-1,4-12 1,-7 18 70,0 1 0,0-1 0,-1 1-1,1-1 1,-1 0 0,1 1 0,-1-1 0,0 0-1,0 1 1,-1-1 0,1 0 0,0 0 0,-1 1-1,0-1 1,1 1 0,-1-1 0,0 1 0,0-1-1,-1 1 1,1-1 0,0 1 0,-1 0 0,0 0 0,1 0-1,-1 0 1,0 0 0,0 0 0,0 0 0,0 0-1,0 1 1,-1-1 0,1 1 0,0 0 0,-3-2-1,-3 0-111,0 0 0,0 1-1,0 0 1,0 0-1,0 0 1,0 1-1,0 0 1,-13 1 0,-63 9-4398,80-9 4132,0 1-856,6 1-769,3 3 1911,0-1 1,0 1-1,0-1 1,1-1-1,0 1 1,-1-1-1,1 0 0,0 0 1,12 4-1,66 13 982,-5-2 457,82 27 1204,-140-41-2308,0-1 0,0-1 0,0-1 0,1-1 0,38-4 0,-37 1-47,43-12 1,-56 11-155,0 0 1,-1 0-1,0-1 1,0 0-1,0 0 1,0-1-1,8-7 1,-1-3 626,1-1 1,-2-1-1,22-31 1,-36 46 1796,-1 8-1820,-5 33 75,2-25-891,1 1-1,0 0 1,1 0 0,1 0-1,0 0 1,1 0 0,5 26-1,-6-37-238,1-1 0,0 0-1,0 0 1,0 0-1,0 0 1,0 0 0,0 0-1,0 0 1,3 3-1,-3-4-386,1 0 0,0 1 0,-1-1 0,1 0-1,0 0 1,0 0 0,0 0 0,0 0 0,0-1-1,0 1 1,4 0 0,19 1-9531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0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1 329 7165,'6'-103'2516,"16"58"-304,-9 7-284,-3 4-372,2 6-291,4 2-361,3 3-192,-9 14-352,12-2-408,0 0-696,0 11-664,1 2-349,-4 16-2463,9 10-3237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 13305,'-121'202'13118,"36"-64"-6774,73-114-6344,0 1 0,-12 40 0,13-34 0,-16 32 0,21-51-11,-9 15-446,1 2 1,1 0 0,-14 51-1,25-71 279,0 0 0,1 1 0,0 0 0,0-1 0,1 1 0,1-1 0,-1 1 0,2-1 0,-1 1 0,1-1 0,0 1 0,1-1 0,0 0-1,1 0 1,0-1 0,7 13 0,-3-10-1049,0 0 1,0-1-1,1 0 0,20 18 0,20 9-6216,3-5-3899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692 360 11533,'-80'-86'4565,"74"81"-4100,0 0-1,0 0 0,0 1 1,-1-1-1,1 1 0,-1 1 1,0-1-1,-1 1 1,1 1-1,0-1 0,-1 1 1,1 0-1,-1 1 0,0 0 1,0 0-1,-14 1 1,12 0-95,1 1-1,-1 1 1,1-1 0,0 1 0,-1 1 0,1 0 0,0 0 0,0 1 0,1 0 0,-1 0 0,1 1 0,0 1-1,-11 8 1,-2 6-97,0 1-1,2 1 0,1 1 1,0 0-1,2 1 0,0 1 0,-11 28 1,-72 192 1144,77-182-1417,4 2 0,-20 119 0,34-149 0,1 1 0,1-1 0,2 1 0,2-1 0,1 1 0,2-1 0,9 35 0,-9-52 0,1 0 0,1 0 0,1 0 0,0-1 0,1 0 0,1 0 0,1-1 0,0-1 0,1 0 0,1 0 0,0-1 0,1-1 0,0 0 0,1-1 0,1-1 0,0 0 0,0-1 0,1 0 0,0-2 0,1 0 0,0-1 0,0-1 0,0 0 0,24 3 0,-12-4-91,0-1 0,0-2 0,0-1 0,0-1 0,0-1 0,0-2 0,50-11 0,-40 3-180,-1-1 0,0-2 0,-2-1 0,1-2 1,40-26-1,-24 8-53,-2-3 0,-2-1 0,-1-3 0,-2-2 1,-3-2-1,-1-1 0,45-67 0,-41 44 35,-4-3 1,-2-1-1,37-98 0,62-246 27,-77 148 1241,-56 234-801,-6 4 188,-5 19-86,4 13-271,0-1 0,0 1-1,0 0 1,0 0 0,-1 0 0,1 0-1,0-1 1,0 1 0,0 0-1,0 0 1,-1 0 0,1 0-1,0 0 1,0 0 0,0-1-1,-1 1 1,1 0 0,0 0 0,0 0-1,0 0 1,-1 0 0,1 0-1,0 0 1,0 0 0,0 0-1,-1 0 1,1 0 0,0 0 0,0 0-1,0 0 1,-1 0 0,1 0-1,0 0 1,0 0 0,0 1-1,-1-1 1,1 0 0,0 0 0,0 0-1,0 0 1,-1 0 0,-6 8 88,1 0 0,-1 1 1,1-1-1,1 1 1,0 0-1,-5 12 0,6-13-42,-37 82 323,4 1 0,-44 165 0,62-183-252,-17 144 1,32-181-153,3-1 0,1 0-1,1 0 1,2 0 0,2 0-1,12 48 1,-13-69-51,1 0 0,1 0-1,0 0 1,0 0 0,2-1-1,-1 0 1,2-1 0,0 0-1,0 0 1,1-1 0,0 0 0,1-1-1,17 13 1,-18-16 21,-1-1 1,1 0-1,1-1 1,-1 0-1,0-1 1,1 0-1,0-1 0,0 0 1,0-1-1,1 0 1,-1 0-1,0-1 0,1-1 1,-1 0-1,0-1 1,1 0-1,-1 0 0,13-4 1,-3-3-126,0 0 0,-1-2 0,0 0 1,-1-1-1,0-1 0,-1 0 0,25-23 0,-19 7-954,-22 25 510,-5 1-1694,2 1 1976,0 0 0,0-1 0,0 1 1,0-1-1,0 1 0,0-1 0,0 1 0,1-1 0,-1 1 1,1-1-1,-1 0 0,0-2 0,12-2 343,0 0 0,0 1 0,1 0 1,18-5-1,31-14 429,281-161 722,-193 100-657,-109 71 209,-29 11-471,-9 4-146,0-1 0,1 1-1,-1 0 1,0 0-1,1 0 1,-1 1 0,0-1-1,0 1 1,0-1-1,0 1 1,0 0 0,0-1-1,-1 1 1,3 3-1,-2-2 21,0 1 0,0 0 0,0-1 0,0 1-1,0 0 1,-1 0 0,0 0 0,0 1-1,0-1 1,0 7 0,0 46 674,-2-33-465,-11 321 1359,3-234-1315,8-108-184,5-6-155,76-65-104,48-36-940,52-7-105,-88 57 644,117-93 1,-113 73 328,-93 72 159,0 1 0,0 0 0,0 0 0,1 0 0,-1 0 0,1 1 0,-1-1 0,0 1 0,1 0 0,-1 0 0,6 1 0,32 5-22,33 1 114,-72-6-76,0-1-1,0 0 1,0 0-1,0 0 1,0 0 0,-1 0-1,1 0 1,0-1-1,0 1 1,0 0-1,-1-1 1,1 0 0,0 1-1,0-1 1,-1 0-1,1 0 1,-1 0-1,1 0 1,-1 0 0,1 0-1,1-2 1,0-1 121,0 0 0,0 0 1,0 0-1,-1-1 0,4-7 0,0 0 272,-5 8-282,-1 0-1,1 0 1,-1 0-1,0 1 1,-1-1-1,1 0 1,0 0-1,-1 0 1,0 0-1,0 1 1,0-1-1,0 0 0,-1 1 1,0-1-1,-2-3 1,2 3 9,1 1 1431,-1 4-1524,1-1 0,-1 0 1,0 1-1,0-1 1,1 1-1,-1 0 0,0-1 1,1 1-1,-1 0 1,1 0-1,-1 0 0,1 0 1,-1 0-1,1 1 1,0-1-1,-1 0 0,1 1 1,0-1-1,0 1 0,0-1 1,0 1-1,0-1 1,1 1-1,-1 0 0,0 0 1,1-1-1,-1 1 1,1 0-1,0 0 0,-1-1 1,1 1-1,0 0 0,0 0 1,0 2-1,0 0-34,-1 0 361,-7 29 449,-9-11-632,1 1 0,-19 36 0,23-36-190,1 0 0,1 0 0,2 1 0,0 0 0,1 1 0,2 0 0,0 0 0,2 0 0,0 0 0,2 1 0,1-1 0,4 29 0,-1-13-594,-2-20-344,1 0 1,1 0 0,1-1 0,0 1 0,9 22 0,-12-41-1044,-29-6-10972,2-3 4321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12 5837,'-12'-11'2124,"9"31"-1436,-1-3 44,-11-3-956,2 0-848,3-2-1252,-2-1-453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7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10281,'0'0'4580,"13"-29"-3007,-7 12-6074,0 0 1005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16 166 6509,'-13'-63'1660,"10"46"-36,3 0-232,0 0-304,0-3 464,3 2-1528,0 4-716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60 518 8105,'48'-8'2706,"0"-3"1,47-16-1,29-17-1288,-49 11-979,131-78-1,-172 89 121,46-36 0,-70 49-336,-1 1 0,0-2-1,-1 1 1,1-1 0,-2 0 0,0-1 0,11-19 0,-12 15 494,0 1-1,0-1 1,-2 0 0,6-28 0,-10 39 298,-2 4-860,1 1 1,-1 0-1,0 0 1,0 0-1,1 0 1,-1 0-1,0 0 1,1 0-1,0 1 0,-1-1 1,1 1-1,0-1 1,-2 2-1,-1 2 217,-9 10-26,0 1 1,1 1-1,1-1 1,1 2-1,-12 26 1,-37 105 1603,42-103-1779,-151 421-171,-121 310 0,287-772 0,-214 566 0,211-552-109,0 0 0,-3 23 0,7-36 7,1 1 1,-1-1-1,2 1 1,-1-1-1,1 1 1,0-1-1,0 1 1,0-1-1,1 0 0,3 7 1,-4-11-36,0-1-1,0 1 1,0 0 0,0-1 0,0 1 0,0-1 0,0 0-1,1 1 1,-1-1 0,1 0 0,-1 0 0,1 0-1,-1 0 1,1 0 0,0 0 0,-1 0 0,1-1-1,0 1 1,0-1 0,0 1 0,-1-1 0,1 0-1,0 1 1,0-1 0,0 0 0,0 0 0,0 0-1,0-1 1,3 0 0,-1 0-140,1 0 0,0 0 0,0 0 0,0-1 0,-1 0 0,1 0 0,-1 0 0,0-1 0,0 0 0,7-5 0,3-6-295,-1 0 0,0-2 0,-1 1 0,-1-2 0,0 1 0,-2-2 0,0 1 0,0-1 0,-2-1 0,0 1 0,-2-1 0,0 0 0,0 0 0,1-30 1,-1-7 801,-3-1 0,-3 0 1,-13-101-1,4 102 693,-3 1 0,-21-60 0,17 65-104,2-1 0,-12-84 0,27 129-773,-1 1 0,1 0 0,0-1 0,0 1 0,0 0 0,1-1 0,-1 1 0,2 0 0,-1 0 0,0 0 0,1-1 0,0 2 0,0-1 0,5-8-1,-3 7-18,1 1 0,0 0-1,0 0 1,1 0-1,-1 1 1,1-1 0,0 1-1,0 1 1,1-1-1,8-3 1,19-6-20,0 1 1,1 1-1,0 2 0,0 1 1,1 2-1,53-2 0,-1 5-19,130 14 0,-151-5 12,85 20 1,-130-20 9,1 0 0,-1 1 1,0 1-1,-1 1 0,0 1 0,-1 1 1,26 18-1,-39-23-283,0 1 0,-1 0 0,0 0 0,0 1-1,-1-1 1,0 1 0,6 14 0,-4-10-1474,-6-9-1186,9 8-10038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8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5456,'19'0'1417,"13"-6"-1329,-3 4-164,-7 2-372,0 2-484,0 4-701,23 0 745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3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47 240 12561,'-4'-13'1829,"0"1"-1,-1 0 1,-9-16-1,-3-10 3451,16 35-4886,1 0-1,-1-1 0,1 1 0,-1 0 0,1-1 1,0 1-1,0-1 0,1-5 0,0 0 407,0 6-570,0-1 1,1 1-1,-1 0 1,1-1-1,0 1 0,-1 0 1,1 0-1,1 0 1,-1 0-1,0 1 1,1-1-1,-1 1 1,6-5-1,0 4-772,0-1 0,-1 1-1,1 0 1,0 1 0,0 0 0,0 0 0,12 0 0,24-8-4176,-23 1-2955,10 3-5299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17 12885,'5'-16'10635,"-7"25"-4395,-2 5-7913,-128 434 6353,74-291-4680,-42 122 0,96-266-17,-2 4-276,0 0 1,2 1-1,0 0 1,0 0-1,2 0 1,0 0-1,1 0 1,1 0-1,4 32 1,-1-32-138,-3-8 208,1-1 0,1 1 0,0-1 0,0 0 0,1 0 0,0 0 0,0 0 0,1 0 0,0-1 0,1 0 0,0 0 0,11 15 0,-6-14 38,1 0 0,0-1 0,0 0 1,1 0-1,0-1 0,0-1 0,0 0 0,1-1 0,0 0 0,0-1 0,1 0 1,-1-1-1,1 0 0,26 0 0,-5-1-31,0-2 0,0-2 0,1-2 1,57-12-1,-61 8 299,-1-1 1,0-2-1,0-1 1,50-28-1,-21 4 2074,63-50 0,-119 82-1978,1 1 0,-1 0 0,1 0 1,0 0-1,0 0 0,0 1 0,1 0 0,-1 0 0,1 1 0,-1-1 0,1 1 0,-1 0 0,1 1 0,6-1 1,-1 2-20,-1 1 1,1 0 0,0 1 0,-1 0 0,1 0 0,12 8 0,23 7-240,0-1 1,1-2 0,71 14-1,-74-25-543,-30-6 293,-28-5 218,-80-17-268,-141-19 0,168 32-73,-240-26-4759,279 35 3968,-40-7-1364,31-5-5126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0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1 13953,'-21'1'816,"16"-1"-513,-1 0-1,1 0 1,0 1 0,-1-1 0,1 1-1,0 0 1,-1 1 0,1-1 0,0 1-1,0 0 1,0 1 0,0-1 0,1 1 0,-1 0-1,1 0 1,-8 7 0,-11 16 885,1 2 1,1 1-1,2 0 0,1 1 1,-26 59-1,-48 170 4533,85-231-6706,1 0 1,1 1-1,2-1 1,1 1-1,1 0 1,1 0-1,2 0 1,0-1-1,2 1 0,2-1 1,0 1-1,19 49 1,-8-15-9225,-13-49 3434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0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20 120 9077,'-16'-45'2282,"13"36"1436,4 6-3432,0 1-1,1-1 1,0 0-1,-1 1 1,1-1 0,0 1-1,0 0 1,1 0-1,-1 0 1,0 0-1,3-2 1,3 1-163,0 1 0,-1 0 1,1 0-1,0 1 0,0 0 1,0 0-1,1 1 0,-1 0 0,0 0 1,10 3-1,13-2 134,143-1 219,179-24 0,-262 20 390,-90 4-780,1 1 0,-1-1 0,1 0 0,-1 1 0,1-1 0,-1 1 0,1-1 0,-1 1 0,0-1-1,1 1 1,-1 0 0,0 0 0,0 0 0,1 0 0,-1 0 0,0 0 0,0 0 0,0 0 0,0 0 0,0 1 0,0-1 0,-1 0 0,1 1 0,1 1 0,-2 3 54,0 0-1,-1 0 0,1-1 0,-1 1 1,0 0-1,-1-1 0,1 1 1,-4 7-1,0 1 65,4-11-187,-46 191 964,43-167-2259,-1 43 0,5-51-530,1 0 0,1 0 0,5 21 0,-1-23-3501,0 2-3150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11 309 7833,'-1'0'84,"0"-1"1,1 1-1,-1-1 1,0 1-1,1-1 1,-1 1-1,0-1 1,1 1-1,-1-1 1,1 0-1,-1 1 1,1-1 0,0 0-1,-1 1 1,1-1-1,0 0 1,-1 0-1,1 1 1,0-1-1,0 0 1,0 0-1,0 0 1,-1 1-1,1-1 1,0 0-1,1 0 1,-1 0-1,0 1 1,0-1-1,0 0 1,1-1-1,0 0 106,0 0-1,0 0 0,1 0 1,-1 0-1,1 0 0,-1 1 0,1-1 1,0 0-1,0 1 0,4-3 0,1-1 146,1 1 1,0 0-1,0 0 0,0 1 0,0 0 0,11-2 0,10 2 88,0 2 0,0 1 0,46 6-1,-11-1-215,-3-1 117,0-2 0,0-3-1,104-16 1,-81 1 689,-81 16-616,7 5-277,-9-5-116,0 0 0,-1 0-1,1 0 1,0 0-1,0 0 1,0 1 0,-1-1-1,1 0 1,0 1 0,0-1-1,-1 0 1,1 1 0,0-1-1,-1 1 1,1-1 0,0 1-1,-1-1 1,1 1 0,-1 0-1,1-1 1,-1 1 0,1 0-1,-1-1 1,0 1-1,1 1 1,-3 3 2,-8 17 37,1 1 1,-8 29-1,18-51-49,0 0-1,1-1 0,-1 1 1,1-1-1,-1 1 0,1-1 1,-1 0-1,1 0 0,-1 1 1,1-1-1,2 0 0,-3 0-10,6 0-4,0 0-1,1-1 1,-1 1-1,0-1 0,0 0 1,0-1-1,0 0 1,0 0-1,0-1 0,0 1 1,-1-2-1,10-5 1,8-6-25,40-32 0,-21 12-60,-2-1 1,61-70 0,-95 98-187,0 0 0,0 0 0,1 1 0,9-7-1,-10 10-511,-1 0 0,1 0 0,-1 0 0,1 1 0,13-5 0,-17 7-3092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42 255 6785,'-5'7'506,"0"1"0,1 0 0,0-1 0,1 1 0,-1 1 0,2-1-1,-1 0 1,1 1 0,-1 9 0,0-3-146,2-13-270,0 0 0,1 0 0,0 0 0,-1 0-1,1 0 1,0 0 0,0 0 0,0 0 0,0 0 0,0 0 0,1 0 0,0 3 0,-1-4-81,1 0 0,-1-1 0,0 1 0,0 0 0,1-1 0,-1 1 0,0 0 0,1-1 0,-1 1 1,1-1-1,-1 1 0,1-1 0,-1 1 0,1-1 0,-1 0 0,1 1 0,0-1 0,-1 0 0,1 1 0,0-1 1,-1 0-1,1 1 0,0-1 0,-1 0 0,1 0 0,1 0 0,22-5 191,24-22 360,-43 24-442,20-16 437,-1 0 1,-1-2-1,-1-1 0,21-25 0,-17 17-239,49-42-1,-49 51-808,3-3-1347,37-23-1,-55 40 392,1 0-1,1 1 0,21-7 0,8 3-3496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4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664 244 4244,'-7'-8'1194,"16"7"-290,1 2 3806,-22 5-3677,4 1-207,14-2-111,21-3 3295,-18-9-4342,-3-1 1601,1 5 3944,-5 3-5172,0 0 0,0 0 0,0-1 1,0 1-1,0-1 0,0 0 1,0 0-1,0 1 0,0-1 1,0 0-1,0 0 0,0-1 1,-1 1-1,1 0 0,-1-1 1,1 1-1,-1-1 0,1 1 0,-1-1 1,0 0-1,0 1 0,1-1 1,-1 0-1,-1 0 0,1 0 1,1-2-1,-1 2 105,6-32 7,13-16 1195,-19 48-968,0-15 109,-2 9 943,-13 28-434,-152 216 1036,112-167-1751,-84 85 0,-168 128-642,216-201 18,76-66 220,13-15 120,1 0-1,0 0 1,0 0 0,0 0-1,0 0 1,0 1-1,0-1 1,0 0-1,0 0 1,0 0 0,0 0-1,0 0 1,0 0-1,0 0 1,-1 0-1,1 0 1,0 0 0,0 0-1,0 1 1,0-1-1,0 0 1,0 0-1,0 0 1,0 0 0,0 0-1,0 0 1,0 0-1,0 0 1,0 0-1,0 1 1,0-1-1,0 0 1,0 0 0,0 0-1,0 0 1,0 0-1,0 0 1,1 0-1,-1 0 1,0 0 0,0 0-1,0 1 1,0-1-1,0 0 1,0 0-1,0 0 1,0 0 0,0 0-1,0 0 1,0 0-1,0 0 1,0 0-1,1 0 1,-1 0 0,0 0-1,0 0 1,0 0-1,0 0 1,0 0-1,0 0 1,0 0 0,0 0-1,0 0 1,1 0-1,-1 0 1,0 0-1,0 0 1,0 0 0,32-11-113,-24 8 108,37-16-41,-1-1 1,0-3 0,-2-1 0,-1-3 0,0-1 0,-2-1 0,-2-3 0,-1-1-1,-1-1 1,33-43 0,92-152-104,-101 139 253,77-89 0,-127 168-23,2 0 0,-1 1 0,2-1 0,-1 2 0,1 0 0,15-8 0,-24 14-38,1 1 1,-1 1-1,1-1 1,0 1-1,0-1 1,0 1-1,-1 0 1,1 0-1,0 1 1,0-1-1,1 1 1,-1 0-1,0 0 1,0 0-1,0 1 1,0-1-1,0 1 1,0 0-1,0 0 1,-1 0-1,1 1 1,0-1-1,0 1 1,-1 0-1,1 0 1,-1 0-1,5 4 1,-1 1-37,-1 1-1,1-1 1,-2 1 0,1 0 0,-1 0 0,0 1 0,0-1 0,-1 1 0,-1 0 0,1 1 0,-1-1-1,1 11 1,3 11-11,-2 1 0,1 45 0,-8 7-1427,-3-1-1,-29 152 1,29-207 1089,-10 44-2966,-5 32-6992,16-51-1232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16 537 10329,'-1'-1'121,"0"1"0,0-1 1,0 1-1,0-1 0,0 1 0,0-1 0,0 0 1,0 0-1,1 1 0,-1-1 0,0 0 0,0 0 1,1 0-1,-1 0 0,1 0 0,-1 0 0,1 0 1,-1 0-1,1 0 0,-1-1 0,1 1-31,1 0-1,-1 0 0,0 1 1,0-1-1,0 0 0,1 0 1,-1 0-1,0 1 0,1-1 1,-1 0-1,1 1 0,-1-1 1,1 0-1,-1 1 0,1-1 0,0 0 1,-1 1-1,1-1 0,0 1 1,0-1-1,6-3 290,1 0 1,-1 1-1,0 0 0,11-3 1,-15 5-332,47-12 834,0 1 1,63-4 0,-17 2-586,43-10-608,-2-6 1,-1-5 0,158-65-1,32-58 949,-205 95 967,-113 59-1442,24-9 1106,-31 13-1244,-1 0 1,0-1-1,1 1 0,-1 0 1,0 0-1,1 0 1,-1 0-1,0 1 0,1-1 1,-1 0-1,0 0 0,0 0 1,1 0-1,-1 0 0,0 0 1,1 0-1,-1 1 1,0-1-1,1 0 0,-1 0 1,0 0-1,0 1 0,1-1 1,-1 0-1,0 0 0,0 1 1,0-1-1,1 0 1,-1 1-1,-2 16 657,-9 12-50,-1-1 0,-1-1 0,-21 31 1,-1 4-66,1 1-112,-67 136 502,89-170-882,2-1 0,1 2 0,1-1-1,1 1 1,-3 37 0,9-60-104,0-1 0,1 1 0,1 0 0,-1-1 0,1 1-1,0-1 1,0 1 0,1-1 0,0 1 0,0-1 0,0 0-1,1 0 1,0 0 0,0 0 0,1 0 0,0-1 0,0 0-1,0 1 1,0-1 0,1-1 0,0 1 0,0-1 0,0 0 0,7 4-1,-2-2-65,0-1 0,0 0 1,1-1-1,-1 0 0,1-1 0,0 0 0,0 0 0,0-1 0,1-1 0,-1 0 0,0-1 0,1 0 0,13-2 0,-9 1-11,1-2 1,0 0-1,-1-1 0,23-9 1,-32 11 83,-1-1-1,0 0 1,0 0 0,0-1 0,-1 0 0,1 0 0,-1 0 0,0-1 0,0 0-1,0 0 1,-1 0 0,0 0 0,4-7 0,-7 10 14,0-1 0,0 0 0,0 0 0,-1 1 0,1-1 0,-1 0 0,1 0 0,-1 0 0,0 0 0,0 0 0,-1 0 0,1 1 0,-1-1 0,1 0 0,-1 0 0,0 0 0,0 1 0,-2-6 0,-24-39-35,19 37 33,0 0 0,-1 1 0,0 0 1,-1 0-1,0 1 0,0 0 0,-23-12 1,6 5-10,-1 2 0,-33-12 1,32 15-494,-1 1 0,0 1 0,0 1 0,-32-2 0,25 10-3602,37-1 4053,0 0 0,0 0 0,0 0-1,0 0 1,0 0 0,0 0 0,0 0 0,0 0 0,0 1-1,0-1 1,0 0 0,0 0 0,0 0 0,0 0-1,0 0 1,0 0 0,0 0 0,0 1 0,0-1 0,0 0-1,0 0 1,0 0 0,0 0 0,0 0 0,0 0 0,0 0-1,0 1 1,0-1 0,0 0 0,0 0 0,0 0 0,0 0-1,0 0 1,0 0 0,0 0 0,0 0 0,0 0-1,1 1 1,-1-1 0,0 0 0,0 0 0,0 0 0,0 0-1,0 0 1,0 0 0,0 0 0,0 0 0,1 0 0,-1 0-1,0 0 1,0 0 0,0 0 0,0 0 0,0 0 0,0 0-1,1 0 1,-1 0 0,0 0 0,0 0 0,0 0 0,0 0-1,0 0 1,0 0 0,0 0 0,1 0 0,24 6-3732,37 5-3967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5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9 12865,'-23'-7'2048,"18"5"-223,4 13-881,0 0 0,0 0 0,-1 0 0,0 0 0,-1 0 0,-7 16 0,-33 61-51,21-44-40,-22 46-1004,-47 146 0,87-223 26,1-7 21,1 0 0,0 0 0,1 0-1,-1 0 1,1 0 0,0 12 0,1-17 94,0 1 1,0-1-1,1 0 0,-1 1 1,1-1-1,-1 0 1,1 1-1,-1-1 0,1 0 1,0 0-1,0 0 1,-1 1-1,1-1 1,0 0-1,0 0 0,0 0 1,0 0-1,0-1 1,0 1-1,1 0 0,-1 0 1,0-1-1,0 1 1,1 0-1,-1-1 0,0 1 1,1-1-1,-1 0 1,0 1-1,1-1 1,-1 0-1,1 0 0,-1 0 1,0 0-1,1 0 1,-1 0-1,3-1 1,12 0-36,1-1 1,-1-1 0,0 0 0,27-9 0,26-6-5,19 6 203,-1 5 1,106 4-1,-148 3-133,-30 0-2,0-1-1,0-1 1,0-1-1,0 0 1,-1 0-1,1-2 1,-1 0-1,0 0 1,25-15 0,37-8 391,-75 28-397,0 0 0,0 0 0,0 0 0,0 1 0,0-1-1,-1 0 1,1 0 0,0 0 0,0 1 0,0-1 0,0 0 0,0 1-1,-1-1 1,1 1 0,0-1 0,0 1 0,-1-1 0,1 1 0,1 1-1,0 0 29,2 0-28,0 1 0,0 0 0,0 0 0,-1 1 1,0-1-1,0 0 0,0 1 0,0 0 0,0 0 0,0 0 1,-1 0-1,0 0 0,0 1 0,0-1 0,-1 0 1,1 1-1,-1 0 0,0-1 0,0 6 0,2 0-264,-1 0 1,2 0-1,-1-1 0,6 10 0,-7-15-186,0 0 0,0-1 0,0 1 0,0-1 0,1 0 0,0 0 1,0 0-1,0 0 0,0 0 0,0-1 0,0 1 0,1-1 0,3 2 0,-5-3 206,-1-1 0,1 0-1,0 0 1,0 1 0,-1-1-1,1 0 1,0 0 0,0-1-1,0 1 1,-1 0 0,1-1-1,0 1 1,0-1 0,-1 1-1,1-1 1,-1 0 0,1 0-1,0 1 1,-1-1 0,1 0-1,-1-1 1,0 1 0,1 0-1,-1 0 1,0-1 0,0 1-1,0 0 1,0-1 0,0 1-1,0-1 1,0 0 0,1-2-1,32-49-2765,19-24 4048,-28 40-99,-2-2 1,19-43-1,29-48 1165,-38 76-1414,38-54 1003,-63 97-1774,0 2 0,0-1 1,2 1-1,-1 0 0,1 1 0,0 0 0,17-10 0,-25 18-259,-1-1-1,1 1 1,0 0 0,-1 0 0,1 0-1,-1 0 1,1 1 0,0-1-1,-1 0 1,1 1 0,-1-1-1,1 1 1,-1-1 0,1 1 0,-1 0-1,1-1 1,-1 1 0,0 0-1,2 2 1,3 9-4975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5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1 410 5753,'0'0'4803,"1"-2"-3495,14-16 241,0 1-1,1 1 1,0 0 0,38-26 0,-16 11-122,-34 28-1277,0 0 0,0 0 0,0 0-1,0 0 1,1 1 0,-1 0 0,1 0-1,0 0 1,-1 0 0,1 1 0,0 0-1,0 0 1,0 0 0,0 0 0,0 1 0,0 0-1,0 0 1,0 0 0,0 1 0,6 1-1,-7-1-79,1 1 0,-1 0-1,0 0 1,0 1-1,0-1 1,0 1-1,0 0 1,0 0-1,-1 0 1,1 0 0,-1 1-1,0-1 1,0 1-1,0 0 1,-1 0-1,1 0 1,-1 0 0,0 1-1,0-1 1,-1 1-1,1-1 1,0 6-1,-2-10-69,3 8 69,-1 1 0,0-1-1,-1 1 1,0 0-1,0 0 1,-1-1 0,0 1-1,-1 12 1,-5 3-287,-1-1 0,0-1 0,-20 41 1,-2 6-1411,29-69 1591,0 0 1,0 0-1,-1 1 1,1-1-1,0 0 0,0 0 1,0 1-1,0-1 1,0 0-1,0 1 1,0-1-1,0 0 0,0 0 1,0 1-1,0-1 1,0 0-1,0 0 0,0 1 1,0-1-1,0 0 1,0 1-1,0-1 1,0 0-1,1 0 0,-1 1 1,0-1-1,0 0 1,0 0-1,0 0 1,0 1-1,1-1 0,-1 0 1,0 0-1,0 0 1,1 1-1,-1-1 1,0 0-1,0 0 0,0 0 1,1 0-1,-1 0 1,0 0-1,1 1 0,-1-1 1,0 0-1,0 0 1,1 0-1,20-3-436,20-11 262,-30 8 112,0 0 0,0 0 0,0-2 0,-1 1 1,0-1-1,14-15 0,46-59-141,62-106 428,-52 70 316,26-16 184,-104 132-676,-1 1-1,0-1 0,0 1 1,1-1-1,-1 1 0,1 0 0,-1-1 1,1 1-1,-1 0 0,1 0 1,0 0-1,0 0 0,-1 1 1,1-1-1,0 0 0,0 1 1,0-1-1,3 1 0,-4 0-7,0 0-1,0 0 1,0 1-1,0-1 1,0 0-1,0 1 1,0-1-1,0 1 1,-1-1-1,1 1 1,0 0-1,0-1 1,-1 1-1,1 0 1,0 0-1,-1-1 1,1 1-1,0 0 1,-1 0-1,1 0 1,-1 0 0,0 0-1,1 0 1,-1 0-1,0 0 1,1 0-1,-1 0 1,0 0-1,0 0 1,0 0-1,0 0 1,0 0-1,0 0 1,0 0-1,-1 1 1,1 12 13,-2 0 1,1 0-1,-2-1 1,0 1 0,-1-1-1,-6 17 1,-39 77 46,16-41-45,32-62-15,-1 1 0,1-1 0,0 1 0,0 0 0,0 0 0,0 0 0,1-1-1,0 8 1,0-8-9,1-1 2,0-1 0,0 1 0,0-1 1,1 1-1,-1-1 0,1 1 0,-1-1 1,1 0-1,0 0 0,0 0 0,0 0 1,0 0-1,0 0 0,0 0 0,5 2 1,5 0-17,1 1 1,0-2 0,0 0-1,20 2 1,-7-1 9,109 9-9,-124-11 13,1-1-1,-1 0 0,0-1 1,1 0-1,-1-1 1,0 0-1,0-1 1,0 0-1,0-1 1,0 0-1,0-1 1,-1 0-1,1-1 1,-1 0-1,0 0 1,13-10-1,107-84 517,-128 98-375,39 9 177,-39-7-304,-1 0 0,0 0-1,1 0 1,-1 0 0,0 0 0,0 1 0,1-1-1,-1 0 1,0 1 0,0-1 0,-1 1-1,1-1 1,0 1 0,1 2 0,-1 0 5,1-1-169,1 0 0,-1 0 0,1-1 0,0 1 0,-1-1 0,1 1 0,0-1 0,1 0 0,-1 0 0,0 0 0,0-1 0,1 1 0,-1-1-1,1 0 1,-1 0 0,1 0 0,0 0 0,-1-1 0,6 1 0,7 0-1613,0-1-1,0-1 0,16-2 1,-22 2 457,39-5-7553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89 348 4212,'0'-2'126,"-1"-1"0,1 1 0,0-1 0,-1 0 0,1 1 0,-1-1-1,0 1 1,0-1 0,0 1 0,0 0 0,-1-1 0,1 1 0,0 0 0,-1 0-1,0 0 1,1 0 0,-1 0 0,-4-3 0,5 3-32,-1 0 1,1 0-1,0-1 1,0 1-1,0 0 0,0-1 1,1 1-1,-1-1 0,0 1 1,1-1-1,0 0 1,0-3-1,-1-3 237,-9-31 1652,8 32-1321,0 0 0,0-1 0,0 1 0,1 0 0,0 0 0,1-14 0,1-49 5796,-2 68-6190,1 1 0,-1 0 0,1 0 1,-1 0-1,0 0 0,0 0 0,0 0 1,0 0-1,0 0 0,0 0 0,-1 0 1,-2-2-1,1 0 348,3 4-527,-1 1 0,0-1 1,1 0-1,-1 1 0,1-1 0,-1 0 0,1 1 0,-1-1 0,0 1 0,1-1 0,0 1 0,-1-1 0,1 1 0,-1-1 0,1 1 0,-1-1 0,1 1 1,0-1-1,0 1 0,-1 0 0,1 1 0,-2 3 41,1 0-1,0 0 1,0 1 0,0-1 0,0 0-1,1 1 1,0-1 0,0 1 0,1-1 0,-1 0-1,1 1 1,0-1 0,1 0 0,-1 0-1,1 0 1,0 0 0,5 9 0,0-2-54,0 0 0,1 0 0,0 0 0,1-1-1,18 18 1,-17-22-133,0 1 0,0-1 0,1 0 0,0-1 0,0-1 0,1 0-1,-1 0 1,1-1 0,0 0 0,0-1 0,1-1 0,-1 0-1,13 1 1,-1-2-35,-1 0-1,0-2 1,0 0-1,1-2 1,-1 0-1,25-8 1,4-6 483,-2-1-1,0-3 1,-1-2-1,87-57 1,-135 80-376,-1-1 1,0 1-1,0 0 0,0 0 1,0 0-1,0-1 1,1 1-1,-1 0 1,0 0-1,0 0 0,0 0 1,0-1-1,1 1 1,-1 0-1,0 0 0,0 0 1,1 0-1,-1 0 1,0 0-1,0-1 0,1 1 1,-1 0-1,0 0 1,0 0-1,1 0 1,-1 0-1,0 0 0,0 0 1,1 0-1,-1 0 1,0 0-1,0 0 0,1 1 1,-1-1-1,0 0 1,0 0-1,1 0 0,-1 0 1,0 0-1,0 0 1,1 1-1,-1-1 1,0 0-1,0 0 0,0 0 1,0 0-1,1 1 1,-1-1-1,0 0 0,0 0 1,0 1-1,0-1 1,0 0-1,0 0 0,1 0 1,-1 1-1,0-1 1,0 0-1,0 0 1,0 1-1,0-1 0,0 0 1,0 1-1,0-1 1,0 0-1,-8 30 432,-21 38-16,-130 238-103,-43 92-820,98-197-405,103-198 816,19-23-845,10-6-78,1 2 0,1 0-1,64-36 1,-29 18 116,56-37-257,290-211 363,-384 267 1176,151-113 3597,-174 133-3867,1 1-1,-1 0 1,1 0-1,-1 1 1,1 0-1,0-1 1,0 1-1,0 1 1,-1-1 0,1 1-1,0 0 1,0 0-1,0 0 1,0 1-1,0 0 1,0 0-1,-1 0 1,1 0-1,0 1 1,-1-1-1,1 1 1,-1 1-1,1-1 1,-1 1-1,5 3 1,6 5-102,0 1 0,0 0 0,-1 1 0,24 29 0,-37-42-85,0 1 0,0-1 0,0 0 0,0 1-1,0-1 1,1 0 0,-1 0 0,0 0 0,0 0 0,0 0 0,0 0 0,1 0 0,-1 0 0,0-1 0,0 1-1,2-1 1,0 0-159,18 1-575,-21 0 743,1-1 1,0 1 0,-1-1 0,1 1 0,0 0-1,-1-1 1,1 1 0,-1-1 0,1 1 0,-1-1-1,1 0 1,-1 1 0,1-1 0,-1 1 0,0-1-1,1 0 1,-1 1 0,0-1 0,0 0-1,1 0 1,-1 1 0,0-1 0,0 0 0,0 0-1,0 0 1,0-1-120,1 0 89,-1-1 1,1 1 0,-1-1-1,0 1 1,0-1 0,0 1-1,0-1 1,0 1-1,-1-1 1,1 1 0,-1-1-1,0 1 1,0-1-1,0 1 1,0 0 0,-2-5-1,-31-39-466,11 14 271,2-2-25,1-1 1,-25-63-1,44 96 287,0-1 1,1 0-1,0 1 0,0-1 0,0 0 1,0 1-1,0-1 0,1 0 0,-1 1 1,1-1-1,-1 1 0,1-1 0,0 1 1,0-1-1,0 1 0,2-3 0,21-31-289,-24 35 298,6-5-84,0 0 0,0 1-1,0 0 1,1 0 0,-1 0 0,1 0 0,1 1 0,-1 1 0,0-1 0,17-4-1,6-1-400,46-7 0,-60 13 351,331-35-1529,-310 35 1608,-22 2 77,41 0 117,-53 1-66,0 0 0,-1 1 0,1-1 0,0 1 0,0 0 0,0 0 0,0 0 0,-1 0 0,1 0 0,-1 1 0,1-1 0,-1 1 0,1 0 0,-1 0 0,4 4 0,-5-5-30,0 1 0,0-1 0,-1 1 0,1-1 0,0 1 1,-1 0-1,1-1 0,-1 1 0,0 0 0,0-1 0,1 1 0,-1 0 0,0 0 0,0-1 0,-1 1 1,1 0-1,0-1 0,-1 1 0,1 0 0,-1-1 0,1 1 0,-1 0 0,-1 2 0,-25 41 424,18-32-333,5-7-89,-1 1 1,1-1-1,0 1 0,1 0 1,0 0-1,0 0 1,0 1-1,1-1 1,0 1-1,1-1 1,-1 1-1,1 0 0,1-1 1,0 1-1,0 0 1,0 0-1,1-1 1,2 10-1,-1-10-34,0 0-1,1-1 1,0 1 0,0-1-1,1 1 1,-1-1 0,1 0-1,1 0 1,-1-1 0,1 1-1,0-1 1,0 0 0,1 0-1,0-1 1,-1 0 0,1 0-1,1 0 1,-1-1 0,1 1-1,10 3 1,13 4 111,-1-1 0,1-1 0,1-2 0,0-1 0,0-1 0,0-2 0,0 0 0,1-3 0,-1-1 0,59-8 0,-67 5 1513,44-1-1,-59 14-1284,0 2-1174,-1-9-2585,-5-3 2979,18-3-3601,-2 2-1581,11 1-5295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204 173 8313,'79'-52'2396,"-75"49"-1979,0 1 0,0-1 1,0 0-1,-1 0 0,1-1 0,-1 1 1,1-1-1,-1 1 0,0-1 0,-1 0 0,3-5 1,2-3 788,-6 11-987,0-1 0,1 0 0,-1 0 0,0 0 0,-1 0 0,1 0 0,0 0 0,0 0 0,-1 0 0,0 0 0,1 0 0,-1 0 0,0 0 0,0 0 0,0-3 0,0 3-60,-1 1-1,1 0 1,-1-1 0,1 1 0,-1 0 0,1 0 0,-1 0-1,0 0 1,0 0 0,1-1 0,-1 1 0,0 0 0,0 1-1,0-1 1,0 0 0,0 0 0,-1 0 0,0 0 0,-2-1 64,0 1 0,0-1 0,0 1 0,1 0 0,-1 0 0,0 1 0,0-1 1,0 1-1,0 0 0,0 0 0,0 0 0,0 1 0,0-1 0,-6 3 0,1 0 9,2 1 1,-1-1-1,0 2 0,1-1 0,-1 1 0,1 0 0,1 1 0,-1 0 0,1 0 0,0 0 0,0 1 0,-6 9 0,-3 5 286,1 1 1,-21 45-1,17-28-427,1 1 1,2 1-1,3 1 0,1 0 0,1 0 0,3 1 0,2 0 1,1 0-1,2 1 0,3-1 0,7 60 0,-7-92-231,1 0-1,0 0 1,1-1-1,1 1 0,0 0 1,0-1-1,0 0 1,2 0-1,-1-1 0,1 1 1,1-1-1,-1 0 1,2-1-1,-1 1 1,1-2-1,0 1 0,1-1 1,0 0-1,0-1 1,0 0-1,1 0 0,0-1 1,0 0-1,0-1 1,0 0-1,1-1 1,18 4-1,-8-4-67,0 0 0,1-1 0,-1-1 0,1-2 0,25-2 0,111-24-465,-37 5 269,12 6-13,-49 8-111,-1-4-1,115-32 1,-190 42 484,0 0 0,0-1 0,0 0 0,-1-1 0,1 1 0,-1-2 0,0 1 0,0-1 0,0 0 1,-1 0-1,1-1 0,-1 0 0,0 0 0,-1 0 0,0-1 0,0 0 0,0 0 0,-1 0 0,4-8 0,-7 12 54,-4 5-132,0 0 110,0 0-1,0 1 1,0-1 0,1 1-1,-1-1 1,1 1-1,-3 4 1,3-3-39,0 1 1,0 1-1,0-1 0,1 0 1,0 0-1,0 1 1,0-1-1,1 0 0,-1 1 1,1-1-1,1 1 1,-1-1-1,1 0 0,0 1 1,0-1-1,0 0 1,1 0-1,0 0 1,0 0-1,0 0 0,1 0 1,0 0-1,0-1 1,0 1-1,0-1 0,0 0 1,1 0-1,0 0 1,0 0-1,0-1 0,0 0 1,1 0-1,9 5 1,0-2-17,0-1 0,1 0 0,-1-1 0,1-1 0,0 0 0,1-1 0,-1-1 1,0 0-1,0-1 0,1-1 0,22-3 0,8-5 296,0-1 1,61-22-1,-106 32-242,1 0 0,-1 0 0,0 0 0,1 0 0,-1 1 0,1-1 0,-1 0 1,0 1-1,1-1 0,-1 1 0,0 0 0,0-1 0,1 1 0,-1 0 0,0 0 0,0 0 0,0 0 0,0 0 0,0 0 1,0 0-1,0 0 0,0 0 0,-1 0 0,1 0 0,0 1 0,-1-1 0,1 0 0,0 2 0,-8 44-1579,0 0-1189,3 3-3351,3-4-1272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9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981 200 4128,'27'28'9140,"-24"-26"-8421,0 0 0,0 1 1,0-1-1,0-1 0,1 1 1,-1 0-1,8 2 9739,-16-4-9782,-23 1-373,0 2 0,0 1 0,0 2-1,0 0 1,-35 14 0,-135 63 115,162-66-412,-94 43-1091,-179 112 0,290-160 604,1 1 0,1 0 0,0 1 0,0 1 0,2 0 0,0 1 0,0 1 0,-11 19 0,26-35 423,0 0 1,0-1-1,0 1 0,1 0 1,-1-1-1,0 1 0,0 0 1,1-1-1,-1 1 1,1-1-1,-1 1 0,0-1 1,1 1-1,-1-1 0,1 1 1,-1-1-1,1 1 0,0-1 1,-1 0-1,1 1 0,-1-1 1,1 0-1,0 1 0,0-1 1,-1 0 27,5 2-53,-1-1 0,1 1 1,-1-1-1,1 0 1,-1-1-1,1 1 0,0-1 1,0 0-1,-1 0 1,1 0-1,0-1 1,-1 1-1,7-3 0,67-21-522,-54 15 469,43-15 92,-1-2 0,-1-4 1,108-67-1,-134 71 112,0-3 0,-2-1 0,-2-2 0,0-1 0,-2-1 0,46-64 0,-43 45-13,1-1 60,75-85 1,-106 133-93,0 0 0,0 0 0,0 1 0,1 0 1,8-5-1,-12 9 0,0-1 0,0 1 0,0 0 0,0 0 0,0 0 0,0 0 0,0 1 0,0-1 0,0 1 0,0 0 0,1 0 0,-1 0 0,0 0 0,0 0 0,0 1 0,6 1 0,0 2 21,1 1-1,-1 0 1,0 0-1,0 1 1,0 0-1,-1 1 1,0 0-1,0 0 1,-1 1-1,1-1 1,-2 2-1,12 17 1,6 12 77,30 69 1,-50-99-110,13 29-80,21 63 1,-38-97 62,1 0 0,0 0 0,1 0 0,-1 0 0,0-1-1,1 1 1,-1 0 0,1-1 0,0 0 0,0 1 0,0-1 0,0 0 0,0 0 0,1 0 0,-1 0 0,1 0 0,-1-1 0,1 1 0,0-1 0,-1 0 0,1 0 0,5 2-1,2-1-5,1 0-1,-1-1 0,1-1 1,0 1-1,10-2 0,3 0 15,84 5 6,185 29-1,-251-27-9,151 31-29,-181-34 41,-1-1-1,0 0 1,1-1 0,-1 0 0,1-1 0,0 0 0,18-3-1,-29 3 3,0-1 0,0 0 0,-1 0 0,1 0 0,0 0 0,0 0-1,-1 0 1,1 0 0,-1-1 0,1 1 0,-1 0 0,1 0 0,-1 0 0,0-1-1,1 0 1,3-11 398,-2 8-369,1 1 1,-1 0-1,1 0 1,0 0-1,0 0 1,0 1-1,0-1 1,1 1-1,-1 0 1,1 0-1,0 0 1,0 1-1,0-1 0,0 1 1,1 0-1,-1 0 1,0 0-1,1 1 1,0-1-1,-1 1 1,1 0-1,8 0 1,204-17 174,-150 15-267,0-2 0,0-3 0,87-23 0,-78 1 293,-8 3-2669,-19 18-8839,-30 8 2585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59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576 232 7701,'-2'-5'497,"0"-1"0,-1 1 0,2 0 0,-1-1 0,1 0 0,0 1 0,0-1 0,0 0 0,1 0 0,0 0 0,1-10 0,0-35 3979,-2 35-2867,1 0-1,4-23 0,-1 10 612,-3 27-225,-2 3-1471,-13 13-273,-245 202 1184,156-148-1526,51-34-738,-82 68 1,135-101 805,1 1 1,-1-1 0,1 0-1,0 1 1,0-1 0,0 0-1,0 1 1,0-1 0,0 0-1,0 0 1,0 0 0,0 0-1,0 0 1,1 0 0,1 0-1,1 2 4,1 0 0,0-1 0,0 1 0,0-1 0,1 0-1,-1-1 1,0 0 0,1 1 0,-1-2 0,1 1 0,-1-1 0,10 0 0,10-1-38,38-8 0,-33 4 38,93-15 198,-54 6 547,1 4-1,121-2 1,-184 12-666,0 0 1,1 1-1,-1 0 0,0 0 0,-1 1 1,1 0-1,0 0 0,0 1 0,-1-1 1,1 2-1,-1-1 0,0 1 1,6 4-1,-6-2-187,1 0 1,-2 0-1,1 1 0,-1-1 1,1 1-1,-2 1 1,1-1-1,-1 1 0,-1 0 1,5 10-1,-1 1-759,-6-12 87,2-1-1,-1 1 1,1 0 0,0-1-1,0 0 1,1 0 0,0 0-1,0 0 1,0 0 0,9 8-1,14 9-5378,2-2-3692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0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2 11677,'-22'-1'531,"10"1"-54,0 0 1,0 0-1,-1 1 0,1 1 0,0 0 1,-20 6-1,-3 5 1091,1 1 1,-52 30 0,59-27-1305,1 1 1,0 1 0,2 1 0,0 1 0,1 1 0,-20 26 0,38-43-338,1 1 1,0 0 0,0 0-1,0 1 1,1-1-1,-4 10 1,6-13-11,0 1 0,0-1 0,1 0 0,-1 1-1,1-1 1,0 0 0,0 1 0,0-1 0,0 1 0,0-1 0,1 0 0,0 1 0,-1-1 0,1 0 0,3 6 0,-1-4-9,0 0 0,0 0 0,1 0 0,-1 0 0,1-1 1,0 1-1,1-1 0,-1 0 0,1-1 0,-1 1 1,1-1-1,1 0 0,-1 0 0,0 0 0,1-1 1,-1 1-1,1-1 0,-1-1 0,1 1 0,0-1 1,0 0-1,10 0 0,49 0 1599,103-12 0,-166 12-1423,0-1 0,0 1 0,0 0 1,0 0-1,0 0 0,0 0 0,0 0 0,0 1 1,-1-1-1,1 1 0,0-1 0,-1 1 1,1-1-1,-1 1 0,0 0 0,0 0 1,3 3-1,-3 1-31,-1-1 0,1 0 0,-1 1 0,0-1 0,0 0 0,0 1 0,-1-1 0,-2 9 0,1-1 24,-6 38 81,-3 0 0,-24 65 0,35-115-166,-7 19-4,-1-1 0,-1 0 0,-1 0 0,0-1 0,-1-1 1,-1 0-1,-1 0 0,0-1 0,-1-1 0,-1 0 0,0-1 0,-1-1 1,-1 0-1,0-1 0,0-1 0,-1 0 0,-1-2 0,0 0 0,0-1 0,0-1 1,-1 0-1,0-2 0,-1 0 0,-38 3 0,44-7 98,9 0-13,0 0-1,1-1 0,-1 1 1,0-1-1,0-1 0,0 1 1,-10-3-1,15 3-67,1 0 1,-1-1 0,1 1-1,0 0 1,-1 0-1,1 0 1,-1 0-1,1-1 1,0 1 0,-1 0-1,1 0 1,-1-1-1,1 1 1,0 0-1,-1-1 1,1 1 0,0 0-1,0-1 1,-1 1-1,1-1 1,0 1-1,0 0 1,0-1 0,-1 1-1,1-1 1,0 1-1,0-1 1,0 1-1,0-1 1,0 1 0,0-1-1,0 1 1,0 0-1,0-1 1,0 1-1,0-1 1,0 1 0,0-1-1,0 1 1,0-1-1,1 1 1,-1 0-1,0-1 1,0 1 0,1-1-1,-1 1 1,0 0-1,0-1 1,1 1-1,-1 0 1,0-1 0,1 1-1,-1 0 1,0-1-1,1 1 1,0 0 0,26-20 13,181-78-1392,-85 44 259,497-262-1341,-604 307 2649,1-1 394,1 0-1,-1 1 0,1 2 0,35-11 0,-60 42 756,3-10-1092,-3 5 88,1 1 0,1 0 0,-3 31-1,7-45-375,1-1-1,0 1 1,0 0 0,1-1-1,-1 1 1,1-1-1,0 1 1,1-1-1,0 1 1,0-1-1,0 0 1,0 1-1,1-1 1,0 0-1,0-1 1,0 1-1,6 6 1,-5-7-86,-1-1 0,1 0 0,0 0 0,0-1 0,0 1 1,1-1-1,-1 1 0,1-1 0,-1-1 0,1 1 0,0-1 0,0 0 0,-1 0 0,1 0 1,0 0-1,0-1 0,0 0 0,0 0 0,0-1 0,0 1 0,0-1 0,-1 0 0,1 0 1,6-2-1,-8 1 82,1 1 1,-1 0-1,0-1 1,0 1-1,0-1 1,0 0-1,0 0 1,0 0-1,0-1 1,0 1-1,-1-1 1,1 1-1,-1-1 1,0 0-1,0 0 1,0 0-1,0 0 1,-1 0-1,1-1 1,-1 1-1,1 0 1,-1-1-1,0 1 1,-1-1-1,1 1 1,-1-1-1,1 0 1,-1 1-1,0-1 1,0 1-1,-1-1 1,1 0-1,-2-3 1,-5-20 105,5 23-69,0 0 1,1 0 0,-1 0 0,1 0 0,0-1-1,1 1 1,-1 0 0,1-1 0,0 1 0,0-1-1,0 1 1,0 0 0,1-1 0,0 1 0,0 0-1,0 0 1,0-1 0,1 1 0,3-7 0,2 1-146,1 0 0,1 1 1,-1 0-1,2 0 1,-1 1-1,1 0 1,0 1-1,0 0 1,1 1-1,0 0 1,1 0-1,20-6 1,-9 4-108,0 2 1,0 0 0,1 1-1,-1 2 1,44-2 0,-62 5 331,1 0 0,-1 0 0,0 0 0,1 1 0,-1 0 0,1 0 0,-1 0 0,0 1 0,0-1 0,0 1 0,8 4 0,-12-4-9,1-1 1,0 1-1,-1 0 1,1 0 0,-1-1-1,1 1 1,-1 0-1,0 0 1,0 0-1,0 1 1,0-1-1,0 0 1,-1 0-1,1 0 1,-1 1-1,1-1 1,-1 0 0,0 0-1,0 1 1,0-1-1,0 0 1,0 1-1,-1-1 1,1 0-1,-2 4 1,1 2 86,-1-1 1,-1 0 0,0 0 0,0 0-1,0 0 1,0 0 0,-8 9-1,-38 45 606,10-13-319,-26 47 339,63-93-770,1 0 0,0 0-1,-1 0 1,1 0 0,0 1-1,0-1 1,0 0 0,1 1 0,-1-1-1,0 0 1,1 1 0,0-1 0,-1 1-1,1-1 1,0 0 0,0 1 0,1-1-1,-1 1 1,0-1 0,2 4-1,-1-3-1,0-1 0,1 0 0,-1 0-1,1 0 1,0 0 0,-1 0-1,1-1 1,0 1 0,0 0 0,0-1-1,0 0 1,1 1 0,-1-1-1,0 0 1,1 0 0,2 1-1,5 1 0,0 0 0,1-1 0,0 0 0,-1-1 0,1 0 0,0-1 0,12-1 0,-10 0-18,1-1 0,0-1-1,-1 0 1,0-1 0,0 0-1,0-1 1,21-11 0,-27 12 22,0-1-1,0 1 1,-1-1 0,1 0 0,-1-1-1,-1 1 1,1-1 0,-1-1 0,0 1-1,0-1 1,-1 1 0,0-1 0,5-12-1,-8 14 4,0 0-1,0 0 0,-1 0 0,0-1 0,0 1 0,0 0 0,0 0 0,-1 0 0,0 0 0,0-1 0,-1 1 0,1 1 0,-1-1 0,0 0 0,-5-9 0,6 13-6,-7-12-101,-1 1 0,0 0-1,0 0 1,-2 1 0,1 0-1,-1 1 1,-19-14 0,-13-2-3826,16 15-3465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446 315 12593,'-30'16'757,"14"-8"-73,0 1 0,-1-2 0,0 0 1,-24 6-1,5-2 316,0 3 0,1 0 0,1 3 1,1 1-1,-44 30 0,70-43-865,1-1 1,-1 1-1,1 1 1,-10 11-1,14-15-121,0 1-1,1 0 1,-1-1-1,1 1 1,-1 0-1,1-1 1,0 1 0,0 0-1,0 0 1,1 0-1,-1 0 1,1 0-1,-1 0 1,1 0 0,1 6-1,-1-5-84,1-1 0,0 1 0,0-1 0,0 1 0,0-1 0,1 1 0,-1-1 1,1 0-1,0 0 0,0 0 0,0 0 0,0 0 0,1 0 0,-1-1 0,1 1 0,0-1 0,-1 1 0,1-1 0,0 0 0,1 0 0,-1-1 0,0 1 0,0 0 0,1-1 0,-1 0 0,1 0 0,-1 0 0,1 0 1,-1-1-1,6 1 0,2 0-102,0-1 0,0 0-1,-1-1 1,1 0 0,-1-1 0,1 0 0,-1-1 0,1 0 0,-1 0 0,0-1 0,-1-1 0,1 1 0,-1-1 0,16-12 0,1-2 186,-1-1 1,-2-1 0,38-42-1,-46 46 263,-2-1 0,0 0 0,-1-1 0,0 0 0,16-39 0,-17 26 167,-1-1 0,-1 0 0,6-46 0,3-58 1207,-16 118-1488,-1 15-135,-2 7-76,-4 75-1800,2-27 107,0-1-1553,3-15-2802,3-6-2079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1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400 172 6177,'61'-69'4283,"-52"60"-3602,0-1 0,1 1 0,15-10 0,-17 13-150,1 0-1,-1-1 1,-1 0-1,1-1 1,8-11-1,-15 17 199,5 18 828,-5-11-1424,-1 0-1,0 1 1,0-1-1,0 0 1,-1 0 0,0 0-1,0 0 1,0 0 0,0 0-1,-3 7 1,-26 53 616,23-49-589,-84 161 838,-51 117-1202,44 4-7982,97-295 8081,0 0 0,0 0 0,0 0 1,0 0-1,0 0 0,-1 0 0,1 0 1,-1-1-1,0 1 0,0 0 0,0-1 1,0 1-1,0-1 0,0 0 0,-1 0 1,1 0-1,-1 0 0,0 0 0,0 0 1,1-1-1,-1 1 0,0-1 0,0 0 1,0 0-1,-1 0 0,1 0 0,0-1 1,0 1-1,0-1 0,-1 0 0,1 0 1,0 0-1,0 0 0,0-1 0,-1 1 1,-2-2-1,-4 0 231,0-1 0,1 0 0,-1 0-1,1-1 1,0-1 0,0 1 0,0-1 0,1-1 0,-15-11 0,21 10 195,3 0-267,0 0 0,1 1 0,0 0 0,0-1 0,0 1 0,1 0-1,0 0 1,0 0 0,0 0 0,1 1 0,0-1 0,0 1 0,0 0 0,1 0 0,-1 0 0,1 1 0,1 0 0,-1 0-1,0 0 1,1 0 0,0 1 0,7-3 0,165-81-3441,-160 75 680,-2-2-788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13669,'0'1'129,"0"0"-1,0-1 0,1 1 1,-1 0-1,0 0 0,0 0 1,0-1-1,0 1 1,0 0-1,0 0 0,0-1 1,-1 1-1,1 0 0,0 0 1,0-1-1,-1 1 1,1 0-1,0-1 0,-1 1 1,1 0-1,0-1 0,-1 1 1,1 0-1,-1-1 1,0 1-1,1-1 0,-1 1 1,1-1-1,-1 1 0,0-1 1,1 0-1,-1 1 1,0-1-1,1 0 0,-1 1 1,0-1-1,1 0 0,-1 0 1,0 0-1,0 1 1,0-1-1,1 0 0,-2 0 1,-15 5 1526,16-4-1484,-1-1 0,1 0 0,0 1 1,0-1-1,-1 1 0,1 0 1,0-1-1,0 1 0,0 0 1,0 0-1,0-1 0,0 1 0,0 0 1,0 0-1,0 0 0,0 0 1,0 1-1,1-1 0,-1 0 1,0 0-1,1 0 0,-1 1 0,1-1 1,-1 0-1,1 0 0,0 1 1,0-1-1,-1 0 0,1 1 1,0-1-1,0 0 0,0 1 0,0-1 1,1 0-1,-1 1 0,0-1 1,0 0-1,1 1 0,0 1 1,1 0-39,0 1 0,1-1 0,-1 0 1,1 0-1,-1 0 0,1 0 1,0-1-1,0 1 0,0-1 0,1 1 1,-1-1-1,8 3 0,23 10 537,1-2-1,70 15 0,82 6 87,-162-30-663,694 70 279,5-60-1540,-614-16 121,-1-5 1,186-35-1,-285 40 756,-1 0-1,0-1 1,1 0 0,-1 0-1,-1-1 1,1 0-1,-1-1 1,1 0 0,-1 0-1,9-9 1,-10 7-954,0-1-1,0 0 1,-1 0 0,0 0-1,10-19 1,3-4-4433,-2 4-3461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934 1 11129,'-21'11'2472,"15"-8"-1778,0 0 0,0 1 0,0-1 0,1 1 0,-1 0 1,1 0-1,0 1 0,1 0 0,-6 6 0,2 1-37,2 0 0,-1 1 0,2 0 1,0 0-1,0 0 0,1 1 0,1 0 0,0-1 1,1 1-1,-1 24 0,2 13 431,9 73 1,-6-97-760,0-3-256,5 52 427,-3 0 1,-9 126 0,2-179-431,0 1 1,-2-1-1,-1-1 0,-1 1 1,-1-1-1,0 0 1,-2-1-1,-1 0 0,0 0 1,-2-1-1,0-1 1,-25 28-1,13-21-557,-2-1 0,0-1 0,-2-2 0,0 0 0,-57 29 0,-170 66-5224,115-58 3042,98-35-4319,22-8-4505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1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219 101 16582,'-95'-40'2560,"57"26"-720,3-1-292,19 10-320,-3-1-564,3 3-796,22-14-21174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2079 0 6121,'-3'5'238,"0"-1"0,-1 1 1,1-1-1,-1 0 1,-1 0-1,1-1 0,0 1 1,-1-1-1,0 0 1,1 0-1,-1-1 0,0 1 1,-1-1-1,1 0 1,-8 2-1,0 0 83,-26 10 930,14-5-517,0 1 0,0 1 1,-24 14-1,25-11-391,-128 79 1527,122-74-1462,-36 32 0,59-45-331,0 0-1,1 0 1,0 1 0,1 0 0,-1 0 0,1 0 0,1 0 0,-1 1-1,1 0 1,0 0 0,-3 10 0,7-13-50,-1 0 0,1 0 0,0 0 0,0 0 0,0 0 0,1 0 0,0 0 0,0 0 0,0 0 0,0 0 1,1-1-1,0 1 0,0-1 0,0 1 0,1-1 0,-1 0 0,1 1 0,0-1 0,0-1 0,7 8 0,7 6 49,1-1-1,38 27 1,-47-37-46,1 2-13,38 26 106,51 48 1,-84-68-17,0 2 1,-2-1-1,0 2 1,0 0 0,-2 0-1,0 1 1,9 20 0,-11-13-6,0 0 1,-1 0 0,-2 1 0,-1-1 0,0 1 0,-2 1 0,-1-1-1,-2 0 1,0 1 0,-1-1 0,-2 0 0,-1 0 0,-1 0-1,-13 41 1,-3-8-34,-2-1-1,-3-1 0,-2-2 1,-3 0-1,-42 56 0,-24 16-680,-149 152-1,133-159-256,-104 147 0,206-253 806,1 1-1,1 0 1,1 1-1,-10 23 1,17-35 53,-1 0 1,1 1 0,0-1-1,1 0 1,-1 0-1,1 0 1,0 1 0,0-1-1,0 0 1,1 7-1,0-8 7,0-1 0,0 0 0,0 1 0,0-1 0,0 0 0,0 1 0,1-1 0,-1 0 0,1 0 0,0 0 0,-1 0 0,1-1 0,0 1 0,0 0 0,0-1 0,0 1 0,1-1 0,3 3 0,2-1 1,0 0 0,0 0 0,0-1 0,1 0 0,-1 0-1,1-1 1,16 1 0,64-7 63,-67 2 46,0 1 0,0 1 0,28 3 0,-49-2-78,1 0-1,0 0 1,-1 1 0,1-1 0,0 0 0,-1 1-1,1-1 1,-1 1 0,1-1 0,-1 1-1,1 0 1,-1 0 0,1 0 0,-1 0 0,0 0-1,1 0 1,-1 0 0,0 0 0,0 0 0,0 0-1,0 1 1,0-1 0,1 2 0,-1 0 14,-1 0 1,1 0-1,-1 0 1,0 0-1,0 0 1,0 0 0,0 0-1,0 0 1,-1 0-1,1 0 1,-1 0-1,0 0 1,-2 5 0,-2 4 57,-1 0 0,0 0 0,0-1 0,-1 0 0,0 0 0,-11 10 0,-57 59 449,72-78-536,-188 170 583,-111 84-72,154-135-284,-86 74-98,164-132-98,-75 88-1,133-137-35,0 1 0,0 1 0,2 0-1,0 0 1,0 1 0,2 0 0,-8 20-1,14-29-47,0 0-1,0 1 1,0-1-1,1 0 1,1 1-1,-1-1 0,1 0 1,1 1-1,-1-1 1,2 1-1,-1-1 0,1 0 1,0 0-1,1 0 1,-1 0-1,2 0 1,-1 0-1,9 12 0,1-2-375,0-1 0,2 0 0,0 0 0,1-2 0,0 0 0,1 0 0,31 18 1,145 74-4052,-155-87 3445,71 34-3330,7 0-2321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45 135 10373,'0'0'4216,"-10"-14"-3592,4-4 28,-1 4-516,4-6-760,-6 0-580,-1-3-2876,17-2-3029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3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34 10185,'-31'-34'9349,"33"56"-8614,1 1 1,1-1-1,1-1 0,0 1 1,13 28-1,-1 0-185,54 153 170,-54-162-1313,3 0-1,43 67 1,-54-94 136,1-1-1,1 0 1,0-1 0,0 0-1,1 0 1,1-2-1,19 14 1,-21-18 53,0 0 0,0 0 1,1-1-1,0-1 0,0 0 1,0 0-1,0-1 0,0-1 0,1 0 1,18 0-1,-1-3 213,-1 0 0,1-3 0,-1 0 0,0-2 0,-1 0 0,1-3 0,-1 0 0,-1-1 0,0-2 0,28-17 0,-13 5 854,-1-3 1,-2-1-1,0-2 1,-3-2-1,46-49 1,-58 53 553,-2-1-1,22-37 1,-39 58-887,-4 6-138,0 0-1,0-1 1,0 1-1,0 0 1,0 0 0,0-1-1,-1 1 1,1-1-1,-1 1 1,0 0 0,0-3-1,1 4-129,-1 0-1,0 1 0,-1-1 1,1 0-1,0 1 0,0-1 1,0 0-1,0 1 0,0-1 1,-1 0-1,1 1 0,0-1 1,0 1-1,-1-1 0,1 1 0,-1-1 1,1 1-1,0-1 0,-1 1 1,1-1-1,-1 1 0,1-1 1,-1 1-1,1 0 0,-1-1 1,1 1-1,-1 0 0,0-1 1,1 1-1,-1 0 0,0 0 1,1-1-1,-1 1 0,1 0 1,-1 0-1,0 0 0,1 0 1,-1 0-1,-1 0 0,-7 3 211,1 0 0,-1 1 0,1 0 0,-1 1 0,1-1-1,1 1 1,-1 1 0,-8 8 0,3-5 14,-265 228 2912,17 21-2322,-43 75-2611,222-230-1894,-98 158 0,123-156-482,29-32-1850,9 0-4745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35 12321,'-140'66'4146,"118"-54"-3112,1 1 1,0 1 0,-22 20-1,28-21-697,0 0 0,1 1 0,1 1 0,1 0 0,0 1 0,1 0 0,-10 18 0,15-21-210,0 0-1,0 0 1,1 1 0,1-1 0,0 1 0,1 0-1,0 0 1,2 1 0,-1 24 0,2-28-67,1 0 1,1 0-1,0 0 1,0 0-1,1 0 1,1 0-1,0 0 0,0-1 1,1 0-1,10 16 1,-6-13-72,1 0 0,0-1 0,1-1 1,0 1-1,1-2 0,0 0 0,15 10 0,-9-8-31,1-1 0,1-1 0,0 0 0,0-2 0,1 0 0,0-2 0,0 0 0,1-1 0,-1-1-1,1-1 1,25 0 0,-29-3 29,0-1-1,0-1 1,0 0 0,1-1-1,-2-1 1,1-1-1,0 0 1,23-11 0,-34 12 15,-1 1 1,0-1-1,0 0 1,0 0 0,0 0-1,0-1 1,-1 0-1,0 0 1,0-1 0,-1 1-1,1-1 1,-1 0 0,0 0-1,-1-1 1,1 1-1,-1-1 1,-1 1 0,1-1-1,-1 0 1,0 0-1,-1 0 1,0-1 0,0 1-1,0-7 1,-1 0 3,-2 1 1,1 0 0,-2 0-1,1 0 1,-2 0-1,0 1 1,0-1-1,-1 1 1,-1 0-1,0 1 1,-15-23 0,-4 0 20,-1 1 0,-44-43 0,11 19-714,-82-62 1,-3 23-5224,117 84 345,2 7-3350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4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89 10593,'0'-10'1266,"-2"0"0,0 0 1,0 0-1,-1 0 0,0 1 0,-8-18 0,11 27-1228,0 0-1,0 0 0,-1-1 0,1 1 0,0 0 0,0 0 0,0 0 1,0 0-1,0 0 0,0-1 0,0 1 0,0 0 0,0 0 0,-1 0 1,1 0-1,0 0 0,0 0 0,0 0 0,0 0 0,0 0 0,-1-1 1,1 1-1,0 0 0,0 0 0,0 0 0,0 0 0,0 0 0,-1 0 1,1 0-1,0 0 0,0 0 0,0 0 0,0 0 0,-1 0 0,1 0 1,0 0-1,0 0 0,0 0 0,0 1 0,0-1 0,-1 0 0,1 0 1,0 0-1,0 0 0,-9 2 378,0 1 1,0 0 0,0 1-1,1 0 1,0 0-1,-1 1 1,2 0-1,-1 0 1,0 1-1,-8 9 1,5-4-127,0 1 0,2 0 0,-1 0 0,1 1 0,1 0-1,-7 15 1,7-10-187,1-1-1,0 1 0,1 0 0,1 1 0,1-1 0,0 1 1,2 0-1,0 0 0,1 0 0,1 0 0,2 21 0,1-25-213,1-1 0,0 1 1,0-1-1,1 0 0,1 0 0,1 0 0,0-1 0,1 1 0,0-2 0,1 1 0,0-1 0,1-1 1,0 0-1,1 0 0,0-1 0,1 0 0,0-1 0,0-1 0,22 12 0,-19-12 89,0-1 0,1-1 0,0 0 0,0-1 0,0 0 0,1-1 0,0-1 0,-1-1 0,1-1 0,0 0 0,0-1 0,0-1 0,0 0 0,0-1 0,0-1 0,-1-1 0,23-7 0,-26 4 397,-24 9-852,-24 10-1797,32-8 1328,-1 0 0,0 1 0,1-1 0,0 1 0,0-1 0,1 1 0,-1 0 0,-2 8 0,4-10-345,-5 17-9813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09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274 858 10449,'-96'-95'4162,"54"67"-338,16 11-2419,-79-51 3211,105 68-4559,-1 0 0,1 0 0,0 0 0,0 0 0,-1 0 0,1 0-1,0 0 1,0 0 0,0 0 0,-1 0 0,1-1 0,0 1 0,0 0 0,0 0-1,0 0 1,-1 0 0,1 0 0,0-1 0,0 1 0,0 0 0,0 0 0,0 0 0,0-1-1,-1 1 1,1 0 0,0 0 0,0 0 0,0-1 0,0 1 0,0 0 0,0 0-1,0 0 1,0-1 0,0 1 0,0 0 0,0 0 0,0-1 0,0 1 0,0 0 0,0 0-1,11-4 780,30 2-849,-30 2 278,114-6-115,158-28-1,122-50-1861,402-143-3857,-675 187 4242,246-77-4962,21-12-4005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5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11001,'1'1'148,"-1"0"0,1-1 0,0 1 0,-1-1 0,1 1 0,0-1 0,0 1 0,-1-1 0,1 1-1,0-1 1,0 0 0,0 1 0,0-1 0,-1 0 0,1 0 0,0 0 0,0 1 0,0-1 0,0 0 0,0 0 0,0-1 0,0 1 0,-1 0 0,1 0 0,0 0 0,0 0 0,6-4 7644,-16 23-5571,4-10-1840,-21 49 1435,-35 121 0,32-84-1225,17-50-367,1 0 0,-7 85 0,17-119-206,1-6-28,-1 0 0,1 0-1,0 0 1,0 0 0,1 0 0,0 0 0,-1 0 0,2 0 0,-1 0 0,1 0 0,-1 0 0,6 8-1,-6-10-14,1-1 0,0 0 0,0 1-1,0-1 1,0 0 0,0 0-1,0 0 1,0-1 0,1 1-1,-1 0 1,1-1 0,-1 0-1,1 1 1,-1-1 0,1 0 0,0 0-1,0-1 1,0 1 0,-1-1-1,1 1 1,0-1 0,0 0-1,4 0 1,28-4-213,0-1 0,-1-2 0,0-1 0,46-18 0,-32 10 8,65-13 1,-67 24 155,0 1 0,1 3 1,0 2-1,-1 2 0,64 11 1,70 4 52,-158-18 27,0 0 0,0-2 0,-1 0 0,1-1 0,-1-2 0,27-8 1,-41 11 32,0-1 1,0-1 0,0 1 0,-1-1 0,1 0-1,-1 0 1,0-1 0,-1 0 0,1 0-1,-1 0 1,0 0 0,5-8 0,-8 10-4,-1 1 0,0-1 0,0 0-1,0 1 1,0-1 0,-1 0 0,1 0 0,-1 0 0,1 1 0,-1-1 0,0 0-1,0 0 1,0 0 0,-1 0 0,0-3 0,-11-37 213,11 42-233,-6-13 53,-1 0-1,0 1 1,-1 0-1,0 0 0,-1 1 1,0 0-1,-1 1 1,-23-18-1,-12-15-261,10 11-962,-4-5-1321,19 8-3408,19 21-497,14 9-4013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5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3 11633,'-4'-1'363,"1"1"-1,-1-1 1,1 1 0,-1-1-1,1 1 1,-1 0 0,1 0-1,-1 1 1,1-1 0,-1 1-1,1-1 1,0 1 0,-6 2-1,-37 23 3876,43-24-4075,0 0 93,1 1-1,-1-1 1,0 1-1,1-1 0,0 1 1,-1 0-1,1 0 1,0 1-1,0-1 1,1 0-1,-1 0 0,1 1 1,0-1-1,0 1 1,0 0-1,-1 5 1,1 0-29,0-1 1,1 1-1,-1-1 1,2 0 0,1 14-1,0-15-142,0 1-1,1-1 1,0 1 0,0-1-1,0 0 1,1 0 0,0 0-1,0-1 1,1 1 0,0-1-1,0 0 1,1-1 0,-1 1-1,1-1 1,0 0-1,1 0 1,-1-1 0,9 4-1,11 6-84,0-1-1,1-2 0,38 11 1,-60-20-12,-1-1-1,1 1 1,1-1 0,-1 0 0,0 0 0,0-1 0,0 0 0,0 0 0,1 0 0,-1 0 0,0-1 0,0 1 0,0-2-1,0 1 1,0 0 0,8-4 0,-12 4 13,0 0 0,-1 1 0,1-1-1,0 0 1,0 0 0,-1 0 0,1 0-1,0 0 1,-1 0 0,1 0 0,-1 0-1,1 0 1,-1 0 0,0 0 0,1 0 0,-1 0-1,0 0 1,0-1 0,0 1 0,0 0-1,0 0 1,0 0 0,0 0 0,0 0-1,0-1 1,0 1 0,-1 0 0,1 0 0,-1 0-1,1 0 1,-2-2 0,-20-38 114,19 36-103,-16-19-199,-1 1-1,0 0 1,-2 1-1,0 2 0,-51-36 1,10 9-7298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11965,'-2'16'1123,"1"-13"-806,0 0-1,1 0 0,-1 0 0,1 1 0,0-1 0,0 0 1,0 0-1,0 1 0,1-1 0,0 0 0,-1 0 1,1 0-1,2 5 0,-2-6-279,9 20 1199,-1 1 1,8 30-1,-9-19-762,-1 1 0,-2-1-1,1 37 1,-7-70-449,1 0 0,0 1 0,0-1 1,0 0-1,0 0 0,0 1 0,0-1 0,1 0 0,-1 0 0,0 1 0,0-1 0,1 0 0,-1 0 1,1 0-1,-1 1 0,1-1 0,0 0 0,-1 0 0,1 0 0,0 0 0,0 0 0,0 0 1,0 0-1,0-1 0,0 1 0,0 0 0,0 0 0,1 0 0,0-1-9,0 0 0,0 0 0,0 0 0,-1 0 0,1 0 0,0-1-1,0 1 1,0-1 0,0 1 0,-1-1 0,1 1 0,0-1 0,0 0 0,-1 0 0,1 0 0,-1 0 0,1 0-1,-1 0 1,2-3 0,2 0 30,0-1 0,-1 0 0,0 0 0,7-11 0,3-4 36,2 1 146,0 2 1,0 0 0,2 1 0,0 1-1,1 0 1,39-23 0,-25 27 257,-32 11-459,1 0 0,-1 0 0,0-1 0,0 1 0,1 1 0,-1-1 0,0 0 0,0 0 0,1 0 0,-1 1 0,0-1 0,0 0 0,1 1 0,-1-1 0,0 1 0,0 0-1,0-1 1,0 1 0,0 0 0,0 0 0,0-1 0,0 1 0,0 0 0,0 0 0,0 0 0,0 2 0,3 5 13,0 1 0,0 0 0,-2 0 0,1 0 0,-1 0 0,0 1 0,-1-1-1,1 20 1,-1-13-358,1 0 0,5 20 0,0-8-713,18 55-3722,2-23-4548,-1-14 636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1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5 372 11213,'0'0'2126,"0"3"-206,-1 3-1919,0-1 868,0-1 0,0 1-1,1 0 1,-1 0 0,1 0 0,1 0 0,-1-1 0,1 1-1,1 8 1,4-9-75,16-3-481,-1 0 0,1-2 0,0 0 0,43-9 0,90-30-669,-123 31 213,486-163-4513,-122 36-4095,-155 62-666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7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330 878 5308,'12'4'11216,"0"-2"-5368,2-2-3849,9-2-3985,5 1 2615,-23-2-611,0 0 1,0 0-1,0-1 0,0 1 1,7-8-1,-3 2 11,-8 7-14,12-23 93,10-79 724,-7 57-615,4-19 7,23-113 318,-19 53-98,-21 110-244,-1 0 0,0 0 1,-1-1-1,-1 1 0,-1 0 0,-2-18 1,-1-5 357,-14-63 1664,17 100-2136,0 0-1,0 1 0,0-1 0,-1 0 0,1 1 0,-1 0 0,1-1 1,-1 1-1,1 0 0,-1-1 0,0 1 0,0 0 0,0 0 1,1 1-1,-1-1 0,0 0 0,-3 0 0,-38 12 574,16-2-363,4-2-184,1 1 1,0 1-1,1 1 1,-22 14-1,11-5-112,0 2 0,1 1 0,2 2 0,0 1 0,2 1 0,-46 57 0,60-66 0,1 0 0,1 1 0,1 1 0,0 0 0,2 0 0,0 1 0,1 0 0,1 0 0,1 1 0,1 0 0,1-1 0,0 2 0,2 38 0,2-35 1,2-1 0,0 1 0,2-1 0,1 0 0,1-1 1,0 1-1,15 27 0,-7-21 1,2-1 1,1-1-1,1 0 0,37 41 1,-12-23-6,81 65 0,59 27-42,-71-55-13,-94-69-238,0 1 1,0 1-1,-2 0 0,0 1 1,0 1-1,23 36 0,-39-53 273,0 1 0,-1 0 0,1 0 0,-1-1 0,1 1 0,-1 0-1,0 0 1,0 0 0,1 0 0,-2 0 0,1 0 0,0-1-1,0 1 1,0 0 0,-1 0 0,1 0 0,-1 0 0,0-1-1,1 1 1,-1 0 0,0 0 0,0-1 0,0 1 0,0-1-1,0 1 1,-1-1 0,1 1 0,0-1 0,-1 0 0,-2 2-1,-1 1-28,0 0-1,0 0 0,-1-1 0,1 1 1,-1-1-1,0-1 0,-9 4 0,-26 3-764,0-2-1,0-3 0,-1 0 1,0-3-1,-45-4 0,58 2 5,-51-7-2995,27-4-3446,21 1-2450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7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0 10737,'-1'2'299,"0"0"1,1 0-1,-1 0 1,0-1-1,0 1 1,0 0-1,0 0 1,-1-1-1,1 1 0,0-1 1,-1 1-1,1-1 1,-1 0-1,1 1 1,-1-1-1,-1 1 1,0-1 10,1 1 1,0 0 0,0-1 0,0 1 0,0 0-1,0 0 1,0 0 0,0 0 0,1 0 0,-1 1-1,1-1 1,0 1 0,0-1 0,0 0 0,0 1-1,-1 3 1,-7 37 2759,-3 48 0,2 119 1335,9-187-4057,-10 179-93,-9 0-1,-61 262 0,-4-181-221,11-43-201,66-208-935,-7 52 0,14-70-43,1 0-1,0 1 1,3 20 0,-2-31 660,0 0 1,0 1-1,0-1 1,1 0-1,0 1 1,0-1-1,3 5 1,21 28-5603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45 5276,'0'0'5014,"-2"-2"-3965,-15-22 5776,18 22-5861,5-7-1038,1 1 3411,-5 32-431,-11 175 1626,1-24-1594,0 25-2938,-10 0 0,-45 206 0,30-200-5779,29-166 3010,2 0-1,2 0 1,6 50-1,3-39-10156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37 195 11233,'-1'2'503,"0"1"1,0-1-1,1 1 1,-1 0-1,1-1 1,-1 1-1,1 0 1,0 0-1,0-1 0,0 1 1,1 0-1,-1 0 1,1 2-1,1 24 1853,-9 55 495,0-16-2374,3 1-1,7 92 1,-2-144-1489,-1 0 1,-2 24-1,0-2-1866,2-36 1341,0 0 103,3 19-821,-7-35 406,-8-45 503,9-3 1331,2 0 1,2 0 0,4 1 0,2-1-1,2 1 1,4 1 0,23-71 0,-31 118 454,0 0 1,1 0-1,1 1 1,0-1-1,0 2 1,1-1 0,1 1-1,0 0 1,0 1-1,1 0 1,0 0 0,0 1-1,1 1 1,22-13-1,-32 20-357,0-1 0,0 1 0,1 0-1,-1 0 1,0-1 0,0 1 0,0 0 0,1 0 0,-1 0-1,0 1 1,0-1 0,1 0 0,-1 0 0,0 1-1,0-1 1,0 0 0,0 1 0,0-1 0,2 2-1,2 0 182,2 0-40,0 1 0,-1-1 0,1 1 0,-1 1 0,1-1 0,-1 1 0,0 0-1,-1 1 1,9 7 0,0 3 428,24 33 1,-1 0-5,-10-12-433,-2 1-1,-1 0 1,26 59 0,-21-39-166,-25-51-87,-1 0 1,0 1 0,0 0 0,0 0 0,-1 0-1,0 0 1,-1 0 0,2 12 0,-2-10-6,1 1 0,0 0 0,7 17 0,-8-24-4,0-16-41,0 0 83,1 1 0,1 0 0,-1-1 0,2 1 1,0 0-1,1 1 0,0-1 0,0 1 0,1 0 0,1 0 0,0 0 0,16-18 0,-8 12 2,1 1-1,0 1 0,1 0 0,1 1 1,1 1-1,37-21 0,-48 29 28,1 1 1,0 0-1,0 1 0,0 0 0,0 0 0,1 1 0,-1 0 1,1 1-1,-1 0 0,1 0 0,0 1 0,-1 0 1,1 1-1,0 0 0,-1 1 0,1-1 0,-1 2 0,0 0 1,0 0-1,0 0 0,0 1 0,0 1 0,-1-1 1,0 1-1,0 1 0,0-1 0,0 2 0,-1-1 0,0 1 1,0 0-1,-1 0 0,6 9 0,2 6-12,-1 0-1,-1 0 1,-1 2-1,-1-1 1,-1 1-1,-1 1 1,-1 0-1,-2 0 1,4 33 0,1-10-1103,-6-31-1343,-1 0-1,3 31 1,-5-32-2637,7-1-2760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9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7629,'3'-1'344,"-1"1"1,1-1 0,-1 1 0,0-1 0,1 0-1,-1 0 1,0 0 0,0 0 0,0-1 0,0 1-1,3-2 1,0-10 8213,27 29-6805,-30-15-1690,0 1 0,0 0 0,-1-1 0,1 1 1,-1 0-1,1 0 0,-1 0 0,0 0 0,0 0 0,0 1 1,0-1-1,0 0 0,0 1 0,0 1 0,1 2 68,4 10 17,-1 0 0,-1 0 0,0 1 0,-1-1 0,1 21-1,-1 85-126,-3-94-156,4-3-12,-4-25 145,0 1-1,0-1 1,1 0-1,-1 0 0,0 1 1,0-1-1,0 0 1,1 0-1,-1 0 1,0 0-1,0 1 0,1-1 1,-1 0-1,0 0 1,0 0-1,1 0 0,-1 0 1,0 0-1,1 0 1,-1 0-1,0 0 1,0 0-1,1 0 0,-1 0 1,0 0-1,1 0 1,-1 0-1,0 0 0,0 0 1,1 0-1,-1 0 1,0 0-1,1 0 0,-1 0 1,0 0-1,0-1 1,1 1-1,-1 0 1,4-4-10,1 0 0,-1 0 0,-1 0 0,1-1 0,4-6 0,-1 1 24,10-11 531,1 1 1,1 0 0,0 2-1,31-22 1,-48 39-493,0 1-1,0 0 1,0 0 0,0-1-1,0 1 1,0 1 0,0-1-1,0 0 1,1 1 0,-1-1-1,0 1 1,-1-1 0,1 1-1,0 0 1,0 0 0,2 1-1,3 5-142,-1 0-1,1 0 0,-1 0 0,-1 1 0,1 0 0,6 15 0,3 2-528,0-3-2084,36 39 0,0-17-5838,-15-23-449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6:49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71 140 11785,'-13'-14'4172,"-3"3"-2067,4-4 1371,2-2-2216,0 0 460,7 3-1776,-3 0-540,9-4-9341,3-2-1008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10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13473,'25'0'1984,"1"0"1425,-7-8-1857,0 5 892,0-6-1496,13 1-208,6 2-524,12-3-536,17-11-420,22-8-1024,19-15-944,25-8-3017,26 8-4800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1 789 4376,'25'-7'2288,"-20"6"-1867,-1 0-1,1 0 1,-1 0-1,0-1 0,1 1 1,-1-1-1,0 0 1,0-1-1,6-4 0,8-6 928,-11 8-453,1 0-1,-1-1 1,0 0-1,-1-1 1,1 0 0,5-7-1,-2-1 1108,0 0 0,-1 0 0,-1 0 0,-1-1 0,0-1 0,8-28 0,-16 34-1665,0 10-341,0-1 0,0 1 0,0-1 0,0 1 1,0-1-1,0 0 0,1 1 0,-1-1 0,0 0 0,1 1 0,0-1 0,-1 0 1,1 0-1,0 0 0,0-2 0,0 2 4,0-1 0,0 1 0,0 0 0,0-1 0,1 1 0,-1 0 0,1 0 0,0 0 0,0-1 0,0 1 0,0 0 0,0 0 0,0 0 0,0 0 0,1 1 0,-1-1 0,1 0 0,-1 0 0,1 1 0,0-1 0,-1 1 0,1-1 0,0 1 0,0 0 0,0 0 0,0 0 0,3-1 0,16-7 0,0 1 0,1 1 0,0 0 0,0 2 0,25-3 0,-26 4 0,684-90 0,-332 51 0,467-59 0,462-63 0,-1256 158 0,64-2 0,-86 13-156,-23-3 139,-1-1 0,0 0-1,1 0 1,-1 1 0,1-1 0,-1 0 0,0 1 0,1-1 0,-1 0-1,0 1 1,1-1 0,-1 0 0,0 1 0,0-1 0,0 1 0,1-1 0,-1 0-1,0 1 1,0-1 0,0 1 0,0-1 0,1 1 0,-1-1 0,0 1 0,0-1-1,0 1 1,-1 2-112,0-1 0,0 0 0,0 1 0,0-1 0,-1 0 0,1 0 0,0 0 0,-1 0 0,0 0 0,1 0 0,-1 0 0,0 0 0,-3 2-1,-31 24-3910,-63 37-1,40-28-2130,-26 18-6934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5 11293,'-18'-4'12885,"17"18"-9262,1-12-3667,7 144 2578,-1 49-58,-72 341-2435,24-268-354,7-57-3462,-11-3-4357,30-122 1353,8-8-4046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8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76 350 13901,'-15'2'811,"12"-2"-516,1 1-1,-1-1 1,0 0-1,0 0 1,0 0-1,0 0 1,0 0-1,1-1 1,-1 1-1,0-1 0,0 0 1,-3-1-1,4 1 1897,-10 8 1047,6-2-2592,6-3 1755,57-10-2016,0-2-1,-1-3 0,-1-2 0,0-3 1,-1-2-1,79-42 0,-119 55-369,-1-1 0,-1 0-1,0-1 1,0 0 0,-1-1 0,0 0 0,0-1-1,-1 0 1,-1-1 0,9-13 0,-16 23-11,-1 1 1,0-1-1,0 0 1,0 0-1,0 0 1,0 0 0,0 0-1,0-1 1,0 1-1,-1 0 1,0 0-1,1 0 1,-1-1-1,0 1 1,0 0-1,0 0 1,0-1 0,0 1-1,-1 0 1,1 0-1,0 0 1,-1-1-1,0 1 1,0 0-1,0 0 1,0 0-1,0 0 1,0 0 0,0 0-1,0 1 1,-1-1-1,1 0 1,-1 1-1,1-1 1,-1 0-1,0 1 1,0 0 0,-3-3-1,-1 2 49,1-1 0,0 1 0,-1 0 0,1 1 0,-1-1 1,0 1-1,1 0 0,-1 0 0,0 1 0,0 0 0,1 0 0,-1 0 0,0 1 0,-7 1 0,-2 2 71,0 2 0,1 0-1,0 0 1,0 1 0,0 1 0,0 0 0,2 1-1,-17 14 1,-1 4 146,1 1 1,-26 33-1,34-38-270,1 2 0,2 1 0,0 0 0,2 1 0,1 1 0,-14 35 0,21-43 0,-2 1 0,1 1 0,2 0 0,0 0 0,1 1 0,2 0 0,-4 39 0,7-49 0,1 0 0,1 0 0,0 0 0,1 0 0,0-1 0,1 1 0,1-1 0,-1 1 0,2-1 0,0 0 0,0 0 0,1-1 0,1 0 0,12 17 0,-9-17 0,-1-1 0,2 0 0,-1 0 0,1-1 0,1-1 0,0 0 0,0 0 0,0-1 0,1-1 0,0 0 0,0-1 0,1 0 0,16 3 0,5 0-569,0-2 0,60 2-1,-52-7-1162,0-3 0,0-1-1,76-17 1,-64 6-324,0-2 0,-1-3 0,-2-2-1,0-2 1,64-40 0,-32 12-6753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8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12293,'-37'4'1271,"18"-2"3640,-39 8 1,59-9-4710,-1 0 0,0 1 0,1-1 0,0 0 0,-1 0 0,1 0 1,0 0-1,0 0 0,-1 0 0,1 0 0,0 0 0,0 0 0,0 0 0,1 1 0,7 5 122,1-1-1,0 1 0,0-1 1,0-1-1,1 0 0,-1 0 1,22 5-1,89 16 625,-73-17-796,195 32-1645,1-13-4170,-129-18 790,-26-3-2978,-66-4 610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8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0 12021,'-127'32'2180,"51"-7"-108,3-2 449,9 6-349,-2 5-364,2 0-356,1 9-288,-1 3-264,7 5-204,12 4-556,7-1-640,0 0-836,13-11-1004,9-11-736,13-1-2829,22 0-5080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15701,'-8'8'887,"-1"0"-1,2 0 0,-1 0 0,1 1 0,1 0 0,0 1 0,0-1 1,1 1-1,0 0 0,-6 20 0,-30 89 2493,-22 61 560,-94 167-3908,59-138-217,92-195 48,-39 95-2628,41-95 1624,0 0-1,1 0 1,0 0-1,1 0 1,0 0-1,1 16 1,2-25 130,-1 0 0,1 0 0,-1-1 0,1 1 0,1 0 0,1 6 0,20 24-10631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86 349 17586,'-66'-17'3360,"56"2"-108,1 4 1921,21-3-3293,20-12-388,19 9-1468,16-3-24,21 0 0,24-9 0,21 6 0,16-5-1112,7-4-1456,2-5-905,8 9 105,11 11-3197,4 2-6132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9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55 13889,'-25'6'968,"-27"9"931,49-14-1200,-1 1-1,0 0 0,1 1 0,-1-1 0,1 0 0,-6 6 0,8-7-527,1 0-1,-1 0 0,0 0 0,0 0 1,1 0-1,-1 0 0,1 0 1,-1 0-1,1 0 0,-1 0 0,1 0 1,-1 1-1,1-1 0,0 0 0,0 0 1,0 0-1,0 1 0,0-1 1,0 0-1,0 0 0,0 0 0,0 1 1,0-1-1,1 0 0,-1 0 1,0 0-1,1 0 0,-1 0 0,1 1 1,0-1-1,-1 0 0,1 0 0,0 0 1,-1-1-1,1 1 0,0 0 1,0 0-1,0 0 0,0 0 0,0-1 1,1 2-1,5 3 256,1 0 0,-1 0 0,1-1-1,9 5 1,17 3-125,0-1 1,0-1-1,1-2 0,0-1 1,48 3-1,-41-5-266,587 36-35,6-54 0,432-95-106,-1030 102-419,178-36-1063,-185 33-725,42-18 0,-54 18-417,-1 0 0,0-1 0,21-16 0,-24 13-9288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29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32 13937,'-57'-32'13826,"59"35"-11844,154 206 1040,81 107-3022,-197-252 0,-3 2 0,-2 2 0,31 89 0,-50-113 0,-2 0 0,-2 1 0,-3 1 0,-1 0 0,-2 0 0,-1 53 0,-5-70 0,-2-1 0,-1 0 0,-2 0 0,0 0 0,-2 0 0,-1-1 0,-1 0 0,-2-1 0,0 0 0,-2 0 0,-21 31 0,4-15 0,-2-2 0,-2-1 0,-2-1 0,-1-3 0,-79 59 0,-228 126 0,93-77-4053,-131 50-9060,351-179 496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0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17 17202,'2'-2'344,"0"1"1,1-1-1,-1 0 1,1 1-1,-1 0 1,1-1-1,-1 1 1,1 0-1,0 0 1,0 1-1,-1-1 1,1 1-1,0-1 1,0 1-1,0 0 1,0 0-1,0 0 0,-1 0 1,1 0-1,0 1 1,0-1-1,0 1 1,-1 0-1,1 0 1,0 0-1,-1 0 1,1 1-1,-1-1 1,1 1-1,-1-1 1,1 1-1,-1 0 1,0 0-1,0 0 1,3 4-1,4 4-119,-1 0-1,0 1 1,-1 0-1,0 0 1,-1 1-1,-1 0 0,1 0 1,-2 0-1,6 22 1,-2 3 234,7 77 1,-12-69-460,-3 1 0,-2 0 0,-2 0 0,-1-1 0,-13 46 0,-73 218 0,17-71 0,68-213-905,0 0-1,1 1 1,2 0-1,1 0 1,1 35-1,1-52 360,1 0 0,0 0 0,1-1-1,-1 1 1,2 0 0,-1-1 0,1 0-1,0 1 1,1-1 0,0-1 0,0 1-1,1 0 1,0-1 0,0 0 0,0 0-1,1-1 1,0 1 0,1-1 0,9 7-1,24 9-12878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24 12397,'-8'-19'2802,"7"15"-162,-1 5-409,-2 2-1692,3-3-285,-1 1-1,1 0 1,0 0-1,-1 0 1,1 0-1,0 0 1,0 0-1,0 0 1,0 0-1,0 1 1,0-1-1,-2 3 1,3-2-110,0 0 0,0 0 0,0 0 0,0 0 0,0 0 0,1 1 1,-1-1-1,0 0 0,1 0 0,0 0 0,-1 0 0,3 3 0,150 348 5465,-91-233-5240,6-1 1,104 138-1,-143-220-751,2-1 1,1-1 0,1-2-1,43 32 1,-49-45-127,1 0 1,1-2-1,1-1 1,1-2-1,0-1 1,45 15-1,-60-25 259,0 0 0,0 0 1,-1-2-1,2 0 0,-1-1 0,0-1 0,0 0 1,0-1-1,29-5 0,-32 3 132,-1-1 1,1 0-1,-1-1 1,0-1 0,0 1-1,-1-2 1,0 0-1,0 0 1,0-1-1,-1 0 1,0-1-1,12-14 1,-5 2 2,-1 0 0,0-2 0,21-41 0,28-78 311,-60 129-138,88-268 3325,-53 146 543,-49 171-3143,1 1 0,-2 39 0,4-27-513,-17 176-271,10-88 0,8-80-697,1 0 1,4 0-1,1 1 1,17 96-1,-16-143-532,1 1 1,0-1-1,1 0 1,9 20-1,-9-24-416,0 0 1,0 0-1,1-1 1,8 9-1,18 12-10289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13681,'0'0'2420,"-2"4"186,-3 7-1824,-1-1-1,2 1 1,0-1 0,0 1-1,1 1 1,0-1-1,1 0 1,-2 22 0,5 15 10,2 1 1,2-1-1,12 50 1,-11-72-671,1 0 0,1-1 1,2 0-1,0-1 0,1 0 0,2 0 0,19 28 0,-25-43-163,1 0 0,0-1 0,0 0-1,1 0 1,0-1 0,0 0-1,0-1 1,1 0 0,0 0 0,1-1-1,-1 0 1,1-1 0,22 6 0,-26-9 20,1 1 1,-1-1 0,1 0 0,0-1-1,-1 0 1,1 0 0,0 0 0,-1-1-1,1 0 1,0-1 0,-1 0 0,0 0-1,1 0 1,-1-1 0,0 0 0,0-1-1,0 1 1,-1-1 0,0-1-1,1 1 1,7-9 0,4-7 431,-2-2 0,0 0 0,-1-1 0,-1 0 0,21-50 0,-20 40 67,1 1 1,23-33-1,-30 56-478,-5 10 0,-2 9 0,-2-9 0,2 25 5,-1 1 1,-2 37-1,-1-40-164,2 1-1,0-1 1,7 40 0,18 32-5621,0-34-5153,-9-25-1516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11401,'29'-42'5181,"-28"40"-4800,0 0 0,0 0 0,0 0 0,0 0 0,-1 0 0,1 0 0,-1 0 0,0 0-1,1 0 1,-1-1 0,0 1 0,0 0 0,-1-2 0,2-10 1019,-1 11-1166,1 0-1,0 0 1,0 1-1,1-1 0,-1 1 1,0-1-1,1 1 1,-1 0-1,1-1 1,0 1-1,0 0 0,0 0 1,0 0-1,0 0 1,0 0-1,1 1 0,-1-1 1,1 1-1,-1 0 1,1-1-1,-1 1 0,1 0 1,0 0-1,-1 1 1,1-1-1,0 0 0,0 1 1,0 0-1,5 0 1,-4 0-119,1 1 1,-1-1 0,1 1-1,0 0 1,-1 1 0,0-1-1,1 1 1,-1 0 0,0 0-1,0 0 1,0 0 0,0 1-1,0 0 1,0-1 0,-1 2-1,1-1 1,3 5 0,5 9-86,-1 0 0,0 1 0,-1 1 0,-1 0 0,-1 0 0,-1 1 0,0 0 0,7 40-1,-3 16 19,3 85-1,-11-107-44,4 18-3,-7-71 0,0 0 0,0 1 0,0-1 0,0 0 0,0 0 0,0 0 0,1 1 0,-1-1 0,0 0 0,1 0 0,-1 0 0,1 0 0,-1 0 0,1 0 0,0 0 0,-1 0 0,1 0 0,0 0 0,0 0 0,-1 0 0,1-1 0,0 1 0,0 0 0,0 0 0,0-1 0,0 1 0,0-1 0,0 1 0,0-1 0,0 1 0,2 0 0,-1-2 0,0 1 0,-1 0 0,1-1 0,0 1 0,-1-1-1,1 0 1,-1 1 0,1-1 0,-1 0 0,1 0 0,2-2-1,-3 2 1,21-18-105,33-35 1,-35 33 10,37-31 1,-52 49 54,0-1 0,1 1-1,-1-1 1,1 1 0,0 1 0,0-1 0,0 1-1,0 0 1,0 1 0,0-1 0,1 1-1,-1 1 1,0-1 0,1 1 0,-1 0 0,9 1-1,3 3-237,0 0 0,0 1 0,-1 1-1,21 9 1,-21-7-139,-1-2-1,1 0 1,0 0 0,1-2-1,27 4 1,-33-8 394,-1-1 0,1 0 0,0 0 0,-1-2 0,1 1 0,-1-1 1,0-1-1,0 0 0,0-1 0,0 0 0,-1 0 0,0-1 0,19-14 0,-23 16 84,0 1 0,0 0 0,1 0 0,-1 0-1,1 1 1,-1 0 0,1 0 0,0 1 0,0 0 0,0 0-1,0 1 1,11 0 0,7 2 38,-1 1-1,32 8 0,16 3 21,-28-9-220,0-2 0,0-3-1,72-7 1,-95 5-66,0-2 0,-1-1 0,0 0 0,0-1 0,-1-2 1,0 0-1,0 0 0,-1-2 0,35-24 0,-36 21 141,-1 0 1,0-2-1,0 0 0,-2-1 0,0 0 1,-1-1-1,17-29 0,-28 42 113,0 0-1,-1 0 1,0 0 0,1 0-1,-1 0 1,-1 0 0,1 0-1,-1 0 1,0-1 0,0 1-1,0 0 1,0 0-1,-1 0 1,1 0 0,-1-1-1,0 1 1,0 0 0,-1 0-1,1 0 1,-1 1 0,-3-7-1,4 10-77,1 0-1,0 0 1,0 0-1,0 0 1,0-1-1,0 1 1,0 0-1,0 0 0,0 0 1,0 0-1,0 0 1,0 0-1,-1 0 1,1 0-1,0-1 1,0 1-1,0 0 1,0 0-1,0 0 1,0 0-1,-1 0 1,1 0-1,0 0 1,0 0-1,0 0 0,0 0 1,0 0-1,-1 0 1,1 0-1,0 0 1,0 0-1,0 0 1,0 0-1,0 0 1,-1 0-1,1 0 1,0 0-1,0 0 1,0 0-1,0 0 0,0 0 1,0 1-1,-1-1 1,1 0-1,0 0 1,0 0-1,0 0 1,0 0-1,0 0 1,-9 3 105,1 0 1,0 0-1,0 0 1,0 1 0,0 0-1,1 1 1,-1 0 0,1 0-1,0 1 1,1-1-1,-1 2 1,1-1 0,0 1-1,-5 7 1,-2 3 45,1 1 1,0 0-1,1 1 1,1 1-1,1-1 1,-10 31-1,17-41-162,-1 0 0,2 0 1,-1 0-1,1 0 0,0 0 0,1 0 1,0 0-1,1 1 0,0-1 0,0 0 0,1 0 1,0 0-1,1 0 0,0-1 0,0 1 0,1-1 1,8 16-1,-5-15-252,0-1 0,0 0 1,0 0-1,1-1 0,0 0 1,1-1-1,-1 1 0,1-1 1,0-1-1,1 0 0,19 8 0,-1-3-920,0-2-1,0 0 1,32 4-1,-13-7-3530,86-1-1,-112-4 2421,48 0-7039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91 192 10209,'-5'-22'706,"4"15"-367,-1 0 1,0-1-1,0 1 1,0 1-1,-1-1 0,0 0 1,-1 1-1,1-1 1,-1 1-1,-1 0 1,-5-7-1,-3-3 4315,-18-33 0,31 48-4556,0 1 1,0-1-1,0 1 0,0-1 0,1 1 0,-1-1 0,0 1 1,0-1-1,1 1 0,-1-1 0,0 1 0,1-1 1,-1 1-1,0-1 0,1 1 0,-1 0 0,1-1 0,-1 1 1,0 0-1,1-1 0,-1 1 0,1 0 0,-1-1 0,1 1 1,-1 0-1,1 0 0,0 0 0,-1 0 0,1-1 1,18-5 640,-9 7-570,0 0 0,0 1 0,0 0 0,0 0 0,0 1 0,-1 1 0,13 5 0,-20-8-147,21 9 58,1 2 1,-2 1 0,1 0 0,-2 2-1,0 0 1,-1 2 0,0 0 0,-2 1-1,0 1 1,-1 1 0,-1 0 0,0 1-1,-2 1 1,-1 1 0,0-1 0,-2 2-1,-1 0 1,10 32 0,-17-44-113,-1 0 0,0 0 0,-1 0 0,0 0 0,-1 0-1,0 0 1,-1 0 0,0 0 0,-1 0 0,-6 21 0,1-13-50,0 0 0,-2-1-1,0 0 1,-1 0 0,-15 21 0,22-37 59,0 1 0,0-1 0,0 1 1,-1-1-1,1 0 0,-1-1 0,-4 4 0,3-2 6,2-2-21,4-5-10,7-9-7,-1 1 1,2 0 0,-1 1 0,2 0 0,-1 0-1,1 1 1,0 1 0,1-1 0,12-6-1,21-11-369,51-22-1,-33 18-25,-2-2 91,95-45-377,-127 64 641,1 2 0,1 1 0,43-8 0,-65 16 155,0 0 0,1 1-1,-1 1 1,0-1 0,0 1-1,1 1 1,-1-1 0,13 4-1,-19-3-35,1 0 1,-1 0-1,1 0 0,-1 0 0,1 1 0,-1-1 0,0 1 0,0-1 0,0 1 0,0 0 0,0 0 0,0 0 1,0 0-1,-1 0 0,1 1 0,-1-1 0,1 0 0,-1 1 0,0-1 0,0 1 0,0 0 0,-1-1 1,1 1-1,0-1 0,-1 1 0,1 5 0,2 19-225,-2 0 1,0 0-1,-5 39 1,-5-18-3988,-5-3-4846,7-25-1586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10781,'76'-12'1692,"-57"9"-268,7 6-320,2 0-208,-2 8-291,15 12-870,-19 0-771,0 0-504,-6 8-2408,0 9-2781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330 294 13425,'-17'-12'2346,"8"18"908,-7 9-1254,-1-2-920,2 1-1,-1 0 0,2 1 1,0 1-1,1 1 0,-16 24 1,0 7 116,-26 61 0,38-73-874,2 2 1,2-1-1,1 2 1,-9 55-1,18-77-308,1 1-1,0-1 1,1 0 0,1 1 0,1-1-1,1 1 1,0-1 0,1 0 0,1 0-1,0 0 1,1-1 0,13 28 0,-12-34-159,1-1 1,0 0 0,1 0 0,-1 0 0,2-1-1,-1 0 1,1-1 0,0 0 0,1 0-1,-1-1 1,1 0 0,1-1 0,-1 0 0,1 0-1,0-2 1,0 1 0,18 3 0,4-1-585,1-1 1,-1-2 0,1-1-1,60-5 1,-75 2 504,-1-2 0,1 0 0,-1-1 1,0-1-1,23-9 0,70-29-660,-102 39 801,-1 0 0,1 0 0,-1-1 0,0 0 0,0-1 0,11-10 0,-17 15 68,-1-1 1,1 1-1,-1-1 1,0 0 0,1 1-1,-1-1 1,0 0-1,0 0 1,0 0-1,0 0 1,0 0-1,0 0 1,-1 0-1,1 0 1,-1 0 0,1 0-1,-1 0 1,0 0-1,0 0 1,0-1-1,0 1 1,0 0-1,-1 0 1,1 0 0,-2-4-1,1 4 8,0 0 0,0 0-1,0 1 1,-1-1 0,1 0-1,-1 1 1,1-1 0,-1 1-1,0 0 1,0-1 0,1 1-1,-1 0 1,0 0 0,0 0-1,0 0 1,0 1 0,0-1 0,0 0-1,0 1 1,0 0 0,-1-1-1,1 1 1,-3 0 0,-4 0-5,0 0 1,0 0 0,0 1-1,-11 2 1,12-1-11,1 0-1,0 0 1,-1 0 0,1 1-1,0 1 1,-10 5-1,16-9-8,0 1 0,0-1 0,0 1 0,1 0 0,-1-1 0,0 1 0,0 0 0,0-1 0,0 1 0,1 0 0,-1 0 0,0 0 0,1 0 0,-1 0 0,1 0 0,-1 0 0,1 0 0,-1 0 0,1 0 0,0 0 0,-1 0 0,1 0 0,0 0 0,0 0 0,0 0 0,0 0 0,0 0 0,0 1 0,0-1 0,0 0 0,0 0 0,1 0 0,-1 0 0,0 0 0,1 0 0,-1 0 0,1 0 0,-1 0 0,1 0 0,-1 0 0,1 0 0,0 0 0,-1-1 0,1 1 0,0 0 0,0 0 0,0-1 0,-1 1 0,1 0 0,0-1 0,0 1 0,0-1 0,2 1 0,7 5-183,0-1 1,0 0 0,1 0 0,0-1 0,18 4 0,16 6 41,44 28 1363,-45-19-202,-38-21-924,0 0 1,1 0-1,-1-1 0,0 0 0,1 0 1,-1 0-1,0-1 0,1 0 1,-1 0-1,1-1 0,-1 0 0,0 0 1,1 0-1,-1-1 0,0 0 1,11-5-1,2-1-116,-1-1 1,-1-1-1,1 0 1,18-17-1,-6 3-123,-2-2 0,-1 0 0,-1-2 0,38-54 0,-25 23 118,52-105 0,127-308 1462,-107 244 1236,-110 226-2545,1-1 0,-1 0-1,1 0 1,0 1 0,0-1 0,0 0-1,0 1 1,1 0 0,4-4 0,-6 5-65,0 1 1,-1 0-1,1-1 1,0 1-1,0 0 0,0-1 1,0 1-1,-1 0 1,1 0-1,0 0 1,0-1-1,0 1 0,0 0 1,0 0-1,0 1 1,-1-1-1,1 0 1,0 0-1,0 0 1,0 0-1,0 1 0,1 0 1,0 0 29,0 1 0,0 0 0,0 0 0,-1-1 0,1 1 0,-1 0 0,1 0 0,-1 1 0,1-1 0,-1 0 0,0 0 0,0 1 0,0-1 0,0 1 0,-1-1 0,1 5 0,2 10 222,-2 1 0,0 0 0,-1 1 0,-1-1 0,-6 34 0,-27 89 688,-7 5-426,-37 142-926,58-199-3836,-10 115 0,27-138-3271,8-5-5151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39 241 12689,'-9'-40'1386,"5"18"1934,-13-37 0,8 37 4700,11 24-6533,13 23-1212,-1 0-1,-2 1 1,0 0-1,14 49 1,20 119 771,-30-114-920,77 301-126,-59-264 0,61 137 0,-88-239 0,0 0 0,1 0 0,0 0 0,2-1 0,12 16 0,-18-26 0,0 0 0,0 0 0,0 0 0,0-1 0,0 1 0,1-1 0,-1 0 0,1-1 0,0 1 0,0-1 0,0 0 0,0 0 0,1 0 0,-1-1 0,0 0 0,1 0 0,-1 0 0,0-1 0,1 0 0,6 0 0,2-2 0,0-1 0,-1 0 0,1-2 0,-1 1 0,0-1 0,0-1 0,-1 0 0,1-1 0,-2-1 0,22-16 0,6-9 0,55-60 0,-89 87 0,297-355 79,-28-22-202,-139 191-184,-107 153-340,6-11-3223,76-82 1,-89 109 1969,-13 14 121,1 0-1,0 0 0,0 1 0,13-9 0,13 2-8467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4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779 895 11413,'-1'-2'2367,"0"1"-1578,-10-17 1052,2 10 4036,-8 19-4510,9-5-1139,-279 207 572,159-114-2426,96-75 1039,-120 97-2816,128-100 2539,1 2 0,1 0 1,-36 50-1,58-72 860,-1 0 0,1-1 1,-1 1-1,1-1 0,-1 1 0,1 0 1,-1 0-1,1-1 0,0 1 0,-1 0 1,1 0-1,0-1 0,0 1 1,0 0-1,-1 0 0,1 0 0,0 0 1,0-1-1,0 1 0,0 0 0,1 0 1,-1 0-1,0 0 0,0-1 1,0 1-1,1 0 0,-1 1 0,1-2 27,0 1-1,0 0 1,0 0-1,0-1 1,1 1-1,-1 0 1,0-1-1,0 1 0,0-1 1,0 0-1,1 1 1,-1-1-1,0 0 1,0 0-1,3 1 1,3-1 150,1 0 0,-1-1 0,1 1 0,-1-2 1,9-1-1,29-14 1106,-1-2 0,-1-1 0,74-48 0,-52 29 542,-57 34-1574,12-7 494,-1 2 0,1 0 0,23-8 0,-37 16-612,-1 1 1,1-1 0,0 1 0,-1 0 0,1 1 0,0-1 0,0 1 0,0 0 0,-1 0 0,1 1 0,0 0 0,0 0 0,-1 0 0,1 1-1,0 0 1,9 4 0,1 5 97,1 0 0,-2 1 0,25 23 0,-20-16-9,29 20 0,-41-34-206,0 0 0,1-1-1,-1-1 1,1 1-1,0-1 1,0-1-1,0 0 1,0 0 0,0-1-1,1 0 1,-1 0-1,0-1 1,1 0-1,-1-1 1,0 0-1,1-1 1,-1 0 0,0 0-1,12-5 1,12-6-86,1-1 0,-2-1 1,51-34-1,-42 22-109,-1-3 1,-1-1-1,61-63 0,83-126-289,-140 159 392,-4-3 0,-1-2 0,-4-1 0,32-89 0,75-292-189,-122 369 218,-18 76 79,-4 7 24,0 1 0,0 0 1,1 0-1,-1 0 0,1 0 0,0 0 0,0 0 0,1 1 0,-1-1 0,1 1 0,0 6 0,-1-3 21,-37 429 1739,39-438-1811,-3 106 432,13 151 1,-4-205-411,2-1-1,2 1 0,2-2 0,38 97 0,-44-132-126,2 0 1,-1 0-1,2 0 0,0-1 0,1 0 0,13 14 0,-19-24 57,1 1 0,-1-1 0,1 0 0,0-1 0,0 1 0,1-1 0,-1 0 0,0 0 0,1 0 0,0-1 0,0 0 0,0 0 0,0 0 0,0-1 0,0 0 0,0 0 0,0-1 0,1 0 0,9 0 0,0-3-3,0-1 0,0 0 0,-1 0 0,0-2 0,1 0 0,-2-1 0,1 0 0,-1-1 0,0-1 0,13-11 0,18-17-38,59-60 0,-78 71 83,2-3 7,-20 19 10,1 1 0,0 0 0,0 1 0,0 0 0,1 0 0,1 1 0,16-9 0,-26 15-3,0 1-1,1-1 1,-1 1 0,1-1-1,-1 1 1,1 0 0,-1 0 0,1-1-1,-1 1 1,1 0 0,-1 0-1,1 0 1,-1 1 0,1-1-1,-1 0 1,1 0 0,-1 1-1,1-1 1,-1 1 0,1-1-1,-1 1 1,0 0 0,1 0-1,-1 0 1,0-1 0,0 1-1,0 0 1,1 0 0,-1 1 0,0-1-1,0 0 1,1 2 0,2 4 31,0 0 1,0 0 0,-1 1-1,5 14 1,-6-16-36,6 17 54,1 0 0,1 0 0,1-1-1,0-1 1,18 24 0,-24-38-57,1 0 0,0 0-1,1-1 1,-1 0 0,1 0 0,0-1 0,1 1 0,-1-2 0,1 1-1,0-1 1,0 0 0,0-1 0,1 0 0,-1 0 0,1-1 0,0 0 0,12 1-1,6-1-62,-1-2-1,1-1 0,0-1 0,-1-2 0,1 0 0,25-9 1,154-55-299,-206 68 360,149-64-97,10-3-69,-132 59-377,1 1 1,46-5-1,-49 9-16,-1-1 1,0-1-1,41-14 0,-1-19-193,-62 37 608,-7-21-153,3 12 681,22 11-186,13 2-155,0-1 0,0-2 0,0-1 0,0-1 0,40-9 1,-58 9-56,0-1 26,-1 1 0,0 1 0,0 0 0,1 1 0,-1 0 1,1 1-1,26 6 0,-39-6 24,1 1-1,-1-1 1,0 0 0,0 1 0,1 0 0,-1-1 0,0 1 0,0 0 0,0 0 0,-1 0 0,1 0-1,0 0 1,-1 1 0,0-1 0,1 1 0,-1-1 0,0 1 0,0-1 0,0 1 0,-1-1 0,1 1-1,-1 0 1,1 4 0,0 6 108,0 1 1,-1-1-1,-3 21 0,1-10-128,-4 92 351,5-104-632,1 0 0,0 0 0,1 0 0,0 0 0,1 0 0,5 17 0,13 33-4930,-18-60 4602,0-1 1,0 1 0,0-1 0,0 0-1,0 1 1,0-1 0,0 0 0,0 0 0,1-1-1,-1 1 1,0 0 0,4 0 0,-5-4 95,1 0 0,0 0 0,0 1 0,0-1 0,0 1 0,1-1 0,-1 1 0,1 0 0,-1 0 0,5-2 0,21-13-3798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3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153 106 8649,'0'0'6352,"-19"-5"-4571,3 2 1295,0-9-1800,4 1-144,-1 2-224,3 4-128,-2-7-200,-1 6-592,0-2-1876,-9-12-828,16 6-3201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3156 210 4396,'-1'-2'990,"-1"-2"-523,1 0-1,-1 0 0,1-1 0,0 1 0,0 0 0,0-1 0,1 1 0,-1-1 0,1 1 0,0 0 0,1-7 0,0 8 107,-4 1-163,-1-1 1,1 0 0,1 0-1,-1 0 1,0-1-1,-3-6 1,4 7-107,-1-1 0,2 0-1,-1 0 1,0 0 0,1 0 0,-1-1 0,1 1-1,0 0 1,1-1 0,-1 1 0,1 0 0,0-1-1,0 1 1,0 0 0,0-1 0,1 1 0,0 0-1,0-1 1,3-7 0,-3 10 200,7-16-179,-5 11-27,-17 10-110,-34 16 260,34-12-350,0-1 0,-24 6 0,-47 4 179,0-4 0,-159 2-1,204-13-230,-709-9 386,520 2-369,70 2-9,-531 5 34,323 33-738,125 2-3005,208-31 2262,-25 6-5443,44-3-1718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1765 63 6229,'0'-4'1765,"0"-1"-1166,0 1 0,0-1 1,1 0-1,0 0 0,0 1 0,0-1 0,0 1 0,1-1 0,0 1 1,4-9 3090,-7 15-2878,-28 22 149,0-2 0,-59 34 0,-73 28-298,123-65-432,-131 64 200,-184 94 271,13 26-337,173-72-274,-114 123 52,257-230-120,-23 29 0,19-8 7,24-36-23,0 1 0,0-1 0,1 1 0,0 0 0,1 0 0,0 0 0,1 0 0,0 0 0,0 14 0,2-16-4,0-1 1,0 1-1,1-1 0,0 0 0,0 0 0,1 0 1,-1 0-1,2 0 0,-1-1 0,1 1 1,0-1-1,0 0 0,9 9 0,4 2-32,1 0 0,1-2 0,0 0 0,1-1 0,0-1 0,1-1 0,1-1 0,0-1 0,23 8 0,29 6-426,118 23 0,7-11-1289,207 8 0,209-19-3517,-351-21 851,-1-5-2435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317 127 7477,'7'-18'991,"13"-38"4639,-19 53-4783,0 0 0,-1 0 1,1 0-1,-1 0 0,0-1 1,0 1-1,0 0 0,0 0 1,-1-1-1,1 1 0,-1 0 1,0 0-1,0 0 0,-2-6 1,-7 30 437,-1 19-412,2 0 0,1 0 0,-3 70-1,-8 43 166,-212 850-1162,217-943-1257,-8 77 0,19-106 136,2-1 0,1 1 0,1 0 0,7 43 0,-6-63-158,0-1 0,1 0 0,0-1 0,1 1 0,0 0 0,9 14 0,9 4-9303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4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1 240 9385,'41'-3'12200,"-41"8"-11044,-6 112 2536,2-81-3291,2-1 1,1 1-1,2 0 1,2-1-1,7 38 1,-2-40-274,1-1 1,1 0-1,2-1 0,1 0 1,2-1-1,0 0 0,35 46 1,-30-52-123,2-1 0,1-2 0,0 0 0,1-1 1,2-1-1,0-2 0,0 0 0,2-2 0,48 19 1,-3-6-756,2-5 1,131 26 0,-148-39-93,2-2 0,85 0 0,-106-9 268,0-1 0,0-2 0,-1-2 0,66-18 0,-92 20 465,-1 0 0,0 0 1,-1-1-1,1-1 0,-1 0 0,0 0 0,-1-1 1,1 0-1,-1 0 0,0-1 0,-1-1 0,0 1 1,-1-1-1,1-1 0,-2 1 0,1-1 0,-1 0 1,7-17-1,-5 4 101,-1 1 0,-1-1 0,-1 0-1,-1-1 1,0 1 0,-2-1 0,-1 0 0,-3-29 0,-29-406 2740,6 306-653,14 97-562,-5-68 0,14 107 471,-3 29 455,0 3-2599,-12 47 372,-18 123 0,5-22-197,-86 261 149,28-116-1111,70-242-129,-47 197-5870,48-162-864,4-10-5388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4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199 220 8377,'11'-103'6016,"-6"-2"3419,-5 105-9403,0 0 0,1-1 0,-1 1 0,0 0 0,0-1 0,0 1 0,0 0 0,0-1 0,0 1-1,0 0 1,0-1 0,0 1 0,0 0 0,0-1 0,0 1 0,0 0 0,0-1 0,0 1 0,0 0 0,0-1 0,0 1 0,0 0 0,-1-1-1,1 1 1,0 0 0,0 0 0,0-1 0,-1 1 0,1 0 0,0 0 0,0-1 0,0 1 0,-1 0 0,1 0 0,0-1 0,-1 1 0,1 0-1,0 0 1,-1 0 0,1 0 0,0 0 0,0 0 0,-1-1 0,0 1 0,0 1 74,0 0 0,0 1 0,1-1 1,-1 0-1,0 0 0,0 1 0,1-1 0,-1 0 0,1 1 0,-1-1 1,1 0-1,-1 1 0,1-1 0,0 2 0,-10 76 1310,3-8-511,-68 316 1588,41-269-2128,6 1 1,-15 132-1,41-233-365,1 0 0,1 0 0,0 0 0,2 0 0,0 0 0,1 0 0,5 20 0,-5-30 0,0 0 0,0 0 0,1-1 0,0 1 0,0-1 0,1 0 0,0 0 0,0-1 0,1 1 0,-1-1 0,1 0 0,1-1 0,-1 1 0,1-1 0,0-1 0,0 1 0,13 5 0,7 1 0,1-2 0,-1 0 0,1-2 0,1-1 0,-1-1 0,36 1 0,174-6 0,-232 0 0,261-17-986,-1-12 1,265-64-1,-498 86 562,25-4-1617,0-2 0,-1-4 0,83-34 0,-107 32-453,-10 2-3984,-7 3-2788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5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5 12253,'-1'1'322,"-1"-1"-1,1 1 1,-1 0 0,1-1-1,-1 1 1,0 0-1,1-1 1,-1 0 0,1 1-1,-1-1 1,0 0 0,0 0-1,1 0 1,-1 0-1,0 0 1,1-1 0,-1 1-1,0 0 1,1-1 0,-1 1-1,-2-2 1,-15-4 2527,18 6-2674,-1 0 0,1 0 0,-1 0 0,1 0 0,-1 0 0,1 0 1,-1 1-1,1-1 0,-1 0 0,1 1 0,-1 0 0,1-1 0,0 1 0,-1 0 0,1-1 0,0 1 0,-1 0 0,1 0 0,0 0 0,0 0 1,0 0-1,0 1 0,-1 1 0,-19 32 1927,9 1-836,1-1 0,-12 74 0,12-50-779,-58 281-487,5 16 0,57-324-58,-4 23-792,-7 67-1,17-106 561,1 1 0,0-1 0,0 0 0,2 0 0,0 0 0,1 0 0,1 0 0,10 29 0,-12-41-160,0 1-1,1 0 1,0-1 0,-1 0-1,1 1 1,1-1 0,-1-1-1,1 1 1,-1 0 0,1-1-1,6 4 1,-5-3-920,0-1 0,1 0 1,-1-1-1,1 1 0,7 1 0,11 3-10421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5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242 305 11413,'-24'-40'604,"16"26"-269,0 1 1,0 0-1,-1 0 1,-1 1-1,0 0 1,-1 1-1,0 0 1,-13-10-1,4 5 1199,2-1 1,0 0-1,0-2 0,-20-29 0,37 47-1488,1 1 0,-1-1 0,1 1 0,-1-1 0,1 1-1,-1-1 1,1 1 0,0-1 0,-1 1 0,1-1 0,0 0-1,-1 1 1,1-1 0,0 1 0,0-1 0,0 0 0,0 1-1,0-1 1,0 0 0,0 1 0,0-1 0,0 0 0,0 1-1,0-1 1,0 0 0,0 1 0,0-1 0,0 0-1,1 1 1,-1-1 0,0 1 0,1-2 0,0 1 33,1 0 0,-1 1-1,1-1 1,-1 0 0,1 1 0,-1-1 0,1 1 0,-1 0 0,1-1-1,-1 1 1,1 0 0,-1 0 0,3 0 0,8 0 212,-1 1-1,0 1 1,18 4 0,11 6-29,-1 2 0,-1 1 0,0 2 0,-1 2 0,-1 1 0,-1 2 0,33 27 0,-44-30-194,-1 2 0,0 0 1,-2 1-1,0 1 0,-2 1 0,0 1 0,-2 1 0,-1 0 0,-1 1 0,13 32 0,-21-39-42,-1 0 0,0 0-1,-2 1 1,0 0 0,-1 0 0,-1 0-1,-2 0 1,0 0 0,0 0 0,-2 0-1,-1 0 1,-9 35 0,1-21-15,-2-1 0,0-1 0,-3 0 0,0-1 0,-3 0 1,-34 45-1,-194 229-2405,157-198-47,71-85 1434,-3 2-728,-20 33-1,36-49 281,1 0 1,0 1-1,1 0 0,-5 13 1,5 17-8721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34 13105,'-51'-22'2264,"41"10"493,-15 15-405,3 3 1016,-4-12-2156,1 6 848,6 0-10100,0 6 2355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1562 11445,'0'0'1880,"-2"-2"-1171,0 1 0,1-1 0,0 0 1,-1 0-1,1 0 0,0-1 0,0 1 1,0 0-1,0 0 0,-1-4 1,3 2-638,0 0 0,1 1 0,0-1 0,-1 1 0,1-1 0,0 1 0,1 0 0,-1 0 0,0 0 0,1 0 1,0 0-1,0 0 0,0 1 0,0-1 0,0 1 0,0 0 0,1 0 0,-1 0 0,4-1 0,9-3 51,1 1 1,-1 0-1,24-2 0,-22 3-14,633-89 302,-295 49-765,2318-422-3939,-1611 232 4174,-99-46 1604,-710 175-902,-224 90-541,0-2 1,-1-1-1,0-1 0,-2-1 1,47-45-1,-73 64-131,1 0 0,-1-1-1,0 1 1,0-1 0,1 1 0,-1-1-1,0 1 1,0-1 0,-1 0-1,1 1 1,0-1 0,-1 0 0,1 0-1,-1 0 1,1 1 0,-1-1-1,0 0 1,0 0 0,0 0 0,0 0-1,0 0 1,0 0 0,0 0-1,-1 1 1,1-1 0,-1 0 0,1 0-1,-1 0 1,0 1 0,0-1-1,-1-3 1,0 4-244,1 0 1,0-1-1,-1 1 0,1 0 1,-1 0-1,1-1 1,-1 1-1,1 0 0,-1 1 1,0-1-1,0 0 0,1 0 1,-1 1-1,0-1 0,0 1 1,0 0-1,0-1 0,1 1 1,-4 0-1,-42 2-8310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4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13545,'-2'3'334,"1"1"0,-1-1-1,1 1 1,0 0 0,1-1 0,-1 1-1,0 0 1,1 0 0,0-1-1,0 1 1,0 0 0,0 0 0,1 0-1,0-1 1,-1 1 0,1 0-1,3 6 1,4 33 2417,-6 31-1616,-3 0 0,-4 0 0,-3 0 0,-17 74 1,-88 285 3609,102-396-4702,-4 13-1006,3 1 0,1 1 0,3 0 1,2 0-1,2 53 0,4-100 317,0 0 1,1 0-1,0-1 1,0 1-1,0 0 1,0-1-1,3 6 1,12 15-5885,11 1-5782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0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0 14357,'-32'2'768,"13"-2"-35,-1 1 1,1 2-1,0-1 0,0 2 1,0 1-1,-29 11 1,24-6-239,1 2 0,1 1 1,0 1-1,0 1 1,2 0-1,0 2 0,0 0 1,2 2-1,0 0 1,1 0-1,2 2 0,0 0 1,-16 29-1,-1 11 898,3 2 1,2 1-1,-32 118 0,31-83-1393,5 0 0,5 1 0,3 1 0,-1 171 0,19-158 0,31 201 0,-19-239 0,2-1 0,4-1 0,49 114 0,-53-151 4,1-1 0,3 0 0,0-2 0,3-1 1,0 0-1,3-2 0,48 47 0,-49-56-21,1-1 1,1-1 0,0-2-1,1 0 1,1-2-1,1-1 1,0-2-1,1-1 1,53 13 0,-44-17-332,0-1 0,1-2 1,0-2-1,0-2 0,0-2 1,-1-1-1,1-3 0,0-1 1,-1-2-1,0-1 0,46-19 1,-44 11 127,-1-1 0,0-3 0,-2-1 0,-1-2 0,-1-1 0,-1-2 0,-1-2 0,-1-2 0,-2 0 0,32-41 0,-31 29 103,-2-1 1,-2-2 0,-1-1 0,-3-1-1,21-55 1,-30 59 247,-2 0 0,-2-1 0,-2-1 0,-2 0 0,-2 0 0,2-60 0,-10 63 106,-3 1 0,-1-1 0,-1 1 0,-3 1 0,-2-1 0,-1 2 0,-29-65 0,31 80-119,-1 0-1,-2 1 1,0 1 0,-2 0 0,0 1 0,-1 0 0,-2 1 0,0 1 0,-22-18 0,17 17 0,0 0-1,-2 2 1,-1 1-1,0 0 1,-1 2 0,-1 2-1,0 0 1,-53-17-1,61 25-214,-1 1-1,1 1 0,-1 1 1,0 0-1,1 2 0,-1 0 1,0 2-1,0 0 0,0 1 1,0 2-1,1 0 0,0 1 1,-1 0-1,-19 10 0,13-4-762,1 2-1,0 1 0,1 1 0,-28 21 1,42-27-108,1 0 0,0 0 0,0 1 0,1 1 0,0 0 1,1 0-1,0 0 0,1 1 0,0 0 0,-9 23 0,-6 45-10029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3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91 123 11253,'-1'-5'651,"-1"0"-1,1 0 1,0 0 0,0-1 0,1 1-1,0 0 1,0-1 0,0 1-1,0 0 1,1-1 0,0 1 0,3-9-1,-3 11-383,1 0 0,-1 0 1,1 1-1,0-1 0,0 0 0,0 1 0,0 0 0,1 0 0,-1-1 0,1 1 0,-1 0 0,1 1 0,0-1 0,0 1 0,-1-1 0,1 1 0,0 0 0,0 0 0,1 0 0,-1 0 1,0 0-1,0 1 0,6-1 0,11-1 37,0 2 0,1-1 0,-1 2-1,1 1 1,-1 1 0,0 0 0,1 2 0,-2 0 0,1 1 0,31 14 0,-42-15-251,0-1 0,1 1 0,-2 0 0,1 1-1,-1 0 1,0 1 0,0 0 0,-1 0 0,1 0 0,-2 1 0,1 0 0,-1 0-1,0 1 1,-1 0 0,0 0 0,-1 0 0,1 0 0,-2 1 0,1 0 0,-2 0 0,1 0-1,-1 0 1,1 15 0,-3-7-16,-1 1-1,-1-1 1,0 0 0,-2 0-1,0 0 1,0-1 0,-2 0-1,0 1 1,-14 25 0,-11 12 94,-53 73 1,72-111-116,-145 185 286,-23 34-136,173-226-124,1 0-1,0 1 1,0 0-1,-7 21 1,13-30-44,-1 1-1,0-1 1,1 0-1,-1 0 1,1 0 0,0 1-1,0-1 1,0 0-1,0 1 1,0-1 0,0 0-1,1 0 1,-1 1-1,1-1 1,0 0 0,-1 0-1,1 0 1,0 0-1,0 0 1,1 0 0,-1 0-1,0 0 1,1 0-1,-1 0 1,1-1 0,-1 1-1,1 0 1,0-1-1,-1 0 1,1 1 0,0-1-1,3 2 1,4 0-145,0 1-1,1-1 1,-1 0 0,1-1-1,-1 0 1,1-1 0,0 0-1,0 0 1,0-1 0,10-1-1,22-3-1006,43-10 0,-62 10 741,191-43-4604,-72 8-2704,-18 0-4192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3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1340 33 12969,'-57'14'1078,"-130"40"3911,136-34-4233,1 2 1,1 2 0,0 2 0,3 2-1,0 3 1,2 1 0,1 2 0,2 2-1,-54 60 1,13 0 1298,4 3-1,-127 215 1,166-247-2055,3 0 0,3 3 0,-45 135 0,69-172 0,2 1 0,1 0 0,2 0 0,-1 52 0,6-62 0,0-1 0,2 1 0,1-1 0,0 0 0,2 0 0,1 0 0,13 30 0,-8-27 0,1-2 0,1 0 0,1 0 0,2-1 0,0-1 0,1-1 0,1 0 0,38 31 0,-26-29 0,0-1 0,1-2 0,1-1 0,1-2 0,66 25 0,-27-21 0,0-2 0,2-4 0,0-2 0,0-5 0,151-1 0,-122-10-337,-1-4 0,0-5 0,-1-4 0,-1-5 0,174-59 0,-211 55-17,0-4-1,-1-2 1,98-67 0,-115 65 237,-2-2 0,-1-1 0,-3-3 0,0-1 0,37-52 1,-40 41 83,-1-3 1,-3 0 0,32-75-1,-49 94 76,-3-1 0,-1 0 0,13-65 0,27-264 297,-50 341-315,-1 0 1,0-1 0,-2 1 0,-1 0 0,-1 0 0,-7-30-1,-1 20 29,-1-1-1,-1 2 1,-2 0-1,-1 0 1,-2 2-1,-1 0 0,-1 1 1,-2 1-1,-1 0 1,-1 2-1,-1 1 1,-2 2-1,0 0 1,-40-26-1,40 32-169,-2 0-1,0 2 1,-1 1 0,0 1 0,-1 2-1,-1 1 1,0 1 0,-1 2 0,1 1-1,-1 2 1,-1 1 0,1 2-1,0 1 1,-1 1 0,-55 9 0,63-4-551,1 1 0,-1 1 1,1 2-1,0 0 0,-27 15 0,39-17-303,0 0-1,1 1 0,0 1 1,0 0-1,1 0 0,0 1 0,0 1 1,1 0-1,1 0 0,-14 22 1,16-19-2355,0 1 0,-9 28 0,15-40 2831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 10641,'0'-1'218,"0"1"0,-1-1 0,1 0 0,0 1 0,0-1-1,0 0 1,0 1 0,0-1 0,0 0 0,0 0 0,0 1 0,0-1 0,0 0 0,1 1 0,-1-1 0,0 0 0,0 1 0,1-1-1,-1 0 1,6-1 6456,0 4-6192,1 1 0,-1 0 0,0 0 0,0 0 0,0 1 0,0 0 1,-1 0-1,0 1 0,0-1 0,0 1 0,0 0 0,-1 1 0,0-1 1,0 1-1,0 0 0,3 6 0,7 15 404,-2 1 1,13 37-1,-5-1-811,-2 1-1,-3 0 1,8 96 0,-15-59-105,-10 159 0,-17-108 48,1-2-108,17-131-76,-1 40-1750,4-21-3068,0-31-1222,3-1 3449,-2-4 176,7 11-8520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0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13525,'14'-13'943,"0"1"0,2 1-1,-1 0 1,1 0 0,0 2 0,1 0 0,0 1-1,1 1 1,0 1 0,32-8 0,-13 9 89,1 1 1,65 3 0,-79 2-815,0 1-1,0 2 1,-1 0-1,0 1 1,33 13-1,-49-15-176,1 0 0,-1 1-1,0-1 1,-1 2 0,1-1 0,-1 1-1,1 0 1,-1 0 0,-1 1-1,1 0 1,-1 0 0,0 0 0,0 0-1,-1 1 1,0 0 0,4 8 0,-4-5-12,-1 0 1,0 1 0,0-1 0,-1 1 0,0 0 0,-1-1 0,0 1 0,-1 0-1,0 0 1,-1 0 0,-3 13 0,-10 42-36,-4-2 0,-51 121 1,11-33-272,44-109-43,1 0-1,-14 87 1,25-109 182,1 0 0,0-1 1,2 1-1,0 0 0,2 0 1,0-1-1,1 0 0,12 36 1,1-18-21,2 0 1,1-1 0,2-1-1,2-2 1,34 41-1,26 38 71,-79-106 149,-1-1 1,0 1 0,0 0-1,-1 0 1,0 1 0,-1-1-1,1 1 1,-1-1 0,-1 1-1,1-1 1,-1 1 0,-1 16-1,0-18 9,-1 0-1,0 0 0,-1 0 1,1 0-1,-1 0 1,0-1-1,-1 1 0,1 0 1,-1-1-1,0 0 0,-1 1 1,1-1-1,-1 0 0,0-1 1,0 1-1,-1-1 0,-5 5 1,-13 8 145,-1 0 0,0-1 0,-1-2 0,-42 18 0,-116 34 262,66-25-640,64-20-776,-9 3-1342,19-10-2700,19-10-1854,2-1-4451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1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79 10801,'-37'-17'2618,"7"-12"3815,2 4 2036,18 18-7181,9 7-1167,0 0 1,0 0-1,0 1 1,0-1-1,0 0 1,1 1-1,-1-1 1,0 1-1,0-1 1,1 1-1,-1-1 1,0 1-1,1 0 1,-1-1-1,0 1 1,1 0-1,-1 0 1,1-1-1,-1 1 1,1 0-1,-1 1 1,0-1 131,-4 7-212,0 0 0,0 0-1,1 1 1,0-1 0,0 1 0,-3 15-1,-11 68-80,11-51 27,-61 424 13,60-384 0,5 124 0,6-163 0,1-1 0,2 0 0,2 1 0,23 70 0,-26-96 0,1-1 0,1 0 0,0-1 0,1 1 0,0-2 0,2 1 0,-1-1 0,1 0 0,1-1 0,1 0 0,-1-1 0,2 0 0,-1-1 0,2-1 0,-1 0 0,1 0 0,0-1 0,1-1 0,0-1 0,0 0 0,1-1 0,-1 0 0,1-1 0,0-1 0,0-1 0,1 0 0,31-1 0,-28-2 0,-1-1 0,1 0 0,-1-2 0,0 0 0,0-1 0,0-1 0,-1-1 0,0-1 0,0 0 0,-1-1 0,0-1 0,0-1 0,-1 0 0,0-1 0,-1 0 0,-1-2 0,17-19 0,-14 13 0,-1-2 0,-1 1 0,-1-2 0,-1 0 0,-1-1 0,-1 0 0,-1 0 0,-1-1 0,-1-1 0,-2 1 0,0-1 0,2-38 0,-5 13 0,-3 1 0,-1-1 0,-3 0 0,-2 1 0,-3 0 0,-1 1 0,-24-69 0,20 78 0,-2 1 0,-1 1 0,-2 1 0,-2 1 0,-1 0 0,-1 2 0,-3 0 0,0 2 0,-45-42 0,55 60-341,-2 0 0,0 0 0,0 2 0,-2 0 0,1 2-1,-1 0 1,-1 1 0,0 1 0,0 0 0,-33-6 0,41 12 4,0 0-1,-1 1 1,1 0-1,0 1 1,-1 0 0,1 2-1,0-1 1,0 1 0,0 1-1,0 0 1,0 1-1,0 1 1,1 0 0,0 0-1,0 1 1,1 1-1,-1 0 1,-17 15 0,21-15-896,0 0 1,1 1-1,0 0 1,1 0 0,-7 11-1,3-2-4880,-13 35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46 105 14073,'42'22'2397,"-42"-22"-2324,1 0 0,-1 0 0,0 0 0,0 0 0,0 0 0,0 0 0,1 0 0,-1 0 0,0 1 0,0-1 1,0 0-1,0 0 0,1 0 0,-1 0 0,0 1 0,0-1 0,0 0 0,0 0 0,0 0 0,0 0 1,0 1-1,0-1 0,0 0 0,0 0 0,1 0 0,-1 1 0,0-1 0,0 0 0,0 0 0,0 1 0,0-1 1,-1 0-1,1 0 0,0 0 0,0 1 0,0-1 0,0 0 0,0 0 0,0 0 0,0 0 0,0 1 1,0-1-1,0 0 0,-1 0 0,1 0 0,0 0 0,0 1 0,0-1 0,0 0 0,-1 0 0,-9 8 403,7-6 115,0 1-390,1-1-1,-1 1 1,1 0 0,0 0 0,0-1-1,0 2 1,0-1 0,1 0-1,-1 0 1,1 0 0,0 1 0,-1-1-1,2 1 1,-2 3 0,-2 55 1976,4-25-1547,-32 345 2336,26-290-2910,0 107-2297,6-180 1822,0-9 197,0 0 1,1 0 0,2 15 0,-2-23 173,-1 1 1,1-1-1,0 1 1,0-1-1,0 0 1,0 1-1,0-1 1,0 0-1,1 0 1,-1 0-1,1 0 1,0 0-1,-1 0 1,1-1-1,0 1 1,0 0-1,0-1 1,0 0 0,3 2-1,12 3-20,1 0-1,0-1 1,0-1-1,1-1 1,-1 0-1,1-1 1,23-2-1,36 6 710,114 27 1131,-111-16-1236,94 6 0,-161-22-503,0-1 0,0 0 0,0-1 0,0 0 0,-1-1 1,1-1-1,20-7 0,-28 8-2,0 0 0,0-1 0,0 0 0,0-1 0,-1 1 0,1-1 0,-1 0 0,0-1 0,0 1 0,0-1 0,-1 0 0,0 0 0,0 0 0,0-1 0,0 1 0,-1-1 0,4-10 0,-1-1 115,-1 1 0,-1-1 0,0 0 0,-2 0 0,2-21 0,-4-91 788,-1 92-688,-4-140 599,3-301-1615,3 458 148,-1 8-216,0-1 0,1 0-1,1 1 1,0-1-1,1 1 1,5-14 0,-8 24 280,1 1 0,-1 0 0,1-1 1,-1 1-1,1 0 0,0-1 0,-1 1 0,1 0 1,0 0-1,0 0 0,0 0 0,0 0 1,0 0-1,0 0 0,0 0 0,0 0 1,1 0-1,1-1 0,9 21-10870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91 13957,'-13'-45'2425,"3"30"1395,7-2-2528,0 3-236,-16 23-10893,0 2 108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1 272 10673,'4'-2'1509,"23"-11"-517,0 1 0,0 1 0,2 1-1,-1 2 1,45-8 0,159-11 544,-160 21-1121,412-47 972,-225 23-963,-1-6-579,-93 1-5610,-144 29 703,0 0-2867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12321,'-80'54'3412,"64"-14"-207,7 0-385,-7 3-276,0 2-488,3 4-411,-3 11-349,-3 9-280,-3 2-284,3 3-700,0 6-768,-3-2-864,6-1-817,-3-9-919,0 1-3437,9 2-6460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525 791 10229,'-8'13'2305,"3"-19"1291,5 4-3374,-1 1 1,1-1 0,0 0 0,0 0-1,0 0 1,0 0 0,0 0-1,0 0 1,1 1 0,-1-1 0,0 0-1,1 0 1,0 0 0,1-2-1,24-30 899,45-45 0,16-20-612,-48 46-347,-2-1 0,-3-2 0,-2-1 0,29-71 0,-35 64 301,23-63 1557,-48 126-1985,-1 1-1,0 0 0,0-1 1,1 1-1,-1 0 0,0-1 0,0 1 1,1 0-1,-1-1 0,0 1 1,0-1-1,0 1 0,0-1 1,0 1-1,1 0 0,-1-1 0,0 1 1,0-1-1,0 1 0,0-1 1,0 1-1,-1-1 0,1 1 0,0 0 1,0-1-1,0 1 0,0-1 1,0 1-1,0 0 0,-1-1 1,1 1-1,0-1 0,0 1 0,-1 0 1,1-1-1,0 1 0,-1 0 1,1-1-1,0 1 0,-1 0 1,1-1-1,-21 9 983,19-7-1026,-5 2 184,1 1 1,-1 1 0,1-1-1,0 1 1,0 0 0,1 1-1,-1-1 1,1 1-1,1 0 1,-5 7 0,-8 13 503,-15 35 0,27-50-532,-266 636 1219,266-634-1365,-290 940-1,286-916 0,-22 113 0,28-123 0,1 0 0,1 0 0,4 53 0,1-52 0,1 0 0,13 38 0,-16-59-55,1 0-1,0 0 1,0-1-1,0 1 1,1-1-1,0 0 1,0 0 0,1 0-1,0 0 1,0-1-1,0 1 1,1-1-1,-1-1 1,1 1 0,12 6-1,-10-8-109,0 1 0,0-1-1,1-1 1,-1 1 0,1-1 0,-1-1-1,1 0 1,0 0 0,0-1 0,0 0-1,15-2 1,-11 1-22,0-2-1,-1 0 1,1 0-1,-1-1 0,1-1 1,-1 0-1,0 0 1,-1-1-1,0-1 0,0 0 1,0 0-1,-1-1 1,0-1-1,0 0 1,-1 0-1,13-17 0,-17 19 116,-1 0-1,-1-1 1,1 0-1,-1 1 1,0-1-1,-1 0 0,0-1 1,0 1-1,-1 0 1,0 0-1,0-1 1,-1 1-1,0-1 0,-1 1 1,0 0-1,0-1 1,-1 1-1,0 0 1,0 0-1,-1 0 0,0 0 1,0 0-1,-1 1 1,-6-10-1,-5-8-6,-2 2 0,-1 0 1,0 1-1,-2 0 0,-41-34 0,-160-105 867,-7-6 412,222 162-1173,2 1 1,-1-1-1,0 0 0,1 0 0,0 0 0,0-1 1,1 1-1,0-1 0,-1 0 0,-1-6 1,4 9-54,0 0 0,1 0 0,-1 0 0,1 0 0,-1 0 0,1 0 0,0 0 1,0 0-1,1 0 0,-1 0 0,1 1 0,-1-1 0,1 0 0,0 0 0,0 0 1,0 0-1,0 1 0,1-1 0,-1 0 0,1 1 0,-1-1 0,1 1 0,0 0 1,0 0-1,3-3 0,6-5-225,1 0-1,1 1 1,0 0 0,0 1 0,1 1-1,0 0 1,20-7 0,112-31-1877,-124 40 1805,540-95-5644,-248 54 3115,-43 1-2334,-146 26 600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6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84 12089,'-60'-3'2796,"41"-12"353,-3 15-513,-1 0 5513,55 0-7485,22 3-548,0 0-948,10-12-705,12 1-943,13-12-900,15 0-2945,11 6-5736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7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13677,'0'0'5741,"-3"1"-3222,0 0-2207,0-1 1,0 1 0,1 0-1,-1 0 1,1 1-1,-1-1 1,1 1 0,0-1-1,-1 1 1,1 0 0,0-1-1,0 1 1,0 0-1,0 1 1,0-1 0,1 0-1,-1 0 1,1 1 0,-1-1-1,1 1 1,-2 4 0,-2 9 609,0 0 0,-6 29 0,3-7 6,-212 678-670,124-415-6633,80-239 1651,13-20-1817,5 1-5602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7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12421,'57'-54'2068,"-25"34"-127,-1 6-465,7-1-328,4 10-256,8 5-180,8 8-160,2 7-80,7 7-112,2 10-228,-5 5-512,-4 14-664,-9 9-744,-10 3-568,-6 14-2529,-9 12-3852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105 226 11325,'-79'29'2120,"54"-23"4129,44-21-4737,28-7-272,30 7-548,27-2-640,30-9-508,21 3-712,17-8-808,12-9-652,19 6-2381,13-3-3960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8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1366 9653,'8'-9'619,"-6"5"-179,1 0-1,1 1 0,-1-1 0,1 1 0,-1-1 0,1 1 0,7-4 0,-10 5-139,0 0 0,0 0 1,0 0-1,0 0 0,0 0 0,0-1 0,-1 1 0,1 0 0,-1 0 0,0 0 0,0-1 1,0-2-1,1 2 331,6-40 2631,7-19-22,-13 59-2438,-5 4-347,-52 12-79,1 2-1,0 3 0,2 2 1,0 2-1,1 3 1,2 2-1,-87 61 1,118-73-382,0 0-1,1 1 1,1 2 0,0-1 0,-20 29 0,35-42-60,0-1 0,0 0 0,0 1 0,0-1 0,0 1 0,1-1 1,-1 1-1,1 0 0,0-1 0,0 1 0,0 0 0,1 0 0,-1 0 0,1 0 0,0 0 0,0 0 0,1 0 0,-1 0 0,1 0 0,0-1 1,0 1-1,0 0 0,0 0 0,1-1 0,-1 1 0,1-1 0,0 1 0,0-1 0,0 0 0,1 1 0,-1-1 0,1 0 0,3 3 0,2 0-156,-1 0 0,1-1 0,0 1 0,0-2 0,0 1 0,1-1 0,0 0-1,0-1 1,0 0 0,0 0 0,0-1 0,17 2 0,-8-3 0,0 0-1,0-2 1,0 0 0,-1-1 0,1 0 0,0-2-1,-1 0 1,0-1 0,26-11 0,-23 7 85,0-2 1,0 0-1,-1-2 1,-1 0-1,0-1 1,29-30-1,-18 11 200,-1-1-1,-2-2 1,-1 0 0,-2-2-1,-2-1 1,-2 0-1,20-57 1,122-469 1777,-103 336-1038,29-188 2547,-85 410-3255,-2 4 463,3 345 1615,-3-335-2155,-6 743 604,7-730-673,0 32-283,10 64-1,-7-95 44,1 1-1,0-1 1,2-1-1,0 1 1,2-1-1,15 26 1,-9-21-384,1-1-1,20 22 1,-34-43 598,1 0-1,0 0 1,0-1-1,0 1 1,0-1 0,0 0-1,0 0 1,1 0-1,-1 0 1,1-1 0,-1 1-1,1-1 1,-1 0-1,1 0 1,0 0 0,0 0-1,0-1 1,0 0-1,-1 0 1,1 0 0,0 0-1,0 0 1,4-2-1,2 0-58,1-2-1,-1 1 0,0-1 0,-1-1 0,17-9 0,-22 11 82,25-15-70,-2-1 0,-1-2 0,0 0 0,-2-2 0,0 0 0,26-37 0,110-170-246,77-179 378,-95 155 616,-109 196-459,-11 18 17,1 0 0,50-62 0,-70 99-110,-1 0-1,0 1 0,1-1 0,-1 1 1,1 0-1,0 0 0,0 0 0,0 0 0,0 0 1,0 1-1,6-3 0,-8 4-43,0 0-1,-1 0 1,1 0-1,0 0 1,-1 0 0,1 0-1,0 0 1,-1 0 0,1 0-1,0 0 1,-1 0-1,1 1 1,0-1 0,-1 0-1,1 0 1,-1 1-1,1-1 1,-1 0 0,1 1-1,0-1 1,-1 1 0,1 0-1,0 1 15,0-1-1,0 1 1,0-1-1,0 1 1,-1 0-1,1-1 1,-1 1-1,1 0 1,-1-1-1,0 1 1,1 0-1,-1 2 1,1 29 580,-2 1 0,-1 0 0,-13 64 1,-35 99 1118,6-64-1322,-80 169 0,-86 116 786,18-37-241,31 11-551,149-359-411,2 0 0,1 1 0,2 0 0,1 0 0,1 0 0,1 43 0,5-65 0,0-1 0,1 0 0,1 0 0,0 0 0,0-1 0,1 1 0,0-1 0,1 0 0,0 0 0,1 0 0,0 0 0,1-1 0,11 13 0,-12-15-50,0-1 1,1 0-1,-1 0 1,1-1-1,1 1 1,-1-2-1,1 1 1,-1-1-1,1 0 1,1 0-1,-1-1 1,0 0-1,1-1 1,0 0-1,-1 0 1,1-1-1,0 0 1,0-1-1,0 0 1,0 0-1,12-2 1,-4-1-75,0 0 0,0-2 0,0 0 1,0 0-1,-1-2 0,1 0 0,-2-1 1,1 0-1,18-15 0,-23 15 68,-1 0-1,0-1 1,0 0-1,-1 0 1,0-1 0,-1-1-1,0 1 1,-1-1-1,0-1 1,-1 1 0,0-1-1,0-1 1,4-15-1,-7 17 36,-1 1 0,0-1 0,-1 1 0,0-1 0,-1 1 0,0-1-1,0 1 1,-1-1 0,0 0 0,-1 1 0,-1 0 0,1-1 0,-2 1 0,1 0 0,-1 1-1,-11-19 1,3 9 32,-2 1 0,0 1 0,0 0 0,-2 1 0,0 1 0,0 0-1,-26-16 1,-137-77 265,168 102-251,-139-71 326,-42-23 178,184 95-530,-1 0 0,1-1 0,0 0 0,1 0 0,-1-1 0,-7-9-1,15 14-18,-1 1 0,0 0-1,1 0 1,-1 0 0,1 0-1,-1-1 1,1 1-1,0 0 1,-1-1 0,1 1-1,0 0 1,0 0 0,0-1-1,0 1 1,0 0-1,0-1 1,1 1 0,-1 0-1,0 0 1,1-1 0,-1 1-1,1 0 1,-1 0-1,1-1 1,-1 1 0,1 0-1,0 0 1,0 0-1,-1 0 1,1 0 0,0 0-1,0 0 1,0 0 0,0 1-1,0-1 1,2-1-1,5-4-213,1 0-1,-1 1 0,14-7 1,-22 12 216,34-14-764,0 1 0,1 2 0,64-12 0,-44 11 38,855-189-8069,-696 157 6600,-72 22-3169,-80 15-195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8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45 144 13441,'-16'-18'2692,"10"10"173,-4-4 1655,4 1-2768,-1-3 589,11-1-1589,2 1-404,0 3-612,4 2-840,9-2-677,0 2-999,-3 3-6585,0 1-1068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9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264 212 7477,'-1'-1'88,"0"1"-1,0-1 1,1 1 0,-1-1 0,0 1 0,0-1-1,0 0 1,1 0 0,-1 1 0,0-1 0,1 0 0,-1 0-1,1 0 1,-1 0 0,1 1 0,-1-1 0,1 0 0,-1 0-1,1 0 1,0 0 0,0 0 0,0 0 0,-1 0 0,1 0-1,0 0 1,0 0 0,0 0 0,1 0 0,-1-2 0,2 0 159,-1 0 1,1 1 0,0-1 0,0 1 0,1 0 0,-1-1 0,0 1 0,4-2 0,6-6 233,6-4 366,0 0 0,0 1-1,1 1 1,1 1 0,0 1 0,38-14 0,-3 7-28,75-14 0,-125 29-763,0 1 0,0 1 0,0-1 1,0 1-1,0 0 0,0 0 0,0 1 0,1-1 0,-1 1 0,0 0 1,0 0-1,8 4 0,-11-4-36,-1 0 1,1 0-1,-1 0 0,1 0 1,-1 0-1,1 1 0,-1-1 1,0 1-1,1-1 0,-1 1 1,0-1-1,0 1 0,0-1 1,0 1-1,0 0 0,-1 0 1,1 0-1,0-1 1,-1 1-1,1 0 0,-1 0 1,0 0-1,0 0 0,0 0 1,0 0-1,0 0 0,0 0 1,0 0-1,0 0 0,-1-1 1,1 1-1,-2 3 0,0 0 21,0 1 0,-1-1 0,0 1 0,0-1 0,0 0 0,0 0 0,-1 0 0,0 0 0,-7 6 0,-47 39 223,51-44-236,-98 68 231,69-51-154,1 1 1,1 2 0,-34 35-1,65-58-95,-1 1 6,1 0 1,-1 0-1,1 0 1,-1 0-1,2 1 1,-5 7-1,6-10-11,0 0 0,1 0-1,0 0 1,-1 0-1,1 0 1,0 0 0,0 0-1,0 0 1,0 0-1,1 0 1,-1 0 0,0 0-1,1-1 1,-1 1 0,1 0-1,0 0 1,0 0-1,-1 0 1,1-1 0,0 1-1,1 0 1,1 2-1,3 4 11,1 0-1,1-1 0,-1 0 0,1 0 0,0-1 0,0 1 0,1-2 0,0 1 0,11 4 0,13 4 32,48 13 0,-61-22-47,-1 1 0,0 1-1,0 0 1,0 2 0,-1 0 0,0 1-1,31 22 1,-47-30 4,0 0 1,0 0-1,0 0 0,0 0 1,-1 0-1,1 1 0,-1-1 1,1 0-1,-1 1 0,0-1 0,0 1 1,0-1-1,0 1 0,0 0 1,-1 0-1,1-1 0,-1 1 1,1 0-1,-1 4 0,-1-2-4,0-1-1,0 0 0,0 1 1,0-1-1,-1 0 1,0 0-1,0 1 0,0-1 1,0-1-1,-1 1 1,-2 4-1,-5 4-6,-1-1 1,0-1-1,0 1 0,-1-2 1,0 0-1,-18 10 0,-17 7-228,-1-3-1,-2-2 0,-60 18 0,-70 8-3855,74-31-1433,78-13 3014,-25 5-5051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7:59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1175 0 10205,'-32'13'511,"-186"81"4961,169-70-3587,1 1-1,-62 46 1,47-20-625,2 3 1,3 2-1,3 3 0,2 2 1,2 2-1,-61 103 0,72-98-1088,3 1 0,3 2-1,3 2 1,4 0 0,2 2-1,4 1 1,-21 152 0,37-179-85,3 0-1,2 0 1,2 0 0,2 0 0,19 90 0,-13-103-64,1 0 0,2 0 0,1-2 1,2 1-1,1-2 0,2 0 0,1-2 0,33 41 0,-22-38-22,0-2 0,2-1 0,2-2 0,1-1 0,0-2 0,2-2 0,1-1 0,1-2 0,79 30 0,-41-25-11,2-3 0,0-3 0,1-4 0,123 9 0,-123-21-145,1-3 0,-1-4 0,0-4 1,0-3-1,-1-3 0,-1-4 0,0-4 0,-2-3 0,0-3 0,119-61 1,-139 57 59,-1-3 0,-2-2 0,-1-3 1,-3-1-1,84-87 0,-99 87 70,-1-2 1,-2-1-1,-2-2 0,-2 0 0,-1-2 0,-3-2 1,27-77-1,-38 84 28,-3 1 0,-1-2 0,-2 1 0,-2-1 0,-1 0 0,-3 0 0,-1-1 0,-3 1 0,-1 0 0,-2 1 0,-2-1 0,-26-79 0,20 83-4,-1 1-1,-2 0 0,-2 1 0,-1 1 0,-2 1 1,-1 1-1,-2 1 0,-1 1 0,-2 1 1,-1 1-1,-1 2 0,-2 1 0,-52-35 0,43 38-139,-1 2 0,-1 2-1,-1 2 1,-1 2 0,-1 1-1,0 3 1,0 2 0,-1 1-1,0 3 1,-1 2 0,-75 2-1,59 6-995,0 2 0,0 3-1,-66 18 1,62-8-2281,0 3 0,-99 48 1,34-1-7372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4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9693,'0'0'13352,"1"2"-13160,12 27 109,-11-26 25,-3 0-216,-4 28 185,5-28 2550,-2 0-2824,-25 52 277,2 1 0,-20 70 0,34-91-232,2 1 0,2 1-1,0 0 1,3 0 0,1 0 0,3 57-1,1-90-116,-1 0 1,1 0-1,-1-1 0,1 1 0,0 0 0,0-1 0,1 1 1,-1-1-1,1 1 0,0-1 0,-1 0 0,2 0 0,-1 1 1,0-2-1,1 1 0,-1 0 0,4 2 0,-1-1-89,0 0 0,0-1-1,0 0 1,1-1 0,0 1 0,-1-1-1,1 0 1,0 0 0,9 1 0,8 0-147,0-1 1,-1-2 0,1 0 0,30-4-1,200-41-383,-142 22 636,73-10 263,-39 9 116,152-47 0,-283 67-330,1-1 0,-1-1 0,0 0-1,-1-1 1,1 0 0,-1-1 0,-1 0 0,0-1 0,20-19 0,-31 27-18,0-1 1,0 0-1,0 0 1,0 0-1,0 0 1,0-1-1,0 1 1,-1 0-1,1 0 0,-1 0 1,0-1-1,1 1 1,-1 0-1,0-1 1,0 1-1,-1 0 1,1 0-1,0-1 1,-1 1-1,1 0 1,-1 0-1,0 0 1,-1-3-1,-1-3-5,-1 0 1,0 0-1,0 1 0,-9-11 0,-4-4-294,-1 2 1,-1 0-1,-1 1 0,-1 1 0,0 1 0,-31-19 0,20 17-2483,-2 1 0,-36-13 1,41 21-1788,10 11-2409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13553,'-22'136'8475,"-5"2"-3583,4-28-2878,-16 193 0,39-293-2029,0 1 0,0 0 1,1-1-1,0 1 1,1-1-1,0 0 1,6 16-1,-7-24 7,0 1 0,0-1 0,0 0-1,0 0 1,0 0 0,0 0 0,1-1-1,-1 1 1,1 0 0,-1 0 0,1-1-1,0 1 1,0-1 0,0 0 0,0 1-1,0-1 1,0 0 0,0 0 0,0 0-1,0 0 1,0-1 0,0 1 0,1-1-1,-1 1 1,0-1 0,0 0 0,1 0-1,-1 0 1,0 0 0,1 0 0,-1 0-1,0 0 1,0-1 0,1 0 0,-1 1-1,0-1 1,0 0 0,0 0 0,3-2-1,4-1 0,-1 0 0,-1-1-1,1-1 1,-1 1-1,0-1 1,0 0-1,0-1 1,-1 0-1,0 0 1,-1 0-1,1-1 1,4-8-1,1-4-6,-1 0 0,-1 0 0,13-42 0,-17 43-55,-2 0 0,1 0 0,-2-1 0,-1 0 0,0 1 0,-2-1-1,0 0 1,-1 1 0,-1-1 0,-1 1 0,0 0 0,-2 0 0,0 0 0,-1 1 0,-1 0 0,-1 0 0,0 1-1,-19-26 1,23 38-256,0-1 0,0 1 0,-1 0-1,1 1 1,-1-1 0,0 1 0,-1 1 0,1-1-1,0 1 1,-1 0 0,0 0 0,0 1 0,0 0-1,-13-3 1,13 4-788,-1 0 0,0 1 0,1 0 0,-1 0 0,1 0 0,-1 1 1,1 0-1,-12 4 0,-23 12-9922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120 226 12781,'7'4'345,"-1"0"-1,1 0 0,-1 1 1,0-1-1,0 1 0,0 1 1,0-1-1,-1 1 1,0 0-1,0 0 0,-1 1 1,0-1-1,0 1 1,0 0-1,-1 0 0,0 0 1,0 0-1,1 10 0,4 20 159,-3 0-1,-1 0 0,-1 0 0,-3 0 0,0 0 1,-9 49-1,5-55-448,-2 0 0,-2-1 0,0 0 0,-2-1 0,-1 1 0,-2-2 0,-30 52 0,39-74 36,-1 0 0,0 1 0,-1-2 0,0 1 0,0-1 0,0 0 0,0 0 0,-1 0 0,0-1 0,-7 4 0,13-8-25,0 0 1,0 0-1,0 0 1,0 1-1,0-1 1,0 0-1,0 0 1,0-1-1,0 1 1,0 0-1,0 0 1,0 0-1,0-1 1,0 1-1,0 0 1,0-1-1,0 1 1,0-1-1,0 1 1,0-1-1,-1-1 1,0 1 160,0 0-166,0 0 0,1 0 0,-1 0 0,1-1 0,-1 1 0,1 0-1,-1-1 1,1 1 0,0-1 0,0 1 0,0-1 0,0 0 0,0 1 0,0-1 0,0 0 0,0 0 0,1 0 0,-1 0-1,1 0 1,-1 1 0,1-1 0,0 0 0,0 0 0,0 0 0,0 0 0,0 0 0,0 0 0,0 0 0,1-3 0,1-5 102,0 0 1,1 0 0,0 0-1,8-16 1,21-35 141,3 1 0,3 3 0,77-92 0,-62 87-1145,2 2 0,4 3 0,1 2-1,76-51 1,-113 90-171,1 2-1,0 0 0,1 2 0,41-15 1,314-101-16491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884 11093,'1'-6'702,"0"-1"-1,-1 1 1,0 0 0,0-1 0,-1 1-1,0 0 1,0-1 0,-4-11-1,4 16-473,0-1 1,0 0-1,-1 1 0,1-1 0,-1 1 0,1 0 0,-1-1 0,0 1 0,0 0 0,0 0 0,0 0 1,-1 0-1,1 1 0,0-1 0,-1 0 0,1 1 0,-1 0 0,0 0 0,1 0 0,-1 0 0,0 0 1,0 0-1,-4 0 0,-6 0 46,0 1-1,0 1 1,0 0 0,0 1 0,0 0 0,1 1 0,-1 0-1,1 1 1,0 1 0,0 0 0,0 0 0,-21 15-1,-16 11 449,-68 56 0,115-85-701,-311 274 1000,287-251-1032,-18 18-170,-59 72 0,86-94 4,2 0 0,0 1 0,1 1 0,1 0 0,2 1 0,-10 25 1,21-47 132,-1 1 1,0-1 0,1 1-1,-1-1 1,1 1 0,0-1-1,0 1 1,0 0 0,0-1-1,0 1 1,1-1 0,-1 1 0,1-1-1,1 5 1,-1-5 17,0-1-1,-1 0 1,1 0 0,0 0 0,0 0-1,0 0 1,0 0 0,0 0-1,0 0 1,0 0 0,0-1 0,0 1-1,0 0 1,0-1 0,0 1-1,1-1 1,-1 1 0,0-1 0,0 1-1,1-1 1,-1 0 0,0 0-1,1 0 1,-1 0 0,0 0 0,1 0-1,1 0 1,12-3-62,0 0 0,0 0-1,0-2 1,0 0 0,-1-1 0,0 0 0,0-1-1,0-1 1,-1 0 0,17-14 0,12-12-86,63-65 1,-62 52 114,-2-2-1,64-100 0,-53 60-7,42-97 0,-32 40 315,-7-4 1,-6-1-1,33-181 1,-63 216 523,-19 116-746,0-1 0,0 0 0,1 0 0,-1 0 0,0 0 0,0 0 0,0 0 0,0 0 0,0 0 0,0 0 0,-1 1 0,1-1 0,0 0 0,0 0 0,-1 0-1,1 0 1,0 0 0,-1 1 0,0-2 0,1 2-6,-1 0-1,1 0 1,-1 0 0,1 0-1,-1 0 1,1 0-1,-1 0 1,1 0-1,-1 1 1,1-1-1,-1 0 1,1 0 0,-1 0-1,1 1 1,0-1-1,-1 0 1,1 1-1,-1-1 1,1 0-1,0 1 1,-1-1-1,1 0 1,0 1 0,-1 0-1,-23 36 540,4 11-237,2 1 1,-16 64-1,4-7-64,-220 554-369,104-338-3045,-7-5-4120,102-208 1328,11-10-3436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503 187 6997,'27'-18'1265,"131"-81"4709,-136 87-5468,1 2-1,-1 1 0,1 0 1,1 2-1,39-7 1,-41 10-232,0 2 0,0 0-1,1 2 1,-1 0 0,1 2 0,-1 0 0,43 11-1,-57-11-208,0 0 0,0 1-1,0 0 1,-1 1 0,1 0-1,-1 0 1,0 0-1,0 1 1,0 0 0,-1 1-1,1-1 1,-1 1 0,-1 0-1,1 1 1,-1 0-1,0-1 1,-1 1 0,1 1-1,-1-1 1,-1 1 0,1 0-1,-1 0 1,3 16 0,-3-5 9,-1 0 1,-1 0 0,-1 1 0,-1-1-1,0 0 1,-1 0 0,-2 0 0,0 0 0,0 0-1,-14 31 1,0-6 30,-2-1 0,-2 0 0,-33 47 0,-4-7 110,-4-2 1,-3-3 0,-3-2 0,-148 122-1,-313 221 3581,509-403-3193,-34 33 0,54-49-592,1 1 1,0-1 0,-1 0 0,1 0 0,-1 1 0,1-1 0,0 0 0,-1 0 0,1 1 0,0-1 0,-1 1-1,1-1 1,0 0 0,0 1 0,0-1 0,-1 0 0,1 1 0,0-1 0,0 1 0,0-1 0,0 1 0,0-1-1,0 1 1,-1-1 0,1 0 0,0 1 0,0-1 0,0 1 0,1-1 0,-1 1 0,0-1 0,0 1-1,0-1 1,0 1 0,0-1 0,1 0 0,-1 1 0,0-1 0,0 1 0,0-1 0,1 1 0,21 6 223,-19-6-204,14 2 35,1-1 0,-1-1 0,0 0 0,1-1 0,-1-1 0,0-1 0,22-4 0,502-89-512,307-60-5411,-280 55-6010,-398 69 3394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7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10917,'27'-61'3387,"-8"19"1688,-18 39-3334,3 6-112,4 3-1279,-1 0 0,1 0 0,-1 1 0,0 0 0,-1 0 0,0 1 0,0 0 1,-1 0-1,1 0 0,6 16 0,2 10 351,16 56 0,-22-64-413,24 84 329,-3 2 0,-6 0 0,-5 2 0,7 210 1,-16-130 376,-9-191-984,0-1 0,1 1 0,-1-1 0,0 0 0,1 1-1,0-1 1,0 0 0,-1 0 0,1 0 0,0 1 0,1-1 0,-1 0 0,0 0-1,1 0 1,-1-1 0,1 1 0,-1 0 0,4 2 0,-3-3-3,-1 0 0,1-1 0,0 1 1,0 0-1,1-1 0,-1 1 0,0-1 0,0 0 1,0 1-1,0-1 0,0 0 0,0 0 0,1 0 1,-1-1-1,0 1 0,3-1 0,6-3 8,0 0-1,0-1 1,0 0-1,-1-1 1,18-12-1,53-45-13,142-144 1,-136 122-182,14-10-803,195-193-6557,-119 114-3056,-86 96 109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218 375 8609,'9'7'1241,"0"-1"0,0 0 1,1 0-1,0-1 0,20 7 1,-20-8-708,1-1 0,0-1 1,-1 0-1,1-1 1,14 1-1,-1-3-249,0-2 1,-1 0-1,0-1 0,0-1 1,25-10-1,-24 8-85,-1-2 0,0 0 0,0-1-1,-1-2 1,33-22 0,-47 28-75,-1 1 1,0-1 0,0-1-1,0 1 1,-1-1 0,0 0-1,0-1 1,0 0-1,-1 0 1,-1 0 0,1 0-1,-1-1 1,-1 1-1,1-1 1,-1 0 0,-1 0-1,3-19 1,-5 22-37,0 0 1,0 0 0,-1 1-1,0-1 1,0 0-1,0 0 1,-1 1 0,0-1-1,0 1 1,0-1-1,-1 1 1,1 0-1,-1 0 1,-1 0 0,1 0-1,-1 0 1,1 1-1,-2 0 1,1-1-1,0 2 1,-1-1 0,1 0-1,-1 1 1,-6-3-1,1 0 45,0 1 0,-1 0 1,1 1-1,-1 0 0,0 1 0,0 0 0,0 1 0,-1 0 0,1 0 0,0 1 0,-22 2 0,22 0-38,1 1 0,0 0 0,0 1 0,0 0 0,0 1 0,0 0 0,-13 7 0,-146 89 1152,152-89-1161,0 1 0,2 1 0,-1 0 0,2 1 0,0 1 0,0 0 0,2 1 0,-17 26 0,23-33-54,-18 27 92,1 1 0,3 2 0,1 0 0,1 1 0,-22 82 0,34-98-108,2 0 0,0 1 0,2-1-1,1 1 1,1 25 0,2-33-79,0-1 1,1 1-1,0-1 1,1 0-1,1 0 1,1-1-1,0 0 1,11 19-1,-9-22-207,0 0-1,1-1 1,0 0-1,1 0 1,0-1 0,0-1-1,1 0 1,1 0-1,0-1 1,0-1-1,0 0 1,1 0-1,0-1 1,0-1 0,0 0-1,1-1 1,14 3-1,7 0-845,0-2 0,0-2 0,0 0 0,0-3 0,64-7 0,-41 0-1027,0-3 0,-1-3-1,0-2 1,95-39-1,-56 12-4033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0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410 124 7493,'1'-11'364,"10"-56"1616,7 22 3451,-45 47-1998,18 0-2999,-1 1 0,0 0-1,1 1 1,-1 0 0,1 0 0,0 1 0,1 0 0,-1 1-1,1 0 1,0 0 0,-14 15 0,-3 8 891,-41 56 0,38-42-947,2 1 1,2 1-1,2 1 0,2 1 0,2 0 1,2 2-1,3 0 0,1 1 0,-8 87 0,19-122-570,0 1-1,1 0 1,1 0-1,1-1 1,0 1-1,0-1 0,2 1 1,0-1-1,1 0 1,0 0-1,1-1 1,12 21-1,-12-25-234,1-1 1,0 1-1,1-2 0,0 1 1,0-1-1,0 0 0,1 0 1,0-1-1,1-1 0,0 1 1,0-2-1,0 1 0,1-1 1,0-1-1,-1 0 0,2 0 1,15 2-1,-9-3-257,1-1 0,0 0 0,0-1 0,-1-1 1,1-1-1,0-1 0,0-1 0,-1 0 0,27-9 0,-24 5 390,-2-1 0,1 0-1,-1-2 1,0 0-1,-1-1 1,-1-1-1,1-1 1,17-17 0,95-105 2098,-30 30 2284,-52 56-3151,-47 47-2219,-1-1-976,1-13-2027,1 1-2403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1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0 487 7125,'4'-19'671,"0"0"0,2 0 1,0 1-1,1 0 0,0 0 1,2 0-1,0 1 0,1 1 1,1-1-1,0 1 0,1 1 1,23-22-1,-6 10-200,2 0-1,0 2 1,2 2 0,1 1 0,40-20-1,-49 30-314,2 0-1,0 2 0,0 1 0,0 1 0,1 1 1,46-5-1,-51 10-57,0 1-1,-1 1 1,1 1 0,0 0 0,0 2 0,-1 1 0,0 1-1,38 13 1,-48-13-43,-1 0-1,0 0 0,-1 2 1,1-1-1,-1 1 1,0 1-1,-1 0 0,0 0 1,0 1-1,-1 0 0,0 0 1,0 1-1,-1 0 1,-1 0-1,0 1 0,0 0 1,-1 0-1,0 0 0,-1 1 1,0 0-1,3 18 1,-2-1 15,-2-1 0,-1 0 1,-1 1-1,-2 0 0,0-1 1,-2 1-1,-1-1 0,-10 35 1,-5 4 56,-3-1 1,-3-1 0,-55 101 0,-126 175 252,84-146-287,21-25 60,-112 262-1,196-390-136,2 0 0,2 0 0,2 1 0,1 1-1,3 0 1,-2 47 0,8-69-8,1-1 0,1 1 0,1 0 0,0 0 0,2-1 1,1 0-1,0 0 0,2 0 0,0 0 0,2-1 0,0 0 0,1-1 0,1 0 0,17 23 0,-14-25-10,1-1-1,0-1 0,1 0 1,0-1-1,1-1 0,1-1 1,30 17-1,-22-16 0,2-1 0,0-2-1,0 0 1,0-2 0,31 5 0,-13-6-2,0-3 1,1-1 0,0-2-1,0-3 1,-1-1 0,90-19 0,-80 8-9,0-2 0,-1-3 0,-2-2 0,0-2 0,-1-3 0,-1-2 0,-1-2 0,61-49 0,-79 53 88,-1-1 1,-2-1-1,-1-2 0,-1-1 1,-1-1-1,-2-1 1,-1-1-1,-2-1 0,-1-1 1,-2 0-1,-2-2 1,19-64-1,-31 89 90,-1-1 1,-1 1-1,0-1 0,-1 0 1,-1-22-1,0 33-111,0 0 0,0-1 1,-1 1-1,1 0 0,-1 0 0,0 0 0,0 0 1,0-1-1,0 1 0,0 0 0,-1 1 1,1-1-1,-1 0 0,0 0 0,0 1 0,0-1 1,0 1-1,-1-1 0,1 1 0,0 0 0,-1 0 1,0 0-1,1 0 0,-1 1 0,0-1 1,0 1-1,0 0 0,-5-2 0,0 2 40,0 0 1,0 0-1,0 1 0,1 0 1,-1 1-1,0-1 0,0 2 1,0-1-1,1 1 0,-1 0 1,0 0-1,1 1 0,0 0 1,-12 8-1,-1 0 114,0 2-1,1 1 1,-32 30-1,18-10-24,2 1 0,1 2 0,1 1 0,3 1 0,1 2-1,-27 58 1,-92 274 379,107-252-484,6 1 1,5 1 0,5 1 0,6 1 0,5 1 0,5 0 0,7 0 0,4-1-1,36 191 1,0-114-45,8-2 0,10-3 0,159 357 0,246 376 0,-162-290-98,-279-585-33,-4 1 0,-1 0 0,-4 1 0,-1 1 0,9 105 0,-22-148 67,-1 0 1,-1 0-1,0 0 0,-1 0 0,0 0 0,-1-1 0,-1 1 0,-1-1 1,0 0-1,0 0 0,-16 25 0,11-23 13,-2-1 0,0 0 0,-1 0 1,-1-1-1,0-1 0,-1 0 0,0-1 0,-30 17 0,-18 7-1,-1-2-1,-111 39 1,-148 30-28,176-59 55,-154 51-2,-233 70-2592,507-157 1885,-1-1 0,-1-1 0,-56 4 0,77-10 269,0 0 1,0-1-1,0 0 0,0 0 0,1-1 0,-1 0 0,0 0 1,-10-5-1,13 4-111,1 1 1,0-1-1,0 1 0,1-1 1,-1 0-1,0-1 0,1 1 1,0-1-1,0 1 0,0-1 1,0 0-1,1 0 0,-1 0 1,1 0-1,-2-7 1,-9-36-9702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11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741 175 15089,'-23'0'1893,"4"3"7,-22-6-196,-32-6-280,13 4-288,-4-4-240,-6 1-320,0-10-912,1-4-804,-17-18-1276,16 5 20,19 24-3077,7-6-4400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0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1295 7693,'3'4'897,"9"14"-153,-5-11 4587,0-24-3623,-2 11-1458,1-1-1,0 1 0,0 0 0,0 1 0,1-1 0,-1 1 0,1 1 0,0-1 0,1 1 0,12-5 1,3-3 55,21-11 117,2 1 0,64-21 1,101-20-49,-188 57-334,816-174 356,-762 166-377,1485-225-341,-187 34-561,-823 91 736,-391 71 179,210-87 1,-122 29 278,-143 57-337,-104 43 38,23 0-6,-15-1-9208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219 451 5352,'0'0'4580,"-1"-2"-3160,-1-3-973,1 1-1,-1 0 0,-1 0 1,1 0-1,-1 0 0,1 0 1,-1 0-1,0 0 0,-1 1 1,1-1-1,-1 1 0,1 0 1,-1 0-1,0 1 0,0-1 1,0 1-1,0 0 0,-7-3 0,3 1 75,0-1-1,1 0 0,0 0 1,0-1-1,0 0 0,0 0 1,1 0-1,0-1 0,1 0 1,-1 0-1,1-1 0,1 1 1,-5-9-1,9 13-452,-1 0-1,1 0 1,-1-1 0,1 1-1,0 0 1,0 0 0,0 0-1,1 0 1,-1 0-1,1 0 1,-1 0 0,1 0-1,0 0 1,0 1 0,0-1-1,1 0 1,-1 0-1,1 1 1,0-1 0,3-4-1,1 0 23,0 0 1,1 0-1,0 0 0,0 1 0,14-10 0,9-2 71,0 1 0,1 2-1,1 1 1,60-18 0,142-20 152,-82 31-210,-132 20-93,1 0 0,-1 2 0,0 0 0,1 1 0,29 7-1,-45-8-8,0 0-1,-1 1 0,1-1 1,-1 1-1,1 0 0,-1 0 1,0 1-1,0-1 0,0 1 0,0 0 1,0 0-1,-1 0 0,1 0 1,-1 1-1,0-1 0,0 1 1,0 0-1,0 0 0,-1 0 0,4 8 1,-5-7-4,0 1 1,0 0-1,0-1 1,0 1 0,-1 0-1,0 0 1,-1-1-1,1 1 1,-1 0 0,0-1-1,0 1 1,-1-1-1,1 1 1,-1-1 0,-1 1-1,-5 9 1,-26 43-38,-67 87 0,-21 33-144,117-170 173,0 1 1,1-1-1,0 1 1,1 0-1,0 0 1,0 1-1,-1 13 1,3-19 9,1 1 0,0 0 0,0 0 0,1-1 0,-1 1 1,1 0-1,0-1 0,0 1 0,1-1 0,-1 1 0,1-1 0,0 0 1,0 1-1,1-1 0,-1 0 0,1 0 0,3 3 0,4 5 1,1-2-1,1 1 0,0-1 0,0-1 0,1 0 0,16 8 0,89 40 11,-70-36-6,-16-7 6,99 51-31,-113-55 6,-1 1 0,-1 0 1,1 1-1,-2 1 0,15 16 0,-27-26 16,0 0 0,0 0 0,-1 1 1,1-1-1,-1 1 0,0-1 0,0 1 0,0 0 1,0 0-1,-1 0 0,0 0 0,0 0 1,0 0-1,0 0 0,0 1 0,-1-1 0,0 0 1,0 0-1,0 1 0,-1-1 0,1 0 0,-1 0 1,0 0-1,0 1 0,0-1 0,-1 0 1,1 0-1,-1-1 0,0 1 0,0 0 0,-1-1 1,1 1-1,-5 4 0,-3 4-1,-2 0-1,0 0 1,0-1 0,-1 0-1,0-1 1,-1-1 0,-19 10-1,-12 3 5,-1-1 0,-95 28-1,-108 12-404,106-29-461,-107 24-2489,83-32-2655,121-18-189,19-3-3922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1238 1 10333,'-148'49'4250,"126"-41"-3340,0 1-1,0 1 0,1 0 0,0 2 0,1 1 1,1 0-1,-34 31 0,11-4 337,3 1 0,-41 55-1,14-5 186,4 2-1,-75 152 0,-65 219 601,8 119-1180,173-495-851,4 1 0,4 1 0,-3 143 0,15-197 0,2 0 0,1-1 0,2 1 0,1-1 0,2 1 0,1-2 0,2 1 0,1-1 0,2-1 0,1 0 0,2 0 0,20 30 0,-20-37-4,1-2 0,1 1 0,1-2-1,1-1 1,1 0 0,1-2 0,0 0 0,30 18 0,-19-16-13,2-3 0,-1-1 1,2-1-1,1-2 1,59 16-1,-33-16-30,0-3-1,114 8 1,125-23-119,-141-12 26,-2-7-1,-1-8 1,-1-5-1,-2-8 0,-2-7 1,197-92-1,-266 102 101,-1-4 1,-3-4-1,-2-3 0,107-90 0,-144 104 20,-2-3 0,-1 0 0,46-67 0,-62 74 9,0-2 0,-3-1 1,0 0-1,-3-1 0,17-54 1,-25 60 5,-1 0 0,-1-1-1,-1 0 1,-2-1 0,-1 1 0,-2 0 0,-1-1 0,-8-46 0,1 40 6,-2 0 1,-1 0 0,-2 2-1,-1-1 1,-2 2 0,-26-44 0,6 24 3,-3 1 0,-2 1 0,-2 3 0,-3 1 0,-1 3 0,-3 2 1,-1 1-1,-59-36 0,38 33 36,-3 3-1,-1 4 1,-2 2-1,-1 5 1,-2 2 0,-1 4-1,-2 4 1,0 4 0,-141-15-1,163 30-401,0 3-1,0 2 0,0 3 0,0 3 0,1 2 0,-62 18 0,76-13-681,1 2 0,0 2 0,1 2 0,1 2 0,2 1 0,0 3 0,1 1 0,-46 42-1,66-51-1078,1 1 1,-21 27-1,27-25-2950,-23 39 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474 358 10337,'4'-36'829,"-2"17"99,0 0 0,-2-1 0,-2-36 0,-2 22 1643,-2 0 0,-1 1 0,-1 0 0,-17-41 0,14 103-1221,-32 158 546,12-42-1027,-61 221-399,-58 232-21,64-149-449,77-376 0,4 1 0,3-1 0,3 1 0,12 85 0,-9-134 1,0 0 0,2 0 1,1 0-1,1-1 0,2 0 0,0 0 0,1-1 0,1-1 1,23 33-1,-23-41-5,0 0 0,0-1 0,2 0 0,-1-1 0,2 0 0,-1-1 0,1-1 1,1 0-1,0-1 0,1-1 0,-1 0 0,1-2 0,1 0 0,18 4 0,-2-3-168,1-2 0,0-1 0,-1-2 0,2-1 0,-1-2-1,-1-1 1,1-2 0,0-1 0,-1-2 0,0-2 0,51-19-1,-51 15 38,-1-2-1,0-1 0,-1-1 1,-1-2-1,-1-2 1,-1 0-1,-1-2 0,0-1 1,-2-2-1,-1 0 0,23-31 1,-36 40 89,-1 0 0,0-1 0,-2 0 1,0-1-1,0 0 0,-2 0 0,-1-1 0,0 0 1,-1 0-1,-2 0 0,3-25 0,-6 31 26,0 1-1,0-1 0,-1 0 1,-1 1-1,0-1 0,-1 1 1,-1 0-1,0 0 0,0 0 1,-2 0-1,1 1 0,-2-1 1,1 2-1,-2-1 0,0 1 1,0 0-1,-18-18 0,10 15 7,0 0 1,-1 2-1,-1 0 0,0 0 1,-1 2-1,0 0 0,-39-13 0,-11 2 33,-72-13-1,36 10 70,100 23-46,-1-1-1,0 1 1,1-1 0,-1-1-1,1 1 1,-8-5 0,13 7-38,0 0-1,-1 0 1,1-1 0,0 1 0,-1 0 0,1-1 0,0 1-1,0 0 1,-1-1 0,1 1 0,0 0 0,0-1-1,0 1 1,-1 0 0,1-1 0,0 1 0,0-1 0,0 1-1,0 0 1,0-1 0,0 1 0,0-1 0,0 1-1,0 0 1,0-1 0,0 1 0,0-1 0,0 1 0,0 0-1,0-1 1,1 0 0,0 0 1,0-1 0,0 1 0,0 0 0,1-1 1,-1 1-1,1 0 0,-1 0 0,1 0 0,-1 0 0,1 0 0,3-1 0,19-8 22,1 2-1,0 0 0,0 2 0,28-4 1,111-9 119,-110 15-48,1 2 1,0 2-1,0 3 0,-1 2 0,83 18 0,-112-16-26,-1 0-1,-1 2 1,0 1-1,0 1 0,-1 0 1,22 16-1,-29-16 11,0 1-1,0 1 1,-2 0-1,1 0 1,-2 1-1,0 1 1,-1 0-1,18 32 0,-18-25-7,-1 0 0,0 1 0,-2 0 0,-1 0 0,-1 1 0,-1 0 0,-1 0 0,-2 0 0,0 0 0,-1 27 0,-4-16-17,-1 1 0,-1-1 0,-2 0 0,-1 0 0,-2-1 0,-19 43 0,-124 234-2247,36-81-2810,109-213 4125,0 0-424,-12 33 0,19-46 702,0 1 0,0-1 0,0 0 0,0 1 0,1-1 0,0 1 0,0-1-1,0 1 1,0-1 0,1 0 0,0 1 0,0-1 0,2 6 0,18 21-9305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7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994 109 11349,'-6'-7'273,"0"0"82,0 0 0,0 1 0,0 0 1,0 0-1,-1 0 0,0 1 0,-1 0 0,1 0 0,-1 1 1,-10-4-1,13 6-97,-17-7 1104,0 1 0,-25-5-1,38 11-1112,0 1-1,0 0 1,0 1-1,0 0 0,0 0 1,0 1-1,1 0 1,-17 4-1,0 3 0,2 1 0,-1 1 1,1 0-1,1 2 0,0 1 0,1 0 0,-38 33 1,-2 9-57,-58 69 1,84-86-203,-109 128-830,122-138 524,1 1 1,2 2-1,0 0 1,-13 34-1,28-57 212,1 1-1,0 0 1,1 0 0,-1 0-1,2 0 1,-1 1-1,1-1 1,1 0-1,0 1 1,1 13-1,0-19 99,0-1 0,-1 1 0,2-1 0,-1 1 0,0-1 0,1 0-1,-1 1 1,1-1 0,0 0 0,0 0 0,0 0 0,0 0 0,1-1 0,-1 1-1,1-1 1,0 1 0,0-1 0,0 0 0,0 0 0,0 0 0,0 0-1,0-1 1,1 1 0,-1-1 0,1 0 0,-1 0 0,1 0 0,6 0 0,0 0 103,0 0 1,-1-1 0,1 0 0,0-1-1,-1 0 1,1-1 0,10-3 0,55-20 807,-61 19-694,65-28 1428,-49 19-595,32-9-1,-54 21-850,0 1 0,1 0-1,-1 0 1,0 1-1,1 0 1,-1 0-1,1 1 1,14 2 0,-17-1-132,-1 1 1,1 0 0,-1 0 0,0 0 0,0 0-1,0 1 1,0 0 0,-1 0 0,1 0-1,-1 1 1,1-1 0,6 9 0,5 6-305,22 36-1,-11-16-1399,-14-21-205,-7-9 808,1 0 1,0 0-1,0 0 0,11 9 0,-13-14-162,0 0 1,-1 0-1,1-1 0,1 1 0,-1-1 0,8 2 0,28 7-7110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18 315 10461,'0'0'4912,"-1"3"-3457,-4 15-724,1 0-1,1 0 0,1 0 1,0 1-1,1 23 0,12 96 732,-8-107-1051,-1-5-264,-1-16-4,0 0-1,0 0 1,1-1-1,4 15 1,-4-22-95,0 0 1,0-1 0,0 0-1,1 1 1,-1-1 0,0 0-1,1 0 1,-1 0-1,1 0 1,-1-1 0,1 1-1,4 0 1,-4-1-3,0 0-1,-1 0 1,1-1 0,-1 1 0,1-1-1,-1 1 1,1-1 0,-1 0 0,1 0 0,3-2-1,-3 1 47,0 1-1,1 0 1,-1-1 0,0 1-1,1 1 1,-1-1-1,1 0 1,6 0-1,-5 1-45,-1 0-21,-1 0 1,1 0-1,0 0 1,-1 0-1,1 1 1,0 0-1,-1-1 1,1 1 0,-1 0-1,1 1 1,-1-1-1,0 1 1,1-1-1,-1 1 1,6 4-1,-7-4-21,32 25 104,66 41-1,-91-62-115,2-1 1,-1 0-1,0 0 0,1-1 0,0 0 1,0-1-1,0-1 0,0 0 0,1 0 1,-1-1-1,1 0 0,12-1 0,-16-2-54,0 1-1,0-1 0,0 0 0,0-1 0,-1 0 0,1 0 0,-1 0 0,0-1 1,0 0-1,0-1 0,-1 0 0,0 0 0,1 0 0,-2-1 0,1 1 1,8-13-1,3-6-3,-1-2 0,-1 0 1,14-35-1,9-14 5,-7 20 85,-5 6 235,45-60 0,-68 105-215,1 0-1,-1 1 1,1-1 0,0 1 0,0-1 0,7-3 0,-6 4 25,-5 3-59,1 0 1,-1 0 0,0 0 0,1 0-1,-1 0 1,1 0 0,-1 1-1,0-1 1,1 0 0,-1 0-1,0 0 1,1 1 0,-1-1-1,0 0 1,1 0 0,-1 1 0,0-1-1,1 0 1,-1 1 0,0-1-1,0 0 1,1 1 0,-1-1-1,0 1 1,0-1 0,0 0 0,0 1-1,0-1 1,1 1 0,-1 0-1,4 13 124,6 83 468,-8-64-412,1-1-1,10 41 1,13 16-78,-13-48-9,-2 0 0,10 65 0,-20-92-150,0 0 0,-1 0-1,0 0 1,-1 0 0,-1 0-1,0 0 1,-1 0 0,0-1-1,-1 1 1,-1-1 0,-11 24-1,-37 69-774,52-103 742,19-21-11,377-407-67,-39-57 534,-212 255 382,-143 226-754,-1 1 1,1-1-1,-1 1 1,1-1-1,-1 0 1,1 1-1,-1-1 1,1 1-1,0-1 0,-1 1 1,1 0-1,0-1 1,-1 1-1,1 0 1,0-1-1,-1 1 1,1 0-1,0 0 1,0-1-1,0 1 1,-1 0-1,1 0 0,0 0 1,0 0-1,-1 0 1,1 0-1,0 0 1,0 1-1,-1-1 1,1 0-1,0 0 1,0 0-1,-1 1 1,1-1-1,0 1 1,-1-1-1,1 0 0,0 1 1,-1-1-1,1 1 1,-1-1-1,1 1 1,0-1-1,-1 1 1,1 0-1,-1-1 1,0 1-1,1 0 1,-1-1-1,0 1 0,1 0 1,-1 0-1,0-1 1,0 1-1,0 0 1,1 0-1,-1-1 1,0 3-1,1 6 2,0 0-1,-1 0 0,0 0 1,-2 10-1,1 6-10,-9 183 108,1-85-109,4-39-91,-18 99 0,16-149 2,-1 1 1,-2-2-1,-1 1 0,-2-2 1,-27 52-1,24-55 48,7-12 127,0 0 1,-1-1 0,-1 0-1,-1-1 1,-14 16 0,23-29 182,16-21 382,51-54-166,132-116-1,-82 84-349,-62 53-89,91-80 55,-126 118-107,1 1 0,0 1 0,1 0 0,0 2 0,1 0 0,29-10 0,-46 19 13,0 0-1,-1 0 1,1 1-1,0-1 1,-1 1-1,1-1 1,0 1-1,0 0 1,0 0-1,-1 1 1,1-1-1,0 1 1,0-1-1,-1 1 1,1 0-1,-1 0 1,1 0-1,0 0 1,-1 0-1,0 1 1,1-1-1,-1 1 1,0-1 0,0 1-1,0 0 1,0 0-1,0 0 1,0 0-1,0 0 1,-1 1-1,3 3 1,0 2 6,0 0 0,0 1 0,-1-1 0,0 1 0,-1 0 0,0 0 0,2 18 0,-3 14 65,-1 0 0,-2 1 0,-10 52 0,5-39-1116,-1 64 0,7-99-252,1 24-1688,3-18-6282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8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 13573,'-6'-17'6385,"9"31"-5553,0 0-224,7 6-388,5 15-716,1-1-896,-3 3-692,3 12-3153,6 11-4188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32 14337,'-2'-3'264,"-1"0"0,1 1-1,-1-1 1,1 1-1,-1 0 1,0 0 0,0 0-1,0 0 1,0 0 0,0 1-1,-1 0 1,1-1-1,0 1 1,-1 0 0,1 0-1,-1 1 1,1-1-1,-1 1 1,1 0 0,-1 0-1,1 0 1,-1 0 0,1 1-1,-1-1 1,1 1-1,-6 1 1,-3 2 172,-1 1 0,1 0 0,-1 0 0,1 2 0,1-1 1,-13 10-1,-22 17 212,3 2 1,-58 58 0,70-59-1038,1 1 1,1 1-1,-32 56 1,56-83 257,0 0 1,0 1 0,1-1 0,0 1 0,1 0 0,0 0 0,-3 20 0,6-26 96,-1-1 1,1 1 0,0 0-1,0 0 1,1 0 0,-1-1-1,1 1 1,0 0 0,0 0-1,0-1 1,0 1 0,1-1-1,-1 1 1,1-1 0,0 0-1,0 1 1,0-1 0,1 0-1,-1 0 1,1-1 0,0 1-1,-1 0 1,7 3 0,-8-5 26,1 0 1,-1 0-1,1 0 1,-1 0-1,0 0 1,1-1-1,0 1 1,-1-1-1,1 1 1,-1-1 0,1 1-1,3-1 1,30-8 240,50-25 862,-73 28-671,0-1-1,0-1 1,-1 0 0,0-1 0,10-9 0,22-14 1356,-42 31-1728,0-1 1,0 0 0,0 1 0,0-1 0,0 1 0,0 0-1,1-1 1,-1 1 0,0 0 0,0-1 0,0 1-1,0 0 1,0 0 0,1 0 0,-1 0 0,0 0 0,0 0-1,0 1 1,0-1 0,0 0 0,2 1 0,-1 0-20,-1 0 1,1 1 0,-1-1 0,0 0 0,1 1 0,-1-1-1,0 1 1,0-1 0,0 1 0,0 0 0,0-1-1,0 1 1,1 3 0,1 5-234,-1 0-1,0 0 1,0 0-1,0 15 1,4 18-1935,-5-40 1913,4 24-2894,14 37 0,-2-22-4666,-2-10-2178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28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15 11261,'2'-1'144,"-1"0"-1,0 0 1,0-1 0,1 1 0,-1 0-1,0 0 1,1 0 0,-1 1-1,1-1 1,-1 0 0,1 0 0,0 1-1,-1-1 1,1 1 0,0 0-1,-1-1 1,1 1 0,0 0-1,-1 0 1,1 0 0,0 0 0,0 0-1,-1 0 1,3 1 0,-2 0 10,0 1 0,-1-1 1,1 0-1,-1 1 0,1-1 0,-1 1 1,1-1-1,-1 1 0,0 0 1,0 0-1,0-1 0,0 1 0,0 0 1,0 0-1,0 0 0,-1 0 1,1 0-1,-1 0 0,0 0 0,1 4 1,0 6 23,-1 1 1,0-1-1,-1 0 1,0 0 0,-1 1-1,0-1 1,-1 0-1,0 0 1,-1-1 0,0 1-1,-1-1 1,-1 0-1,-6 11 1,-6 7-15,-1 0 1,-1-2-1,-37 39 1,-52 40 836,107-104-216,2-25 658,0 7-819,-1 4-301,1 0 0,0 0 0,1-1 0,0 1 0,0 0 0,2 0 0,-1 0-1,2 1 1,-1-1 0,9-15 0,37-76 1809,-48 103-2113,0 0-1,0 0 0,0 0 1,0 0-1,0 0 0,1 1 0,-1-1 1,0 0-1,0 0 0,0 1 0,0-1 1,0 1-1,0-1 0,0 1 1,0-1-1,0 1 0,-1 0 0,1-1 1,1 2-1,-1-1 16,4 3-13,0 0 1,0 1-1,0-1 1,0 1-1,-1 0 1,0 1-1,0-1 1,-1 1-1,4 5 1,26 64 98,-16-32-112,70 119-2123,-54-103-205,-2-16-1078,-4-6-5863,-21-19-2193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12093,'3'-2'281,"0"0"-1,-1 0 1,0 0-1,1-1 1,-1 1 0,0-1-1,3-3 1,-5 4-60,1 1 1,-1 0-1,1-1 0,-1 1 1,0-1-1,0 1 0,1 0 1,-1-1-1,0 1 0,0-1 1,-1 1-1,1 0 1,0-1-1,0 1 0,-1-1 1,1 1-1,-1 0 0,1-1 1,-2-1-1,2 2-18,0 0 0,1 0 1,-1 0-1,0 0 0,0 0 0,1 0 0,-1 0 1,0 0-1,1 0 0,-1 0 0,1 0 0,0 0 0,-1 0 1,1 0-1,0 0 0,-1 0 0,1 0 0,0 1 1,2-2-1,4-8 2114,-5 8-2043,0-1 0,0 1 0,0-1 0,0 1 0,0 0 0,0 0 0,1 0-1,-1 0 1,1 0 0,-1 0 0,1 1 0,0-1 0,0 1 0,5-2 0,-7 3-255,0 0 0,0 0 0,0 0-1,0 0 1,0 1 0,-1-1 0,1 0 0,0 1 0,0-1 0,0 0 0,0 1 0,-1-1 0,1 1 0,0-1 0,0 1 0,-1 0 0,1-1 0,0 1 0,0 1 0,1-1 35,8 9 72,-1 0 0,0 0 0,0 1 0,-1 0 1,9 15-1,-8-13-75,18 31 145,-1 2 1,37 91-1,19 104-30,-66-189-117,-10-33-55,1 1 0,11 19 0,-17-36 9,22-6-2,-18 2 3,-1-1 0,0 0 0,1 0 0,-1 0 0,0-1 0,-1 1 0,1-1 0,0 0 0,-1 0-1,6-7 1,30-42 32,-21 27-14,223-320 1302,-124 190-1268,-110 147-56,66-80 0,-66 82 0,0 0 0,0 0 0,1 1 0,-1 0 0,1 0 0,0 1 0,11-5 0,-15 8 0,-1-1 0,0 1 0,1 0 0,-1 0 0,1 0 0,-1 1 0,1-1 0,0 1 0,-1 0 0,1 0 0,0 0 0,-1 0 0,1 0 0,-1 1 0,1 0 0,0 0 0,-1 0 0,0 0 0,1 0 0,3 3 0,-2-1 0,0 1 0,-1 0 0,1 0 0,-1 0 0,0 0 0,0 1 0,-1 0 0,0 0 0,1 0 0,-1 0 0,3 8 0,2 9 0,0 1 0,-1 0 0,-1 0 0,5 48 0,1 352 37,-1-8-490,-9-394-504,1 0 0,1 0 1,1-1-1,0 1 0,2-1 0,9 21 1,-15-38 384,0-1 1,1 1 0,-1 0 0,1-1-1,0 0 1,-1 1 0,1-1 0,0 0-1,0 0 1,0 0 0,1 0-1,-1-1 1,0 1 0,1 0 0,-1-1-1,1 0 1,-1 0 0,6 2 0,-6-2 341,47 20-11356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0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18310,'0'0'4996,"10"-12"-2380,-1 4-507,17 2-473,21-5-340,11-1-268,18-5-564,16-6-740,16-3-836,12-5-816,17-3-845,6-1-1055,3 1-2821,6 0-6256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1511 843 11169,'-9'-10'682,"-1"1"0,0 0 1,0 1-1,-1 0 0,0 1 0,-1 0 0,1 0 1,-1 1-1,0 1 0,-1 0 0,1 1 0,-1 0 0,0 1 1,0 0-1,-23-1 0,9 5-19,-1 1 1,1 1-1,0 1 0,0 2 1,0 0-1,-28 12 0,17-2-79,0 1 0,1 1-1,-50 35 1,4 9-7,3 4 1,-99 103-1,54-38-285,-187 251 0,306-373-324,-13 17-245,1 1 0,-23 46-1,37-66 142,1 1 0,0-1-1,1 0 1,-1 1 0,1-1-1,1 1 1,0-1-1,0 1 1,0 0 0,1 0-1,0 0 1,1-1-1,-1 1 1,1 0 0,1-1-1,3 11 1,-4-14 36,2 0-1,-1 1 1,0-1-1,1 0 1,0-1 0,0 1-1,0 0 1,0-1-1,0 1 1,1-1 0,0 0-1,0-1 1,-1 1-1,2 0 1,-1-1 0,0 0-1,0 0 1,1 0-1,-1-1 1,1 1 0,-1-1-1,7 1 1,5 0-137,0-1-1,0 0 1,1-1 0,-1 0 0,20-4 0,-2-1 6,-1-2 1,0-1 0,0-1-1,-1-2 1,0-1 0,44-25-1,-36 14 137,0-2 0,-2-2 0,-1-1 0,38-39 0,-11 0 278,-3-3 0,-3-2 0,-3-3 0,55-101 0,-56 79 507,-5-2 0,-5-2 1,-4-2-1,47-187 0,-62 190-163,80-351 2226,-86 372-1892,-12 109 135,15 191-330,-11-77-465,38 248-202,36-6 0,-72-345-392,1 1-1,2-2 1,2 0 0,1 0 0,3-2-1,37 52 1,-47-75 215,0 0 0,1-1 0,1 0 0,0-1 0,1 0 0,0-1 0,1-1 0,0-1 0,1 0 0,0-1 0,1-1 0,0 0 0,0-1 0,0-2 0,1 1 0,35 4 0,-41-9 126,-1-1 0,1 0 0,-1-1 0,0 0 0,1 0 0,-1-2-1,0 1 1,0-2 0,0 1 0,0-2 0,-1 1 0,0-2 0,0 1-1,20-15 1,0-4 440,-1-2-1,-1-2 1,33-40 0,-33 35 149,2 1 0,38-31 1,-65 60-504,0 0 1,1 0-1,-1 1 1,1-1-1,0 1 1,0 0-1,0 0 1,0 0 0,0 1-1,0 0 1,0 0-1,1 0 1,-1 1-1,0-1 1,6 2-1,-2 0-1,-1 0 0,0 1 0,1 0 0,-1 0 0,0 1 0,-1 0-1,1 1 1,12 7 0,6 6 22,-2 2-1,0 1 1,0 1-1,19 24 1,-41-43-51,103 118-1663,-103-117 118,-5-3 635,0 0 0,0 0-1,-1 0 1,1 0 0,0-1 0,-1 1 0,1-1 0,0 0 0,-6-2 0,-2 0-2922,-22-5-7684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1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15109,'3'-33'2841,"-2"26"4763,14 17-6460,6 6-1786,0 0 1,-2 1-1,0 1 0,0 0 1,17 26-1,-19-22-490,-2 2 0,-1-1-1,-1 2 1,-1 0 0,-1 0 0,-1 1-1,-2 1 1,7 31 0,-6-19-12,3 12 207,4 56 1,-14-91 1187,-1 0 1,-1 0-1,-1 0 0,0 0 1,-1 0-1,-1-1 1,-9 29-1,5-25 768,5-14-308,-1 0 0,1 0-1,1 1 1,-1-1 0,1 0 0,-1 8 0,-5-23 1502,7 10-2153,-1-1 0,0 1 0,1-1 0,-1 1-1,1-1 1,-1 1 0,1-1 0,-1 1 0,1-1 0,-1 0 0,1 1-1,-1-1 1,1 0 0,0 1 0,-1-1 0,1 0 0,0 0 0,0 1 0,0-1-1,-1-1 1,3-5 262,-1 1 0,1-1 0,0 0 0,0 0-1,1 1 1,0 0 0,0-1 0,5-6 0,5-12 804,-6 12-833,1 0 0,0 1-1,1 0 1,0 1 0,0 0 0,2 0-1,-1 1 1,1 0 0,1 1 0,0 0-1,0 1 1,0 1 0,1 0 0,1 0-1,-1 1 1,1 1 0,14-4-1,-23 8-234,-1 0 0,1 1 0,-1-1-1,1 1 1,-1 0 0,1 0-1,-1 1 1,0 0 0,1-1 0,-1 1-1,1 1 1,-1-1 0,0 1-1,0-1 1,0 1 0,0 0 0,0 1-1,0-1 1,0 1 0,-1 0-1,0 0 1,1 0 0,-1 0-1,0 0 1,0 1 0,-1-1 0,1 1-1,-1 0 1,1 0 0,-1 0-1,-1 0 1,1 0 0,0 0 0,-1 1-1,2 8 1,-3 0-37,1 0 0,-2 1 0,0-1 0,0 0 0,-2 0 0,1 0 0,-2 0 0,1 0 0,-11 21 0,-6 9 14,-35 54 0,48-85-35,-16 22-654,-1 0-1,-2-2 1,-1 0 0,-2-2 0,-57 47-1,70-66-1206,0-1 1,-26 12-1,33-17 798,5-3-964,2-20-2703,1 16 4581,1 0 0,-1 0 0,1 1 0,0-1 1,0 0-1,-1 0 0,1 1 0,0-1 0,1 0 0,-1 0 1,0 1-1,1-4 0,17-32-4015,12-2-2192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0 9853,'0'0'1836,"0"17"152,-16 21-52,-3-7-195,-3 6-261,-4 9-336,-6 11-124,-2 6-288,2 6-148,-3 2-132,9 12-96,4 0-308,0-6-352,6-3-732,3-5-800,7-9-444,6-3-2981,10-6-4208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11861,'10'-9'582,"-1"0"0,1 1-1,1 0 1,-1 0 0,1 1 0,1 1-1,-1 0 1,21-7 0,10-1 753,54-10 1,-46 12-901,328-70 1067,-129 37-4374,-247 44 2697,11-1-528,-1 0-1,0 1 0,0 0 1,17 1-1,4 6-5668,-13 0 588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2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10249,'3'-11'404,"0"5"123,-1 0 1,0-1-1,0 0 0,0 1 1,-1-1-1,0 0 1,-1 0-1,1 0 0,-1 0 1,-2-9-1,1 10-90,1 0 0,-1 0-1,1 1 1,-1-1 0,2 0-1,-1 0 1,1 0 0,0 1 0,0-1-1,0 0 1,1 1 0,0-1-1,0 1 1,0-1 0,5-5-1,-4 7-306,0-1-1,0 1 0,1 0 0,0 0 0,-1 1 0,2-1 0,-1 1 0,0 0 0,1 0 1,-1 0-1,1 1 0,0 0 0,0 0 0,0 0 0,0 0 0,0 1 0,0-1 0,0 2 0,1-1 1,-1 0-1,0 1 0,1 0 0,-1 0 0,11 2 0,-6 0-82,1 1 0,-1 0 0,1 0 0,-1 1 0,0 1-1,-1-1 1,1 2 0,-1-1 0,0 1 0,0 1 0,0-1 0,-1 1 0,0 1 0,-1 0 0,0 0-1,0 0 1,0 1 0,9 17 0,-7-9-30,-1 0-1,0 0 0,-1 1 1,-1 0-1,-1 0 0,0 1 1,-1-1-1,-2 1 1,2 36-1,-5-36-25,-1 0 1,0 0 0,-2-1-1,0 1 1,-1-1-1,-1 0 1,-1 0 0,-17 32-1,7-19-377,-1-2 0,-1-1-1,-46 52 1,54-69 2,-7 8-41,18-17 178,11-9-111,137-109-62,109-78 2310,-253 192-1842,0-1-1,0 1 1,0-1-1,1 1 1,-1 0-1,0 1 1,1-1 0,0 1-1,-1 0 1,1 0-1,0 0 1,0 0-1,-1 1 1,1 0-1,0 0 1,6 1 0,-8 0-174,0 0 0,0 0 1,-1 0-1,1 1 0,0-1 1,-1 1-1,1-1 0,-1 1 1,0 0-1,0 0 0,1 0 1,-1 0-1,0 0 0,-1 1 0,1-1 1,0 1-1,-1-1 0,1 1 1,-1-1-1,0 1 0,0 0 1,0 0-1,0-1 0,0 1 1,-1 0-1,1 0 0,-1 3 1,3 33-4294,0-4-2735,2 2-1738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2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10553,'38'-103'2276,"-19"75"-252,0 5-331,7 0-165,-1 6-548,1 5-232,5 4-512,4 5-592,3 9-860,0 5-640,7 6-3029,-7 9-3856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2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446 120 13961,'-1'-1'107,"-1"-2"272,0 0 0,0 0 1,0 0-1,0 1 0,0-1 1,-1 1-1,1-1 0,-1 1 1,0 0-1,1 0 0,-1 0 1,-9-4 4102,-1-9-1297,11 8 3164,2 5-6220,1-2-99,16-8-58,17 0 28,-3-4 0,-16 8 0,-14 7 0,1 0 0,0 0 0,-1 0 0,1 1 0,0-1 0,-1 1 0,1-1 0,0 1 0,0 0 0,0 0 0,2 0 0,-3 0 0,-1 0 0,1 0 0,0 0 0,-1 0 0,1 0 0,-1 1 0,1-1 0,-1 0 0,1 0 0,-1 1 0,1-1 0,-1 0 0,0 1 0,1-1 0,-1 1 0,1-1 0,-1 1 0,0-1 0,1 0 0,-1 1 0,0-1 0,1 2 0,-1 1 0,1-1 0,-1 1 0,1-1 0,-1 1 0,0 0 0,0-1 0,0 1 0,-1 0 0,1 2 0,-1-2 0,-1 14 0,-1-1 0,-1 1 0,0-1 0,-1 0 0,-1-1 0,-9 19 0,-56 90 0,47-84 0,-50 81 0,7-14 0,-67 149 0,103-191 0,-22 56 0,46-105 0,2 1 0,0-1 0,1 1 0,1 0 0,-1 22 0,4-31-13,0 0 0,1 0-1,0 0 1,0 0 0,1 0 0,0 0 0,0-1-1,1 1 1,0-1 0,0 0 0,7 10-1,-8-13-3,0 0 0,1-1 0,0 1 0,0-1 0,0 0 0,0 0-1,0 0 1,0 0 0,1-1 0,0 1 0,-1-1 0,1 0 0,0 0-1,0-1 1,0 1 0,0-1 0,0 1 0,1-1 0,-1-1 0,0 1-1,1-1 1,-1 1 0,7-1 0,-4-2-81,1 1 1,0-1 0,-1 0-1,1-1 1,-1 0-1,0 0 1,0 0-1,12-9 1,-5 3-32,-1 0 0,0-2 0,21-21 0,268-253-1814,-286 272 1848,0-2 1,-1 0-1,16-22 0,-30 36 88,0-1 0,0 0 0,0 0 1,0 0-1,-1 0 0,1 0 0,0 0 0,-1 0 1,1 0-1,-1 0 0,0 0 0,0 0 0,0 0 0,0-1 1,0 1-1,0 0 0,-1 0 0,1 0 0,-1 0 0,1 0 1,-1 0-1,0 0 0,0 0 0,0 0 0,0 1 1,0-1-1,-1-2 0,-1 0 0,-1 0 0,1 0 0,-1 0-1,0 0 1,0 1 0,0-1 0,0 1 0,0 0 0,-8-4 0,-16-5-82,0 2 1,0 0 0,-1 2-1,-1 1 1,-44-4-1,-147 1-5472,216 9 4532,0 2 0,1-1 0,-1 0 0,0 1 0,0 0 0,1 0 0,-1 0 0,-6 3 0,-11 5-8854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11145,'6'23'7508,"4"-14"-5387,6 3-1658,0 0 1,1-2-1,0 0 1,1-1-1,0-1 1,25 9-1,-23-10-456,-1 1-1,1 1 0,-1 0 1,-1 2-1,19 13 0,2 11-16,-29-25-21,1-1 1,0 1-1,20 11 0,-26-18 6,0 0 0,1-1-1,-1 0 1,1 0 0,-1 0 0,1-1-1,0 0 1,0 0 0,0 0 0,0-1-1,0 0 1,9-1 0,1 0-26,0-2 0,1 0 0,-2 0 0,1-2 0,0 0 0,-1 0 0,0-2 0,0 0 0,0 0 0,-1-1 0,-1-1 0,1-1 0,-1 0 0,-1 0 0,23-25 0,-17 11 112,-1 0 0,-1-2 0,-1 0 0,17-40-1,30-105 2909,-45 127-1332,-17 45-1616,0-1 1,0 0-1,0 0 0,0 0 1,1 0-1,-1 1 0,0-1 1,0 0-1,0 0 0,0 0 1,0 0-1,0 0 0,0 1 1,0-1-1,0 0 0,0 0 1,0 0-1,1 0 0,-1 0 1,0 0-1,0 0 0,0 1 1,0-1-1,0 0 0,0 0 1,1 0-1,-1 0 0,0 0 1,0 0-1,0 0 0,0 0 1,1 0-1,-1 0 0,0 0 1,0 0-1,0 0 0,0 0 1,1 0-1,-1 0 0,0 0 1,0 0-1,0 0 0,0 0 1,0 0-1,1 0 0,-1 0 1,0 0-1,0 0 0,0 0 1,0 0-1,0-1 1,1 1-1,-1 0 0,0 0 1,0 0-1,0 0 0,0 0 1,0 0-1,0-1 0,1 13 177,-2 0 1,1 0-1,-4 16 0,-29 127 609,-1 10-884,32-145-590,1-1-1,1 1 1,0 0-1,2-1 1,5 34-1,-1-28-4028,14 41 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9849,'13'-15'616,"-9"9"-317,0 1 0,1 0 0,-1 0 0,1 1-1,0-1 1,0 1 0,0 0 0,1 0 0,-1 1 0,1 0-1,10-5 1,41-12 2626,-22 7-1823,0 1-1,2 1 0,49-6 0,71-4 1128,-156 21-2213,43-6 980,66 0 1,-99 7-867,-1 0 0,1 0 0,-1 1 0,0 0 0,1 1 1,-1 0-1,-1 1 0,1 0 0,18 10 0,-22-10-111,-1 0 0,1 0 0,-1 1 1,0-1-1,0 1 0,0 1 0,-1-1 0,0 1 0,0-1 1,0 1-1,0 0 0,-1 0 0,3 9 0,1 6-879,-1 1-1,6 38 0,-2-11-2045,3 6-6285,4-10-334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10385,'3'17'2960,"19"-11"-3652,-3 0-1104,0 2-6077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5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1 487 9209,'0'0'3776,"0"3"-1899,0-1-1575,1 1 0,-1-1 0,1 1 0,-1-1 0,1 0 0,0 0 0,0 1 0,0-1 0,0 0 0,1 0 0,-1 0 0,0 0 0,1 0 0,0 0 0,-1 0 0,4 2 0,0-1-26,-1-1 0,1 0 1,0 0-1,0-1 0,0 1 0,0-1 0,0 0 1,0-1-1,5 1 0,149 8 1456,201-14 1,-314 4-1587,1907-131 1304,-1080 33-1244,-6-41-49,-734 111-193,163-56 0,-194 39-1196,-99 46 301,-30-8-3161,5 1 2460,13 7 535,0 0 0,0 0 0,0 1 0,0 0 0,0 1 0,0 0-1,-9 4 1,-24 8-7365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3002 4556,'0'0'13602,"3"0"-13150,4 2-153,0-1 0,0 1 0,0 0 0,-1 1 0,1-1 0,0 1 0,9 7 0,-9-7-195,0 0 1,0 0-1,1-1 0,-1 0 0,1 0 1,-1-1-1,1 1 0,0-2 1,0 1-1,0-1 0,-1 0 1,1-1-1,0 0 0,0 0 1,10-4-1,7-2 1,0-1 0,-1-1 1,29-15-1,-36 15-60,-1-1 0,0-1 1,0 0-1,-1-1 0,-1-1 0,0 0 0,0-1 1,-1 0-1,-1-2 0,-1 1 0,0-1 0,9-20 0,10-24 58,-3-1 0,22-78-1,25-56-116,55-41 60,-41 81-127,12-12 53,-21 51 62,-15 23-75,-13 18 46,102-113-1,-58 77 73,-1 0-155,40-51 106,-43 59-96,-61 73 56,-2-2-1,30-44 1,-31 35 1,-2-1 0,-2 0 1,-2-2-1,26-75 1,-40 98 18,1 1 0,2 1 1,0-1-1,1 1 0,0 1 1,2 0-1,0 1 0,1 0 0,1 1 1,0 1-1,27-21 0,-32 28-23,0 2-1,1-1 0,-1 1 1,1 1-1,1 0 1,-1 1-1,1 0 0,0 0 1,14-1-1,14-6-52,183-36-147,-183 40 189,32-9 19,-43 9 19,0 1 0,1 1 1,38-1-1,12 3-31,-46 1 2,1 1-1,54 5 1,-79-2-1,0-1 1,0 2-1,-1-1 1,1 1-1,0 1 1,-1 0-1,0 0 1,0 1 0,0 0-1,0 0 1,-1 1-1,0 0 1,9 9-1,5 9 17,-1 0-1,-1 1 0,31 48 0,33 66 35,31 84-74,-92-176 29,-4-2-24,25 82 0,-18-45 55,4 36-10,-12-39 11,-5-26-28,-5-20 26,1-1 0,1 0 1,20 42-1,-8-33-6,1-2 0,1 0 0,45 51 1,110 97-9,-9-36 24,197 135 0,-303-243 4,2-3 0,1-3 0,2-3 0,2-2 0,144 42-1,-165-64-61,0-1-1,91 3 1,36 6 3,-159-14 40,0 1 1,-1 2 0,0-1-1,0 2 1,24 14 0,-36-20-19,0 1 0,0-1 0,0-1 0,0 1 0,1-1 0,-1 0 0,0 0 0,10 0 0,3 1 103,-11-1-109,0-1 0,1 0-1,-1 0 1,12-2 0,9 0-16,-9 2 17,-1-1 0,0-1 0,1-1 0,31-10 0,-47 12-64,-2-1-258,0 0 115,0 0 0,0-1 0,0 1 0,0 0 0,-1-1 0,1 1 1,-1-1-1,1 1 0,-1-6 0,-13-15-2334,-9-11-5572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10 101 5469,'10'3'2037,"-12"-12"535,-2-2-2250,3 8 890,0 0-931,-1 0 0,0-1 1,1 1-1,0 0 0,0 0 0,0-1 1,0 1-1,0-1 0,0-6 1,1-2 12,0 9 1857,0 1-2034,1-5-200,2-9 551,0 16-136,2 9-99,27 74 690,-18-27-574,-3 1-1,-2 0 1,1 67 0,-18 396 521,11 220-468,41-272 32,10 115-12,-54-582-421,31 322 80,-21-251-73,4-1-1,33 101 1,-33-139-173,1 0 0,25 41 0,-19-37-1941,-20-36 555,2-14-5441,0 6 5166,1-15-4708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6 306 6593,'-1'-1'357,"1"-1"-1,-1 1 1,0 0 0,1-1 0,-1 1 0,1-1 0,-1 1 0,1-1 0,0 1 0,0-1 0,0 1 0,-1-1-1,2 1 1,-1-1 0,0 1 0,0-1 0,0 1 0,1-1 0,-1 1 0,0-1 0,2-2 0,0 2-79,-1-1 1,1 1-1,0 0 1,0-1-1,0 1 0,1 0 1,-1 0-1,0 1 1,1-1-1,4-2 1,6-3-149,1 1 0,0 1 0,24-6 0,-26 7 352,189-40 304,-110 27-900,-12 1-493,188-40-2702,-92 10-2361,-67 12-942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0 277 3844,'15'-10'2780,"0"1"0,27-12-1,33-7 12,-12 12-1807,0 3-1,88-7 1,-71 11-663,86-12 83,391-57-4287,-389 50-670,3 4-2677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3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1 380 6669,'12'-28'1612,"1"16"-28,0-2-124,22-9-192,0 6-188,9 0-304,16-3 0,20 0-212,21 0-100,20-3-63,22 3-105,6-3-388,13-3-657,9 1-599,4-10-736,0 4-1608,2 5-2309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0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0 680 6781,'19'-17'1664,"0"0"-64,22-9-232,10 12-184,10-6-80,18-3-344,22-6-156,30-8-124,18-6-84,13 1-100,16-10-252,-1 1-180,11-1-572,-1-5-484,-9-11-856,-7-1-1524,1 6-2069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0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6273,'0'0'7168,"25"9"-6068,17 2-116,5-2-216,10-3-135,16 2-153,13 4-124,19-7-736,9 1-877,7-9-627,12 0-2216,10 3-3057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0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29 246 6161,'-2'-1'383,"1"0"1,-1 0-1,0 0 1,0 0 0,1 0-1,-1 0 1,1-1-1,-1 1 1,1-1 0,-1 1-1,1-1 1,0 0-1,0 1 1,0-1 0,0 0-1,0 0 1,0 0-1,0 0 1,1 0 0,-1 0-1,1 0 1,-1-4-1,18-9 1132,-12 12-1289,5-3-101,1 0 0,0 1 0,0 1 0,0-1-1,0 2 1,0 0 0,1 0 0,0 1 0,0 0-1,15 1 1,13-4 16,318-28-587,-159 18-665,362-53-6286,-556 68 7257,195-27-6020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2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3063 64 5176,'-41'-12'453,"2"1"607,-63-9 0,90 18-846,-125-13 1663,47 12-662,-167 14 0,153 4-746,1 6-1,1 4 0,2 4 0,0 4 0,2 5 0,-157 86 0,157-67 0,2 5-1,2 4 0,4 3 0,3 5 0,-154 168 0,149-130-146,4 3-1,5 4 1,5 3-1,6 4 0,5 3 1,6 2-1,6 3 0,6 2 1,6 3-1,-48 270 1,72-257-234,7 1 1,6 0-1,7 0 1,6 0 0,8 0-1,6-1 1,6-2-1,7 0 1,7-2 0,88 212-1,-90-269-170,4-1 0,4-3 0,3-1 0,5-3-1,88 106 1,-116-161-76,0-1 0,2-1 0,1-2 0,0 0 0,60 32 0,382 184-2222,-426-221 2078,0-2-1,2-1 1,0-3 0,71 10 0,25-6-463,0-7 1,262-15 0,287-80-374,-292 9 1540,-3-16-1,-4-18 1,-5-17 0,544-259-1,-709 273 169,235-157 0,-347 194-175,-4-5 0,-4-5-1,166-174 1,-219 201-200,-2-2-1,-2-3 0,-4-1 1,-2-3-1,-4-1 1,-2-1-1,27-82 1,-43 94-91,-2-1 0,-3-1 0,-2 0 1,-4-1-1,-1-1 0,-4 1 0,-2-1 0,-3 1 0,-15-95 1,3 82-28,-4 1 1,-3 1-1,-2 1 1,-53-107-1,30 91-31,-3 1-1,-5 3 1,-64-78-1,15 41-16,-6 4-1,-5 5 0,-4 5 1,-166-115-1,137 119-28,-5 7-1,-4 6 1,-3 7 0,-4 8-1,-3 6 1,-3 8 0,-2 7-1,-2 7 1,-2 8 0,-246-21-1,217 48-303,1 8 0,-1 9-1,1 9 1,-279 57 0,280-24-959,2 10 0,-206 87 1,403-144 1246,-101 40-1694,2 3 1,2 5-1,-124 82 1,17 12-5161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106 321 11697,'-3'-3'279,"0"0"1,0 1-1,0-1 0,0 1 1,-1 0-1,1 0 0,-1 0 1,1 0-1,-1 0 0,0 1 1,0 0-1,0 0 0,-7-2 0,7 3 192,1-2 0,-1 1 0,1 0 0,0-1 0,-1 1 0,1-1 0,0 0-1,0 0 1,-5-4 0,8 6-364,-1-1 0,0 1 0,0-1 1,1 1-1,-1-1 0,0 1 0,1-1 0,-1 0 0,1 1 0,-1-1 0,1 0 0,-1 1 0,1-1 1,-1 0-1,1 0 0,-1 0 0,1 1 0,0-1 0,0 0 0,-1 0 0,1 0 0,0 0 1,0 1-1,0-1 0,0 0 0,0 0 0,0 0 0,0 0 0,0 0 0,0 1 0,1-1 0,-1 0 1,0 0-1,0 0 0,1 0 0,-1 1 0,1-1 0,-1 0 0,1 0 0,-1 1 0,1-1 1,-1 0-1,1 1 0,-1-1 0,2 0 0,9-5 96,1 0-1,0 1 1,1 1 0,-1 0 0,1 0-1,0 1 1,0 1 0,18-1 0,-9 0-26,235-27 688,-248 29-848,335-33 462,39 1-1090,-312 27 251,361-32-3238,-147 5-1957,-165 18-397,-12 7-3594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5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98 10037,'-45'-58'2858,"8"19"5626,47 53-6111,-4-8-1971,182 224 3012,-123-157-3015,109 132 478,-127-145-594,59 100 0,-86-124-242,-1 2 0,-1 0-1,-3 2 1,14 49 0,-22-58-71,-1 0 0,-1 1 0,-2 0 0,-1-1 0,-2 1 1,-5 47-1,-1-37-359,-1-1-1,-3 0 1,-1 0 0,-2-1 0,-2-1 0,-1 0-1,-33 56 1,18-45-723,-3-2 0,-1-2 1,-2-1-1,-83 76 0,-40 12-3435,52-46-1272,35-23-1563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381 258 7009,'34'-60'1750,"15"-29"3967,-43 74-3788,0 0-1,-1 0 1,-1-1 0,5-31 0,-9 48-1911,0-1 1,0 0 0,0 0 0,0 0 0,0 0 0,0 0 0,0 0 0,0 0 0,0 0-1,0 0 1,0 0 0,-1 0 0,1 0 0,0 0 0,0 0 0,0 0 0,0 0-1,0 0 1,0 0 0,0 0 0,0 0 0,0 0 0,-1 0 0,1 0 0,0 0 0,0 0-1,0 0 1,0 0 0,0 0 0,0 0 0,0 0 0,0 0 0,0 0 0,0 0 0,-1 0-1,1 0 1,0 0 0,0 0 0,0 0 0,0 0 0,0-1 0,0 1 0,0 0 0,0 0-1,0 0 1,0 0 0,0 0 0,0 0 0,0 0 0,0 0 0,0-1 0,-17 13 362,0 0 1,1 0-1,0 2 1,1 0-1,1 0 1,0 2-1,-17 25 1,-77 131 503,100-157-791,-32 54 98,4 1 1,3 2-1,3 1 0,4 1 0,-33 147 0,55-192-214,0 0 0,2 1 0,1 0 0,1 0 0,2-1 0,1 1 0,10 41 0,-9-54-66,1 0-1,1-1 1,0 0 0,1 0 0,1 0 0,0-1 0,2 0 0,-1-1 0,2 0 0,-1-1-1,2 0 1,0 0 0,1-1 0,14 10 0,-7-7-43,1-2 0,1-1-1,0 0 1,0-2 0,1 0 0,1-2-1,-1 0 1,47 7 0,-39-10 47,1-3 1,-1 0 0,0-2-1,1-2 1,-1 0-1,47-11 1,-37 3 192,0-2 0,0-2 0,-2-1 0,1-2 1,-2-2-1,-1-2 0,0-1 0,-2-1 0,0-3 0,49-47 0,8-18 907,-90 91-1002,-1 0 0,0 0 0,0 0-1,0 0 1,0 0 0,1 0 0,-1 1 0,0-1-1,0 1 1,0-1 0,0 1 0,0-1 0,0 1-1,0-1 1,0 1 0,1 1 0,-1-2 14,1 1-17,-1 1 0,1-1 0,0 0 0,-1 0 0,1 1 0,-1-1 0,0 1 0,1 0 1,-1-1-1,0 1 0,0 0 0,0 0 0,0-1 0,-1 1 0,1 0 0,0 0 0,-1 0 0,1 3 0,2 40 79,-2-28-60,1 9-4,1 1-1,2-1 1,0 0-1,2 0 1,1-1-1,1 0 1,1 0-1,1-1 1,1 0-1,1-1 1,17 23-1,-20-33-41,1 0 0,0 0 1,1-1-1,0 0 0,1-1 0,0-1 0,1 0 0,0 0 1,0-2-1,1 1 0,0-2 0,1 0 0,0-1 1,-1-1-1,2 0 0,-1-1 0,1-1 0,23 2 0,-23-5-12,-1 0 0,0-1 0,0-1 0,0 0 0,0-1 0,0-1 0,-1 0 0,1-1-1,-1-1 1,0 0 0,25-16 0,-33 18 26,-1 0-1,1-1 1,-1 0-1,0 0 1,0-1 0,0 0-1,-1 0 1,0 0-1,0-1 1,0 1-1,-1-1 1,0 0-1,0-1 1,-1 1 0,0-1-1,-1 1 1,1-1-1,-1 0 1,-1 0-1,1 0 1,-2 0-1,1 0 1,-1 0 0,0 0-1,-2-12 1,-1 4 1,-1 0 0,-1 0 0,-1 0 1,0 1-1,-1 0 0,-1 0 0,0 1 0,-1 0 1,0 0-1,-17-18 0,-4-1-10,-1 1-1,-60-47 1,57 54-211,-2 1 0,0 2-1,-2 1 1,0 2 0,-1 2 0,-1 1 0,0 2-1,-55-11 1,54 17-1166,0 2-1,0 1 0,0 3 0,0 1 1,-42 4-1,75-2 162,0 0 0,1 0 1,-1 1-1,-12 5 1,-15 14-8719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8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10137,'4'-5'1137,"15"-10"9502,-18 17-10184,1 1-1,0 0 1,-1-1 0,1 1 0,-1 0 0,0 0 0,0 0 0,1 5-1,-1 6-87,0 1 0,-1 0 0,-4 27 0,-1 19 215,4 3-253,3 1 0,2-1-1,17 80 1,-1-96-137,-20-47-191,0-1 0,0 0 0,0 0 0,0 0 0,0 0-1,0 0 1,0 0 0,0 0 0,0 1 0,0-1 0,0 0 0,1 0-1,-1 0 1,0 0 0,0 0 0,0 0 0,0 0 0,0 0-1,0 0 1,0 1 0,0-1 0,1 0 0,-1 0 0,0 0 0,0 0-1,0 0 1,0 0 0,0 0 0,0 0 0,0 0 0,1 0-1,-1 0 1,0 0 0,0 0 0,0 0 0,0 0 0,0 0 0,0 0-1,1 0 1,-1 0 0,0 0 0,0 0 0,0 0 0,0-1-1,0 1 1,0 0 0,0 0 0,1 0 0,-1 0 0,0 0 0,0 0-1,0 0 1,0 0 0,0 0 0,0-1 0,27-14 201,-1-1 0,-1-1 0,37-34 0,66-73 357,-62 58-422,67-56 32,-109 103-131,1 1-1,1 1 0,51-25 1,-70 38-28,1 1 0,-1 1 1,1-1-1,0 1 1,-1 0-1,1 1 1,0 0-1,0 0 1,0 1-1,1 0 1,-1 1-1,11 1 1,-13-1 9,0 1 0,0 0 1,0 1-1,0-1 1,0 1-1,0 0 0,-1 0 1,0 1-1,1 0 0,-1 0 1,0 0-1,-1 0 0,1 1 1,-1 0-1,7 10 1,-1 0 25,-1 0 0,-1 1 0,0 1 0,-1-1 0,-1 1 0,5 19 0,13 105 84,-18-97-1054,21 83 0,-16-92-178,20 59-1483,-28-85 1550,1 0 1,1 0-1,-1-1 0,1 0 0,1 0 1,0 0-1,13 13 0,2-7-4912,6-3-3657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64 124 11777,'34'-82'2254,"-29"54"-59,-2 14 1102,11 28-1173,-8-2-1623,0-1-1,-1 1 1,-1 0 0,0 0 0,0 0 0,-1 0 0,2 18-1,10 107 1171,-12-104-1372,7 114 679,-14 227 1,-28-113-3763,-28-9-5703,57-244 7734,0 1 0,0-1 0,-1 0 1,0 0-1,0 0 0,-1-1 0,0 1 0,0-1 0,-1 0 1,0-1-1,-7 7 0,-14 6-5538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8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123 220 10945,'-5'-8'553,"0"0"0,0 0 1,0 1-1,-1 0 0,0 0 0,-1 1 1,1-1-1,-1 1 0,-1 1 0,1-1 0,-12-5 1,-17-13 4178,37 20-3380,6-2-1067,1 1 0,-1 0 1,1 0-1,0 1 0,0 0 0,0 1 0,0 0 0,15-4 0,80-11 715,-78 14-733,217-21 1305,409 8 0,-619 19-1527,1 0 0,0 2 0,-1 2 0,50 15 0,-76-20-50,0 1-158,0-1 1,0 1-1,-1 0 1,1 1-1,-1-1 0,1 1 1,-1 0-1,0 1 1,0-1-1,0 1 0,-1 0 1,1 0-1,-1 0 1,7 10-1,-8-10-572,-1 1 0,0-1-1,0 1 1,0 0 0,2 8-1,1 26-8446,-4-14-2666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48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8633,'32'-60'6428,"-29"77"-8048,3 0-2272,-2 17-2673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5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95 11805,'0'0'106,"0"-1"1,1 1-1,-1 0 1,0 0-1,1 0 0,-1-1 1,0 1-1,1 0 0,-1-1 1,0 1-1,0 0 0,1 0 1,-1-1-1,0 1 1,0 0-1,0-1 0,1 1 1,-1-1-1,0 1 0,0 0 1,0-1-1,0 1 0,0 0 1,0-1-1,0 1 1,0-1-1,0 1 0,0 0 1,0-1-1,0 1 0,0-1 1,0 1-1,0 0 0,0-1 1,-1 1-1,1 0 1,0-1-1,0 1 0,0 0 1,-1-1-1,1 1 0,0 0 1,0-1-1,-1 1 1,1 0-1,0 0 0,-1-1 1,-3 0 5918,4 3-5053,-25 567 3329,21-466-3995,4-89-279,15-28 69,-7 5-21,-1-1 0,0 1 0,0-1 0,-1-1-1,6-13 1,5-9 37,2 0-21,1 2 0,1 0-1,31-32 1,-44 54-85,0 0 0,1 1 1,0 0-1,1 0 0,-1 1 0,2 0 0,-1 1 0,1 0 0,-1 1 0,2 0 1,-1 1-1,0 0 0,21-4 0,-22 7-4,0 1 0,-1 0 1,1 0-1,0 1 0,0 1 0,-1-1 1,1 1-1,-1 1 0,1 0 0,-1 1 0,0-1 1,0 2-1,0-1 0,-1 1 0,0 0 1,0 1-1,15 13 0,5 8 5,-2 2 1,0 0-1,25 41 0,-22-32-3,-6-6-50,-11-14-81,0-1 0,2 0 1,-1-1-1,2 0 0,0-2 0,1 1 0,25 16 1,-35-28 36,0 0 1,0-1 0,0 1 0,1-1 0,-1-1 0,1 1 0,-1-1 0,1 0 0,0-1-1,-1 0 1,1 0 0,0 0 0,-1 0 0,1-1 0,0-1 0,-1 1 0,1-1-1,-1 0 1,0 0 0,0-1 0,0 1 0,0-2 0,0 1 0,6-5 0,9-7-22,0-1 1,-2-1-1,0-1 1,30-35-1,40-55-45,71-79 68,-126 152 77,55-56 82,-86 90-21,-1 0 0,1 0-1,0 0 1,-1 1-1,1-1 1,0 1-1,-1-1 1,1 1 0,0 0-1,5 0 1,-8 1-30,1 0 0,0 0 0,-1 0 1,1 0-1,-1 0 0,1 0 0,-1 0 1,1 0-1,-1 0 0,0 1 0,1-1 1,-1 0-1,0 0 0,0 0 0,0 0 1,0 1-1,0-1 0,0 0 0,0 0 1,0 0-1,-1 2 0,-6 30 289,-1-8-168,-2 7 32,2 0 0,-7 48 0,14-69-149,1 0 1,-1 0-1,2 0 0,0 1 1,0-1-1,1 0 1,0 0-1,1-1 1,0 1-1,1 0 1,7 13-1,-10-22-19,0 0-1,0 0 1,0 0-1,0-1 0,1 1 1,-1 0-1,0-1 1,1 1-1,0-1 1,-1 1-1,1-1 1,0 0-1,0 0 1,0 0-1,-1 0 0,1 0 1,0 0-1,0 0 1,1-1-1,1 1 1,1 0-27,-1-1 0,0 0 0,0 0 0,1 0 0,-1-1 0,0 0 0,0 0 0,0 0 0,8-2 0,1-4-49,1 1 0,-1-1 0,0-1 0,21-16 1,6-10-33,-28 22 63,0 2 1,1-1 0,1 1 0,0 1 0,0 1-1,21-10 1,-33 17 35,1 0-1,0 1 0,0-1 1,-1 1-1,1 0 1,0-1-1,0 1 1,0 0-1,0 1 0,-1-1 1,1 0-1,0 1 1,0 0-1,-1-1 0,1 1 1,0 0-1,-1 0 1,1 1-1,-1-1 1,1 1-1,3 2 0,3 4 0,0-1-1,-1 2 0,15 17 0,-6-6-11,-6-8 63,6 7-204,0-2 1,1 0-1,28 20 1,-39-32 30,0-1 1,1 0 0,0 0-1,-1-1 1,1 0 0,1 0-1,-1-1 1,0 0 0,1 0-1,-1-1 1,1 0 0,-1-1-1,14 0 1,-1-2 51,-1 0 0,0-2 0,0 0-1,0-1 1,-1-1 0,1-1 0,-1-1 0,-1 0 0,0-1 0,0-1 0,-1-1 0,0-1-1,0 0 1,25-26 0,63-74 476,-65 68 512,63-57 1,-65 69 526,-31 67 137,-10-15-1352,0-1 0,-2 1 1,-9 24-1,-1 4 39,8-23-149,2 0 1,0 1-1,-1 32 0,5-49-132,1 0-1,1 0 1,-1 0-1,2 0 1,-1 0 0,1 0-1,1 0 1,-1-1-1,2 1 1,-1-1 0,1 0-1,8 13 1,-9-16-47,1 0 1,-1 0-1,1-1 0,0 1 1,1-1-1,-1 0 1,1 0-1,0 0 0,0-1 1,0 0-1,0 0 1,1 0-1,-1 0 0,1-1 1,0 0-1,11 2 1,-10-3 13,0 0 0,0-1 0,0 0 0,0-1 0,0 0 0,0 0 1,0 0-1,0-1 0,-1 0 0,1 0 0,-1-1 0,1 1 1,-1-1-1,11-8 0,-3 1 30,0-1 0,-1 0 0,0-1 1,-1 0-1,-1-1 0,0 0 0,-1-1 0,0 0 0,-1-1 1,-1 0-1,0-1 0,-1 1 0,0-1 0,-2-1 0,0 1 1,-1-1-1,5-33 0,-7 30 12,0 1 0,-1-1-1,-1 1 1,-1-1 0,-1 1 0,0-1 0,-2 1-1,0 0 1,-1 0 0,-1 1 0,-1-1 0,0 1-1,-2 0 1,0 1 0,-17-25 0,0 10-44,-9-13 56,34 43 54,5 3-82,22 8 38,1-1 0,-1-1 0,1-2 0,0-1 1,1-1-1,-1-1 0,1-1 0,44-5 0,173-23-65,-230 25 50,0 1 0,1 0 1,-1 2-1,28 3 0,-39-4 0,1 2-1,-1-1 1,1 0-1,-1 1 1,1 0 0,-1 0-1,0 0 1,0 0-1,0 1 1,0 0 0,0 0-1,-1 0 1,1 0-1,-1 0 1,0 1 0,0-1-1,0 1 1,0 0-1,-1 0 1,3 6 0,80 153-1854,-83-159 1747,1 0 0,0-1 0,-1 0-1,1 1 1,0-1 0,0 0 0,1-1 0,-1 1 0,1-1 0,-1 1 0,6 2 0,-6-5 47,0 0 1,0 1 0,-1-1-1,1 0 1,0-1-1,0 1 1,-1 0-1,1-1 1,0 1 0,-1-1-1,1 0 1,-1 0-1,5-2 1,1-1 7,1 0 1,-1-1-1,0 0 1,0-1-1,0 0 1,-1 0-1,0-1 1,8-9-1,48-67-26,-7 7 269,-45 63-96,1 1-1,0 0 0,2 0 0,-1 1 0,1 1 0,0 1 0,1 0 0,31-14 0,-38 20-33,-1 0 0,1 1 0,0 0 0,0 1-1,1-1 1,-1 1 0,0 1 0,0 0 0,0 0 0,1 0 0,-1 1 0,0 0 0,0 1 0,0 0 0,0 0-1,0 1 1,-1 0 0,1 0 0,-1 1 0,13 8 0,-14-8 24,0 0 0,0 1 1,-1 0-1,0 0 0,0 1 0,0-1 1,-1 1-1,0 0 0,0 0 0,0 1 0,-1-1 1,0 1-1,0-1 0,-1 1 0,0 0 0,0 0 1,0 0-1,-1 1 0,0-1 0,0 0 1,-1 0-1,0 1 0,-2 10 0,0-1 29,-1 1 1,-1 0-1,-1-1 0,0 0 0,-1 0 0,-1-1 0,-1 1 0,-13 20 1,-55 73-1839,57-84 946,12-16-212,-1 0 0,-1 0 0,0-1 0,-14 12 0,3-3-2465,20-17 3096,-1-1 1,0 1-1,1 0 0,-1 0 1,0 0-1,1 0 1,-1-1-1,1 1 1,-1 0-1,1 0 1,0 0-1,-1 0 1,1 0-1,0 0 1,-1 2-1,3 16-8591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50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80 11553,'-54'-3'2416,"35"-14"-288,0 0 2189,13 9-3605,-4-1-428,1-5-2440,2 2-3573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58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437 691 13345,'-36'-49'2674,"10"18"2203,24 28-2489,-11 0 1026,12 3-3308,0 0 1,0 0-1,-1 0 0,1 0 0,0 0 0,0 1 0,0-1 0,0 0 0,0 1 0,0-1 0,0 0 0,0 1 0,0 0 0,0-1 0,0 1 0,0-1 0,0 1 0,1 0 0,-1 0 0,0-1 1,0 1-1,1 0 0,-1 0 0,0 0 0,1 0 0,-1 0 0,1 0 0,-1 0 0,1 0 0,-1 1 0,-16 45 1677,14-35-1390,-86 332 136,6-18-453,58-242-76,-88 253 0,110-333 0,5-14 0,5-21 0,40-123 0,172-538 0,-142 482 0,127-245 0,-191 429 0,1 0 0,1 1 0,1 1 0,1 0 0,21-22 0,-32 41 0,0-1 0,0 1 0,1 0 0,0 1 0,0-1 0,0 1 0,1 1 0,-1-1 0,1 1 0,0 1 0,-1 0 0,1 0 0,0 0 0,1 1 0,-1 0 0,0 0 0,0 1 0,1 0 0,11 2 0,-15-1 0,0 0 0,1 1 0,-1-1 0,0 1 0,0 0 0,0 1 0,0-1 0,0 1 0,-1 0 0,1 0 0,-1 1 0,4 3 0,3 4 0,-1 0 0,15 23 0,-21-29 0,20 33 0,-1 1 0,-2 0 0,-1 2 0,25 79 0,34 181 0,55 428 0,-87-486-3386,-36-200 1886,3 0-1,1-1 1,31 61-1,-14-52-6094,0-14-5205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5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122 734 14265,'-9'-4'672,"-1"-1"1,1-1-1,0 1 0,1-2 0,-1 1 0,1-1 1,0 0-1,1-1 0,0 0 0,-7-9 0,11 13-263,0 1 0,1-1-1,-1 0 1,1 0 0,-1 0 0,1 0-1,1-1 1,-3-7 0,3 10-322,1 0 0,0-1 1,0 1-1,0 0 0,1 0 1,-1-1-1,1 1 0,-1 0 0,1 0 1,0-1-1,-1 1 0,1 0 1,0 0-1,1 0 0,-1 0 1,0 0-1,0 0 0,1 1 1,2-4-1,3-1 24,-1 1 0,0 0 0,1 1 0,0-1 1,0 1-1,0 1 0,1-1 0,11-3 0,-4 1-42,39-14-425,1 2 1,84-15 0,120-8-1498,-189 31 1373,761-74-6025,3 43 2269,-811 40 4466,4 1 431,0-1 0,-1-2-1,1 0 1,-1-2 0,35-10 0,-49 8 936,-18-3-97,0 4-1412,2 2 98,0 0 0,-1 0-1,1 0 1,-1 1 0,0 0 0,0 0 0,0 0 0,0 1 0,-1 0 0,1 0 0,0 0 0,-1 0 0,-6 0 0,0 0 55,-1 0 0,0 1 0,0 1 0,-24 2 0,20 1-169,0 0 1,0 2-1,0 0 1,1 0-1,-1 2 1,1 0-1,1 1 1,-1 1-1,2 0 1,-1 1-1,1 0 1,-14 14-1,16-12-220,-1 0 1,2 0-1,0 1 1,0 1-1,2 0 0,-1 0 1,2 1-1,0 0 1,1 0-1,0 1 0,1 0 1,-6 24-1,11-32 63,0 0 1,1 0-1,-1 0 0,2-1 1,-1 1-1,1 0 0,0 0 0,0 0 1,1-1-1,0 1 0,1-1 0,6 14 1,-7-17 58,0-1 0,0 1 0,0-1 0,1 1 0,-1-1 0,1 0 0,0 0 0,0 0 0,0 0 0,0-1 0,1 1 0,-1-1 0,1 0 0,-1 0 0,1 0 0,0 0 0,0-1 0,0 1 0,0-1 0,0 0 0,0-1 0,0 1 0,0 0 0,1-1 0,-1 0 0,5-1 0,0 0 87,0 0 1,0-1 0,0-1 0,-1 1-1,1-1 1,-1-1 0,1 0-1,-1 0 1,0 0 0,9-8-1,0-1 519,-1-1-1,0-1 0,17-20 0,-31 33-479,-1 0 0,1 0 0,-1 0 0,0 0 0,0 0 0,0-1 0,0 1 0,0 0-1,0-1 1,-1 1 0,1 0 0,-1-1 0,1-4 0,0-2 179,-1 7 35,3 5-5,3 6-234,0 0 0,0 0-1,-1 0 1,-1 1 0,1-1 0,-2 1 0,1 0-1,-2 0 1,1 1 0,-1-1 0,1 19-1,-1 13 164,-6 69 0,4-109-230,-8 79 132,-4-1-1,-3-1 1,-4 0-1,-3-1 1,-51 121-1,28-100-74,-5-1 1,-3-3-1,-109 144 0,25-75-32,111-137-21,-1-1 1,-2-1 0,-50 33-1,41-38 0,37-19-13,0-1 0,0 1 0,1-1 0,-1 1 0,0-1 0,0 0 0,0 1 0,0-1 0,0 0 0,0 0 0,0 0 0,0 0 0,0 1 0,0-1 0,0-1 0,0 1 0,0 0 0,0 0 0,0 0 0,0-1 0,0 1 0,0 0 0,0-1 1,0 1-1,0-1 0,0 1 0,0-1 0,1 1 0,-1-1 0,0 0 0,0 1 0,1-1 0,-2-1 0,1 1-13,0-1 1,1 0-1,-1 0 0,0 0 1,1 0-1,-1 1 0,1-1 1,0 0-1,-1 0 0,1 0 1,0 0-1,0 0 0,1 0 1,-1 0-1,1-2 0,3-9-127,1 0-1,1 0 1,0 1-1,0-1 1,2 2-1,9-14 1,-5 7-80,244-351-3895,410-457 0,-95 146 3239,-476 539 1399,-93 139-491,-1-1 0,0 1 0,0 0 1,0 0-1,0 0 0,0-1 0,0 1 1,-1-1-1,1 1 0,-1 0 1,1-1-1,-1 1 0,0-1 0,0 1 1,0-1-1,-1-3 0,0 5-11,1 0 0,-1 0 0,1 0-1,-1 0 1,0 0 0,1 0 0,-1 0-1,0 0 1,0 0 0,0 0 0,0 1-1,0-1 1,0 0 0,0 1 0,0-1-1,0 1 1,0-1 0,0 1 0,0-1-1,0 1 1,0 0 0,0 0 0,0-1-1,-1 1 1,1 0 0,0 0 0,0 0-1,0 0 1,0 0 0,-3 1 0,-11 1 194,0 1 0,0 1 0,0 1 1,0 0-1,1 0 0,-1 2 0,2-1 1,-1 2-1,1 0 0,-19 15 0,2 1 460,0 2 0,2 1-1,-25 31 1,42-45-488,0 0 1,2 1 0,-1 0-1,2 0 1,0 1-1,0 0 1,2 1 0,-6 16-1,10-25-136,0 1 0,1 0 1,0-1-1,0 1 0,1 0 0,0 0 0,0 0 0,0 0 0,1 0 0,1-1 0,-1 1 1,1 0-1,1-1 0,-1 1 0,1-1 0,1 0 0,-1 0 0,1 0 0,5 7 0,1-3-110,-1 0 0,1-1 1,1 0-1,0-1 0,0 0 0,1-1 0,0 0 0,0-1 0,22 9 0,11 3-964,68 18-1,-60-24-205,0-1 0,0-3 0,60 2 0,164-13-8939,-173-3 1773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8:5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13873,'-54'32'2941,"22"-4"-29,-3-8-108,16 12-172,-3 5-395,0 3-397,3 6-336,-3 5-296,-1 3-392,4 1-816,3-1 0,1-3 0,5 1-1144,-3-12-1376,1-9 343,-1 6-5707,3 6-8174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52 5276,'4'-10'554,"2"-11"13276,-6 20-13663,0 0-1,0 0 0,0 1 1,0-1-1,0 0 0,0 0 1,-1 0-1,1 1 0,0-1 0,0 0 1,-1 0-1,1 1 0,0-1 1,-1 0-1,1 1 0,-1-1 1,1 0-1,-1 1 0,1-1 0,-1 0 1,1 1-1,-1-1 0,0 1 1,1 0-1,-1-1 0,0 1 1,1-1-1,-1 1 0,0 0 1,0-1-1,1 1 0,-1 0 0,0 0 1,0 0-1,0 0 0,1 0 1,-2 0-1,0 0-20,0 0 0,0 0 1,0 0-1,1 0 0,-1 1 0,0-1 1,0 1-1,0 0 0,1-1 0,-1 1 1,0 0-1,0 0 0,1 0 0,-1 0 1,-2 3-1,0 1 74,1 0 0,-1 0 0,1 0 0,0 1 0,0 0 0,-4 10 0,-2 6 217,-100 208 798,-134 412 0,235-619-1292,-26 101-1257,31-112 1150,1 0 0,1 0 0,0 0 0,0 0 0,1 0 1,1 1-1,0-1 0,3 14 0,-2-21-12,0 0 0,0 0 0,0 0 0,0 0 1,1 0-1,-1 0 0,1-1 0,6 7 0,-7-9 84,0 0 0,0 0 0,0 0 0,0 0 0,0 0 0,1-1 0,-1 1 0,1-1 0,-1 0 0,1 0 0,0 1 0,-1-2 0,1 1 0,0 0 0,0 0 0,0-1 0,-1 0 0,7 0 0,9-2-158,1 0-1,-1-2 0,0 0 0,0-2 0,30-12 0,91-50-381,-69 32 443,127-57 337,-161 77 270,0 2 1,2 2 0,-1 1-1,57-8 1,-74 16-143,1 2 0,0 0 0,0 1 1,33 4-1,85 20 502,4 1-378,33-14-234,27 3-157,-189-12-15,192 14 23,-179-16-24,1-1 1,-1-1-1,0-2 1,-1 0-1,43-14 1,-46 11 9,-1-2 1,0-1 0,-1 0 0,26-17-1,-34 18-4,-1 0 0,-1-1 0,0 0 0,0 0 0,-1-1 1,-1-1-1,0 0 0,9-14 0,-13 18-37,1 1 1,0-1-1,1 1 0,12-10 1,-13 12-4,-5 4 15,0 1 0,0-1 0,0 1 0,0 0 1,0-1-1,0 1 0,0 0 0,0 0 0,0 0 0,0 0 0,0 0 0,0 0 1,1 0-1,-1 0 0,0 0 0,2 1 0,1-1-79,12 2-415,0 0 0,-1 0 0,0 1 0,1 1 0,17 7 0,-5-1 161,-21-9 305,0 0 1,0 0-1,-1 0 0,1-1 0,0 0 1,11-2-1,6 1-42,96 6-109,-33 1 54,122-2-1457,-106-7 155,-48 3 210,0-3 1,105-19-1,-29-17-532,66 0-775,-117 27 5403,-77 12-1846,28-16-4024,-7 4 1919,-9 5 950,-1 0 0,0-1 0,-1-1 0,1 0 0,-2-1 0,1 0 0,-1 0-1,16-20 1,-15 10-38,-1 0-1,0-1 1,12-30-1,-4 7-3985,-8 31 636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855 0 14189,'-10'35'3261,"-25"8"-349,13-12-68,0 0-272,-7-5-435,-6 6-441,-6 5-228,-7 6-316,-3-1-616,-9 10-536,-3-1 0,-10 4 0,-4-1-500,8-8-1556,2 2-780,10-11-717,6-2-3455,6 2-6822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1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13725,'-4'1'2103,"0"1"-1710,0 0 0,0 1 0,0-1 0,0 1 0,1 0 0,-1 0-1,1 0 1,0 0 0,-1 1 0,2-1 0,-1 1 0,0 0 0,1 0 0,0 0 0,-1 0 0,2 0-1,-1 1 1,0-1 0,1 1 0,0-1 0,0 1 0,0 6 0,-2 14 306,1 0 0,2 0 0,2 27 0,0-27-439,-1 4 1,1 0 1,2-1 0,0 1-1,2-1 1,12 32 0,-15-53-265,0 0 0,1 0 0,0 0 0,0 0 0,1-1 0,-1 0 0,1 0 0,1-1 0,-1 1 0,1-1 0,0 0 0,0 0 0,1-1 0,-1 0 0,1 0 0,0-1 0,0 1 0,13 3 0,8 0-70,0-1 0,0-1 1,50 3-1,-37-5 50,42 2-295,1-3 0,0-4 0,126-19 1,-181 16 296,45-14 0,-64 16 82,1-1 1,-1 0-1,0 0 1,-1-1 0,1-1-1,-1 0 1,12-9-1,-20 13-34,1 0-1,0 0 1,-1 0-1,0 0 1,1-1-1,-1 1 1,0 0-1,0-1 1,0 1-1,-1-1 1,1 1-1,0-1 1,-1 1-1,0-1 1,0 1-1,1-1 0,-1 1 1,-1-1-1,1 0 1,0 1-1,-1-1 1,1 1-1,-1-1 1,0 1-1,-2-5 1,-1-2 23,0-1 0,0 1 0,-1 1-1,-11-16 1,-21-16-24,0-3-3577,35 41 1309,34 12-9634,12 5 3266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2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334 103 5196,'0'0'6396,"0"-3"-5139,1-14-874,-1 10 1686,1 1 0,1 0-1,-1-1 1,5-10-1,-5 14 492,-36-2 418,32 3-2913,0 1 1,0-1-1,0 0 1,0 1 0,0-1-1,0-1 1,-3-2 0,-5-3 49,9 7-108,-1 0 1,0 0-1,0 0 0,0 1 0,0-1 0,0 1 0,0-1 0,0 1 0,-1 0 0,1 0 0,0 1 0,0-1 0,0 0 0,0 1 1,-5 2-1,-45 18 7,43-16-10,-5 2 3,1 1-1,0 1 0,0 0 1,0 1-1,-22 21 0,31-27-4,1 1 0,-1 0 0,1 0 0,0 0-1,1 0 1,-1 1 0,1-1 0,0 1 0,1 0 0,-1 0-1,1 0 1,0 0 0,1 0 0,-1 1 0,1-1-1,1 1 1,-1 9 0,1-13-14,0 0 0,1 0 0,-1 0 0,1-1 0,0 1 0,0 0 0,0 0 0,0 0 0,1-1 0,-1 1 0,1-1 0,-1 1 0,1-1 0,0 0 0,0 1 0,0-1 0,3 2 0,0 0-51,0-1 1,0 0-1,0 0 0,0 0 1,1-1-1,-1 0 0,1 0 1,6 2-1,9 0-414,0-1 0,1-1 0,35 0 0,-28-2 106,-1-2-1,1-1 0,-1-1 1,0-2-1,0 0 0,36-14 0,-61 18 328,0 1-1,1 1 0,-1-1 0,0 0 1,1 1-1,-1-1 0,1 1 1,-1 0-1,0 0 0,1 1 1,-1-1-1,1 1 0,-1 0 0,0-1 1,5 3-1,2 1-91,0 1-1,-1 1 1,13 9 0,-14-10 22,-1 0 1,0-1-1,1 1 0,0-2 1,14 6-1,-13-6 4,1-1-1,0-1 1,0 0 0,0 0-1,1-1 1,-1 0 0,0 0-1,15-4 1,-19 3 122,-1 0 0,1-1 0,0 0 0,-1 0 0,1-1 0,-1 0 0,0 0 0,0 0 0,0 0 0,0-1 0,-1 0 0,1 0 0,-1 0 0,0 0 0,6-8 0,0 3-873,-8 7 61,0 1 0,1 0 0,-1 0 0,1 0 0,0 0 0,-1 1-1,1-1 1,-1 1 0,1-1 0,0 1 0,3 0 0,16 6-7677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 11753,'0'6'2076,"-19"-15"3465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5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19 10737,'-10'-19'5626,"17"33"790,7 14-5259,5 7-620,1-1-1,2-1 0,2 0 1,1-2-1,1-1 0,38 34 1,191 144-1922,-252-206 1344,34 26-1259,1-2-1,2-1 1,83 38 0,-109-56 941,1-2 1,-1 0-1,1-1 0,0 0 1,0-1-1,0-1 1,0 0-1,1-1 0,-1-1 1,0 0-1,1-1 0,-1-1 1,0 0-1,0-1 1,27-9-1,-34 7 395,-1 1 0,1-1 0,-1-1 0,0 1 0,0-1 0,-1 0 0,0 0 0,0-1 0,0 0 0,-1 0 0,8-15 0,8-8 1078,-19 28-966,-1 0 1,0 0-1,1 0 0,-1 0 0,0 0 0,0 0 0,-1 0 1,1 0-1,0 0 0,-1-1 0,1 1 0,-1 0 1,0 0-1,0-1 0,0 1 0,0 0 0,0-3 0,0-3 442,-1 6 60,-5 3 45,-30 13 82,0 0 1,1 3-1,1 1 0,1 1 0,-35 27 1,-224 206 601,23 24-5660,192-196 1515,-22 26-3852,5 7-4250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10085,'13'32'3390,"-9"-33"-2410,19-1-182,1 0-69,0-1 1,42-12-1,-59 13-669,0-1-1,0 1 1,-1-1 0,1-1-1,-1 1 1,1-1 0,-1 0-1,-1-1 1,1 0 0,0 0-1,-1 0 1,0 0 0,7-11-1,-12 14-42,0 1 0,-1 0-1,1-1 1,-1 1-1,0 0 1,1 0 0,-1-1-1,0 1 1,0 0 0,0 0-1,0 0 1,0 0 0,0 0-1,-2-1 1,3 1 7,-3-1-4,1 0 0,0 1 0,0-1 0,-1 0 0,1 1 0,-1-1 0,0 1-1,1 0 1,-1 0 0,0 0 0,0 0 0,0 0 0,1 1 0,-1-1 0,0 1-1,0 0 1,0 0 0,0 0 0,0 0 0,0 0 0,0 1 0,0-1 0,0 1-1,1 0 1,-1 0 0,0 0 0,0 0 0,-3 2 0,-7 4 46,0 0 0,0 0 1,0 1-1,-15 13 0,22-16-39,0 1-1,0-1 0,0 1 0,1 0 0,0 0 1,0 1-1,1-1 0,0 1 0,-4 8 1,7-12-20,-1 1 1,1-1 0,0 1-1,0 0 1,0-1 0,1 1 0,-1 0-1,1-1 1,0 1 0,0 0-1,0 0 1,1 0 0,-1-1 0,1 1-1,0 0 1,0-1 0,0 1 0,1-1-1,-1 1 1,1-1 0,3 6-1,2-1-21,0 0-1,0 0 1,1 0-1,0-1 1,0 0-1,1-1 1,0 0-1,0 0 1,0-1-1,1 0 1,0-1-1,0 0 1,0 0-1,1-1 1,19 3-1,-7-2-49,0-1 0,0-1 0,1-1 0,-1-1 0,1-1 0,34-6 0,-48 5 55,1 0 0,-1-1 0,1-1 0,-1 0-1,-1 0 1,1-1 0,0 0 0,-1 0 0,14-12 0,-1-2 320,-1-1 0,23-29 1,-35 38-92,-1 2 0,0 0 1,1 0-1,0 1 0,14-10 0,-19 16-139,0-1 0,1 1 0,-1 0 0,0 0 0,1 1 0,-1-1 0,1 1 0,0 0 0,-1 0 0,1 0-1,0 1 1,0 0 0,-1 0 0,9 1 0,-6 0-5,-1 0 1,0 0-1,1 1 0,-1 0 0,0 0 0,0 1 1,0 0-1,0 0 0,-1 0 0,1 1 1,-1 0-1,0 0 0,9 8 0,-9-5 21,1 0 0,-1 0 0,0 1 0,0 0 0,-1 0 1,0 0-1,0 0 0,-1 0 0,3 12 0,-3-3 47,0 0 0,0 0 0,-2 1-1,0-1 1,-1 0 0,-1 1 0,0-1 0,-2 0 0,0 0 0,-6 22 0,-8 6-153,-1 0 0,-3-1 1,-1 0-1,-3-2 0,-1-1 0,-2-1 0,-1-2 0,-3 0 1,-1-2-1,-1-2 0,-42 33 0,38-40-1779,-1-2 1,-1-1-1,0-2 0,-53 20 0,38-18-2911,-5 5-4782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23 11245,'4'-3'259,"-2"1"-12,0 0 0,0 0 0,0 1 0,0-1 0,1 1 0,-1-1 1,0 1-1,1 0 0,-1 0 0,1 0 0,-1 0 0,1 1 0,-1-1 0,1 0 0,0 1 0,-1 0 1,1 0-1,0 0 0,-1 0 0,1 0 0,0 0 0,-1 1 0,1-1 0,-1 1 0,1 0 1,4 2-1,-6-3-93,0 1 0,0 0 0,0 0 0,0 0 0,0 0 0,-1 0 0,1 1 0,0-1-1,-1 0 1,1 0 0,-1 0 0,1 1 0,-1-1 0,0 0 0,1 0 0,-1 1 0,0-1 0,0 0 0,0 1 0,0-1 0,0 0 0,0 1 0,0-1 0,-1 2 0,-9 41 1238,7-31-864,-27 101 1782,-56 138-1,31-98-2495,-2-7-1673,3-9-1536,41-99 41,-13 64 1,26-98 2605,-1 0 0,1 0 0,-1 0 1,1 0-1,1-1 0,0 7 0,10 22-7450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11661,'0'0'3486,"2"3"-1968,40 69 2249,-28-51-3457,0-1 0,2 0 0,22 21 0,-7-12-201,1-1 0,1-2 0,1-1 0,2-2-1,0-1 1,1-2 0,80 30 0,-88-40-179,2-2 0,-1 0 0,1-2 0,0-2-1,0-1 1,1-1 0,-1-1 0,1-2 0,-1-1 0,0-2-1,45-11 1,35-17 239,45-10 924,-154 41-1080,-1 1 0,1 0 0,0-1 0,0 1 0,0 0 0,0 1 0,0-1 0,0 0 0,-1 0 0,1 1 0,0-1 0,0 1 0,0 0 0,-1-1 0,1 1 0,0 0 0,-1 0 0,1 0 1,-1 0-1,1 0 0,-1 1 0,1-1 0,-1 0 0,0 1 0,0-1 0,1 1 0,-1-1 0,1 3 0,3 5-40,-1 1 0,0-1 0,0 1 0,2 12 0,-1-4-182,4 13-662,-6-16 149,2-1-1,7 20 0,-10-29 137,1 0 0,0-1 0,-1 1 0,1-1 1,1 0-1,-1 0 0,1 0 0,-1 0 0,1 0 1,0-1-1,5 4 0,17 7-3439,-7-6-1894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7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217 121 9049,'-1'-1'119,"-1"1"-1,1-1 1,0 1 0,0-1-1,0 0 1,-1 0 0,1 1 0,0-1-1,0 0 1,0 0 0,0 0 0,1 0-1,-1 0 1,0 0 0,0 0-1,1 0 1,-1-1 0,0 1 0,1 0-1,-1 0 1,1-1 0,0 1-1,-1 0 1,1-1 0,0 1 0,0 0-1,0-1 1,0 1 0,0 0 0,0-1-1,0 1 1,0 0 0,0-1-1,1 1 1,-1 0 0,1 0 0,-1-1-1,1 1 1,-1 0 0,1 0 0,0 0-1,2-5 4713,0 34-3565,-2-17-1043,0 0 0,1-1 0,0 1 0,0 0 0,1 0 0,7 14 0,-2-9-130,0 0 0,1-1 0,0 0 1,2 0-1,0-1 0,0 0 0,1-1 1,1-1-1,0 0 0,1 0 0,18 11 0,-27-20-74,0-1 0,0 1-1,0-1 1,1 0-1,-1-1 1,0 1 0,1-1-1,-1 0 1,1 0-1,0-1 1,6 0-1,-10 0-16,-1 0-1,1 0 1,-1 0-1,1 0 1,-1 0-1,1-1 0,-1 1 1,1-1-1,-1 1 1,1-1-1,-1 1 0,0-1 1,1 0-1,-1 0 1,0 0-1,1 0 1,-1 0-1,0 0 0,0 0 1,0 0-1,0 0 1,0 0-1,0 0 1,0-1-1,-1 1 0,1 0 1,0-1-1,-1 1 1,1-1-1,-1 1 1,1-1-1,-1 1 0,0-1 1,1 1-1,-1-1 1,0 1-1,0-1 0,0 1 1,0-1-1,0 1 1,-1-4-1,-1 0 11,0 0-1,0-1 1,-1 1-1,0 0 1,0 0-1,0 0 1,0 1-1,-1-1 1,-7-7-1,8 8-3,-34-31-533,-1 2 0,-1 1-1,-87-53 1,95 65-1238,-34-14 0,-1 8-4457,21 16-2166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07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3103 1 9321,'-13'34'1107,"-2"-1"1,-1-1-1,-2 0 0,0-1 0,-31 37 1,-249 291 6552,140-188-5874,-183 153-1,-241 138-1256,246-202-1898,-334 307-4526,248-168-3101,256-228 515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9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10073,'0'0'1532,"0"-14"-80,4-3 1885,-1 2-4126,3 1-811,-9-3-9421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944 1482 7077,'-2'0'418,"0"0"0,0-1 0,0 1 0,1 0 0,-1-1 0,0 0 0,1 1 0,-1-1 0,0 0 0,1 0 0,-1 0 1,1 0-1,-3-1 0,-40-26 4045,24 15-2490,-18-6 921,31 17-2273,-1-2 1,0 1 0,1-1-1,0 0 1,0-1 0,0 0-1,-7-7 1,-48-43 4705,59 52-5307,1-1-1,0 1 0,0-1 0,1 0 1,-1 1-1,1-1 0,0 0 0,0 0 1,0 0-1,0-8 0,0 5-24,0-2 5,0 0 0,1 0 0,0-1 0,0 1 0,1 0 0,1 0 0,0 0 0,0 0 0,0 1 0,5-12 0,8-14 0,22-39 0,-13 29 0,20-44 0,75-156 0,-86 167 0,30-102 0,-45 112 0,-2-1 0,-3-1 0,4-83 0,-17 149 0,1 1 0,-1-1 0,0 1 0,0-1 0,0 1 0,0 0 0,0-1 0,-1 1 0,1-1 0,-1 1 0,1 0 0,-1-1 0,0 1 0,0 0 0,0 0 0,0-1 0,0 1 0,-1 0 0,1 0 0,-4-3 0,3 4 0,1 0 0,-1 1 0,0-1 0,0 1 0,0-1 0,0 1 0,0 0 0,0-1 0,0 1 0,0 0 0,0 0 0,0 0 0,0 1 0,1-1 0,-1 0 0,0 1 0,0-1 0,0 1 0,-3 1 0,-9 5 0,1 0 0,0 1 0,0 1 0,1-1 0,-15 15 0,-17 20 0,2 2 0,1 1 0,3 2 0,2 2 0,2 1 0,-34 69 0,37-57 0,3 2 0,3 0 0,2 2 0,4 0 0,-14 86 0,26-98 0,2 0 0,3 0 0,2 0 0,2 0 0,3 0 0,2 0 0,3-1 0,2 0 0,21 60 0,-7-46 0,2-2 0,4 0 0,2-2 0,3-1 0,3-3 0,68 82 0,8-15 0,141 119 0,-110-110 0,-144-133 0,8 7 0,0 1 0,0 0 0,-1 1 0,13 21 0,-21-31 0,-1 0 0,1 1 0,-1-1 0,0 0 0,0 1 0,0-1 0,0 1 0,-1-1 0,1 1 0,0-1 0,-1 1 0,0-1 0,0 1 0,0 0 0,0-1 0,0 1 0,0-1 0,-1 1 0,1-1 0,-1 1 0,0-1 0,1 1 0,-1-1 0,0 1 0,-1-1 0,1 0 0,0 0 0,-1 1 0,1-1 0,-1 0 0,0 0 0,1 0 0,-1-1 0,0 1 0,-3 2 0,-6 2 0,0-1 0,0 0 0,0-1 0,0 0 0,-1 0 0,0-1 0,1-1 0,-1 0 0,-15 0 0,22-1 0,-189 15-223,-208-9 1,182-7-304,211 0 363,-58 1-1408,-87-11 0,137 9 848,1-2 0,-1 0 1,0-1-1,1-1 0,0 0 0,0-1 0,0-1 0,1-1 1,0 0-1,-22-16 0,34 22 118,0-1 1,1 1-1,-1-1 1,1 1-1,0-1 1,0 0 0,0 0-1,0 0 1,0 0-1,-1-5 1,2 4-1214,0-1 0,0 1 0,0-1 1,1 0-1,0-8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5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12385,'-2'2'740,"0"-1"0,0 1 0,0-1 0,0 1 0,0 0 0,0 0 0,0 0 0,1 0 0,-1 0 0,1 0 0,-1 0 0,-1 5 0,2-3-357,-1 1-1,1-1 1,0 0 0,0 0 0,1 1 0,0-1 0,-1 5 0,3 7 141,-1 0 0,2-1 1,6 22-1,31 113 804,78 339 2946,-15 168-4274,-20-116 0,29-7 0,-95-468-968,45 108 1,-52-151 553,2 0 0,0 0-1,1-1 1,1 0 0,2-2 0,0 1 0,29 27 0,-40-43-6,0-1 1,-1 0-1,2-1 0,-1 1 0,0-1 0,1 0 1,-1 0-1,1-1 0,0 0 0,0 0 0,0 0 1,6 1-1,-6-3-471,0 1 0,-1-1 0,1-1-1,0 1 1,-1-1 0,1 0 0,-1 0 0,8-2 0,31-15-10167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153 183 11445,'-30'-25'1939,"-51"-36"0,77 59-1530,1-1-1,-1 0 1,1 1 0,0-1-1,1-1 1,-1 1-1,0 0 1,1-1-1,0 1 1,-1-1-1,1 0 1,1 0-1,-1 0 1,1 0-1,-2-6 1,4 9-320,-1 0-1,1 0 1,0 0-1,0 0 1,0 0-1,0 1 1,0-1-1,0 0 1,0 0 0,0 1-1,0-1 1,0 1-1,0-1 1,1 1-1,-1-1 1,0 1-1,0 0 1,2-1-1,-1 0 74,8-1-22,1 0 0,-1 1 0,1 0 1,-1 0-1,1 1 0,-1 0 0,1 1 1,-1 0-1,1 1 0,-1 0 1,19 7-1,8 4 227,66 33 0,-78-33-277,0 1 1,-1 1-1,-1 1 0,0 1 0,-2 2 1,26 25-1,-39-35-59,0 1 1,0 0-1,-1 1 1,0 0-1,-1 0 1,-1 0-1,6 13 1,-9-16-11,0 0 0,0 0 0,0 0 0,-1 0 0,0 1 0,-1-1 0,1 0 0,-2 1 0,1-1 0,-1 0 0,-4 15 0,0-6 7,-1 0 0,-1 0-1,0-1 1,-2 0 0,0 0-1,-19 26 1,-78 78-125,16-20-714,77-84 429,1 1 0,1 0 0,0 0 0,-10 26 1,20-41 277,0 1 0,0-1 1,1 1-1,-1-1 1,1 1-1,0-1 1,0 1-1,0-1 0,0 1 1,0-1-1,0 1 1,1 0-1,-1-1 1,1 1-1,-1-1 0,1 0 1,0 1-1,0-1 1,1 0-1,-1 1 1,0-1-1,1 0 0,-1 0 1,1 0-1,3 3 1,-2-1-84,1-1 1,0 0 0,0 0 0,0 0-1,0-1 1,0 1 0,0-1-1,1 0 1,-1 0 0,1 0 0,0-1-1,6 2 1,12-1-475,-1-1 0,1-1 0,-1-1 0,1 0 0,-1-2 0,38-10 0,-13 0-300,0-3 0,47-22 1,-47 15 761,-1-2 1,-1-3-1,-2-1 1,-1-2-1,-1-2 1,39-40 0,-37 29 1035,-3-2 1,-1-1 0,-3-2 0,59-104 0,-82 126-125,-1 0 0,-1 0 0,9-36 0,-16 49-387,-1 0 0,0 0 0,-2 0 0,1 0-1,-2 0 1,0-1 0,0 1 0,-5-25 0,5 37-277,-1 0 1,1-1-1,-1 1 1,1 0 0,-1 0-1,0 0 1,0 0 0,0-1-1,0 1 1,0 0-1,-1 1 1,1-1 0,0 0-1,-1 0 1,0 1 0,1-1-1,-1 0 1,0 1-1,0 0 1,0-1 0,0 1-1,0 0 1,0 0 0,0 0-1,0 0 1,0 1-1,0-1 1,-1 0 0,1 1-1,0 0 1,0-1 0,-1 1-1,1 0 1,0 0-1,-1 1 1,1-1 0,0 0-1,0 1 1,-1-1 0,1 1-1,-4 1 1,-2 1 10,-1 1 1,1 0-1,0 0 1,0 0-1,1 1 1,-1 1-1,1-1 1,0 1-1,-9 11 0,-6 9 51,2 2 0,1 1 0,1 0 0,-22 50 0,15-19-124,-26 94 0,46-138-12,-16 69-86,20-78 101,0 0-1,0 0 1,1 1-1,-1-1 1,1 0-1,1 0 1,0 0-1,0 0 1,2 9-1,-3-15 12,1 0-1,-1 1 1,1-1-1,0 0 1,-1 0-1,1 1 1,0-1-1,0 0 1,0 0-1,0 0 1,0 0-1,0 0 1,0 0-1,0 0 0,0-1 1,0 1-1,0 0 1,1 0-1,-1-1 1,0 1-1,0-1 1,1 1-1,-1-1 1,0 0-1,1 0 1,-1 1-1,1-1 1,-1 0-1,0 0 0,1 0 1,-1 0-1,0-1 1,1 1-1,-1 0 1,1 0-1,-1-1 1,2 0-1,5-2 14,0 0-1,0-1 1,-1 0 0,12-9-1,-12 9-27,80-59 106,-66 45-33,1 1-1,0 2 1,2 0 0,-1 1-1,29-11 1,-44 23-55,0 0 1,0 0-1,0 1 0,0 0 1,0 0-1,0 1 0,0 0 1,0 1-1,0 0 1,-1 0-1,1 0 0,0 1 1,0 0-1,-1 1 0,1 0 1,-1 0-1,1 0 0,-1 1 1,-1 0-1,8 6 0,14 10-26,-2 2-1,0 1 1,32 38-1,-23-24-149,106 104-2763,-46-51-5800,-55-52-527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0 341 9665,'22'21'415,"85"93"3266,-92-97-3100,-2 1-1,0 0 0,-2 1 1,0 0-1,10 25 1,-4 4-60,-2 1 0,-2 1-1,-2 0 1,-3 1 0,-1 0 0,-3 0 0,-3 70 0,-3-105 76,0-1-1,-1 0 1,-7 21-1,6-23 171,3-9 263,0-5-938,-1 1 0,1-1 0,0 1 0,0-1 0,-1 1 0,1-1 0,0 0 0,0 1 0,0-1 0,0 0 0,0 0 0,0 0 0,0 0 0,0 0 0,1 0 0,-1 0 0,0 0 0,1 0 0,-1-1 0,0-1 0,-9-25 425,10 18-396,0 0 0,1 1 0,0-1 0,1 1-1,0-1 1,0 1 0,6-13 0,-2 2 12,18-53 25,3 0-1,3 2 0,3 1 0,62-97 1,-58 113-937,1 1 1,3 3 0,3 1 0,1 2 0,87-70-1,-95 89-344,2 2 0,1 1 0,1 3-1,54-23 1,-64 33-1066,1 1 0,1 2 0,56-9 0,-15 15-5715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6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1024 6089,'-19'5'737,"-29"15"6701,49-23-5635,2-14-1161,2 0 1,0 0-1,1 1 0,1 0 1,0 0-1,1 1 0,11-17 1,11-12 237,39-43 0,152-169 1744,35-89-415,-252 339-2176,2-2 23,-1 1 0,1 0 0,13-13 1,-17 19-49,-1-1 1,1 1-1,0 0 1,0-1-1,0 1 1,0 0 0,0 0-1,0 1 1,0-1-1,0 0 1,0 1-1,0-1 1,0 1-1,1-1 1,-1 1-1,0 0 1,0 0-1,1 0 1,-1 1 0,0-1-1,4 1 1,-1 1 3,1 1 1,-1-1 0,0 1 0,0 0-1,0 0 1,-1 0 0,1 1-1,-1 0 1,0 0 0,0 0 0,0 0-1,5 9 1,5 8 35,18 38-1,-23-43-29,135 287 113,-68-137-29,4 23-51,-71-164-31,-2 0 0,0 1 0,-2 0 0,-1 1 0,1 39 0,-5-62-15,0 0 0,-1 0 0,1-1 0,-1 1 0,0 0 0,0-1 0,-1 1 0,1-1 0,-1 1 0,1-1 0,-1 0 0,0 1 0,0-1 0,-1 0 0,1 0 0,-1-1 0,1 1 0,-1 0-1,0-1 1,0 0 0,0 1 0,-6 2 0,7-4-39,2-4-154,0-3 84,1 0-1,0 0 1,0 1 0,1-1-1,0 1 1,0-1-1,0 1 1,0-1-1,1 1 1,0 0-1,0 0 1,8-8 0,7-9-464,31-27 1,-12 13 107,40-47-196,-3-3 0,-4-4 0,104-173 0,-155 224 656,-1 0 1,-3-2-1,-1 0 1,-2-1-1,-1 0 1,-3-1-1,4-49 1,-11 41 131,-1 48-108,-1 1 0,1-1 0,0 1 1,-1-1-1,1 1 0,-1 0 0,0 0 1,0-1-1,0 1 0,0 0 1,0 0-1,-1 0 0,1 0 0,-1 0 1,-2-3-1,4 4-15,-1 1 7,0-1 1,1 1-1,-1 0 1,0-1 0,1 1-1,-1-1 1,0 1-1,1 0 1,-1 0-1,0-1 1,0 1-1,0 0 1,1 0 0,-1 0-1,0 0 1,0 0-1,1 0 1,-1 0-1,0 0 1,0 0-1,0 0 1,1 0 0,-1 1-1,0-1 1,0 0-1,0 1 1,-6 2 109,0 0 0,1 0 1,-1 0-1,1 1 0,0 0 0,0 0 0,0 1 1,1 0-1,0 0 0,-9 10 0,5-3 83,1 0 1,0 1-1,0 0 0,-10 26 0,7-8 34,1-1 0,1 1 0,2 1 0,-4 51 0,8-44-156,3 0 0,1 0 1,1-1-1,2 1 0,2-1 1,2 0-1,1-1 0,2 1 0,2-2 1,1 0-1,2 0 0,25 41 0,-22-46-309,1-1 0,2-1 0,0-1 0,2-1-1,1-2 1,2 0 0,0-1 0,1-2 0,1-1-1,1-1 1,1-1 0,1-2 0,45 17 0,-45-22-283,1-2 1,1-1-1,0-2 0,0-1 1,0-2-1,1-1 1,49-3-1,-37-3-192,0-3 0,0-1 0,0-3-1,81-28 1,-56 10-718,0-3 1,82-51-1,114-95-4895,-175 108 1475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7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0 0 2984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18 12353,'-3'-5'-498,"3"4"747,0 0 0,-1 0 0,1 1 1,0-1-1,0 0 0,-1 1 0,1-1 1,-1 0-1,1 1 0,-1-1 1,1 1-1,-1-1 0,1 1 0,-1-1 1,1 1-1,-1-1 0,0 1 0,0-1 1,-1 1 64,1 1 0,0 0 0,0 0 0,0 0 0,0-1 0,0 1 0,0 0 0,0 0 0,0 0 0,1 1 0,-1-1 0,0 0 0,1 0 0,-1 0 0,0 2 0,-16 29 1028,2 0-1,1 2 0,2-1 1,-16 70-1,-13 151 1038,34-204-2014,-41 619 293,60-343-4469,17-114-1966,-25-191 3405,1 0 0,1 0 0,13 31 0,1-9-7292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8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10829,'1'-3'227,"0"1"0,0-1 1,0 1-1,0 0 0,0-1 0,0 1 1,1 0-1,-1 0 0,1 0 0,0 0 1,-1 0-1,1 0 0,0 0 0,0 1 1,0-1-1,0 1 0,1-1 0,-1 1 1,0 0-1,0 0 0,1 0 0,-1 0 1,1 0-1,-1 0 0,1 1 0,-1-1 1,1 1-1,0 0 0,-1 0 0,5 0 1,10 1 241,0 1 1,-1 1 0,0 0 0,1 1-1,-1 1 1,22 9 0,93 49 961,-65-24-1008,-2 3-1,-1 2 0,-3 3 1,65 64-1,-24-7-75,112 147 0,-82-52-1210,-94-137 493,-36-60 344,1 0 0,-1 1 0,0-1 0,0 1 0,0-1-1,0 1 1,-1-1 0,1 1 0,-1 0 0,1-1 0,-1 1-1,0 0 1,0 0 0,-1 4 0,1 4-95,-2-11 103,0-1 0,0 1 0,0 0 0,0-1 0,0 0-1,0 1 1,0-1 0,0 0 0,1 0 0,-4-2-1,-1-2 7,-1 0 0,1 0-1,0-1 1,0 1-1,1-2 1,0 1-1,0-1 1,0 1-1,1-1 1,-7-14-1,6 8 2,0-1-1,1 1 0,1-1 1,0 0-1,-2-26 0,4 9 3,1 0 0,2 0-1,1 0 1,1 0 0,10-35-1,-5 32 10,1 1 0,2 0 0,1 0 0,2 2 0,27-45 1,-30 57 19,2 0 0,0 1 1,1 1-1,0 0 1,1 1-1,1 1 1,1 1-1,0 0 0,30-16 1,-29 19 101,2 0 0,-1 2 0,1 0 0,1 2 0,-1 0 0,1 1 0,0 2 0,1 0 0,-1 1 0,1 1 0,32 2 0,-24 4 169,0 2-1,-1 2 1,0 0-1,-1 2 1,0 1 0,-1 2-1,0 0 1,0 2 0,-2 1-1,0 2 1,28 23 0,-5 1 302,-2 2 1,-2 2 0,-2 2 0,53 77 0,-50-55-387,-3 2 1,-4 1-1,-2 2 0,-4 2 0,-3 1 1,34 144-1,-52-169-332,25 96-844,-35-144 876,0 1 0,0 0 1,0 0-1,1-1 0,0 1 0,0-1 1,0 0-1,1 0 0,-1 0 0,1 0 1,1-1-1,-1 1 0,1-1 0,-1 0 0,1-1 1,0 1-1,1-1 0,8 4 0,-6-4-36,0 0 0,0-1-1,0-1 1,0 1-1,0-1 1,0-1 0,1 1-1,-1-2 1,0 1-1,1-1 1,-1 0-1,0-1 1,10-2 0,10-5-98,-1-1 1,0-2-1,-1 0 1,0-2-1,-1 0 1,0-2-1,27-24 1,-11 6 40,-1-3 0,-3-1 0,35-44 0,-49 52 115,-1-1 0,-1-1-1,20-42 1,-33 56 67,0 0 0,-1 0 0,-1-1-1,-1 1 1,0-2 0,-2 1 0,0 0 0,0-21-1,-3 35 3,1 1-1,-2 0 1,1-1-1,0 1 1,-1 0 0,0 0-1,0-1 1,0 1-1,-1 0 1,1 0-1,-1 0 1,0 0-1,0 0 1,0 1-1,-1-1 1,1 1-1,-1-1 1,0 1 0,0 0-1,0 0 1,0 0-1,-1 0 1,1 1-1,-1-1 1,0 1-1,1 0 1,-1 0-1,0 1 1,0-1-1,0 1 1,-1-1-1,1 1 1,0 1 0,0-1-1,-7 0 1,-1 2 2,-1 0 1,1 0-1,-1 2 1,1-1-1,0 2 1,0-1-1,0 2 1,0-1-1,1 2 1,-1 0-1,1 0 1,1 1 0,-12 9-1,-17 15-378,-67 70 0,86-80 150,-1 1-179,1 0-1,0 2 1,2 0 0,-29 52 0,46-74 401,0-1-1,0 0 1,0 0 0,1 0 0,-1 1 0,1-1 0,-1 0 0,1 1-1,-1-1 1,1 0 0,0 1 0,0-1 0,0 1 0,-1-1-1,1 0 1,1 1 0,-1-1 0,0 1 0,0-1 0,0 0 0,1 1-1,-1-1 1,1 0 0,-1 1 0,1-1 0,-1 0 0,1 0 0,0 1-1,0-1 1,0 0 0,-1 0 0,1 0 0,0 0 0,0 0 0,1 0-1,-1 0 1,0 0 0,0-1 0,0 1 0,1 0 0,-1-1 0,0 1-1,0-1 1,3 1 0,5 1 89,0 0 1,0 0-1,0-1 0,1 0 1,11-1-1,-11 0-48,169-1 1441,-108-2-987,0 4 0,0 2-1,95 17 1,-112-8-705,194 35-2687,-184-38-2872,124 1-1,-118-10-2378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236 140 11249,'28'-82'2351,"-27"79"-2048,-1-1 1,1 1-1,-1 0 0,1-1 1,-1 1-1,0 0 0,0-1 1,0 1-1,-1-1 0,1 1 0,-3-6 1,2 1 798,0 4 804,-13 18 766,11-10-2250,-2 3-43,0 1 0,1 0 0,0 0 0,0 0-1,1 0 1,-5 18 0,-9 60 1089,11-49-1008,-52 328 1438,40-243-2806,-18 58-3086,24-142 1100,-16 41 0,5-20-3304,11-1-3750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8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0 217 10029,'12'-13'496,"-7"6"-171,0 1 0,1 0-1,0 0 1,0 0-1,0 1 1,1-1 0,0 2-1,0-1 1,0 1-1,12-5 1,33-9 1274,1 2 1,75-13-1,115-5 41,-176 25-1264,121-11 546,310 7-1,-467 14-838,0 1-1,-1 2 1,54 14-1,-71-14-348,-1 0-1,0 0 0,0 1 1,-1 1-1,1 0 0,-1 1 0,-1 0 1,1 0-1,-1 1 0,-1 1 1,14 13-1,-21-19-101,0-1 0,-1 1 0,1 0 1,0 0-1,-1 0 0,1 0 0,-1 0 0,0 0 0,0 0 0,0 5 0,6 14-4682,3 1-2752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8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10149,'64'13'1835,"-59"-12"-1563,0 1-1,0 0 0,-1 0 0,1 1 1,0-1-1,-1 1 0,1 0 1,-1 0-1,0 0 0,0 1 0,0 0 1,0-1-1,-1 1 0,0 1 0,0-1 1,5 8-1,10 12 770,-9-13-749,0 0 0,0 1 0,-2 0-1,1 0 1,-1 1 0,-1 0 0,0 0 0,6 22 0,-10-27-233,-1 1 0,1 0-1,-1-1 1,-1 1 0,0 0 0,0 0 0,-1 0 0,0-1 0,0 1 0,-1 0 0,0-1-1,0 1 1,-1-1 0,0 0 0,-7 12 0,-11 14-83,-2-1 0,-45 49 0,57-69-33,8-9 35,0-2 0,0 1 0,0 0-1,0-1 1,-1 1 0,1-1 0,-1 0-1,0 0 1,-7 2 0,0 1-56,7-3-42,5-5-62,6-8 169,-1 1 0,1 0-1,0 0 1,1 1-1,0-1 1,1 2 0,0-1-1,0 1 1,20-12 0,13-6 13,51-24 1,-67 37 5,26-14 183,0 3 0,2 1-1,1 3 1,0 3 0,73-14-1,-123 30-154,1 0-1,-1 1 0,1-1 0,0 1 1,-1 0-1,1 0 0,0 1 1,-1 0-1,1 0 0,-1 0 1,1 1-1,-1 0 0,0 0 0,0 0 1,1 0-1,-1 1 0,4 3 1,-4-2-57,-1 1 1,0-1-1,0 0 1,0 1-1,-1 0 1,0 0-1,0 0 1,0 0 0,0 1-1,-1-1 1,0 1-1,0 0 1,0-1-1,-1 1 1,1 10-1,3 18-1303,4 27-2240,1-18-3045,1-11-623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6341,'0'-105'1496,"0"88"-112,9-6-276,-2 3 288,12 14-1044,0-5-548,6 22-384,1 0-1112,-7 12-1148,16 20-945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3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13849,'-1'3'1054,"0"-1"-1,0 1 0,0 0 0,1 0 1,0 0-1,-1 0 0,1 0 0,0 0 1,1 0-1,0 5 0,0-3-467,0-1-1,1 1 1,-1 0 0,1-1 0,5 9-1,2 0-470,1 1 0,21 22 1,-24-28 815,139 131 311,-109-106-1666,27 20-3707,129 83 1,-173-123 2868,0-2 0,1 0 0,1-1 0,35 10 1,-45-16 695,0-1 1,0-1 0,0 0 0,0-1 0,1-1 0,-1 0 0,0 0-1,1-1 1,-1 0 0,18-5 0,0-3 280,0-1 0,0-2 0,-1-1 0,44-26 0,-56 29 718,-1-1-1,-1-1 1,1 0 0,-2-1 0,0-1 0,0 0 0,-2-1-1,18-26 1,-27 37-247,-1 1-1,0-1 0,0 0 1,0 0-1,0 0 0,-1 0 1,0 0-1,0 0 1,0 0-1,0-1 0,0 1 1,-1 0-1,0 0 0,0-1 1,0 1-1,-1 0 0,1-1 1,-1 1-1,0 0 1,0 0-1,0 0 0,-4-8 1,3 9-22,-1-1 0,1 1 0,-1-1 1,0 1-1,0 0 0,0 0 0,0 0 1,-1 1-1,1-1 0,-1 1 0,-5-3 1,1 1 42,0 1 1,-1 0 0,0 0 0,1 1-1,-1 0 1,-16-1 0,-149 0 1887,148 5-1857,0 0 0,0 2 0,0 1 0,0 1 0,-33 13 0,12 1-151,-58 34-1,57-28-315,-88 42-1442,-57 31-2565,71-22-1650,22-2-3220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0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15 11781,'-10'-5'791,"9"3"-435,-1 1 0,0 0 0,0 0 0,0 0 0,0 1 0,0-1 0,0 0 0,0 1 1,0-1-1,-4 1 6456,6 5-4891,11 118 2275,0-21-2664,-10 35-981,-27 233 1,1-64-5448,20-132-215,8-56-1205,5 33-6074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1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79 9233,'1'-3'487,"1"-1"-1,-1 0 1,1 0 0,-1 0-1,-1 0 1,1 0 0,0-1 0,-1 1-1,0 0 1,0 0 0,0 0-1,0-1 1,-1 1 0,0 0 0,0 0-1,-1-5 1,-5 4 2889,-9 5-2618,13 0-194,-4 1-222,0 0 0,0 1 0,1-1 0,-1 1-1,0 0 1,1 1 0,0 0 0,0 0 0,0 0 0,0 1 0,0-1 0,0 2 0,1-1 0,0 0 0,0 1 0,-7 8 0,-7 10 558,0 1 0,-22 37 1,1 6-609,2 2 1,3 1 0,3 2-1,3 2 1,4 0-1,-31 154 1,51-199-293,2 0 0,1 1 0,1-1 0,1 0 0,2 1 0,8 45 0,-6-59 0,0 0 0,1-1 0,1 1 0,0-1 0,1 0 0,0-1 0,2 1 0,0-1 0,0-1 0,1 0 0,1 0 0,0-1 0,15 12 0,-7-9-48,1-1 0,0-1 1,1-1-1,1-1 0,0-1 0,0-1 0,1-1 0,0-1 1,0 0-1,1-2 0,0-1 0,0-1 0,36 0 1,-40-3-1,1 0-1,-1-1 1,0-1 0,0-1 0,0-1 0,0-1 0,-1-1 0,1 0 0,-2-1 0,1-1 0,-1-1 0,0-1 0,-1 0-1,0-2 1,0 0 0,20-19 0,-27 21 3,-1-1 0,-1 1 0,0-2 0,0 1 0,-1-1 0,-1 0 0,0 0 0,0-1 0,-1 0 0,-1 0-1,3-14 1,-4 9 1,0 0 0,-2 0 0,0 0-1,-1 0 1,-1 0 0,-1 0-1,-6-30 1,-1 15 5,-1 0 1,-2 1-1,-1 0 0,-2 1 1,-1 0-1,-1 1 0,-1 1 0,-33-39 1,22 34-72,-2 1 1,-1 2-1,-1 0 1,-1 3-1,-2 1 0,-1 1 1,-1 2-1,-58-27 1,72 40-391,-1 1 0,0 1 0,0 1 0,-1 2 0,0 0 0,0 2 0,0 0 0,-1 2 0,1 1 0,-1 2 0,1 0 0,0 2 0,-1 0 0,1 2 0,-39 13 0,36-8-2891,-46 25 0,-22 25-7894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712 237 7273,'15'-15'1056,"6"-9"106,-8-8 3986,-11 27-4573,0-8 4077,-23 28-1444,3 2-2363,1 1-1,1 1 1,-22 33-1,-37 72 768,41-64-1060,-12 18 124,-43 101 1,76-150-574,2 1 0,1 0 0,2 1 0,1 0 0,1 1 0,1 0 0,1 33 0,4-55-76,0 1 0,1-1 0,0 0 0,1 0 0,0 0 0,1-1 0,0 1 0,0 0 0,1-1 0,1 0 0,-1 0-1,1 0 1,1 0 0,0-1 0,6 8 0,-4-8-15,1 0 0,-1-1 0,1 0 0,0 0 0,1-1-1,0 0 1,0 0 0,0-2 0,1 1 0,-1-1 0,1 0 0,0-1-1,14 2 1,6-1-18,1-1-1,-1-2 1,1-1 0,-1-2-1,1 0 1,-1-3 0,0 0-1,43-14 1,-8-3-82,0-2 0,106-58 0,-135 63 9,-1-2 0,0-1 0,-2-2 0,-1-2 0,51-49 0,-73 64 24,-1-1-1,0-1 0,0 0 1,-2 0-1,1-1 0,-2 0 1,0 0-1,0-1 0,-2 0 1,1 0-1,-2 0 0,0-1 1,-1 0-1,-1 0 0,0 1 1,-1-1-1,-2-31 0,-3 21-14,-1 1 0,-1-1 0,-1 1 0,-1 1 1,-1-1-1,-1 1 0,-1 1 0,-2 0 0,0 1 0,-1 0 0,-1 1 0,-1 0 0,-1 1 0,-31-27 0,22 23-69,-2 2 0,-1 0 0,-1 2 0,0 1 1,-2 1-1,0 2 0,0 1 0,-2 2 0,0 1 0,-39-8 0,28 11-284,-1 3 0,0 1-1,-1 2 1,1 3 0,0 1-1,0 3 1,0 1-1,-74 19 1,76-12-597,1 2-1,0 2 0,1 2 1,1 2-1,-46 29 1,64-34-804,1 2 1,-32 30-1,-31 44-6804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2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19 15713,'8'-5'238,"5"-4"3259,-13 8-3389,0 1 1,-1 0-1,1-1 0,0 1 0,-1 0 0,1-1 0,-1 1 1,1 0-1,0 0 0,-1-1 0,1 1 0,-1 0 0,1 0 1,-1 0-1,1 0 0,-1-1 0,1 1 0,-1 0 0,1 0 1,-1 0-1,1 0 0,-1 0 0,1 0 0,-1 0 0,1 0 1,-1 1-1,1-1 0,-1 0 0,1 0 0,-1 0 0,-1 1 128,0-1 0,0 0 0,0 1 0,0-1 0,0 1-1,0-1 1,0 1 0,0 0 0,1 0 0,-1 0-1,0 0 1,1 0 0,-1 0 0,0 1 0,1-1 0,0 0-1,-1 1 1,-1 1 0,-22 37 1985,14-21-1523,-298 440 1732,207-312-2467,45-63-1660,3 1 0,4 3 0,-50 124 0,92-190 932,0 0 1,2 1-1,1 1 1,1-1-1,-2 29 1,5-39-52,1-1 1,1 0-1,0 0 0,0 0 1,1 0-1,1 0 1,0-1-1,0 1 0,1-1 1,1 1-1,11 20 1,-6-18-1995,1 0 1,17 17 0,-28-31 2789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3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257 178 2988,'2'-1'1402,"-11"0"-651,-26 0-459,-27-1 127,58 1-4,-26-9 2596,20 5-1910,1 0-1,-1 1 0,-11-4 1,16 6 2717,8-18-2032,-1 2-1069,-2 15-496,0 0 1,0-1-1,1 1 1,-1 0-1,1 0 1,0-1-1,0 1 1,0 0-1,1 0 1,-1 0-1,1 0 1,-1 0 0,5-5-1,-2 2 469,0 0 1,0-1-1,-1 0 0,1 0 1,1-7-1,-4 11 809,21 11 85,-1 0-1050,-16-3-388,0 1 0,0 0 0,-1 0-1,0 0 1,0 1 0,-1-1-1,0 1 1,0 0 0,4 14 0,-5-16-34,1 11-75,0 1 1,-1-1-1,0 1 0,-1 0 1,-1-1-1,-1 1 0,0 0 1,-5 21-1,-6 24-738,-34 105 0,28-107-18,-16 52-1955,-13 43-2819,20-53-1988,9-9-4533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528 453 7445,'0'0'5552,"-4"-1"-4974,-1 1-433,0-1-1,0 1 1,-1 0 0,1 0-1,0 1 1,-1 0 0,1 0-1,0 0 1,0 0-1,0 1 1,-8 3 0,11-4 2941,0-1-2945,0 0 1,0-1-1,0 1 1,1-1-1,-1 1 0,0-1 1,0 0-1,1 0 1,-1 1-1,0-1 1,1 0-1,-1-1 0,1 1 1,-1 0-1,1 0 1,0-1-1,-1 1 0,1-1 1,0 1-1,0-1 1,0 1-1,0-1 0,0 0 1,0 0-1,1 1 1,-2-5-1,1 3-115,0 0 296,11-5-185,-9 6-43,1 0-1,0 0 1,-1 0 0,1 0-1,-1 0 1,0 0-1,1 0 1,-1 0 0,0-1-1,-1 1 1,1 0-1,0-1 1,0 1 0,0-5-1,-1 4 192,-3-32 1417,2 32-1647,1 0 1,0 0-1,0 0 0,0 0 0,0 0 1,0 0-1,1 0 0,-1 0 1,2-3-1,-1 3 13,-1-1 198,-5-10-79,5 13-172,0 0-1,0 0 0,0 1 1,-1-1-1,1 0 1,0 0-1,0 0 1,0 0-1,-1 1 0,1-1 1,0 0-1,-1 0 1,1 0-1,-1 1 1,1-1-1,-1 0 0,1 1 1,-1-1-1,1 0 1,-1 1-1,-1-2 1,-15 14 136,1-1 0,0 2 0,0 0 0,1 1 0,1 0 1,-17 23-1,1 3 153,-38 65 0,50-73-211,3 0 0,0 1-1,-11 41 1,22-64-82,1 0 0,1 0 0,0 0 0,0 0 0,0 0 0,2 1 0,-1-1 0,1 0 0,1 1 0,0-1 0,0 0 0,1 0 0,0 1-1,1-1 1,0-1 0,1 1 0,0 0 0,0-1 0,11 17 0,-7-16 0,1 0 0,0 0 0,1-1 0,0 0 0,0-1 0,1 0 0,0-1 0,0 0 0,1 0 0,0-2 0,0 1 0,1-1 0,-1-1-1,16 3 1,8 1 0,0-2 0,0-2-1,0-1 1,1-2-1,-1-1 1,1-2-1,-1-1 1,49-12-1,-46 6-6,-1-2 0,-1-1 0,0-2 0,-1-1 0,-1-2 0,0-1 0,54-39-1,-72 44 1,-1-1-1,0 0 1,-1-1-1,0 0 0,-2-2 1,1 1-1,14-27 1,-22 32-4,0 0 0,-1-1 0,0 0 0,-1 1 0,0-1 0,-1-1 0,0 1 0,-1 0 0,-1-1 0,0 1 0,0-1 0,-1 1 0,-1-1 0,-2-13 0,-2 7-4,0 0-1,-2-1 0,0 2 1,-1-1-1,0 1 0,-2 1 1,0 0-1,-1 0 0,-1 1 0,-26-29 1,9 16 0,-2 0 1,-1 2-1,0 2 1,-47-28-1,41 31-213,0 1-1,-2 3 1,0 1 0,-1 2-1,-1 1 1,0 3 0,-84-12-1,92 19-628,0 3 0,-1 0 0,1 3 0,-44 6 0,51-3-834,0 1 0,1 2-1,0 0 1,1 1 0,-46 25 0,-2 13-9274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10393,'7'-6'202,"19"-15"1606,-1-2 0,-1 0-1,35-43 1,-39 36 1225,-16 23-1948,0 0 0,1 1 0,0-1 0,0 1 0,1 0 0,11-10 0,-15 14 323,1 6-2,1 4-1316,-1 1 1,1 0 0,-2 0-1,1 1 1,-1-1-1,0 0 1,-1 1 0,0-1-1,-1 1 1,-1 18 0,-3 10 149,-13 53-1,10-59-216,-83 367-3181,7-36-2257,66-277-2471,8-7-5438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5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241 362 5352,'0'-2'234,"-1"0"0,0-1 0,1 1 0,0-1 0,-1 1 0,1-1 0,0 1 0,0-1 0,1 0 0,-1 1-1,0-1 1,1 1 0,-1-1 0,1 1 0,0 0 0,0-1 0,1-2 0,28-46 3885,-18 31-2420,10-12 321,-16 25-1339,-1 1 0,0-1 0,0-1 0,-1 1 0,0-1 0,0 1 0,-1-1 0,4-15-1,-4 4 771,-2 15 742,-4 5-1181,-3 3-831,0 0 1,0 0 0,0 0 0,1 1 0,0 0 0,0 0-1,0 0 1,0 1 0,1 0 0,0-1 0,-4 10 0,-1-2 7,-29 41 331,2 3 1,-48 105-1,54-100-235,-34 101-1,58-142-298,0-1 0,1 2 0,1-1 0,1 0 0,1 1 0,1 0 0,1-1 0,1 1 0,4 25 0,-3-39-33,0 0 0,1 0 0,0 0-1,0 0 1,0-1 0,1 1 0,0-1 0,1 0-1,0 0 1,0-1 0,8 9 0,-3-6-32,0 0 0,0-1-1,1 0 1,0-1 0,0 0 0,20 9 0,-3-6-61,1 0 1,0-2-1,0-1 1,0-1-1,51 3 1,-16-7-56,0-3 0,0-3 0,-1-2 0,0-3 0,0-3 0,-1-3 0,-1-2 1,114-49-1,-142 51 107,-1-2 0,-1-1 1,0-1-1,-1-1 1,-1-2-1,-1-1 1,47-51-1,-63 60 56,0-1 0,-1-1-1,-1 0 1,-1 0 0,0-1 0,-1 0-1,7-22 1,-11 26 15,0-1-1,-2 0 1,1 0 0,-2 0-1,0 0 1,-1 0 0,0 0-1,-1 0 1,0 0 0,-6-22-1,1 16 21,-1 0 0,-1 1 0,-1 0 0,0 0 0,-1 1 0,-2 0 0,0 0 0,0 2-1,-2-1 1,0 2 0,-20-18 0,3 5 11,-2 2-1,0 2 1,-2 1-1,-66-33 1,63 39-105,0 2 0,-1 2 0,0 2 0,-1 1 1,-1 2-1,1 2 0,-1 2 0,-53 1 0,39 4-1632,-102 16 0,98-5-2809,-84 27-1,38 2-6942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407 160 8269,'0'0'2105,"-3"3"-183,-21 18 42,2 2 0,0 0 1,-30 45-1,16-22-1066,-14 16 303,-70 114 0,108-157-1097,2 1 0,0 0 0,1 1 0,2 0 1,0 0-1,0 0 0,2 1 0,1 0 0,1 0 1,-1 43-1,5-55-77,1 0 0,0 0 0,0 0 1,1-1-1,0 1 0,0-1 0,1 0 0,1 0 1,0 0-1,0 0 0,0-1 0,1 0 0,0 0 1,1 0-1,0-1 0,0 0 0,1 0 0,-1-1 0,1 0 1,14 8-1,2-1 2,0 0 1,1-2-1,0 0 0,1-2 1,0-1-1,39 7 1,-25-8-6,0-3-1,0 0 1,1-3 0,-1-1 0,57-8 0,-67 3-15,0 0 1,0-2-1,0-2 1,-1 0-1,-1-2 1,1-1-1,46-27 1,-61 30-10,-1-1 0,0 0 0,0-1 0,-1-1 0,0 0 0,-1 0-1,0-1 1,-1-1 0,-1 0 0,0 0 0,0-1 0,-2 0 0,11-28 0,-12 23-6,-2 1 0,1-2 0,-2 1 1,-1 0-1,-1-1 0,0 1 0,-1-1 0,-2 1 0,0-1 1,-9-37-1,0 17 0,-2 1 1,-1 1-1,-2 0 1,-2 1-1,-1 1 1,-44-61 0,49 77-74,-1 2 0,-1 0 1,-1 1-1,-1 1 1,0 0-1,-1 1 1,-1 1-1,0 1 0,-1 1 1,-1 1-1,0 1 1,-44-16-1,53 23-140,-1 1 0,1 0-1,-1 2 1,0-1 0,1 2 0,-1 0-1,0 0 1,0 1 0,1 1-1,-1 0 1,1 1 0,-1 1-1,-19 7 1,18-4-647,0 1-1,0 0 1,1 0-1,0 2 1,1 0-1,0 0 1,0 1-1,1 1 1,1 0 0,-18 23-1,-19 42-8018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6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29 155 9477,'-2'-31'937,"1"24"-585,1 0-1,0 1 1,0-1 0,0 0 0,1 0 0,0 0 0,0 0 0,1 1 0,3-10 0,-1-9 1408,1 3 5190,0 24-4060,3 13-1831,8 36 236,-2 0-1,13 96 1,-15-73-753,4 39-720,-5 1 1,-4 1 0,-18 218 0,-3-227-3893,-50 179 1,20-102-4123,16-37-2802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296 458 12241,'51'-51'878,"-16"16"592,45-57 0,-58 61 45,-1-1 0,-2 0 0,-1-2 0,16-40 0,-6 11 1692,-22 50-1783,-7 16-559,-26 67-482,-3-2 0,-4-1 0,-45 69 0,6-9-1362,17-27-406,-92 173-3661,52-89-3406,31-44-3364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8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1138 32 6153,'18'-11'598,"0"0"327,0 2 3845,-22 38-1830,-37 221 1799,15-98-3649,-6 50-10,-96 544 1109,-69 69-1114,-45-9-720,80-276-661,115-374 127,-135 488-556,136-448-126,-28 261-1,67-373 235,3 1 0,12 139 0,-1-165-45,3 0-1,2 0 1,3-1-1,34 86 1,-31-99-762,2-2 1,2 0 0,3-1-1,34 47 1,31 15-6144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49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2185 3784,'-24'-29'936,"2"-1"0,1-1 0,1-1 0,2-1 0,1-1-1,2 0 1,-14-45 0,29 78-923,-1-1 1,1 1-1,0 0 0,0 0 1,0-1-1,0 1 0,0 0 1,0 0-1,0-1 1,0 1-1,1 0 0,-1-1 1,0 1-1,1 0 0,-1 0 1,1 0-1,-1 0 0,1-1 1,0 1-1,-1 0 0,1 0 1,0 0-1,0 0 0,0 0 1,0 0-1,-1 1 0,1-1 1,1 0-1,0 0 0,4-3 14,0 2-1,-1-1 0,2 1 0,10-4 0,27-3 74,-1 1-1,1 2 1,49 0 0,-35 2-65,728-45-45,209-16-357,1795-141 26,6 41 475,-1395 104-163,1327-73 44,-1092-22 296,-25-156 558,-801 80-409,-123 33-206,-513 151-210,240-64 51,-341 92-101,48-11-10,-105 28 21,0 0 0,0 2 0,0 0 0,0 1 0,24 2 0,-27 1-16,0 0 0,23 10 0,-4-2 13,62 15-68,149 20 0,-163-37 44,0-4-1,98-5 1,-93-14 6,-81 12 42,0-1 1,0 0 0,-1 0 0,1 0 0,-1 0 0,0 0-1,4-6 1,-5 8-11,-1-1-1,1 1 0,0-1 0,0 1 1,0-1-1,0 1 0,0 0 1,0 0-1,1 0 0,-1 0 1,0 1-1,0-1 0,1 0 0,-1 1 1,0 0-1,1-1 0,2 1 1,-4 5 34,3 14 77,-1 1 0,-1 0 0,0-1 0,-3 26 0,-10 86 670,2-30-245,-69 745 1574,-85-14-1255,-143 151-454,-50-14-101,40-115-115,35 9-72,225-657-120,9 3 1,-20 223-1,53-286-440,8 0 1,5 1-1,36 273 0,-23-350-380,4 0 0,2-1 0,3-1 1,4-1-1,56 111 0,-42-110-1556,2-1 1,86 104 0,-67-102-1008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5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991 378 4872,'-3'-10'341,"0"0"0,-1 0 0,0 1 0,-1-1-1,0 1 1,0 0 0,-1 0 0,0 1 0,0 0-1,-14-14 1,-9-6 557,-43-33-1,33 31-364,-72-41-1,77 54-423,-1 2 0,-37-10 0,29 10-118,40 14 4,1 1 17,0 0 0,0 0-1,1 0 1,-1 1 0,0-1-1,0 1 1,1-1-1,-1 1 1,0-1 0,1 1-1,-1 0 1,0 0-1,1 0 1,-1 0 0,1 0-1,-1 0 1,1 0 0,0 1-1,0-1 1,-1 0-1,1 1 1,0-1 0,0 1-1,0-1 1,1 1 0,-1 0-1,0-1 1,-1 4-1,0 4 98,0-1-1,1 1 1,0-1 0,0 16-1,0-13-5,10 304 2502,2-79-1343,-56 497 973,-67-6-1357,37-350-605,-95 574 172,169-946-447,-43 374 31,38-286-62,4 0 0,11 100 0,-8-178 2,1-1 0,1 1 0,0-1 0,1 0 0,1 0 0,11 23 0,-13-30-3,1-1 0,0 1 0,0-1-1,1 0 1,0-1 0,0 1 0,0-1-1,1 0 1,0 0 0,0-1 0,0 0-1,0 0 1,1 0 0,-1-1 0,9 4-1,14 2-179,1 0 0,1-2 0,0-1-1,0-2 1,0-1 0,0-1-1,0-2 1,0-1 0,61-10-1,5-10-995,169-59 0,-66 16 674,-47 26 367,165-19-1,161 4 100,-378 43 28,3619-287 1405,-2251 174-1311,-915 72-30,2084-235 9,-2230 238-29,291-35 118,1124-128-34,483-52-199,-1650 176 832,-9-47 908,-586 119-1466,0-3 0,-2-3 0,0-2 0,95-54 0,-139 66-145,-2 0 0,0 0 0,0-1 0,-1-1 0,0 0 0,-1-1 1,-1 0-1,0-1 0,-1 0 0,12-28 0,-15 29-65,-1-1 0,0 0 0,-1 0 1,-1 0-1,2-21 0,-3 18-119,1 1 0,1 0 0,0 0 0,9-20 0,-6 21-50,2-1 1,0 2-1,1-1 0,1 1 0,1 1 0,-1 0 0,2 0 0,21-17 1,-12 14-341,0 1 0,1 1 1,1 1-1,46-20 1,-55 28-126,22-11-673,-35 16 1070,0 0-1,0-1 0,-1 1 1,1 0-1,-1-1 1,1 1-1,-1 0 1,1-1-1,-1 0 1,0 1-1,0-1 1,0 0-1,0 0 1,1-3-1,4-10-3490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39:51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26 5949,'12'-26'1416,"-9"57"84,1 18 24,-1-6-108,-6 8-80,-4 12-64,-9 17-148,-6 12-259,-6 13-93,-7 18-144,-10 17-108,-2 15-248,-7 10-856,-23 10-824,-15 7-1133,-3-1-1511,9-7-2973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58 423 16862,'-38'12'2552,"19"-18"1860,28-6-2724,23-13-404,28-1-387,23-11-653,28-12-1221,19-14-1083,13-5-1308,22-1-3005,10-11-5804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15437,'1'0'157,"1"0"-1,0 1 0,0-1 0,0 1 0,-1-1 0,1 1 0,0-1 0,0 1 0,-1 0 1,1 0-1,-1 0 0,1 0 0,-1 0 0,1 0 0,-1 1 0,0-1 0,1 0 0,-1 1 1,0-1-1,2 3 0,-3 0 321,0-1 0,0 1 1,0 0-1,-1-1 0,1 1 1,-1 0-1,0-1 0,0 1 1,0-1-1,-3 6 0,3 0-92,0-1-1,0 1 1,1 0 0,0 0-1,0 0 1,1 0-1,0 0 1,1 0 0,0-1-1,0 1 1,4 8-1,-2-1-120,11 28-673,1 0 1,39 72-1,6 12-4739,-20-13-4470,-25-52-251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162 717 14433,'-101'-128'2493,"85"68"-229,-9 2-284,12 1-376,7 3-292,15-3-264,13 3-224,16-4-304,20 4-388,18 8-600,9 9-272,11 9-580,15 8-712,6 14-676,4 9-3053,-4 17-4836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6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14013,'3'-8'781,"0"-1"0,0 1 0,1-1 0,0 1 0,6-10 0,-7 15-464,0-1 1,-1 1-1,1 1 1,0-1-1,0 0 1,0 1 0,1-1-1,-1 1 1,1 0-1,-1 0 1,1 0-1,0 1 1,0-1-1,-1 1 1,8-1 0,5 0-48,-1 1 0,1 0 1,0 1-1,0 1 1,0 1-1,-1 0 1,1 1-1,-1 1 0,1 0 1,19 9-1,17 9 178,77 43-1,-94-45-331,0 2 0,-2 1 0,51 45 0,-69-53-122,0 0 0,-1 1 0,0 1 0,-1 0 0,-1 1 0,-1 0 0,-1 0 0,14 35 0,-20-41 4,-1 2 1,0-1 0,-1 0-1,0 0 1,-1 1 0,-1-1-1,0 1 1,-1-1 0,-1 0 0,0 1-1,-6 22 1,-2-5 7,0 0 0,-2-1 0,-28 49 0,24-52 30,-11 24 45,52-59-99,-4-2-129,-1-1-1,0-1 1,0 0 0,19-18-1,72-69-586,-32 28 371,204-156 1462,-280 224-1043,0 1 0,0 0-1,0 0 1,0 0 0,0 0 0,1 0-1,-1 1 1,1 0 0,-1-1 0,1 1-1,-1 1 1,1-1 0,0 0-1,0 1 1,-1 0 0,1 0 0,0 0-1,0 0 1,-1 1 0,1-1 0,0 1-1,-1 0 1,1 0 0,4 2 0,5 4-179,1 0 0,-1 1 0,0 1 0,20 17 1,9 6-1955,35 10-3478,-37-21-1079,1-1-4327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 8785,'0'-43'1456,"-7"31"-608,26 7-496,0-1-424,4 15-380,15 13-812,-10 10-1588,10 5-965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80 453 6837,'-11'4'615,"9"-3"-466,0 0-1,0-1 1,0 1-1,1 0 1,-1 0-1,0-1 1,0 1-1,0-1 1,0 0-1,0 0 1,0 1-1,0-1 1,0 0-1,0-1 1,0 1-1,0 0 1,0-1-1,0 1 1,0-1-1,0 1 1,0-1-1,-3-1 1,3 0 1794,-1-19 1597,-4-28-340,2 0 0,2-59 0,3 89-2703,2-1 1,0 1 0,2 0 0,0-1 0,1 2-1,0-1 1,2 0 0,11-23 0,-17 40-449,1 0 1,-1 0 0,0-1-1,1 1 1,-1 0-1,1 0 1,0 1 0,-1-1-1,1 0 1,0 0-1,0 1 1,0-1-1,0 1 1,0 0 0,1 0-1,-1 0 1,0 0-1,1 0 1,-1 0 0,5-1-1,-2 2-4,0 0 0,1 0 0,-1 1 0,0-1 0,0 1 0,1 0 0,-1 0 1,9 4-1,-2 0-16,-2 0 0,1 1 0,-1 0 0,0 0 0,0 1 0,0 1 0,-1 0 0,0 0 1,-1 0-1,0 1 0,0 0 0,8 13 0,-2 0-120,-1 0 0,-1 1 1,-1 1-1,13 39 0,-19-44-136,0 0 0,0 1 0,-2-1 0,-1 1 0,0-1 0,-2 1 0,0 0-1,-3 22 1,1-28-130,-1 0-1,0 0 1,0 0-1,-2-1 1,0 1-1,0-1 1,-2 0-1,1 0 1,-1-1-1,-1 0 1,-18 21-1,15-21-477,-1 0 0,-1-1 1,0 0-1,-1-1 0,-15 9 0,-43 19-7263,33-17-1279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1297 15061,'-30'20'1530,"0"1"0,2 2-1,-44 43 1,34-27-48,5-5 85,-50 67 1,-176 303 1416,160-206-2467,87-170-516,2 1 1,0 0 0,2 1-1,1 0 1,-3 37-1,9-56-25,1 0 0,0 1 0,1-1 0,0 0-1,1 0 1,3 15 0,-3-20 12,0 0 1,0-1-1,1 1 0,0-1 0,0 0 0,0 0 0,0 0 1,1 0-1,-1 0 0,1-1 0,1 1 0,6 5 1,-8-9 6,-1 1 1,1-1-1,-1 0 1,1 0-1,-1 0 1,1-1-1,0 1 1,-1 0-1,1-1 1,0 0-1,0 0 1,0 0-1,-1 0 1,1 0-1,0 0 1,0-1-1,-1 1 1,6-2 0,42-19-66,-47 19 63,8-4 3,0-1 1,-1 0-1,0-1 0,0 0 0,0-1 0,-1 0 0,-1-1 0,1 1 0,7-14 0,8-14-5,25-52 1,-43 76 6,29-61-17,46-142 0,5-90-29,-62 214 44,165-673-101,32-62 85,-205 783 173,-16 44-149,0 0 0,0 0 0,0 0 1,0 0-1,0-1 0,0 1 0,0 0 1,0 0-1,0 0 0,0 0 0,0-1 0,0 1 1,0 0-1,0 0 0,0 0 0,0 0 1,0-1-1,1 1 0,-1 0 0,0 0 1,0 0-1,0 0 0,0 0 0,0-1 1,0 1-1,0 0 0,0 0 0,1 0 1,-1 0-1,0 0 0,0 0 0,0 0 0,0 0 1,0 0-1,1-1 0,-1 1 0,0 0 1,0 0-1,0 0 0,0 0 0,1 0 1,-1 0-1,0 0 0,0 0 0,0 0 1,0 0-1,1 0 0,-1 0 0,0 0 1,0 0-1,0 0 0,0 1 0,1-1 0,-1 0 1,0 0-1,0 0 0,0 0 0,0 0 1,0 0-1,1 0 0,-1 0 0,0 0 1,0 1-1,0-1 0,0 0 0,0 0 1,0 0-1,0 0 0,1 1 0,4 19 142,2 32 0,-6 330 365,-6-169-355,11 88-24,1-206-162,22 117-1,-18-160-180,3-1-1,1 0 0,38 83 1,-37-101-107,2-1-1,1-1 1,1 0 0,2-2 0,1-1 0,35 34 0,-47-50 166,0-2 1,0 1 0,1-2-1,1 1 1,0-2 0,0 0-1,1 0 1,-1-1 0,2-1-1,-1 0 1,20 5 0,-11-5-63,0-1 1,0-1-1,0-1 0,0 0 1,1-2-1,-1-1 1,1-1-1,-1-1 1,27-6-1,-16-1 63,0-2 1,-1-1-1,-1-2 0,0-1 0,-1-2 1,-1-1-1,0-1 0,-1-1 0,29-28 1,0-6 287,-3-2 1,95-124 0,-135 159 37,0 0 0,-1-1 0,-2-1 0,18-40 0,-29 60 127,-6 4-122,-3 2-152,0 0 0,0 0-1,0 0 1,1 1 0,-1 1-1,1-1 1,0 1-1,0 0 1,1 1 0,-1-1-1,1 1 1,1 1-1,-1-1 1,1 1 0,-9 14-1,4-3-16,0 0-1,0 1 0,2 0 1,1 0-1,-9 34 1,15-49-95,0 0 0,0 0 1,1 0-1,-1 1 1,1-1-1,0 0 1,0 0-1,1 1 0,-1-1 1,1 0-1,0 0 1,0 0-1,0 0 1,1 0-1,-1 0 0,1 0 1,0 0-1,0 0 1,1-1-1,-1 1 1,1-1-1,-1 0 0,1 0 1,0 0-1,0 0 1,1 0-1,-1 0 1,1-1-1,-1 0 0,7 3 1,-5-2-9,0-1 1,1 0 0,-1-1-1,0 1 1,1-1 0,0 0-1,-1 0 1,1-1-1,-1 0 1,1 0 0,0 0-1,-1-1 1,1 1 0,-1-1-1,1-1 1,-1 1-1,0-1 1,1 0 0,-1 0-1,0 0 1,0-1-1,8-5 1,-10 5 91,33-27 81,-34 28-15,1-1 0,-1 1 0,0-1 0,0 1 1,0-1-1,-1 0 0,1 0 0,-1 0 0,1 0 0,-1 0 1,0 0-1,1-6 0,0-3 290,-1 9-51,-6 4-17,-2 1-249,0 0 0,0 0 0,1 0 1,-1 1-1,1 0 0,-1 0 0,1 1 1,0 0-1,0 0 0,0 0 0,1 1 1,-1 0-1,1 0 0,0 0 0,-4 7 1,9-9-147,0-1-1,0 1 1,0 0 0,0-1 0,1 1 0,-1-1 0,1 1 0,0-1 0,0 1 0,0-1 0,0 1 0,2 2 0,-2-4 10,-1 0 0,1 0 0,0 1 0,0-1 0,0 0 0,0 0 1,0 0-1,0 0 0,0-1 0,1 1 0,-1 0 0,0 0 0,0-1 1,1 1-1,-1-1 0,0 1 0,1-1 0,-1 0 0,1 1 1,2-1-1,-1 0-52,1 0-1,-1 0 1,1-1 0,-1 1 0,1-1 0,-1 0 0,1 0 0,3-2-1,5-3-96,0 0 0,0-1 0,13-10 0,-25 17 246,20-17 133,-1 0 0,-1-2 0,-1 0 0,0-1 1,16-27-1,-13 20-56,54-86 286,17-20-1549,2 18-180,-35 48 1327,-3-3 0,-3-2 0,47-88 0,-52 62 2975,46-139 0,-87 220-2159,0 1 0,2 0 0,0 0 0,9-15 0,-15 29 444,-4 6-162,-7 28-272,2 0 0,-6 46 0,6-33-445,-1 20-118,-2 96 0,22 67-3634,7-120-348,-1-38-1576,-12-45 2251,8 36-7911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12233,'1'-3'209,"0"-1"-1,0 0 0,0 0 1,1 1-1,-1-1 1,1 0-1,0 1 1,0 0-1,0-1 1,0 1-1,1 0 1,-1 0-1,1 0 0,0 0 1,0 1-1,0-1 1,0 1-1,0 0 1,1 0-1,4-3 1,10-3 390,1 0 0,36-10 1,-23 8-175,175-54 581,64-23-705,-184 56-5,-85 30 134,-10 23-38,1-8-309,-1 0 1,-1 0 0,-13 16 0,12-17-36,0 1 1,1 0 0,-12 25 0,18-31-105,-1 0 1,2 0 0,-1 0-1,1 0 1,0 1-1,1-1 1,0 0 0,0 16-1,1-20 1,1 0 0,0 0 0,0-1 0,0 1 0,0 0 0,0-1-1,1 1 1,0-1 0,0 0 0,0 0 0,0 1 0,0-1 0,0-1 0,1 1-1,0 0 1,-1 0 0,1-1 0,0 0 0,0 0 0,1 1 0,-1-2 0,4 3 0,0-1-1,0 0 0,0 0 0,0-1 1,0 0-1,1 0 0,-1-1 1,1 0-1,-1 0 0,9-1 0,69-7 1128,-74 5-778,-44 41-1704,25-27-561,0 0 1,1 0-1,-7 14 0,-2 10-6583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9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1 378 12725,'4'-18'1080,"1"0"-1,1 0 0,1 1 1,1 0-1,0 0 0,1 1 1,0 0-1,2 0 1,0 1-1,23-23 0,-30 33-1007,0 1-1,0 1 0,1-1 1,0 1-1,0 0 1,0 0-1,0 0 1,0 0-1,1 1 0,-1 0 1,1 0-1,-1 1 1,1-1-1,0 1 0,-1 1 1,1-1-1,0 1 1,0 0-1,0 0 0,0 0 1,-1 1-1,1 0 1,0 0-1,-1 1 0,1-1 1,-1 1-1,1 1 1,6 3-1,-4-2-46,-1 1 0,1 0 0,-1 0 0,0 1 0,-1 0 0,0 0 0,0 1 0,0 0 0,0 0 0,-1 0 0,0 0 0,-1 1 0,0 0 0,0 0 0,-1 0 0,0 0 0,0 1 0,2 10 0,-3-3-9,0-1 0,-1 0 0,-1 1 0,0 0 0,-1-1-1,-1 0 1,0 1 0,-6 18 0,-5 8 10,-29 63 1,17-48 0,21-47-174,0 0 1,1 1 0,0 0-1,1-1 1,0 1 0,0 0-1,0 21 1,3-30 23,-1 1 0,0-1 0,0 1 1,1-1-1,-1 1 0,1-1 0,0 0 0,0 1 0,0-1 0,0 0 0,0 0 0,0 1 1,0-1-1,1 0 0,-1 0 0,1 0 0,0 0 0,0-1 0,-1 1 0,1 0 1,0-1-1,0 1 0,1-1 0,-1 0 0,0 0 0,0 0 0,1 0 0,-1 0 0,0 0 1,1-1-1,-1 1 0,1-1 0,-1 1 0,1-1 0,-1 0 0,1 0 0,-1 0 1,1 0-1,-1-1 0,3 0 0,15-1-761,-1 0 1,0-2-1,0 0 0,0-1 1,0-1-1,-1-1 0,32-17 1,-34 15 614,0-1 1,-1-1-1,0 0 1,-1-1-1,0-1 1,-1 0-1,0-1 1,15-21-1,-15 13 656,0-1 0,-1 0 0,-2-1 0,0 0 0,-1-1-1,-2 1 1,-1-2 0,0 1 0,2-38 0,-8 55-159,1 1 0,-1-1 0,-1 0 0,0 1 0,0-1 0,0 1 0,-1 0 0,0-1 0,-5-11 0,6 17-169,1 1 1,-1-1-1,0 0 1,0 0-1,0 1 1,0-1-1,0 1 1,0-1-1,0 1 1,-1-1-1,1 1 1,0 0-1,-1-1 1,1 1-1,-1 0 1,0 0-1,1 0 1,-1 0-1,0 1 1,1-1 0,-1 0-1,0 1 1,0-1-1,0 1 1,0-1-1,1 1 1,-1 0-1,0 0 1,0 0-1,0 0 1,0 0-1,0 0 1,0 1-1,0-1 1,1 1-1,-1-1 1,0 1-1,0 0 1,0-1-1,1 1 1,-4 2 0,3-1-22,-1-1 0,1 1 0,-1 0 0,1 0 1,0 0-1,0 0 0,-1 0 0,2 1 0,-1-1 0,0 0 1,0 1-1,1 0 0,-1-1 0,1 1 0,0 0 1,0 0-1,-1 3 0,1-1-10,0 0-1,1 1 1,-1-1-1,1 0 1,1 1-1,-1-1 1,1 0-1,-1 1 1,3 5-1,1 1-140,0-1-1,0 0 0,1 0 1,0-1-1,1 1 1,0-1-1,1-1 1,11 14-1,-13-16-141,1-1-1,0 0 1,0 0 0,1 0-1,0-1 1,0 0 0,0 0-1,0 0 1,1-1 0,0-1-1,0 1 1,0-1 0,0 0-1,0-1 1,1 0-1,-1 0 1,1-1 0,-1 0-1,10-1 1,-10 0 257,0-1 0,-1 0 0,1 0 0,-1-1 0,1 0 0,-1-1 0,0 1 1,0-1-1,0-1 0,0 1 0,0-1 0,-1 0 0,1-1 0,-1 0 0,-1 0 0,1 0 0,0 0 0,-1-1 0,0 0 0,4-7 0,6-17 740,-2-1-1,-1 0 0,-1-1 1,-1 0-1,-3 0 1,6-41-1,-10 59-514,1-9 299,3-19 1985,21-65 0,-30 147-1513,2-20-832,1 49-1250,13 95 1,-7-99-1698,6 23-6682,-4-40-468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9921,'22'-23'1916,"-6"12"-160,3 5-168,-3 0-295,10 1-265,12-7-328,-7 1-424,1-1-472,3 1-780,-3 2-457,3-2-243,3 2-2408,3 7-3045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7:41:2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84 5368,'-16'-6'1525,"3"-3"775,10-8-1624,0 3-548,-4 3-692,1-4-2216,-4 4-889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5B33-0D05-4925-C3CE-56F837899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9F1D7-A3B9-92C5-6BC0-F5B8FB38F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24B2-787A-7720-B287-9CF8C1B6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9D2C-4189-8EF0-1D77-66411B66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87E2-84B7-3861-681D-0C603327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75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C086-9B1D-7EDF-1D50-8EC8216E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D924F-4182-6419-2330-CED99DB6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A32B6-4D49-E816-A682-5F122EBD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5EA1A-FFF3-7C97-B066-1024DF39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46CC-83BC-51E1-2799-8334050B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5CE3-D415-A4BE-3FD2-50B2BF6B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B19E5-2E7E-81F3-773A-9459437F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21381-0214-C6B7-E832-A2325E8A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66525-0760-2BFE-74FC-593FA32C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A211E-AC1F-C701-750D-4C4C01D4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42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45BE-AA28-9CBF-604D-B17D353C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1E77-1FCB-DC77-5ED2-27680EF80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C6E35-5F74-AE51-9222-DB96DD55B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FB6E8-415C-3FA8-2F5F-D98000A3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4EECA-7606-6474-2B60-34672D22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C403A-FECD-0B52-7972-E61365BC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54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3D27-276A-7DAD-04D2-8B20D356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457AE-4A26-025F-F7C8-DD03A28C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FF39-CC6C-BB1B-2821-0FBD6EDFB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2ED2A-6B7D-7372-A4C5-8A106D26B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9C09D-2AB0-1718-4225-6BD604EC1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AE334-3281-20A4-06D6-8930A1DE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0D813-DB2E-FFD3-77F6-8D445855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A4B01-B488-38E2-2AEF-7B0C32321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74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A86D-B867-CFF6-3A4A-A2942B6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7816E-689E-C9A6-0DB9-62C8FDC6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E9631-4C79-BF4D-7DB3-21B7FC35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E719B-6A0F-5EB1-3DFE-8A6AA290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6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00B35-8619-DFD6-EFD4-3E73A18C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6DF0C-9727-51ED-5E12-9D661AFEF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6567-161B-CF7D-1989-5F5D5908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78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58E7-DC62-8F06-D61D-A047A4B8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7F9B-6530-BD9B-5E8D-D14A585C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49C82-EA4D-26AA-4E77-4255C0BD6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663AA-B01A-5F85-F5F7-CFD44704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0CA-953D-5101-98F7-88E3BB4C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06168-9DD4-3874-05A1-22A4E684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93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F862-AD11-5727-4CFB-B64AD158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120F6-96FB-4359-7CE1-6FD04CF83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B2213-5667-5377-EDEB-31A9A841A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B5BA1-268B-EE10-C68F-A6C75D1C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607E6-FE58-A58C-ED71-F709103F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5B5A9-5D47-368F-81F6-7E70AFC8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9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0D16-FDB0-D025-D083-7181B71D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119D0-83E2-4AE7-E593-0B3F47FC6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0A7DE-EFE7-7476-EC49-F7566141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6A02-97D6-823C-1BB0-B6E7E3FC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E4A20-595A-55D1-323A-07A28C0D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671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3B959-72D9-9EEA-8D3A-F59AC0FE3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B80F5-7A23-538E-EFD1-FEA84F2BF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C88B-B61F-5D15-45E6-CF712BCA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51B1E-CBD9-7792-2BEE-29CD8970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C126C-273F-B37B-DA82-77C47FD8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4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5178C-C619-C657-B1C2-60B3DE14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99304-BA6C-835E-703E-C86C78BB7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5D08-43D0-9350-88BD-ECE86E74C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4B8D-8579-4BDA-B31D-310D9779C76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EEB4A-0FAE-76CC-D8A7-D060594F3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83973-1529-23C1-C607-1E4068634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456C5-0A72-43BB-AF08-6B19EF795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22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103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.png"/><Relationship Id="rId21" Type="http://schemas.openxmlformats.org/officeDocument/2006/relationships/image" Target="../media/image61.png"/><Relationship Id="rId63" Type="http://schemas.openxmlformats.org/officeDocument/2006/relationships/image" Target="../media/image82.png"/><Relationship Id="rId159" Type="http://schemas.openxmlformats.org/officeDocument/2006/relationships/image" Target="../media/image130.png"/><Relationship Id="rId170" Type="http://schemas.openxmlformats.org/officeDocument/2006/relationships/customXml" Target="../ink/ink136.xml"/><Relationship Id="rId226" Type="http://schemas.openxmlformats.org/officeDocument/2006/relationships/customXml" Target="../ink/ink164.xml"/><Relationship Id="rId268" Type="http://schemas.openxmlformats.org/officeDocument/2006/relationships/customXml" Target="../ink/ink185.xml"/><Relationship Id="rId32" Type="http://schemas.openxmlformats.org/officeDocument/2006/relationships/customXml" Target="../ink/ink67.xml"/><Relationship Id="rId74" Type="http://schemas.openxmlformats.org/officeDocument/2006/relationships/customXml" Target="../ink/ink88.xml"/><Relationship Id="rId128" Type="http://schemas.openxmlformats.org/officeDocument/2006/relationships/customXml" Target="../ink/ink115.xml"/><Relationship Id="rId5" Type="http://schemas.openxmlformats.org/officeDocument/2006/relationships/image" Target="../media/image53.png"/><Relationship Id="rId181" Type="http://schemas.openxmlformats.org/officeDocument/2006/relationships/image" Target="../media/image141.png"/><Relationship Id="rId237" Type="http://schemas.openxmlformats.org/officeDocument/2006/relationships/image" Target="../media/image169.png"/><Relationship Id="rId279" Type="http://schemas.openxmlformats.org/officeDocument/2006/relationships/image" Target="../media/image190.png"/><Relationship Id="rId43" Type="http://schemas.openxmlformats.org/officeDocument/2006/relationships/image" Target="../media/image72.png"/><Relationship Id="rId139" Type="http://schemas.openxmlformats.org/officeDocument/2006/relationships/image" Target="../media/image120.png"/><Relationship Id="rId290" Type="http://schemas.openxmlformats.org/officeDocument/2006/relationships/customXml" Target="../ink/ink196.xml"/><Relationship Id="rId85" Type="http://schemas.openxmlformats.org/officeDocument/2006/relationships/image" Target="../media/image93.png"/><Relationship Id="rId150" Type="http://schemas.openxmlformats.org/officeDocument/2006/relationships/customXml" Target="../ink/ink126.xml"/><Relationship Id="rId192" Type="http://schemas.openxmlformats.org/officeDocument/2006/relationships/customXml" Target="../ink/ink147.xml"/><Relationship Id="rId206" Type="http://schemas.openxmlformats.org/officeDocument/2006/relationships/customXml" Target="../ink/ink154.xml"/><Relationship Id="rId248" Type="http://schemas.openxmlformats.org/officeDocument/2006/relationships/customXml" Target="../ink/ink175.xml"/><Relationship Id="rId12" Type="http://schemas.openxmlformats.org/officeDocument/2006/relationships/customXml" Target="../ink/ink57.xml"/><Relationship Id="rId33" Type="http://schemas.openxmlformats.org/officeDocument/2006/relationships/image" Target="../media/image67.png"/><Relationship Id="rId108" Type="http://schemas.openxmlformats.org/officeDocument/2006/relationships/customXml" Target="../ink/ink105.xml"/><Relationship Id="rId129" Type="http://schemas.openxmlformats.org/officeDocument/2006/relationships/image" Target="../media/image115.png"/><Relationship Id="rId280" Type="http://schemas.openxmlformats.org/officeDocument/2006/relationships/customXml" Target="../ink/ink191.xml"/><Relationship Id="rId54" Type="http://schemas.openxmlformats.org/officeDocument/2006/relationships/customXml" Target="../ink/ink78.xml"/><Relationship Id="rId75" Type="http://schemas.openxmlformats.org/officeDocument/2006/relationships/image" Target="../media/image88.png"/><Relationship Id="rId96" Type="http://schemas.openxmlformats.org/officeDocument/2006/relationships/customXml" Target="../ink/ink99.xml"/><Relationship Id="rId140" Type="http://schemas.openxmlformats.org/officeDocument/2006/relationships/customXml" Target="../ink/ink121.xml"/><Relationship Id="rId161" Type="http://schemas.openxmlformats.org/officeDocument/2006/relationships/image" Target="../media/image131.png"/><Relationship Id="rId182" Type="http://schemas.openxmlformats.org/officeDocument/2006/relationships/customXml" Target="../ink/ink142.xml"/><Relationship Id="rId217" Type="http://schemas.openxmlformats.org/officeDocument/2006/relationships/image" Target="../media/image159.png"/><Relationship Id="rId6" Type="http://schemas.openxmlformats.org/officeDocument/2006/relationships/customXml" Target="../ink/ink54.xml"/><Relationship Id="rId238" Type="http://schemas.openxmlformats.org/officeDocument/2006/relationships/customXml" Target="../ink/ink170.xml"/><Relationship Id="rId259" Type="http://schemas.openxmlformats.org/officeDocument/2006/relationships/image" Target="../media/image180.png"/><Relationship Id="rId23" Type="http://schemas.openxmlformats.org/officeDocument/2006/relationships/image" Target="../media/image62.png"/><Relationship Id="rId119" Type="http://schemas.openxmlformats.org/officeDocument/2006/relationships/image" Target="../media/image110.png"/><Relationship Id="rId270" Type="http://schemas.openxmlformats.org/officeDocument/2006/relationships/customXml" Target="../ink/ink186.xml"/><Relationship Id="rId291" Type="http://schemas.openxmlformats.org/officeDocument/2006/relationships/image" Target="../media/image196.png"/><Relationship Id="rId44" Type="http://schemas.openxmlformats.org/officeDocument/2006/relationships/customXml" Target="../ink/ink73.xml"/><Relationship Id="rId65" Type="http://schemas.openxmlformats.org/officeDocument/2006/relationships/image" Target="../media/image83.png"/><Relationship Id="rId86" Type="http://schemas.openxmlformats.org/officeDocument/2006/relationships/customXml" Target="../ink/ink94.xml"/><Relationship Id="rId130" Type="http://schemas.openxmlformats.org/officeDocument/2006/relationships/customXml" Target="../ink/ink116.xml"/><Relationship Id="rId151" Type="http://schemas.openxmlformats.org/officeDocument/2006/relationships/image" Target="../media/image126.png"/><Relationship Id="rId172" Type="http://schemas.openxmlformats.org/officeDocument/2006/relationships/customXml" Target="../ink/ink137.xml"/><Relationship Id="rId193" Type="http://schemas.openxmlformats.org/officeDocument/2006/relationships/image" Target="../media/image147.png"/><Relationship Id="rId207" Type="http://schemas.openxmlformats.org/officeDocument/2006/relationships/image" Target="../media/image154.png"/><Relationship Id="rId228" Type="http://schemas.openxmlformats.org/officeDocument/2006/relationships/customXml" Target="../ink/ink165.xml"/><Relationship Id="rId249" Type="http://schemas.openxmlformats.org/officeDocument/2006/relationships/image" Target="../media/image175.png"/><Relationship Id="rId13" Type="http://schemas.openxmlformats.org/officeDocument/2006/relationships/image" Target="../media/image57.png"/><Relationship Id="rId109" Type="http://schemas.openxmlformats.org/officeDocument/2006/relationships/image" Target="../media/image105.png"/><Relationship Id="rId260" Type="http://schemas.openxmlformats.org/officeDocument/2006/relationships/customXml" Target="../ink/ink181.xml"/><Relationship Id="rId281" Type="http://schemas.openxmlformats.org/officeDocument/2006/relationships/image" Target="../media/image191.png"/><Relationship Id="rId34" Type="http://schemas.openxmlformats.org/officeDocument/2006/relationships/customXml" Target="../ink/ink68.xml"/><Relationship Id="rId55" Type="http://schemas.openxmlformats.org/officeDocument/2006/relationships/image" Target="../media/image78.png"/><Relationship Id="rId76" Type="http://schemas.openxmlformats.org/officeDocument/2006/relationships/customXml" Target="../ink/ink89.xml"/><Relationship Id="rId97" Type="http://schemas.openxmlformats.org/officeDocument/2006/relationships/image" Target="../media/image99.png"/><Relationship Id="rId120" Type="http://schemas.openxmlformats.org/officeDocument/2006/relationships/customXml" Target="../ink/ink111.xml"/><Relationship Id="rId141" Type="http://schemas.openxmlformats.org/officeDocument/2006/relationships/image" Target="../media/image121.png"/><Relationship Id="rId7" Type="http://schemas.openxmlformats.org/officeDocument/2006/relationships/image" Target="../media/image54.png"/><Relationship Id="rId162" Type="http://schemas.openxmlformats.org/officeDocument/2006/relationships/customXml" Target="../ink/ink132.xml"/><Relationship Id="rId183" Type="http://schemas.openxmlformats.org/officeDocument/2006/relationships/image" Target="../media/image142.png"/><Relationship Id="rId218" Type="http://schemas.openxmlformats.org/officeDocument/2006/relationships/customXml" Target="../ink/ink160.xml"/><Relationship Id="rId239" Type="http://schemas.openxmlformats.org/officeDocument/2006/relationships/image" Target="../media/image170.png"/><Relationship Id="rId250" Type="http://schemas.openxmlformats.org/officeDocument/2006/relationships/customXml" Target="../ink/ink176.xml"/><Relationship Id="rId271" Type="http://schemas.openxmlformats.org/officeDocument/2006/relationships/image" Target="../media/image186.png"/><Relationship Id="rId292" Type="http://schemas.openxmlformats.org/officeDocument/2006/relationships/customXml" Target="../ink/ink197.xml"/><Relationship Id="rId24" Type="http://schemas.openxmlformats.org/officeDocument/2006/relationships/customXml" Target="../ink/ink63.xml"/><Relationship Id="rId45" Type="http://schemas.openxmlformats.org/officeDocument/2006/relationships/image" Target="../media/image73.png"/><Relationship Id="rId66" Type="http://schemas.openxmlformats.org/officeDocument/2006/relationships/customXml" Target="../ink/ink84.xml"/><Relationship Id="rId87" Type="http://schemas.openxmlformats.org/officeDocument/2006/relationships/image" Target="../media/image94.png"/><Relationship Id="rId110" Type="http://schemas.openxmlformats.org/officeDocument/2006/relationships/customXml" Target="../ink/ink106.xml"/><Relationship Id="rId131" Type="http://schemas.openxmlformats.org/officeDocument/2006/relationships/image" Target="../media/image116.png"/><Relationship Id="rId152" Type="http://schemas.openxmlformats.org/officeDocument/2006/relationships/customXml" Target="../ink/ink127.xml"/><Relationship Id="rId173" Type="http://schemas.openxmlformats.org/officeDocument/2006/relationships/image" Target="../media/image137.png"/><Relationship Id="rId194" Type="http://schemas.openxmlformats.org/officeDocument/2006/relationships/customXml" Target="../ink/ink148.xml"/><Relationship Id="rId208" Type="http://schemas.openxmlformats.org/officeDocument/2006/relationships/customXml" Target="../ink/ink155.xml"/><Relationship Id="rId229" Type="http://schemas.openxmlformats.org/officeDocument/2006/relationships/image" Target="../media/image165.png"/><Relationship Id="rId240" Type="http://schemas.openxmlformats.org/officeDocument/2006/relationships/customXml" Target="../ink/ink171.xml"/><Relationship Id="rId261" Type="http://schemas.openxmlformats.org/officeDocument/2006/relationships/image" Target="../media/image181.png"/><Relationship Id="rId14" Type="http://schemas.openxmlformats.org/officeDocument/2006/relationships/customXml" Target="../ink/ink58.xml"/><Relationship Id="rId35" Type="http://schemas.openxmlformats.org/officeDocument/2006/relationships/image" Target="../media/image68.png"/><Relationship Id="rId56" Type="http://schemas.openxmlformats.org/officeDocument/2006/relationships/customXml" Target="../ink/ink79.xml"/><Relationship Id="rId77" Type="http://schemas.openxmlformats.org/officeDocument/2006/relationships/image" Target="../media/image89.png"/><Relationship Id="rId100" Type="http://schemas.openxmlformats.org/officeDocument/2006/relationships/customXml" Target="../ink/ink101.xml"/><Relationship Id="rId282" Type="http://schemas.openxmlformats.org/officeDocument/2006/relationships/customXml" Target="../ink/ink192.xml"/><Relationship Id="rId8" Type="http://schemas.openxmlformats.org/officeDocument/2006/relationships/customXml" Target="../ink/ink55.xml"/><Relationship Id="rId98" Type="http://schemas.openxmlformats.org/officeDocument/2006/relationships/customXml" Target="../ink/ink100.xml"/><Relationship Id="rId121" Type="http://schemas.openxmlformats.org/officeDocument/2006/relationships/image" Target="../media/image111.png"/><Relationship Id="rId142" Type="http://schemas.openxmlformats.org/officeDocument/2006/relationships/customXml" Target="../ink/ink122.xml"/><Relationship Id="rId163" Type="http://schemas.openxmlformats.org/officeDocument/2006/relationships/image" Target="../media/image132.png"/><Relationship Id="rId184" Type="http://schemas.openxmlformats.org/officeDocument/2006/relationships/customXml" Target="../ink/ink143.xml"/><Relationship Id="rId219" Type="http://schemas.openxmlformats.org/officeDocument/2006/relationships/image" Target="../media/image160.png"/><Relationship Id="rId230" Type="http://schemas.openxmlformats.org/officeDocument/2006/relationships/customXml" Target="../ink/ink166.xml"/><Relationship Id="rId251" Type="http://schemas.openxmlformats.org/officeDocument/2006/relationships/image" Target="../media/image176.png"/><Relationship Id="rId25" Type="http://schemas.openxmlformats.org/officeDocument/2006/relationships/image" Target="../media/image63.png"/><Relationship Id="rId46" Type="http://schemas.openxmlformats.org/officeDocument/2006/relationships/customXml" Target="../ink/ink74.xml"/><Relationship Id="rId67" Type="http://schemas.openxmlformats.org/officeDocument/2006/relationships/image" Target="../media/image84.png"/><Relationship Id="rId272" Type="http://schemas.openxmlformats.org/officeDocument/2006/relationships/customXml" Target="../ink/ink187.xml"/><Relationship Id="rId293" Type="http://schemas.openxmlformats.org/officeDocument/2006/relationships/image" Target="../media/image197.png"/><Relationship Id="rId88" Type="http://schemas.openxmlformats.org/officeDocument/2006/relationships/customXml" Target="../ink/ink95.xml"/><Relationship Id="rId111" Type="http://schemas.openxmlformats.org/officeDocument/2006/relationships/image" Target="../media/image106.png"/><Relationship Id="rId132" Type="http://schemas.openxmlformats.org/officeDocument/2006/relationships/customXml" Target="../ink/ink117.xml"/><Relationship Id="rId153" Type="http://schemas.openxmlformats.org/officeDocument/2006/relationships/image" Target="../media/image127.png"/><Relationship Id="rId174" Type="http://schemas.openxmlformats.org/officeDocument/2006/relationships/customXml" Target="../ink/ink138.xml"/><Relationship Id="rId195" Type="http://schemas.openxmlformats.org/officeDocument/2006/relationships/image" Target="../media/image148.png"/><Relationship Id="rId209" Type="http://schemas.openxmlformats.org/officeDocument/2006/relationships/image" Target="../media/image155.png"/><Relationship Id="rId220" Type="http://schemas.openxmlformats.org/officeDocument/2006/relationships/customXml" Target="../ink/ink161.xml"/><Relationship Id="rId241" Type="http://schemas.openxmlformats.org/officeDocument/2006/relationships/image" Target="../media/image171.png"/><Relationship Id="rId15" Type="http://schemas.openxmlformats.org/officeDocument/2006/relationships/image" Target="../media/image58.png"/><Relationship Id="rId36" Type="http://schemas.openxmlformats.org/officeDocument/2006/relationships/customXml" Target="../ink/ink69.xml"/><Relationship Id="rId57" Type="http://schemas.openxmlformats.org/officeDocument/2006/relationships/image" Target="../media/image79.png"/><Relationship Id="rId262" Type="http://schemas.openxmlformats.org/officeDocument/2006/relationships/customXml" Target="../ink/ink182.xml"/><Relationship Id="rId283" Type="http://schemas.openxmlformats.org/officeDocument/2006/relationships/image" Target="../media/image192.png"/><Relationship Id="rId78" Type="http://schemas.openxmlformats.org/officeDocument/2006/relationships/customXml" Target="../ink/ink90.xml"/><Relationship Id="rId99" Type="http://schemas.openxmlformats.org/officeDocument/2006/relationships/image" Target="../media/image100.png"/><Relationship Id="rId101" Type="http://schemas.openxmlformats.org/officeDocument/2006/relationships/image" Target="../media/image101.png"/><Relationship Id="rId122" Type="http://schemas.openxmlformats.org/officeDocument/2006/relationships/customXml" Target="../ink/ink112.xml"/><Relationship Id="rId143" Type="http://schemas.openxmlformats.org/officeDocument/2006/relationships/image" Target="../media/image122.png"/><Relationship Id="rId164" Type="http://schemas.openxmlformats.org/officeDocument/2006/relationships/customXml" Target="../ink/ink133.xml"/><Relationship Id="rId185" Type="http://schemas.openxmlformats.org/officeDocument/2006/relationships/image" Target="../media/image143.png"/><Relationship Id="rId9" Type="http://schemas.openxmlformats.org/officeDocument/2006/relationships/image" Target="../media/image55.png"/><Relationship Id="rId210" Type="http://schemas.openxmlformats.org/officeDocument/2006/relationships/customXml" Target="../ink/ink156.xml"/><Relationship Id="rId26" Type="http://schemas.openxmlformats.org/officeDocument/2006/relationships/customXml" Target="../ink/ink64.xml"/><Relationship Id="rId231" Type="http://schemas.openxmlformats.org/officeDocument/2006/relationships/image" Target="../media/image166.png"/><Relationship Id="rId252" Type="http://schemas.openxmlformats.org/officeDocument/2006/relationships/customXml" Target="../ink/ink177.xml"/><Relationship Id="rId273" Type="http://schemas.openxmlformats.org/officeDocument/2006/relationships/image" Target="../media/image187.png"/><Relationship Id="rId294" Type="http://schemas.openxmlformats.org/officeDocument/2006/relationships/customXml" Target="../ink/ink198.xml"/><Relationship Id="rId47" Type="http://schemas.openxmlformats.org/officeDocument/2006/relationships/image" Target="../media/image74.png"/><Relationship Id="rId68" Type="http://schemas.openxmlformats.org/officeDocument/2006/relationships/customXml" Target="../ink/ink85.xml"/><Relationship Id="rId89" Type="http://schemas.openxmlformats.org/officeDocument/2006/relationships/image" Target="../media/image95.png"/><Relationship Id="rId112" Type="http://schemas.openxmlformats.org/officeDocument/2006/relationships/customXml" Target="../ink/ink107.xml"/><Relationship Id="rId133" Type="http://schemas.openxmlformats.org/officeDocument/2006/relationships/image" Target="../media/image117.png"/><Relationship Id="rId154" Type="http://schemas.openxmlformats.org/officeDocument/2006/relationships/customXml" Target="../ink/ink128.xml"/><Relationship Id="rId175" Type="http://schemas.openxmlformats.org/officeDocument/2006/relationships/image" Target="../media/image138.png"/><Relationship Id="rId196" Type="http://schemas.openxmlformats.org/officeDocument/2006/relationships/customXml" Target="../ink/ink149.xml"/><Relationship Id="rId200" Type="http://schemas.openxmlformats.org/officeDocument/2006/relationships/customXml" Target="../ink/ink151.xml"/><Relationship Id="rId16" Type="http://schemas.openxmlformats.org/officeDocument/2006/relationships/customXml" Target="../ink/ink59.xml"/><Relationship Id="rId221" Type="http://schemas.openxmlformats.org/officeDocument/2006/relationships/image" Target="../media/image161.png"/><Relationship Id="rId242" Type="http://schemas.openxmlformats.org/officeDocument/2006/relationships/customXml" Target="../ink/ink172.xml"/><Relationship Id="rId263" Type="http://schemas.openxmlformats.org/officeDocument/2006/relationships/image" Target="../media/image182.png"/><Relationship Id="rId284" Type="http://schemas.openxmlformats.org/officeDocument/2006/relationships/customXml" Target="../ink/ink193.xml"/><Relationship Id="rId37" Type="http://schemas.openxmlformats.org/officeDocument/2006/relationships/image" Target="../media/image69.png"/><Relationship Id="rId58" Type="http://schemas.openxmlformats.org/officeDocument/2006/relationships/customXml" Target="../ink/ink80.xml"/><Relationship Id="rId79" Type="http://schemas.openxmlformats.org/officeDocument/2006/relationships/image" Target="../media/image90.png"/><Relationship Id="rId102" Type="http://schemas.openxmlformats.org/officeDocument/2006/relationships/customXml" Target="../ink/ink102.xml"/><Relationship Id="rId123" Type="http://schemas.openxmlformats.org/officeDocument/2006/relationships/image" Target="../media/image112.png"/><Relationship Id="rId144" Type="http://schemas.openxmlformats.org/officeDocument/2006/relationships/customXml" Target="../ink/ink123.xml"/><Relationship Id="rId90" Type="http://schemas.openxmlformats.org/officeDocument/2006/relationships/customXml" Target="../ink/ink96.xml"/><Relationship Id="rId165" Type="http://schemas.openxmlformats.org/officeDocument/2006/relationships/image" Target="../media/image133.png"/><Relationship Id="rId186" Type="http://schemas.openxmlformats.org/officeDocument/2006/relationships/customXml" Target="../ink/ink144.xml"/><Relationship Id="rId211" Type="http://schemas.openxmlformats.org/officeDocument/2006/relationships/image" Target="../media/image156.png"/><Relationship Id="rId232" Type="http://schemas.openxmlformats.org/officeDocument/2006/relationships/customXml" Target="../ink/ink167.xml"/><Relationship Id="rId253" Type="http://schemas.openxmlformats.org/officeDocument/2006/relationships/image" Target="../media/image177.png"/><Relationship Id="rId274" Type="http://schemas.openxmlformats.org/officeDocument/2006/relationships/customXml" Target="../ink/ink188.xml"/><Relationship Id="rId295" Type="http://schemas.openxmlformats.org/officeDocument/2006/relationships/image" Target="../media/image198.png"/><Relationship Id="rId27" Type="http://schemas.openxmlformats.org/officeDocument/2006/relationships/image" Target="../media/image64.png"/><Relationship Id="rId48" Type="http://schemas.openxmlformats.org/officeDocument/2006/relationships/customXml" Target="../ink/ink75.xml"/><Relationship Id="rId69" Type="http://schemas.openxmlformats.org/officeDocument/2006/relationships/image" Target="../media/image85.png"/><Relationship Id="rId113" Type="http://schemas.openxmlformats.org/officeDocument/2006/relationships/image" Target="../media/image107.png"/><Relationship Id="rId134" Type="http://schemas.openxmlformats.org/officeDocument/2006/relationships/customXml" Target="../ink/ink118.xml"/><Relationship Id="rId80" Type="http://schemas.openxmlformats.org/officeDocument/2006/relationships/customXml" Target="../ink/ink91.xml"/><Relationship Id="rId155" Type="http://schemas.openxmlformats.org/officeDocument/2006/relationships/image" Target="../media/image128.png"/><Relationship Id="rId176" Type="http://schemas.openxmlformats.org/officeDocument/2006/relationships/customXml" Target="../ink/ink139.xml"/><Relationship Id="rId197" Type="http://schemas.openxmlformats.org/officeDocument/2006/relationships/image" Target="../media/image149.png"/><Relationship Id="rId201" Type="http://schemas.openxmlformats.org/officeDocument/2006/relationships/image" Target="../media/image151.png"/><Relationship Id="rId222" Type="http://schemas.openxmlformats.org/officeDocument/2006/relationships/customXml" Target="../ink/ink162.xml"/><Relationship Id="rId243" Type="http://schemas.openxmlformats.org/officeDocument/2006/relationships/image" Target="../media/image172.png"/><Relationship Id="rId264" Type="http://schemas.openxmlformats.org/officeDocument/2006/relationships/customXml" Target="../ink/ink183.xml"/><Relationship Id="rId285" Type="http://schemas.openxmlformats.org/officeDocument/2006/relationships/image" Target="../media/image193.png"/><Relationship Id="rId17" Type="http://schemas.openxmlformats.org/officeDocument/2006/relationships/image" Target="../media/image59.png"/><Relationship Id="rId38" Type="http://schemas.openxmlformats.org/officeDocument/2006/relationships/customXml" Target="../ink/ink70.xml"/><Relationship Id="rId59" Type="http://schemas.openxmlformats.org/officeDocument/2006/relationships/image" Target="../media/image80.png"/><Relationship Id="rId103" Type="http://schemas.openxmlformats.org/officeDocument/2006/relationships/image" Target="../media/image102.png"/><Relationship Id="rId124" Type="http://schemas.openxmlformats.org/officeDocument/2006/relationships/customXml" Target="../ink/ink113.xml"/><Relationship Id="rId70" Type="http://schemas.openxmlformats.org/officeDocument/2006/relationships/customXml" Target="../ink/ink86.xml"/><Relationship Id="rId91" Type="http://schemas.openxmlformats.org/officeDocument/2006/relationships/image" Target="../media/image96.png"/><Relationship Id="rId145" Type="http://schemas.openxmlformats.org/officeDocument/2006/relationships/image" Target="../media/image123.png"/><Relationship Id="rId166" Type="http://schemas.openxmlformats.org/officeDocument/2006/relationships/customXml" Target="../ink/ink134.xml"/><Relationship Id="rId187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7.xml"/><Relationship Id="rId233" Type="http://schemas.openxmlformats.org/officeDocument/2006/relationships/image" Target="../media/image167.png"/><Relationship Id="rId254" Type="http://schemas.openxmlformats.org/officeDocument/2006/relationships/customXml" Target="../ink/ink178.xml"/><Relationship Id="rId28" Type="http://schemas.openxmlformats.org/officeDocument/2006/relationships/customXml" Target="../ink/ink65.xml"/><Relationship Id="rId49" Type="http://schemas.openxmlformats.org/officeDocument/2006/relationships/image" Target="../media/image75.png"/><Relationship Id="rId114" Type="http://schemas.openxmlformats.org/officeDocument/2006/relationships/customXml" Target="../ink/ink108.xml"/><Relationship Id="rId275" Type="http://schemas.openxmlformats.org/officeDocument/2006/relationships/image" Target="../media/image188.png"/><Relationship Id="rId60" Type="http://schemas.openxmlformats.org/officeDocument/2006/relationships/customXml" Target="../ink/ink81.xml"/><Relationship Id="rId81" Type="http://schemas.openxmlformats.org/officeDocument/2006/relationships/image" Target="../media/image91.png"/><Relationship Id="rId135" Type="http://schemas.openxmlformats.org/officeDocument/2006/relationships/image" Target="../media/image118.png"/><Relationship Id="rId156" Type="http://schemas.openxmlformats.org/officeDocument/2006/relationships/customXml" Target="../ink/ink129.xml"/><Relationship Id="rId177" Type="http://schemas.openxmlformats.org/officeDocument/2006/relationships/image" Target="../media/image139.png"/><Relationship Id="rId198" Type="http://schemas.openxmlformats.org/officeDocument/2006/relationships/customXml" Target="../ink/ink150.xml"/><Relationship Id="rId202" Type="http://schemas.openxmlformats.org/officeDocument/2006/relationships/customXml" Target="../ink/ink152.xml"/><Relationship Id="rId223" Type="http://schemas.openxmlformats.org/officeDocument/2006/relationships/image" Target="../media/image162.png"/><Relationship Id="rId244" Type="http://schemas.openxmlformats.org/officeDocument/2006/relationships/customXml" Target="../ink/ink173.xml"/><Relationship Id="rId18" Type="http://schemas.openxmlformats.org/officeDocument/2006/relationships/customXml" Target="../ink/ink60.xml"/><Relationship Id="rId39" Type="http://schemas.openxmlformats.org/officeDocument/2006/relationships/image" Target="../media/image70.png"/><Relationship Id="rId265" Type="http://schemas.openxmlformats.org/officeDocument/2006/relationships/image" Target="../media/image183.png"/><Relationship Id="rId286" Type="http://schemas.openxmlformats.org/officeDocument/2006/relationships/customXml" Target="../ink/ink194.xml"/><Relationship Id="rId50" Type="http://schemas.openxmlformats.org/officeDocument/2006/relationships/customXml" Target="../ink/ink76.xml"/><Relationship Id="rId104" Type="http://schemas.openxmlformats.org/officeDocument/2006/relationships/customXml" Target="../ink/ink103.xml"/><Relationship Id="rId125" Type="http://schemas.openxmlformats.org/officeDocument/2006/relationships/image" Target="../media/image113.png"/><Relationship Id="rId146" Type="http://schemas.openxmlformats.org/officeDocument/2006/relationships/customXml" Target="../ink/ink124.xml"/><Relationship Id="rId167" Type="http://schemas.openxmlformats.org/officeDocument/2006/relationships/image" Target="../media/image134.png"/><Relationship Id="rId188" Type="http://schemas.openxmlformats.org/officeDocument/2006/relationships/customXml" Target="../ink/ink145.xml"/><Relationship Id="rId71" Type="http://schemas.openxmlformats.org/officeDocument/2006/relationships/image" Target="../media/image86.png"/><Relationship Id="rId92" Type="http://schemas.openxmlformats.org/officeDocument/2006/relationships/customXml" Target="../ink/ink97.xml"/><Relationship Id="rId213" Type="http://schemas.openxmlformats.org/officeDocument/2006/relationships/image" Target="../media/image157.png"/><Relationship Id="rId234" Type="http://schemas.openxmlformats.org/officeDocument/2006/relationships/customXml" Target="../ink/ink168.xml"/><Relationship Id="rId2" Type="http://schemas.openxmlformats.org/officeDocument/2006/relationships/customXml" Target="../ink/ink52.xml"/><Relationship Id="rId29" Type="http://schemas.openxmlformats.org/officeDocument/2006/relationships/image" Target="../media/image65.png"/><Relationship Id="rId255" Type="http://schemas.openxmlformats.org/officeDocument/2006/relationships/image" Target="../media/image178.png"/><Relationship Id="rId276" Type="http://schemas.openxmlformats.org/officeDocument/2006/relationships/customXml" Target="../ink/ink189.xml"/><Relationship Id="rId40" Type="http://schemas.openxmlformats.org/officeDocument/2006/relationships/customXml" Target="../ink/ink71.xml"/><Relationship Id="rId115" Type="http://schemas.openxmlformats.org/officeDocument/2006/relationships/image" Target="../media/image108.png"/><Relationship Id="rId136" Type="http://schemas.openxmlformats.org/officeDocument/2006/relationships/customXml" Target="../ink/ink119.xml"/><Relationship Id="rId157" Type="http://schemas.openxmlformats.org/officeDocument/2006/relationships/image" Target="../media/image129.png"/><Relationship Id="rId178" Type="http://schemas.openxmlformats.org/officeDocument/2006/relationships/customXml" Target="../ink/ink140.xml"/><Relationship Id="rId61" Type="http://schemas.openxmlformats.org/officeDocument/2006/relationships/image" Target="../media/image81.png"/><Relationship Id="rId82" Type="http://schemas.openxmlformats.org/officeDocument/2006/relationships/customXml" Target="../ink/ink92.xml"/><Relationship Id="rId199" Type="http://schemas.openxmlformats.org/officeDocument/2006/relationships/image" Target="../media/image150.png"/><Relationship Id="rId203" Type="http://schemas.openxmlformats.org/officeDocument/2006/relationships/image" Target="../media/image152.png"/><Relationship Id="rId19" Type="http://schemas.openxmlformats.org/officeDocument/2006/relationships/image" Target="../media/image60.png"/><Relationship Id="rId224" Type="http://schemas.openxmlformats.org/officeDocument/2006/relationships/customXml" Target="../ink/ink163.xml"/><Relationship Id="rId245" Type="http://schemas.openxmlformats.org/officeDocument/2006/relationships/image" Target="../media/image173.png"/><Relationship Id="rId266" Type="http://schemas.openxmlformats.org/officeDocument/2006/relationships/customXml" Target="../ink/ink184.xml"/><Relationship Id="rId287" Type="http://schemas.openxmlformats.org/officeDocument/2006/relationships/image" Target="../media/image194.png"/><Relationship Id="rId30" Type="http://schemas.openxmlformats.org/officeDocument/2006/relationships/customXml" Target="../ink/ink66.xml"/><Relationship Id="rId105" Type="http://schemas.openxmlformats.org/officeDocument/2006/relationships/image" Target="../media/image103.png"/><Relationship Id="rId126" Type="http://schemas.openxmlformats.org/officeDocument/2006/relationships/customXml" Target="../ink/ink114.xml"/><Relationship Id="rId147" Type="http://schemas.openxmlformats.org/officeDocument/2006/relationships/image" Target="../media/image124.png"/><Relationship Id="rId168" Type="http://schemas.openxmlformats.org/officeDocument/2006/relationships/customXml" Target="../ink/ink135.xml"/><Relationship Id="rId51" Type="http://schemas.openxmlformats.org/officeDocument/2006/relationships/image" Target="../media/image76.png"/><Relationship Id="rId72" Type="http://schemas.openxmlformats.org/officeDocument/2006/relationships/customXml" Target="../ink/ink87.xml"/><Relationship Id="rId93" Type="http://schemas.openxmlformats.org/officeDocument/2006/relationships/image" Target="../media/image97.png"/><Relationship Id="rId189" Type="http://schemas.openxmlformats.org/officeDocument/2006/relationships/image" Target="../media/image145.png"/><Relationship Id="rId3" Type="http://schemas.openxmlformats.org/officeDocument/2006/relationships/image" Target="../media/image52.png"/><Relationship Id="rId214" Type="http://schemas.openxmlformats.org/officeDocument/2006/relationships/customXml" Target="../ink/ink158.xml"/><Relationship Id="rId235" Type="http://schemas.openxmlformats.org/officeDocument/2006/relationships/image" Target="../media/image168.png"/><Relationship Id="rId256" Type="http://schemas.openxmlformats.org/officeDocument/2006/relationships/customXml" Target="../ink/ink179.xml"/><Relationship Id="rId277" Type="http://schemas.openxmlformats.org/officeDocument/2006/relationships/image" Target="../media/image189.png"/><Relationship Id="rId116" Type="http://schemas.openxmlformats.org/officeDocument/2006/relationships/customXml" Target="../ink/ink109.xml"/><Relationship Id="rId137" Type="http://schemas.openxmlformats.org/officeDocument/2006/relationships/image" Target="../media/image119.png"/><Relationship Id="rId158" Type="http://schemas.openxmlformats.org/officeDocument/2006/relationships/customXml" Target="../ink/ink130.xml"/><Relationship Id="rId20" Type="http://schemas.openxmlformats.org/officeDocument/2006/relationships/customXml" Target="../ink/ink61.xml"/><Relationship Id="rId41" Type="http://schemas.openxmlformats.org/officeDocument/2006/relationships/image" Target="../media/image71.png"/><Relationship Id="rId62" Type="http://schemas.openxmlformats.org/officeDocument/2006/relationships/customXml" Target="../ink/ink82.xml"/><Relationship Id="rId83" Type="http://schemas.openxmlformats.org/officeDocument/2006/relationships/image" Target="../media/image92.png"/><Relationship Id="rId179" Type="http://schemas.openxmlformats.org/officeDocument/2006/relationships/image" Target="../media/image140.png"/><Relationship Id="rId190" Type="http://schemas.openxmlformats.org/officeDocument/2006/relationships/customXml" Target="../ink/ink146.xml"/><Relationship Id="rId204" Type="http://schemas.openxmlformats.org/officeDocument/2006/relationships/customXml" Target="../ink/ink153.xml"/><Relationship Id="rId225" Type="http://schemas.openxmlformats.org/officeDocument/2006/relationships/image" Target="../media/image163.png"/><Relationship Id="rId246" Type="http://schemas.openxmlformats.org/officeDocument/2006/relationships/customXml" Target="../ink/ink174.xml"/><Relationship Id="rId267" Type="http://schemas.openxmlformats.org/officeDocument/2006/relationships/image" Target="../media/image184.png"/><Relationship Id="rId288" Type="http://schemas.openxmlformats.org/officeDocument/2006/relationships/customXml" Target="../ink/ink195.xml"/><Relationship Id="rId106" Type="http://schemas.openxmlformats.org/officeDocument/2006/relationships/customXml" Target="../ink/ink104.xml"/><Relationship Id="rId127" Type="http://schemas.openxmlformats.org/officeDocument/2006/relationships/image" Target="../media/image114.png"/><Relationship Id="rId10" Type="http://schemas.openxmlformats.org/officeDocument/2006/relationships/customXml" Target="../ink/ink56.xml"/><Relationship Id="rId31" Type="http://schemas.openxmlformats.org/officeDocument/2006/relationships/image" Target="../media/image66.png"/><Relationship Id="rId52" Type="http://schemas.openxmlformats.org/officeDocument/2006/relationships/customXml" Target="../ink/ink77.xml"/><Relationship Id="rId73" Type="http://schemas.openxmlformats.org/officeDocument/2006/relationships/image" Target="../media/image87.png"/><Relationship Id="rId94" Type="http://schemas.openxmlformats.org/officeDocument/2006/relationships/customXml" Target="../ink/ink98.xml"/><Relationship Id="rId148" Type="http://schemas.openxmlformats.org/officeDocument/2006/relationships/customXml" Target="../ink/ink125.xml"/><Relationship Id="rId169" Type="http://schemas.openxmlformats.org/officeDocument/2006/relationships/image" Target="../media/image135.png"/><Relationship Id="rId4" Type="http://schemas.openxmlformats.org/officeDocument/2006/relationships/customXml" Target="../ink/ink53.xml"/><Relationship Id="rId180" Type="http://schemas.openxmlformats.org/officeDocument/2006/relationships/customXml" Target="../ink/ink141.xml"/><Relationship Id="rId215" Type="http://schemas.openxmlformats.org/officeDocument/2006/relationships/image" Target="../media/image158.png"/><Relationship Id="rId236" Type="http://schemas.openxmlformats.org/officeDocument/2006/relationships/customXml" Target="../ink/ink169.xml"/><Relationship Id="rId257" Type="http://schemas.openxmlformats.org/officeDocument/2006/relationships/image" Target="../media/image179.png"/><Relationship Id="rId278" Type="http://schemas.openxmlformats.org/officeDocument/2006/relationships/customXml" Target="../ink/ink190.xml"/><Relationship Id="rId42" Type="http://schemas.openxmlformats.org/officeDocument/2006/relationships/customXml" Target="../ink/ink72.xml"/><Relationship Id="rId84" Type="http://schemas.openxmlformats.org/officeDocument/2006/relationships/customXml" Target="../ink/ink93.xml"/><Relationship Id="rId138" Type="http://schemas.openxmlformats.org/officeDocument/2006/relationships/customXml" Target="../ink/ink120.xml"/><Relationship Id="rId191" Type="http://schemas.openxmlformats.org/officeDocument/2006/relationships/image" Target="../media/image146.png"/><Relationship Id="rId205" Type="http://schemas.openxmlformats.org/officeDocument/2006/relationships/image" Target="../media/image153.png"/><Relationship Id="rId247" Type="http://schemas.openxmlformats.org/officeDocument/2006/relationships/image" Target="../media/image174.png"/><Relationship Id="rId107" Type="http://schemas.openxmlformats.org/officeDocument/2006/relationships/image" Target="../media/image104.png"/><Relationship Id="rId289" Type="http://schemas.openxmlformats.org/officeDocument/2006/relationships/image" Target="../media/image195.png"/><Relationship Id="rId11" Type="http://schemas.openxmlformats.org/officeDocument/2006/relationships/image" Target="../media/image56.png"/><Relationship Id="rId53" Type="http://schemas.openxmlformats.org/officeDocument/2006/relationships/image" Target="../media/image77.png"/><Relationship Id="rId149" Type="http://schemas.openxmlformats.org/officeDocument/2006/relationships/image" Target="../media/image125.png"/><Relationship Id="rId95" Type="http://schemas.openxmlformats.org/officeDocument/2006/relationships/image" Target="../media/image98.png"/><Relationship Id="rId160" Type="http://schemas.openxmlformats.org/officeDocument/2006/relationships/customXml" Target="../ink/ink131.xml"/><Relationship Id="rId216" Type="http://schemas.openxmlformats.org/officeDocument/2006/relationships/customXml" Target="../ink/ink159.xml"/><Relationship Id="rId258" Type="http://schemas.openxmlformats.org/officeDocument/2006/relationships/customXml" Target="../ink/ink180.xml"/><Relationship Id="rId22" Type="http://schemas.openxmlformats.org/officeDocument/2006/relationships/customXml" Target="../ink/ink62.xml"/><Relationship Id="rId64" Type="http://schemas.openxmlformats.org/officeDocument/2006/relationships/customXml" Target="../ink/ink83.xml"/><Relationship Id="rId118" Type="http://schemas.openxmlformats.org/officeDocument/2006/relationships/customXml" Target="../ink/ink110.xml"/><Relationship Id="rId171" Type="http://schemas.openxmlformats.org/officeDocument/2006/relationships/image" Target="../media/image136.png"/><Relationship Id="rId227" Type="http://schemas.openxmlformats.org/officeDocument/2006/relationships/image" Target="../media/image164.png"/><Relationship Id="rId269" Type="http://schemas.openxmlformats.org/officeDocument/2006/relationships/image" Target="../media/image18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6.png"/><Relationship Id="rId21" Type="http://schemas.openxmlformats.org/officeDocument/2006/relationships/image" Target="../media/image208.png"/><Relationship Id="rId42" Type="http://schemas.openxmlformats.org/officeDocument/2006/relationships/customXml" Target="../ink/ink219.xml"/><Relationship Id="rId63" Type="http://schemas.openxmlformats.org/officeDocument/2006/relationships/image" Target="../media/image229.png"/><Relationship Id="rId84" Type="http://schemas.openxmlformats.org/officeDocument/2006/relationships/customXml" Target="../ink/ink240.xml"/><Relationship Id="rId138" Type="http://schemas.openxmlformats.org/officeDocument/2006/relationships/customXml" Target="../ink/ink267.xml"/><Relationship Id="rId159" Type="http://schemas.openxmlformats.org/officeDocument/2006/relationships/image" Target="../media/image277.png"/><Relationship Id="rId170" Type="http://schemas.openxmlformats.org/officeDocument/2006/relationships/customXml" Target="../ink/ink283.xml"/><Relationship Id="rId191" Type="http://schemas.openxmlformats.org/officeDocument/2006/relationships/image" Target="../media/image293.png"/><Relationship Id="rId107" Type="http://schemas.openxmlformats.org/officeDocument/2006/relationships/image" Target="../media/image251.png"/><Relationship Id="rId11" Type="http://schemas.openxmlformats.org/officeDocument/2006/relationships/image" Target="../media/image203.png"/><Relationship Id="rId32" Type="http://schemas.openxmlformats.org/officeDocument/2006/relationships/customXml" Target="../ink/ink214.xml"/><Relationship Id="rId53" Type="http://schemas.openxmlformats.org/officeDocument/2006/relationships/image" Target="../media/image224.png"/><Relationship Id="rId74" Type="http://schemas.openxmlformats.org/officeDocument/2006/relationships/customXml" Target="../ink/ink235.xml"/><Relationship Id="rId128" Type="http://schemas.openxmlformats.org/officeDocument/2006/relationships/customXml" Target="../ink/ink262.xml"/><Relationship Id="rId149" Type="http://schemas.openxmlformats.org/officeDocument/2006/relationships/image" Target="../media/image272.png"/><Relationship Id="rId5" Type="http://schemas.openxmlformats.org/officeDocument/2006/relationships/image" Target="../media/image200.png"/><Relationship Id="rId95" Type="http://schemas.openxmlformats.org/officeDocument/2006/relationships/image" Target="../media/image245.png"/><Relationship Id="rId160" Type="http://schemas.openxmlformats.org/officeDocument/2006/relationships/customXml" Target="../ink/ink278.xml"/><Relationship Id="rId181" Type="http://schemas.openxmlformats.org/officeDocument/2006/relationships/image" Target="../media/image288.png"/><Relationship Id="rId22" Type="http://schemas.openxmlformats.org/officeDocument/2006/relationships/customXml" Target="../ink/ink209.xml"/><Relationship Id="rId43" Type="http://schemas.openxmlformats.org/officeDocument/2006/relationships/image" Target="../media/image219.png"/><Relationship Id="rId64" Type="http://schemas.openxmlformats.org/officeDocument/2006/relationships/customXml" Target="../ink/ink230.xml"/><Relationship Id="rId118" Type="http://schemas.openxmlformats.org/officeDocument/2006/relationships/customXml" Target="../ink/ink257.xml"/><Relationship Id="rId139" Type="http://schemas.openxmlformats.org/officeDocument/2006/relationships/image" Target="../media/image267.png"/><Relationship Id="rId85" Type="http://schemas.openxmlformats.org/officeDocument/2006/relationships/image" Target="../media/image240.png"/><Relationship Id="rId150" Type="http://schemas.openxmlformats.org/officeDocument/2006/relationships/customXml" Target="../ink/ink273.xml"/><Relationship Id="rId171" Type="http://schemas.openxmlformats.org/officeDocument/2006/relationships/image" Target="../media/image283.png"/><Relationship Id="rId192" Type="http://schemas.openxmlformats.org/officeDocument/2006/relationships/customXml" Target="../ink/ink294.xml"/><Relationship Id="rId12" Type="http://schemas.openxmlformats.org/officeDocument/2006/relationships/customXml" Target="../ink/ink204.xml"/><Relationship Id="rId33" Type="http://schemas.openxmlformats.org/officeDocument/2006/relationships/image" Target="../media/image214.png"/><Relationship Id="rId108" Type="http://schemas.openxmlformats.org/officeDocument/2006/relationships/customXml" Target="../ink/ink252.xml"/><Relationship Id="rId129" Type="http://schemas.openxmlformats.org/officeDocument/2006/relationships/image" Target="../media/image262.png"/><Relationship Id="rId54" Type="http://schemas.openxmlformats.org/officeDocument/2006/relationships/customXml" Target="../ink/ink225.xml"/><Relationship Id="rId75" Type="http://schemas.openxmlformats.org/officeDocument/2006/relationships/image" Target="../media/image235.png"/><Relationship Id="rId96" Type="http://schemas.openxmlformats.org/officeDocument/2006/relationships/customXml" Target="../ink/ink246.xml"/><Relationship Id="rId140" Type="http://schemas.openxmlformats.org/officeDocument/2006/relationships/customXml" Target="../ink/ink268.xml"/><Relationship Id="rId161" Type="http://schemas.openxmlformats.org/officeDocument/2006/relationships/image" Target="../media/image278.png"/><Relationship Id="rId182" Type="http://schemas.openxmlformats.org/officeDocument/2006/relationships/customXml" Target="../ink/ink289.xml"/><Relationship Id="rId6" Type="http://schemas.openxmlformats.org/officeDocument/2006/relationships/customXml" Target="../ink/ink201.xml"/><Relationship Id="rId23" Type="http://schemas.openxmlformats.org/officeDocument/2006/relationships/image" Target="../media/image209.png"/><Relationship Id="rId119" Type="http://schemas.openxmlformats.org/officeDocument/2006/relationships/image" Target="../media/image257.png"/><Relationship Id="rId44" Type="http://schemas.openxmlformats.org/officeDocument/2006/relationships/customXml" Target="../ink/ink220.xml"/><Relationship Id="rId65" Type="http://schemas.openxmlformats.org/officeDocument/2006/relationships/image" Target="../media/image230.png"/><Relationship Id="rId86" Type="http://schemas.openxmlformats.org/officeDocument/2006/relationships/customXml" Target="../ink/ink241.xml"/><Relationship Id="rId130" Type="http://schemas.openxmlformats.org/officeDocument/2006/relationships/customXml" Target="../ink/ink263.xml"/><Relationship Id="rId151" Type="http://schemas.openxmlformats.org/officeDocument/2006/relationships/image" Target="../media/image273.png"/><Relationship Id="rId172" Type="http://schemas.openxmlformats.org/officeDocument/2006/relationships/customXml" Target="../ink/ink284.xml"/><Relationship Id="rId193" Type="http://schemas.openxmlformats.org/officeDocument/2006/relationships/image" Target="../media/image294.png"/><Relationship Id="rId13" Type="http://schemas.openxmlformats.org/officeDocument/2006/relationships/image" Target="../media/image204.png"/><Relationship Id="rId109" Type="http://schemas.openxmlformats.org/officeDocument/2006/relationships/image" Target="../media/image252.png"/><Relationship Id="rId34" Type="http://schemas.openxmlformats.org/officeDocument/2006/relationships/customXml" Target="../ink/ink215.xml"/><Relationship Id="rId55" Type="http://schemas.openxmlformats.org/officeDocument/2006/relationships/image" Target="../media/image225.png"/><Relationship Id="rId76" Type="http://schemas.openxmlformats.org/officeDocument/2006/relationships/customXml" Target="../ink/ink236.xml"/><Relationship Id="rId97" Type="http://schemas.openxmlformats.org/officeDocument/2006/relationships/image" Target="../media/image246.png"/><Relationship Id="rId120" Type="http://schemas.openxmlformats.org/officeDocument/2006/relationships/customXml" Target="../ink/ink258.xml"/><Relationship Id="rId141" Type="http://schemas.openxmlformats.org/officeDocument/2006/relationships/image" Target="../media/image268.png"/><Relationship Id="rId7" Type="http://schemas.openxmlformats.org/officeDocument/2006/relationships/image" Target="../media/image201.png"/><Relationship Id="rId71" Type="http://schemas.openxmlformats.org/officeDocument/2006/relationships/image" Target="../media/image233.png"/><Relationship Id="rId92" Type="http://schemas.openxmlformats.org/officeDocument/2006/relationships/customXml" Target="../ink/ink244.xml"/><Relationship Id="rId162" Type="http://schemas.openxmlformats.org/officeDocument/2006/relationships/customXml" Target="../ink/ink279.xml"/><Relationship Id="rId183" Type="http://schemas.openxmlformats.org/officeDocument/2006/relationships/image" Target="../media/image289.png"/><Relationship Id="rId2" Type="http://schemas.openxmlformats.org/officeDocument/2006/relationships/customXml" Target="../ink/ink199.xml"/><Relationship Id="rId29" Type="http://schemas.openxmlformats.org/officeDocument/2006/relationships/image" Target="../media/image212.png"/><Relationship Id="rId24" Type="http://schemas.openxmlformats.org/officeDocument/2006/relationships/customXml" Target="../ink/ink210.xml"/><Relationship Id="rId40" Type="http://schemas.openxmlformats.org/officeDocument/2006/relationships/customXml" Target="../ink/ink218.xml"/><Relationship Id="rId45" Type="http://schemas.openxmlformats.org/officeDocument/2006/relationships/image" Target="../media/image220.png"/><Relationship Id="rId66" Type="http://schemas.openxmlformats.org/officeDocument/2006/relationships/customXml" Target="../ink/ink231.xml"/><Relationship Id="rId87" Type="http://schemas.openxmlformats.org/officeDocument/2006/relationships/image" Target="../media/image241.png"/><Relationship Id="rId110" Type="http://schemas.openxmlformats.org/officeDocument/2006/relationships/customXml" Target="../ink/ink253.xml"/><Relationship Id="rId115" Type="http://schemas.openxmlformats.org/officeDocument/2006/relationships/image" Target="../media/image255.png"/><Relationship Id="rId131" Type="http://schemas.openxmlformats.org/officeDocument/2006/relationships/image" Target="../media/image263.png"/><Relationship Id="rId136" Type="http://schemas.openxmlformats.org/officeDocument/2006/relationships/customXml" Target="../ink/ink266.xml"/><Relationship Id="rId157" Type="http://schemas.openxmlformats.org/officeDocument/2006/relationships/image" Target="../media/image276.png"/><Relationship Id="rId178" Type="http://schemas.openxmlformats.org/officeDocument/2006/relationships/customXml" Target="../ink/ink287.xml"/><Relationship Id="rId61" Type="http://schemas.openxmlformats.org/officeDocument/2006/relationships/image" Target="../media/image228.png"/><Relationship Id="rId82" Type="http://schemas.openxmlformats.org/officeDocument/2006/relationships/customXml" Target="../ink/ink239.xml"/><Relationship Id="rId152" Type="http://schemas.openxmlformats.org/officeDocument/2006/relationships/customXml" Target="../ink/ink274.xml"/><Relationship Id="rId173" Type="http://schemas.openxmlformats.org/officeDocument/2006/relationships/image" Target="../media/image284.png"/><Relationship Id="rId194" Type="http://schemas.openxmlformats.org/officeDocument/2006/relationships/customXml" Target="../ink/ink295.xml"/><Relationship Id="rId199" Type="http://schemas.openxmlformats.org/officeDocument/2006/relationships/image" Target="../media/image297.png"/><Relationship Id="rId19" Type="http://schemas.openxmlformats.org/officeDocument/2006/relationships/image" Target="../media/image207.png"/><Relationship Id="rId14" Type="http://schemas.openxmlformats.org/officeDocument/2006/relationships/customXml" Target="../ink/ink205.xml"/><Relationship Id="rId30" Type="http://schemas.openxmlformats.org/officeDocument/2006/relationships/customXml" Target="../ink/ink213.xml"/><Relationship Id="rId35" Type="http://schemas.openxmlformats.org/officeDocument/2006/relationships/image" Target="../media/image215.png"/><Relationship Id="rId56" Type="http://schemas.openxmlformats.org/officeDocument/2006/relationships/customXml" Target="../ink/ink226.xml"/><Relationship Id="rId77" Type="http://schemas.openxmlformats.org/officeDocument/2006/relationships/image" Target="../media/image236.png"/><Relationship Id="rId100" Type="http://schemas.openxmlformats.org/officeDocument/2006/relationships/customXml" Target="../ink/ink248.xml"/><Relationship Id="rId105" Type="http://schemas.openxmlformats.org/officeDocument/2006/relationships/image" Target="../media/image250.png"/><Relationship Id="rId126" Type="http://schemas.openxmlformats.org/officeDocument/2006/relationships/customXml" Target="../ink/ink261.xml"/><Relationship Id="rId147" Type="http://schemas.openxmlformats.org/officeDocument/2006/relationships/image" Target="../media/image271.png"/><Relationship Id="rId168" Type="http://schemas.openxmlformats.org/officeDocument/2006/relationships/customXml" Target="../ink/ink282.xml"/><Relationship Id="rId8" Type="http://schemas.openxmlformats.org/officeDocument/2006/relationships/customXml" Target="../ink/ink202.xml"/><Relationship Id="rId51" Type="http://schemas.openxmlformats.org/officeDocument/2006/relationships/image" Target="../media/image223.png"/><Relationship Id="rId72" Type="http://schemas.openxmlformats.org/officeDocument/2006/relationships/customXml" Target="../ink/ink234.xml"/><Relationship Id="rId93" Type="http://schemas.openxmlformats.org/officeDocument/2006/relationships/image" Target="../media/image244.png"/><Relationship Id="rId98" Type="http://schemas.openxmlformats.org/officeDocument/2006/relationships/customXml" Target="../ink/ink247.xml"/><Relationship Id="rId121" Type="http://schemas.openxmlformats.org/officeDocument/2006/relationships/image" Target="../media/image258.png"/><Relationship Id="rId142" Type="http://schemas.openxmlformats.org/officeDocument/2006/relationships/customXml" Target="../ink/ink269.xml"/><Relationship Id="rId163" Type="http://schemas.openxmlformats.org/officeDocument/2006/relationships/image" Target="../media/image279.png"/><Relationship Id="rId184" Type="http://schemas.openxmlformats.org/officeDocument/2006/relationships/customXml" Target="../ink/ink290.xml"/><Relationship Id="rId189" Type="http://schemas.openxmlformats.org/officeDocument/2006/relationships/image" Target="../media/image292.png"/><Relationship Id="rId3" Type="http://schemas.openxmlformats.org/officeDocument/2006/relationships/image" Target="../media/image199.png"/><Relationship Id="rId25" Type="http://schemas.openxmlformats.org/officeDocument/2006/relationships/image" Target="../media/image210.png"/><Relationship Id="rId46" Type="http://schemas.openxmlformats.org/officeDocument/2006/relationships/customXml" Target="../ink/ink221.xml"/><Relationship Id="rId67" Type="http://schemas.openxmlformats.org/officeDocument/2006/relationships/image" Target="../media/image231.png"/><Relationship Id="rId116" Type="http://schemas.openxmlformats.org/officeDocument/2006/relationships/customXml" Target="../ink/ink256.xml"/><Relationship Id="rId137" Type="http://schemas.openxmlformats.org/officeDocument/2006/relationships/image" Target="../media/image266.png"/><Relationship Id="rId158" Type="http://schemas.openxmlformats.org/officeDocument/2006/relationships/customXml" Target="../ink/ink277.xml"/><Relationship Id="rId20" Type="http://schemas.openxmlformats.org/officeDocument/2006/relationships/customXml" Target="../ink/ink208.xml"/><Relationship Id="rId41" Type="http://schemas.openxmlformats.org/officeDocument/2006/relationships/image" Target="../media/image218.png"/><Relationship Id="rId62" Type="http://schemas.openxmlformats.org/officeDocument/2006/relationships/customXml" Target="../ink/ink229.xml"/><Relationship Id="rId83" Type="http://schemas.openxmlformats.org/officeDocument/2006/relationships/image" Target="../media/image239.png"/><Relationship Id="rId88" Type="http://schemas.openxmlformats.org/officeDocument/2006/relationships/customXml" Target="../ink/ink242.xml"/><Relationship Id="rId111" Type="http://schemas.openxmlformats.org/officeDocument/2006/relationships/image" Target="../media/image253.png"/><Relationship Id="rId132" Type="http://schemas.openxmlformats.org/officeDocument/2006/relationships/customXml" Target="../ink/ink264.xml"/><Relationship Id="rId153" Type="http://schemas.openxmlformats.org/officeDocument/2006/relationships/image" Target="../media/image274.png"/><Relationship Id="rId174" Type="http://schemas.openxmlformats.org/officeDocument/2006/relationships/customXml" Target="../ink/ink285.xml"/><Relationship Id="rId179" Type="http://schemas.openxmlformats.org/officeDocument/2006/relationships/image" Target="../media/image287.png"/><Relationship Id="rId195" Type="http://schemas.openxmlformats.org/officeDocument/2006/relationships/image" Target="../media/image295.png"/><Relationship Id="rId190" Type="http://schemas.openxmlformats.org/officeDocument/2006/relationships/customXml" Target="../ink/ink293.xml"/><Relationship Id="rId15" Type="http://schemas.openxmlformats.org/officeDocument/2006/relationships/image" Target="../media/image205.png"/><Relationship Id="rId36" Type="http://schemas.openxmlformats.org/officeDocument/2006/relationships/customXml" Target="../ink/ink216.xml"/><Relationship Id="rId57" Type="http://schemas.openxmlformats.org/officeDocument/2006/relationships/image" Target="../media/image226.png"/><Relationship Id="rId106" Type="http://schemas.openxmlformats.org/officeDocument/2006/relationships/customXml" Target="../ink/ink251.xml"/><Relationship Id="rId127" Type="http://schemas.openxmlformats.org/officeDocument/2006/relationships/image" Target="../media/image261.png"/><Relationship Id="rId10" Type="http://schemas.openxmlformats.org/officeDocument/2006/relationships/customXml" Target="../ink/ink203.xml"/><Relationship Id="rId31" Type="http://schemas.openxmlformats.org/officeDocument/2006/relationships/image" Target="../media/image213.png"/><Relationship Id="rId52" Type="http://schemas.openxmlformats.org/officeDocument/2006/relationships/customXml" Target="../ink/ink224.xml"/><Relationship Id="rId73" Type="http://schemas.openxmlformats.org/officeDocument/2006/relationships/image" Target="../media/image234.png"/><Relationship Id="rId78" Type="http://schemas.openxmlformats.org/officeDocument/2006/relationships/customXml" Target="../ink/ink237.xml"/><Relationship Id="rId94" Type="http://schemas.openxmlformats.org/officeDocument/2006/relationships/customXml" Target="../ink/ink245.xml"/><Relationship Id="rId99" Type="http://schemas.openxmlformats.org/officeDocument/2006/relationships/image" Target="../media/image247.png"/><Relationship Id="rId101" Type="http://schemas.openxmlformats.org/officeDocument/2006/relationships/image" Target="../media/image248.png"/><Relationship Id="rId122" Type="http://schemas.openxmlformats.org/officeDocument/2006/relationships/customXml" Target="../ink/ink259.xml"/><Relationship Id="rId143" Type="http://schemas.openxmlformats.org/officeDocument/2006/relationships/image" Target="../media/image269.png"/><Relationship Id="rId148" Type="http://schemas.openxmlformats.org/officeDocument/2006/relationships/customXml" Target="../ink/ink272.xml"/><Relationship Id="rId164" Type="http://schemas.openxmlformats.org/officeDocument/2006/relationships/customXml" Target="../ink/ink280.xml"/><Relationship Id="rId169" Type="http://schemas.openxmlformats.org/officeDocument/2006/relationships/image" Target="../media/image282.png"/><Relationship Id="rId185" Type="http://schemas.openxmlformats.org/officeDocument/2006/relationships/image" Target="../media/image290.png"/><Relationship Id="rId4" Type="http://schemas.openxmlformats.org/officeDocument/2006/relationships/customXml" Target="../ink/ink200.xml"/><Relationship Id="rId9" Type="http://schemas.openxmlformats.org/officeDocument/2006/relationships/image" Target="../media/image202.png"/><Relationship Id="rId180" Type="http://schemas.openxmlformats.org/officeDocument/2006/relationships/customXml" Target="../ink/ink288.xml"/><Relationship Id="rId26" Type="http://schemas.openxmlformats.org/officeDocument/2006/relationships/customXml" Target="../ink/ink211.xml"/><Relationship Id="rId47" Type="http://schemas.openxmlformats.org/officeDocument/2006/relationships/image" Target="../media/image221.png"/><Relationship Id="rId68" Type="http://schemas.openxmlformats.org/officeDocument/2006/relationships/customXml" Target="../ink/ink232.xml"/><Relationship Id="rId89" Type="http://schemas.openxmlformats.org/officeDocument/2006/relationships/image" Target="../media/image242.png"/><Relationship Id="rId112" Type="http://schemas.openxmlformats.org/officeDocument/2006/relationships/customXml" Target="../ink/ink254.xml"/><Relationship Id="rId133" Type="http://schemas.openxmlformats.org/officeDocument/2006/relationships/image" Target="../media/image264.png"/><Relationship Id="rId154" Type="http://schemas.openxmlformats.org/officeDocument/2006/relationships/customXml" Target="../ink/ink275.xml"/><Relationship Id="rId175" Type="http://schemas.openxmlformats.org/officeDocument/2006/relationships/image" Target="../media/image285.png"/><Relationship Id="rId196" Type="http://schemas.openxmlformats.org/officeDocument/2006/relationships/customXml" Target="../ink/ink296.xml"/><Relationship Id="rId16" Type="http://schemas.openxmlformats.org/officeDocument/2006/relationships/customXml" Target="../ink/ink206.xml"/><Relationship Id="rId37" Type="http://schemas.openxmlformats.org/officeDocument/2006/relationships/image" Target="../media/image216.png"/><Relationship Id="rId58" Type="http://schemas.openxmlformats.org/officeDocument/2006/relationships/customXml" Target="../ink/ink227.xml"/><Relationship Id="rId79" Type="http://schemas.openxmlformats.org/officeDocument/2006/relationships/image" Target="../media/image237.png"/><Relationship Id="rId102" Type="http://schemas.openxmlformats.org/officeDocument/2006/relationships/customXml" Target="../ink/ink249.xml"/><Relationship Id="rId123" Type="http://schemas.openxmlformats.org/officeDocument/2006/relationships/image" Target="../media/image259.png"/><Relationship Id="rId144" Type="http://schemas.openxmlformats.org/officeDocument/2006/relationships/customXml" Target="../ink/ink270.xml"/><Relationship Id="rId90" Type="http://schemas.openxmlformats.org/officeDocument/2006/relationships/customXml" Target="../ink/ink243.xml"/><Relationship Id="rId165" Type="http://schemas.openxmlformats.org/officeDocument/2006/relationships/image" Target="../media/image280.png"/><Relationship Id="rId186" Type="http://schemas.openxmlformats.org/officeDocument/2006/relationships/customXml" Target="../ink/ink291.xml"/><Relationship Id="rId27" Type="http://schemas.openxmlformats.org/officeDocument/2006/relationships/image" Target="../media/image211.png"/><Relationship Id="rId48" Type="http://schemas.openxmlformats.org/officeDocument/2006/relationships/customXml" Target="../ink/ink222.xml"/><Relationship Id="rId69" Type="http://schemas.openxmlformats.org/officeDocument/2006/relationships/image" Target="../media/image232.png"/><Relationship Id="rId113" Type="http://schemas.openxmlformats.org/officeDocument/2006/relationships/image" Target="../media/image254.png"/><Relationship Id="rId134" Type="http://schemas.openxmlformats.org/officeDocument/2006/relationships/customXml" Target="../ink/ink265.xml"/><Relationship Id="rId80" Type="http://schemas.openxmlformats.org/officeDocument/2006/relationships/customXml" Target="../ink/ink238.xml"/><Relationship Id="rId155" Type="http://schemas.openxmlformats.org/officeDocument/2006/relationships/image" Target="../media/image275.png"/><Relationship Id="rId176" Type="http://schemas.openxmlformats.org/officeDocument/2006/relationships/customXml" Target="../ink/ink286.xml"/><Relationship Id="rId197" Type="http://schemas.openxmlformats.org/officeDocument/2006/relationships/image" Target="../media/image296.png"/><Relationship Id="rId17" Type="http://schemas.openxmlformats.org/officeDocument/2006/relationships/image" Target="../media/image206.png"/><Relationship Id="rId38" Type="http://schemas.openxmlformats.org/officeDocument/2006/relationships/customXml" Target="../ink/ink217.xml"/><Relationship Id="rId59" Type="http://schemas.openxmlformats.org/officeDocument/2006/relationships/image" Target="../media/image227.png"/><Relationship Id="rId103" Type="http://schemas.openxmlformats.org/officeDocument/2006/relationships/image" Target="../media/image249.png"/><Relationship Id="rId124" Type="http://schemas.openxmlformats.org/officeDocument/2006/relationships/customXml" Target="../ink/ink260.xml"/><Relationship Id="rId70" Type="http://schemas.openxmlformats.org/officeDocument/2006/relationships/customXml" Target="../ink/ink233.xml"/><Relationship Id="rId91" Type="http://schemas.openxmlformats.org/officeDocument/2006/relationships/image" Target="../media/image243.png"/><Relationship Id="rId145" Type="http://schemas.openxmlformats.org/officeDocument/2006/relationships/image" Target="../media/image270.png"/><Relationship Id="rId166" Type="http://schemas.openxmlformats.org/officeDocument/2006/relationships/customXml" Target="../ink/ink281.xml"/><Relationship Id="rId187" Type="http://schemas.openxmlformats.org/officeDocument/2006/relationships/image" Target="../media/image29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12.xml"/><Relationship Id="rId49" Type="http://schemas.openxmlformats.org/officeDocument/2006/relationships/image" Target="../media/image222.png"/><Relationship Id="rId114" Type="http://schemas.openxmlformats.org/officeDocument/2006/relationships/customXml" Target="../ink/ink255.xml"/><Relationship Id="rId60" Type="http://schemas.openxmlformats.org/officeDocument/2006/relationships/customXml" Target="../ink/ink228.xml"/><Relationship Id="rId81" Type="http://schemas.openxmlformats.org/officeDocument/2006/relationships/image" Target="../media/image238.png"/><Relationship Id="rId135" Type="http://schemas.openxmlformats.org/officeDocument/2006/relationships/image" Target="../media/image265.png"/><Relationship Id="rId156" Type="http://schemas.openxmlformats.org/officeDocument/2006/relationships/customXml" Target="../ink/ink276.xml"/><Relationship Id="rId177" Type="http://schemas.openxmlformats.org/officeDocument/2006/relationships/image" Target="../media/image286.png"/><Relationship Id="rId198" Type="http://schemas.openxmlformats.org/officeDocument/2006/relationships/customXml" Target="../ink/ink297.xml"/><Relationship Id="rId18" Type="http://schemas.openxmlformats.org/officeDocument/2006/relationships/customXml" Target="../ink/ink207.xml"/><Relationship Id="rId39" Type="http://schemas.openxmlformats.org/officeDocument/2006/relationships/image" Target="../media/image217.png"/><Relationship Id="rId50" Type="http://schemas.openxmlformats.org/officeDocument/2006/relationships/customXml" Target="../ink/ink223.xml"/><Relationship Id="rId104" Type="http://schemas.openxmlformats.org/officeDocument/2006/relationships/customXml" Target="../ink/ink250.xml"/><Relationship Id="rId125" Type="http://schemas.openxmlformats.org/officeDocument/2006/relationships/image" Target="../media/image260.png"/><Relationship Id="rId146" Type="http://schemas.openxmlformats.org/officeDocument/2006/relationships/customXml" Target="../ink/ink271.xml"/><Relationship Id="rId167" Type="http://schemas.openxmlformats.org/officeDocument/2006/relationships/image" Target="../media/image281.png"/><Relationship Id="rId188" Type="http://schemas.openxmlformats.org/officeDocument/2006/relationships/customXml" Target="../ink/ink29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.png"/><Relationship Id="rId21" Type="http://schemas.openxmlformats.org/officeDocument/2006/relationships/image" Target="../media/image307.png"/><Relationship Id="rId42" Type="http://schemas.openxmlformats.org/officeDocument/2006/relationships/customXml" Target="../ink/ink318.xml"/><Relationship Id="rId63" Type="http://schemas.openxmlformats.org/officeDocument/2006/relationships/image" Target="../media/image328.png"/><Relationship Id="rId84" Type="http://schemas.openxmlformats.org/officeDocument/2006/relationships/customXml" Target="../ink/ink339.xml"/><Relationship Id="rId138" Type="http://schemas.openxmlformats.org/officeDocument/2006/relationships/customXml" Target="../ink/ink366.xml"/><Relationship Id="rId107" Type="http://schemas.openxmlformats.org/officeDocument/2006/relationships/image" Target="../media/image350.png"/><Relationship Id="rId11" Type="http://schemas.openxmlformats.org/officeDocument/2006/relationships/image" Target="../media/image302.png"/><Relationship Id="rId32" Type="http://schemas.openxmlformats.org/officeDocument/2006/relationships/customXml" Target="../ink/ink313.xml"/><Relationship Id="rId53" Type="http://schemas.openxmlformats.org/officeDocument/2006/relationships/image" Target="../media/image323.png"/><Relationship Id="rId74" Type="http://schemas.openxmlformats.org/officeDocument/2006/relationships/customXml" Target="../ink/ink334.xml"/><Relationship Id="rId128" Type="http://schemas.openxmlformats.org/officeDocument/2006/relationships/customXml" Target="../ink/ink361.xml"/><Relationship Id="rId149" Type="http://schemas.openxmlformats.org/officeDocument/2006/relationships/image" Target="../media/image371.png"/><Relationship Id="rId5" Type="http://schemas.openxmlformats.org/officeDocument/2006/relationships/image" Target="../media/image299.png"/><Relationship Id="rId95" Type="http://schemas.openxmlformats.org/officeDocument/2006/relationships/image" Target="../media/image344.png"/><Relationship Id="rId22" Type="http://schemas.openxmlformats.org/officeDocument/2006/relationships/customXml" Target="../ink/ink308.xml"/><Relationship Id="rId43" Type="http://schemas.openxmlformats.org/officeDocument/2006/relationships/image" Target="../media/image318.png"/><Relationship Id="rId64" Type="http://schemas.openxmlformats.org/officeDocument/2006/relationships/customXml" Target="../ink/ink329.xml"/><Relationship Id="rId118" Type="http://schemas.openxmlformats.org/officeDocument/2006/relationships/customXml" Target="../ink/ink356.xml"/><Relationship Id="rId139" Type="http://schemas.openxmlformats.org/officeDocument/2006/relationships/image" Target="../media/image366.png"/><Relationship Id="rId80" Type="http://schemas.openxmlformats.org/officeDocument/2006/relationships/customXml" Target="../ink/ink337.xml"/><Relationship Id="rId85" Type="http://schemas.openxmlformats.org/officeDocument/2006/relationships/image" Target="../media/image339.png"/><Relationship Id="rId150" Type="http://schemas.openxmlformats.org/officeDocument/2006/relationships/customXml" Target="../ink/ink372.xml"/><Relationship Id="rId155" Type="http://schemas.openxmlformats.org/officeDocument/2006/relationships/image" Target="../media/image374.png"/><Relationship Id="rId12" Type="http://schemas.openxmlformats.org/officeDocument/2006/relationships/customXml" Target="../ink/ink303.xml"/><Relationship Id="rId17" Type="http://schemas.openxmlformats.org/officeDocument/2006/relationships/image" Target="../media/image305.png"/><Relationship Id="rId33" Type="http://schemas.openxmlformats.org/officeDocument/2006/relationships/image" Target="../media/image313.png"/><Relationship Id="rId38" Type="http://schemas.openxmlformats.org/officeDocument/2006/relationships/customXml" Target="../ink/ink316.xml"/><Relationship Id="rId59" Type="http://schemas.openxmlformats.org/officeDocument/2006/relationships/image" Target="../media/image326.png"/><Relationship Id="rId103" Type="http://schemas.openxmlformats.org/officeDocument/2006/relationships/image" Target="../media/image348.png"/><Relationship Id="rId108" Type="http://schemas.openxmlformats.org/officeDocument/2006/relationships/customXml" Target="../ink/ink351.xml"/><Relationship Id="rId124" Type="http://schemas.openxmlformats.org/officeDocument/2006/relationships/customXml" Target="../ink/ink359.xml"/><Relationship Id="rId129" Type="http://schemas.openxmlformats.org/officeDocument/2006/relationships/image" Target="../media/image361.png"/><Relationship Id="rId54" Type="http://schemas.openxmlformats.org/officeDocument/2006/relationships/customXml" Target="../ink/ink324.xml"/><Relationship Id="rId70" Type="http://schemas.openxmlformats.org/officeDocument/2006/relationships/customXml" Target="../ink/ink332.xml"/><Relationship Id="rId75" Type="http://schemas.openxmlformats.org/officeDocument/2006/relationships/image" Target="../media/image334.png"/><Relationship Id="rId91" Type="http://schemas.openxmlformats.org/officeDocument/2006/relationships/image" Target="../media/image342.png"/><Relationship Id="rId96" Type="http://schemas.openxmlformats.org/officeDocument/2006/relationships/customXml" Target="../ink/ink345.xml"/><Relationship Id="rId140" Type="http://schemas.openxmlformats.org/officeDocument/2006/relationships/customXml" Target="../ink/ink367.xml"/><Relationship Id="rId145" Type="http://schemas.openxmlformats.org/officeDocument/2006/relationships/image" Target="../media/image36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0.xml"/><Relationship Id="rId23" Type="http://schemas.openxmlformats.org/officeDocument/2006/relationships/image" Target="../media/image308.png"/><Relationship Id="rId28" Type="http://schemas.openxmlformats.org/officeDocument/2006/relationships/customXml" Target="../ink/ink311.xml"/><Relationship Id="rId49" Type="http://schemas.openxmlformats.org/officeDocument/2006/relationships/image" Target="../media/image321.png"/><Relationship Id="rId114" Type="http://schemas.openxmlformats.org/officeDocument/2006/relationships/customXml" Target="../ink/ink354.xml"/><Relationship Id="rId119" Type="http://schemas.openxmlformats.org/officeDocument/2006/relationships/image" Target="../media/image356.png"/><Relationship Id="rId44" Type="http://schemas.openxmlformats.org/officeDocument/2006/relationships/customXml" Target="../ink/ink319.xml"/><Relationship Id="rId60" Type="http://schemas.openxmlformats.org/officeDocument/2006/relationships/customXml" Target="../ink/ink327.xml"/><Relationship Id="rId65" Type="http://schemas.openxmlformats.org/officeDocument/2006/relationships/image" Target="../media/image329.png"/><Relationship Id="rId81" Type="http://schemas.openxmlformats.org/officeDocument/2006/relationships/image" Target="../media/image337.png"/><Relationship Id="rId86" Type="http://schemas.openxmlformats.org/officeDocument/2006/relationships/customXml" Target="../ink/ink340.xml"/><Relationship Id="rId130" Type="http://schemas.openxmlformats.org/officeDocument/2006/relationships/customXml" Target="../ink/ink362.xml"/><Relationship Id="rId135" Type="http://schemas.openxmlformats.org/officeDocument/2006/relationships/image" Target="../media/image364.png"/><Relationship Id="rId151" Type="http://schemas.openxmlformats.org/officeDocument/2006/relationships/image" Target="../media/image372.png"/><Relationship Id="rId156" Type="http://schemas.openxmlformats.org/officeDocument/2006/relationships/customXml" Target="../ink/ink375.xml"/><Relationship Id="rId13" Type="http://schemas.openxmlformats.org/officeDocument/2006/relationships/image" Target="../media/image303.png"/><Relationship Id="rId18" Type="http://schemas.openxmlformats.org/officeDocument/2006/relationships/customXml" Target="../ink/ink306.xml"/><Relationship Id="rId39" Type="http://schemas.openxmlformats.org/officeDocument/2006/relationships/image" Target="../media/image316.png"/><Relationship Id="rId109" Type="http://schemas.openxmlformats.org/officeDocument/2006/relationships/image" Target="../media/image351.png"/><Relationship Id="rId34" Type="http://schemas.openxmlformats.org/officeDocument/2006/relationships/customXml" Target="../ink/ink314.xml"/><Relationship Id="rId50" Type="http://schemas.openxmlformats.org/officeDocument/2006/relationships/customXml" Target="../ink/ink322.xml"/><Relationship Id="rId55" Type="http://schemas.openxmlformats.org/officeDocument/2006/relationships/image" Target="../media/image324.png"/><Relationship Id="rId76" Type="http://schemas.openxmlformats.org/officeDocument/2006/relationships/customXml" Target="../ink/ink335.xml"/><Relationship Id="rId97" Type="http://schemas.openxmlformats.org/officeDocument/2006/relationships/image" Target="../media/image345.png"/><Relationship Id="rId104" Type="http://schemas.openxmlformats.org/officeDocument/2006/relationships/customXml" Target="../ink/ink349.xml"/><Relationship Id="rId120" Type="http://schemas.openxmlformats.org/officeDocument/2006/relationships/customXml" Target="../ink/ink357.xml"/><Relationship Id="rId125" Type="http://schemas.openxmlformats.org/officeDocument/2006/relationships/image" Target="../media/image359.png"/><Relationship Id="rId141" Type="http://schemas.openxmlformats.org/officeDocument/2006/relationships/image" Target="../media/image367.png"/><Relationship Id="rId146" Type="http://schemas.openxmlformats.org/officeDocument/2006/relationships/customXml" Target="../ink/ink370.xml"/><Relationship Id="rId7" Type="http://schemas.openxmlformats.org/officeDocument/2006/relationships/image" Target="../media/image300.png"/><Relationship Id="rId71" Type="http://schemas.openxmlformats.org/officeDocument/2006/relationships/image" Target="../media/image332.png"/><Relationship Id="rId92" Type="http://schemas.openxmlformats.org/officeDocument/2006/relationships/customXml" Target="../ink/ink343.xml"/><Relationship Id="rId2" Type="http://schemas.openxmlformats.org/officeDocument/2006/relationships/customXml" Target="../ink/ink298.xml"/><Relationship Id="rId29" Type="http://schemas.openxmlformats.org/officeDocument/2006/relationships/image" Target="../media/image311.png"/><Relationship Id="rId24" Type="http://schemas.openxmlformats.org/officeDocument/2006/relationships/customXml" Target="../ink/ink309.xml"/><Relationship Id="rId40" Type="http://schemas.openxmlformats.org/officeDocument/2006/relationships/customXml" Target="../ink/ink317.xml"/><Relationship Id="rId45" Type="http://schemas.openxmlformats.org/officeDocument/2006/relationships/image" Target="../media/image319.png"/><Relationship Id="rId66" Type="http://schemas.openxmlformats.org/officeDocument/2006/relationships/customXml" Target="../ink/ink330.xml"/><Relationship Id="rId87" Type="http://schemas.openxmlformats.org/officeDocument/2006/relationships/image" Target="../media/image340.png"/><Relationship Id="rId110" Type="http://schemas.openxmlformats.org/officeDocument/2006/relationships/customXml" Target="../ink/ink352.xml"/><Relationship Id="rId115" Type="http://schemas.openxmlformats.org/officeDocument/2006/relationships/image" Target="../media/image354.png"/><Relationship Id="rId131" Type="http://schemas.openxmlformats.org/officeDocument/2006/relationships/image" Target="../media/image362.png"/><Relationship Id="rId136" Type="http://schemas.openxmlformats.org/officeDocument/2006/relationships/customXml" Target="../ink/ink365.xml"/><Relationship Id="rId157" Type="http://schemas.openxmlformats.org/officeDocument/2006/relationships/image" Target="../media/image375.png"/><Relationship Id="rId61" Type="http://schemas.openxmlformats.org/officeDocument/2006/relationships/image" Target="../media/image327.png"/><Relationship Id="rId82" Type="http://schemas.openxmlformats.org/officeDocument/2006/relationships/customXml" Target="../ink/ink338.xml"/><Relationship Id="rId152" Type="http://schemas.openxmlformats.org/officeDocument/2006/relationships/customXml" Target="../ink/ink373.xml"/><Relationship Id="rId19" Type="http://schemas.openxmlformats.org/officeDocument/2006/relationships/image" Target="../media/image306.png"/><Relationship Id="rId14" Type="http://schemas.openxmlformats.org/officeDocument/2006/relationships/customXml" Target="../ink/ink304.xml"/><Relationship Id="rId30" Type="http://schemas.openxmlformats.org/officeDocument/2006/relationships/customXml" Target="../ink/ink312.xml"/><Relationship Id="rId35" Type="http://schemas.openxmlformats.org/officeDocument/2006/relationships/image" Target="../media/image314.png"/><Relationship Id="rId56" Type="http://schemas.openxmlformats.org/officeDocument/2006/relationships/customXml" Target="../ink/ink325.xml"/><Relationship Id="rId77" Type="http://schemas.openxmlformats.org/officeDocument/2006/relationships/image" Target="../media/image335.png"/><Relationship Id="rId100" Type="http://schemas.openxmlformats.org/officeDocument/2006/relationships/customXml" Target="../ink/ink347.xml"/><Relationship Id="rId105" Type="http://schemas.openxmlformats.org/officeDocument/2006/relationships/image" Target="../media/image349.png"/><Relationship Id="rId126" Type="http://schemas.openxmlformats.org/officeDocument/2006/relationships/customXml" Target="../ink/ink360.xml"/><Relationship Id="rId147" Type="http://schemas.openxmlformats.org/officeDocument/2006/relationships/image" Target="../media/image370.png"/><Relationship Id="rId8" Type="http://schemas.openxmlformats.org/officeDocument/2006/relationships/customXml" Target="../ink/ink301.xml"/><Relationship Id="rId51" Type="http://schemas.openxmlformats.org/officeDocument/2006/relationships/image" Target="../media/image322.png"/><Relationship Id="rId72" Type="http://schemas.openxmlformats.org/officeDocument/2006/relationships/customXml" Target="../ink/ink333.xml"/><Relationship Id="rId93" Type="http://schemas.openxmlformats.org/officeDocument/2006/relationships/image" Target="../media/image343.png"/><Relationship Id="rId98" Type="http://schemas.openxmlformats.org/officeDocument/2006/relationships/customXml" Target="../ink/ink346.xml"/><Relationship Id="rId121" Type="http://schemas.openxmlformats.org/officeDocument/2006/relationships/image" Target="../media/image357.png"/><Relationship Id="rId142" Type="http://schemas.openxmlformats.org/officeDocument/2006/relationships/customXml" Target="../ink/ink368.xml"/><Relationship Id="rId3" Type="http://schemas.openxmlformats.org/officeDocument/2006/relationships/image" Target="../media/image298.png"/><Relationship Id="rId25" Type="http://schemas.openxmlformats.org/officeDocument/2006/relationships/image" Target="../media/image309.png"/><Relationship Id="rId46" Type="http://schemas.openxmlformats.org/officeDocument/2006/relationships/customXml" Target="../ink/ink320.xml"/><Relationship Id="rId67" Type="http://schemas.openxmlformats.org/officeDocument/2006/relationships/image" Target="../media/image330.png"/><Relationship Id="rId116" Type="http://schemas.openxmlformats.org/officeDocument/2006/relationships/customXml" Target="../ink/ink355.xml"/><Relationship Id="rId137" Type="http://schemas.openxmlformats.org/officeDocument/2006/relationships/image" Target="../media/image365.png"/><Relationship Id="rId20" Type="http://schemas.openxmlformats.org/officeDocument/2006/relationships/customXml" Target="../ink/ink307.xml"/><Relationship Id="rId41" Type="http://schemas.openxmlformats.org/officeDocument/2006/relationships/image" Target="../media/image317.png"/><Relationship Id="rId62" Type="http://schemas.openxmlformats.org/officeDocument/2006/relationships/customXml" Target="../ink/ink328.xml"/><Relationship Id="rId83" Type="http://schemas.openxmlformats.org/officeDocument/2006/relationships/image" Target="../media/image338.png"/><Relationship Id="rId88" Type="http://schemas.openxmlformats.org/officeDocument/2006/relationships/customXml" Target="../ink/ink341.xml"/><Relationship Id="rId111" Type="http://schemas.openxmlformats.org/officeDocument/2006/relationships/image" Target="../media/image352.png"/><Relationship Id="rId132" Type="http://schemas.openxmlformats.org/officeDocument/2006/relationships/customXml" Target="../ink/ink363.xml"/><Relationship Id="rId153" Type="http://schemas.openxmlformats.org/officeDocument/2006/relationships/image" Target="../media/image373.png"/><Relationship Id="rId15" Type="http://schemas.openxmlformats.org/officeDocument/2006/relationships/image" Target="../media/image304.png"/><Relationship Id="rId36" Type="http://schemas.openxmlformats.org/officeDocument/2006/relationships/customXml" Target="../ink/ink315.xml"/><Relationship Id="rId57" Type="http://schemas.openxmlformats.org/officeDocument/2006/relationships/image" Target="../media/image325.png"/><Relationship Id="rId106" Type="http://schemas.openxmlformats.org/officeDocument/2006/relationships/customXml" Target="../ink/ink350.xml"/><Relationship Id="rId127" Type="http://schemas.openxmlformats.org/officeDocument/2006/relationships/image" Target="../media/image360.png"/><Relationship Id="rId10" Type="http://schemas.openxmlformats.org/officeDocument/2006/relationships/customXml" Target="../ink/ink302.xml"/><Relationship Id="rId31" Type="http://schemas.openxmlformats.org/officeDocument/2006/relationships/image" Target="../media/image312.png"/><Relationship Id="rId52" Type="http://schemas.openxmlformats.org/officeDocument/2006/relationships/customXml" Target="../ink/ink323.xml"/><Relationship Id="rId73" Type="http://schemas.openxmlformats.org/officeDocument/2006/relationships/image" Target="../media/image333.png"/><Relationship Id="rId78" Type="http://schemas.openxmlformats.org/officeDocument/2006/relationships/customXml" Target="../ink/ink336.xml"/><Relationship Id="rId94" Type="http://schemas.openxmlformats.org/officeDocument/2006/relationships/customXml" Target="../ink/ink344.xml"/><Relationship Id="rId99" Type="http://schemas.openxmlformats.org/officeDocument/2006/relationships/image" Target="../media/image346.png"/><Relationship Id="rId101" Type="http://schemas.openxmlformats.org/officeDocument/2006/relationships/image" Target="../media/image347.png"/><Relationship Id="rId122" Type="http://schemas.openxmlformats.org/officeDocument/2006/relationships/customXml" Target="../ink/ink358.xml"/><Relationship Id="rId143" Type="http://schemas.openxmlformats.org/officeDocument/2006/relationships/image" Target="../media/image368.png"/><Relationship Id="rId148" Type="http://schemas.openxmlformats.org/officeDocument/2006/relationships/customXml" Target="../ink/ink371.xml"/><Relationship Id="rId4" Type="http://schemas.openxmlformats.org/officeDocument/2006/relationships/customXml" Target="../ink/ink299.xml"/><Relationship Id="rId9" Type="http://schemas.openxmlformats.org/officeDocument/2006/relationships/image" Target="../media/image301.png"/><Relationship Id="rId26" Type="http://schemas.openxmlformats.org/officeDocument/2006/relationships/customXml" Target="../ink/ink310.xml"/><Relationship Id="rId47" Type="http://schemas.openxmlformats.org/officeDocument/2006/relationships/image" Target="../media/image320.png"/><Relationship Id="rId68" Type="http://schemas.openxmlformats.org/officeDocument/2006/relationships/customXml" Target="../ink/ink331.xml"/><Relationship Id="rId89" Type="http://schemas.openxmlformats.org/officeDocument/2006/relationships/image" Target="../media/image341.png"/><Relationship Id="rId112" Type="http://schemas.openxmlformats.org/officeDocument/2006/relationships/customXml" Target="../ink/ink353.xml"/><Relationship Id="rId133" Type="http://schemas.openxmlformats.org/officeDocument/2006/relationships/image" Target="../media/image363.png"/><Relationship Id="rId154" Type="http://schemas.openxmlformats.org/officeDocument/2006/relationships/customXml" Target="../ink/ink374.xml"/><Relationship Id="rId16" Type="http://schemas.openxmlformats.org/officeDocument/2006/relationships/customXml" Target="../ink/ink305.xml"/><Relationship Id="rId37" Type="http://schemas.openxmlformats.org/officeDocument/2006/relationships/image" Target="../media/image315.png"/><Relationship Id="rId58" Type="http://schemas.openxmlformats.org/officeDocument/2006/relationships/customXml" Target="../ink/ink326.xml"/><Relationship Id="rId79" Type="http://schemas.openxmlformats.org/officeDocument/2006/relationships/image" Target="../media/image336.png"/><Relationship Id="rId102" Type="http://schemas.openxmlformats.org/officeDocument/2006/relationships/customXml" Target="../ink/ink348.xml"/><Relationship Id="rId123" Type="http://schemas.openxmlformats.org/officeDocument/2006/relationships/image" Target="../media/image358.png"/><Relationship Id="rId144" Type="http://schemas.openxmlformats.org/officeDocument/2006/relationships/customXml" Target="../ink/ink369.xml"/><Relationship Id="rId90" Type="http://schemas.openxmlformats.org/officeDocument/2006/relationships/customXml" Target="../ink/ink342.xml"/><Relationship Id="rId27" Type="http://schemas.openxmlformats.org/officeDocument/2006/relationships/image" Target="../media/image310.png"/><Relationship Id="rId48" Type="http://schemas.openxmlformats.org/officeDocument/2006/relationships/customXml" Target="../ink/ink321.xml"/><Relationship Id="rId69" Type="http://schemas.openxmlformats.org/officeDocument/2006/relationships/image" Target="../media/image331.png"/><Relationship Id="rId113" Type="http://schemas.openxmlformats.org/officeDocument/2006/relationships/image" Target="../media/image353.png"/><Relationship Id="rId134" Type="http://schemas.openxmlformats.org/officeDocument/2006/relationships/customXml" Target="../ink/ink36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3.png"/><Relationship Id="rId21" Type="http://schemas.openxmlformats.org/officeDocument/2006/relationships/image" Target="../media/image385.png"/><Relationship Id="rId42" Type="http://schemas.openxmlformats.org/officeDocument/2006/relationships/customXml" Target="../ink/ink396.xml"/><Relationship Id="rId63" Type="http://schemas.openxmlformats.org/officeDocument/2006/relationships/image" Target="../media/image406.png"/><Relationship Id="rId84" Type="http://schemas.openxmlformats.org/officeDocument/2006/relationships/customXml" Target="../ink/ink417.xml"/><Relationship Id="rId138" Type="http://schemas.openxmlformats.org/officeDocument/2006/relationships/customXml" Target="../ink/ink444.xml"/><Relationship Id="rId159" Type="http://schemas.openxmlformats.org/officeDocument/2006/relationships/image" Target="../media/image454.png"/><Relationship Id="rId170" Type="http://schemas.openxmlformats.org/officeDocument/2006/relationships/customXml" Target="../ink/ink460.xml"/><Relationship Id="rId191" Type="http://schemas.openxmlformats.org/officeDocument/2006/relationships/image" Target="../media/image470.png"/><Relationship Id="rId205" Type="http://schemas.openxmlformats.org/officeDocument/2006/relationships/image" Target="../media/image477.png"/><Relationship Id="rId226" Type="http://schemas.openxmlformats.org/officeDocument/2006/relationships/customXml" Target="../ink/ink488.xml"/><Relationship Id="rId107" Type="http://schemas.openxmlformats.org/officeDocument/2006/relationships/image" Target="../media/image428.png"/><Relationship Id="rId11" Type="http://schemas.openxmlformats.org/officeDocument/2006/relationships/image" Target="../media/image380.png"/><Relationship Id="rId32" Type="http://schemas.openxmlformats.org/officeDocument/2006/relationships/customXml" Target="../ink/ink391.xml"/><Relationship Id="rId53" Type="http://schemas.openxmlformats.org/officeDocument/2006/relationships/image" Target="../media/image401.png"/><Relationship Id="rId74" Type="http://schemas.openxmlformats.org/officeDocument/2006/relationships/customXml" Target="../ink/ink412.xml"/><Relationship Id="rId128" Type="http://schemas.openxmlformats.org/officeDocument/2006/relationships/customXml" Target="../ink/ink439.xml"/><Relationship Id="rId149" Type="http://schemas.openxmlformats.org/officeDocument/2006/relationships/image" Target="../media/image449.png"/><Relationship Id="rId5" Type="http://schemas.openxmlformats.org/officeDocument/2006/relationships/image" Target="../media/image377.png"/><Relationship Id="rId95" Type="http://schemas.openxmlformats.org/officeDocument/2006/relationships/image" Target="../media/image422.png"/><Relationship Id="rId160" Type="http://schemas.openxmlformats.org/officeDocument/2006/relationships/customXml" Target="../ink/ink455.xml"/><Relationship Id="rId181" Type="http://schemas.openxmlformats.org/officeDocument/2006/relationships/image" Target="../media/image465.png"/><Relationship Id="rId216" Type="http://schemas.openxmlformats.org/officeDocument/2006/relationships/customXml" Target="../ink/ink483.xml"/><Relationship Id="rId237" Type="http://schemas.openxmlformats.org/officeDocument/2006/relationships/image" Target="../media/image493.png"/><Relationship Id="rId22" Type="http://schemas.openxmlformats.org/officeDocument/2006/relationships/customXml" Target="../ink/ink386.xml"/><Relationship Id="rId43" Type="http://schemas.openxmlformats.org/officeDocument/2006/relationships/image" Target="../media/image396.png"/><Relationship Id="rId64" Type="http://schemas.openxmlformats.org/officeDocument/2006/relationships/customXml" Target="../ink/ink407.xml"/><Relationship Id="rId118" Type="http://schemas.openxmlformats.org/officeDocument/2006/relationships/customXml" Target="../ink/ink434.xml"/><Relationship Id="rId139" Type="http://schemas.openxmlformats.org/officeDocument/2006/relationships/image" Target="../media/image444.png"/><Relationship Id="rId85" Type="http://schemas.openxmlformats.org/officeDocument/2006/relationships/image" Target="../media/image417.png"/><Relationship Id="rId150" Type="http://schemas.openxmlformats.org/officeDocument/2006/relationships/customXml" Target="../ink/ink450.xml"/><Relationship Id="rId171" Type="http://schemas.openxmlformats.org/officeDocument/2006/relationships/image" Target="../media/image460.png"/><Relationship Id="rId192" Type="http://schemas.openxmlformats.org/officeDocument/2006/relationships/customXml" Target="../ink/ink471.xml"/><Relationship Id="rId206" Type="http://schemas.openxmlformats.org/officeDocument/2006/relationships/customXml" Target="../ink/ink478.xml"/><Relationship Id="rId227" Type="http://schemas.openxmlformats.org/officeDocument/2006/relationships/image" Target="../media/image488.png"/><Relationship Id="rId12" Type="http://schemas.openxmlformats.org/officeDocument/2006/relationships/customXml" Target="../ink/ink381.xml"/><Relationship Id="rId33" Type="http://schemas.openxmlformats.org/officeDocument/2006/relationships/image" Target="../media/image391.png"/><Relationship Id="rId108" Type="http://schemas.openxmlformats.org/officeDocument/2006/relationships/customXml" Target="../ink/ink429.xml"/><Relationship Id="rId129" Type="http://schemas.openxmlformats.org/officeDocument/2006/relationships/image" Target="../media/image439.png"/><Relationship Id="rId54" Type="http://schemas.openxmlformats.org/officeDocument/2006/relationships/customXml" Target="../ink/ink402.xml"/><Relationship Id="rId75" Type="http://schemas.openxmlformats.org/officeDocument/2006/relationships/image" Target="../media/image412.png"/><Relationship Id="rId96" Type="http://schemas.openxmlformats.org/officeDocument/2006/relationships/customXml" Target="../ink/ink423.xml"/><Relationship Id="rId140" Type="http://schemas.openxmlformats.org/officeDocument/2006/relationships/customXml" Target="../ink/ink445.xml"/><Relationship Id="rId161" Type="http://schemas.openxmlformats.org/officeDocument/2006/relationships/image" Target="../media/image455.png"/><Relationship Id="rId182" Type="http://schemas.openxmlformats.org/officeDocument/2006/relationships/customXml" Target="../ink/ink466.xml"/><Relationship Id="rId217" Type="http://schemas.openxmlformats.org/officeDocument/2006/relationships/image" Target="../media/image483.png"/><Relationship Id="rId6" Type="http://schemas.openxmlformats.org/officeDocument/2006/relationships/customXml" Target="../ink/ink378.xml"/><Relationship Id="rId23" Type="http://schemas.openxmlformats.org/officeDocument/2006/relationships/image" Target="../media/image386.png"/><Relationship Id="rId119" Type="http://schemas.openxmlformats.org/officeDocument/2006/relationships/image" Target="../media/image434.png"/><Relationship Id="rId44" Type="http://schemas.openxmlformats.org/officeDocument/2006/relationships/customXml" Target="../ink/ink397.xml"/><Relationship Id="rId65" Type="http://schemas.openxmlformats.org/officeDocument/2006/relationships/image" Target="../media/image407.png"/><Relationship Id="rId86" Type="http://schemas.openxmlformats.org/officeDocument/2006/relationships/customXml" Target="../ink/ink418.xml"/><Relationship Id="rId130" Type="http://schemas.openxmlformats.org/officeDocument/2006/relationships/customXml" Target="../ink/ink440.xml"/><Relationship Id="rId151" Type="http://schemas.openxmlformats.org/officeDocument/2006/relationships/image" Target="../media/image450.png"/><Relationship Id="rId172" Type="http://schemas.openxmlformats.org/officeDocument/2006/relationships/customXml" Target="../ink/ink461.xml"/><Relationship Id="rId193" Type="http://schemas.openxmlformats.org/officeDocument/2006/relationships/image" Target="../media/image471.png"/><Relationship Id="rId207" Type="http://schemas.openxmlformats.org/officeDocument/2006/relationships/image" Target="../media/image478.png"/><Relationship Id="rId228" Type="http://schemas.openxmlformats.org/officeDocument/2006/relationships/customXml" Target="../ink/ink489.xml"/><Relationship Id="rId13" Type="http://schemas.openxmlformats.org/officeDocument/2006/relationships/image" Target="../media/image381.png"/><Relationship Id="rId109" Type="http://schemas.openxmlformats.org/officeDocument/2006/relationships/image" Target="../media/image429.png"/><Relationship Id="rId34" Type="http://schemas.openxmlformats.org/officeDocument/2006/relationships/customXml" Target="../ink/ink392.xml"/><Relationship Id="rId55" Type="http://schemas.openxmlformats.org/officeDocument/2006/relationships/image" Target="../media/image402.png"/><Relationship Id="rId76" Type="http://schemas.openxmlformats.org/officeDocument/2006/relationships/customXml" Target="../ink/ink413.xml"/><Relationship Id="rId97" Type="http://schemas.openxmlformats.org/officeDocument/2006/relationships/image" Target="../media/image423.png"/><Relationship Id="rId120" Type="http://schemas.openxmlformats.org/officeDocument/2006/relationships/customXml" Target="../ink/ink435.xml"/><Relationship Id="rId141" Type="http://schemas.openxmlformats.org/officeDocument/2006/relationships/image" Target="../media/image445.png"/><Relationship Id="rId7" Type="http://schemas.openxmlformats.org/officeDocument/2006/relationships/image" Target="../media/image378.png"/><Relationship Id="rId162" Type="http://schemas.openxmlformats.org/officeDocument/2006/relationships/customXml" Target="../ink/ink456.xml"/><Relationship Id="rId183" Type="http://schemas.openxmlformats.org/officeDocument/2006/relationships/image" Target="../media/image466.png"/><Relationship Id="rId218" Type="http://schemas.openxmlformats.org/officeDocument/2006/relationships/customXml" Target="../ink/ink484.xml"/><Relationship Id="rId24" Type="http://schemas.openxmlformats.org/officeDocument/2006/relationships/customXml" Target="../ink/ink387.xml"/><Relationship Id="rId45" Type="http://schemas.openxmlformats.org/officeDocument/2006/relationships/image" Target="../media/image397.png"/><Relationship Id="rId66" Type="http://schemas.openxmlformats.org/officeDocument/2006/relationships/customXml" Target="../ink/ink408.xml"/><Relationship Id="rId87" Type="http://schemas.openxmlformats.org/officeDocument/2006/relationships/image" Target="../media/image418.png"/><Relationship Id="rId110" Type="http://schemas.openxmlformats.org/officeDocument/2006/relationships/customXml" Target="../ink/ink430.xml"/><Relationship Id="rId131" Type="http://schemas.openxmlformats.org/officeDocument/2006/relationships/image" Target="../media/image440.png"/><Relationship Id="rId152" Type="http://schemas.openxmlformats.org/officeDocument/2006/relationships/customXml" Target="../ink/ink451.xml"/><Relationship Id="rId173" Type="http://schemas.openxmlformats.org/officeDocument/2006/relationships/image" Target="../media/image461.png"/><Relationship Id="rId194" Type="http://schemas.openxmlformats.org/officeDocument/2006/relationships/customXml" Target="../ink/ink472.xml"/><Relationship Id="rId208" Type="http://schemas.openxmlformats.org/officeDocument/2006/relationships/customXml" Target="../ink/ink479.xml"/><Relationship Id="rId229" Type="http://schemas.openxmlformats.org/officeDocument/2006/relationships/image" Target="../media/image489.png"/><Relationship Id="rId14" Type="http://schemas.openxmlformats.org/officeDocument/2006/relationships/customXml" Target="../ink/ink382.xml"/><Relationship Id="rId35" Type="http://schemas.openxmlformats.org/officeDocument/2006/relationships/image" Target="../media/image392.png"/><Relationship Id="rId56" Type="http://schemas.openxmlformats.org/officeDocument/2006/relationships/customXml" Target="../ink/ink403.xml"/><Relationship Id="rId77" Type="http://schemas.openxmlformats.org/officeDocument/2006/relationships/image" Target="../media/image413.png"/><Relationship Id="rId100" Type="http://schemas.openxmlformats.org/officeDocument/2006/relationships/customXml" Target="../ink/ink425.xml"/><Relationship Id="rId8" Type="http://schemas.openxmlformats.org/officeDocument/2006/relationships/customXml" Target="../ink/ink379.xml"/><Relationship Id="rId98" Type="http://schemas.openxmlformats.org/officeDocument/2006/relationships/customXml" Target="../ink/ink424.xml"/><Relationship Id="rId121" Type="http://schemas.openxmlformats.org/officeDocument/2006/relationships/image" Target="../media/image435.png"/><Relationship Id="rId142" Type="http://schemas.openxmlformats.org/officeDocument/2006/relationships/customXml" Target="../ink/ink446.xml"/><Relationship Id="rId163" Type="http://schemas.openxmlformats.org/officeDocument/2006/relationships/image" Target="../media/image456.png"/><Relationship Id="rId184" Type="http://schemas.openxmlformats.org/officeDocument/2006/relationships/customXml" Target="../ink/ink467.xml"/><Relationship Id="rId219" Type="http://schemas.openxmlformats.org/officeDocument/2006/relationships/image" Target="../media/image484.png"/><Relationship Id="rId230" Type="http://schemas.openxmlformats.org/officeDocument/2006/relationships/customXml" Target="../ink/ink490.xml"/><Relationship Id="rId25" Type="http://schemas.openxmlformats.org/officeDocument/2006/relationships/image" Target="../media/image387.png"/><Relationship Id="rId46" Type="http://schemas.openxmlformats.org/officeDocument/2006/relationships/customXml" Target="../ink/ink398.xml"/><Relationship Id="rId67" Type="http://schemas.openxmlformats.org/officeDocument/2006/relationships/image" Target="../media/image408.png"/><Relationship Id="rId88" Type="http://schemas.openxmlformats.org/officeDocument/2006/relationships/customXml" Target="../ink/ink419.xml"/><Relationship Id="rId111" Type="http://schemas.openxmlformats.org/officeDocument/2006/relationships/image" Target="../media/image430.png"/><Relationship Id="rId132" Type="http://schemas.openxmlformats.org/officeDocument/2006/relationships/customXml" Target="../ink/ink441.xml"/><Relationship Id="rId153" Type="http://schemas.openxmlformats.org/officeDocument/2006/relationships/image" Target="../media/image451.png"/><Relationship Id="rId174" Type="http://schemas.openxmlformats.org/officeDocument/2006/relationships/customXml" Target="../ink/ink462.xml"/><Relationship Id="rId195" Type="http://schemas.openxmlformats.org/officeDocument/2006/relationships/image" Target="../media/image472.png"/><Relationship Id="rId209" Type="http://schemas.openxmlformats.org/officeDocument/2006/relationships/image" Target="../media/image479.png"/><Relationship Id="rId190" Type="http://schemas.openxmlformats.org/officeDocument/2006/relationships/customXml" Target="../ink/ink470.xml"/><Relationship Id="rId204" Type="http://schemas.openxmlformats.org/officeDocument/2006/relationships/customXml" Target="../ink/ink477.xml"/><Relationship Id="rId220" Type="http://schemas.openxmlformats.org/officeDocument/2006/relationships/customXml" Target="../ink/ink485.xml"/><Relationship Id="rId225" Type="http://schemas.openxmlformats.org/officeDocument/2006/relationships/image" Target="../media/image487.png"/><Relationship Id="rId15" Type="http://schemas.openxmlformats.org/officeDocument/2006/relationships/image" Target="../media/image382.png"/><Relationship Id="rId36" Type="http://schemas.openxmlformats.org/officeDocument/2006/relationships/customXml" Target="../ink/ink393.xml"/><Relationship Id="rId57" Type="http://schemas.openxmlformats.org/officeDocument/2006/relationships/image" Target="../media/image403.png"/><Relationship Id="rId106" Type="http://schemas.openxmlformats.org/officeDocument/2006/relationships/customXml" Target="../ink/ink428.xml"/><Relationship Id="rId127" Type="http://schemas.openxmlformats.org/officeDocument/2006/relationships/image" Target="../media/image438.png"/><Relationship Id="rId10" Type="http://schemas.openxmlformats.org/officeDocument/2006/relationships/customXml" Target="../ink/ink380.xml"/><Relationship Id="rId31" Type="http://schemas.openxmlformats.org/officeDocument/2006/relationships/image" Target="../media/image390.png"/><Relationship Id="rId52" Type="http://schemas.openxmlformats.org/officeDocument/2006/relationships/customXml" Target="../ink/ink401.xml"/><Relationship Id="rId73" Type="http://schemas.openxmlformats.org/officeDocument/2006/relationships/image" Target="../media/image411.png"/><Relationship Id="rId78" Type="http://schemas.openxmlformats.org/officeDocument/2006/relationships/customXml" Target="../ink/ink414.xml"/><Relationship Id="rId94" Type="http://schemas.openxmlformats.org/officeDocument/2006/relationships/customXml" Target="../ink/ink422.xml"/><Relationship Id="rId99" Type="http://schemas.openxmlformats.org/officeDocument/2006/relationships/image" Target="../media/image424.png"/><Relationship Id="rId101" Type="http://schemas.openxmlformats.org/officeDocument/2006/relationships/image" Target="../media/image425.png"/><Relationship Id="rId122" Type="http://schemas.openxmlformats.org/officeDocument/2006/relationships/customXml" Target="../ink/ink436.xml"/><Relationship Id="rId143" Type="http://schemas.openxmlformats.org/officeDocument/2006/relationships/image" Target="../media/image446.png"/><Relationship Id="rId148" Type="http://schemas.openxmlformats.org/officeDocument/2006/relationships/customXml" Target="../ink/ink449.xml"/><Relationship Id="rId164" Type="http://schemas.openxmlformats.org/officeDocument/2006/relationships/customXml" Target="../ink/ink457.xml"/><Relationship Id="rId169" Type="http://schemas.openxmlformats.org/officeDocument/2006/relationships/image" Target="../media/image459.png"/><Relationship Id="rId185" Type="http://schemas.openxmlformats.org/officeDocument/2006/relationships/image" Target="../media/image467.png"/><Relationship Id="rId4" Type="http://schemas.openxmlformats.org/officeDocument/2006/relationships/customXml" Target="../ink/ink377.xml"/><Relationship Id="rId9" Type="http://schemas.openxmlformats.org/officeDocument/2006/relationships/image" Target="../media/image379.png"/><Relationship Id="rId180" Type="http://schemas.openxmlformats.org/officeDocument/2006/relationships/customXml" Target="../ink/ink465.xml"/><Relationship Id="rId210" Type="http://schemas.openxmlformats.org/officeDocument/2006/relationships/customXml" Target="../ink/ink480.xml"/><Relationship Id="rId215" Type="http://schemas.openxmlformats.org/officeDocument/2006/relationships/image" Target="../media/image482.png"/><Relationship Id="rId236" Type="http://schemas.openxmlformats.org/officeDocument/2006/relationships/customXml" Target="../ink/ink493.xml"/><Relationship Id="rId26" Type="http://schemas.openxmlformats.org/officeDocument/2006/relationships/customXml" Target="../ink/ink388.xml"/><Relationship Id="rId231" Type="http://schemas.openxmlformats.org/officeDocument/2006/relationships/image" Target="../media/image490.png"/><Relationship Id="rId47" Type="http://schemas.openxmlformats.org/officeDocument/2006/relationships/image" Target="../media/image398.png"/><Relationship Id="rId68" Type="http://schemas.openxmlformats.org/officeDocument/2006/relationships/customXml" Target="../ink/ink409.xml"/><Relationship Id="rId89" Type="http://schemas.openxmlformats.org/officeDocument/2006/relationships/image" Target="../media/image419.png"/><Relationship Id="rId112" Type="http://schemas.openxmlformats.org/officeDocument/2006/relationships/customXml" Target="../ink/ink431.xml"/><Relationship Id="rId133" Type="http://schemas.openxmlformats.org/officeDocument/2006/relationships/image" Target="../media/image441.png"/><Relationship Id="rId154" Type="http://schemas.openxmlformats.org/officeDocument/2006/relationships/customXml" Target="../ink/ink452.xml"/><Relationship Id="rId175" Type="http://schemas.openxmlformats.org/officeDocument/2006/relationships/image" Target="../media/image462.png"/><Relationship Id="rId196" Type="http://schemas.openxmlformats.org/officeDocument/2006/relationships/customXml" Target="../ink/ink473.xml"/><Relationship Id="rId200" Type="http://schemas.openxmlformats.org/officeDocument/2006/relationships/customXml" Target="../ink/ink475.xml"/><Relationship Id="rId16" Type="http://schemas.openxmlformats.org/officeDocument/2006/relationships/customXml" Target="../ink/ink383.xml"/><Relationship Id="rId221" Type="http://schemas.openxmlformats.org/officeDocument/2006/relationships/image" Target="../media/image485.png"/><Relationship Id="rId37" Type="http://schemas.openxmlformats.org/officeDocument/2006/relationships/image" Target="../media/image393.png"/><Relationship Id="rId58" Type="http://schemas.openxmlformats.org/officeDocument/2006/relationships/customXml" Target="../ink/ink404.xml"/><Relationship Id="rId79" Type="http://schemas.openxmlformats.org/officeDocument/2006/relationships/image" Target="../media/image414.png"/><Relationship Id="rId102" Type="http://schemas.openxmlformats.org/officeDocument/2006/relationships/customXml" Target="../ink/ink426.xml"/><Relationship Id="rId123" Type="http://schemas.openxmlformats.org/officeDocument/2006/relationships/image" Target="../media/image436.png"/><Relationship Id="rId144" Type="http://schemas.openxmlformats.org/officeDocument/2006/relationships/customXml" Target="../ink/ink447.xml"/><Relationship Id="rId90" Type="http://schemas.openxmlformats.org/officeDocument/2006/relationships/customXml" Target="../ink/ink420.xml"/><Relationship Id="rId165" Type="http://schemas.openxmlformats.org/officeDocument/2006/relationships/image" Target="../media/image457.png"/><Relationship Id="rId186" Type="http://schemas.openxmlformats.org/officeDocument/2006/relationships/customXml" Target="../ink/ink468.xml"/><Relationship Id="rId211" Type="http://schemas.openxmlformats.org/officeDocument/2006/relationships/image" Target="../media/image480.png"/><Relationship Id="rId232" Type="http://schemas.openxmlformats.org/officeDocument/2006/relationships/customXml" Target="../ink/ink491.xml"/><Relationship Id="rId27" Type="http://schemas.openxmlformats.org/officeDocument/2006/relationships/image" Target="../media/image388.png"/><Relationship Id="rId48" Type="http://schemas.openxmlformats.org/officeDocument/2006/relationships/customXml" Target="../ink/ink399.xml"/><Relationship Id="rId69" Type="http://schemas.openxmlformats.org/officeDocument/2006/relationships/image" Target="../media/image409.png"/><Relationship Id="rId113" Type="http://schemas.openxmlformats.org/officeDocument/2006/relationships/image" Target="../media/image431.png"/><Relationship Id="rId134" Type="http://schemas.openxmlformats.org/officeDocument/2006/relationships/customXml" Target="../ink/ink442.xml"/><Relationship Id="rId80" Type="http://schemas.openxmlformats.org/officeDocument/2006/relationships/customXml" Target="../ink/ink415.xml"/><Relationship Id="rId155" Type="http://schemas.openxmlformats.org/officeDocument/2006/relationships/image" Target="../media/image452.png"/><Relationship Id="rId176" Type="http://schemas.openxmlformats.org/officeDocument/2006/relationships/customXml" Target="../ink/ink463.xml"/><Relationship Id="rId197" Type="http://schemas.openxmlformats.org/officeDocument/2006/relationships/image" Target="../media/image473.png"/><Relationship Id="rId201" Type="http://schemas.openxmlformats.org/officeDocument/2006/relationships/image" Target="../media/image475.png"/><Relationship Id="rId222" Type="http://schemas.openxmlformats.org/officeDocument/2006/relationships/customXml" Target="../ink/ink486.xml"/><Relationship Id="rId17" Type="http://schemas.openxmlformats.org/officeDocument/2006/relationships/image" Target="../media/image383.png"/><Relationship Id="rId38" Type="http://schemas.openxmlformats.org/officeDocument/2006/relationships/customXml" Target="../ink/ink394.xml"/><Relationship Id="rId59" Type="http://schemas.openxmlformats.org/officeDocument/2006/relationships/image" Target="../media/image404.png"/><Relationship Id="rId103" Type="http://schemas.openxmlformats.org/officeDocument/2006/relationships/image" Target="../media/image426.png"/><Relationship Id="rId124" Type="http://schemas.openxmlformats.org/officeDocument/2006/relationships/customXml" Target="../ink/ink437.xml"/><Relationship Id="rId70" Type="http://schemas.openxmlformats.org/officeDocument/2006/relationships/customXml" Target="../ink/ink410.xml"/><Relationship Id="rId91" Type="http://schemas.openxmlformats.org/officeDocument/2006/relationships/image" Target="../media/image420.png"/><Relationship Id="rId145" Type="http://schemas.openxmlformats.org/officeDocument/2006/relationships/image" Target="../media/image447.png"/><Relationship Id="rId166" Type="http://schemas.openxmlformats.org/officeDocument/2006/relationships/customXml" Target="../ink/ink458.xml"/><Relationship Id="rId187" Type="http://schemas.openxmlformats.org/officeDocument/2006/relationships/image" Target="../media/image46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81.xml"/><Relationship Id="rId233" Type="http://schemas.openxmlformats.org/officeDocument/2006/relationships/image" Target="../media/image491.png"/><Relationship Id="rId28" Type="http://schemas.openxmlformats.org/officeDocument/2006/relationships/customXml" Target="../ink/ink389.xml"/><Relationship Id="rId49" Type="http://schemas.openxmlformats.org/officeDocument/2006/relationships/image" Target="../media/image399.png"/><Relationship Id="rId114" Type="http://schemas.openxmlformats.org/officeDocument/2006/relationships/customXml" Target="../ink/ink432.xml"/><Relationship Id="rId60" Type="http://schemas.openxmlformats.org/officeDocument/2006/relationships/customXml" Target="../ink/ink405.xml"/><Relationship Id="rId81" Type="http://schemas.openxmlformats.org/officeDocument/2006/relationships/image" Target="../media/image415.png"/><Relationship Id="rId135" Type="http://schemas.openxmlformats.org/officeDocument/2006/relationships/image" Target="../media/image442.png"/><Relationship Id="rId156" Type="http://schemas.openxmlformats.org/officeDocument/2006/relationships/customXml" Target="../ink/ink453.xml"/><Relationship Id="rId177" Type="http://schemas.openxmlformats.org/officeDocument/2006/relationships/image" Target="../media/image463.png"/><Relationship Id="rId198" Type="http://schemas.openxmlformats.org/officeDocument/2006/relationships/customXml" Target="../ink/ink474.xml"/><Relationship Id="rId202" Type="http://schemas.openxmlformats.org/officeDocument/2006/relationships/customXml" Target="../ink/ink476.xml"/><Relationship Id="rId223" Type="http://schemas.openxmlformats.org/officeDocument/2006/relationships/image" Target="../media/image486.png"/><Relationship Id="rId18" Type="http://schemas.openxmlformats.org/officeDocument/2006/relationships/customXml" Target="../ink/ink384.xml"/><Relationship Id="rId39" Type="http://schemas.openxmlformats.org/officeDocument/2006/relationships/image" Target="../media/image394.png"/><Relationship Id="rId50" Type="http://schemas.openxmlformats.org/officeDocument/2006/relationships/customXml" Target="../ink/ink400.xml"/><Relationship Id="rId104" Type="http://schemas.openxmlformats.org/officeDocument/2006/relationships/customXml" Target="../ink/ink427.xml"/><Relationship Id="rId125" Type="http://schemas.openxmlformats.org/officeDocument/2006/relationships/image" Target="../media/image437.png"/><Relationship Id="rId146" Type="http://schemas.openxmlformats.org/officeDocument/2006/relationships/customXml" Target="../ink/ink448.xml"/><Relationship Id="rId167" Type="http://schemas.openxmlformats.org/officeDocument/2006/relationships/image" Target="../media/image458.png"/><Relationship Id="rId188" Type="http://schemas.openxmlformats.org/officeDocument/2006/relationships/customXml" Target="../ink/ink469.xml"/><Relationship Id="rId71" Type="http://schemas.openxmlformats.org/officeDocument/2006/relationships/image" Target="../media/image410.png"/><Relationship Id="rId92" Type="http://schemas.openxmlformats.org/officeDocument/2006/relationships/customXml" Target="../ink/ink421.xml"/><Relationship Id="rId213" Type="http://schemas.openxmlformats.org/officeDocument/2006/relationships/image" Target="../media/image481.png"/><Relationship Id="rId234" Type="http://schemas.openxmlformats.org/officeDocument/2006/relationships/customXml" Target="../ink/ink492.xml"/><Relationship Id="rId2" Type="http://schemas.openxmlformats.org/officeDocument/2006/relationships/customXml" Target="../ink/ink376.xml"/><Relationship Id="rId29" Type="http://schemas.openxmlformats.org/officeDocument/2006/relationships/image" Target="../media/image389.png"/><Relationship Id="rId40" Type="http://schemas.openxmlformats.org/officeDocument/2006/relationships/customXml" Target="../ink/ink395.xml"/><Relationship Id="rId115" Type="http://schemas.openxmlformats.org/officeDocument/2006/relationships/image" Target="../media/image432.png"/><Relationship Id="rId136" Type="http://schemas.openxmlformats.org/officeDocument/2006/relationships/customXml" Target="../ink/ink443.xml"/><Relationship Id="rId157" Type="http://schemas.openxmlformats.org/officeDocument/2006/relationships/image" Target="../media/image453.png"/><Relationship Id="rId178" Type="http://schemas.openxmlformats.org/officeDocument/2006/relationships/customXml" Target="../ink/ink464.xml"/><Relationship Id="rId61" Type="http://schemas.openxmlformats.org/officeDocument/2006/relationships/image" Target="../media/image405.png"/><Relationship Id="rId82" Type="http://schemas.openxmlformats.org/officeDocument/2006/relationships/customXml" Target="../ink/ink416.xml"/><Relationship Id="rId199" Type="http://schemas.openxmlformats.org/officeDocument/2006/relationships/image" Target="../media/image474.png"/><Relationship Id="rId203" Type="http://schemas.openxmlformats.org/officeDocument/2006/relationships/image" Target="../media/image476.png"/><Relationship Id="rId19" Type="http://schemas.openxmlformats.org/officeDocument/2006/relationships/image" Target="../media/image384.png"/><Relationship Id="rId224" Type="http://schemas.openxmlformats.org/officeDocument/2006/relationships/customXml" Target="../ink/ink487.xml"/><Relationship Id="rId30" Type="http://schemas.openxmlformats.org/officeDocument/2006/relationships/customXml" Target="../ink/ink390.xml"/><Relationship Id="rId105" Type="http://schemas.openxmlformats.org/officeDocument/2006/relationships/image" Target="../media/image427.png"/><Relationship Id="rId126" Type="http://schemas.openxmlformats.org/officeDocument/2006/relationships/customXml" Target="../ink/ink438.xml"/><Relationship Id="rId147" Type="http://schemas.openxmlformats.org/officeDocument/2006/relationships/image" Target="../media/image448.png"/><Relationship Id="rId168" Type="http://schemas.openxmlformats.org/officeDocument/2006/relationships/customXml" Target="../ink/ink459.xml"/><Relationship Id="rId51" Type="http://schemas.openxmlformats.org/officeDocument/2006/relationships/image" Target="../media/image400.png"/><Relationship Id="rId72" Type="http://schemas.openxmlformats.org/officeDocument/2006/relationships/customXml" Target="../ink/ink411.xml"/><Relationship Id="rId93" Type="http://schemas.openxmlformats.org/officeDocument/2006/relationships/image" Target="../media/image421.png"/><Relationship Id="rId189" Type="http://schemas.openxmlformats.org/officeDocument/2006/relationships/image" Target="../media/image469.png"/><Relationship Id="rId3" Type="http://schemas.openxmlformats.org/officeDocument/2006/relationships/image" Target="../media/image376.png"/><Relationship Id="rId214" Type="http://schemas.openxmlformats.org/officeDocument/2006/relationships/customXml" Target="../ink/ink482.xml"/><Relationship Id="rId235" Type="http://schemas.openxmlformats.org/officeDocument/2006/relationships/image" Target="../media/image492.png"/><Relationship Id="rId116" Type="http://schemas.openxmlformats.org/officeDocument/2006/relationships/customXml" Target="../ink/ink433.xml"/><Relationship Id="rId137" Type="http://schemas.openxmlformats.org/officeDocument/2006/relationships/image" Target="../media/image443.png"/><Relationship Id="rId158" Type="http://schemas.openxmlformats.org/officeDocument/2006/relationships/customXml" Target="../ink/ink454.xml"/><Relationship Id="rId20" Type="http://schemas.openxmlformats.org/officeDocument/2006/relationships/customXml" Target="../ink/ink385.xml"/><Relationship Id="rId41" Type="http://schemas.openxmlformats.org/officeDocument/2006/relationships/image" Target="../media/image395.png"/><Relationship Id="rId62" Type="http://schemas.openxmlformats.org/officeDocument/2006/relationships/customXml" Target="../ink/ink406.xml"/><Relationship Id="rId83" Type="http://schemas.openxmlformats.org/officeDocument/2006/relationships/image" Target="../media/image416.png"/><Relationship Id="rId179" Type="http://schemas.openxmlformats.org/officeDocument/2006/relationships/image" Target="../media/image464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1.png"/><Relationship Id="rId21" Type="http://schemas.openxmlformats.org/officeDocument/2006/relationships/image" Target="../media/image503.png"/><Relationship Id="rId42" Type="http://schemas.openxmlformats.org/officeDocument/2006/relationships/customXml" Target="../ink/ink514.xml"/><Relationship Id="rId63" Type="http://schemas.openxmlformats.org/officeDocument/2006/relationships/image" Target="../media/image524.png"/><Relationship Id="rId84" Type="http://schemas.openxmlformats.org/officeDocument/2006/relationships/customXml" Target="../ink/ink535.xml"/><Relationship Id="rId138" Type="http://schemas.openxmlformats.org/officeDocument/2006/relationships/customXml" Target="../ink/ink562.xml"/><Relationship Id="rId159" Type="http://schemas.openxmlformats.org/officeDocument/2006/relationships/image" Target="../media/image572.png"/><Relationship Id="rId170" Type="http://schemas.openxmlformats.org/officeDocument/2006/relationships/customXml" Target="../ink/ink578.xml"/><Relationship Id="rId191" Type="http://schemas.openxmlformats.org/officeDocument/2006/relationships/image" Target="../media/image588.png"/><Relationship Id="rId205" Type="http://schemas.openxmlformats.org/officeDocument/2006/relationships/image" Target="../media/image595.png"/><Relationship Id="rId226" Type="http://schemas.openxmlformats.org/officeDocument/2006/relationships/customXml" Target="../ink/ink606.xml"/><Relationship Id="rId107" Type="http://schemas.openxmlformats.org/officeDocument/2006/relationships/image" Target="../media/image546.png"/><Relationship Id="rId11" Type="http://schemas.openxmlformats.org/officeDocument/2006/relationships/image" Target="../media/image498.png"/><Relationship Id="rId32" Type="http://schemas.openxmlformats.org/officeDocument/2006/relationships/customXml" Target="../ink/ink509.xml"/><Relationship Id="rId53" Type="http://schemas.openxmlformats.org/officeDocument/2006/relationships/image" Target="../media/image519.png"/><Relationship Id="rId74" Type="http://schemas.openxmlformats.org/officeDocument/2006/relationships/customXml" Target="../ink/ink530.xml"/><Relationship Id="rId128" Type="http://schemas.openxmlformats.org/officeDocument/2006/relationships/customXml" Target="../ink/ink557.xml"/><Relationship Id="rId149" Type="http://schemas.openxmlformats.org/officeDocument/2006/relationships/image" Target="../media/image567.png"/><Relationship Id="rId5" Type="http://schemas.openxmlformats.org/officeDocument/2006/relationships/image" Target="../media/image495.png"/><Relationship Id="rId95" Type="http://schemas.openxmlformats.org/officeDocument/2006/relationships/image" Target="../media/image540.png"/><Relationship Id="rId160" Type="http://schemas.openxmlformats.org/officeDocument/2006/relationships/customXml" Target="../ink/ink573.xml"/><Relationship Id="rId181" Type="http://schemas.openxmlformats.org/officeDocument/2006/relationships/image" Target="../media/image583.png"/><Relationship Id="rId216" Type="http://schemas.openxmlformats.org/officeDocument/2006/relationships/customXml" Target="../ink/ink601.xml"/><Relationship Id="rId237" Type="http://schemas.openxmlformats.org/officeDocument/2006/relationships/image" Target="../media/image611.png"/><Relationship Id="rId22" Type="http://schemas.openxmlformats.org/officeDocument/2006/relationships/customXml" Target="../ink/ink504.xml"/><Relationship Id="rId43" Type="http://schemas.openxmlformats.org/officeDocument/2006/relationships/image" Target="../media/image514.png"/><Relationship Id="rId64" Type="http://schemas.openxmlformats.org/officeDocument/2006/relationships/customXml" Target="../ink/ink525.xml"/><Relationship Id="rId118" Type="http://schemas.openxmlformats.org/officeDocument/2006/relationships/customXml" Target="../ink/ink552.xml"/><Relationship Id="rId139" Type="http://schemas.openxmlformats.org/officeDocument/2006/relationships/image" Target="../media/image562.png"/><Relationship Id="rId85" Type="http://schemas.openxmlformats.org/officeDocument/2006/relationships/image" Target="../media/image535.png"/><Relationship Id="rId150" Type="http://schemas.openxmlformats.org/officeDocument/2006/relationships/customXml" Target="../ink/ink568.xml"/><Relationship Id="rId171" Type="http://schemas.openxmlformats.org/officeDocument/2006/relationships/image" Target="../media/image578.png"/><Relationship Id="rId192" Type="http://schemas.openxmlformats.org/officeDocument/2006/relationships/customXml" Target="../ink/ink589.xml"/><Relationship Id="rId206" Type="http://schemas.openxmlformats.org/officeDocument/2006/relationships/customXml" Target="../ink/ink596.xml"/><Relationship Id="rId227" Type="http://schemas.openxmlformats.org/officeDocument/2006/relationships/image" Target="../media/image606.png"/><Relationship Id="rId12" Type="http://schemas.openxmlformats.org/officeDocument/2006/relationships/customXml" Target="../ink/ink499.xml"/><Relationship Id="rId33" Type="http://schemas.openxmlformats.org/officeDocument/2006/relationships/image" Target="../media/image509.png"/><Relationship Id="rId108" Type="http://schemas.openxmlformats.org/officeDocument/2006/relationships/customXml" Target="../ink/ink547.xml"/><Relationship Id="rId129" Type="http://schemas.openxmlformats.org/officeDocument/2006/relationships/image" Target="../media/image557.png"/><Relationship Id="rId54" Type="http://schemas.openxmlformats.org/officeDocument/2006/relationships/customXml" Target="../ink/ink520.xml"/><Relationship Id="rId75" Type="http://schemas.openxmlformats.org/officeDocument/2006/relationships/image" Target="../media/image530.png"/><Relationship Id="rId96" Type="http://schemas.openxmlformats.org/officeDocument/2006/relationships/customXml" Target="../ink/ink541.xml"/><Relationship Id="rId140" Type="http://schemas.openxmlformats.org/officeDocument/2006/relationships/customXml" Target="../ink/ink563.xml"/><Relationship Id="rId161" Type="http://schemas.openxmlformats.org/officeDocument/2006/relationships/image" Target="../media/image573.png"/><Relationship Id="rId182" Type="http://schemas.openxmlformats.org/officeDocument/2006/relationships/customXml" Target="../ink/ink584.xml"/><Relationship Id="rId217" Type="http://schemas.openxmlformats.org/officeDocument/2006/relationships/image" Target="../media/image601.png"/><Relationship Id="rId6" Type="http://schemas.openxmlformats.org/officeDocument/2006/relationships/customXml" Target="../ink/ink496.xml"/><Relationship Id="rId238" Type="http://schemas.openxmlformats.org/officeDocument/2006/relationships/customXml" Target="../ink/ink612.xml"/><Relationship Id="rId23" Type="http://schemas.openxmlformats.org/officeDocument/2006/relationships/image" Target="../media/image504.png"/><Relationship Id="rId119" Type="http://schemas.openxmlformats.org/officeDocument/2006/relationships/image" Target="../media/image552.png"/><Relationship Id="rId44" Type="http://schemas.openxmlformats.org/officeDocument/2006/relationships/customXml" Target="../ink/ink515.xml"/><Relationship Id="rId65" Type="http://schemas.openxmlformats.org/officeDocument/2006/relationships/image" Target="../media/image525.png"/><Relationship Id="rId86" Type="http://schemas.openxmlformats.org/officeDocument/2006/relationships/customXml" Target="../ink/ink536.xml"/><Relationship Id="rId130" Type="http://schemas.openxmlformats.org/officeDocument/2006/relationships/customXml" Target="../ink/ink558.xml"/><Relationship Id="rId151" Type="http://schemas.openxmlformats.org/officeDocument/2006/relationships/image" Target="../media/image568.png"/><Relationship Id="rId172" Type="http://schemas.openxmlformats.org/officeDocument/2006/relationships/customXml" Target="../ink/ink579.xml"/><Relationship Id="rId193" Type="http://schemas.openxmlformats.org/officeDocument/2006/relationships/image" Target="../media/image589.png"/><Relationship Id="rId207" Type="http://schemas.openxmlformats.org/officeDocument/2006/relationships/image" Target="../media/image596.png"/><Relationship Id="rId228" Type="http://schemas.openxmlformats.org/officeDocument/2006/relationships/customXml" Target="../ink/ink607.xml"/><Relationship Id="rId13" Type="http://schemas.openxmlformats.org/officeDocument/2006/relationships/image" Target="../media/image499.png"/><Relationship Id="rId109" Type="http://schemas.openxmlformats.org/officeDocument/2006/relationships/image" Target="../media/image547.png"/><Relationship Id="rId34" Type="http://schemas.openxmlformats.org/officeDocument/2006/relationships/customXml" Target="../ink/ink510.xml"/><Relationship Id="rId55" Type="http://schemas.openxmlformats.org/officeDocument/2006/relationships/image" Target="../media/image520.png"/><Relationship Id="rId76" Type="http://schemas.openxmlformats.org/officeDocument/2006/relationships/customXml" Target="../ink/ink531.xml"/><Relationship Id="rId97" Type="http://schemas.openxmlformats.org/officeDocument/2006/relationships/image" Target="../media/image541.png"/><Relationship Id="rId120" Type="http://schemas.openxmlformats.org/officeDocument/2006/relationships/customXml" Target="../ink/ink553.xml"/><Relationship Id="rId141" Type="http://schemas.openxmlformats.org/officeDocument/2006/relationships/image" Target="../media/image563.png"/><Relationship Id="rId7" Type="http://schemas.openxmlformats.org/officeDocument/2006/relationships/image" Target="../media/image496.png"/><Relationship Id="rId162" Type="http://schemas.openxmlformats.org/officeDocument/2006/relationships/customXml" Target="../ink/ink574.xml"/><Relationship Id="rId183" Type="http://schemas.openxmlformats.org/officeDocument/2006/relationships/image" Target="../media/image584.png"/><Relationship Id="rId218" Type="http://schemas.openxmlformats.org/officeDocument/2006/relationships/customXml" Target="../ink/ink602.xml"/><Relationship Id="rId239" Type="http://schemas.openxmlformats.org/officeDocument/2006/relationships/image" Target="../media/image612.png"/><Relationship Id="rId24" Type="http://schemas.openxmlformats.org/officeDocument/2006/relationships/customXml" Target="../ink/ink505.xml"/><Relationship Id="rId45" Type="http://schemas.openxmlformats.org/officeDocument/2006/relationships/image" Target="../media/image515.png"/><Relationship Id="rId66" Type="http://schemas.openxmlformats.org/officeDocument/2006/relationships/customXml" Target="../ink/ink526.xml"/><Relationship Id="rId87" Type="http://schemas.openxmlformats.org/officeDocument/2006/relationships/image" Target="../media/image536.png"/><Relationship Id="rId110" Type="http://schemas.openxmlformats.org/officeDocument/2006/relationships/customXml" Target="../ink/ink548.xml"/><Relationship Id="rId131" Type="http://schemas.openxmlformats.org/officeDocument/2006/relationships/image" Target="../media/image558.png"/><Relationship Id="rId152" Type="http://schemas.openxmlformats.org/officeDocument/2006/relationships/customXml" Target="../ink/ink569.xml"/><Relationship Id="rId173" Type="http://schemas.openxmlformats.org/officeDocument/2006/relationships/image" Target="../media/image579.png"/><Relationship Id="rId194" Type="http://schemas.openxmlformats.org/officeDocument/2006/relationships/customXml" Target="../ink/ink590.xml"/><Relationship Id="rId208" Type="http://schemas.openxmlformats.org/officeDocument/2006/relationships/customXml" Target="../ink/ink597.xml"/><Relationship Id="rId229" Type="http://schemas.openxmlformats.org/officeDocument/2006/relationships/image" Target="../media/image607.png"/><Relationship Id="rId14" Type="http://schemas.openxmlformats.org/officeDocument/2006/relationships/customXml" Target="../ink/ink500.xml"/><Relationship Id="rId35" Type="http://schemas.openxmlformats.org/officeDocument/2006/relationships/image" Target="../media/image510.png"/><Relationship Id="rId56" Type="http://schemas.openxmlformats.org/officeDocument/2006/relationships/customXml" Target="../ink/ink521.xml"/><Relationship Id="rId77" Type="http://schemas.openxmlformats.org/officeDocument/2006/relationships/image" Target="../media/image531.png"/><Relationship Id="rId100" Type="http://schemas.openxmlformats.org/officeDocument/2006/relationships/customXml" Target="../ink/ink543.xml"/><Relationship Id="rId8" Type="http://schemas.openxmlformats.org/officeDocument/2006/relationships/customXml" Target="../ink/ink497.xml"/><Relationship Id="rId98" Type="http://schemas.openxmlformats.org/officeDocument/2006/relationships/customXml" Target="../ink/ink542.xml"/><Relationship Id="rId121" Type="http://schemas.openxmlformats.org/officeDocument/2006/relationships/image" Target="../media/image553.png"/><Relationship Id="rId142" Type="http://schemas.openxmlformats.org/officeDocument/2006/relationships/customXml" Target="../ink/ink564.xml"/><Relationship Id="rId163" Type="http://schemas.openxmlformats.org/officeDocument/2006/relationships/image" Target="../media/image574.png"/><Relationship Id="rId184" Type="http://schemas.openxmlformats.org/officeDocument/2006/relationships/customXml" Target="../ink/ink585.xml"/><Relationship Id="rId219" Type="http://schemas.openxmlformats.org/officeDocument/2006/relationships/image" Target="../media/image602.png"/><Relationship Id="rId230" Type="http://schemas.openxmlformats.org/officeDocument/2006/relationships/customXml" Target="../ink/ink608.xml"/><Relationship Id="rId25" Type="http://schemas.openxmlformats.org/officeDocument/2006/relationships/image" Target="../media/image505.png"/><Relationship Id="rId46" Type="http://schemas.openxmlformats.org/officeDocument/2006/relationships/customXml" Target="../ink/ink516.xml"/><Relationship Id="rId67" Type="http://schemas.openxmlformats.org/officeDocument/2006/relationships/image" Target="../media/image526.png"/><Relationship Id="rId88" Type="http://schemas.openxmlformats.org/officeDocument/2006/relationships/customXml" Target="../ink/ink537.xml"/><Relationship Id="rId111" Type="http://schemas.openxmlformats.org/officeDocument/2006/relationships/image" Target="../media/image548.png"/><Relationship Id="rId132" Type="http://schemas.openxmlformats.org/officeDocument/2006/relationships/customXml" Target="../ink/ink559.xml"/><Relationship Id="rId153" Type="http://schemas.openxmlformats.org/officeDocument/2006/relationships/image" Target="../media/image569.png"/><Relationship Id="rId174" Type="http://schemas.openxmlformats.org/officeDocument/2006/relationships/customXml" Target="../ink/ink580.xml"/><Relationship Id="rId195" Type="http://schemas.openxmlformats.org/officeDocument/2006/relationships/image" Target="../media/image590.png"/><Relationship Id="rId209" Type="http://schemas.openxmlformats.org/officeDocument/2006/relationships/image" Target="../media/image597.png"/><Relationship Id="rId190" Type="http://schemas.openxmlformats.org/officeDocument/2006/relationships/customXml" Target="../ink/ink588.xml"/><Relationship Id="rId204" Type="http://schemas.openxmlformats.org/officeDocument/2006/relationships/customXml" Target="../ink/ink595.xml"/><Relationship Id="rId220" Type="http://schemas.openxmlformats.org/officeDocument/2006/relationships/customXml" Target="../ink/ink603.xml"/><Relationship Id="rId225" Type="http://schemas.openxmlformats.org/officeDocument/2006/relationships/image" Target="../media/image605.png"/><Relationship Id="rId15" Type="http://schemas.openxmlformats.org/officeDocument/2006/relationships/image" Target="../media/image500.png"/><Relationship Id="rId36" Type="http://schemas.openxmlformats.org/officeDocument/2006/relationships/customXml" Target="../ink/ink511.xml"/><Relationship Id="rId57" Type="http://schemas.openxmlformats.org/officeDocument/2006/relationships/image" Target="../media/image521.png"/><Relationship Id="rId106" Type="http://schemas.openxmlformats.org/officeDocument/2006/relationships/customXml" Target="../ink/ink546.xml"/><Relationship Id="rId127" Type="http://schemas.openxmlformats.org/officeDocument/2006/relationships/image" Target="../media/image556.png"/><Relationship Id="rId10" Type="http://schemas.openxmlformats.org/officeDocument/2006/relationships/customXml" Target="../ink/ink498.xml"/><Relationship Id="rId31" Type="http://schemas.openxmlformats.org/officeDocument/2006/relationships/image" Target="../media/image508.png"/><Relationship Id="rId52" Type="http://schemas.openxmlformats.org/officeDocument/2006/relationships/customXml" Target="../ink/ink519.xml"/><Relationship Id="rId73" Type="http://schemas.openxmlformats.org/officeDocument/2006/relationships/image" Target="../media/image529.png"/><Relationship Id="rId78" Type="http://schemas.openxmlformats.org/officeDocument/2006/relationships/customXml" Target="../ink/ink532.xml"/><Relationship Id="rId94" Type="http://schemas.openxmlformats.org/officeDocument/2006/relationships/customXml" Target="../ink/ink540.xml"/><Relationship Id="rId99" Type="http://schemas.openxmlformats.org/officeDocument/2006/relationships/image" Target="../media/image542.png"/><Relationship Id="rId101" Type="http://schemas.openxmlformats.org/officeDocument/2006/relationships/image" Target="../media/image543.png"/><Relationship Id="rId122" Type="http://schemas.openxmlformats.org/officeDocument/2006/relationships/customXml" Target="../ink/ink554.xml"/><Relationship Id="rId143" Type="http://schemas.openxmlformats.org/officeDocument/2006/relationships/image" Target="../media/image564.png"/><Relationship Id="rId148" Type="http://schemas.openxmlformats.org/officeDocument/2006/relationships/customXml" Target="../ink/ink567.xml"/><Relationship Id="rId164" Type="http://schemas.openxmlformats.org/officeDocument/2006/relationships/customXml" Target="../ink/ink575.xml"/><Relationship Id="rId169" Type="http://schemas.openxmlformats.org/officeDocument/2006/relationships/image" Target="../media/image577.png"/><Relationship Id="rId185" Type="http://schemas.openxmlformats.org/officeDocument/2006/relationships/image" Target="../media/image585.png"/><Relationship Id="rId4" Type="http://schemas.openxmlformats.org/officeDocument/2006/relationships/customXml" Target="../ink/ink495.xml"/><Relationship Id="rId9" Type="http://schemas.openxmlformats.org/officeDocument/2006/relationships/image" Target="../media/image497.png"/><Relationship Id="rId180" Type="http://schemas.openxmlformats.org/officeDocument/2006/relationships/customXml" Target="../ink/ink583.xml"/><Relationship Id="rId210" Type="http://schemas.openxmlformats.org/officeDocument/2006/relationships/customXml" Target="../ink/ink598.xml"/><Relationship Id="rId215" Type="http://schemas.openxmlformats.org/officeDocument/2006/relationships/image" Target="../media/image600.png"/><Relationship Id="rId236" Type="http://schemas.openxmlformats.org/officeDocument/2006/relationships/customXml" Target="../ink/ink611.xml"/><Relationship Id="rId26" Type="http://schemas.openxmlformats.org/officeDocument/2006/relationships/customXml" Target="../ink/ink506.xml"/><Relationship Id="rId231" Type="http://schemas.openxmlformats.org/officeDocument/2006/relationships/image" Target="../media/image608.png"/><Relationship Id="rId47" Type="http://schemas.openxmlformats.org/officeDocument/2006/relationships/image" Target="../media/image516.png"/><Relationship Id="rId68" Type="http://schemas.openxmlformats.org/officeDocument/2006/relationships/customXml" Target="../ink/ink527.xml"/><Relationship Id="rId89" Type="http://schemas.openxmlformats.org/officeDocument/2006/relationships/image" Target="../media/image537.png"/><Relationship Id="rId112" Type="http://schemas.openxmlformats.org/officeDocument/2006/relationships/customXml" Target="../ink/ink549.xml"/><Relationship Id="rId133" Type="http://schemas.openxmlformats.org/officeDocument/2006/relationships/image" Target="../media/image559.png"/><Relationship Id="rId154" Type="http://schemas.openxmlformats.org/officeDocument/2006/relationships/customXml" Target="../ink/ink570.xml"/><Relationship Id="rId175" Type="http://schemas.openxmlformats.org/officeDocument/2006/relationships/image" Target="../media/image580.png"/><Relationship Id="rId196" Type="http://schemas.openxmlformats.org/officeDocument/2006/relationships/customXml" Target="../ink/ink591.xml"/><Relationship Id="rId200" Type="http://schemas.openxmlformats.org/officeDocument/2006/relationships/customXml" Target="../ink/ink593.xml"/><Relationship Id="rId16" Type="http://schemas.openxmlformats.org/officeDocument/2006/relationships/customXml" Target="../ink/ink501.xml"/><Relationship Id="rId221" Type="http://schemas.openxmlformats.org/officeDocument/2006/relationships/image" Target="../media/image603.png"/><Relationship Id="rId37" Type="http://schemas.openxmlformats.org/officeDocument/2006/relationships/image" Target="../media/image511.png"/><Relationship Id="rId58" Type="http://schemas.openxmlformats.org/officeDocument/2006/relationships/customXml" Target="../ink/ink522.xml"/><Relationship Id="rId79" Type="http://schemas.openxmlformats.org/officeDocument/2006/relationships/image" Target="../media/image532.png"/><Relationship Id="rId102" Type="http://schemas.openxmlformats.org/officeDocument/2006/relationships/customXml" Target="../ink/ink544.xml"/><Relationship Id="rId123" Type="http://schemas.openxmlformats.org/officeDocument/2006/relationships/image" Target="../media/image554.png"/><Relationship Id="rId144" Type="http://schemas.openxmlformats.org/officeDocument/2006/relationships/customXml" Target="../ink/ink565.xml"/><Relationship Id="rId90" Type="http://schemas.openxmlformats.org/officeDocument/2006/relationships/customXml" Target="../ink/ink538.xml"/><Relationship Id="rId165" Type="http://schemas.openxmlformats.org/officeDocument/2006/relationships/image" Target="../media/image575.png"/><Relationship Id="rId186" Type="http://schemas.openxmlformats.org/officeDocument/2006/relationships/customXml" Target="../ink/ink586.xml"/><Relationship Id="rId211" Type="http://schemas.openxmlformats.org/officeDocument/2006/relationships/image" Target="../media/image598.png"/><Relationship Id="rId232" Type="http://schemas.openxmlformats.org/officeDocument/2006/relationships/customXml" Target="../ink/ink609.xml"/><Relationship Id="rId27" Type="http://schemas.openxmlformats.org/officeDocument/2006/relationships/image" Target="../media/image506.png"/><Relationship Id="rId48" Type="http://schemas.openxmlformats.org/officeDocument/2006/relationships/customXml" Target="../ink/ink517.xml"/><Relationship Id="rId69" Type="http://schemas.openxmlformats.org/officeDocument/2006/relationships/image" Target="../media/image527.png"/><Relationship Id="rId113" Type="http://schemas.openxmlformats.org/officeDocument/2006/relationships/image" Target="../media/image549.png"/><Relationship Id="rId134" Type="http://schemas.openxmlformats.org/officeDocument/2006/relationships/customXml" Target="../ink/ink560.xml"/><Relationship Id="rId80" Type="http://schemas.openxmlformats.org/officeDocument/2006/relationships/customXml" Target="../ink/ink533.xml"/><Relationship Id="rId155" Type="http://schemas.openxmlformats.org/officeDocument/2006/relationships/image" Target="../media/image570.png"/><Relationship Id="rId176" Type="http://schemas.openxmlformats.org/officeDocument/2006/relationships/customXml" Target="../ink/ink581.xml"/><Relationship Id="rId197" Type="http://schemas.openxmlformats.org/officeDocument/2006/relationships/image" Target="../media/image591.png"/><Relationship Id="rId201" Type="http://schemas.openxmlformats.org/officeDocument/2006/relationships/image" Target="../media/image593.png"/><Relationship Id="rId222" Type="http://schemas.openxmlformats.org/officeDocument/2006/relationships/customXml" Target="../ink/ink604.xml"/><Relationship Id="rId17" Type="http://schemas.openxmlformats.org/officeDocument/2006/relationships/image" Target="../media/image501.png"/><Relationship Id="rId38" Type="http://schemas.openxmlformats.org/officeDocument/2006/relationships/customXml" Target="../ink/ink512.xml"/><Relationship Id="rId59" Type="http://schemas.openxmlformats.org/officeDocument/2006/relationships/image" Target="../media/image522.png"/><Relationship Id="rId103" Type="http://schemas.openxmlformats.org/officeDocument/2006/relationships/image" Target="../media/image544.png"/><Relationship Id="rId124" Type="http://schemas.openxmlformats.org/officeDocument/2006/relationships/customXml" Target="../ink/ink555.xml"/><Relationship Id="rId70" Type="http://schemas.openxmlformats.org/officeDocument/2006/relationships/customXml" Target="../ink/ink528.xml"/><Relationship Id="rId91" Type="http://schemas.openxmlformats.org/officeDocument/2006/relationships/image" Target="../media/image538.png"/><Relationship Id="rId145" Type="http://schemas.openxmlformats.org/officeDocument/2006/relationships/image" Target="../media/image565.png"/><Relationship Id="rId166" Type="http://schemas.openxmlformats.org/officeDocument/2006/relationships/customXml" Target="../ink/ink576.xml"/><Relationship Id="rId187" Type="http://schemas.openxmlformats.org/officeDocument/2006/relationships/image" Target="../media/image58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99.xml"/><Relationship Id="rId233" Type="http://schemas.openxmlformats.org/officeDocument/2006/relationships/image" Target="../media/image609.png"/><Relationship Id="rId28" Type="http://schemas.openxmlformats.org/officeDocument/2006/relationships/customXml" Target="../ink/ink507.xml"/><Relationship Id="rId49" Type="http://schemas.openxmlformats.org/officeDocument/2006/relationships/image" Target="../media/image517.png"/><Relationship Id="rId114" Type="http://schemas.openxmlformats.org/officeDocument/2006/relationships/customXml" Target="../ink/ink550.xml"/><Relationship Id="rId60" Type="http://schemas.openxmlformats.org/officeDocument/2006/relationships/customXml" Target="../ink/ink523.xml"/><Relationship Id="rId81" Type="http://schemas.openxmlformats.org/officeDocument/2006/relationships/image" Target="../media/image533.png"/><Relationship Id="rId135" Type="http://schemas.openxmlformats.org/officeDocument/2006/relationships/image" Target="../media/image560.png"/><Relationship Id="rId156" Type="http://schemas.openxmlformats.org/officeDocument/2006/relationships/customXml" Target="../ink/ink571.xml"/><Relationship Id="rId177" Type="http://schemas.openxmlformats.org/officeDocument/2006/relationships/image" Target="../media/image581.png"/><Relationship Id="rId198" Type="http://schemas.openxmlformats.org/officeDocument/2006/relationships/customXml" Target="../ink/ink592.xml"/><Relationship Id="rId202" Type="http://schemas.openxmlformats.org/officeDocument/2006/relationships/customXml" Target="../ink/ink594.xml"/><Relationship Id="rId223" Type="http://schemas.openxmlformats.org/officeDocument/2006/relationships/image" Target="../media/image604.png"/><Relationship Id="rId18" Type="http://schemas.openxmlformats.org/officeDocument/2006/relationships/customXml" Target="../ink/ink502.xml"/><Relationship Id="rId39" Type="http://schemas.openxmlformats.org/officeDocument/2006/relationships/image" Target="../media/image512.png"/><Relationship Id="rId50" Type="http://schemas.openxmlformats.org/officeDocument/2006/relationships/customXml" Target="../ink/ink518.xml"/><Relationship Id="rId104" Type="http://schemas.openxmlformats.org/officeDocument/2006/relationships/customXml" Target="../ink/ink545.xml"/><Relationship Id="rId125" Type="http://schemas.openxmlformats.org/officeDocument/2006/relationships/image" Target="../media/image555.png"/><Relationship Id="rId146" Type="http://schemas.openxmlformats.org/officeDocument/2006/relationships/customXml" Target="../ink/ink566.xml"/><Relationship Id="rId167" Type="http://schemas.openxmlformats.org/officeDocument/2006/relationships/image" Target="../media/image576.png"/><Relationship Id="rId188" Type="http://schemas.openxmlformats.org/officeDocument/2006/relationships/customXml" Target="../ink/ink587.xml"/><Relationship Id="rId71" Type="http://schemas.openxmlformats.org/officeDocument/2006/relationships/image" Target="../media/image528.png"/><Relationship Id="rId92" Type="http://schemas.openxmlformats.org/officeDocument/2006/relationships/customXml" Target="../ink/ink539.xml"/><Relationship Id="rId213" Type="http://schemas.openxmlformats.org/officeDocument/2006/relationships/image" Target="../media/image599.png"/><Relationship Id="rId234" Type="http://schemas.openxmlformats.org/officeDocument/2006/relationships/customXml" Target="../ink/ink610.xml"/><Relationship Id="rId2" Type="http://schemas.openxmlformats.org/officeDocument/2006/relationships/customXml" Target="../ink/ink494.xml"/><Relationship Id="rId29" Type="http://schemas.openxmlformats.org/officeDocument/2006/relationships/image" Target="../media/image507.png"/><Relationship Id="rId40" Type="http://schemas.openxmlformats.org/officeDocument/2006/relationships/customXml" Target="../ink/ink513.xml"/><Relationship Id="rId115" Type="http://schemas.openxmlformats.org/officeDocument/2006/relationships/image" Target="../media/image550.png"/><Relationship Id="rId136" Type="http://schemas.openxmlformats.org/officeDocument/2006/relationships/customXml" Target="../ink/ink561.xml"/><Relationship Id="rId157" Type="http://schemas.openxmlformats.org/officeDocument/2006/relationships/image" Target="../media/image571.png"/><Relationship Id="rId178" Type="http://schemas.openxmlformats.org/officeDocument/2006/relationships/customXml" Target="../ink/ink582.xml"/><Relationship Id="rId61" Type="http://schemas.openxmlformats.org/officeDocument/2006/relationships/image" Target="../media/image523.png"/><Relationship Id="rId82" Type="http://schemas.openxmlformats.org/officeDocument/2006/relationships/customXml" Target="../ink/ink534.xml"/><Relationship Id="rId199" Type="http://schemas.openxmlformats.org/officeDocument/2006/relationships/image" Target="../media/image592.png"/><Relationship Id="rId203" Type="http://schemas.openxmlformats.org/officeDocument/2006/relationships/image" Target="../media/image594.png"/><Relationship Id="rId19" Type="http://schemas.openxmlformats.org/officeDocument/2006/relationships/image" Target="../media/image502.png"/><Relationship Id="rId224" Type="http://schemas.openxmlformats.org/officeDocument/2006/relationships/customXml" Target="../ink/ink605.xml"/><Relationship Id="rId30" Type="http://schemas.openxmlformats.org/officeDocument/2006/relationships/customXml" Target="../ink/ink508.xml"/><Relationship Id="rId105" Type="http://schemas.openxmlformats.org/officeDocument/2006/relationships/image" Target="../media/image545.png"/><Relationship Id="rId126" Type="http://schemas.openxmlformats.org/officeDocument/2006/relationships/customXml" Target="../ink/ink556.xml"/><Relationship Id="rId147" Type="http://schemas.openxmlformats.org/officeDocument/2006/relationships/image" Target="../media/image566.png"/><Relationship Id="rId168" Type="http://schemas.openxmlformats.org/officeDocument/2006/relationships/customXml" Target="../ink/ink577.xml"/><Relationship Id="rId51" Type="http://schemas.openxmlformats.org/officeDocument/2006/relationships/image" Target="../media/image518.png"/><Relationship Id="rId72" Type="http://schemas.openxmlformats.org/officeDocument/2006/relationships/customXml" Target="../ink/ink529.xml"/><Relationship Id="rId93" Type="http://schemas.openxmlformats.org/officeDocument/2006/relationships/image" Target="../media/image539.png"/><Relationship Id="rId189" Type="http://schemas.openxmlformats.org/officeDocument/2006/relationships/image" Target="../media/image587.png"/><Relationship Id="rId3" Type="http://schemas.openxmlformats.org/officeDocument/2006/relationships/image" Target="../media/image494.png"/><Relationship Id="rId214" Type="http://schemas.openxmlformats.org/officeDocument/2006/relationships/customXml" Target="../ink/ink600.xml"/><Relationship Id="rId235" Type="http://schemas.openxmlformats.org/officeDocument/2006/relationships/image" Target="../media/image610.png"/><Relationship Id="rId116" Type="http://schemas.openxmlformats.org/officeDocument/2006/relationships/customXml" Target="../ink/ink551.xml"/><Relationship Id="rId137" Type="http://schemas.openxmlformats.org/officeDocument/2006/relationships/image" Target="../media/image561.png"/><Relationship Id="rId158" Type="http://schemas.openxmlformats.org/officeDocument/2006/relationships/customXml" Target="../ink/ink572.xml"/><Relationship Id="rId20" Type="http://schemas.openxmlformats.org/officeDocument/2006/relationships/customXml" Target="../ink/ink503.xml"/><Relationship Id="rId41" Type="http://schemas.openxmlformats.org/officeDocument/2006/relationships/image" Target="../media/image513.png"/><Relationship Id="rId62" Type="http://schemas.openxmlformats.org/officeDocument/2006/relationships/customXml" Target="../ink/ink524.xml"/><Relationship Id="rId83" Type="http://schemas.openxmlformats.org/officeDocument/2006/relationships/image" Target="../media/image534.png"/><Relationship Id="rId179" Type="http://schemas.openxmlformats.org/officeDocument/2006/relationships/image" Target="../media/image58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0.png"/><Relationship Id="rId21" Type="http://schemas.openxmlformats.org/officeDocument/2006/relationships/image" Target="../media/image622.png"/><Relationship Id="rId42" Type="http://schemas.openxmlformats.org/officeDocument/2006/relationships/customXml" Target="../ink/ink633.xml"/><Relationship Id="rId63" Type="http://schemas.openxmlformats.org/officeDocument/2006/relationships/image" Target="../media/image643.png"/><Relationship Id="rId84" Type="http://schemas.openxmlformats.org/officeDocument/2006/relationships/customXml" Target="../ink/ink654.xml"/><Relationship Id="rId138" Type="http://schemas.openxmlformats.org/officeDocument/2006/relationships/customXml" Target="../ink/ink681.xml"/><Relationship Id="rId159" Type="http://schemas.openxmlformats.org/officeDocument/2006/relationships/image" Target="../media/image691.png"/><Relationship Id="rId170" Type="http://schemas.openxmlformats.org/officeDocument/2006/relationships/customXml" Target="../ink/ink697.xml"/><Relationship Id="rId191" Type="http://schemas.openxmlformats.org/officeDocument/2006/relationships/image" Target="../media/image707.png"/><Relationship Id="rId205" Type="http://schemas.openxmlformats.org/officeDocument/2006/relationships/image" Target="../media/image714.png"/><Relationship Id="rId107" Type="http://schemas.openxmlformats.org/officeDocument/2006/relationships/image" Target="../media/image665.png"/><Relationship Id="rId11" Type="http://schemas.openxmlformats.org/officeDocument/2006/relationships/image" Target="../media/image617.png"/><Relationship Id="rId32" Type="http://schemas.openxmlformats.org/officeDocument/2006/relationships/customXml" Target="../ink/ink628.xml"/><Relationship Id="rId53" Type="http://schemas.openxmlformats.org/officeDocument/2006/relationships/image" Target="../media/image638.png"/><Relationship Id="rId74" Type="http://schemas.openxmlformats.org/officeDocument/2006/relationships/customXml" Target="../ink/ink649.xml"/><Relationship Id="rId128" Type="http://schemas.openxmlformats.org/officeDocument/2006/relationships/customXml" Target="../ink/ink676.xml"/><Relationship Id="rId149" Type="http://schemas.openxmlformats.org/officeDocument/2006/relationships/image" Target="../media/image686.png"/><Relationship Id="rId5" Type="http://schemas.openxmlformats.org/officeDocument/2006/relationships/image" Target="../media/image614.png"/><Relationship Id="rId95" Type="http://schemas.openxmlformats.org/officeDocument/2006/relationships/image" Target="../media/image659.png"/><Relationship Id="rId160" Type="http://schemas.openxmlformats.org/officeDocument/2006/relationships/customXml" Target="../ink/ink692.xml"/><Relationship Id="rId181" Type="http://schemas.openxmlformats.org/officeDocument/2006/relationships/image" Target="../media/image702.png"/><Relationship Id="rId22" Type="http://schemas.openxmlformats.org/officeDocument/2006/relationships/customXml" Target="../ink/ink623.xml"/><Relationship Id="rId43" Type="http://schemas.openxmlformats.org/officeDocument/2006/relationships/image" Target="../media/image633.png"/><Relationship Id="rId64" Type="http://schemas.openxmlformats.org/officeDocument/2006/relationships/customXml" Target="../ink/ink644.xml"/><Relationship Id="rId118" Type="http://schemas.openxmlformats.org/officeDocument/2006/relationships/customXml" Target="../ink/ink671.xml"/><Relationship Id="rId139" Type="http://schemas.openxmlformats.org/officeDocument/2006/relationships/image" Target="../media/image681.png"/><Relationship Id="rId85" Type="http://schemas.openxmlformats.org/officeDocument/2006/relationships/image" Target="../media/image654.png"/><Relationship Id="rId150" Type="http://schemas.openxmlformats.org/officeDocument/2006/relationships/customXml" Target="../ink/ink687.xml"/><Relationship Id="rId171" Type="http://schemas.openxmlformats.org/officeDocument/2006/relationships/image" Target="../media/image697.png"/><Relationship Id="rId192" Type="http://schemas.openxmlformats.org/officeDocument/2006/relationships/customXml" Target="../ink/ink708.xml"/><Relationship Id="rId206" Type="http://schemas.openxmlformats.org/officeDocument/2006/relationships/customXml" Target="../ink/ink715.xml"/><Relationship Id="rId12" Type="http://schemas.openxmlformats.org/officeDocument/2006/relationships/customXml" Target="../ink/ink618.xml"/><Relationship Id="rId33" Type="http://schemas.openxmlformats.org/officeDocument/2006/relationships/image" Target="../media/image628.png"/><Relationship Id="rId108" Type="http://schemas.openxmlformats.org/officeDocument/2006/relationships/customXml" Target="../ink/ink666.xml"/><Relationship Id="rId129" Type="http://schemas.openxmlformats.org/officeDocument/2006/relationships/image" Target="../media/image676.png"/><Relationship Id="rId54" Type="http://schemas.openxmlformats.org/officeDocument/2006/relationships/customXml" Target="../ink/ink639.xml"/><Relationship Id="rId75" Type="http://schemas.openxmlformats.org/officeDocument/2006/relationships/image" Target="../media/image649.png"/><Relationship Id="rId96" Type="http://schemas.openxmlformats.org/officeDocument/2006/relationships/customXml" Target="../ink/ink660.xml"/><Relationship Id="rId140" Type="http://schemas.openxmlformats.org/officeDocument/2006/relationships/customXml" Target="../ink/ink682.xml"/><Relationship Id="rId161" Type="http://schemas.openxmlformats.org/officeDocument/2006/relationships/image" Target="../media/image692.png"/><Relationship Id="rId182" Type="http://schemas.openxmlformats.org/officeDocument/2006/relationships/customXml" Target="../ink/ink703.xml"/><Relationship Id="rId6" Type="http://schemas.openxmlformats.org/officeDocument/2006/relationships/customXml" Target="../ink/ink615.xml"/><Relationship Id="rId23" Type="http://schemas.openxmlformats.org/officeDocument/2006/relationships/image" Target="../media/image623.png"/><Relationship Id="rId119" Type="http://schemas.openxmlformats.org/officeDocument/2006/relationships/image" Target="../media/image671.png"/><Relationship Id="rId44" Type="http://schemas.openxmlformats.org/officeDocument/2006/relationships/customXml" Target="../ink/ink634.xml"/><Relationship Id="rId65" Type="http://schemas.openxmlformats.org/officeDocument/2006/relationships/image" Target="../media/image644.png"/><Relationship Id="rId86" Type="http://schemas.openxmlformats.org/officeDocument/2006/relationships/customXml" Target="../ink/ink655.xml"/><Relationship Id="rId130" Type="http://schemas.openxmlformats.org/officeDocument/2006/relationships/customXml" Target="../ink/ink677.xml"/><Relationship Id="rId151" Type="http://schemas.openxmlformats.org/officeDocument/2006/relationships/image" Target="../media/image687.png"/><Relationship Id="rId172" Type="http://schemas.openxmlformats.org/officeDocument/2006/relationships/customXml" Target="../ink/ink698.xml"/><Relationship Id="rId193" Type="http://schemas.openxmlformats.org/officeDocument/2006/relationships/image" Target="../media/image708.png"/><Relationship Id="rId207" Type="http://schemas.openxmlformats.org/officeDocument/2006/relationships/image" Target="../media/image715.png"/><Relationship Id="rId13" Type="http://schemas.openxmlformats.org/officeDocument/2006/relationships/image" Target="../media/image618.png"/><Relationship Id="rId109" Type="http://schemas.openxmlformats.org/officeDocument/2006/relationships/image" Target="../media/image666.png"/><Relationship Id="rId34" Type="http://schemas.openxmlformats.org/officeDocument/2006/relationships/customXml" Target="../ink/ink629.xml"/><Relationship Id="rId55" Type="http://schemas.openxmlformats.org/officeDocument/2006/relationships/image" Target="../media/image639.png"/><Relationship Id="rId76" Type="http://schemas.openxmlformats.org/officeDocument/2006/relationships/customXml" Target="../ink/ink650.xml"/><Relationship Id="rId97" Type="http://schemas.openxmlformats.org/officeDocument/2006/relationships/image" Target="../media/image660.png"/><Relationship Id="rId120" Type="http://schemas.openxmlformats.org/officeDocument/2006/relationships/customXml" Target="../ink/ink672.xml"/><Relationship Id="rId141" Type="http://schemas.openxmlformats.org/officeDocument/2006/relationships/image" Target="../media/image682.png"/><Relationship Id="rId7" Type="http://schemas.openxmlformats.org/officeDocument/2006/relationships/image" Target="../media/image615.png"/><Relationship Id="rId162" Type="http://schemas.openxmlformats.org/officeDocument/2006/relationships/customXml" Target="../ink/ink693.xml"/><Relationship Id="rId183" Type="http://schemas.openxmlformats.org/officeDocument/2006/relationships/image" Target="../media/image703.png"/><Relationship Id="rId24" Type="http://schemas.openxmlformats.org/officeDocument/2006/relationships/customXml" Target="../ink/ink624.xml"/><Relationship Id="rId45" Type="http://schemas.openxmlformats.org/officeDocument/2006/relationships/image" Target="../media/image634.png"/><Relationship Id="rId66" Type="http://schemas.openxmlformats.org/officeDocument/2006/relationships/customXml" Target="../ink/ink645.xml"/><Relationship Id="rId87" Type="http://schemas.openxmlformats.org/officeDocument/2006/relationships/image" Target="../media/image655.png"/><Relationship Id="rId110" Type="http://schemas.openxmlformats.org/officeDocument/2006/relationships/customXml" Target="../ink/ink667.xml"/><Relationship Id="rId131" Type="http://schemas.openxmlformats.org/officeDocument/2006/relationships/image" Target="../media/image677.png"/><Relationship Id="rId152" Type="http://schemas.openxmlformats.org/officeDocument/2006/relationships/customXml" Target="../ink/ink688.xml"/><Relationship Id="rId173" Type="http://schemas.openxmlformats.org/officeDocument/2006/relationships/image" Target="../media/image698.png"/><Relationship Id="rId194" Type="http://schemas.openxmlformats.org/officeDocument/2006/relationships/customXml" Target="../ink/ink709.xml"/><Relationship Id="rId208" Type="http://schemas.openxmlformats.org/officeDocument/2006/relationships/customXml" Target="../ink/ink716.xml"/><Relationship Id="rId19" Type="http://schemas.openxmlformats.org/officeDocument/2006/relationships/image" Target="../media/image621.png"/><Relationship Id="rId14" Type="http://schemas.openxmlformats.org/officeDocument/2006/relationships/customXml" Target="../ink/ink619.xml"/><Relationship Id="rId30" Type="http://schemas.openxmlformats.org/officeDocument/2006/relationships/customXml" Target="../ink/ink627.xml"/><Relationship Id="rId35" Type="http://schemas.openxmlformats.org/officeDocument/2006/relationships/image" Target="../media/image629.png"/><Relationship Id="rId56" Type="http://schemas.openxmlformats.org/officeDocument/2006/relationships/customXml" Target="../ink/ink640.xml"/><Relationship Id="rId77" Type="http://schemas.openxmlformats.org/officeDocument/2006/relationships/image" Target="../media/image650.png"/><Relationship Id="rId100" Type="http://schemas.openxmlformats.org/officeDocument/2006/relationships/customXml" Target="../ink/ink662.xml"/><Relationship Id="rId105" Type="http://schemas.openxmlformats.org/officeDocument/2006/relationships/image" Target="../media/image664.png"/><Relationship Id="rId126" Type="http://schemas.openxmlformats.org/officeDocument/2006/relationships/customXml" Target="../ink/ink675.xml"/><Relationship Id="rId147" Type="http://schemas.openxmlformats.org/officeDocument/2006/relationships/image" Target="../media/image685.png"/><Relationship Id="rId168" Type="http://schemas.openxmlformats.org/officeDocument/2006/relationships/customXml" Target="../ink/ink696.xml"/><Relationship Id="rId8" Type="http://schemas.openxmlformats.org/officeDocument/2006/relationships/customXml" Target="../ink/ink616.xml"/><Relationship Id="rId51" Type="http://schemas.openxmlformats.org/officeDocument/2006/relationships/image" Target="../media/image637.png"/><Relationship Id="rId72" Type="http://schemas.openxmlformats.org/officeDocument/2006/relationships/customXml" Target="../ink/ink648.xml"/><Relationship Id="rId93" Type="http://schemas.openxmlformats.org/officeDocument/2006/relationships/image" Target="../media/image658.png"/><Relationship Id="rId98" Type="http://schemas.openxmlformats.org/officeDocument/2006/relationships/customXml" Target="../ink/ink661.xml"/><Relationship Id="rId121" Type="http://schemas.openxmlformats.org/officeDocument/2006/relationships/image" Target="../media/image672.png"/><Relationship Id="rId142" Type="http://schemas.openxmlformats.org/officeDocument/2006/relationships/customXml" Target="../ink/ink683.xml"/><Relationship Id="rId163" Type="http://schemas.openxmlformats.org/officeDocument/2006/relationships/image" Target="../media/image693.png"/><Relationship Id="rId184" Type="http://schemas.openxmlformats.org/officeDocument/2006/relationships/customXml" Target="../ink/ink704.xml"/><Relationship Id="rId189" Type="http://schemas.openxmlformats.org/officeDocument/2006/relationships/image" Target="../media/image706.png"/><Relationship Id="rId3" Type="http://schemas.openxmlformats.org/officeDocument/2006/relationships/image" Target="../media/image613.png"/><Relationship Id="rId25" Type="http://schemas.openxmlformats.org/officeDocument/2006/relationships/image" Target="../media/image624.png"/><Relationship Id="rId46" Type="http://schemas.openxmlformats.org/officeDocument/2006/relationships/customXml" Target="../ink/ink635.xml"/><Relationship Id="rId67" Type="http://schemas.openxmlformats.org/officeDocument/2006/relationships/image" Target="../media/image645.png"/><Relationship Id="rId116" Type="http://schemas.openxmlformats.org/officeDocument/2006/relationships/customXml" Target="../ink/ink670.xml"/><Relationship Id="rId137" Type="http://schemas.openxmlformats.org/officeDocument/2006/relationships/image" Target="../media/image680.png"/><Relationship Id="rId158" Type="http://schemas.openxmlformats.org/officeDocument/2006/relationships/customXml" Target="../ink/ink691.xml"/><Relationship Id="rId20" Type="http://schemas.openxmlformats.org/officeDocument/2006/relationships/customXml" Target="../ink/ink622.xml"/><Relationship Id="rId41" Type="http://schemas.openxmlformats.org/officeDocument/2006/relationships/image" Target="../media/image632.png"/><Relationship Id="rId62" Type="http://schemas.openxmlformats.org/officeDocument/2006/relationships/customXml" Target="../ink/ink643.xml"/><Relationship Id="rId83" Type="http://schemas.openxmlformats.org/officeDocument/2006/relationships/image" Target="../media/image653.png"/><Relationship Id="rId88" Type="http://schemas.openxmlformats.org/officeDocument/2006/relationships/customXml" Target="../ink/ink656.xml"/><Relationship Id="rId111" Type="http://schemas.openxmlformats.org/officeDocument/2006/relationships/image" Target="../media/image667.png"/><Relationship Id="rId132" Type="http://schemas.openxmlformats.org/officeDocument/2006/relationships/customXml" Target="../ink/ink678.xml"/><Relationship Id="rId153" Type="http://schemas.openxmlformats.org/officeDocument/2006/relationships/image" Target="../media/image688.png"/><Relationship Id="rId174" Type="http://schemas.openxmlformats.org/officeDocument/2006/relationships/customXml" Target="../ink/ink699.xml"/><Relationship Id="rId179" Type="http://schemas.openxmlformats.org/officeDocument/2006/relationships/image" Target="../media/image701.png"/><Relationship Id="rId195" Type="http://schemas.openxmlformats.org/officeDocument/2006/relationships/image" Target="../media/image709.png"/><Relationship Id="rId209" Type="http://schemas.openxmlformats.org/officeDocument/2006/relationships/image" Target="../media/image716.png"/><Relationship Id="rId190" Type="http://schemas.openxmlformats.org/officeDocument/2006/relationships/customXml" Target="../ink/ink707.xml"/><Relationship Id="rId204" Type="http://schemas.openxmlformats.org/officeDocument/2006/relationships/customXml" Target="../ink/ink714.xml"/><Relationship Id="rId15" Type="http://schemas.openxmlformats.org/officeDocument/2006/relationships/image" Target="../media/image619.png"/><Relationship Id="rId36" Type="http://schemas.openxmlformats.org/officeDocument/2006/relationships/customXml" Target="../ink/ink630.xml"/><Relationship Id="rId57" Type="http://schemas.openxmlformats.org/officeDocument/2006/relationships/image" Target="../media/image640.png"/><Relationship Id="rId106" Type="http://schemas.openxmlformats.org/officeDocument/2006/relationships/customXml" Target="../ink/ink665.xml"/><Relationship Id="rId127" Type="http://schemas.openxmlformats.org/officeDocument/2006/relationships/image" Target="../media/image675.png"/><Relationship Id="rId10" Type="http://schemas.openxmlformats.org/officeDocument/2006/relationships/customXml" Target="../ink/ink617.xml"/><Relationship Id="rId31" Type="http://schemas.openxmlformats.org/officeDocument/2006/relationships/image" Target="../media/image627.png"/><Relationship Id="rId52" Type="http://schemas.openxmlformats.org/officeDocument/2006/relationships/customXml" Target="../ink/ink638.xml"/><Relationship Id="rId73" Type="http://schemas.openxmlformats.org/officeDocument/2006/relationships/image" Target="../media/image648.png"/><Relationship Id="rId78" Type="http://schemas.openxmlformats.org/officeDocument/2006/relationships/customXml" Target="../ink/ink651.xml"/><Relationship Id="rId94" Type="http://schemas.openxmlformats.org/officeDocument/2006/relationships/customXml" Target="../ink/ink659.xml"/><Relationship Id="rId99" Type="http://schemas.openxmlformats.org/officeDocument/2006/relationships/image" Target="../media/image661.png"/><Relationship Id="rId101" Type="http://schemas.openxmlformats.org/officeDocument/2006/relationships/image" Target="../media/image662.png"/><Relationship Id="rId122" Type="http://schemas.openxmlformats.org/officeDocument/2006/relationships/customXml" Target="../ink/ink673.xml"/><Relationship Id="rId143" Type="http://schemas.openxmlformats.org/officeDocument/2006/relationships/image" Target="../media/image683.png"/><Relationship Id="rId148" Type="http://schemas.openxmlformats.org/officeDocument/2006/relationships/customXml" Target="../ink/ink686.xml"/><Relationship Id="rId164" Type="http://schemas.openxmlformats.org/officeDocument/2006/relationships/customXml" Target="../ink/ink694.xml"/><Relationship Id="rId169" Type="http://schemas.openxmlformats.org/officeDocument/2006/relationships/image" Target="../media/image696.png"/><Relationship Id="rId185" Type="http://schemas.openxmlformats.org/officeDocument/2006/relationships/image" Target="../media/image704.png"/><Relationship Id="rId4" Type="http://schemas.openxmlformats.org/officeDocument/2006/relationships/customXml" Target="../ink/ink614.xml"/><Relationship Id="rId9" Type="http://schemas.openxmlformats.org/officeDocument/2006/relationships/image" Target="../media/image616.png"/><Relationship Id="rId180" Type="http://schemas.openxmlformats.org/officeDocument/2006/relationships/customXml" Target="../ink/ink702.xml"/><Relationship Id="rId210" Type="http://schemas.openxmlformats.org/officeDocument/2006/relationships/customXml" Target="../ink/ink717.xml"/><Relationship Id="rId26" Type="http://schemas.openxmlformats.org/officeDocument/2006/relationships/customXml" Target="../ink/ink625.xml"/><Relationship Id="rId47" Type="http://schemas.openxmlformats.org/officeDocument/2006/relationships/image" Target="../media/image635.png"/><Relationship Id="rId68" Type="http://schemas.openxmlformats.org/officeDocument/2006/relationships/customXml" Target="../ink/ink646.xml"/><Relationship Id="rId89" Type="http://schemas.openxmlformats.org/officeDocument/2006/relationships/image" Target="../media/image656.png"/><Relationship Id="rId112" Type="http://schemas.openxmlformats.org/officeDocument/2006/relationships/customXml" Target="../ink/ink668.xml"/><Relationship Id="rId133" Type="http://schemas.openxmlformats.org/officeDocument/2006/relationships/image" Target="../media/image678.png"/><Relationship Id="rId154" Type="http://schemas.openxmlformats.org/officeDocument/2006/relationships/customXml" Target="../ink/ink689.xml"/><Relationship Id="rId175" Type="http://schemas.openxmlformats.org/officeDocument/2006/relationships/image" Target="../media/image699.png"/><Relationship Id="rId196" Type="http://schemas.openxmlformats.org/officeDocument/2006/relationships/customXml" Target="../ink/ink710.xml"/><Relationship Id="rId200" Type="http://schemas.openxmlformats.org/officeDocument/2006/relationships/customXml" Target="../ink/ink712.xml"/><Relationship Id="rId16" Type="http://schemas.openxmlformats.org/officeDocument/2006/relationships/customXml" Target="../ink/ink620.xml"/><Relationship Id="rId37" Type="http://schemas.openxmlformats.org/officeDocument/2006/relationships/image" Target="../media/image630.png"/><Relationship Id="rId58" Type="http://schemas.openxmlformats.org/officeDocument/2006/relationships/customXml" Target="../ink/ink641.xml"/><Relationship Id="rId79" Type="http://schemas.openxmlformats.org/officeDocument/2006/relationships/image" Target="../media/image651.png"/><Relationship Id="rId102" Type="http://schemas.openxmlformats.org/officeDocument/2006/relationships/customXml" Target="../ink/ink663.xml"/><Relationship Id="rId123" Type="http://schemas.openxmlformats.org/officeDocument/2006/relationships/image" Target="../media/image673.png"/><Relationship Id="rId144" Type="http://schemas.openxmlformats.org/officeDocument/2006/relationships/customXml" Target="../ink/ink684.xml"/><Relationship Id="rId90" Type="http://schemas.openxmlformats.org/officeDocument/2006/relationships/customXml" Target="../ink/ink657.xml"/><Relationship Id="rId165" Type="http://schemas.openxmlformats.org/officeDocument/2006/relationships/image" Target="../media/image694.png"/><Relationship Id="rId186" Type="http://schemas.openxmlformats.org/officeDocument/2006/relationships/customXml" Target="../ink/ink705.xml"/><Relationship Id="rId211" Type="http://schemas.openxmlformats.org/officeDocument/2006/relationships/image" Target="../media/image717.png"/><Relationship Id="rId27" Type="http://schemas.openxmlformats.org/officeDocument/2006/relationships/image" Target="../media/image625.png"/><Relationship Id="rId48" Type="http://schemas.openxmlformats.org/officeDocument/2006/relationships/customXml" Target="../ink/ink636.xml"/><Relationship Id="rId69" Type="http://schemas.openxmlformats.org/officeDocument/2006/relationships/image" Target="../media/image646.png"/><Relationship Id="rId113" Type="http://schemas.openxmlformats.org/officeDocument/2006/relationships/image" Target="../media/image668.png"/><Relationship Id="rId134" Type="http://schemas.openxmlformats.org/officeDocument/2006/relationships/customXml" Target="../ink/ink679.xml"/><Relationship Id="rId80" Type="http://schemas.openxmlformats.org/officeDocument/2006/relationships/customXml" Target="../ink/ink652.xml"/><Relationship Id="rId155" Type="http://schemas.openxmlformats.org/officeDocument/2006/relationships/image" Target="../media/image689.png"/><Relationship Id="rId176" Type="http://schemas.openxmlformats.org/officeDocument/2006/relationships/customXml" Target="../ink/ink700.xml"/><Relationship Id="rId197" Type="http://schemas.openxmlformats.org/officeDocument/2006/relationships/image" Target="../media/image710.png"/><Relationship Id="rId201" Type="http://schemas.openxmlformats.org/officeDocument/2006/relationships/image" Target="../media/image712.png"/><Relationship Id="rId17" Type="http://schemas.openxmlformats.org/officeDocument/2006/relationships/image" Target="../media/image620.png"/><Relationship Id="rId38" Type="http://schemas.openxmlformats.org/officeDocument/2006/relationships/customXml" Target="../ink/ink631.xml"/><Relationship Id="rId59" Type="http://schemas.openxmlformats.org/officeDocument/2006/relationships/image" Target="../media/image641.png"/><Relationship Id="rId103" Type="http://schemas.openxmlformats.org/officeDocument/2006/relationships/image" Target="../media/image663.png"/><Relationship Id="rId124" Type="http://schemas.openxmlformats.org/officeDocument/2006/relationships/customXml" Target="../ink/ink674.xml"/><Relationship Id="rId70" Type="http://schemas.openxmlformats.org/officeDocument/2006/relationships/customXml" Target="../ink/ink647.xml"/><Relationship Id="rId91" Type="http://schemas.openxmlformats.org/officeDocument/2006/relationships/image" Target="../media/image657.png"/><Relationship Id="rId145" Type="http://schemas.openxmlformats.org/officeDocument/2006/relationships/image" Target="../media/image684.png"/><Relationship Id="rId166" Type="http://schemas.openxmlformats.org/officeDocument/2006/relationships/customXml" Target="../ink/ink695.xml"/><Relationship Id="rId187" Type="http://schemas.openxmlformats.org/officeDocument/2006/relationships/image" Target="../media/image7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18.xml"/><Relationship Id="rId28" Type="http://schemas.openxmlformats.org/officeDocument/2006/relationships/customXml" Target="../ink/ink626.xml"/><Relationship Id="rId49" Type="http://schemas.openxmlformats.org/officeDocument/2006/relationships/image" Target="../media/image636.png"/><Relationship Id="rId114" Type="http://schemas.openxmlformats.org/officeDocument/2006/relationships/customXml" Target="../ink/ink669.xml"/><Relationship Id="rId60" Type="http://schemas.openxmlformats.org/officeDocument/2006/relationships/customXml" Target="../ink/ink642.xml"/><Relationship Id="rId81" Type="http://schemas.openxmlformats.org/officeDocument/2006/relationships/image" Target="../media/image652.png"/><Relationship Id="rId135" Type="http://schemas.openxmlformats.org/officeDocument/2006/relationships/image" Target="../media/image679.png"/><Relationship Id="rId156" Type="http://schemas.openxmlformats.org/officeDocument/2006/relationships/customXml" Target="../ink/ink690.xml"/><Relationship Id="rId177" Type="http://schemas.openxmlformats.org/officeDocument/2006/relationships/image" Target="../media/image700.png"/><Relationship Id="rId198" Type="http://schemas.openxmlformats.org/officeDocument/2006/relationships/customXml" Target="../ink/ink711.xml"/><Relationship Id="rId202" Type="http://schemas.openxmlformats.org/officeDocument/2006/relationships/customXml" Target="../ink/ink713.xml"/><Relationship Id="rId18" Type="http://schemas.openxmlformats.org/officeDocument/2006/relationships/customXml" Target="../ink/ink621.xml"/><Relationship Id="rId39" Type="http://schemas.openxmlformats.org/officeDocument/2006/relationships/image" Target="../media/image631.png"/><Relationship Id="rId50" Type="http://schemas.openxmlformats.org/officeDocument/2006/relationships/customXml" Target="../ink/ink637.xml"/><Relationship Id="rId104" Type="http://schemas.openxmlformats.org/officeDocument/2006/relationships/customXml" Target="../ink/ink664.xml"/><Relationship Id="rId125" Type="http://schemas.openxmlformats.org/officeDocument/2006/relationships/image" Target="../media/image674.png"/><Relationship Id="rId146" Type="http://schemas.openxmlformats.org/officeDocument/2006/relationships/customXml" Target="../ink/ink685.xml"/><Relationship Id="rId167" Type="http://schemas.openxmlformats.org/officeDocument/2006/relationships/image" Target="../media/image695.png"/><Relationship Id="rId188" Type="http://schemas.openxmlformats.org/officeDocument/2006/relationships/customXml" Target="../ink/ink706.xml"/><Relationship Id="rId71" Type="http://schemas.openxmlformats.org/officeDocument/2006/relationships/image" Target="../media/image647.png"/><Relationship Id="rId92" Type="http://schemas.openxmlformats.org/officeDocument/2006/relationships/customXml" Target="../ink/ink658.xml"/><Relationship Id="rId213" Type="http://schemas.openxmlformats.org/officeDocument/2006/relationships/image" Target="../media/image718.png"/><Relationship Id="rId2" Type="http://schemas.openxmlformats.org/officeDocument/2006/relationships/customXml" Target="../ink/ink613.xml"/><Relationship Id="rId29" Type="http://schemas.openxmlformats.org/officeDocument/2006/relationships/image" Target="../media/image626.png"/><Relationship Id="rId40" Type="http://schemas.openxmlformats.org/officeDocument/2006/relationships/customXml" Target="../ink/ink632.xml"/><Relationship Id="rId115" Type="http://schemas.openxmlformats.org/officeDocument/2006/relationships/image" Target="../media/image669.png"/><Relationship Id="rId136" Type="http://schemas.openxmlformats.org/officeDocument/2006/relationships/customXml" Target="../ink/ink680.xml"/><Relationship Id="rId157" Type="http://schemas.openxmlformats.org/officeDocument/2006/relationships/image" Target="../media/image690.png"/><Relationship Id="rId178" Type="http://schemas.openxmlformats.org/officeDocument/2006/relationships/customXml" Target="../ink/ink701.xml"/><Relationship Id="rId61" Type="http://schemas.openxmlformats.org/officeDocument/2006/relationships/image" Target="../media/image642.png"/><Relationship Id="rId82" Type="http://schemas.openxmlformats.org/officeDocument/2006/relationships/customXml" Target="../ink/ink653.xml"/><Relationship Id="rId199" Type="http://schemas.openxmlformats.org/officeDocument/2006/relationships/image" Target="../media/image711.png"/><Relationship Id="rId203" Type="http://schemas.openxmlformats.org/officeDocument/2006/relationships/image" Target="../media/image713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5.png"/><Relationship Id="rId21" Type="http://schemas.openxmlformats.org/officeDocument/2006/relationships/image" Target="../media/image728.png"/><Relationship Id="rId42" Type="http://schemas.openxmlformats.org/officeDocument/2006/relationships/customXml" Target="../ink/ink739.xml"/><Relationship Id="rId63" Type="http://schemas.openxmlformats.org/officeDocument/2006/relationships/image" Target="../media/image749.png"/><Relationship Id="rId84" Type="http://schemas.openxmlformats.org/officeDocument/2006/relationships/customXml" Target="../ink/ink760.xml"/><Relationship Id="rId138" Type="http://schemas.openxmlformats.org/officeDocument/2006/relationships/customXml" Target="../ink/ink787.xml"/><Relationship Id="rId159" Type="http://schemas.openxmlformats.org/officeDocument/2006/relationships/image" Target="../media/image796.png"/><Relationship Id="rId170" Type="http://schemas.openxmlformats.org/officeDocument/2006/relationships/customXml" Target="../ink/ink803.xml"/><Relationship Id="rId191" Type="http://schemas.openxmlformats.org/officeDocument/2006/relationships/image" Target="../media/image812.png"/><Relationship Id="rId205" Type="http://schemas.openxmlformats.org/officeDocument/2006/relationships/image" Target="../media/image819.png"/><Relationship Id="rId107" Type="http://schemas.openxmlformats.org/officeDocument/2006/relationships/image" Target="../media/image770.png"/><Relationship Id="rId11" Type="http://schemas.openxmlformats.org/officeDocument/2006/relationships/image" Target="../media/image723.png"/><Relationship Id="rId32" Type="http://schemas.openxmlformats.org/officeDocument/2006/relationships/customXml" Target="../ink/ink734.xml"/><Relationship Id="rId53" Type="http://schemas.openxmlformats.org/officeDocument/2006/relationships/image" Target="../media/image744.png"/><Relationship Id="rId74" Type="http://schemas.openxmlformats.org/officeDocument/2006/relationships/customXml" Target="../ink/ink755.xml"/><Relationship Id="rId128" Type="http://schemas.openxmlformats.org/officeDocument/2006/relationships/customXml" Target="../ink/ink782.xml"/><Relationship Id="rId149" Type="http://schemas.openxmlformats.org/officeDocument/2006/relationships/image" Target="../media/image791.png"/><Relationship Id="rId5" Type="http://schemas.openxmlformats.org/officeDocument/2006/relationships/image" Target="../media/image720.png"/><Relationship Id="rId95" Type="http://schemas.openxmlformats.org/officeDocument/2006/relationships/image" Target="../media/image765.png"/><Relationship Id="rId160" Type="http://schemas.openxmlformats.org/officeDocument/2006/relationships/customXml" Target="../ink/ink798.xml"/><Relationship Id="rId181" Type="http://schemas.openxmlformats.org/officeDocument/2006/relationships/image" Target="../media/image807.png"/><Relationship Id="rId216" Type="http://schemas.openxmlformats.org/officeDocument/2006/relationships/customXml" Target="../ink/ink826.xml"/><Relationship Id="rId22" Type="http://schemas.openxmlformats.org/officeDocument/2006/relationships/customXml" Target="../ink/ink729.xml"/><Relationship Id="rId43" Type="http://schemas.openxmlformats.org/officeDocument/2006/relationships/image" Target="../media/image739.png"/><Relationship Id="rId64" Type="http://schemas.openxmlformats.org/officeDocument/2006/relationships/customXml" Target="../ink/ink750.xml"/><Relationship Id="rId118" Type="http://schemas.openxmlformats.org/officeDocument/2006/relationships/customXml" Target="../ink/ink777.xml"/><Relationship Id="rId139" Type="http://schemas.openxmlformats.org/officeDocument/2006/relationships/image" Target="../media/image786.png"/><Relationship Id="rId85" Type="http://schemas.openxmlformats.org/officeDocument/2006/relationships/image" Target="../media/image760.png"/><Relationship Id="rId150" Type="http://schemas.openxmlformats.org/officeDocument/2006/relationships/customXml" Target="../ink/ink793.xml"/><Relationship Id="rId171" Type="http://schemas.openxmlformats.org/officeDocument/2006/relationships/image" Target="../media/image802.png"/><Relationship Id="rId192" Type="http://schemas.openxmlformats.org/officeDocument/2006/relationships/customXml" Target="../ink/ink814.xml"/><Relationship Id="rId206" Type="http://schemas.openxmlformats.org/officeDocument/2006/relationships/customXml" Target="../ink/ink821.xml"/><Relationship Id="rId12" Type="http://schemas.openxmlformats.org/officeDocument/2006/relationships/customXml" Target="../ink/ink724.xml"/><Relationship Id="rId33" Type="http://schemas.openxmlformats.org/officeDocument/2006/relationships/image" Target="../media/image734.png"/><Relationship Id="rId108" Type="http://schemas.openxmlformats.org/officeDocument/2006/relationships/customXml" Target="../ink/ink772.xml"/><Relationship Id="rId129" Type="http://schemas.openxmlformats.org/officeDocument/2006/relationships/image" Target="../media/image781.png"/><Relationship Id="rId54" Type="http://schemas.openxmlformats.org/officeDocument/2006/relationships/customXml" Target="../ink/ink745.xml"/><Relationship Id="rId75" Type="http://schemas.openxmlformats.org/officeDocument/2006/relationships/image" Target="../media/image755.png"/><Relationship Id="rId96" Type="http://schemas.openxmlformats.org/officeDocument/2006/relationships/customXml" Target="../ink/ink766.xml"/><Relationship Id="rId140" Type="http://schemas.openxmlformats.org/officeDocument/2006/relationships/customXml" Target="../ink/ink788.xml"/><Relationship Id="rId161" Type="http://schemas.openxmlformats.org/officeDocument/2006/relationships/image" Target="../media/image797.png"/><Relationship Id="rId182" Type="http://schemas.openxmlformats.org/officeDocument/2006/relationships/customXml" Target="../ink/ink809.xml"/><Relationship Id="rId217" Type="http://schemas.openxmlformats.org/officeDocument/2006/relationships/image" Target="../media/image825.png"/><Relationship Id="rId6" Type="http://schemas.openxmlformats.org/officeDocument/2006/relationships/customXml" Target="../ink/ink721.xml"/><Relationship Id="rId23" Type="http://schemas.openxmlformats.org/officeDocument/2006/relationships/image" Target="../media/image729.png"/><Relationship Id="rId119" Type="http://schemas.openxmlformats.org/officeDocument/2006/relationships/image" Target="../media/image776.png"/><Relationship Id="rId44" Type="http://schemas.openxmlformats.org/officeDocument/2006/relationships/customXml" Target="../ink/ink740.xml"/><Relationship Id="rId65" Type="http://schemas.openxmlformats.org/officeDocument/2006/relationships/image" Target="../media/image750.png"/><Relationship Id="rId86" Type="http://schemas.openxmlformats.org/officeDocument/2006/relationships/customXml" Target="../ink/ink761.xml"/><Relationship Id="rId130" Type="http://schemas.openxmlformats.org/officeDocument/2006/relationships/customXml" Target="../ink/ink783.xml"/><Relationship Id="rId151" Type="http://schemas.openxmlformats.org/officeDocument/2006/relationships/image" Target="../media/image792.png"/><Relationship Id="rId172" Type="http://schemas.openxmlformats.org/officeDocument/2006/relationships/customXml" Target="../ink/ink804.xml"/><Relationship Id="rId193" Type="http://schemas.openxmlformats.org/officeDocument/2006/relationships/image" Target="../media/image813.png"/><Relationship Id="rId207" Type="http://schemas.openxmlformats.org/officeDocument/2006/relationships/image" Target="../media/image820.png"/><Relationship Id="rId13" Type="http://schemas.openxmlformats.org/officeDocument/2006/relationships/image" Target="../media/image724.png"/><Relationship Id="rId109" Type="http://schemas.openxmlformats.org/officeDocument/2006/relationships/image" Target="../media/image771.png"/><Relationship Id="rId34" Type="http://schemas.openxmlformats.org/officeDocument/2006/relationships/customXml" Target="../ink/ink735.xml"/><Relationship Id="rId55" Type="http://schemas.openxmlformats.org/officeDocument/2006/relationships/image" Target="../media/image745.png"/><Relationship Id="rId76" Type="http://schemas.openxmlformats.org/officeDocument/2006/relationships/customXml" Target="../ink/ink756.xml"/><Relationship Id="rId97" Type="http://schemas.openxmlformats.org/officeDocument/2006/relationships/image" Target="../media/image766.png"/><Relationship Id="rId120" Type="http://schemas.openxmlformats.org/officeDocument/2006/relationships/customXml" Target="../ink/ink778.xml"/><Relationship Id="rId141" Type="http://schemas.openxmlformats.org/officeDocument/2006/relationships/image" Target="../media/image787.png"/><Relationship Id="rId7" Type="http://schemas.openxmlformats.org/officeDocument/2006/relationships/image" Target="../media/image721.png"/><Relationship Id="rId162" Type="http://schemas.openxmlformats.org/officeDocument/2006/relationships/customXml" Target="../ink/ink799.xml"/><Relationship Id="rId183" Type="http://schemas.openxmlformats.org/officeDocument/2006/relationships/image" Target="../media/image808.png"/><Relationship Id="rId218" Type="http://schemas.openxmlformats.org/officeDocument/2006/relationships/customXml" Target="../ink/ink827.xml"/><Relationship Id="rId24" Type="http://schemas.openxmlformats.org/officeDocument/2006/relationships/customXml" Target="../ink/ink730.xml"/><Relationship Id="rId45" Type="http://schemas.openxmlformats.org/officeDocument/2006/relationships/image" Target="../media/image740.png"/><Relationship Id="rId66" Type="http://schemas.openxmlformats.org/officeDocument/2006/relationships/customXml" Target="../ink/ink751.xml"/><Relationship Id="rId87" Type="http://schemas.openxmlformats.org/officeDocument/2006/relationships/image" Target="../media/image761.png"/><Relationship Id="rId110" Type="http://schemas.openxmlformats.org/officeDocument/2006/relationships/customXml" Target="../ink/ink773.xml"/><Relationship Id="rId131" Type="http://schemas.openxmlformats.org/officeDocument/2006/relationships/image" Target="../media/image782.png"/><Relationship Id="rId152" Type="http://schemas.openxmlformats.org/officeDocument/2006/relationships/customXml" Target="../ink/ink794.xml"/><Relationship Id="rId173" Type="http://schemas.openxmlformats.org/officeDocument/2006/relationships/image" Target="../media/image803.png"/><Relationship Id="rId194" Type="http://schemas.openxmlformats.org/officeDocument/2006/relationships/customXml" Target="../ink/ink815.xml"/><Relationship Id="rId208" Type="http://schemas.openxmlformats.org/officeDocument/2006/relationships/customXml" Target="../ink/ink822.xml"/><Relationship Id="rId14" Type="http://schemas.openxmlformats.org/officeDocument/2006/relationships/customXml" Target="../ink/ink725.xml"/><Relationship Id="rId30" Type="http://schemas.openxmlformats.org/officeDocument/2006/relationships/customXml" Target="../ink/ink733.xml"/><Relationship Id="rId35" Type="http://schemas.openxmlformats.org/officeDocument/2006/relationships/image" Target="../media/image735.png"/><Relationship Id="rId56" Type="http://schemas.openxmlformats.org/officeDocument/2006/relationships/customXml" Target="../ink/ink746.xml"/><Relationship Id="rId77" Type="http://schemas.openxmlformats.org/officeDocument/2006/relationships/image" Target="../media/image756.png"/><Relationship Id="rId100" Type="http://schemas.openxmlformats.org/officeDocument/2006/relationships/customXml" Target="../ink/ink768.xml"/><Relationship Id="rId105" Type="http://schemas.openxmlformats.org/officeDocument/2006/relationships/image" Target="../media/image769.png"/><Relationship Id="rId126" Type="http://schemas.openxmlformats.org/officeDocument/2006/relationships/customXml" Target="../ink/ink781.xml"/><Relationship Id="rId147" Type="http://schemas.openxmlformats.org/officeDocument/2006/relationships/image" Target="../media/image790.png"/><Relationship Id="rId168" Type="http://schemas.openxmlformats.org/officeDocument/2006/relationships/customXml" Target="../ink/ink802.xml"/><Relationship Id="rId8" Type="http://schemas.openxmlformats.org/officeDocument/2006/relationships/customXml" Target="../ink/ink722.xml"/><Relationship Id="rId51" Type="http://schemas.openxmlformats.org/officeDocument/2006/relationships/image" Target="../media/image743.png"/><Relationship Id="rId72" Type="http://schemas.openxmlformats.org/officeDocument/2006/relationships/customXml" Target="../ink/ink754.xml"/><Relationship Id="rId93" Type="http://schemas.openxmlformats.org/officeDocument/2006/relationships/image" Target="../media/image764.png"/><Relationship Id="rId98" Type="http://schemas.openxmlformats.org/officeDocument/2006/relationships/customXml" Target="../ink/ink767.xml"/><Relationship Id="rId121" Type="http://schemas.openxmlformats.org/officeDocument/2006/relationships/image" Target="../media/image777.png"/><Relationship Id="rId142" Type="http://schemas.openxmlformats.org/officeDocument/2006/relationships/customXml" Target="../ink/ink789.xml"/><Relationship Id="rId163" Type="http://schemas.openxmlformats.org/officeDocument/2006/relationships/image" Target="../media/image798.png"/><Relationship Id="rId184" Type="http://schemas.openxmlformats.org/officeDocument/2006/relationships/customXml" Target="../ink/ink810.xml"/><Relationship Id="rId189" Type="http://schemas.openxmlformats.org/officeDocument/2006/relationships/image" Target="../media/image811.png"/><Relationship Id="rId219" Type="http://schemas.openxmlformats.org/officeDocument/2006/relationships/image" Target="../media/image826.png"/><Relationship Id="rId3" Type="http://schemas.openxmlformats.org/officeDocument/2006/relationships/image" Target="../media/image719.png"/><Relationship Id="rId214" Type="http://schemas.openxmlformats.org/officeDocument/2006/relationships/customXml" Target="../ink/ink825.xml"/><Relationship Id="rId25" Type="http://schemas.openxmlformats.org/officeDocument/2006/relationships/image" Target="../media/image730.png"/><Relationship Id="rId46" Type="http://schemas.openxmlformats.org/officeDocument/2006/relationships/customXml" Target="../ink/ink741.xml"/><Relationship Id="rId67" Type="http://schemas.openxmlformats.org/officeDocument/2006/relationships/image" Target="../media/image751.png"/><Relationship Id="rId116" Type="http://schemas.openxmlformats.org/officeDocument/2006/relationships/customXml" Target="../ink/ink776.xml"/><Relationship Id="rId137" Type="http://schemas.openxmlformats.org/officeDocument/2006/relationships/image" Target="../media/image785.png"/><Relationship Id="rId158" Type="http://schemas.openxmlformats.org/officeDocument/2006/relationships/customXml" Target="../ink/ink797.xml"/><Relationship Id="rId20" Type="http://schemas.openxmlformats.org/officeDocument/2006/relationships/customXml" Target="../ink/ink728.xml"/><Relationship Id="rId41" Type="http://schemas.openxmlformats.org/officeDocument/2006/relationships/image" Target="../media/image738.png"/><Relationship Id="rId62" Type="http://schemas.openxmlformats.org/officeDocument/2006/relationships/customXml" Target="../ink/ink749.xml"/><Relationship Id="rId83" Type="http://schemas.openxmlformats.org/officeDocument/2006/relationships/image" Target="../media/image759.png"/><Relationship Id="rId88" Type="http://schemas.openxmlformats.org/officeDocument/2006/relationships/customXml" Target="../ink/ink762.xml"/><Relationship Id="rId111" Type="http://schemas.openxmlformats.org/officeDocument/2006/relationships/image" Target="../media/image772.png"/><Relationship Id="rId132" Type="http://schemas.openxmlformats.org/officeDocument/2006/relationships/customXml" Target="../ink/ink784.xml"/><Relationship Id="rId153" Type="http://schemas.openxmlformats.org/officeDocument/2006/relationships/image" Target="../media/image793.png"/><Relationship Id="rId174" Type="http://schemas.openxmlformats.org/officeDocument/2006/relationships/customXml" Target="../ink/ink805.xml"/><Relationship Id="rId179" Type="http://schemas.openxmlformats.org/officeDocument/2006/relationships/image" Target="../media/image806.png"/><Relationship Id="rId195" Type="http://schemas.openxmlformats.org/officeDocument/2006/relationships/image" Target="../media/image814.png"/><Relationship Id="rId209" Type="http://schemas.openxmlformats.org/officeDocument/2006/relationships/image" Target="../media/image821.png"/><Relationship Id="rId190" Type="http://schemas.openxmlformats.org/officeDocument/2006/relationships/customXml" Target="../ink/ink813.xml"/><Relationship Id="rId204" Type="http://schemas.openxmlformats.org/officeDocument/2006/relationships/customXml" Target="../ink/ink820.xml"/><Relationship Id="rId15" Type="http://schemas.openxmlformats.org/officeDocument/2006/relationships/image" Target="../media/image725.png"/><Relationship Id="rId36" Type="http://schemas.openxmlformats.org/officeDocument/2006/relationships/customXml" Target="../ink/ink736.xml"/><Relationship Id="rId57" Type="http://schemas.openxmlformats.org/officeDocument/2006/relationships/image" Target="../media/image746.png"/><Relationship Id="rId106" Type="http://schemas.openxmlformats.org/officeDocument/2006/relationships/customXml" Target="../ink/ink771.xml"/><Relationship Id="rId127" Type="http://schemas.openxmlformats.org/officeDocument/2006/relationships/image" Target="../media/image780.png"/><Relationship Id="rId10" Type="http://schemas.openxmlformats.org/officeDocument/2006/relationships/customXml" Target="../ink/ink723.xml"/><Relationship Id="rId31" Type="http://schemas.openxmlformats.org/officeDocument/2006/relationships/image" Target="../media/image733.png"/><Relationship Id="rId52" Type="http://schemas.openxmlformats.org/officeDocument/2006/relationships/customXml" Target="../ink/ink744.xml"/><Relationship Id="rId73" Type="http://schemas.openxmlformats.org/officeDocument/2006/relationships/image" Target="../media/image754.png"/><Relationship Id="rId78" Type="http://schemas.openxmlformats.org/officeDocument/2006/relationships/customXml" Target="../ink/ink757.xml"/><Relationship Id="rId94" Type="http://schemas.openxmlformats.org/officeDocument/2006/relationships/customXml" Target="../ink/ink765.xml"/><Relationship Id="rId99" Type="http://schemas.openxmlformats.org/officeDocument/2006/relationships/image" Target="../media/image163.png"/><Relationship Id="rId101" Type="http://schemas.openxmlformats.org/officeDocument/2006/relationships/image" Target="../media/image767.png"/><Relationship Id="rId122" Type="http://schemas.openxmlformats.org/officeDocument/2006/relationships/customXml" Target="../ink/ink779.xml"/><Relationship Id="rId143" Type="http://schemas.openxmlformats.org/officeDocument/2006/relationships/image" Target="../media/image788.png"/><Relationship Id="rId148" Type="http://schemas.openxmlformats.org/officeDocument/2006/relationships/customXml" Target="../ink/ink792.xml"/><Relationship Id="rId164" Type="http://schemas.openxmlformats.org/officeDocument/2006/relationships/customXml" Target="../ink/ink800.xml"/><Relationship Id="rId169" Type="http://schemas.openxmlformats.org/officeDocument/2006/relationships/image" Target="../media/image801.png"/><Relationship Id="rId185" Type="http://schemas.openxmlformats.org/officeDocument/2006/relationships/image" Target="../media/image809.png"/><Relationship Id="rId4" Type="http://schemas.openxmlformats.org/officeDocument/2006/relationships/customXml" Target="../ink/ink720.xml"/><Relationship Id="rId9" Type="http://schemas.openxmlformats.org/officeDocument/2006/relationships/image" Target="../media/image722.png"/><Relationship Id="rId180" Type="http://schemas.openxmlformats.org/officeDocument/2006/relationships/customXml" Target="../ink/ink808.xml"/><Relationship Id="rId210" Type="http://schemas.openxmlformats.org/officeDocument/2006/relationships/customXml" Target="../ink/ink823.xml"/><Relationship Id="rId215" Type="http://schemas.openxmlformats.org/officeDocument/2006/relationships/image" Target="../media/image824.png"/><Relationship Id="rId26" Type="http://schemas.openxmlformats.org/officeDocument/2006/relationships/customXml" Target="../ink/ink731.xml"/><Relationship Id="rId47" Type="http://schemas.openxmlformats.org/officeDocument/2006/relationships/image" Target="../media/image741.png"/><Relationship Id="rId68" Type="http://schemas.openxmlformats.org/officeDocument/2006/relationships/customXml" Target="../ink/ink752.xml"/><Relationship Id="rId89" Type="http://schemas.openxmlformats.org/officeDocument/2006/relationships/image" Target="../media/image762.png"/><Relationship Id="rId112" Type="http://schemas.openxmlformats.org/officeDocument/2006/relationships/customXml" Target="../ink/ink774.xml"/><Relationship Id="rId133" Type="http://schemas.openxmlformats.org/officeDocument/2006/relationships/image" Target="../media/image783.png"/><Relationship Id="rId154" Type="http://schemas.openxmlformats.org/officeDocument/2006/relationships/customXml" Target="../ink/ink795.xml"/><Relationship Id="rId175" Type="http://schemas.openxmlformats.org/officeDocument/2006/relationships/image" Target="../media/image804.png"/><Relationship Id="rId196" Type="http://schemas.openxmlformats.org/officeDocument/2006/relationships/customXml" Target="../ink/ink816.xml"/><Relationship Id="rId200" Type="http://schemas.openxmlformats.org/officeDocument/2006/relationships/customXml" Target="../ink/ink818.xml"/><Relationship Id="rId16" Type="http://schemas.openxmlformats.org/officeDocument/2006/relationships/customXml" Target="../ink/ink726.xml"/><Relationship Id="rId37" Type="http://schemas.openxmlformats.org/officeDocument/2006/relationships/image" Target="../media/image736.png"/><Relationship Id="rId58" Type="http://schemas.openxmlformats.org/officeDocument/2006/relationships/customXml" Target="../ink/ink747.xml"/><Relationship Id="rId79" Type="http://schemas.openxmlformats.org/officeDocument/2006/relationships/image" Target="../media/image757.png"/><Relationship Id="rId102" Type="http://schemas.openxmlformats.org/officeDocument/2006/relationships/customXml" Target="../ink/ink769.xml"/><Relationship Id="rId123" Type="http://schemas.openxmlformats.org/officeDocument/2006/relationships/image" Target="../media/image778.png"/><Relationship Id="rId144" Type="http://schemas.openxmlformats.org/officeDocument/2006/relationships/customXml" Target="../ink/ink790.xml"/><Relationship Id="rId90" Type="http://schemas.openxmlformats.org/officeDocument/2006/relationships/customXml" Target="../ink/ink763.xml"/><Relationship Id="rId165" Type="http://schemas.openxmlformats.org/officeDocument/2006/relationships/image" Target="../media/image799.png"/><Relationship Id="rId186" Type="http://schemas.openxmlformats.org/officeDocument/2006/relationships/customXml" Target="../ink/ink811.xml"/><Relationship Id="rId211" Type="http://schemas.openxmlformats.org/officeDocument/2006/relationships/image" Target="../media/image822.png"/><Relationship Id="rId27" Type="http://schemas.openxmlformats.org/officeDocument/2006/relationships/image" Target="../media/image731.png"/><Relationship Id="rId48" Type="http://schemas.openxmlformats.org/officeDocument/2006/relationships/customXml" Target="../ink/ink742.xml"/><Relationship Id="rId69" Type="http://schemas.openxmlformats.org/officeDocument/2006/relationships/image" Target="../media/image752.png"/><Relationship Id="rId113" Type="http://schemas.openxmlformats.org/officeDocument/2006/relationships/image" Target="../media/image773.png"/><Relationship Id="rId134" Type="http://schemas.openxmlformats.org/officeDocument/2006/relationships/customXml" Target="../ink/ink785.xml"/><Relationship Id="rId80" Type="http://schemas.openxmlformats.org/officeDocument/2006/relationships/customXml" Target="../ink/ink758.xml"/><Relationship Id="rId155" Type="http://schemas.openxmlformats.org/officeDocument/2006/relationships/image" Target="../media/image794.png"/><Relationship Id="rId176" Type="http://schemas.openxmlformats.org/officeDocument/2006/relationships/customXml" Target="../ink/ink806.xml"/><Relationship Id="rId197" Type="http://schemas.openxmlformats.org/officeDocument/2006/relationships/image" Target="../media/image815.png"/><Relationship Id="rId201" Type="http://schemas.openxmlformats.org/officeDocument/2006/relationships/image" Target="../media/image817.png"/><Relationship Id="rId17" Type="http://schemas.openxmlformats.org/officeDocument/2006/relationships/image" Target="../media/image726.png"/><Relationship Id="rId38" Type="http://schemas.openxmlformats.org/officeDocument/2006/relationships/customXml" Target="../ink/ink737.xml"/><Relationship Id="rId59" Type="http://schemas.openxmlformats.org/officeDocument/2006/relationships/image" Target="../media/image747.png"/><Relationship Id="rId103" Type="http://schemas.openxmlformats.org/officeDocument/2006/relationships/image" Target="../media/image768.png"/><Relationship Id="rId124" Type="http://schemas.openxmlformats.org/officeDocument/2006/relationships/customXml" Target="../ink/ink780.xml"/><Relationship Id="rId70" Type="http://schemas.openxmlformats.org/officeDocument/2006/relationships/customXml" Target="../ink/ink753.xml"/><Relationship Id="rId91" Type="http://schemas.openxmlformats.org/officeDocument/2006/relationships/image" Target="../media/image763.png"/><Relationship Id="rId145" Type="http://schemas.openxmlformats.org/officeDocument/2006/relationships/image" Target="../media/image789.png"/><Relationship Id="rId166" Type="http://schemas.openxmlformats.org/officeDocument/2006/relationships/customXml" Target="../ink/ink801.xml"/><Relationship Id="rId187" Type="http://schemas.openxmlformats.org/officeDocument/2006/relationships/image" Target="../media/image8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24.xml"/><Relationship Id="rId28" Type="http://schemas.openxmlformats.org/officeDocument/2006/relationships/customXml" Target="../ink/ink732.xml"/><Relationship Id="rId49" Type="http://schemas.openxmlformats.org/officeDocument/2006/relationships/image" Target="../media/image742.png"/><Relationship Id="rId114" Type="http://schemas.openxmlformats.org/officeDocument/2006/relationships/customXml" Target="../ink/ink775.xml"/><Relationship Id="rId60" Type="http://schemas.openxmlformats.org/officeDocument/2006/relationships/customXml" Target="../ink/ink748.xml"/><Relationship Id="rId81" Type="http://schemas.openxmlformats.org/officeDocument/2006/relationships/image" Target="../media/image758.png"/><Relationship Id="rId135" Type="http://schemas.openxmlformats.org/officeDocument/2006/relationships/image" Target="../media/image784.png"/><Relationship Id="rId156" Type="http://schemas.openxmlformats.org/officeDocument/2006/relationships/customXml" Target="../ink/ink796.xml"/><Relationship Id="rId177" Type="http://schemas.openxmlformats.org/officeDocument/2006/relationships/image" Target="../media/image805.png"/><Relationship Id="rId198" Type="http://schemas.openxmlformats.org/officeDocument/2006/relationships/customXml" Target="../ink/ink817.xml"/><Relationship Id="rId202" Type="http://schemas.openxmlformats.org/officeDocument/2006/relationships/customXml" Target="../ink/ink819.xml"/><Relationship Id="rId18" Type="http://schemas.openxmlformats.org/officeDocument/2006/relationships/customXml" Target="../ink/ink727.xml"/><Relationship Id="rId39" Type="http://schemas.openxmlformats.org/officeDocument/2006/relationships/image" Target="../media/image737.png"/><Relationship Id="rId50" Type="http://schemas.openxmlformats.org/officeDocument/2006/relationships/customXml" Target="../ink/ink743.xml"/><Relationship Id="rId104" Type="http://schemas.openxmlformats.org/officeDocument/2006/relationships/customXml" Target="../ink/ink770.xml"/><Relationship Id="rId125" Type="http://schemas.openxmlformats.org/officeDocument/2006/relationships/image" Target="../media/image779.png"/><Relationship Id="rId146" Type="http://schemas.openxmlformats.org/officeDocument/2006/relationships/customXml" Target="../ink/ink791.xml"/><Relationship Id="rId167" Type="http://schemas.openxmlformats.org/officeDocument/2006/relationships/image" Target="../media/image800.png"/><Relationship Id="rId188" Type="http://schemas.openxmlformats.org/officeDocument/2006/relationships/customXml" Target="../ink/ink812.xml"/><Relationship Id="rId71" Type="http://schemas.openxmlformats.org/officeDocument/2006/relationships/image" Target="../media/image753.png"/><Relationship Id="rId92" Type="http://schemas.openxmlformats.org/officeDocument/2006/relationships/customXml" Target="../ink/ink764.xml"/><Relationship Id="rId213" Type="http://schemas.openxmlformats.org/officeDocument/2006/relationships/image" Target="../media/image823.png"/><Relationship Id="rId2" Type="http://schemas.openxmlformats.org/officeDocument/2006/relationships/customXml" Target="../ink/ink719.xml"/><Relationship Id="rId29" Type="http://schemas.openxmlformats.org/officeDocument/2006/relationships/image" Target="../media/image732.png"/><Relationship Id="rId40" Type="http://schemas.openxmlformats.org/officeDocument/2006/relationships/customXml" Target="../ink/ink738.xml"/><Relationship Id="rId115" Type="http://schemas.openxmlformats.org/officeDocument/2006/relationships/image" Target="../media/image774.png"/><Relationship Id="rId136" Type="http://schemas.openxmlformats.org/officeDocument/2006/relationships/customXml" Target="../ink/ink786.xml"/><Relationship Id="rId157" Type="http://schemas.openxmlformats.org/officeDocument/2006/relationships/image" Target="../media/image795.png"/><Relationship Id="rId178" Type="http://schemas.openxmlformats.org/officeDocument/2006/relationships/customXml" Target="../ink/ink807.xml"/><Relationship Id="rId61" Type="http://schemas.openxmlformats.org/officeDocument/2006/relationships/image" Target="../media/image748.png"/><Relationship Id="rId82" Type="http://schemas.openxmlformats.org/officeDocument/2006/relationships/customXml" Target="../ink/ink759.xml"/><Relationship Id="rId199" Type="http://schemas.openxmlformats.org/officeDocument/2006/relationships/image" Target="../media/image816.png"/><Relationship Id="rId203" Type="http://schemas.openxmlformats.org/officeDocument/2006/relationships/image" Target="../media/image818.png"/><Relationship Id="rId19" Type="http://schemas.openxmlformats.org/officeDocument/2006/relationships/image" Target="../media/image72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84.png"/><Relationship Id="rId21" Type="http://schemas.openxmlformats.org/officeDocument/2006/relationships/image" Target="../media/image836.png"/><Relationship Id="rId42" Type="http://schemas.openxmlformats.org/officeDocument/2006/relationships/customXml" Target="../ink/ink848.xml"/><Relationship Id="rId63" Type="http://schemas.openxmlformats.org/officeDocument/2006/relationships/image" Target="../media/image857.png"/><Relationship Id="rId84" Type="http://schemas.openxmlformats.org/officeDocument/2006/relationships/customXml" Target="../ink/ink869.xml"/><Relationship Id="rId138" Type="http://schemas.openxmlformats.org/officeDocument/2006/relationships/customXml" Target="../ink/ink896.xml"/><Relationship Id="rId159" Type="http://schemas.openxmlformats.org/officeDocument/2006/relationships/image" Target="../media/image905.png"/><Relationship Id="rId170" Type="http://schemas.openxmlformats.org/officeDocument/2006/relationships/customXml" Target="../ink/ink912.xml"/><Relationship Id="rId191" Type="http://schemas.openxmlformats.org/officeDocument/2006/relationships/image" Target="../media/image921.png"/><Relationship Id="rId205" Type="http://schemas.openxmlformats.org/officeDocument/2006/relationships/image" Target="../media/image928.png"/><Relationship Id="rId107" Type="http://schemas.openxmlformats.org/officeDocument/2006/relationships/image" Target="../media/image879.png"/><Relationship Id="rId11" Type="http://schemas.openxmlformats.org/officeDocument/2006/relationships/image" Target="../media/image831.png"/><Relationship Id="rId32" Type="http://schemas.openxmlformats.org/officeDocument/2006/relationships/customXml" Target="../ink/ink843.xml"/><Relationship Id="rId53" Type="http://schemas.openxmlformats.org/officeDocument/2006/relationships/image" Target="../media/image852.png"/><Relationship Id="rId74" Type="http://schemas.openxmlformats.org/officeDocument/2006/relationships/customXml" Target="../ink/ink864.xml"/><Relationship Id="rId128" Type="http://schemas.openxmlformats.org/officeDocument/2006/relationships/customXml" Target="../ink/ink891.xml"/><Relationship Id="rId149" Type="http://schemas.openxmlformats.org/officeDocument/2006/relationships/image" Target="../media/image900.png"/><Relationship Id="rId5" Type="http://schemas.openxmlformats.org/officeDocument/2006/relationships/image" Target="../media/image828.png"/><Relationship Id="rId95" Type="http://schemas.openxmlformats.org/officeDocument/2006/relationships/image" Target="../media/image873.png"/><Relationship Id="rId160" Type="http://schemas.openxmlformats.org/officeDocument/2006/relationships/customXml" Target="../ink/ink907.xml"/><Relationship Id="rId181" Type="http://schemas.openxmlformats.org/officeDocument/2006/relationships/image" Target="../media/image916.png"/><Relationship Id="rId22" Type="http://schemas.openxmlformats.org/officeDocument/2006/relationships/customXml" Target="../ink/ink838.xml"/><Relationship Id="rId43" Type="http://schemas.openxmlformats.org/officeDocument/2006/relationships/image" Target="../media/image847.png"/><Relationship Id="rId64" Type="http://schemas.openxmlformats.org/officeDocument/2006/relationships/customXml" Target="../ink/ink859.xml"/><Relationship Id="rId118" Type="http://schemas.openxmlformats.org/officeDocument/2006/relationships/customXml" Target="../ink/ink886.xml"/><Relationship Id="rId139" Type="http://schemas.openxmlformats.org/officeDocument/2006/relationships/image" Target="../media/image895.png"/><Relationship Id="rId85" Type="http://schemas.openxmlformats.org/officeDocument/2006/relationships/image" Target="../media/image868.png"/><Relationship Id="rId150" Type="http://schemas.openxmlformats.org/officeDocument/2006/relationships/customXml" Target="../ink/ink902.xml"/><Relationship Id="rId171" Type="http://schemas.openxmlformats.org/officeDocument/2006/relationships/image" Target="../media/image911.png"/><Relationship Id="rId192" Type="http://schemas.openxmlformats.org/officeDocument/2006/relationships/customXml" Target="../ink/ink923.xml"/><Relationship Id="rId206" Type="http://schemas.openxmlformats.org/officeDocument/2006/relationships/customXml" Target="../ink/ink930.xml"/><Relationship Id="rId12" Type="http://schemas.openxmlformats.org/officeDocument/2006/relationships/customXml" Target="../ink/ink833.xml"/><Relationship Id="rId33" Type="http://schemas.openxmlformats.org/officeDocument/2006/relationships/image" Target="../media/image842.png"/><Relationship Id="rId108" Type="http://schemas.openxmlformats.org/officeDocument/2006/relationships/customXml" Target="../ink/ink881.xml"/><Relationship Id="rId129" Type="http://schemas.openxmlformats.org/officeDocument/2006/relationships/image" Target="../media/image890.png"/><Relationship Id="rId54" Type="http://schemas.openxmlformats.org/officeDocument/2006/relationships/customXml" Target="../ink/ink854.xml"/><Relationship Id="rId75" Type="http://schemas.openxmlformats.org/officeDocument/2006/relationships/image" Target="../media/image863.png"/><Relationship Id="rId96" Type="http://schemas.openxmlformats.org/officeDocument/2006/relationships/customXml" Target="../ink/ink875.xml"/><Relationship Id="rId140" Type="http://schemas.openxmlformats.org/officeDocument/2006/relationships/customXml" Target="../ink/ink897.xml"/><Relationship Id="rId161" Type="http://schemas.openxmlformats.org/officeDocument/2006/relationships/image" Target="../media/image906.png"/><Relationship Id="rId182" Type="http://schemas.openxmlformats.org/officeDocument/2006/relationships/customXml" Target="../ink/ink918.xml"/><Relationship Id="rId6" Type="http://schemas.openxmlformats.org/officeDocument/2006/relationships/customXml" Target="../ink/ink830.xml"/><Relationship Id="rId23" Type="http://schemas.openxmlformats.org/officeDocument/2006/relationships/image" Target="../media/image837.png"/><Relationship Id="rId119" Type="http://schemas.openxmlformats.org/officeDocument/2006/relationships/image" Target="../media/image885.png"/><Relationship Id="rId44" Type="http://schemas.openxmlformats.org/officeDocument/2006/relationships/customXml" Target="../ink/ink849.xml"/><Relationship Id="rId65" Type="http://schemas.openxmlformats.org/officeDocument/2006/relationships/image" Target="../media/image858.png"/><Relationship Id="rId86" Type="http://schemas.openxmlformats.org/officeDocument/2006/relationships/customXml" Target="../ink/ink870.xml"/><Relationship Id="rId130" Type="http://schemas.openxmlformats.org/officeDocument/2006/relationships/customXml" Target="../ink/ink892.xml"/><Relationship Id="rId151" Type="http://schemas.openxmlformats.org/officeDocument/2006/relationships/image" Target="../media/image901.png"/><Relationship Id="rId172" Type="http://schemas.openxmlformats.org/officeDocument/2006/relationships/customXml" Target="../ink/ink913.xml"/><Relationship Id="rId193" Type="http://schemas.openxmlformats.org/officeDocument/2006/relationships/image" Target="../media/image922.png"/><Relationship Id="rId207" Type="http://schemas.openxmlformats.org/officeDocument/2006/relationships/image" Target="../media/image929.png"/><Relationship Id="rId13" Type="http://schemas.openxmlformats.org/officeDocument/2006/relationships/image" Target="../media/image832.png"/><Relationship Id="rId109" Type="http://schemas.openxmlformats.org/officeDocument/2006/relationships/image" Target="../media/image880.png"/><Relationship Id="rId34" Type="http://schemas.openxmlformats.org/officeDocument/2006/relationships/customXml" Target="../ink/ink844.xml"/><Relationship Id="rId55" Type="http://schemas.openxmlformats.org/officeDocument/2006/relationships/image" Target="../media/image853.png"/><Relationship Id="rId76" Type="http://schemas.openxmlformats.org/officeDocument/2006/relationships/customXml" Target="../ink/ink865.xml"/><Relationship Id="rId97" Type="http://schemas.openxmlformats.org/officeDocument/2006/relationships/image" Target="../media/image874.png"/><Relationship Id="rId120" Type="http://schemas.openxmlformats.org/officeDocument/2006/relationships/customXml" Target="../ink/ink887.xml"/><Relationship Id="rId141" Type="http://schemas.openxmlformats.org/officeDocument/2006/relationships/image" Target="../media/image896.png"/><Relationship Id="rId7" Type="http://schemas.openxmlformats.org/officeDocument/2006/relationships/image" Target="../media/image829.png"/><Relationship Id="rId162" Type="http://schemas.openxmlformats.org/officeDocument/2006/relationships/customXml" Target="../ink/ink908.xml"/><Relationship Id="rId183" Type="http://schemas.openxmlformats.org/officeDocument/2006/relationships/image" Target="../media/image917.png"/><Relationship Id="rId24" Type="http://schemas.openxmlformats.org/officeDocument/2006/relationships/customXml" Target="../ink/ink839.xml"/><Relationship Id="rId40" Type="http://schemas.openxmlformats.org/officeDocument/2006/relationships/customXml" Target="../ink/ink847.xml"/><Relationship Id="rId45" Type="http://schemas.openxmlformats.org/officeDocument/2006/relationships/image" Target="../media/image848.png"/><Relationship Id="rId66" Type="http://schemas.openxmlformats.org/officeDocument/2006/relationships/customXml" Target="../ink/ink860.xml"/><Relationship Id="rId87" Type="http://schemas.openxmlformats.org/officeDocument/2006/relationships/image" Target="../media/image869.png"/><Relationship Id="rId110" Type="http://schemas.openxmlformats.org/officeDocument/2006/relationships/customXml" Target="../ink/ink882.xml"/><Relationship Id="rId115" Type="http://schemas.openxmlformats.org/officeDocument/2006/relationships/image" Target="../media/image883.png"/><Relationship Id="rId131" Type="http://schemas.openxmlformats.org/officeDocument/2006/relationships/image" Target="../media/image891.png"/><Relationship Id="rId136" Type="http://schemas.openxmlformats.org/officeDocument/2006/relationships/customXml" Target="../ink/ink895.xml"/><Relationship Id="rId157" Type="http://schemas.openxmlformats.org/officeDocument/2006/relationships/image" Target="../media/image904.png"/><Relationship Id="rId178" Type="http://schemas.openxmlformats.org/officeDocument/2006/relationships/customXml" Target="../ink/ink916.xml"/><Relationship Id="rId61" Type="http://schemas.openxmlformats.org/officeDocument/2006/relationships/image" Target="../media/image856.png"/><Relationship Id="rId82" Type="http://schemas.openxmlformats.org/officeDocument/2006/relationships/customXml" Target="../ink/ink868.xml"/><Relationship Id="rId152" Type="http://schemas.openxmlformats.org/officeDocument/2006/relationships/customXml" Target="../ink/ink903.xml"/><Relationship Id="rId173" Type="http://schemas.openxmlformats.org/officeDocument/2006/relationships/image" Target="../media/image912.png"/><Relationship Id="rId194" Type="http://schemas.openxmlformats.org/officeDocument/2006/relationships/customXml" Target="../ink/ink924.xml"/><Relationship Id="rId199" Type="http://schemas.openxmlformats.org/officeDocument/2006/relationships/image" Target="../media/image925.png"/><Relationship Id="rId203" Type="http://schemas.openxmlformats.org/officeDocument/2006/relationships/image" Target="../media/image927.png"/><Relationship Id="rId19" Type="http://schemas.openxmlformats.org/officeDocument/2006/relationships/image" Target="../media/image835.png"/><Relationship Id="rId14" Type="http://schemas.openxmlformats.org/officeDocument/2006/relationships/customXml" Target="../ink/ink834.xml"/><Relationship Id="rId30" Type="http://schemas.openxmlformats.org/officeDocument/2006/relationships/customXml" Target="../ink/ink842.xml"/><Relationship Id="rId35" Type="http://schemas.openxmlformats.org/officeDocument/2006/relationships/image" Target="../media/image843.png"/><Relationship Id="rId56" Type="http://schemas.openxmlformats.org/officeDocument/2006/relationships/customXml" Target="../ink/ink855.xml"/><Relationship Id="rId77" Type="http://schemas.openxmlformats.org/officeDocument/2006/relationships/image" Target="../media/image864.png"/><Relationship Id="rId100" Type="http://schemas.openxmlformats.org/officeDocument/2006/relationships/customXml" Target="../ink/ink877.xml"/><Relationship Id="rId105" Type="http://schemas.openxmlformats.org/officeDocument/2006/relationships/image" Target="../media/image878.png"/><Relationship Id="rId126" Type="http://schemas.openxmlformats.org/officeDocument/2006/relationships/customXml" Target="../ink/ink890.xml"/><Relationship Id="rId147" Type="http://schemas.openxmlformats.org/officeDocument/2006/relationships/image" Target="../media/image899.png"/><Relationship Id="rId168" Type="http://schemas.openxmlformats.org/officeDocument/2006/relationships/customXml" Target="../ink/ink911.xml"/><Relationship Id="rId8" Type="http://schemas.openxmlformats.org/officeDocument/2006/relationships/customXml" Target="../ink/ink831.xml"/><Relationship Id="rId51" Type="http://schemas.openxmlformats.org/officeDocument/2006/relationships/image" Target="../media/image851.png"/><Relationship Id="rId72" Type="http://schemas.openxmlformats.org/officeDocument/2006/relationships/customXml" Target="../ink/ink863.xml"/><Relationship Id="rId93" Type="http://schemas.openxmlformats.org/officeDocument/2006/relationships/image" Target="../media/image872.png"/><Relationship Id="rId98" Type="http://schemas.openxmlformats.org/officeDocument/2006/relationships/customXml" Target="../ink/ink876.xml"/><Relationship Id="rId121" Type="http://schemas.openxmlformats.org/officeDocument/2006/relationships/image" Target="../media/image886.png"/><Relationship Id="rId142" Type="http://schemas.openxmlformats.org/officeDocument/2006/relationships/customXml" Target="../ink/ink898.xml"/><Relationship Id="rId163" Type="http://schemas.openxmlformats.org/officeDocument/2006/relationships/image" Target="../media/image907.png"/><Relationship Id="rId184" Type="http://schemas.openxmlformats.org/officeDocument/2006/relationships/customXml" Target="../ink/ink919.xml"/><Relationship Id="rId189" Type="http://schemas.openxmlformats.org/officeDocument/2006/relationships/image" Target="../media/image920.png"/><Relationship Id="rId3" Type="http://schemas.openxmlformats.org/officeDocument/2006/relationships/image" Target="../media/image827.png"/><Relationship Id="rId25" Type="http://schemas.openxmlformats.org/officeDocument/2006/relationships/image" Target="../media/image838.png"/><Relationship Id="rId46" Type="http://schemas.openxmlformats.org/officeDocument/2006/relationships/customXml" Target="../ink/ink850.xml"/><Relationship Id="rId67" Type="http://schemas.openxmlformats.org/officeDocument/2006/relationships/image" Target="../media/image859.png"/><Relationship Id="rId116" Type="http://schemas.openxmlformats.org/officeDocument/2006/relationships/customXml" Target="../ink/ink885.xml"/><Relationship Id="rId137" Type="http://schemas.openxmlformats.org/officeDocument/2006/relationships/image" Target="../media/image894.png"/><Relationship Id="rId158" Type="http://schemas.openxmlformats.org/officeDocument/2006/relationships/customXml" Target="../ink/ink906.xml"/><Relationship Id="rId20" Type="http://schemas.openxmlformats.org/officeDocument/2006/relationships/customXml" Target="../ink/ink837.xml"/><Relationship Id="rId41" Type="http://schemas.openxmlformats.org/officeDocument/2006/relationships/image" Target="../media/image846.png"/><Relationship Id="rId62" Type="http://schemas.openxmlformats.org/officeDocument/2006/relationships/customXml" Target="../ink/ink858.xml"/><Relationship Id="rId83" Type="http://schemas.openxmlformats.org/officeDocument/2006/relationships/image" Target="../media/image867.png"/><Relationship Id="rId88" Type="http://schemas.openxmlformats.org/officeDocument/2006/relationships/customXml" Target="../ink/ink871.xml"/><Relationship Id="rId111" Type="http://schemas.openxmlformats.org/officeDocument/2006/relationships/image" Target="../media/image881.png"/><Relationship Id="rId132" Type="http://schemas.openxmlformats.org/officeDocument/2006/relationships/customXml" Target="../ink/ink893.xml"/><Relationship Id="rId153" Type="http://schemas.openxmlformats.org/officeDocument/2006/relationships/image" Target="../media/image902.png"/><Relationship Id="rId174" Type="http://schemas.openxmlformats.org/officeDocument/2006/relationships/customXml" Target="../ink/ink914.xml"/><Relationship Id="rId179" Type="http://schemas.openxmlformats.org/officeDocument/2006/relationships/image" Target="../media/image915.png"/><Relationship Id="rId195" Type="http://schemas.openxmlformats.org/officeDocument/2006/relationships/image" Target="../media/image923.png"/><Relationship Id="rId190" Type="http://schemas.openxmlformats.org/officeDocument/2006/relationships/customXml" Target="../ink/ink922.xml"/><Relationship Id="rId204" Type="http://schemas.openxmlformats.org/officeDocument/2006/relationships/customXml" Target="../ink/ink929.xml"/><Relationship Id="rId15" Type="http://schemas.openxmlformats.org/officeDocument/2006/relationships/image" Target="../media/image833.png"/><Relationship Id="rId36" Type="http://schemas.openxmlformats.org/officeDocument/2006/relationships/customXml" Target="../ink/ink845.xml"/><Relationship Id="rId57" Type="http://schemas.openxmlformats.org/officeDocument/2006/relationships/image" Target="../media/image854.png"/><Relationship Id="rId106" Type="http://schemas.openxmlformats.org/officeDocument/2006/relationships/customXml" Target="../ink/ink880.xml"/><Relationship Id="rId127" Type="http://schemas.openxmlformats.org/officeDocument/2006/relationships/image" Target="../media/image889.png"/><Relationship Id="rId10" Type="http://schemas.openxmlformats.org/officeDocument/2006/relationships/customXml" Target="../ink/ink832.xml"/><Relationship Id="rId31" Type="http://schemas.openxmlformats.org/officeDocument/2006/relationships/image" Target="../media/image841.png"/><Relationship Id="rId52" Type="http://schemas.openxmlformats.org/officeDocument/2006/relationships/customXml" Target="../ink/ink853.xml"/><Relationship Id="rId73" Type="http://schemas.openxmlformats.org/officeDocument/2006/relationships/image" Target="../media/image862.png"/><Relationship Id="rId78" Type="http://schemas.openxmlformats.org/officeDocument/2006/relationships/customXml" Target="../ink/ink866.xml"/><Relationship Id="rId94" Type="http://schemas.openxmlformats.org/officeDocument/2006/relationships/customXml" Target="../ink/ink874.xml"/><Relationship Id="rId99" Type="http://schemas.openxmlformats.org/officeDocument/2006/relationships/image" Target="../media/image875.png"/><Relationship Id="rId101" Type="http://schemas.openxmlformats.org/officeDocument/2006/relationships/image" Target="../media/image876.png"/><Relationship Id="rId122" Type="http://schemas.openxmlformats.org/officeDocument/2006/relationships/customXml" Target="../ink/ink888.xml"/><Relationship Id="rId143" Type="http://schemas.openxmlformats.org/officeDocument/2006/relationships/image" Target="../media/image897.png"/><Relationship Id="rId148" Type="http://schemas.openxmlformats.org/officeDocument/2006/relationships/customXml" Target="../ink/ink901.xml"/><Relationship Id="rId164" Type="http://schemas.openxmlformats.org/officeDocument/2006/relationships/customXml" Target="../ink/ink909.xml"/><Relationship Id="rId169" Type="http://schemas.openxmlformats.org/officeDocument/2006/relationships/image" Target="../media/image910.png"/><Relationship Id="rId185" Type="http://schemas.openxmlformats.org/officeDocument/2006/relationships/image" Target="../media/image918.png"/><Relationship Id="rId4" Type="http://schemas.openxmlformats.org/officeDocument/2006/relationships/customXml" Target="../ink/ink829.xml"/><Relationship Id="rId9" Type="http://schemas.openxmlformats.org/officeDocument/2006/relationships/image" Target="../media/image830.png"/><Relationship Id="rId180" Type="http://schemas.openxmlformats.org/officeDocument/2006/relationships/customXml" Target="../ink/ink917.xml"/><Relationship Id="rId26" Type="http://schemas.openxmlformats.org/officeDocument/2006/relationships/customXml" Target="../ink/ink840.xml"/><Relationship Id="rId47" Type="http://schemas.openxmlformats.org/officeDocument/2006/relationships/image" Target="../media/image849.png"/><Relationship Id="rId68" Type="http://schemas.openxmlformats.org/officeDocument/2006/relationships/customXml" Target="../ink/ink861.xml"/><Relationship Id="rId89" Type="http://schemas.openxmlformats.org/officeDocument/2006/relationships/image" Target="../media/image870.png"/><Relationship Id="rId112" Type="http://schemas.openxmlformats.org/officeDocument/2006/relationships/customXml" Target="../ink/ink883.xml"/><Relationship Id="rId133" Type="http://schemas.openxmlformats.org/officeDocument/2006/relationships/image" Target="../media/image892.png"/><Relationship Id="rId154" Type="http://schemas.openxmlformats.org/officeDocument/2006/relationships/customXml" Target="../ink/ink904.xml"/><Relationship Id="rId175" Type="http://schemas.openxmlformats.org/officeDocument/2006/relationships/image" Target="../media/image913.png"/><Relationship Id="rId196" Type="http://schemas.openxmlformats.org/officeDocument/2006/relationships/customXml" Target="../ink/ink925.xml"/><Relationship Id="rId200" Type="http://schemas.openxmlformats.org/officeDocument/2006/relationships/customXml" Target="../ink/ink927.xml"/><Relationship Id="rId16" Type="http://schemas.openxmlformats.org/officeDocument/2006/relationships/customXml" Target="../ink/ink835.xml"/><Relationship Id="rId37" Type="http://schemas.openxmlformats.org/officeDocument/2006/relationships/image" Target="../media/image844.png"/><Relationship Id="rId58" Type="http://schemas.openxmlformats.org/officeDocument/2006/relationships/customXml" Target="../ink/ink856.xml"/><Relationship Id="rId79" Type="http://schemas.openxmlformats.org/officeDocument/2006/relationships/image" Target="../media/image865.png"/><Relationship Id="rId102" Type="http://schemas.openxmlformats.org/officeDocument/2006/relationships/customXml" Target="../ink/ink878.xml"/><Relationship Id="rId123" Type="http://schemas.openxmlformats.org/officeDocument/2006/relationships/image" Target="../media/image887.png"/><Relationship Id="rId144" Type="http://schemas.openxmlformats.org/officeDocument/2006/relationships/customXml" Target="../ink/ink899.xml"/><Relationship Id="rId90" Type="http://schemas.openxmlformats.org/officeDocument/2006/relationships/customXml" Target="../ink/ink872.xml"/><Relationship Id="rId165" Type="http://schemas.openxmlformats.org/officeDocument/2006/relationships/image" Target="../media/image908.png"/><Relationship Id="rId186" Type="http://schemas.openxmlformats.org/officeDocument/2006/relationships/customXml" Target="../ink/ink920.xml"/><Relationship Id="rId27" Type="http://schemas.openxmlformats.org/officeDocument/2006/relationships/image" Target="../media/image839.png"/><Relationship Id="rId48" Type="http://schemas.openxmlformats.org/officeDocument/2006/relationships/customXml" Target="../ink/ink851.xml"/><Relationship Id="rId69" Type="http://schemas.openxmlformats.org/officeDocument/2006/relationships/image" Target="../media/image860.png"/><Relationship Id="rId113" Type="http://schemas.openxmlformats.org/officeDocument/2006/relationships/image" Target="../media/image882.png"/><Relationship Id="rId134" Type="http://schemas.openxmlformats.org/officeDocument/2006/relationships/customXml" Target="../ink/ink894.xml"/><Relationship Id="rId80" Type="http://schemas.openxmlformats.org/officeDocument/2006/relationships/customXml" Target="../ink/ink867.xml"/><Relationship Id="rId155" Type="http://schemas.openxmlformats.org/officeDocument/2006/relationships/image" Target="../media/image903.png"/><Relationship Id="rId176" Type="http://schemas.openxmlformats.org/officeDocument/2006/relationships/customXml" Target="../ink/ink915.xml"/><Relationship Id="rId197" Type="http://schemas.openxmlformats.org/officeDocument/2006/relationships/image" Target="../media/image924.png"/><Relationship Id="rId201" Type="http://schemas.openxmlformats.org/officeDocument/2006/relationships/image" Target="../media/image926.png"/><Relationship Id="rId17" Type="http://schemas.openxmlformats.org/officeDocument/2006/relationships/image" Target="../media/image834.png"/><Relationship Id="rId38" Type="http://schemas.openxmlformats.org/officeDocument/2006/relationships/customXml" Target="../ink/ink846.xml"/><Relationship Id="rId59" Type="http://schemas.openxmlformats.org/officeDocument/2006/relationships/image" Target="../media/image855.png"/><Relationship Id="rId103" Type="http://schemas.openxmlformats.org/officeDocument/2006/relationships/image" Target="../media/image877.png"/><Relationship Id="rId124" Type="http://schemas.openxmlformats.org/officeDocument/2006/relationships/customXml" Target="../ink/ink889.xml"/><Relationship Id="rId70" Type="http://schemas.openxmlformats.org/officeDocument/2006/relationships/customXml" Target="../ink/ink862.xml"/><Relationship Id="rId91" Type="http://schemas.openxmlformats.org/officeDocument/2006/relationships/image" Target="../media/image871.png"/><Relationship Id="rId145" Type="http://schemas.openxmlformats.org/officeDocument/2006/relationships/image" Target="../media/image898.png"/><Relationship Id="rId166" Type="http://schemas.openxmlformats.org/officeDocument/2006/relationships/customXml" Target="../ink/ink910.xml"/><Relationship Id="rId187" Type="http://schemas.openxmlformats.org/officeDocument/2006/relationships/image" Target="../media/image91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841.xml"/><Relationship Id="rId49" Type="http://schemas.openxmlformats.org/officeDocument/2006/relationships/image" Target="../media/image850.png"/><Relationship Id="rId114" Type="http://schemas.openxmlformats.org/officeDocument/2006/relationships/customXml" Target="../ink/ink884.xml"/><Relationship Id="rId60" Type="http://schemas.openxmlformats.org/officeDocument/2006/relationships/customXml" Target="../ink/ink857.xml"/><Relationship Id="rId81" Type="http://schemas.openxmlformats.org/officeDocument/2006/relationships/image" Target="../media/image866.png"/><Relationship Id="rId135" Type="http://schemas.openxmlformats.org/officeDocument/2006/relationships/image" Target="../media/image893.png"/><Relationship Id="rId156" Type="http://schemas.openxmlformats.org/officeDocument/2006/relationships/customXml" Target="../ink/ink905.xml"/><Relationship Id="rId177" Type="http://schemas.openxmlformats.org/officeDocument/2006/relationships/image" Target="../media/image914.png"/><Relationship Id="rId198" Type="http://schemas.openxmlformats.org/officeDocument/2006/relationships/customXml" Target="../ink/ink926.xml"/><Relationship Id="rId202" Type="http://schemas.openxmlformats.org/officeDocument/2006/relationships/customXml" Target="../ink/ink928.xml"/><Relationship Id="rId18" Type="http://schemas.openxmlformats.org/officeDocument/2006/relationships/customXml" Target="../ink/ink836.xml"/><Relationship Id="rId39" Type="http://schemas.openxmlformats.org/officeDocument/2006/relationships/image" Target="../media/image845.png"/><Relationship Id="rId50" Type="http://schemas.openxmlformats.org/officeDocument/2006/relationships/customXml" Target="../ink/ink852.xml"/><Relationship Id="rId104" Type="http://schemas.openxmlformats.org/officeDocument/2006/relationships/customXml" Target="../ink/ink879.xml"/><Relationship Id="rId125" Type="http://schemas.openxmlformats.org/officeDocument/2006/relationships/image" Target="../media/image888.png"/><Relationship Id="rId146" Type="http://schemas.openxmlformats.org/officeDocument/2006/relationships/customXml" Target="../ink/ink900.xml"/><Relationship Id="rId167" Type="http://schemas.openxmlformats.org/officeDocument/2006/relationships/image" Target="../media/image909.png"/><Relationship Id="rId188" Type="http://schemas.openxmlformats.org/officeDocument/2006/relationships/customXml" Target="../ink/ink921.xml"/><Relationship Id="rId71" Type="http://schemas.openxmlformats.org/officeDocument/2006/relationships/image" Target="../media/image861.png"/><Relationship Id="rId92" Type="http://schemas.openxmlformats.org/officeDocument/2006/relationships/customXml" Target="../ink/ink873.xml"/><Relationship Id="rId2" Type="http://schemas.openxmlformats.org/officeDocument/2006/relationships/customXml" Target="../ink/ink828.xml"/><Relationship Id="rId29" Type="http://schemas.openxmlformats.org/officeDocument/2006/relationships/image" Target="../media/image84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7.png"/><Relationship Id="rId21" Type="http://schemas.openxmlformats.org/officeDocument/2006/relationships/image" Target="../media/image939.png"/><Relationship Id="rId42" Type="http://schemas.openxmlformats.org/officeDocument/2006/relationships/customXml" Target="../ink/ink951.xml"/><Relationship Id="rId63" Type="http://schemas.openxmlformats.org/officeDocument/2006/relationships/image" Target="../media/image960.png"/><Relationship Id="rId84" Type="http://schemas.openxmlformats.org/officeDocument/2006/relationships/customXml" Target="../ink/ink972.xml"/><Relationship Id="rId138" Type="http://schemas.openxmlformats.org/officeDocument/2006/relationships/customXml" Target="../ink/ink999.xml"/><Relationship Id="rId159" Type="http://schemas.openxmlformats.org/officeDocument/2006/relationships/image" Target="../media/image1008.png"/><Relationship Id="rId170" Type="http://schemas.openxmlformats.org/officeDocument/2006/relationships/customXml" Target="../ink/ink1015.xml"/><Relationship Id="rId191" Type="http://schemas.openxmlformats.org/officeDocument/2006/relationships/image" Target="../media/image1024.png"/><Relationship Id="rId205" Type="http://schemas.openxmlformats.org/officeDocument/2006/relationships/image" Target="../media/image1031.png"/><Relationship Id="rId107" Type="http://schemas.openxmlformats.org/officeDocument/2006/relationships/image" Target="../media/image982.png"/><Relationship Id="rId11" Type="http://schemas.openxmlformats.org/officeDocument/2006/relationships/image" Target="../media/image934.png"/><Relationship Id="rId32" Type="http://schemas.openxmlformats.org/officeDocument/2006/relationships/customXml" Target="../ink/ink946.xml"/><Relationship Id="rId53" Type="http://schemas.openxmlformats.org/officeDocument/2006/relationships/image" Target="../media/image955.png"/><Relationship Id="rId74" Type="http://schemas.openxmlformats.org/officeDocument/2006/relationships/customXml" Target="../ink/ink967.xml"/><Relationship Id="rId128" Type="http://schemas.openxmlformats.org/officeDocument/2006/relationships/customXml" Target="../ink/ink994.xml"/><Relationship Id="rId149" Type="http://schemas.openxmlformats.org/officeDocument/2006/relationships/image" Target="../media/image1003.png"/><Relationship Id="rId5" Type="http://schemas.openxmlformats.org/officeDocument/2006/relationships/image" Target="../media/image931.png"/><Relationship Id="rId95" Type="http://schemas.openxmlformats.org/officeDocument/2006/relationships/image" Target="../media/image976.png"/><Relationship Id="rId160" Type="http://schemas.openxmlformats.org/officeDocument/2006/relationships/customXml" Target="../ink/ink1010.xml"/><Relationship Id="rId181" Type="http://schemas.openxmlformats.org/officeDocument/2006/relationships/image" Target="../media/image1019.png"/><Relationship Id="rId22" Type="http://schemas.openxmlformats.org/officeDocument/2006/relationships/customXml" Target="../ink/ink941.xml"/><Relationship Id="rId43" Type="http://schemas.openxmlformats.org/officeDocument/2006/relationships/image" Target="../media/image950.png"/><Relationship Id="rId64" Type="http://schemas.openxmlformats.org/officeDocument/2006/relationships/customXml" Target="../ink/ink962.xml"/><Relationship Id="rId118" Type="http://schemas.openxmlformats.org/officeDocument/2006/relationships/customXml" Target="../ink/ink989.xml"/><Relationship Id="rId139" Type="http://schemas.openxmlformats.org/officeDocument/2006/relationships/image" Target="../media/image998.png"/><Relationship Id="rId85" Type="http://schemas.openxmlformats.org/officeDocument/2006/relationships/image" Target="../media/image971.png"/><Relationship Id="rId150" Type="http://schemas.openxmlformats.org/officeDocument/2006/relationships/customXml" Target="../ink/ink1005.xml"/><Relationship Id="rId171" Type="http://schemas.openxmlformats.org/officeDocument/2006/relationships/image" Target="../media/image1014.png"/><Relationship Id="rId192" Type="http://schemas.openxmlformats.org/officeDocument/2006/relationships/customXml" Target="../ink/ink1026.xml"/><Relationship Id="rId206" Type="http://schemas.openxmlformats.org/officeDocument/2006/relationships/customXml" Target="../ink/ink1033.xml"/><Relationship Id="rId12" Type="http://schemas.openxmlformats.org/officeDocument/2006/relationships/customXml" Target="../ink/ink936.xml"/><Relationship Id="rId33" Type="http://schemas.openxmlformats.org/officeDocument/2006/relationships/image" Target="../media/image945.png"/><Relationship Id="rId108" Type="http://schemas.openxmlformats.org/officeDocument/2006/relationships/customXml" Target="../ink/ink984.xml"/><Relationship Id="rId129" Type="http://schemas.openxmlformats.org/officeDocument/2006/relationships/image" Target="../media/image993.png"/><Relationship Id="rId54" Type="http://schemas.openxmlformats.org/officeDocument/2006/relationships/customXml" Target="../ink/ink957.xml"/><Relationship Id="rId75" Type="http://schemas.openxmlformats.org/officeDocument/2006/relationships/image" Target="../media/image966.png"/><Relationship Id="rId96" Type="http://schemas.openxmlformats.org/officeDocument/2006/relationships/customXml" Target="../ink/ink978.xml"/><Relationship Id="rId140" Type="http://schemas.openxmlformats.org/officeDocument/2006/relationships/customXml" Target="../ink/ink1000.xml"/><Relationship Id="rId161" Type="http://schemas.openxmlformats.org/officeDocument/2006/relationships/image" Target="../media/image1009.png"/><Relationship Id="rId182" Type="http://schemas.openxmlformats.org/officeDocument/2006/relationships/customXml" Target="../ink/ink1021.xml"/><Relationship Id="rId6" Type="http://schemas.openxmlformats.org/officeDocument/2006/relationships/customXml" Target="../ink/ink933.xml"/><Relationship Id="rId23" Type="http://schemas.openxmlformats.org/officeDocument/2006/relationships/image" Target="../media/image940.png"/><Relationship Id="rId119" Type="http://schemas.openxmlformats.org/officeDocument/2006/relationships/image" Target="../media/image988.png"/><Relationship Id="rId44" Type="http://schemas.openxmlformats.org/officeDocument/2006/relationships/customXml" Target="../ink/ink952.xml"/><Relationship Id="rId65" Type="http://schemas.openxmlformats.org/officeDocument/2006/relationships/image" Target="../media/image961.png"/><Relationship Id="rId86" Type="http://schemas.openxmlformats.org/officeDocument/2006/relationships/customXml" Target="../ink/ink973.xml"/><Relationship Id="rId130" Type="http://schemas.openxmlformats.org/officeDocument/2006/relationships/customXml" Target="../ink/ink995.xml"/><Relationship Id="rId151" Type="http://schemas.openxmlformats.org/officeDocument/2006/relationships/image" Target="../media/image1004.png"/><Relationship Id="rId172" Type="http://schemas.openxmlformats.org/officeDocument/2006/relationships/customXml" Target="../ink/ink1016.xml"/><Relationship Id="rId193" Type="http://schemas.openxmlformats.org/officeDocument/2006/relationships/image" Target="../media/image1025.png"/><Relationship Id="rId207" Type="http://schemas.openxmlformats.org/officeDocument/2006/relationships/image" Target="../media/image1032.png"/><Relationship Id="rId13" Type="http://schemas.openxmlformats.org/officeDocument/2006/relationships/image" Target="../media/image935.png"/><Relationship Id="rId109" Type="http://schemas.openxmlformats.org/officeDocument/2006/relationships/image" Target="../media/image983.png"/><Relationship Id="rId34" Type="http://schemas.openxmlformats.org/officeDocument/2006/relationships/customXml" Target="../ink/ink947.xml"/><Relationship Id="rId55" Type="http://schemas.openxmlformats.org/officeDocument/2006/relationships/image" Target="../media/image956.png"/><Relationship Id="rId76" Type="http://schemas.openxmlformats.org/officeDocument/2006/relationships/customXml" Target="../ink/ink968.xml"/><Relationship Id="rId97" Type="http://schemas.openxmlformats.org/officeDocument/2006/relationships/image" Target="../media/image977.png"/><Relationship Id="rId120" Type="http://schemas.openxmlformats.org/officeDocument/2006/relationships/customXml" Target="../ink/ink990.xml"/><Relationship Id="rId141" Type="http://schemas.openxmlformats.org/officeDocument/2006/relationships/image" Target="../media/image999.png"/><Relationship Id="rId7" Type="http://schemas.openxmlformats.org/officeDocument/2006/relationships/image" Target="../media/image932.png"/><Relationship Id="rId162" Type="http://schemas.openxmlformats.org/officeDocument/2006/relationships/customXml" Target="../ink/ink1011.xml"/><Relationship Id="rId183" Type="http://schemas.openxmlformats.org/officeDocument/2006/relationships/image" Target="../media/image1020.png"/><Relationship Id="rId24" Type="http://schemas.openxmlformats.org/officeDocument/2006/relationships/customXml" Target="../ink/ink942.xml"/><Relationship Id="rId45" Type="http://schemas.openxmlformats.org/officeDocument/2006/relationships/image" Target="../media/image951.png"/><Relationship Id="rId66" Type="http://schemas.openxmlformats.org/officeDocument/2006/relationships/customXml" Target="../ink/ink963.xml"/><Relationship Id="rId87" Type="http://schemas.openxmlformats.org/officeDocument/2006/relationships/image" Target="../media/image972.png"/><Relationship Id="rId110" Type="http://schemas.openxmlformats.org/officeDocument/2006/relationships/customXml" Target="../ink/ink985.xml"/><Relationship Id="rId131" Type="http://schemas.openxmlformats.org/officeDocument/2006/relationships/image" Target="../media/image994.png"/><Relationship Id="rId152" Type="http://schemas.openxmlformats.org/officeDocument/2006/relationships/customXml" Target="../ink/ink1006.xml"/><Relationship Id="rId173" Type="http://schemas.openxmlformats.org/officeDocument/2006/relationships/image" Target="../media/image1015.png"/><Relationship Id="rId194" Type="http://schemas.openxmlformats.org/officeDocument/2006/relationships/customXml" Target="../ink/ink1027.xml"/><Relationship Id="rId208" Type="http://schemas.openxmlformats.org/officeDocument/2006/relationships/customXml" Target="../ink/ink1034.xml"/><Relationship Id="rId19" Type="http://schemas.openxmlformats.org/officeDocument/2006/relationships/image" Target="../media/image938.png"/><Relationship Id="rId14" Type="http://schemas.openxmlformats.org/officeDocument/2006/relationships/customXml" Target="../ink/ink937.xml"/><Relationship Id="rId30" Type="http://schemas.openxmlformats.org/officeDocument/2006/relationships/customXml" Target="../ink/ink945.xml"/><Relationship Id="rId35" Type="http://schemas.openxmlformats.org/officeDocument/2006/relationships/image" Target="../media/image946.png"/><Relationship Id="rId56" Type="http://schemas.openxmlformats.org/officeDocument/2006/relationships/customXml" Target="../ink/ink958.xml"/><Relationship Id="rId77" Type="http://schemas.openxmlformats.org/officeDocument/2006/relationships/image" Target="../media/image967.png"/><Relationship Id="rId100" Type="http://schemas.openxmlformats.org/officeDocument/2006/relationships/customXml" Target="../ink/ink980.xml"/><Relationship Id="rId105" Type="http://schemas.openxmlformats.org/officeDocument/2006/relationships/image" Target="../media/image981.png"/><Relationship Id="rId126" Type="http://schemas.openxmlformats.org/officeDocument/2006/relationships/customXml" Target="../ink/ink993.xml"/><Relationship Id="rId147" Type="http://schemas.openxmlformats.org/officeDocument/2006/relationships/image" Target="../media/image1002.png"/><Relationship Id="rId168" Type="http://schemas.openxmlformats.org/officeDocument/2006/relationships/customXml" Target="../ink/ink1014.xml"/><Relationship Id="rId8" Type="http://schemas.openxmlformats.org/officeDocument/2006/relationships/customXml" Target="../ink/ink934.xml"/><Relationship Id="rId51" Type="http://schemas.openxmlformats.org/officeDocument/2006/relationships/image" Target="../media/image954.png"/><Relationship Id="rId72" Type="http://schemas.openxmlformats.org/officeDocument/2006/relationships/customXml" Target="../ink/ink966.xml"/><Relationship Id="rId93" Type="http://schemas.openxmlformats.org/officeDocument/2006/relationships/image" Target="../media/image975.png"/><Relationship Id="rId98" Type="http://schemas.openxmlformats.org/officeDocument/2006/relationships/customXml" Target="../ink/ink979.xml"/><Relationship Id="rId121" Type="http://schemas.openxmlformats.org/officeDocument/2006/relationships/image" Target="../media/image989.png"/><Relationship Id="rId142" Type="http://schemas.openxmlformats.org/officeDocument/2006/relationships/customXml" Target="../ink/ink1001.xml"/><Relationship Id="rId163" Type="http://schemas.openxmlformats.org/officeDocument/2006/relationships/image" Target="../media/image1010.png"/><Relationship Id="rId184" Type="http://schemas.openxmlformats.org/officeDocument/2006/relationships/customXml" Target="../ink/ink1022.xml"/><Relationship Id="rId189" Type="http://schemas.openxmlformats.org/officeDocument/2006/relationships/image" Target="../media/image1023.png"/><Relationship Id="rId3" Type="http://schemas.openxmlformats.org/officeDocument/2006/relationships/image" Target="../media/image930.png"/><Relationship Id="rId214" Type="http://schemas.openxmlformats.org/officeDocument/2006/relationships/customXml" Target="../ink/ink1037.xml"/><Relationship Id="rId25" Type="http://schemas.openxmlformats.org/officeDocument/2006/relationships/image" Target="../media/image941.png"/><Relationship Id="rId46" Type="http://schemas.openxmlformats.org/officeDocument/2006/relationships/customXml" Target="../ink/ink953.xml"/><Relationship Id="rId67" Type="http://schemas.openxmlformats.org/officeDocument/2006/relationships/image" Target="../media/image962.png"/><Relationship Id="rId116" Type="http://schemas.openxmlformats.org/officeDocument/2006/relationships/customXml" Target="../ink/ink988.xml"/><Relationship Id="rId137" Type="http://schemas.openxmlformats.org/officeDocument/2006/relationships/image" Target="../media/image997.png"/><Relationship Id="rId158" Type="http://schemas.openxmlformats.org/officeDocument/2006/relationships/customXml" Target="../ink/ink1009.xml"/><Relationship Id="rId20" Type="http://schemas.openxmlformats.org/officeDocument/2006/relationships/customXml" Target="../ink/ink940.xml"/><Relationship Id="rId41" Type="http://schemas.openxmlformats.org/officeDocument/2006/relationships/image" Target="../media/image949.png"/><Relationship Id="rId62" Type="http://schemas.openxmlformats.org/officeDocument/2006/relationships/customXml" Target="../ink/ink961.xml"/><Relationship Id="rId83" Type="http://schemas.openxmlformats.org/officeDocument/2006/relationships/image" Target="../media/image970.png"/><Relationship Id="rId88" Type="http://schemas.openxmlformats.org/officeDocument/2006/relationships/customXml" Target="../ink/ink974.xml"/><Relationship Id="rId111" Type="http://schemas.openxmlformats.org/officeDocument/2006/relationships/image" Target="../media/image984.png"/><Relationship Id="rId132" Type="http://schemas.openxmlformats.org/officeDocument/2006/relationships/customXml" Target="../ink/ink996.xml"/><Relationship Id="rId153" Type="http://schemas.openxmlformats.org/officeDocument/2006/relationships/image" Target="../media/image1005.png"/><Relationship Id="rId174" Type="http://schemas.openxmlformats.org/officeDocument/2006/relationships/customXml" Target="../ink/ink1017.xml"/><Relationship Id="rId179" Type="http://schemas.openxmlformats.org/officeDocument/2006/relationships/image" Target="../media/image1018.png"/><Relationship Id="rId195" Type="http://schemas.openxmlformats.org/officeDocument/2006/relationships/image" Target="../media/image1026.png"/><Relationship Id="rId209" Type="http://schemas.openxmlformats.org/officeDocument/2006/relationships/image" Target="../media/image1033.png"/><Relationship Id="rId190" Type="http://schemas.openxmlformats.org/officeDocument/2006/relationships/customXml" Target="../ink/ink1025.xml"/><Relationship Id="rId204" Type="http://schemas.openxmlformats.org/officeDocument/2006/relationships/customXml" Target="../ink/ink1032.xml"/><Relationship Id="rId15" Type="http://schemas.openxmlformats.org/officeDocument/2006/relationships/image" Target="../media/image936.png"/><Relationship Id="rId36" Type="http://schemas.openxmlformats.org/officeDocument/2006/relationships/customXml" Target="../ink/ink948.xml"/><Relationship Id="rId57" Type="http://schemas.openxmlformats.org/officeDocument/2006/relationships/image" Target="../media/image957.png"/><Relationship Id="rId106" Type="http://schemas.openxmlformats.org/officeDocument/2006/relationships/customXml" Target="../ink/ink983.xml"/><Relationship Id="rId127" Type="http://schemas.openxmlformats.org/officeDocument/2006/relationships/image" Target="../media/image992.png"/><Relationship Id="rId10" Type="http://schemas.openxmlformats.org/officeDocument/2006/relationships/customXml" Target="../ink/ink935.xml"/><Relationship Id="rId31" Type="http://schemas.openxmlformats.org/officeDocument/2006/relationships/image" Target="../media/image944.png"/><Relationship Id="rId52" Type="http://schemas.openxmlformats.org/officeDocument/2006/relationships/customXml" Target="../ink/ink956.xml"/><Relationship Id="rId73" Type="http://schemas.openxmlformats.org/officeDocument/2006/relationships/image" Target="../media/image965.png"/><Relationship Id="rId78" Type="http://schemas.openxmlformats.org/officeDocument/2006/relationships/customXml" Target="../ink/ink969.xml"/><Relationship Id="rId94" Type="http://schemas.openxmlformats.org/officeDocument/2006/relationships/customXml" Target="../ink/ink977.xml"/><Relationship Id="rId99" Type="http://schemas.openxmlformats.org/officeDocument/2006/relationships/image" Target="../media/image978.png"/><Relationship Id="rId101" Type="http://schemas.openxmlformats.org/officeDocument/2006/relationships/image" Target="../media/image979.png"/><Relationship Id="rId122" Type="http://schemas.openxmlformats.org/officeDocument/2006/relationships/customXml" Target="../ink/ink991.xml"/><Relationship Id="rId143" Type="http://schemas.openxmlformats.org/officeDocument/2006/relationships/image" Target="../media/image1000.png"/><Relationship Id="rId148" Type="http://schemas.openxmlformats.org/officeDocument/2006/relationships/customXml" Target="../ink/ink1004.xml"/><Relationship Id="rId164" Type="http://schemas.openxmlformats.org/officeDocument/2006/relationships/customXml" Target="../ink/ink1012.xml"/><Relationship Id="rId169" Type="http://schemas.openxmlformats.org/officeDocument/2006/relationships/image" Target="../media/image1013.png"/><Relationship Id="rId185" Type="http://schemas.openxmlformats.org/officeDocument/2006/relationships/image" Target="../media/image1021.png"/><Relationship Id="rId4" Type="http://schemas.openxmlformats.org/officeDocument/2006/relationships/customXml" Target="../ink/ink932.xml"/><Relationship Id="rId9" Type="http://schemas.openxmlformats.org/officeDocument/2006/relationships/image" Target="../media/image933.png"/><Relationship Id="rId180" Type="http://schemas.openxmlformats.org/officeDocument/2006/relationships/customXml" Target="../ink/ink1020.xml"/><Relationship Id="rId210" Type="http://schemas.openxmlformats.org/officeDocument/2006/relationships/customXml" Target="../ink/ink1035.xml"/><Relationship Id="rId215" Type="http://schemas.openxmlformats.org/officeDocument/2006/relationships/image" Target="../media/image1036.png"/><Relationship Id="rId26" Type="http://schemas.openxmlformats.org/officeDocument/2006/relationships/customXml" Target="../ink/ink943.xml"/><Relationship Id="rId47" Type="http://schemas.openxmlformats.org/officeDocument/2006/relationships/image" Target="../media/image952.png"/><Relationship Id="rId68" Type="http://schemas.openxmlformats.org/officeDocument/2006/relationships/customXml" Target="../ink/ink964.xml"/><Relationship Id="rId89" Type="http://schemas.openxmlformats.org/officeDocument/2006/relationships/image" Target="../media/image973.png"/><Relationship Id="rId112" Type="http://schemas.openxmlformats.org/officeDocument/2006/relationships/customXml" Target="../ink/ink986.xml"/><Relationship Id="rId133" Type="http://schemas.openxmlformats.org/officeDocument/2006/relationships/image" Target="../media/image995.png"/><Relationship Id="rId154" Type="http://schemas.openxmlformats.org/officeDocument/2006/relationships/customXml" Target="../ink/ink1007.xml"/><Relationship Id="rId175" Type="http://schemas.openxmlformats.org/officeDocument/2006/relationships/image" Target="../media/image1016.png"/><Relationship Id="rId196" Type="http://schemas.openxmlformats.org/officeDocument/2006/relationships/customXml" Target="../ink/ink1028.xml"/><Relationship Id="rId200" Type="http://schemas.openxmlformats.org/officeDocument/2006/relationships/customXml" Target="../ink/ink1030.xml"/><Relationship Id="rId16" Type="http://schemas.openxmlformats.org/officeDocument/2006/relationships/customXml" Target="../ink/ink938.xml"/><Relationship Id="rId37" Type="http://schemas.openxmlformats.org/officeDocument/2006/relationships/image" Target="../media/image947.png"/><Relationship Id="rId58" Type="http://schemas.openxmlformats.org/officeDocument/2006/relationships/customXml" Target="../ink/ink959.xml"/><Relationship Id="rId79" Type="http://schemas.openxmlformats.org/officeDocument/2006/relationships/image" Target="../media/image968.png"/><Relationship Id="rId102" Type="http://schemas.openxmlformats.org/officeDocument/2006/relationships/customXml" Target="../ink/ink981.xml"/><Relationship Id="rId123" Type="http://schemas.openxmlformats.org/officeDocument/2006/relationships/image" Target="../media/image990.png"/><Relationship Id="rId144" Type="http://schemas.openxmlformats.org/officeDocument/2006/relationships/customXml" Target="../ink/ink1002.xml"/><Relationship Id="rId90" Type="http://schemas.openxmlformats.org/officeDocument/2006/relationships/customXml" Target="../ink/ink975.xml"/><Relationship Id="rId165" Type="http://schemas.openxmlformats.org/officeDocument/2006/relationships/image" Target="../media/image1011.png"/><Relationship Id="rId186" Type="http://schemas.openxmlformats.org/officeDocument/2006/relationships/customXml" Target="../ink/ink1023.xml"/><Relationship Id="rId211" Type="http://schemas.openxmlformats.org/officeDocument/2006/relationships/image" Target="../media/image1034.png"/><Relationship Id="rId27" Type="http://schemas.openxmlformats.org/officeDocument/2006/relationships/image" Target="../media/image942.png"/><Relationship Id="rId48" Type="http://schemas.openxmlformats.org/officeDocument/2006/relationships/customXml" Target="../ink/ink954.xml"/><Relationship Id="rId69" Type="http://schemas.openxmlformats.org/officeDocument/2006/relationships/image" Target="../media/image963.png"/><Relationship Id="rId113" Type="http://schemas.openxmlformats.org/officeDocument/2006/relationships/image" Target="../media/image985.png"/><Relationship Id="rId134" Type="http://schemas.openxmlformats.org/officeDocument/2006/relationships/customXml" Target="../ink/ink997.xml"/><Relationship Id="rId80" Type="http://schemas.openxmlformats.org/officeDocument/2006/relationships/customXml" Target="../ink/ink970.xml"/><Relationship Id="rId155" Type="http://schemas.openxmlformats.org/officeDocument/2006/relationships/image" Target="../media/image1006.png"/><Relationship Id="rId176" Type="http://schemas.openxmlformats.org/officeDocument/2006/relationships/customXml" Target="../ink/ink1018.xml"/><Relationship Id="rId197" Type="http://schemas.openxmlformats.org/officeDocument/2006/relationships/image" Target="../media/image1027.png"/><Relationship Id="rId201" Type="http://schemas.openxmlformats.org/officeDocument/2006/relationships/image" Target="../media/image1029.png"/><Relationship Id="rId17" Type="http://schemas.openxmlformats.org/officeDocument/2006/relationships/image" Target="../media/image937.png"/><Relationship Id="rId38" Type="http://schemas.openxmlformats.org/officeDocument/2006/relationships/customXml" Target="../ink/ink949.xml"/><Relationship Id="rId59" Type="http://schemas.openxmlformats.org/officeDocument/2006/relationships/image" Target="../media/image958.png"/><Relationship Id="rId103" Type="http://schemas.openxmlformats.org/officeDocument/2006/relationships/image" Target="../media/image980.png"/><Relationship Id="rId124" Type="http://schemas.openxmlformats.org/officeDocument/2006/relationships/customXml" Target="../ink/ink992.xml"/><Relationship Id="rId70" Type="http://schemas.openxmlformats.org/officeDocument/2006/relationships/customXml" Target="../ink/ink965.xml"/><Relationship Id="rId91" Type="http://schemas.openxmlformats.org/officeDocument/2006/relationships/image" Target="../media/image974.png"/><Relationship Id="rId145" Type="http://schemas.openxmlformats.org/officeDocument/2006/relationships/image" Target="../media/image1001.png"/><Relationship Id="rId166" Type="http://schemas.openxmlformats.org/officeDocument/2006/relationships/customXml" Target="../ink/ink1013.xml"/><Relationship Id="rId187" Type="http://schemas.openxmlformats.org/officeDocument/2006/relationships/image" Target="../media/image102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36.xml"/><Relationship Id="rId28" Type="http://schemas.openxmlformats.org/officeDocument/2006/relationships/customXml" Target="../ink/ink944.xml"/><Relationship Id="rId49" Type="http://schemas.openxmlformats.org/officeDocument/2006/relationships/image" Target="../media/image953.png"/><Relationship Id="rId114" Type="http://schemas.openxmlformats.org/officeDocument/2006/relationships/customXml" Target="../ink/ink987.xml"/><Relationship Id="rId60" Type="http://schemas.openxmlformats.org/officeDocument/2006/relationships/customXml" Target="../ink/ink960.xml"/><Relationship Id="rId81" Type="http://schemas.openxmlformats.org/officeDocument/2006/relationships/image" Target="../media/image969.png"/><Relationship Id="rId135" Type="http://schemas.openxmlformats.org/officeDocument/2006/relationships/image" Target="../media/image996.png"/><Relationship Id="rId156" Type="http://schemas.openxmlformats.org/officeDocument/2006/relationships/customXml" Target="../ink/ink1008.xml"/><Relationship Id="rId177" Type="http://schemas.openxmlformats.org/officeDocument/2006/relationships/image" Target="../media/image1017.png"/><Relationship Id="rId198" Type="http://schemas.openxmlformats.org/officeDocument/2006/relationships/customXml" Target="../ink/ink1029.xml"/><Relationship Id="rId202" Type="http://schemas.openxmlformats.org/officeDocument/2006/relationships/customXml" Target="../ink/ink1031.xml"/><Relationship Id="rId18" Type="http://schemas.openxmlformats.org/officeDocument/2006/relationships/customXml" Target="../ink/ink939.xml"/><Relationship Id="rId39" Type="http://schemas.openxmlformats.org/officeDocument/2006/relationships/image" Target="../media/image948.png"/><Relationship Id="rId50" Type="http://schemas.openxmlformats.org/officeDocument/2006/relationships/customXml" Target="../ink/ink955.xml"/><Relationship Id="rId104" Type="http://schemas.openxmlformats.org/officeDocument/2006/relationships/customXml" Target="../ink/ink982.xml"/><Relationship Id="rId125" Type="http://schemas.openxmlformats.org/officeDocument/2006/relationships/image" Target="../media/image991.png"/><Relationship Id="rId146" Type="http://schemas.openxmlformats.org/officeDocument/2006/relationships/customXml" Target="../ink/ink1003.xml"/><Relationship Id="rId167" Type="http://schemas.openxmlformats.org/officeDocument/2006/relationships/image" Target="../media/image1012.png"/><Relationship Id="rId188" Type="http://schemas.openxmlformats.org/officeDocument/2006/relationships/customXml" Target="../ink/ink1024.xml"/><Relationship Id="rId71" Type="http://schemas.openxmlformats.org/officeDocument/2006/relationships/image" Target="../media/image964.png"/><Relationship Id="rId92" Type="http://schemas.openxmlformats.org/officeDocument/2006/relationships/customXml" Target="../ink/ink976.xml"/><Relationship Id="rId213" Type="http://schemas.openxmlformats.org/officeDocument/2006/relationships/image" Target="../media/image1035.png"/><Relationship Id="rId2" Type="http://schemas.openxmlformats.org/officeDocument/2006/relationships/customXml" Target="../ink/ink931.xml"/><Relationship Id="rId29" Type="http://schemas.openxmlformats.org/officeDocument/2006/relationships/image" Target="../media/image943.png"/><Relationship Id="rId40" Type="http://schemas.openxmlformats.org/officeDocument/2006/relationships/customXml" Target="../ink/ink950.xml"/><Relationship Id="rId115" Type="http://schemas.openxmlformats.org/officeDocument/2006/relationships/image" Target="../media/image986.png"/><Relationship Id="rId136" Type="http://schemas.openxmlformats.org/officeDocument/2006/relationships/customXml" Target="../ink/ink998.xml"/><Relationship Id="rId157" Type="http://schemas.openxmlformats.org/officeDocument/2006/relationships/image" Target="../media/image1007.png"/><Relationship Id="rId178" Type="http://schemas.openxmlformats.org/officeDocument/2006/relationships/customXml" Target="../ink/ink1019.xml"/><Relationship Id="rId61" Type="http://schemas.openxmlformats.org/officeDocument/2006/relationships/image" Target="../media/image959.png"/><Relationship Id="rId82" Type="http://schemas.openxmlformats.org/officeDocument/2006/relationships/customXml" Target="../ink/ink971.xml"/><Relationship Id="rId199" Type="http://schemas.openxmlformats.org/officeDocument/2006/relationships/image" Target="../media/image1028.png"/><Relationship Id="rId203" Type="http://schemas.openxmlformats.org/officeDocument/2006/relationships/image" Target="../media/image103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4.png"/><Relationship Id="rId21" Type="http://schemas.openxmlformats.org/officeDocument/2006/relationships/image" Target="../media/image1046.png"/><Relationship Id="rId42" Type="http://schemas.openxmlformats.org/officeDocument/2006/relationships/customXml" Target="../ink/ink1058.xml"/><Relationship Id="rId63" Type="http://schemas.openxmlformats.org/officeDocument/2006/relationships/image" Target="../media/image1067.png"/><Relationship Id="rId84" Type="http://schemas.openxmlformats.org/officeDocument/2006/relationships/customXml" Target="../ink/ink1079.xml"/><Relationship Id="rId138" Type="http://schemas.openxmlformats.org/officeDocument/2006/relationships/customXml" Target="../ink/ink1106.xml"/><Relationship Id="rId159" Type="http://schemas.openxmlformats.org/officeDocument/2006/relationships/image" Target="../media/image1115.png"/><Relationship Id="rId170" Type="http://schemas.openxmlformats.org/officeDocument/2006/relationships/customXml" Target="../ink/ink1122.xml"/><Relationship Id="rId191" Type="http://schemas.openxmlformats.org/officeDocument/2006/relationships/image" Target="../media/image1131.png"/><Relationship Id="rId107" Type="http://schemas.openxmlformats.org/officeDocument/2006/relationships/image" Target="../media/image1089.png"/><Relationship Id="rId11" Type="http://schemas.openxmlformats.org/officeDocument/2006/relationships/image" Target="../media/image1041.png"/><Relationship Id="rId32" Type="http://schemas.openxmlformats.org/officeDocument/2006/relationships/customXml" Target="../ink/ink1053.xml"/><Relationship Id="rId53" Type="http://schemas.openxmlformats.org/officeDocument/2006/relationships/image" Target="../media/image1062.png"/><Relationship Id="rId74" Type="http://schemas.openxmlformats.org/officeDocument/2006/relationships/customXml" Target="../ink/ink1074.xml"/><Relationship Id="rId128" Type="http://schemas.openxmlformats.org/officeDocument/2006/relationships/customXml" Target="../ink/ink1101.xml"/><Relationship Id="rId149" Type="http://schemas.openxmlformats.org/officeDocument/2006/relationships/image" Target="../media/image1110.png"/><Relationship Id="rId5" Type="http://schemas.openxmlformats.org/officeDocument/2006/relationships/image" Target="../media/image1038.png"/><Relationship Id="rId95" Type="http://schemas.openxmlformats.org/officeDocument/2006/relationships/image" Target="../media/image1083.png"/><Relationship Id="rId160" Type="http://schemas.openxmlformats.org/officeDocument/2006/relationships/customXml" Target="../ink/ink1117.xml"/><Relationship Id="rId181" Type="http://schemas.openxmlformats.org/officeDocument/2006/relationships/image" Target="../media/image1126.png"/><Relationship Id="rId22" Type="http://schemas.openxmlformats.org/officeDocument/2006/relationships/customXml" Target="../ink/ink1048.xml"/><Relationship Id="rId43" Type="http://schemas.openxmlformats.org/officeDocument/2006/relationships/image" Target="../media/image1057.png"/><Relationship Id="rId64" Type="http://schemas.openxmlformats.org/officeDocument/2006/relationships/customXml" Target="../ink/ink1069.xml"/><Relationship Id="rId118" Type="http://schemas.openxmlformats.org/officeDocument/2006/relationships/customXml" Target="../ink/ink1096.xml"/><Relationship Id="rId139" Type="http://schemas.openxmlformats.org/officeDocument/2006/relationships/image" Target="../media/image1105.png"/><Relationship Id="rId85" Type="http://schemas.openxmlformats.org/officeDocument/2006/relationships/image" Target="../media/image1078.png"/><Relationship Id="rId150" Type="http://schemas.openxmlformats.org/officeDocument/2006/relationships/customXml" Target="../ink/ink1112.xml"/><Relationship Id="rId171" Type="http://schemas.openxmlformats.org/officeDocument/2006/relationships/image" Target="../media/image1121.png"/><Relationship Id="rId192" Type="http://schemas.openxmlformats.org/officeDocument/2006/relationships/customXml" Target="../ink/ink1133.xml"/><Relationship Id="rId12" Type="http://schemas.openxmlformats.org/officeDocument/2006/relationships/customXml" Target="../ink/ink1043.xml"/><Relationship Id="rId33" Type="http://schemas.openxmlformats.org/officeDocument/2006/relationships/image" Target="../media/image1052.png"/><Relationship Id="rId108" Type="http://schemas.openxmlformats.org/officeDocument/2006/relationships/customXml" Target="../ink/ink1091.xml"/><Relationship Id="rId129" Type="http://schemas.openxmlformats.org/officeDocument/2006/relationships/image" Target="../media/image1100.png"/><Relationship Id="rId54" Type="http://schemas.openxmlformats.org/officeDocument/2006/relationships/customXml" Target="../ink/ink1064.xml"/><Relationship Id="rId75" Type="http://schemas.openxmlformats.org/officeDocument/2006/relationships/image" Target="../media/image1073.png"/><Relationship Id="rId96" Type="http://schemas.openxmlformats.org/officeDocument/2006/relationships/customXml" Target="../ink/ink1085.xml"/><Relationship Id="rId140" Type="http://schemas.openxmlformats.org/officeDocument/2006/relationships/customXml" Target="../ink/ink1107.xml"/><Relationship Id="rId161" Type="http://schemas.openxmlformats.org/officeDocument/2006/relationships/image" Target="../media/image1116.png"/><Relationship Id="rId182" Type="http://schemas.openxmlformats.org/officeDocument/2006/relationships/customXml" Target="../ink/ink1128.xml"/><Relationship Id="rId6" Type="http://schemas.openxmlformats.org/officeDocument/2006/relationships/customXml" Target="../ink/ink1040.xml"/><Relationship Id="rId23" Type="http://schemas.openxmlformats.org/officeDocument/2006/relationships/image" Target="../media/image1047.png"/><Relationship Id="rId119" Type="http://schemas.openxmlformats.org/officeDocument/2006/relationships/image" Target="../media/image1095.png"/><Relationship Id="rId44" Type="http://schemas.openxmlformats.org/officeDocument/2006/relationships/customXml" Target="../ink/ink1059.xml"/><Relationship Id="rId65" Type="http://schemas.openxmlformats.org/officeDocument/2006/relationships/image" Target="../media/image1068.png"/><Relationship Id="rId86" Type="http://schemas.openxmlformats.org/officeDocument/2006/relationships/customXml" Target="../ink/ink1080.xml"/><Relationship Id="rId130" Type="http://schemas.openxmlformats.org/officeDocument/2006/relationships/customXml" Target="../ink/ink1102.xml"/><Relationship Id="rId151" Type="http://schemas.openxmlformats.org/officeDocument/2006/relationships/image" Target="../media/image1111.png"/><Relationship Id="rId172" Type="http://schemas.openxmlformats.org/officeDocument/2006/relationships/customXml" Target="../ink/ink1123.xml"/><Relationship Id="rId193" Type="http://schemas.openxmlformats.org/officeDocument/2006/relationships/image" Target="../media/image1132.png"/><Relationship Id="rId13" Type="http://schemas.openxmlformats.org/officeDocument/2006/relationships/image" Target="../media/image1042.png"/><Relationship Id="rId109" Type="http://schemas.openxmlformats.org/officeDocument/2006/relationships/image" Target="../media/image1090.png"/><Relationship Id="rId34" Type="http://schemas.openxmlformats.org/officeDocument/2006/relationships/customXml" Target="../ink/ink1054.xml"/><Relationship Id="rId55" Type="http://schemas.openxmlformats.org/officeDocument/2006/relationships/image" Target="../media/image1063.png"/><Relationship Id="rId76" Type="http://schemas.openxmlformats.org/officeDocument/2006/relationships/customXml" Target="../ink/ink1075.xml"/><Relationship Id="rId97" Type="http://schemas.openxmlformats.org/officeDocument/2006/relationships/image" Target="../media/image1084.png"/><Relationship Id="rId120" Type="http://schemas.openxmlformats.org/officeDocument/2006/relationships/customXml" Target="../ink/ink1097.xml"/><Relationship Id="rId141" Type="http://schemas.openxmlformats.org/officeDocument/2006/relationships/image" Target="../media/image1106.png"/><Relationship Id="rId7" Type="http://schemas.openxmlformats.org/officeDocument/2006/relationships/image" Target="../media/image1039.png"/><Relationship Id="rId71" Type="http://schemas.openxmlformats.org/officeDocument/2006/relationships/image" Target="../media/image1071.png"/><Relationship Id="rId92" Type="http://schemas.openxmlformats.org/officeDocument/2006/relationships/customXml" Target="../ink/ink1083.xml"/><Relationship Id="rId162" Type="http://schemas.openxmlformats.org/officeDocument/2006/relationships/customXml" Target="../ink/ink1118.xml"/><Relationship Id="rId183" Type="http://schemas.openxmlformats.org/officeDocument/2006/relationships/image" Target="../media/image1127.png"/><Relationship Id="rId2" Type="http://schemas.openxmlformats.org/officeDocument/2006/relationships/customXml" Target="../ink/ink1038.xml"/><Relationship Id="rId29" Type="http://schemas.openxmlformats.org/officeDocument/2006/relationships/image" Target="../media/image1050.png"/><Relationship Id="rId24" Type="http://schemas.openxmlformats.org/officeDocument/2006/relationships/customXml" Target="../ink/ink1049.xml"/><Relationship Id="rId40" Type="http://schemas.openxmlformats.org/officeDocument/2006/relationships/customXml" Target="../ink/ink1057.xml"/><Relationship Id="rId45" Type="http://schemas.openxmlformats.org/officeDocument/2006/relationships/image" Target="../media/image1058.png"/><Relationship Id="rId66" Type="http://schemas.openxmlformats.org/officeDocument/2006/relationships/customXml" Target="../ink/ink1070.xml"/><Relationship Id="rId87" Type="http://schemas.openxmlformats.org/officeDocument/2006/relationships/image" Target="../media/image1079.png"/><Relationship Id="rId110" Type="http://schemas.openxmlformats.org/officeDocument/2006/relationships/customXml" Target="../ink/ink1092.xml"/><Relationship Id="rId115" Type="http://schemas.openxmlformats.org/officeDocument/2006/relationships/image" Target="../media/image1093.png"/><Relationship Id="rId131" Type="http://schemas.openxmlformats.org/officeDocument/2006/relationships/image" Target="../media/image1101.png"/><Relationship Id="rId136" Type="http://schemas.openxmlformats.org/officeDocument/2006/relationships/customXml" Target="../ink/ink1105.xml"/><Relationship Id="rId157" Type="http://schemas.openxmlformats.org/officeDocument/2006/relationships/image" Target="../media/image1114.png"/><Relationship Id="rId178" Type="http://schemas.openxmlformats.org/officeDocument/2006/relationships/customXml" Target="../ink/ink1126.xml"/><Relationship Id="rId61" Type="http://schemas.openxmlformats.org/officeDocument/2006/relationships/image" Target="../media/image1066.png"/><Relationship Id="rId82" Type="http://schemas.openxmlformats.org/officeDocument/2006/relationships/customXml" Target="../ink/ink1078.xml"/><Relationship Id="rId152" Type="http://schemas.openxmlformats.org/officeDocument/2006/relationships/customXml" Target="../ink/ink1113.xml"/><Relationship Id="rId173" Type="http://schemas.openxmlformats.org/officeDocument/2006/relationships/image" Target="../media/image1122.png"/><Relationship Id="rId194" Type="http://schemas.openxmlformats.org/officeDocument/2006/relationships/customXml" Target="../ink/ink1134.xml"/><Relationship Id="rId199" Type="http://schemas.openxmlformats.org/officeDocument/2006/relationships/image" Target="../media/image1135.png"/><Relationship Id="rId19" Type="http://schemas.openxmlformats.org/officeDocument/2006/relationships/image" Target="../media/image1045.png"/><Relationship Id="rId14" Type="http://schemas.openxmlformats.org/officeDocument/2006/relationships/customXml" Target="../ink/ink1044.xml"/><Relationship Id="rId30" Type="http://schemas.openxmlformats.org/officeDocument/2006/relationships/customXml" Target="../ink/ink1052.xml"/><Relationship Id="rId35" Type="http://schemas.openxmlformats.org/officeDocument/2006/relationships/image" Target="../media/image1053.png"/><Relationship Id="rId56" Type="http://schemas.openxmlformats.org/officeDocument/2006/relationships/customXml" Target="../ink/ink1065.xml"/><Relationship Id="rId77" Type="http://schemas.openxmlformats.org/officeDocument/2006/relationships/image" Target="../media/image1074.png"/><Relationship Id="rId100" Type="http://schemas.openxmlformats.org/officeDocument/2006/relationships/customXml" Target="../ink/ink1087.xml"/><Relationship Id="rId105" Type="http://schemas.openxmlformats.org/officeDocument/2006/relationships/image" Target="../media/image1088.png"/><Relationship Id="rId126" Type="http://schemas.openxmlformats.org/officeDocument/2006/relationships/customXml" Target="../ink/ink1100.xml"/><Relationship Id="rId147" Type="http://schemas.openxmlformats.org/officeDocument/2006/relationships/image" Target="../media/image1109.png"/><Relationship Id="rId168" Type="http://schemas.openxmlformats.org/officeDocument/2006/relationships/customXml" Target="../ink/ink1121.xml"/><Relationship Id="rId8" Type="http://schemas.openxmlformats.org/officeDocument/2006/relationships/customXml" Target="../ink/ink1041.xml"/><Relationship Id="rId51" Type="http://schemas.openxmlformats.org/officeDocument/2006/relationships/image" Target="../media/image1061.png"/><Relationship Id="rId72" Type="http://schemas.openxmlformats.org/officeDocument/2006/relationships/customXml" Target="../ink/ink1073.xml"/><Relationship Id="rId93" Type="http://schemas.openxmlformats.org/officeDocument/2006/relationships/image" Target="../media/image1082.png"/><Relationship Id="rId98" Type="http://schemas.openxmlformats.org/officeDocument/2006/relationships/customXml" Target="../ink/ink1086.xml"/><Relationship Id="rId121" Type="http://schemas.openxmlformats.org/officeDocument/2006/relationships/image" Target="../media/image1096.png"/><Relationship Id="rId142" Type="http://schemas.openxmlformats.org/officeDocument/2006/relationships/customXml" Target="../ink/ink1108.xml"/><Relationship Id="rId163" Type="http://schemas.openxmlformats.org/officeDocument/2006/relationships/image" Target="../media/image1117.png"/><Relationship Id="rId184" Type="http://schemas.openxmlformats.org/officeDocument/2006/relationships/customXml" Target="../ink/ink1129.xml"/><Relationship Id="rId189" Type="http://schemas.openxmlformats.org/officeDocument/2006/relationships/image" Target="../media/image1130.png"/><Relationship Id="rId3" Type="http://schemas.openxmlformats.org/officeDocument/2006/relationships/image" Target="../media/image1037.png"/><Relationship Id="rId25" Type="http://schemas.openxmlformats.org/officeDocument/2006/relationships/image" Target="../media/image1048.png"/><Relationship Id="rId46" Type="http://schemas.openxmlformats.org/officeDocument/2006/relationships/customXml" Target="../ink/ink1060.xml"/><Relationship Id="rId67" Type="http://schemas.openxmlformats.org/officeDocument/2006/relationships/image" Target="../media/image1069.png"/><Relationship Id="rId116" Type="http://schemas.openxmlformats.org/officeDocument/2006/relationships/customXml" Target="../ink/ink1095.xml"/><Relationship Id="rId137" Type="http://schemas.openxmlformats.org/officeDocument/2006/relationships/image" Target="../media/image1104.png"/><Relationship Id="rId158" Type="http://schemas.openxmlformats.org/officeDocument/2006/relationships/customXml" Target="../ink/ink1116.xml"/><Relationship Id="rId20" Type="http://schemas.openxmlformats.org/officeDocument/2006/relationships/customXml" Target="../ink/ink1047.xml"/><Relationship Id="rId41" Type="http://schemas.openxmlformats.org/officeDocument/2006/relationships/image" Target="../media/image1056.png"/><Relationship Id="rId62" Type="http://schemas.openxmlformats.org/officeDocument/2006/relationships/customXml" Target="../ink/ink1068.xml"/><Relationship Id="rId83" Type="http://schemas.openxmlformats.org/officeDocument/2006/relationships/image" Target="../media/image1077.png"/><Relationship Id="rId88" Type="http://schemas.openxmlformats.org/officeDocument/2006/relationships/customXml" Target="../ink/ink1081.xml"/><Relationship Id="rId111" Type="http://schemas.openxmlformats.org/officeDocument/2006/relationships/image" Target="../media/image1091.png"/><Relationship Id="rId132" Type="http://schemas.openxmlformats.org/officeDocument/2006/relationships/customXml" Target="../ink/ink1103.xml"/><Relationship Id="rId153" Type="http://schemas.openxmlformats.org/officeDocument/2006/relationships/image" Target="../media/image1112.png"/><Relationship Id="rId174" Type="http://schemas.openxmlformats.org/officeDocument/2006/relationships/customXml" Target="../ink/ink1124.xml"/><Relationship Id="rId179" Type="http://schemas.openxmlformats.org/officeDocument/2006/relationships/image" Target="../media/image1125.png"/><Relationship Id="rId195" Type="http://schemas.openxmlformats.org/officeDocument/2006/relationships/image" Target="../media/image1133.png"/><Relationship Id="rId190" Type="http://schemas.openxmlformats.org/officeDocument/2006/relationships/customXml" Target="../ink/ink1132.xml"/><Relationship Id="rId15" Type="http://schemas.openxmlformats.org/officeDocument/2006/relationships/image" Target="../media/image1043.png"/><Relationship Id="rId36" Type="http://schemas.openxmlformats.org/officeDocument/2006/relationships/customXml" Target="../ink/ink1055.xml"/><Relationship Id="rId57" Type="http://schemas.openxmlformats.org/officeDocument/2006/relationships/image" Target="../media/image1064.png"/><Relationship Id="rId106" Type="http://schemas.openxmlformats.org/officeDocument/2006/relationships/customXml" Target="../ink/ink1090.xml"/><Relationship Id="rId127" Type="http://schemas.openxmlformats.org/officeDocument/2006/relationships/image" Target="../media/image1099.png"/><Relationship Id="rId10" Type="http://schemas.openxmlformats.org/officeDocument/2006/relationships/customXml" Target="../ink/ink1042.xml"/><Relationship Id="rId31" Type="http://schemas.openxmlformats.org/officeDocument/2006/relationships/image" Target="../media/image1051.png"/><Relationship Id="rId52" Type="http://schemas.openxmlformats.org/officeDocument/2006/relationships/customXml" Target="../ink/ink1063.xml"/><Relationship Id="rId73" Type="http://schemas.openxmlformats.org/officeDocument/2006/relationships/image" Target="../media/image1072.png"/><Relationship Id="rId78" Type="http://schemas.openxmlformats.org/officeDocument/2006/relationships/customXml" Target="../ink/ink1076.xml"/><Relationship Id="rId94" Type="http://schemas.openxmlformats.org/officeDocument/2006/relationships/customXml" Target="../ink/ink1084.xml"/><Relationship Id="rId99" Type="http://schemas.openxmlformats.org/officeDocument/2006/relationships/image" Target="../media/image1085.png"/><Relationship Id="rId101" Type="http://schemas.openxmlformats.org/officeDocument/2006/relationships/image" Target="../media/image1086.png"/><Relationship Id="rId122" Type="http://schemas.openxmlformats.org/officeDocument/2006/relationships/customXml" Target="../ink/ink1098.xml"/><Relationship Id="rId143" Type="http://schemas.openxmlformats.org/officeDocument/2006/relationships/image" Target="../media/image1107.png"/><Relationship Id="rId148" Type="http://schemas.openxmlformats.org/officeDocument/2006/relationships/customXml" Target="../ink/ink1111.xml"/><Relationship Id="rId164" Type="http://schemas.openxmlformats.org/officeDocument/2006/relationships/customXml" Target="../ink/ink1119.xml"/><Relationship Id="rId169" Type="http://schemas.openxmlformats.org/officeDocument/2006/relationships/image" Target="../media/image1120.png"/><Relationship Id="rId185" Type="http://schemas.openxmlformats.org/officeDocument/2006/relationships/image" Target="../media/image1128.png"/><Relationship Id="rId4" Type="http://schemas.openxmlformats.org/officeDocument/2006/relationships/customXml" Target="../ink/ink1039.xml"/><Relationship Id="rId9" Type="http://schemas.openxmlformats.org/officeDocument/2006/relationships/image" Target="../media/image1040.png"/><Relationship Id="rId180" Type="http://schemas.openxmlformats.org/officeDocument/2006/relationships/customXml" Target="../ink/ink1127.xml"/><Relationship Id="rId26" Type="http://schemas.openxmlformats.org/officeDocument/2006/relationships/customXml" Target="../ink/ink1050.xml"/><Relationship Id="rId47" Type="http://schemas.openxmlformats.org/officeDocument/2006/relationships/image" Target="../media/image1059.png"/><Relationship Id="rId68" Type="http://schemas.openxmlformats.org/officeDocument/2006/relationships/customXml" Target="../ink/ink1071.xml"/><Relationship Id="rId89" Type="http://schemas.openxmlformats.org/officeDocument/2006/relationships/image" Target="../media/image1080.png"/><Relationship Id="rId112" Type="http://schemas.openxmlformats.org/officeDocument/2006/relationships/customXml" Target="../ink/ink1093.xml"/><Relationship Id="rId133" Type="http://schemas.openxmlformats.org/officeDocument/2006/relationships/image" Target="../media/image1102.png"/><Relationship Id="rId154" Type="http://schemas.openxmlformats.org/officeDocument/2006/relationships/customXml" Target="../ink/ink1114.xml"/><Relationship Id="rId175" Type="http://schemas.openxmlformats.org/officeDocument/2006/relationships/image" Target="../media/image1123.png"/><Relationship Id="rId196" Type="http://schemas.openxmlformats.org/officeDocument/2006/relationships/customXml" Target="../ink/ink1135.xml"/><Relationship Id="rId16" Type="http://schemas.openxmlformats.org/officeDocument/2006/relationships/customXml" Target="../ink/ink1045.xml"/><Relationship Id="rId37" Type="http://schemas.openxmlformats.org/officeDocument/2006/relationships/image" Target="../media/image1054.png"/><Relationship Id="rId58" Type="http://schemas.openxmlformats.org/officeDocument/2006/relationships/customXml" Target="../ink/ink1066.xml"/><Relationship Id="rId79" Type="http://schemas.openxmlformats.org/officeDocument/2006/relationships/image" Target="../media/image1075.png"/><Relationship Id="rId102" Type="http://schemas.openxmlformats.org/officeDocument/2006/relationships/customXml" Target="../ink/ink1088.xml"/><Relationship Id="rId123" Type="http://schemas.openxmlformats.org/officeDocument/2006/relationships/image" Target="../media/image1097.png"/><Relationship Id="rId144" Type="http://schemas.openxmlformats.org/officeDocument/2006/relationships/customXml" Target="../ink/ink1109.xml"/><Relationship Id="rId90" Type="http://schemas.openxmlformats.org/officeDocument/2006/relationships/customXml" Target="../ink/ink1082.xml"/><Relationship Id="rId165" Type="http://schemas.openxmlformats.org/officeDocument/2006/relationships/image" Target="../media/image1118.png"/><Relationship Id="rId186" Type="http://schemas.openxmlformats.org/officeDocument/2006/relationships/customXml" Target="../ink/ink1130.xml"/><Relationship Id="rId27" Type="http://schemas.openxmlformats.org/officeDocument/2006/relationships/image" Target="../media/image1049.png"/><Relationship Id="rId48" Type="http://schemas.openxmlformats.org/officeDocument/2006/relationships/customXml" Target="../ink/ink1061.xml"/><Relationship Id="rId69" Type="http://schemas.openxmlformats.org/officeDocument/2006/relationships/image" Target="../media/image1070.png"/><Relationship Id="rId113" Type="http://schemas.openxmlformats.org/officeDocument/2006/relationships/image" Target="../media/image1092.png"/><Relationship Id="rId134" Type="http://schemas.openxmlformats.org/officeDocument/2006/relationships/customXml" Target="../ink/ink1104.xml"/><Relationship Id="rId80" Type="http://schemas.openxmlformats.org/officeDocument/2006/relationships/customXml" Target="../ink/ink1077.xml"/><Relationship Id="rId155" Type="http://schemas.openxmlformats.org/officeDocument/2006/relationships/image" Target="../media/image1113.png"/><Relationship Id="rId176" Type="http://schemas.openxmlformats.org/officeDocument/2006/relationships/customXml" Target="../ink/ink1125.xml"/><Relationship Id="rId197" Type="http://schemas.openxmlformats.org/officeDocument/2006/relationships/image" Target="../media/image1134.png"/><Relationship Id="rId17" Type="http://schemas.openxmlformats.org/officeDocument/2006/relationships/image" Target="../media/image1044.png"/><Relationship Id="rId38" Type="http://schemas.openxmlformats.org/officeDocument/2006/relationships/customXml" Target="../ink/ink1056.xml"/><Relationship Id="rId59" Type="http://schemas.openxmlformats.org/officeDocument/2006/relationships/image" Target="../media/image1065.png"/><Relationship Id="rId103" Type="http://schemas.openxmlformats.org/officeDocument/2006/relationships/image" Target="../media/image1087.png"/><Relationship Id="rId124" Type="http://schemas.openxmlformats.org/officeDocument/2006/relationships/customXml" Target="../ink/ink1099.xml"/><Relationship Id="rId70" Type="http://schemas.openxmlformats.org/officeDocument/2006/relationships/customXml" Target="../ink/ink1072.xml"/><Relationship Id="rId91" Type="http://schemas.openxmlformats.org/officeDocument/2006/relationships/image" Target="../media/image1081.png"/><Relationship Id="rId145" Type="http://schemas.openxmlformats.org/officeDocument/2006/relationships/image" Target="../media/image1108.png"/><Relationship Id="rId166" Type="http://schemas.openxmlformats.org/officeDocument/2006/relationships/customXml" Target="../ink/ink1120.xml"/><Relationship Id="rId187" Type="http://schemas.openxmlformats.org/officeDocument/2006/relationships/image" Target="../media/image112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51.xml"/><Relationship Id="rId49" Type="http://schemas.openxmlformats.org/officeDocument/2006/relationships/image" Target="../media/image1060.png"/><Relationship Id="rId114" Type="http://schemas.openxmlformats.org/officeDocument/2006/relationships/customXml" Target="../ink/ink1094.xml"/><Relationship Id="rId60" Type="http://schemas.openxmlformats.org/officeDocument/2006/relationships/customXml" Target="../ink/ink1067.xml"/><Relationship Id="rId81" Type="http://schemas.openxmlformats.org/officeDocument/2006/relationships/image" Target="../media/image1076.png"/><Relationship Id="rId135" Type="http://schemas.openxmlformats.org/officeDocument/2006/relationships/image" Target="../media/image1103.png"/><Relationship Id="rId156" Type="http://schemas.openxmlformats.org/officeDocument/2006/relationships/customXml" Target="../ink/ink1115.xml"/><Relationship Id="rId177" Type="http://schemas.openxmlformats.org/officeDocument/2006/relationships/image" Target="../media/image1124.png"/><Relationship Id="rId198" Type="http://schemas.openxmlformats.org/officeDocument/2006/relationships/customXml" Target="../ink/ink1136.xml"/><Relationship Id="rId18" Type="http://schemas.openxmlformats.org/officeDocument/2006/relationships/customXml" Target="../ink/ink1046.xml"/><Relationship Id="rId39" Type="http://schemas.openxmlformats.org/officeDocument/2006/relationships/image" Target="../media/image1055.png"/><Relationship Id="rId50" Type="http://schemas.openxmlformats.org/officeDocument/2006/relationships/customXml" Target="../ink/ink1062.xml"/><Relationship Id="rId104" Type="http://schemas.openxmlformats.org/officeDocument/2006/relationships/customXml" Target="../ink/ink1089.xml"/><Relationship Id="rId125" Type="http://schemas.openxmlformats.org/officeDocument/2006/relationships/image" Target="../media/image1098.png"/><Relationship Id="rId146" Type="http://schemas.openxmlformats.org/officeDocument/2006/relationships/customXml" Target="../ink/ink1110.xml"/><Relationship Id="rId167" Type="http://schemas.openxmlformats.org/officeDocument/2006/relationships/image" Target="../media/image1119.png"/><Relationship Id="rId188" Type="http://schemas.openxmlformats.org/officeDocument/2006/relationships/customXml" Target="../ink/ink113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1.png"/><Relationship Id="rId18" Type="http://schemas.openxmlformats.org/officeDocument/2006/relationships/customXml" Target="../ink/ink1145.xml"/><Relationship Id="rId26" Type="http://schemas.openxmlformats.org/officeDocument/2006/relationships/customXml" Target="../ink/ink1149.xml"/><Relationship Id="rId39" Type="http://schemas.openxmlformats.org/officeDocument/2006/relationships/image" Target="../media/image1154.png"/><Relationship Id="rId21" Type="http://schemas.openxmlformats.org/officeDocument/2006/relationships/image" Target="../media/image1145.png"/><Relationship Id="rId34" Type="http://schemas.openxmlformats.org/officeDocument/2006/relationships/customXml" Target="../ink/ink1153.xml"/><Relationship Id="rId42" Type="http://schemas.openxmlformats.org/officeDocument/2006/relationships/customXml" Target="../ink/ink1157.xml"/><Relationship Id="rId47" Type="http://schemas.openxmlformats.org/officeDocument/2006/relationships/image" Target="../media/image1158.png"/><Relationship Id="rId50" Type="http://schemas.openxmlformats.org/officeDocument/2006/relationships/customXml" Target="../ink/ink1161.xml"/><Relationship Id="rId55" Type="http://schemas.openxmlformats.org/officeDocument/2006/relationships/image" Target="../media/image1162.png"/><Relationship Id="rId7" Type="http://schemas.openxmlformats.org/officeDocument/2006/relationships/image" Target="../media/image1138.png"/><Relationship Id="rId2" Type="http://schemas.openxmlformats.org/officeDocument/2006/relationships/customXml" Target="../ink/ink1137.xml"/><Relationship Id="rId16" Type="http://schemas.openxmlformats.org/officeDocument/2006/relationships/customXml" Target="../ink/ink1144.xml"/><Relationship Id="rId29" Type="http://schemas.openxmlformats.org/officeDocument/2006/relationships/image" Target="../media/image1149.png"/><Relationship Id="rId11" Type="http://schemas.openxmlformats.org/officeDocument/2006/relationships/image" Target="../media/image1140.png"/><Relationship Id="rId24" Type="http://schemas.openxmlformats.org/officeDocument/2006/relationships/customXml" Target="../ink/ink1148.xml"/><Relationship Id="rId32" Type="http://schemas.openxmlformats.org/officeDocument/2006/relationships/customXml" Target="../ink/ink1152.xml"/><Relationship Id="rId37" Type="http://schemas.openxmlformats.org/officeDocument/2006/relationships/image" Target="../media/image1153.png"/><Relationship Id="rId40" Type="http://schemas.openxmlformats.org/officeDocument/2006/relationships/customXml" Target="../ink/ink1156.xml"/><Relationship Id="rId45" Type="http://schemas.openxmlformats.org/officeDocument/2006/relationships/image" Target="../media/image1157.png"/><Relationship Id="rId53" Type="http://schemas.openxmlformats.org/officeDocument/2006/relationships/image" Target="../media/image1161.png"/><Relationship Id="rId58" Type="http://schemas.openxmlformats.org/officeDocument/2006/relationships/customXml" Target="../ink/ink1165.xml"/><Relationship Id="rId5" Type="http://schemas.openxmlformats.org/officeDocument/2006/relationships/image" Target="../media/image1137.png"/><Relationship Id="rId19" Type="http://schemas.openxmlformats.org/officeDocument/2006/relationships/image" Target="../media/image1144.png"/><Relationship Id="rId4" Type="http://schemas.openxmlformats.org/officeDocument/2006/relationships/customXml" Target="../ink/ink1138.xml"/><Relationship Id="rId9" Type="http://schemas.openxmlformats.org/officeDocument/2006/relationships/image" Target="../media/image1139.png"/><Relationship Id="rId14" Type="http://schemas.openxmlformats.org/officeDocument/2006/relationships/customXml" Target="../ink/ink1143.xml"/><Relationship Id="rId22" Type="http://schemas.openxmlformats.org/officeDocument/2006/relationships/customXml" Target="../ink/ink1147.xml"/><Relationship Id="rId27" Type="http://schemas.openxmlformats.org/officeDocument/2006/relationships/image" Target="../media/image1148.png"/><Relationship Id="rId30" Type="http://schemas.openxmlformats.org/officeDocument/2006/relationships/customXml" Target="../ink/ink1151.xml"/><Relationship Id="rId35" Type="http://schemas.openxmlformats.org/officeDocument/2006/relationships/image" Target="../media/image1152.png"/><Relationship Id="rId43" Type="http://schemas.openxmlformats.org/officeDocument/2006/relationships/image" Target="../media/image1156.png"/><Relationship Id="rId48" Type="http://schemas.openxmlformats.org/officeDocument/2006/relationships/customXml" Target="../ink/ink1160.xml"/><Relationship Id="rId56" Type="http://schemas.openxmlformats.org/officeDocument/2006/relationships/customXml" Target="../ink/ink1164.xml"/><Relationship Id="rId8" Type="http://schemas.openxmlformats.org/officeDocument/2006/relationships/customXml" Target="../ink/ink1140.xml"/><Relationship Id="rId51" Type="http://schemas.openxmlformats.org/officeDocument/2006/relationships/image" Target="../media/image1160.png"/><Relationship Id="rId3" Type="http://schemas.openxmlformats.org/officeDocument/2006/relationships/image" Target="../media/image1136.png"/><Relationship Id="rId12" Type="http://schemas.openxmlformats.org/officeDocument/2006/relationships/customXml" Target="../ink/ink1142.xml"/><Relationship Id="rId17" Type="http://schemas.openxmlformats.org/officeDocument/2006/relationships/image" Target="../media/image1143.png"/><Relationship Id="rId25" Type="http://schemas.openxmlformats.org/officeDocument/2006/relationships/image" Target="../media/image1147.png"/><Relationship Id="rId33" Type="http://schemas.openxmlformats.org/officeDocument/2006/relationships/image" Target="../media/image1151.png"/><Relationship Id="rId38" Type="http://schemas.openxmlformats.org/officeDocument/2006/relationships/customXml" Target="../ink/ink1155.xml"/><Relationship Id="rId46" Type="http://schemas.openxmlformats.org/officeDocument/2006/relationships/customXml" Target="../ink/ink1159.xml"/><Relationship Id="rId59" Type="http://schemas.openxmlformats.org/officeDocument/2006/relationships/image" Target="../media/image1164.png"/><Relationship Id="rId20" Type="http://schemas.openxmlformats.org/officeDocument/2006/relationships/customXml" Target="../ink/ink1146.xml"/><Relationship Id="rId41" Type="http://schemas.openxmlformats.org/officeDocument/2006/relationships/image" Target="../media/image1155.png"/><Relationship Id="rId54" Type="http://schemas.openxmlformats.org/officeDocument/2006/relationships/customXml" Target="../ink/ink11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9.xml"/><Relationship Id="rId15" Type="http://schemas.openxmlformats.org/officeDocument/2006/relationships/image" Target="../media/image1142.png"/><Relationship Id="rId23" Type="http://schemas.openxmlformats.org/officeDocument/2006/relationships/image" Target="../media/image1146.png"/><Relationship Id="rId28" Type="http://schemas.openxmlformats.org/officeDocument/2006/relationships/customXml" Target="../ink/ink1150.xml"/><Relationship Id="rId36" Type="http://schemas.openxmlformats.org/officeDocument/2006/relationships/customXml" Target="../ink/ink1154.xml"/><Relationship Id="rId49" Type="http://schemas.openxmlformats.org/officeDocument/2006/relationships/image" Target="../media/image1159.png"/><Relationship Id="rId57" Type="http://schemas.openxmlformats.org/officeDocument/2006/relationships/image" Target="../media/image1163.png"/><Relationship Id="rId10" Type="http://schemas.openxmlformats.org/officeDocument/2006/relationships/customXml" Target="../ink/ink1141.xml"/><Relationship Id="rId31" Type="http://schemas.openxmlformats.org/officeDocument/2006/relationships/image" Target="../media/image1150.png"/><Relationship Id="rId44" Type="http://schemas.openxmlformats.org/officeDocument/2006/relationships/customXml" Target="../ink/ink1158.xml"/><Relationship Id="rId52" Type="http://schemas.openxmlformats.org/officeDocument/2006/relationships/customXml" Target="../ink/ink116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22.png"/><Relationship Id="rId21" Type="http://schemas.openxmlformats.org/officeDocument/2006/relationships/image" Target="../media/image1174.png"/><Relationship Id="rId42" Type="http://schemas.openxmlformats.org/officeDocument/2006/relationships/customXml" Target="../ink/ink1186.xml"/><Relationship Id="rId63" Type="http://schemas.openxmlformats.org/officeDocument/2006/relationships/image" Target="../media/image1195.png"/><Relationship Id="rId84" Type="http://schemas.openxmlformats.org/officeDocument/2006/relationships/customXml" Target="../ink/ink1207.xml"/><Relationship Id="rId138" Type="http://schemas.openxmlformats.org/officeDocument/2006/relationships/customXml" Target="../ink/ink1234.xml"/><Relationship Id="rId107" Type="http://schemas.openxmlformats.org/officeDocument/2006/relationships/image" Target="../media/image1217.png"/><Relationship Id="rId11" Type="http://schemas.openxmlformats.org/officeDocument/2006/relationships/image" Target="../media/image1169.png"/><Relationship Id="rId32" Type="http://schemas.openxmlformats.org/officeDocument/2006/relationships/customXml" Target="../ink/ink1181.xml"/><Relationship Id="rId53" Type="http://schemas.openxmlformats.org/officeDocument/2006/relationships/image" Target="../media/image1190.png"/><Relationship Id="rId74" Type="http://schemas.openxmlformats.org/officeDocument/2006/relationships/customXml" Target="../ink/ink1202.xml"/><Relationship Id="rId128" Type="http://schemas.openxmlformats.org/officeDocument/2006/relationships/customXml" Target="../ink/ink1229.xml"/><Relationship Id="rId149" Type="http://schemas.openxmlformats.org/officeDocument/2006/relationships/image" Target="../media/image1238.png"/><Relationship Id="rId5" Type="http://schemas.openxmlformats.org/officeDocument/2006/relationships/image" Target="../media/image1166.png"/><Relationship Id="rId95" Type="http://schemas.openxmlformats.org/officeDocument/2006/relationships/image" Target="../media/image1211.png"/><Relationship Id="rId22" Type="http://schemas.openxmlformats.org/officeDocument/2006/relationships/customXml" Target="../ink/ink1176.xml"/><Relationship Id="rId27" Type="http://schemas.openxmlformats.org/officeDocument/2006/relationships/image" Target="../media/image1177.png"/><Relationship Id="rId43" Type="http://schemas.openxmlformats.org/officeDocument/2006/relationships/image" Target="../media/image1185.png"/><Relationship Id="rId48" Type="http://schemas.openxmlformats.org/officeDocument/2006/relationships/customXml" Target="../ink/ink1189.xml"/><Relationship Id="rId64" Type="http://schemas.openxmlformats.org/officeDocument/2006/relationships/customXml" Target="../ink/ink1197.xml"/><Relationship Id="rId69" Type="http://schemas.openxmlformats.org/officeDocument/2006/relationships/image" Target="../media/image1198.png"/><Relationship Id="rId113" Type="http://schemas.openxmlformats.org/officeDocument/2006/relationships/image" Target="../media/image1220.png"/><Relationship Id="rId118" Type="http://schemas.openxmlformats.org/officeDocument/2006/relationships/customXml" Target="../ink/ink1224.xml"/><Relationship Id="rId134" Type="http://schemas.openxmlformats.org/officeDocument/2006/relationships/customXml" Target="../ink/ink1232.xml"/><Relationship Id="rId139" Type="http://schemas.openxmlformats.org/officeDocument/2006/relationships/image" Target="../media/image1233.png"/><Relationship Id="rId80" Type="http://schemas.openxmlformats.org/officeDocument/2006/relationships/customXml" Target="../ink/ink1205.xml"/><Relationship Id="rId85" Type="http://schemas.openxmlformats.org/officeDocument/2006/relationships/image" Target="../media/image1206.png"/><Relationship Id="rId150" Type="http://schemas.openxmlformats.org/officeDocument/2006/relationships/customXml" Target="../ink/ink1240.xml"/><Relationship Id="rId12" Type="http://schemas.openxmlformats.org/officeDocument/2006/relationships/customXml" Target="../ink/ink1171.xml"/><Relationship Id="rId17" Type="http://schemas.openxmlformats.org/officeDocument/2006/relationships/image" Target="../media/image1172.png"/><Relationship Id="rId33" Type="http://schemas.openxmlformats.org/officeDocument/2006/relationships/image" Target="../media/image1180.png"/><Relationship Id="rId38" Type="http://schemas.openxmlformats.org/officeDocument/2006/relationships/customXml" Target="../ink/ink1184.xml"/><Relationship Id="rId59" Type="http://schemas.openxmlformats.org/officeDocument/2006/relationships/image" Target="../media/image1193.png"/><Relationship Id="rId103" Type="http://schemas.openxmlformats.org/officeDocument/2006/relationships/image" Target="../media/image1215.png"/><Relationship Id="rId108" Type="http://schemas.openxmlformats.org/officeDocument/2006/relationships/customXml" Target="../ink/ink1219.xml"/><Relationship Id="rId124" Type="http://schemas.openxmlformats.org/officeDocument/2006/relationships/customXml" Target="../ink/ink1227.xml"/><Relationship Id="rId129" Type="http://schemas.openxmlformats.org/officeDocument/2006/relationships/image" Target="../media/image1228.png"/><Relationship Id="rId54" Type="http://schemas.openxmlformats.org/officeDocument/2006/relationships/customXml" Target="../ink/ink1192.xml"/><Relationship Id="rId70" Type="http://schemas.openxmlformats.org/officeDocument/2006/relationships/customXml" Target="../ink/ink1200.xml"/><Relationship Id="rId75" Type="http://schemas.openxmlformats.org/officeDocument/2006/relationships/image" Target="../media/image1201.png"/><Relationship Id="rId91" Type="http://schemas.openxmlformats.org/officeDocument/2006/relationships/image" Target="../media/image1209.png"/><Relationship Id="rId96" Type="http://schemas.openxmlformats.org/officeDocument/2006/relationships/customXml" Target="../ink/ink1213.xml"/><Relationship Id="rId140" Type="http://schemas.openxmlformats.org/officeDocument/2006/relationships/customXml" Target="../ink/ink1235.xml"/><Relationship Id="rId145" Type="http://schemas.openxmlformats.org/officeDocument/2006/relationships/image" Target="../media/image12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68.xml"/><Relationship Id="rId23" Type="http://schemas.openxmlformats.org/officeDocument/2006/relationships/image" Target="../media/image1175.png"/><Relationship Id="rId28" Type="http://schemas.openxmlformats.org/officeDocument/2006/relationships/customXml" Target="../ink/ink1179.xml"/><Relationship Id="rId49" Type="http://schemas.openxmlformats.org/officeDocument/2006/relationships/image" Target="../media/image1188.png"/><Relationship Id="rId114" Type="http://schemas.openxmlformats.org/officeDocument/2006/relationships/customXml" Target="../ink/ink1222.xml"/><Relationship Id="rId119" Type="http://schemas.openxmlformats.org/officeDocument/2006/relationships/image" Target="../media/image1223.png"/><Relationship Id="rId44" Type="http://schemas.openxmlformats.org/officeDocument/2006/relationships/customXml" Target="../ink/ink1187.xml"/><Relationship Id="rId60" Type="http://schemas.openxmlformats.org/officeDocument/2006/relationships/customXml" Target="../ink/ink1195.xml"/><Relationship Id="rId65" Type="http://schemas.openxmlformats.org/officeDocument/2006/relationships/image" Target="../media/image1196.png"/><Relationship Id="rId81" Type="http://schemas.openxmlformats.org/officeDocument/2006/relationships/image" Target="../media/image1204.png"/><Relationship Id="rId86" Type="http://schemas.openxmlformats.org/officeDocument/2006/relationships/customXml" Target="../ink/ink1208.xml"/><Relationship Id="rId130" Type="http://schemas.openxmlformats.org/officeDocument/2006/relationships/customXml" Target="../ink/ink1230.xml"/><Relationship Id="rId135" Type="http://schemas.openxmlformats.org/officeDocument/2006/relationships/image" Target="../media/image1231.png"/><Relationship Id="rId151" Type="http://schemas.openxmlformats.org/officeDocument/2006/relationships/image" Target="../media/image1239.png"/><Relationship Id="rId13" Type="http://schemas.openxmlformats.org/officeDocument/2006/relationships/image" Target="../media/image1170.png"/><Relationship Id="rId18" Type="http://schemas.openxmlformats.org/officeDocument/2006/relationships/customXml" Target="../ink/ink1174.xml"/><Relationship Id="rId39" Type="http://schemas.openxmlformats.org/officeDocument/2006/relationships/image" Target="../media/image1183.png"/><Relationship Id="rId109" Type="http://schemas.openxmlformats.org/officeDocument/2006/relationships/image" Target="../media/image1218.png"/><Relationship Id="rId34" Type="http://schemas.openxmlformats.org/officeDocument/2006/relationships/customXml" Target="../ink/ink1182.xml"/><Relationship Id="rId50" Type="http://schemas.openxmlformats.org/officeDocument/2006/relationships/customXml" Target="../ink/ink1190.xml"/><Relationship Id="rId55" Type="http://schemas.openxmlformats.org/officeDocument/2006/relationships/image" Target="../media/image1191.png"/><Relationship Id="rId76" Type="http://schemas.openxmlformats.org/officeDocument/2006/relationships/customXml" Target="../ink/ink1203.xml"/><Relationship Id="rId97" Type="http://schemas.openxmlformats.org/officeDocument/2006/relationships/image" Target="../media/image1212.png"/><Relationship Id="rId104" Type="http://schemas.openxmlformats.org/officeDocument/2006/relationships/customXml" Target="../ink/ink1217.xml"/><Relationship Id="rId120" Type="http://schemas.openxmlformats.org/officeDocument/2006/relationships/customXml" Target="../ink/ink1225.xml"/><Relationship Id="rId125" Type="http://schemas.openxmlformats.org/officeDocument/2006/relationships/image" Target="../media/image1226.png"/><Relationship Id="rId141" Type="http://schemas.openxmlformats.org/officeDocument/2006/relationships/image" Target="../media/image1234.png"/><Relationship Id="rId146" Type="http://schemas.openxmlformats.org/officeDocument/2006/relationships/customXml" Target="../ink/ink1238.xml"/><Relationship Id="rId7" Type="http://schemas.openxmlformats.org/officeDocument/2006/relationships/image" Target="../media/image1167.png"/><Relationship Id="rId71" Type="http://schemas.openxmlformats.org/officeDocument/2006/relationships/image" Target="../media/image1199.png"/><Relationship Id="rId92" Type="http://schemas.openxmlformats.org/officeDocument/2006/relationships/customXml" Target="../ink/ink1211.xml"/><Relationship Id="rId2" Type="http://schemas.openxmlformats.org/officeDocument/2006/relationships/customXml" Target="../ink/ink1166.xml"/><Relationship Id="rId29" Type="http://schemas.openxmlformats.org/officeDocument/2006/relationships/image" Target="../media/image1178.png"/><Relationship Id="rId24" Type="http://schemas.openxmlformats.org/officeDocument/2006/relationships/customXml" Target="../ink/ink1177.xml"/><Relationship Id="rId40" Type="http://schemas.openxmlformats.org/officeDocument/2006/relationships/customXml" Target="../ink/ink1185.xml"/><Relationship Id="rId45" Type="http://schemas.openxmlformats.org/officeDocument/2006/relationships/image" Target="../media/image1186.png"/><Relationship Id="rId66" Type="http://schemas.openxmlformats.org/officeDocument/2006/relationships/customXml" Target="../ink/ink1198.xml"/><Relationship Id="rId87" Type="http://schemas.openxmlformats.org/officeDocument/2006/relationships/image" Target="../media/image1207.png"/><Relationship Id="rId110" Type="http://schemas.openxmlformats.org/officeDocument/2006/relationships/customXml" Target="../ink/ink1220.xml"/><Relationship Id="rId115" Type="http://schemas.openxmlformats.org/officeDocument/2006/relationships/image" Target="../media/image1221.png"/><Relationship Id="rId131" Type="http://schemas.openxmlformats.org/officeDocument/2006/relationships/image" Target="../media/image1229.png"/><Relationship Id="rId136" Type="http://schemas.openxmlformats.org/officeDocument/2006/relationships/customXml" Target="../ink/ink1233.xml"/><Relationship Id="rId61" Type="http://schemas.openxmlformats.org/officeDocument/2006/relationships/image" Target="../media/image1194.png"/><Relationship Id="rId82" Type="http://schemas.openxmlformats.org/officeDocument/2006/relationships/customXml" Target="../ink/ink1206.xml"/><Relationship Id="rId152" Type="http://schemas.openxmlformats.org/officeDocument/2006/relationships/customXml" Target="../ink/ink1241.xml"/><Relationship Id="rId19" Type="http://schemas.openxmlformats.org/officeDocument/2006/relationships/image" Target="../media/image1173.png"/><Relationship Id="rId14" Type="http://schemas.openxmlformats.org/officeDocument/2006/relationships/customXml" Target="../ink/ink1172.xml"/><Relationship Id="rId30" Type="http://schemas.openxmlformats.org/officeDocument/2006/relationships/customXml" Target="../ink/ink1180.xml"/><Relationship Id="rId35" Type="http://schemas.openxmlformats.org/officeDocument/2006/relationships/image" Target="../media/image1181.png"/><Relationship Id="rId56" Type="http://schemas.openxmlformats.org/officeDocument/2006/relationships/customXml" Target="../ink/ink1193.xml"/><Relationship Id="rId77" Type="http://schemas.openxmlformats.org/officeDocument/2006/relationships/image" Target="../media/image1202.png"/><Relationship Id="rId100" Type="http://schemas.openxmlformats.org/officeDocument/2006/relationships/customXml" Target="../ink/ink1215.xml"/><Relationship Id="rId105" Type="http://schemas.openxmlformats.org/officeDocument/2006/relationships/image" Target="../media/image1216.png"/><Relationship Id="rId126" Type="http://schemas.openxmlformats.org/officeDocument/2006/relationships/customXml" Target="../ink/ink1228.xml"/><Relationship Id="rId147" Type="http://schemas.openxmlformats.org/officeDocument/2006/relationships/image" Target="../media/image1237.png"/><Relationship Id="rId8" Type="http://schemas.openxmlformats.org/officeDocument/2006/relationships/customXml" Target="../ink/ink1169.xml"/><Relationship Id="rId51" Type="http://schemas.openxmlformats.org/officeDocument/2006/relationships/image" Target="../media/image1189.png"/><Relationship Id="rId72" Type="http://schemas.openxmlformats.org/officeDocument/2006/relationships/customXml" Target="../ink/ink1201.xml"/><Relationship Id="rId93" Type="http://schemas.openxmlformats.org/officeDocument/2006/relationships/image" Target="../media/image1210.png"/><Relationship Id="rId98" Type="http://schemas.openxmlformats.org/officeDocument/2006/relationships/customXml" Target="../ink/ink1214.xml"/><Relationship Id="rId121" Type="http://schemas.openxmlformats.org/officeDocument/2006/relationships/image" Target="../media/image1224.png"/><Relationship Id="rId142" Type="http://schemas.openxmlformats.org/officeDocument/2006/relationships/customXml" Target="../ink/ink1236.xml"/><Relationship Id="rId3" Type="http://schemas.openxmlformats.org/officeDocument/2006/relationships/image" Target="../media/image1165.png"/><Relationship Id="rId25" Type="http://schemas.openxmlformats.org/officeDocument/2006/relationships/image" Target="../media/image1176.png"/><Relationship Id="rId46" Type="http://schemas.openxmlformats.org/officeDocument/2006/relationships/customXml" Target="../ink/ink1188.xml"/><Relationship Id="rId67" Type="http://schemas.openxmlformats.org/officeDocument/2006/relationships/image" Target="../media/image1197.png"/><Relationship Id="rId116" Type="http://schemas.openxmlformats.org/officeDocument/2006/relationships/customXml" Target="../ink/ink1223.xml"/><Relationship Id="rId137" Type="http://schemas.openxmlformats.org/officeDocument/2006/relationships/image" Target="../media/image1232.png"/><Relationship Id="rId20" Type="http://schemas.openxmlformats.org/officeDocument/2006/relationships/customXml" Target="../ink/ink1175.xml"/><Relationship Id="rId41" Type="http://schemas.openxmlformats.org/officeDocument/2006/relationships/image" Target="../media/image1184.png"/><Relationship Id="rId62" Type="http://schemas.openxmlformats.org/officeDocument/2006/relationships/customXml" Target="../ink/ink1196.xml"/><Relationship Id="rId83" Type="http://schemas.openxmlformats.org/officeDocument/2006/relationships/image" Target="../media/image1205.png"/><Relationship Id="rId88" Type="http://schemas.openxmlformats.org/officeDocument/2006/relationships/customXml" Target="../ink/ink1209.xml"/><Relationship Id="rId111" Type="http://schemas.openxmlformats.org/officeDocument/2006/relationships/image" Target="../media/image1219.png"/><Relationship Id="rId132" Type="http://schemas.openxmlformats.org/officeDocument/2006/relationships/customXml" Target="../ink/ink1231.xml"/><Relationship Id="rId153" Type="http://schemas.openxmlformats.org/officeDocument/2006/relationships/image" Target="../media/image1240.png"/><Relationship Id="rId15" Type="http://schemas.openxmlformats.org/officeDocument/2006/relationships/image" Target="../media/image1171.png"/><Relationship Id="rId36" Type="http://schemas.openxmlformats.org/officeDocument/2006/relationships/customXml" Target="../ink/ink1183.xml"/><Relationship Id="rId57" Type="http://schemas.openxmlformats.org/officeDocument/2006/relationships/image" Target="../media/image1192.png"/><Relationship Id="rId106" Type="http://schemas.openxmlformats.org/officeDocument/2006/relationships/customXml" Target="../ink/ink1218.xml"/><Relationship Id="rId127" Type="http://schemas.openxmlformats.org/officeDocument/2006/relationships/image" Target="../media/image1227.png"/><Relationship Id="rId10" Type="http://schemas.openxmlformats.org/officeDocument/2006/relationships/customXml" Target="../ink/ink1170.xml"/><Relationship Id="rId31" Type="http://schemas.openxmlformats.org/officeDocument/2006/relationships/image" Target="../media/image1179.png"/><Relationship Id="rId52" Type="http://schemas.openxmlformats.org/officeDocument/2006/relationships/customXml" Target="../ink/ink1191.xml"/><Relationship Id="rId73" Type="http://schemas.openxmlformats.org/officeDocument/2006/relationships/image" Target="../media/image1200.png"/><Relationship Id="rId78" Type="http://schemas.openxmlformats.org/officeDocument/2006/relationships/customXml" Target="../ink/ink1204.xml"/><Relationship Id="rId94" Type="http://schemas.openxmlformats.org/officeDocument/2006/relationships/customXml" Target="../ink/ink1212.xml"/><Relationship Id="rId99" Type="http://schemas.openxmlformats.org/officeDocument/2006/relationships/image" Target="../media/image1213.png"/><Relationship Id="rId101" Type="http://schemas.openxmlformats.org/officeDocument/2006/relationships/image" Target="../media/image1214.png"/><Relationship Id="rId122" Type="http://schemas.openxmlformats.org/officeDocument/2006/relationships/customXml" Target="../ink/ink1226.xml"/><Relationship Id="rId143" Type="http://schemas.openxmlformats.org/officeDocument/2006/relationships/image" Target="../media/image1235.png"/><Relationship Id="rId148" Type="http://schemas.openxmlformats.org/officeDocument/2006/relationships/customXml" Target="../ink/ink1239.xml"/><Relationship Id="rId4" Type="http://schemas.openxmlformats.org/officeDocument/2006/relationships/customXml" Target="../ink/ink1167.xml"/><Relationship Id="rId9" Type="http://schemas.openxmlformats.org/officeDocument/2006/relationships/image" Target="../media/image1168.png"/><Relationship Id="rId26" Type="http://schemas.openxmlformats.org/officeDocument/2006/relationships/customXml" Target="../ink/ink1178.xml"/><Relationship Id="rId47" Type="http://schemas.openxmlformats.org/officeDocument/2006/relationships/image" Target="../media/image1187.png"/><Relationship Id="rId68" Type="http://schemas.openxmlformats.org/officeDocument/2006/relationships/customXml" Target="../ink/ink1199.xml"/><Relationship Id="rId89" Type="http://schemas.openxmlformats.org/officeDocument/2006/relationships/image" Target="../media/image1208.png"/><Relationship Id="rId112" Type="http://schemas.openxmlformats.org/officeDocument/2006/relationships/customXml" Target="../ink/ink1221.xml"/><Relationship Id="rId133" Type="http://schemas.openxmlformats.org/officeDocument/2006/relationships/image" Target="../media/image1230.png"/><Relationship Id="rId16" Type="http://schemas.openxmlformats.org/officeDocument/2006/relationships/customXml" Target="../ink/ink1173.xml"/><Relationship Id="rId37" Type="http://schemas.openxmlformats.org/officeDocument/2006/relationships/image" Target="../media/image1182.png"/><Relationship Id="rId58" Type="http://schemas.openxmlformats.org/officeDocument/2006/relationships/customXml" Target="../ink/ink1194.xml"/><Relationship Id="rId79" Type="http://schemas.openxmlformats.org/officeDocument/2006/relationships/image" Target="../media/image1203.png"/><Relationship Id="rId102" Type="http://schemas.openxmlformats.org/officeDocument/2006/relationships/customXml" Target="../ink/ink1216.xml"/><Relationship Id="rId123" Type="http://schemas.openxmlformats.org/officeDocument/2006/relationships/image" Target="../media/image1225.png"/><Relationship Id="rId144" Type="http://schemas.openxmlformats.org/officeDocument/2006/relationships/customXml" Target="../ink/ink1237.xml"/><Relationship Id="rId90" Type="http://schemas.openxmlformats.org/officeDocument/2006/relationships/customXml" Target="../ink/ink1210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8.png"/><Relationship Id="rId21" Type="http://schemas.openxmlformats.org/officeDocument/2006/relationships/image" Target="../media/image1250.png"/><Relationship Id="rId42" Type="http://schemas.openxmlformats.org/officeDocument/2006/relationships/customXml" Target="../ink/ink1262.xml"/><Relationship Id="rId63" Type="http://schemas.openxmlformats.org/officeDocument/2006/relationships/image" Target="../media/image1271.png"/><Relationship Id="rId84" Type="http://schemas.openxmlformats.org/officeDocument/2006/relationships/customXml" Target="../ink/ink1283.xml"/><Relationship Id="rId138" Type="http://schemas.openxmlformats.org/officeDocument/2006/relationships/customXml" Target="../ink/ink1310.xml"/><Relationship Id="rId107" Type="http://schemas.openxmlformats.org/officeDocument/2006/relationships/image" Target="../media/image1293.png"/><Relationship Id="rId11" Type="http://schemas.openxmlformats.org/officeDocument/2006/relationships/image" Target="../media/image1245.png"/><Relationship Id="rId32" Type="http://schemas.openxmlformats.org/officeDocument/2006/relationships/customXml" Target="../ink/ink1257.xml"/><Relationship Id="rId53" Type="http://schemas.openxmlformats.org/officeDocument/2006/relationships/image" Target="../media/image1266.png"/><Relationship Id="rId74" Type="http://schemas.openxmlformats.org/officeDocument/2006/relationships/customXml" Target="../ink/ink1278.xml"/><Relationship Id="rId128" Type="http://schemas.openxmlformats.org/officeDocument/2006/relationships/customXml" Target="../ink/ink1305.xml"/><Relationship Id="rId5" Type="http://schemas.openxmlformats.org/officeDocument/2006/relationships/image" Target="../media/image1242.png"/><Relationship Id="rId90" Type="http://schemas.openxmlformats.org/officeDocument/2006/relationships/customXml" Target="../ink/ink1286.xml"/><Relationship Id="rId95" Type="http://schemas.openxmlformats.org/officeDocument/2006/relationships/image" Target="../media/image1287.png"/><Relationship Id="rId22" Type="http://schemas.openxmlformats.org/officeDocument/2006/relationships/customXml" Target="../ink/ink1252.xml"/><Relationship Id="rId27" Type="http://schemas.openxmlformats.org/officeDocument/2006/relationships/image" Target="../media/image1253.png"/><Relationship Id="rId43" Type="http://schemas.openxmlformats.org/officeDocument/2006/relationships/image" Target="../media/image1261.png"/><Relationship Id="rId48" Type="http://schemas.openxmlformats.org/officeDocument/2006/relationships/customXml" Target="../ink/ink1265.xml"/><Relationship Id="rId64" Type="http://schemas.openxmlformats.org/officeDocument/2006/relationships/customXml" Target="../ink/ink1273.xml"/><Relationship Id="rId69" Type="http://schemas.openxmlformats.org/officeDocument/2006/relationships/image" Target="../media/image1274.png"/><Relationship Id="rId113" Type="http://schemas.openxmlformats.org/officeDocument/2006/relationships/image" Target="../media/image1296.png"/><Relationship Id="rId118" Type="http://schemas.openxmlformats.org/officeDocument/2006/relationships/customXml" Target="../ink/ink1300.xml"/><Relationship Id="rId134" Type="http://schemas.openxmlformats.org/officeDocument/2006/relationships/customXml" Target="../ink/ink1308.xml"/><Relationship Id="rId139" Type="http://schemas.openxmlformats.org/officeDocument/2006/relationships/image" Target="../media/image1309.png"/><Relationship Id="rId80" Type="http://schemas.openxmlformats.org/officeDocument/2006/relationships/customXml" Target="../ink/ink1281.xml"/><Relationship Id="rId85" Type="http://schemas.openxmlformats.org/officeDocument/2006/relationships/image" Target="../media/image1282.png"/><Relationship Id="rId12" Type="http://schemas.openxmlformats.org/officeDocument/2006/relationships/customXml" Target="../ink/ink1247.xml"/><Relationship Id="rId17" Type="http://schemas.openxmlformats.org/officeDocument/2006/relationships/image" Target="../media/image1248.png"/><Relationship Id="rId33" Type="http://schemas.openxmlformats.org/officeDocument/2006/relationships/image" Target="../media/image1256.png"/><Relationship Id="rId38" Type="http://schemas.openxmlformats.org/officeDocument/2006/relationships/customXml" Target="../ink/ink1260.xml"/><Relationship Id="rId59" Type="http://schemas.openxmlformats.org/officeDocument/2006/relationships/image" Target="../media/image1269.png"/><Relationship Id="rId103" Type="http://schemas.openxmlformats.org/officeDocument/2006/relationships/image" Target="../media/image1291.png"/><Relationship Id="rId108" Type="http://schemas.openxmlformats.org/officeDocument/2006/relationships/customXml" Target="../ink/ink1295.xml"/><Relationship Id="rId124" Type="http://schemas.openxmlformats.org/officeDocument/2006/relationships/customXml" Target="../ink/ink1303.xml"/><Relationship Id="rId129" Type="http://schemas.openxmlformats.org/officeDocument/2006/relationships/image" Target="../media/image1304.png"/><Relationship Id="rId54" Type="http://schemas.openxmlformats.org/officeDocument/2006/relationships/customXml" Target="../ink/ink1268.xml"/><Relationship Id="rId70" Type="http://schemas.openxmlformats.org/officeDocument/2006/relationships/customXml" Target="../ink/ink1276.xml"/><Relationship Id="rId75" Type="http://schemas.openxmlformats.org/officeDocument/2006/relationships/image" Target="../media/image1277.png"/><Relationship Id="rId91" Type="http://schemas.openxmlformats.org/officeDocument/2006/relationships/image" Target="../media/image1285.png"/><Relationship Id="rId96" Type="http://schemas.openxmlformats.org/officeDocument/2006/relationships/customXml" Target="../ink/ink1289.xml"/><Relationship Id="rId140" Type="http://schemas.openxmlformats.org/officeDocument/2006/relationships/customXml" Target="../ink/ink1311.xml"/><Relationship Id="rId145" Type="http://schemas.openxmlformats.org/officeDocument/2006/relationships/image" Target="../media/image131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4.xml"/><Relationship Id="rId23" Type="http://schemas.openxmlformats.org/officeDocument/2006/relationships/image" Target="../media/image1251.png"/><Relationship Id="rId28" Type="http://schemas.openxmlformats.org/officeDocument/2006/relationships/customXml" Target="../ink/ink1255.xml"/><Relationship Id="rId49" Type="http://schemas.openxmlformats.org/officeDocument/2006/relationships/image" Target="../media/image1264.png"/><Relationship Id="rId114" Type="http://schemas.openxmlformats.org/officeDocument/2006/relationships/customXml" Target="../ink/ink1298.xml"/><Relationship Id="rId119" Type="http://schemas.openxmlformats.org/officeDocument/2006/relationships/image" Target="../media/image1299.png"/><Relationship Id="rId44" Type="http://schemas.openxmlformats.org/officeDocument/2006/relationships/customXml" Target="../ink/ink1263.xml"/><Relationship Id="rId60" Type="http://schemas.openxmlformats.org/officeDocument/2006/relationships/customXml" Target="../ink/ink1271.xml"/><Relationship Id="rId65" Type="http://schemas.openxmlformats.org/officeDocument/2006/relationships/image" Target="../media/image1272.png"/><Relationship Id="rId81" Type="http://schemas.openxmlformats.org/officeDocument/2006/relationships/image" Target="../media/image1280.png"/><Relationship Id="rId86" Type="http://schemas.openxmlformats.org/officeDocument/2006/relationships/customXml" Target="../ink/ink1284.xml"/><Relationship Id="rId130" Type="http://schemas.openxmlformats.org/officeDocument/2006/relationships/customXml" Target="../ink/ink1306.xml"/><Relationship Id="rId135" Type="http://schemas.openxmlformats.org/officeDocument/2006/relationships/image" Target="../media/image1307.png"/><Relationship Id="rId13" Type="http://schemas.openxmlformats.org/officeDocument/2006/relationships/image" Target="../media/image1246.png"/><Relationship Id="rId18" Type="http://schemas.openxmlformats.org/officeDocument/2006/relationships/customXml" Target="../ink/ink1250.xml"/><Relationship Id="rId39" Type="http://schemas.openxmlformats.org/officeDocument/2006/relationships/image" Target="../media/image1259.png"/><Relationship Id="rId109" Type="http://schemas.openxmlformats.org/officeDocument/2006/relationships/image" Target="../media/image1294.png"/><Relationship Id="rId34" Type="http://schemas.openxmlformats.org/officeDocument/2006/relationships/customXml" Target="../ink/ink1258.xml"/><Relationship Id="rId50" Type="http://schemas.openxmlformats.org/officeDocument/2006/relationships/customXml" Target="../ink/ink1266.xml"/><Relationship Id="rId55" Type="http://schemas.openxmlformats.org/officeDocument/2006/relationships/image" Target="../media/image1267.png"/><Relationship Id="rId76" Type="http://schemas.openxmlformats.org/officeDocument/2006/relationships/customXml" Target="../ink/ink1279.xml"/><Relationship Id="rId97" Type="http://schemas.openxmlformats.org/officeDocument/2006/relationships/image" Target="../media/image1288.png"/><Relationship Id="rId104" Type="http://schemas.openxmlformats.org/officeDocument/2006/relationships/customXml" Target="../ink/ink1293.xml"/><Relationship Id="rId120" Type="http://schemas.openxmlformats.org/officeDocument/2006/relationships/customXml" Target="../ink/ink1301.xml"/><Relationship Id="rId125" Type="http://schemas.openxmlformats.org/officeDocument/2006/relationships/image" Target="../media/image1302.png"/><Relationship Id="rId141" Type="http://schemas.openxmlformats.org/officeDocument/2006/relationships/image" Target="../media/image1310.png"/><Relationship Id="rId7" Type="http://schemas.openxmlformats.org/officeDocument/2006/relationships/image" Target="../media/image1243.png"/><Relationship Id="rId71" Type="http://schemas.openxmlformats.org/officeDocument/2006/relationships/image" Target="../media/image1275.png"/><Relationship Id="rId92" Type="http://schemas.openxmlformats.org/officeDocument/2006/relationships/customXml" Target="../ink/ink1287.xml"/><Relationship Id="rId2" Type="http://schemas.openxmlformats.org/officeDocument/2006/relationships/customXml" Target="../ink/ink1242.xml"/><Relationship Id="rId29" Type="http://schemas.openxmlformats.org/officeDocument/2006/relationships/image" Target="../media/image1254.png"/><Relationship Id="rId24" Type="http://schemas.openxmlformats.org/officeDocument/2006/relationships/customXml" Target="../ink/ink1253.xml"/><Relationship Id="rId40" Type="http://schemas.openxmlformats.org/officeDocument/2006/relationships/customXml" Target="../ink/ink1261.xml"/><Relationship Id="rId45" Type="http://schemas.openxmlformats.org/officeDocument/2006/relationships/image" Target="../media/image1262.png"/><Relationship Id="rId66" Type="http://schemas.openxmlformats.org/officeDocument/2006/relationships/customXml" Target="../ink/ink1274.xml"/><Relationship Id="rId87" Type="http://schemas.openxmlformats.org/officeDocument/2006/relationships/image" Target="../media/image1283.png"/><Relationship Id="rId110" Type="http://schemas.openxmlformats.org/officeDocument/2006/relationships/customXml" Target="../ink/ink1296.xml"/><Relationship Id="rId115" Type="http://schemas.openxmlformats.org/officeDocument/2006/relationships/image" Target="../media/image1297.png"/><Relationship Id="rId131" Type="http://schemas.openxmlformats.org/officeDocument/2006/relationships/image" Target="../media/image1305.png"/><Relationship Id="rId136" Type="http://schemas.openxmlformats.org/officeDocument/2006/relationships/customXml" Target="../ink/ink1309.xml"/><Relationship Id="rId61" Type="http://schemas.openxmlformats.org/officeDocument/2006/relationships/image" Target="../media/image1270.png"/><Relationship Id="rId82" Type="http://schemas.openxmlformats.org/officeDocument/2006/relationships/customXml" Target="../ink/ink1282.xml"/><Relationship Id="rId19" Type="http://schemas.openxmlformats.org/officeDocument/2006/relationships/image" Target="../media/image1249.png"/><Relationship Id="rId14" Type="http://schemas.openxmlformats.org/officeDocument/2006/relationships/customXml" Target="../ink/ink1248.xml"/><Relationship Id="rId30" Type="http://schemas.openxmlformats.org/officeDocument/2006/relationships/customXml" Target="../ink/ink1256.xml"/><Relationship Id="rId35" Type="http://schemas.openxmlformats.org/officeDocument/2006/relationships/image" Target="../media/image1257.png"/><Relationship Id="rId56" Type="http://schemas.openxmlformats.org/officeDocument/2006/relationships/customXml" Target="../ink/ink1269.xml"/><Relationship Id="rId77" Type="http://schemas.openxmlformats.org/officeDocument/2006/relationships/image" Target="../media/image1278.png"/><Relationship Id="rId100" Type="http://schemas.openxmlformats.org/officeDocument/2006/relationships/customXml" Target="../ink/ink1291.xml"/><Relationship Id="rId105" Type="http://schemas.openxmlformats.org/officeDocument/2006/relationships/image" Target="../media/image1292.png"/><Relationship Id="rId126" Type="http://schemas.openxmlformats.org/officeDocument/2006/relationships/customXml" Target="../ink/ink1304.xml"/><Relationship Id="rId8" Type="http://schemas.openxmlformats.org/officeDocument/2006/relationships/customXml" Target="../ink/ink1245.xml"/><Relationship Id="rId51" Type="http://schemas.openxmlformats.org/officeDocument/2006/relationships/image" Target="../media/image1265.png"/><Relationship Id="rId72" Type="http://schemas.openxmlformats.org/officeDocument/2006/relationships/customXml" Target="../ink/ink1277.xml"/><Relationship Id="rId93" Type="http://schemas.openxmlformats.org/officeDocument/2006/relationships/image" Target="../media/image1286.png"/><Relationship Id="rId98" Type="http://schemas.openxmlformats.org/officeDocument/2006/relationships/customXml" Target="../ink/ink1290.xml"/><Relationship Id="rId121" Type="http://schemas.openxmlformats.org/officeDocument/2006/relationships/image" Target="../media/image1300.png"/><Relationship Id="rId142" Type="http://schemas.openxmlformats.org/officeDocument/2006/relationships/customXml" Target="../ink/ink1312.xml"/><Relationship Id="rId3" Type="http://schemas.openxmlformats.org/officeDocument/2006/relationships/image" Target="../media/image1241.png"/><Relationship Id="rId25" Type="http://schemas.openxmlformats.org/officeDocument/2006/relationships/image" Target="../media/image1252.png"/><Relationship Id="rId46" Type="http://schemas.openxmlformats.org/officeDocument/2006/relationships/customXml" Target="../ink/ink1264.xml"/><Relationship Id="rId67" Type="http://schemas.openxmlformats.org/officeDocument/2006/relationships/image" Target="../media/image1273.png"/><Relationship Id="rId116" Type="http://schemas.openxmlformats.org/officeDocument/2006/relationships/customXml" Target="../ink/ink1299.xml"/><Relationship Id="rId137" Type="http://schemas.openxmlformats.org/officeDocument/2006/relationships/image" Target="../media/image1308.png"/><Relationship Id="rId20" Type="http://schemas.openxmlformats.org/officeDocument/2006/relationships/customXml" Target="../ink/ink1251.xml"/><Relationship Id="rId41" Type="http://schemas.openxmlformats.org/officeDocument/2006/relationships/image" Target="../media/image1260.png"/><Relationship Id="rId62" Type="http://schemas.openxmlformats.org/officeDocument/2006/relationships/customXml" Target="../ink/ink1272.xml"/><Relationship Id="rId83" Type="http://schemas.openxmlformats.org/officeDocument/2006/relationships/image" Target="../media/image1281.png"/><Relationship Id="rId88" Type="http://schemas.openxmlformats.org/officeDocument/2006/relationships/customXml" Target="../ink/ink1285.xml"/><Relationship Id="rId111" Type="http://schemas.openxmlformats.org/officeDocument/2006/relationships/image" Target="../media/image1295.png"/><Relationship Id="rId132" Type="http://schemas.openxmlformats.org/officeDocument/2006/relationships/customXml" Target="../ink/ink1307.xml"/><Relationship Id="rId15" Type="http://schemas.openxmlformats.org/officeDocument/2006/relationships/image" Target="../media/image1247.png"/><Relationship Id="rId36" Type="http://schemas.openxmlformats.org/officeDocument/2006/relationships/customXml" Target="../ink/ink1259.xml"/><Relationship Id="rId57" Type="http://schemas.openxmlformats.org/officeDocument/2006/relationships/image" Target="../media/image1268.png"/><Relationship Id="rId106" Type="http://schemas.openxmlformats.org/officeDocument/2006/relationships/customXml" Target="../ink/ink1294.xml"/><Relationship Id="rId127" Type="http://schemas.openxmlformats.org/officeDocument/2006/relationships/image" Target="../media/image1303.png"/><Relationship Id="rId10" Type="http://schemas.openxmlformats.org/officeDocument/2006/relationships/customXml" Target="../ink/ink1246.xml"/><Relationship Id="rId31" Type="http://schemas.openxmlformats.org/officeDocument/2006/relationships/image" Target="../media/image1255.png"/><Relationship Id="rId52" Type="http://schemas.openxmlformats.org/officeDocument/2006/relationships/customXml" Target="../ink/ink1267.xml"/><Relationship Id="rId73" Type="http://schemas.openxmlformats.org/officeDocument/2006/relationships/image" Target="../media/image1276.png"/><Relationship Id="rId78" Type="http://schemas.openxmlformats.org/officeDocument/2006/relationships/customXml" Target="../ink/ink1280.xml"/><Relationship Id="rId94" Type="http://schemas.openxmlformats.org/officeDocument/2006/relationships/customXml" Target="../ink/ink1288.xml"/><Relationship Id="rId99" Type="http://schemas.openxmlformats.org/officeDocument/2006/relationships/image" Target="../media/image1289.png"/><Relationship Id="rId101" Type="http://schemas.openxmlformats.org/officeDocument/2006/relationships/image" Target="../media/image1290.png"/><Relationship Id="rId122" Type="http://schemas.openxmlformats.org/officeDocument/2006/relationships/customXml" Target="../ink/ink1302.xml"/><Relationship Id="rId143" Type="http://schemas.openxmlformats.org/officeDocument/2006/relationships/image" Target="../media/image1311.png"/><Relationship Id="rId4" Type="http://schemas.openxmlformats.org/officeDocument/2006/relationships/customXml" Target="../ink/ink1243.xml"/><Relationship Id="rId9" Type="http://schemas.openxmlformats.org/officeDocument/2006/relationships/image" Target="../media/image1244.png"/><Relationship Id="rId26" Type="http://schemas.openxmlformats.org/officeDocument/2006/relationships/customXml" Target="../ink/ink1254.xml"/><Relationship Id="rId47" Type="http://schemas.openxmlformats.org/officeDocument/2006/relationships/image" Target="../media/image1263.png"/><Relationship Id="rId68" Type="http://schemas.openxmlformats.org/officeDocument/2006/relationships/customXml" Target="../ink/ink1275.xml"/><Relationship Id="rId89" Type="http://schemas.openxmlformats.org/officeDocument/2006/relationships/image" Target="../media/image1284.png"/><Relationship Id="rId112" Type="http://schemas.openxmlformats.org/officeDocument/2006/relationships/customXml" Target="../ink/ink1297.xml"/><Relationship Id="rId133" Type="http://schemas.openxmlformats.org/officeDocument/2006/relationships/image" Target="../media/image1306.png"/><Relationship Id="rId16" Type="http://schemas.openxmlformats.org/officeDocument/2006/relationships/customXml" Target="../ink/ink1249.xml"/><Relationship Id="rId37" Type="http://schemas.openxmlformats.org/officeDocument/2006/relationships/image" Target="../media/image1258.png"/><Relationship Id="rId58" Type="http://schemas.openxmlformats.org/officeDocument/2006/relationships/customXml" Target="../ink/ink1270.xml"/><Relationship Id="rId79" Type="http://schemas.openxmlformats.org/officeDocument/2006/relationships/image" Target="../media/image1279.png"/><Relationship Id="rId102" Type="http://schemas.openxmlformats.org/officeDocument/2006/relationships/customXml" Target="../ink/ink1292.xml"/><Relationship Id="rId123" Type="http://schemas.openxmlformats.org/officeDocument/2006/relationships/image" Target="../media/image1301.png"/><Relationship Id="rId144" Type="http://schemas.openxmlformats.org/officeDocument/2006/relationships/customXml" Target="../ink/ink1313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0.png"/><Relationship Id="rId21" Type="http://schemas.openxmlformats.org/officeDocument/2006/relationships/image" Target="../media/image1322.png"/><Relationship Id="rId42" Type="http://schemas.openxmlformats.org/officeDocument/2006/relationships/customXml" Target="../ink/ink1334.xml"/><Relationship Id="rId63" Type="http://schemas.openxmlformats.org/officeDocument/2006/relationships/image" Target="../media/image1343.png"/><Relationship Id="rId84" Type="http://schemas.openxmlformats.org/officeDocument/2006/relationships/customXml" Target="../ink/ink1355.xml"/><Relationship Id="rId138" Type="http://schemas.openxmlformats.org/officeDocument/2006/relationships/customXml" Target="../ink/ink1382.xml"/><Relationship Id="rId159" Type="http://schemas.openxmlformats.org/officeDocument/2006/relationships/image" Target="../media/image1391.png"/><Relationship Id="rId170" Type="http://schemas.openxmlformats.org/officeDocument/2006/relationships/customXml" Target="../ink/ink1398.xml"/><Relationship Id="rId191" Type="http://schemas.openxmlformats.org/officeDocument/2006/relationships/image" Target="../media/image1407.png"/><Relationship Id="rId205" Type="http://schemas.openxmlformats.org/officeDocument/2006/relationships/image" Target="../media/image1414.png"/><Relationship Id="rId226" Type="http://schemas.openxmlformats.org/officeDocument/2006/relationships/customXml" Target="../ink/ink1426.xml"/><Relationship Id="rId247" Type="http://schemas.openxmlformats.org/officeDocument/2006/relationships/image" Target="../media/image1435.png"/><Relationship Id="rId107" Type="http://schemas.openxmlformats.org/officeDocument/2006/relationships/image" Target="../media/image1365.png"/><Relationship Id="rId11" Type="http://schemas.openxmlformats.org/officeDocument/2006/relationships/image" Target="../media/image1317.png"/><Relationship Id="rId32" Type="http://schemas.openxmlformats.org/officeDocument/2006/relationships/customXml" Target="../ink/ink1329.xml"/><Relationship Id="rId53" Type="http://schemas.openxmlformats.org/officeDocument/2006/relationships/image" Target="../media/image1338.png"/><Relationship Id="rId74" Type="http://schemas.openxmlformats.org/officeDocument/2006/relationships/customXml" Target="../ink/ink1350.xml"/><Relationship Id="rId128" Type="http://schemas.openxmlformats.org/officeDocument/2006/relationships/customXml" Target="../ink/ink1377.xml"/><Relationship Id="rId149" Type="http://schemas.openxmlformats.org/officeDocument/2006/relationships/image" Target="../media/image1386.png"/><Relationship Id="rId5" Type="http://schemas.openxmlformats.org/officeDocument/2006/relationships/image" Target="../media/image1314.png"/><Relationship Id="rId95" Type="http://schemas.openxmlformats.org/officeDocument/2006/relationships/image" Target="../media/image1359.png"/><Relationship Id="rId160" Type="http://schemas.openxmlformats.org/officeDocument/2006/relationships/customXml" Target="../ink/ink1393.xml"/><Relationship Id="rId181" Type="http://schemas.openxmlformats.org/officeDocument/2006/relationships/image" Target="../media/image1402.png"/><Relationship Id="rId216" Type="http://schemas.openxmlformats.org/officeDocument/2006/relationships/customXml" Target="../ink/ink1421.xml"/><Relationship Id="rId237" Type="http://schemas.openxmlformats.org/officeDocument/2006/relationships/image" Target="../media/image1430.png"/><Relationship Id="rId22" Type="http://schemas.openxmlformats.org/officeDocument/2006/relationships/customXml" Target="../ink/ink1324.xml"/><Relationship Id="rId43" Type="http://schemas.openxmlformats.org/officeDocument/2006/relationships/image" Target="../media/image1333.png"/><Relationship Id="rId64" Type="http://schemas.openxmlformats.org/officeDocument/2006/relationships/customXml" Target="../ink/ink1345.xml"/><Relationship Id="rId118" Type="http://schemas.openxmlformats.org/officeDocument/2006/relationships/customXml" Target="../ink/ink1372.xml"/><Relationship Id="rId139" Type="http://schemas.openxmlformats.org/officeDocument/2006/relationships/image" Target="../media/image1381.png"/><Relationship Id="rId85" Type="http://schemas.openxmlformats.org/officeDocument/2006/relationships/image" Target="../media/image1354.png"/><Relationship Id="rId150" Type="http://schemas.openxmlformats.org/officeDocument/2006/relationships/customXml" Target="../ink/ink1388.xml"/><Relationship Id="rId171" Type="http://schemas.openxmlformats.org/officeDocument/2006/relationships/image" Target="../media/image1397.png"/><Relationship Id="rId192" Type="http://schemas.openxmlformats.org/officeDocument/2006/relationships/customXml" Target="../ink/ink1409.xml"/><Relationship Id="rId206" Type="http://schemas.openxmlformats.org/officeDocument/2006/relationships/customXml" Target="../ink/ink1416.xml"/><Relationship Id="rId227" Type="http://schemas.openxmlformats.org/officeDocument/2006/relationships/image" Target="../media/image1425.png"/><Relationship Id="rId12" Type="http://schemas.openxmlformats.org/officeDocument/2006/relationships/customXml" Target="../ink/ink1319.xml"/><Relationship Id="rId33" Type="http://schemas.openxmlformats.org/officeDocument/2006/relationships/image" Target="../media/image1328.png"/><Relationship Id="rId108" Type="http://schemas.openxmlformats.org/officeDocument/2006/relationships/customXml" Target="../ink/ink1367.xml"/><Relationship Id="rId129" Type="http://schemas.openxmlformats.org/officeDocument/2006/relationships/image" Target="../media/image1376.png"/><Relationship Id="rId54" Type="http://schemas.openxmlformats.org/officeDocument/2006/relationships/customXml" Target="../ink/ink1340.xml"/><Relationship Id="rId75" Type="http://schemas.openxmlformats.org/officeDocument/2006/relationships/image" Target="../media/image1349.png"/><Relationship Id="rId96" Type="http://schemas.openxmlformats.org/officeDocument/2006/relationships/customXml" Target="../ink/ink1361.xml"/><Relationship Id="rId140" Type="http://schemas.openxmlformats.org/officeDocument/2006/relationships/customXml" Target="../ink/ink1383.xml"/><Relationship Id="rId161" Type="http://schemas.openxmlformats.org/officeDocument/2006/relationships/image" Target="../media/image1392.png"/><Relationship Id="rId182" Type="http://schemas.openxmlformats.org/officeDocument/2006/relationships/customXml" Target="../ink/ink1404.xml"/><Relationship Id="rId217" Type="http://schemas.openxmlformats.org/officeDocument/2006/relationships/image" Target="../media/image1420.png"/><Relationship Id="rId6" Type="http://schemas.openxmlformats.org/officeDocument/2006/relationships/customXml" Target="../ink/ink1316.xml"/><Relationship Id="rId238" Type="http://schemas.openxmlformats.org/officeDocument/2006/relationships/customXml" Target="../ink/ink1432.xml"/><Relationship Id="rId23" Type="http://schemas.openxmlformats.org/officeDocument/2006/relationships/image" Target="../media/image1323.png"/><Relationship Id="rId119" Type="http://schemas.openxmlformats.org/officeDocument/2006/relationships/image" Target="../media/image1371.png"/><Relationship Id="rId44" Type="http://schemas.openxmlformats.org/officeDocument/2006/relationships/customXml" Target="../ink/ink1335.xml"/><Relationship Id="rId65" Type="http://schemas.openxmlformats.org/officeDocument/2006/relationships/image" Target="../media/image1344.png"/><Relationship Id="rId86" Type="http://schemas.openxmlformats.org/officeDocument/2006/relationships/customXml" Target="../ink/ink1356.xml"/><Relationship Id="rId130" Type="http://schemas.openxmlformats.org/officeDocument/2006/relationships/customXml" Target="../ink/ink1378.xml"/><Relationship Id="rId151" Type="http://schemas.openxmlformats.org/officeDocument/2006/relationships/image" Target="../media/image1387.png"/><Relationship Id="rId172" Type="http://schemas.openxmlformats.org/officeDocument/2006/relationships/customXml" Target="../ink/ink1399.xml"/><Relationship Id="rId193" Type="http://schemas.openxmlformats.org/officeDocument/2006/relationships/image" Target="../media/image1408.png"/><Relationship Id="rId207" Type="http://schemas.openxmlformats.org/officeDocument/2006/relationships/image" Target="../media/image1415.png"/><Relationship Id="rId228" Type="http://schemas.openxmlformats.org/officeDocument/2006/relationships/customXml" Target="../ink/ink1427.xml"/><Relationship Id="rId13" Type="http://schemas.openxmlformats.org/officeDocument/2006/relationships/image" Target="../media/image1318.png"/><Relationship Id="rId109" Type="http://schemas.openxmlformats.org/officeDocument/2006/relationships/image" Target="../media/image1366.png"/><Relationship Id="rId34" Type="http://schemas.openxmlformats.org/officeDocument/2006/relationships/customXml" Target="../ink/ink1330.xml"/><Relationship Id="rId55" Type="http://schemas.openxmlformats.org/officeDocument/2006/relationships/image" Target="../media/image1339.png"/><Relationship Id="rId76" Type="http://schemas.openxmlformats.org/officeDocument/2006/relationships/customXml" Target="../ink/ink1351.xml"/><Relationship Id="rId97" Type="http://schemas.openxmlformats.org/officeDocument/2006/relationships/image" Target="../media/image1360.png"/><Relationship Id="rId120" Type="http://schemas.openxmlformats.org/officeDocument/2006/relationships/customXml" Target="../ink/ink1373.xml"/><Relationship Id="rId141" Type="http://schemas.openxmlformats.org/officeDocument/2006/relationships/image" Target="../media/image1382.png"/><Relationship Id="rId7" Type="http://schemas.openxmlformats.org/officeDocument/2006/relationships/image" Target="../media/image1315.png"/><Relationship Id="rId162" Type="http://schemas.openxmlformats.org/officeDocument/2006/relationships/customXml" Target="../ink/ink1394.xml"/><Relationship Id="rId183" Type="http://schemas.openxmlformats.org/officeDocument/2006/relationships/image" Target="../media/image1403.png"/><Relationship Id="rId218" Type="http://schemas.openxmlformats.org/officeDocument/2006/relationships/customXml" Target="../ink/ink1422.xml"/><Relationship Id="rId239" Type="http://schemas.openxmlformats.org/officeDocument/2006/relationships/image" Target="../media/image1431.png"/><Relationship Id="rId24" Type="http://schemas.openxmlformats.org/officeDocument/2006/relationships/customXml" Target="../ink/ink1325.xml"/><Relationship Id="rId45" Type="http://schemas.openxmlformats.org/officeDocument/2006/relationships/image" Target="../media/image1334.png"/><Relationship Id="rId66" Type="http://schemas.openxmlformats.org/officeDocument/2006/relationships/customXml" Target="../ink/ink1346.xml"/><Relationship Id="rId87" Type="http://schemas.openxmlformats.org/officeDocument/2006/relationships/image" Target="../media/image1355.png"/><Relationship Id="rId110" Type="http://schemas.openxmlformats.org/officeDocument/2006/relationships/customXml" Target="../ink/ink1368.xml"/><Relationship Id="rId131" Type="http://schemas.openxmlformats.org/officeDocument/2006/relationships/image" Target="../media/image1377.png"/><Relationship Id="rId152" Type="http://schemas.openxmlformats.org/officeDocument/2006/relationships/customXml" Target="../ink/ink1389.xml"/><Relationship Id="rId173" Type="http://schemas.openxmlformats.org/officeDocument/2006/relationships/image" Target="../media/image1398.png"/><Relationship Id="rId194" Type="http://schemas.openxmlformats.org/officeDocument/2006/relationships/customXml" Target="../ink/ink1410.xml"/><Relationship Id="rId208" Type="http://schemas.openxmlformats.org/officeDocument/2006/relationships/customXml" Target="../ink/ink1417.xml"/><Relationship Id="rId229" Type="http://schemas.openxmlformats.org/officeDocument/2006/relationships/image" Target="../media/image1426.png"/><Relationship Id="rId240" Type="http://schemas.openxmlformats.org/officeDocument/2006/relationships/customXml" Target="../ink/ink1433.xml"/><Relationship Id="rId14" Type="http://schemas.openxmlformats.org/officeDocument/2006/relationships/customXml" Target="../ink/ink1320.xml"/><Relationship Id="rId35" Type="http://schemas.openxmlformats.org/officeDocument/2006/relationships/image" Target="../media/image1329.png"/><Relationship Id="rId56" Type="http://schemas.openxmlformats.org/officeDocument/2006/relationships/customXml" Target="../ink/ink1341.xml"/><Relationship Id="rId77" Type="http://schemas.openxmlformats.org/officeDocument/2006/relationships/image" Target="../media/image1350.png"/><Relationship Id="rId100" Type="http://schemas.openxmlformats.org/officeDocument/2006/relationships/customXml" Target="../ink/ink1363.xml"/><Relationship Id="rId8" Type="http://schemas.openxmlformats.org/officeDocument/2006/relationships/customXml" Target="../ink/ink1317.xml"/><Relationship Id="rId98" Type="http://schemas.openxmlformats.org/officeDocument/2006/relationships/customXml" Target="../ink/ink1362.xml"/><Relationship Id="rId121" Type="http://schemas.openxmlformats.org/officeDocument/2006/relationships/image" Target="../media/image1372.png"/><Relationship Id="rId142" Type="http://schemas.openxmlformats.org/officeDocument/2006/relationships/customXml" Target="../ink/ink1384.xml"/><Relationship Id="rId163" Type="http://schemas.openxmlformats.org/officeDocument/2006/relationships/image" Target="../media/image1393.png"/><Relationship Id="rId184" Type="http://schemas.openxmlformats.org/officeDocument/2006/relationships/customXml" Target="../ink/ink1405.xml"/><Relationship Id="rId219" Type="http://schemas.openxmlformats.org/officeDocument/2006/relationships/image" Target="../media/image1421.png"/><Relationship Id="rId230" Type="http://schemas.openxmlformats.org/officeDocument/2006/relationships/customXml" Target="../ink/ink1428.xml"/><Relationship Id="rId25" Type="http://schemas.openxmlformats.org/officeDocument/2006/relationships/image" Target="../media/image1324.png"/><Relationship Id="rId46" Type="http://schemas.openxmlformats.org/officeDocument/2006/relationships/customXml" Target="../ink/ink1336.xml"/><Relationship Id="rId67" Type="http://schemas.openxmlformats.org/officeDocument/2006/relationships/image" Target="../media/image1345.png"/><Relationship Id="rId88" Type="http://schemas.openxmlformats.org/officeDocument/2006/relationships/customXml" Target="../ink/ink1357.xml"/><Relationship Id="rId111" Type="http://schemas.openxmlformats.org/officeDocument/2006/relationships/image" Target="../media/image1367.png"/><Relationship Id="rId132" Type="http://schemas.openxmlformats.org/officeDocument/2006/relationships/customXml" Target="../ink/ink1379.xml"/><Relationship Id="rId153" Type="http://schemas.openxmlformats.org/officeDocument/2006/relationships/image" Target="../media/image1388.png"/><Relationship Id="rId174" Type="http://schemas.openxmlformats.org/officeDocument/2006/relationships/customXml" Target="../ink/ink1400.xml"/><Relationship Id="rId195" Type="http://schemas.openxmlformats.org/officeDocument/2006/relationships/image" Target="../media/image1409.png"/><Relationship Id="rId209" Type="http://schemas.openxmlformats.org/officeDocument/2006/relationships/image" Target="../media/image1416.png"/><Relationship Id="rId220" Type="http://schemas.openxmlformats.org/officeDocument/2006/relationships/customXml" Target="../ink/ink1423.xml"/><Relationship Id="rId241" Type="http://schemas.openxmlformats.org/officeDocument/2006/relationships/image" Target="../media/image1432.png"/><Relationship Id="rId15" Type="http://schemas.openxmlformats.org/officeDocument/2006/relationships/image" Target="../media/image1319.png"/><Relationship Id="rId36" Type="http://schemas.openxmlformats.org/officeDocument/2006/relationships/customXml" Target="../ink/ink1331.xml"/><Relationship Id="rId57" Type="http://schemas.openxmlformats.org/officeDocument/2006/relationships/image" Target="../media/image1340.png"/><Relationship Id="rId10" Type="http://schemas.openxmlformats.org/officeDocument/2006/relationships/customXml" Target="../ink/ink1318.xml"/><Relationship Id="rId31" Type="http://schemas.openxmlformats.org/officeDocument/2006/relationships/image" Target="../media/image1327.png"/><Relationship Id="rId52" Type="http://schemas.openxmlformats.org/officeDocument/2006/relationships/customXml" Target="../ink/ink1339.xml"/><Relationship Id="rId73" Type="http://schemas.openxmlformats.org/officeDocument/2006/relationships/image" Target="../media/image1348.png"/><Relationship Id="rId78" Type="http://schemas.openxmlformats.org/officeDocument/2006/relationships/customXml" Target="../ink/ink1352.xml"/><Relationship Id="rId94" Type="http://schemas.openxmlformats.org/officeDocument/2006/relationships/customXml" Target="../ink/ink1360.xml"/><Relationship Id="rId99" Type="http://schemas.openxmlformats.org/officeDocument/2006/relationships/image" Target="../media/image1361.png"/><Relationship Id="rId101" Type="http://schemas.openxmlformats.org/officeDocument/2006/relationships/image" Target="../media/image1362.png"/><Relationship Id="rId122" Type="http://schemas.openxmlformats.org/officeDocument/2006/relationships/customXml" Target="../ink/ink1374.xml"/><Relationship Id="rId143" Type="http://schemas.openxmlformats.org/officeDocument/2006/relationships/image" Target="../media/image1383.png"/><Relationship Id="rId148" Type="http://schemas.openxmlformats.org/officeDocument/2006/relationships/customXml" Target="../ink/ink1387.xml"/><Relationship Id="rId164" Type="http://schemas.openxmlformats.org/officeDocument/2006/relationships/customXml" Target="../ink/ink1395.xml"/><Relationship Id="rId169" Type="http://schemas.openxmlformats.org/officeDocument/2006/relationships/image" Target="../media/image1396.png"/><Relationship Id="rId185" Type="http://schemas.openxmlformats.org/officeDocument/2006/relationships/image" Target="../media/image1404.png"/><Relationship Id="rId4" Type="http://schemas.openxmlformats.org/officeDocument/2006/relationships/customXml" Target="../ink/ink1315.xml"/><Relationship Id="rId9" Type="http://schemas.openxmlformats.org/officeDocument/2006/relationships/image" Target="../media/image1316.png"/><Relationship Id="rId180" Type="http://schemas.openxmlformats.org/officeDocument/2006/relationships/customXml" Target="../ink/ink1403.xml"/><Relationship Id="rId210" Type="http://schemas.openxmlformats.org/officeDocument/2006/relationships/customXml" Target="../ink/ink1418.xml"/><Relationship Id="rId215" Type="http://schemas.openxmlformats.org/officeDocument/2006/relationships/image" Target="../media/image1419.png"/><Relationship Id="rId236" Type="http://schemas.openxmlformats.org/officeDocument/2006/relationships/customXml" Target="../ink/ink1431.xml"/><Relationship Id="rId26" Type="http://schemas.openxmlformats.org/officeDocument/2006/relationships/customXml" Target="../ink/ink1326.xml"/><Relationship Id="rId231" Type="http://schemas.openxmlformats.org/officeDocument/2006/relationships/image" Target="../media/image1427.png"/><Relationship Id="rId47" Type="http://schemas.openxmlformats.org/officeDocument/2006/relationships/image" Target="../media/image1335.png"/><Relationship Id="rId68" Type="http://schemas.openxmlformats.org/officeDocument/2006/relationships/customXml" Target="../ink/ink1347.xml"/><Relationship Id="rId89" Type="http://schemas.openxmlformats.org/officeDocument/2006/relationships/image" Target="../media/image1356.png"/><Relationship Id="rId112" Type="http://schemas.openxmlformats.org/officeDocument/2006/relationships/customXml" Target="../ink/ink1369.xml"/><Relationship Id="rId133" Type="http://schemas.openxmlformats.org/officeDocument/2006/relationships/image" Target="../media/image1378.png"/><Relationship Id="rId154" Type="http://schemas.openxmlformats.org/officeDocument/2006/relationships/customXml" Target="../ink/ink1390.xml"/><Relationship Id="rId175" Type="http://schemas.openxmlformats.org/officeDocument/2006/relationships/image" Target="../media/image1399.png"/><Relationship Id="rId196" Type="http://schemas.openxmlformats.org/officeDocument/2006/relationships/customXml" Target="../ink/ink1411.xml"/><Relationship Id="rId200" Type="http://schemas.openxmlformats.org/officeDocument/2006/relationships/customXml" Target="../ink/ink1413.xml"/><Relationship Id="rId16" Type="http://schemas.openxmlformats.org/officeDocument/2006/relationships/customXml" Target="../ink/ink1321.xml"/><Relationship Id="rId221" Type="http://schemas.openxmlformats.org/officeDocument/2006/relationships/image" Target="../media/image1422.png"/><Relationship Id="rId242" Type="http://schemas.openxmlformats.org/officeDocument/2006/relationships/customXml" Target="../ink/ink1434.xml"/><Relationship Id="rId37" Type="http://schemas.openxmlformats.org/officeDocument/2006/relationships/image" Target="../media/image1330.png"/><Relationship Id="rId58" Type="http://schemas.openxmlformats.org/officeDocument/2006/relationships/customXml" Target="../ink/ink1342.xml"/><Relationship Id="rId79" Type="http://schemas.openxmlformats.org/officeDocument/2006/relationships/image" Target="../media/image1351.png"/><Relationship Id="rId102" Type="http://schemas.openxmlformats.org/officeDocument/2006/relationships/customXml" Target="../ink/ink1364.xml"/><Relationship Id="rId123" Type="http://schemas.openxmlformats.org/officeDocument/2006/relationships/image" Target="../media/image1373.png"/><Relationship Id="rId144" Type="http://schemas.openxmlformats.org/officeDocument/2006/relationships/customXml" Target="../ink/ink1385.xml"/><Relationship Id="rId90" Type="http://schemas.openxmlformats.org/officeDocument/2006/relationships/customXml" Target="../ink/ink1358.xml"/><Relationship Id="rId165" Type="http://schemas.openxmlformats.org/officeDocument/2006/relationships/image" Target="../media/image1394.png"/><Relationship Id="rId186" Type="http://schemas.openxmlformats.org/officeDocument/2006/relationships/customXml" Target="../ink/ink1406.xml"/><Relationship Id="rId211" Type="http://schemas.openxmlformats.org/officeDocument/2006/relationships/image" Target="../media/image1417.png"/><Relationship Id="rId232" Type="http://schemas.openxmlformats.org/officeDocument/2006/relationships/customXml" Target="../ink/ink1429.xml"/><Relationship Id="rId27" Type="http://schemas.openxmlformats.org/officeDocument/2006/relationships/image" Target="../media/image1325.png"/><Relationship Id="rId48" Type="http://schemas.openxmlformats.org/officeDocument/2006/relationships/customXml" Target="../ink/ink1337.xml"/><Relationship Id="rId69" Type="http://schemas.openxmlformats.org/officeDocument/2006/relationships/image" Target="../media/image1346.png"/><Relationship Id="rId113" Type="http://schemas.openxmlformats.org/officeDocument/2006/relationships/image" Target="../media/image1368.png"/><Relationship Id="rId134" Type="http://schemas.openxmlformats.org/officeDocument/2006/relationships/customXml" Target="../ink/ink1380.xml"/><Relationship Id="rId80" Type="http://schemas.openxmlformats.org/officeDocument/2006/relationships/customXml" Target="../ink/ink1353.xml"/><Relationship Id="rId155" Type="http://schemas.openxmlformats.org/officeDocument/2006/relationships/image" Target="../media/image1389.png"/><Relationship Id="rId176" Type="http://schemas.openxmlformats.org/officeDocument/2006/relationships/customXml" Target="../ink/ink1401.xml"/><Relationship Id="rId197" Type="http://schemas.openxmlformats.org/officeDocument/2006/relationships/image" Target="../media/image1410.png"/><Relationship Id="rId201" Type="http://schemas.openxmlformats.org/officeDocument/2006/relationships/image" Target="../media/image1412.png"/><Relationship Id="rId222" Type="http://schemas.openxmlformats.org/officeDocument/2006/relationships/customXml" Target="../ink/ink1424.xml"/><Relationship Id="rId243" Type="http://schemas.openxmlformats.org/officeDocument/2006/relationships/image" Target="../media/image1433.png"/><Relationship Id="rId17" Type="http://schemas.openxmlformats.org/officeDocument/2006/relationships/image" Target="../media/image1320.png"/><Relationship Id="rId38" Type="http://schemas.openxmlformats.org/officeDocument/2006/relationships/customXml" Target="../ink/ink1332.xml"/><Relationship Id="rId59" Type="http://schemas.openxmlformats.org/officeDocument/2006/relationships/image" Target="../media/image1341.png"/><Relationship Id="rId103" Type="http://schemas.openxmlformats.org/officeDocument/2006/relationships/image" Target="../media/image1363.png"/><Relationship Id="rId124" Type="http://schemas.openxmlformats.org/officeDocument/2006/relationships/customXml" Target="../ink/ink1375.xml"/><Relationship Id="rId70" Type="http://schemas.openxmlformats.org/officeDocument/2006/relationships/customXml" Target="../ink/ink1348.xml"/><Relationship Id="rId91" Type="http://schemas.openxmlformats.org/officeDocument/2006/relationships/image" Target="../media/image1357.png"/><Relationship Id="rId145" Type="http://schemas.openxmlformats.org/officeDocument/2006/relationships/image" Target="../media/image1384.png"/><Relationship Id="rId166" Type="http://schemas.openxmlformats.org/officeDocument/2006/relationships/customXml" Target="../ink/ink1396.xml"/><Relationship Id="rId187" Type="http://schemas.openxmlformats.org/officeDocument/2006/relationships/image" Target="../media/image14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19.xml"/><Relationship Id="rId233" Type="http://schemas.openxmlformats.org/officeDocument/2006/relationships/image" Target="../media/image1428.png"/><Relationship Id="rId28" Type="http://schemas.openxmlformats.org/officeDocument/2006/relationships/customXml" Target="../ink/ink1327.xml"/><Relationship Id="rId49" Type="http://schemas.openxmlformats.org/officeDocument/2006/relationships/image" Target="../media/image1336.png"/><Relationship Id="rId114" Type="http://schemas.openxmlformats.org/officeDocument/2006/relationships/customXml" Target="../ink/ink1370.xml"/><Relationship Id="rId60" Type="http://schemas.openxmlformats.org/officeDocument/2006/relationships/customXml" Target="../ink/ink1343.xml"/><Relationship Id="rId81" Type="http://schemas.openxmlformats.org/officeDocument/2006/relationships/image" Target="../media/image1352.png"/><Relationship Id="rId135" Type="http://schemas.openxmlformats.org/officeDocument/2006/relationships/image" Target="../media/image1379.png"/><Relationship Id="rId156" Type="http://schemas.openxmlformats.org/officeDocument/2006/relationships/customXml" Target="../ink/ink1391.xml"/><Relationship Id="rId177" Type="http://schemas.openxmlformats.org/officeDocument/2006/relationships/image" Target="../media/image1400.png"/><Relationship Id="rId198" Type="http://schemas.openxmlformats.org/officeDocument/2006/relationships/customXml" Target="../ink/ink1412.xml"/><Relationship Id="rId202" Type="http://schemas.openxmlformats.org/officeDocument/2006/relationships/customXml" Target="../ink/ink1414.xml"/><Relationship Id="rId223" Type="http://schemas.openxmlformats.org/officeDocument/2006/relationships/image" Target="../media/image1423.png"/><Relationship Id="rId244" Type="http://schemas.openxmlformats.org/officeDocument/2006/relationships/customXml" Target="../ink/ink1435.xml"/><Relationship Id="rId18" Type="http://schemas.openxmlformats.org/officeDocument/2006/relationships/customXml" Target="../ink/ink1322.xml"/><Relationship Id="rId39" Type="http://schemas.openxmlformats.org/officeDocument/2006/relationships/image" Target="../media/image1331.png"/><Relationship Id="rId50" Type="http://schemas.openxmlformats.org/officeDocument/2006/relationships/customXml" Target="../ink/ink1338.xml"/><Relationship Id="rId104" Type="http://schemas.openxmlformats.org/officeDocument/2006/relationships/customXml" Target="../ink/ink1365.xml"/><Relationship Id="rId125" Type="http://schemas.openxmlformats.org/officeDocument/2006/relationships/image" Target="../media/image1374.png"/><Relationship Id="rId146" Type="http://schemas.openxmlformats.org/officeDocument/2006/relationships/customXml" Target="../ink/ink1386.xml"/><Relationship Id="rId167" Type="http://schemas.openxmlformats.org/officeDocument/2006/relationships/image" Target="../media/image1395.png"/><Relationship Id="rId188" Type="http://schemas.openxmlformats.org/officeDocument/2006/relationships/customXml" Target="../ink/ink1407.xml"/><Relationship Id="rId71" Type="http://schemas.openxmlformats.org/officeDocument/2006/relationships/image" Target="../media/image1347.png"/><Relationship Id="rId92" Type="http://schemas.openxmlformats.org/officeDocument/2006/relationships/customXml" Target="../ink/ink1359.xml"/><Relationship Id="rId213" Type="http://schemas.openxmlformats.org/officeDocument/2006/relationships/image" Target="../media/image1418.png"/><Relationship Id="rId234" Type="http://schemas.openxmlformats.org/officeDocument/2006/relationships/customXml" Target="../ink/ink1430.xml"/><Relationship Id="rId2" Type="http://schemas.openxmlformats.org/officeDocument/2006/relationships/customXml" Target="../ink/ink1314.xml"/><Relationship Id="rId29" Type="http://schemas.openxmlformats.org/officeDocument/2006/relationships/image" Target="../media/image1326.png"/><Relationship Id="rId40" Type="http://schemas.openxmlformats.org/officeDocument/2006/relationships/customXml" Target="../ink/ink1333.xml"/><Relationship Id="rId115" Type="http://schemas.openxmlformats.org/officeDocument/2006/relationships/image" Target="../media/image1369.png"/><Relationship Id="rId136" Type="http://schemas.openxmlformats.org/officeDocument/2006/relationships/customXml" Target="../ink/ink1381.xml"/><Relationship Id="rId157" Type="http://schemas.openxmlformats.org/officeDocument/2006/relationships/image" Target="../media/image1390.png"/><Relationship Id="rId178" Type="http://schemas.openxmlformats.org/officeDocument/2006/relationships/customXml" Target="../ink/ink1402.xml"/><Relationship Id="rId61" Type="http://schemas.openxmlformats.org/officeDocument/2006/relationships/image" Target="../media/image1342.png"/><Relationship Id="rId82" Type="http://schemas.openxmlformats.org/officeDocument/2006/relationships/customXml" Target="../ink/ink1354.xml"/><Relationship Id="rId199" Type="http://schemas.openxmlformats.org/officeDocument/2006/relationships/image" Target="../media/image1411.png"/><Relationship Id="rId203" Type="http://schemas.openxmlformats.org/officeDocument/2006/relationships/image" Target="../media/image1413.png"/><Relationship Id="rId19" Type="http://schemas.openxmlformats.org/officeDocument/2006/relationships/image" Target="../media/image1321.png"/><Relationship Id="rId224" Type="http://schemas.openxmlformats.org/officeDocument/2006/relationships/customXml" Target="../ink/ink1425.xml"/><Relationship Id="rId245" Type="http://schemas.openxmlformats.org/officeDocument/2006/relationships/image" Target="../media/image1434.png"/><Relationship Id="rId30" Type="http://schemas.openxmlformats.org/officeDocument/2006/relationships/customXml" Target="../ink/ink1328.xml"/><Relationship Id="rId105" Type="http://schemas.openxmlformats.org/officeDocument/2006/relationships/image" Target="../media/image1364.png"/><Relationship Id="rId126" Type="http://schemas.openxmlformats.org/officeDocument/2006/relationships/customXml" Target="../ink/ink1376.xml"/><Relationship Id="rId147" Type="http://schemas.openxmlformats.org/officeDocument/2006/relationships/image" Target="../media/image1385.png"/><Relationship Id="rId168" Type="http://schemas.openxmlformats.org/officeDocument/2006/relationships/customXml" Target="../ink/ink1397.xml"/><Relationship Id="rId51" Type="http://schemas.openxmlformats.org/officeDocument/2006/relationships/image" Target="../media/image1337.png"/><Relationship Id="rId72" Type="http://schemas.openxmlformats.org/officeDocument/2006/relationships/customXml" Target="../ink/ink1349.xml"/><Relationship Id="rId93" Type="http://schemas.openxmlformats.org/officeDocument/2006/relationships/image" Target="../media/image1358.png"/><Relationship Id="rId189" Type="http://schemas.openxmlformats.org/officeDocument/2006/relationships/image" Target="../media/image1406.png"/><Relationship Id="rId3" Type="http://schemas.openxmlformats.org/officeDocument/2006/relationships/image" Target="../media/image1313.png"/><Relationship Id="rId214" Type="http://schemas.openxmlformats.org/officeDocument/2006/relationships/customXml" Target="../ink/ink1420.xml"/><Relationship Id="rId235" Type="http://schemas.openxmlformats.org/officeDocument/2006/relationships/image" Target="../media/image1429.png"/><Relationship Id="rId116" Type="http://schemas.openxmlformats.org/officeDocument/2006/relationships/customXml" Target="../ink/ink1371.xml"/><Relationship Id="rId137" Type="http://schemas.openxmlformats.org/officeDocument/2006/relationships/image" Target="../media/image1380.png"/><Relationship Id="rId158" Type="http://schemas.openxmlformats.org/officeDocument/2006/relationships/customXml" Target="../ink/ink1392.xml"/><Relationship Id="rId20" Type="http://schemas.openxmlformats.org/officeDocument/2006/relationships/customXml" Target="../ink/ink1323.xml"/><Relationship Id="rId41" Type="http://schemas.openxmlformats.org/officeDocument/2006/relationships/image" Target="../media/image1332.png"/><Relationship Id="rId62" Type="http://schemas.openxmlformats.org/officeDocument/2006/relationships/customXml" Target="../ink/ink1344.xml"/><Relationship Id="rId83" Type="http://schemas.openxmlformats.org/officeDocument/2006/relationships/image" Target="../media/image1353.png"/><Relationship Id="rId179" Type="http://schemas.openxmlformats.org/officeDocument/2006/relationships/image" Target="../media/image1401.png"/><Relationship Id="rId190" Type="http://schemas.openxmlformats.org/officeDocument/2006/relationships/customXml" Target="../ink/ink1408.xml"/><Relationship Id="rId204" Type="http://schemas.openxmlformats.org/officeDocument/2006/relationships/customXml" Target="../ink/ink1415.xml"/><Relationship Id="rId225" Type="http://schemas.openxmlformats.org/officeDocument/2006/relationships/image" Target="../media/image1424.png"/><Relationship Id="rId246" Type="http://schemas.openxmlformats.org/officeDocument/2006/relationships/customXml" Target="../ink/ink1436.xml"/><Relationship Id="rId106" Type="http://schemas.openxmlformats.org/officeDocument/2006/relationships/customXml" Target="../ink/ink1366.xml"/><Relationship Id="rId127" Type="http://schemas.openxmlformats.org/officeDocument/2006/relationships/image" Target="../media/image1375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3.png"/><Relationship Id="rId21" Type="http://schemas.openxmlformats.org/officeDocument/2006/relationships/image" Target="../media/image1445.png"/><Relationship Id="rId42" Type="http://schemas.openxmlformats.org/officeDocument/2006/relationships/customXml" Target="../ink/ink1457.xml"/><Relationship Id="rId63" Type="http://schemas.openxmlformats.org/officeDocument/2006/relationships/image" Target="../media/image1466.png"/><Relationship Id="rId84" Type="http://schemas.openxmlformats.org/officeDocument/2006/relationships/customXml" Target="../ink/ink1478.xml"/><Relationship Id="rId138" Type="http://schemas.openxmlformats.org/officeDocument/2006/relationships/customXml" Target="../ink/ink1505.xml"/><Relationship Id="rId159" Type="http://schemas.openxmlformats.org/officeDocument/2006/relationships/image" Target="../media/image1514.png"/><Relationship Id="rId170" Type="http://schemas.openxmlformats.org/officeDocument/2006/relationships/customXml" Target="../ink/ink1521.xml"/><Relationship Id="rId191" Type="http://schemas.openxmlformats.org/officeDocument/2006/relationships/image" Target="../media/image1530.png"/><Relationship Id="rId205" Type="http://schemas.openxmlformats.org/officeDocument/2006/relationships/image" Target="../media/image1537.png"/><Relationship Id="rId107" Type="http://schemas.openxmlformats.org/officeDocument/2006/relationships/image" Target="../media/image1488.png"/><Relationship Id="rId11" Type="http://schemas.openxmlformats.org/officeDocument/2006/relationships/image" Target="../media/image1440.png"/><Relationship Id="rId32" Type="http://schemas.openxmlformats.org/officeDocument/2006/relationships/customXml" Target="../ink/ink1452.xml"/><Relationship Id="rId53" Type="http://schemas.openxmlformats.org/officeDocument/2006/relationships/image" Target="../media/image1461.png"/><Relationship Id="rId74" Type="http://schemas.openxmlformats.org/officeDocument/2006/relationships/customXml" Target="../ink/ink1473.xml"/><Relationship Id="rId128" Type="http://schemas.openxmlformats.org/officeDocument/2006/relationships/customXml" Target="../ink/ink1500.xml"/><Relationship Id="rId149" Type="http://schemas.openxmlformats.org/officeDocument/2006/relationships/image" Target="../media/image1509.png"/><Relationship Id="rId5" Type="http://schemas.openxmlformats.org/officeDocument/2006/relationships/image" Target="../media/image1437.png"/><Relationship Id="rId95" Type="http://schemas.openxmlformats.org/officeDocument/2006/relationships/image" Target="../media/image1482.png"/><Relationship Id="rId160" Type="http://schemas.openxmlformats.org/officeDocument/2006/relationships/customXml" Target="../ink/ink1516.xml"/><Relationship Id="rId181" Type="http://schemas.openxmlformats.org/officeDocument/2006/relationships/image" Target="../media/image1525.png"/><Relationship Id="rId22" Type="http://schemas.openxmlformats.org/officeDocument/2006/relationships/customXml" Target="../ink/ink1447.xml"/><Relationship Id="rId43" Type="http://schemas.openxmlformats.org/officeDocument/2006/relationships/image" Target="../media/image1456.png"/><Relationship Id="rId64" Type="http://schemas.openxmlformats.org/officeDocument/2006/relationships/customXml" Target="../ink/ink1468.xml"/><Relationship Id="rId118" Type="http://schemas.openxmlformats.org/officeDocument/2006/relationships/customXml" Target="../ink/ink1495.xml"/><Relationship Id="rId139" Type="http://schemas.openxmlformats.org/officeDocument/2006/relationships/image" Target="../media/image1504.png"/><Relationship Id="rId85" Type="http://schemas.openxmlformats.org/officeDocument/2006/relationships/image" Target="../media/image1477.png"/><Relationship Id="rId150" Type="http://schemas.openxmlformats.org/officeDocument/2006/relationships/customXml" Target="../ink/ink1511.xml"/><Relationship Id="rId171" Type="http://schemas.openxmlformats.org/officeDocument/2006/relationships/image" Target="../media/image1520.png"/><Relationship Id="rId192" Type="http://schemas.openxmlformats.org/officeDocument/2006/relationships/customXml" Target="../ink/ink1532.xml"/><Relationship Id="rId206" Type="http://schemas.openxmlformats.org/officeDocument/2006/relationships/customXml" Target="../ink/ink1539.xml"/><Relationship Id="rId12" Type="http://schemas.openxmlformats.org/officeDocument/2006/relationships/customXml" Target="../ink/ink1442.xml"/><Relationship Id="rId33" Type="http://schemas.openxmlformats.org/officeDocument/2006/relationships/image" Target="../media/image1451.png"/><Relationship Id="rId108" Type="http://schemas.openxmlformats.org/officeDocument/2006/relationships/customXml" Target="../ink/ink1490.xml"/><Relationship Id="rId129" Type="http://schemas.openxmlformats.org/officeDocument/2006/relationships/image" Target="../media/image1499.png"/><Relationship Id="rId54" Type="http://schemas.openxmlformats.org/officeDocument/2006/relationships/customXml" Target="../ink/ink1463.xml"/><Relationship Id="rId75" Type="http://schemas.openxmlformats.org/officeDocument/2006/relationships/image" Target="../media/image1472.png"/><Relationship Id="rId96" Type="http://schemas.openxmlformats.org/officeDocument/2006/relationships/customXml" Target="../ink/ink1484.xml"/><Relationship Id="rId140" Type="http://schemas.openxmlformats.org/officeDocument/2006/relationships/customXml" Target="../ink/ink1506.xml"/><Relationship Id="rId161" Type="http://schemas.openxmlformats.org/officeDocument/2006/relationships/image" Target="../media/image1515.png"/><Relationship Id="rId182" Type="http://schemas.openxmlformats.org/officeDocument/2006/relationships/customXml" Target="../ink/ink1527.xml"/><Relationship Id="rId6" Type="http://schemas.openxmlformats.org/officeDocument/2006/relationships/customXml" Target="../ink/ink1439.xml"/><Relationship Id="rId23" Type="http://schemas.openxmlformats.org/officeDocument/2006/relationships/image" Target="../media/image1446.png"/><Relationship Id="rId119" Type="http://schemas.openxmlformats.org/officeDocument/2006/relationships/image" Target="../media/image1494.png"/><Relationship Id="rId44" Type="http://schemas.openxmlformats.org/officeDocument/2006/relationships/customXml" Target="../ink/ink1458.xml"/><Relationship Id="rId65" Type="http://schemas.openxmlformats.org/officeDocument/2006/relationships/image" Target="../media/image1467.png"/><Relationship Id="rId86" Type="http://schemas.openxmlformats.org/officeDocument/2006/relationships/customXml" Target="../ink/ink1479.xml"/><Relationship Id="rId130" Type="http://schemas.openxmlformats.org/officeDocument/2006/relationships/customXml" Target="../ink/ink1501.xml"/><Relationship Id="rId151" Type="http://schemas.openxmlformats.org/officeDocument/2006/relationships/image" Target="../media/image1510.png"/><Relationship Id="rId172" Type="http://schemas.openxmlformats.org/officeDocument/2006/relationships/customXml" Target="../ink/ink1522.xml"/><Relationship Id="rId193" Type="http://schemas.openxmlformats.org/officeDocument/2006/relationships/image" Target="../media/image1531.png"/><Relationship Id="rId207" Type="http://schemas.openxmlformats.org/officeDocument/2006/relationships/image" Target="../media/image1538.png"/><Relationship Id="rId13" Type="http://schemas.openxmlformats.org/officeDocument/2006/relationships/image" Target="../media/image1441.png"/><Relationship Id="rId109" Type="http://schemas.openxmlformats.org/officeDocument/2006/relationships/image" Target="../media/image1489.png"/><Relationship Id="rId34" Type="http://schemas.openxmlformats.org/officeDocument/2006/relationships/customXml" Target="../ink/ink1453.xml"/><Relationship Id="rId55" Type="http://schemas.openxmlformats.org/officeDocument/2006/relationships/image" Target="../media/image1462.png"/><Relationship Id="rId76" Type="http://schemas.openxmlformats.org/officeDocument/2006/relationships/customXml" Target="../ink/ink1474.xml"/><Relationship Id="rId97" Type="http://schemas.openxmlformats.org/officeDocument/2006/relationships/image" Target="../media/image1483.png"/><Relationship Id="rId120" Type="http://schemas.openxmlformats.org/officeDocument/2006/relationships/customXml" Target="../ink/ink1496.xml"/><Relationship Id="rId141" Type="http://schemas.openxmlformats.org/officeDocument/2006/relationships/image" Target="../media/image1505.png"/><Relationship Id="rId7" Type="http://schemas.openxmlformats.org/officeDocument/2006/relationships/image" Target="../media/image1438.png"/><Relationship Id="rId162" Type="http://schemas.openxmlformats.org/officeDocument/2006/relationships/customXml" Target="../ink/ink1517.xml"/><Relationship Id="rId183" Type="http://schemas.openxmlformats.org/officeDocument/2006/relationships/image" Target="../media/image1526.png"/><Relationship Id="rId24" Type="http://schemas.openxmlformats.org/officeDocument/2006/relationships/customXml" Target="../ink/ink1448.xml"/><Relationship Id="rId45" Type="http://schemas.openxmlformats.org/officeDocument/2006/relationships/image" Target="../media/image1457.png"/><Relationship Id="rId66" Type="http://schemas.openxmlformats.org/officeDocument/2006/relationships/customXml" Target="../ink/ink1469.xml"/><Relationship Id="rId87" Type="http://schemas.openxmlformats.org/officeDocument/2006/relationships/image" Target="../media/image1478.png"/><Relationship Id="rId110" Type="http://schemas.openxmlformats.org/officeDocument/2006/relationships/customXml" Target="../ink/ink1491.xml"/><Relationship Id="rId131" Type="http://schemas.openxmlformats.org/officeDocument/2006/relationships/image" Target="../media/image1500.png"/><Relationship Id="rId152" Type="http://schemas.openxmlformats.org/officeDocument/2006/relationships/customXml" Target="../ink/ink1512.xml"/><Relationship Id="rId173" Type="http://schemas.openxmlformats.org/officeDocument/2006/relationships/image" Target="../media/image1521.png"/><Relationship Id="rId194" Type="http://schemas.openxmlformats.org/officeDocument/2006/relationships/customXml" Target="../ink/ink1533.xml"/><Relationship Id="rId208" Type="http://schemas.openxmlformats.org/officeDocument/2006/relationships/customXml" Target="../ink/ink1540.xml"/><Relationship Id="rId19" Type="http://schemas.openxmlformats.org/officeDocument/2006/relationships/image" Target="../media/image1444.png"/><Relationship Id="rId14" Type="http://schemas.openxmlformats.org/officeDocument/2006/relationships/customXml" Target="../ink/ink1443.xml"/><Relationship Id="rId30" Type="http://schemas.openxmlformats.org/officeDocument/2006/relationships/customXml" Target="../ink/ink1451.xml"/><Relationship Id="rId35" Type="http://schemas.openxmlformats.org/officeDocument/2006/relationships/image" Target="../media/image1452.png"/><Relationship Id="rId56" Type="http://schemas.openxmlformats.org/officeDocument/2006/relationships/customXml" Target="../ink/ink1464.xml"/><Relationship Id="rId77" Type="http://schemas.openxmlformats.org/officeDocument/2006/relationships/image" Target="../media/image1473.png"/><Relationship Id="rId100" Type="http://schemas.openxmlformats.org/officeDocument/2006/relationships/customXml" Target="../ink/ink1486.xml"/><Relationship Id="rId105" Type="http://schemas.openxmlformats.org/officeDocument/2006/relationships/image" Target="../media/image1487.png"/><Relationship Id="rId126" Type="http://schemas.openxmlformats.org/officeDocument/2006/relationships/customXml" Target="../ink/ink1499.xml"/><Relationship Id="rId147" Type="http://schemas.openxmlformats.org/officeDocument/2006/relationships/image" Target="../media/image1508.png"/><Relationship Id="rId168" Type="http://schemas.openxmlformats.org/officeDocument/2006/relationships/customXml" Target="../ink/ink1520.xml"/><Relationship Id="rId8" Type="http://schemas.openxmlformats.org/officeDocument/2006/relationships/customXml" Target="../ink/ink1440.xml"/><Relationship Id="rId51" Type="http://schemas.openxmlformats.org/officeDocument/2006/relationships/image" Target="../media/image1460.png"/><Relationship Id="rId72" Type="http://schemas.openxmlformats.org/officeDocument/2006/relationships/customXml" Target="../ink/ink1472.xml"/><Relationship Id="rId93" Type="http://schemas.openxmlformats.org/officeDocument/2006/relationships/image" Target="../media/image1481.png"/><Relationship Id="rId98" Type="http://schemas.openxmlformats.org/officeDocument/2006/relationships/customXml" Target="../ink/ink1485.xml"/><Relationship Id="rId121" Type="http://schemas.openxmlformats.org/officeDocument/2006/relationships/image" Target="../media/image1495.png"/><Relationship Id="rId142" Type="http://schemas.openxmlformats.org/officeDocument/2006/relationships/customXml" Target="../ink/ink1507.xml"/><Relationship Id="rId163" Type="http://schemas.openxmlformats.org/officeDocument/2006/relationships/image" Target="../media/image1516.png"/><Relationship Id="rId184" Type="http://schemas.openxmlformats.org/officeDocument/2006/relationships/customXml" Target="../ink/ink1528.xml"/><Relationship Id="rId189" Type="http://schemas.openxmlformats.org/officeDocument/2006/relationships/image" Target="../media/image1529.png"/><Relationship Id="rId3" Type="http://schemas.openxmlformats.org/officeDocument/2006/relationships/image" Target="../media/image1436.png"/><Relationship Id="rId25" Type="http://schemas.openxmlformats.org/officeDocument/2006/relationships/image" Target="../media/image1447.png"/><Relationship Id="rId46" Type="http://schemas.openxmlformats.org/officeDocument/2006/relationships/customXml" Target="../ink/ink1459.xml"/><Relationship Id="rId67" Type="http://schemas.openxmlformats.org/officeDocument/2006/relationships/image" Target="../media/image1468.png"/><Relationship Id="rId116" Type="http://schemas.openxmlformats.org/officeDocument/2006/relationships/customXml" Target="../ink/ink1494.xml"/><Relationship Id="rId137" Type="http://schemas.openxmlformats.org/officeDocument/2006/relationships/image" Target="../media/image1503.png"/><Relationship Id="rId158" Type="http://schemas.openxmlformats.org/officeDocument/2006/relationships/customXml" Target="../ink/ink1515.xml"/><Relationship Id="rId20" Type="http://schemas.openxmlformats.org/officeDocument/2006/relationships/customXml" Target="../ink/ink1446.xml"/><Relationship Id="rId41" Type="http://schemas.openxmlformats.org/officeDocument/2006/relationships/image" Target="../media/image1455.png"/><Relationship Id="rId62" Type="http://schemas.openxmlformats.org/officeDocument/2006/relationships/customXml" Target="../ink/ink1467.xml"/><Relationship Id="rId83" Type="http://schemas.openxmlformats.org/officeDocument/2006/relationships/image" Target="../media/image1476.png"/><Relationship Id="rId88" Type="http://schemas.openxmlformats.org/officeDocument/2006/relationships/customXml" Target="../ink/ink1480.xml"/><Relationship Id="rId111" Type="http://schemas.openxmlformats.org/officeDocument/2006/relationships/image" Target="../media/image1490.png"/><Relationship Id="rId132" Type="http://schemas.openxmlformats.org/officeDocument/2006/relationships/customXml" Target="../ink/ink1502.xml"/><Relationship Id="rId153" Type="http://schemas.openxmlformats.org/officeDocument/2006/relationships/image" Target="../media/image1511.png"/><Relationship Id="rId174" Type="http://schemas.openxmlformats.org/officeDocument/2006/relationships/customXml" Target="../ink/ink1523.xml"/><Relationship Id="rId179" Type="http://schemas.openxmlformats.org/officeDocument/2006/relationships/image" Target="../media/image1524.png"/><Relationship Id="rId195" Type="http://schemas.openxmlformats.org/officeDocument/2006/relationships/image" Target="../media/image1532.png"/><Relationship Id="rId209" Type="http://schemas.openxmlformats.org/officeDocument/2006/relationships/image" Target="../media/image1539.png"/><Relationship Id="rId190" Type="http://schemas.openxmlformats.org/officeDocument/2006/relationships/customXml" Target="../ink/ink1531.xml"/><Relationship Id="rId204" Type="http://schemas.openxmlformats.org/officeDocument/2006/relationships/customXml" Target="../ink/ink1538.xml"/><Relationship Id="rId15" Type="http://schemas.openxmlformats.org/officeDocument/2006/relationships/image" Target="../media/image1442.png"/><Relationship Id="rId36" Type="http://schemas.openxmlformats.org/officeDocument/2006/relationships/customXml" Target="../ink/ink1454.xml"/><Relationship Id="rId57" Type="http://schemas.openxmlformats.org/officeDocument/2006/relationships/image" Target="../media/image1463.png"/><Relationship Id="rId106" Type="http://schemas.openxmlformats.org/officeDocument/2006/relationships/customXml" Target="../ink/ink1489.xml"/><Relationship Id="rId127" Type="http://schemas.openxmlformats.org/officeDocument/2006/relationships/image" Target="../media/image1498.png"/><Relationship Id="rId10" Type="http://schemas.openxmlformats.org/officeDocument/2006/relationships/customXml" Target="../ink/ink1441.xml"/><Relationship Id="rId31" Type="http://schemas.openxmlformats.org/officeDocument/2006/relationships/image" Target="../media/image1450.png"/><Relationship Id="rId52" Type="http://schemas.openxmlformats.org/officeDocument/2006/relationships/customXml" Target="../ink/ink1462.xml"/><Relationship Id="rId73" Type="http://schemas.openxmlformats.org/officeDocument/2006/relationships/image" Target="../media/image1471.png"/><Relationship Id="rId78" Type="http://schemas.openxmlformats.org/officeDocument/2006/relationships/customXml" Target="../ink/ink1475.xml"/><Relationship Id="rId94" Type="http://schemas.openxmlformats.org/officeDocument/2006/relationships/customXml" Target="../ink/ink1483.xml"/><Relationship Id="rId99" Type="http://schemas.openxmlformats.org/officeDocument/2006/relationships/image" Target="../media/image1484.png"/><Relationship Id="rId101" Type="http://schemas.openxmlformats.org/officeDocument/2006/relationships/image" Target="../media/image1485.png"/><Relationship Id="rId122" Type="http://schemas.openxmlformats.org/officeDocument/2006/relationships/customXml" Target="../ink/ink1497.xml"/><Relationship Id="rId143" Type="http://schemas.openxmlformats.org/officeDocument/2006/relationships/image" Target="../media/image1506.png"/><Relationship Id="rId148" Type="http://schemas.openxmlformats.org/officeDocument/2006/relationships/customXml" Target="../ink/ink1510.xml"/><Relationship Id="rId164" Type="http://schemas.openxmlformats.org/officeDocument/2006/relationships/customXml" Target="../ink/ink1518.xml"/><Relationship Id="rId169" Type="http://schemas.openxmlformats.org/officeDocument/2006/relationships/image" Target="../media/image1519.png"/><Relationship Id="rId185" Type="http://schemas.openxmlformats.org/officeDocument/2006/relationships/image" Target="../media/image1527.png"/><Relationship Id="rId4" Type="http://schemas.openxmlformats.org/officeDocument/2006/relationships/customXml" Target="../ink/ink1438.xml"/><Relationship Id="rId9" Type="http://schemas.openxmlformats.org/officeDocument/2006/relationships/image" Target="../media/image1439.png"/><Relationship Id="rId180" Type="http://schemas.openxmlformats.org/officeDocument/2006/relationships/customXml" Target="../ink/ink1526.xml"/><Relationship Id="rId210" Type="http://schemas.openxmlformats.org/officeDocument/2006/relationships/customXml" Target="../ink/ink1541.xml"/><Relationship Id="rId26" Type="http://schemas.openxmlformats.org/officeDocument/2006/relationships/customXml" Target="../ink/ink1449.xml"/><Relationship Id="rId47" Type="http://schemas.openxmlformats.org/officeDocument/2006/relationships/image" Target="../media/image1458.png"/><Relationship Id="rId68" Type="http://schemas.openxmlformats.org/officeDocument/2006/relationships/customXml" Target="../ink/ink1470.xml"/><Relationship Id="rId89" Type="http://schemas.openxmlformats.org/officeDocument/2006/relationships/image" Target="../media/image1479.png"/><Relationship Id="rId112" Type="http://schemas.openxmlformats.org/officeDocument/2006/relationships/customXml" Target="../ink/ink1492.xml"/><Relationship Id="rId133" Type="http://schemas.openxmlformats.org/officeDocument/2006/relationships/image" Target="../media/image1501.png"/><Relationship Id="rId154" Type="http://schemas.openxmlformats.org/officeDocument/2006/relationships/customXml" Target="../ink/ink1513.xml"/><Relationship Id="rId175" Type="http://schemas.openxmlformats.org/officeDocument/2006/relationships/image" Target="../media/image1522.png"/><Relationship Id="rId196" Type="http://schemas.openxmlformats.org/officeDocument/2006/relationships/customXml" Target="../ink/ink1534.xml"/><Relationship Id="rId200" Type="http://schemas.openxmlformats.org/officeDocument/2006/relationships/customXml" Target="../ink/ink1536.xml"/><Relationship Id="rId16" Type="http://schemas.openxmlformats.org/officeDocument/2006/relationships/customXml" Target="../ink/ink1444.xml"/><Relationship Id="rId37" Type="http://schemas.openxmlformats.org/officeDocument/2006/relationships/image" Target="../media/image1453.png"/><Relationship Id="rId58" Type="http://schemas.openxmlformats.org/officeDocument/2006/relationships/customXml" Target="../ink/ink1465.xml"/><Relationship Id="rId79" Type="http://schemas.openxmlformats.org/officeDocument/2006/relationships/image" Target="../media/image1474.png"/><Relationship Id="rId102" Type="http://schemas.openxmlformats.org/officeDocument/2006/relationships/customXml" Target="../ink/ink1487.xml"/><Relationship Id="rId123" Type="http://schemas.openxmlformats.org/officeDocument/2006/relationships/image" Target="../media/image1496.png"/><Relationship Id="rId144" Type="http://schemas.openxmlformats.org/officeDocument/2006/relationships/customXml" Target="../ink/ink1508.xml"/><Relationship Id="rId90" Type="http://schemas.openxmlformats.org/officeDocument/2006/relationships/customXml" Target="../ink/ink1481.xml"/><Relationship Id="rId165" Type="http://schemas.openxmlformats.org/officeDocument/2006/relationships/image" Target="../media/image1517.png"/><Relationship Id="rId186" Type="http://schemas.openxmlformats.org/officeDocument/2006/relationships/customXml" Target="../ink/ink1529.xml"/><Relationship Id="rId211" Type="http://schemas.openxmlformats.org/officeDocument/2006/relationships/image" Target="../media/image1540.png"/><Relationship Id="rId27" Type="http://schemas.openxmlformats.org/officeDocument/2006/relationships/image" Target="../media/image1448.png"/><Relationship Id="rId48" Type="http://schemas.openxmlformats.org/officeDocument/2006/relationships/customXml" Target="../ink/ink1460.xml"/><Relationship Id="rId69" Type="http://schemas.openxmlformats.org/officeDocument/2006/relationships/image" Target="../media/image1469.png"/><Relationship Id="rId113" Type="http://schemas.openxmlformats.org/officeDocument/2006/relationships/image" Target="../media/image1491.png"/><Relationship Id="rId134" Type="http://schemas.openxmlformats.org/officeDocument/2006/relationships/customXml" Target="../ink/ink1503.xml"/><Relationship Id="rId80" Type="http://schemas.openxmlformats.org/officeDocument/2006/relationships/customXml" Target="../ink/ink1476.xml"/><Relationship Id="rId155" Type="http://schemas.openxmlformats.org/officeDocument/2006/relationships/image" Target="../media/image1512.png"/><Relationship Id="rId176" Type="http://schemas.openxmlformats.org/officeDocument/2006/relationships/customXml" Target="../ink/ink1524.xml"/><Relationship Id="rId197" Type="http://schemas.openxmlformats.org/officeDocument/2006/relationships/image" Target="../media/image1533.png"/><Relationship Id="rId201" Type="http://schemas.openxmlformats.org/officeDocument/2006/relationships/image" Target="../media/image1535.png"/><Relationship Id="rId17" Type="http://schemas.openxmlformats.org/officeDocument/2006/relationships/image" Target="../media/image1443.png"/><Relationship Id="rId38" Type="http://schemas.openxmlformats.org/officeDocument/2006/relationships/customXml" Target="../ink/ink1455.xml"/><Relationship Id="rId59" Type="http://schemas.openxmlformats.org/officeDocument/2006/relationships/image" Target="../media/image1464.png"/><Relationship Id="rId103" Type="http://schemas.openxmlformats.org/officeDocument/2006/relationships/image" Target="../media/image1486.png"/><Relationship Id="rId124" Type="http://schemas.openxmlformats.org/officeDocument/2006/relationships/customXml" Target="../ink/ink1498.xml"/><Relationship Id="rId70" Type="http://schemas.openxmlformats.org/officeDocument/2006/relationships/customXml" Target="../ink/ink1471.xml"/><Relationship Id="rId91" Type="http://schemas.openxmlformats.org/officeDocument/2006/relationships/image" Target="../media/image1480.png"/><Relationship Id="rId145" Type="http://schemas.openxmlformats.org/officeDocument/2006/relationships/image" Target="../media/image1507.png"/><Relationship Id="rId166" Type="http://schemas.openxmlformats.org/officeDocument/2006/relationships/customXml" Target="../ink/ink1519.xml"/><Relationship Id="rId187" Type="http://schemas.openxmlformats.org/officeDocument/2006/relationships/image" Target="../media/image152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42.xml"/><Relationship Id="rId28" Type="http://schemas.openxmlformats.org/officeDocument/2006/relationships/customXml" Target="../ink/ink1450.xml"/><Relationship Id="rId49" Type="http://schemas.openxmlformats.org/officeDocument/2006/relationships/image" Target="../media/image1459.png"/><Relationship Id="rId114" Type="http://schemas.openxmlformats.org/officeDocument/2006/relationships/customXml" Target="../ink/ink1493.xml"/><Relationship Id="rId60" Type="http://schemas.openxmlformats.org/officeDocument/2006/relationships/customXml" Target="../ink/ink1466.xml"/><Relationship Id="rId81" Type="http://schemas.openxmlformats.org/officeDocument/2006/relationships/image" Target="../media/image1475.png"/><Relationship Id="rId135" Type="http://schemas.openxmlformats.org/officeDocument/2006/relationships/image" Target="../media/image1502.png"/><Relationship Id="rId156" Type="http://schemas.openxmlformats.org/officeDocument/2006/relationships/customXml" Target="../ink/ink1514.xml"/><Relationship Id="rId177" Type="http://schemas.openxmlformats.org/officeDocument/2006/relationships/image" Target="../media/image1523.png"/><Relationship Id="rId198" Type="http://schemas.openxmlformats.org/officeDocument/2006/relationships/customXml" Target="../ink/ink1535.xml"/><Relationship Id="rId202" Type="http://schemas.openxmlformats.org/officeDocument/2006/relationships/customXml" Target="../ink/ink1537.xml"/><Relationship Id="rId18" Type="http://schemas.openxmlformats.org/officeDocument/2006/relationships/customXml" Target="../ink/ink1445.xml"/><Relationship Id="rId39" Type="http://schemas.openxmlformats.org/officeDocument/2006/relationships/image" Target="../media/image1454.png"/><Relationship Id="rId50" Type="http://schemas.openxmlformats.org/officeDocument/2006/relationships/customXml" Target="../ink/ink1461.xml"/><Relationship Id="rId104" Type="http://schemas.openxmlformats.org/officeDocument/2006/relationships/customXml" Target="../ink/ink1488.xml"/><Relationship Id="rId125" Type="http://schemas.openxmlformats.org/officeDocument/2006/relationships/image" Target="../media/image1497.png"/><Relationship Id="rId146" Type="http://schemas.openxmlformats.org/officeDocument/2006/relationships/customXml" Target="../ink/ink1509.xml"/><Relationship Id="rId167" Type="http://schemas.openxmlformats.org/officeDocument/2006/relationships/image" Target="../media/image1518.png"/><Relationship Id="rId188" Type="http://schemas.openxmlformats.org/officeDocument/2006/relationships/customXml" Target="../ink/ink1530.xml"/><Relationship Id="rId71" Type="http://schemas.openxmlformats.org/officeDocument/2006/relationships/image" Target="../media/image1470.png"/><Relationship Id="rId92" Type="http://schemas.openxmlformats.org/officeDocument/2006/relationships/customXml" Target="../ink/ink1482.xml"/><Relationship Id="rId213" Type="http://schemas.openxmlformats.org/officeDocument/2006/relationships/image" Target="../media/image1541.png"/><Relationship Id="rId2" Type="http://schemas.openxmlformats.org/officeDocument/2006/relationships/customXml" Target="../ink/ink1437.xml"/><Relationship Id="rId29" Type="http://schemas.openxmlformats.org/officeDocument/2006/relationships/image" Target="../media/image1449.png"/><Relationship Id="rId40" Type="http://schemas.openxmlformats.org/officeDocument/2006/relationships/customXml" Target="../ink/ink1456.xml"/><Relationship Id="rId115" Type="http://schemas.openxmlformats.org/officeDocument/2006/relationships/image" Target="../media/image1492.png"/><Relationship Id="rId136" Type="http://schemas.openxmlformats.org/officeDocument/2006/relationships/customXml" Target="../ink/ink1504.xml"/><Relationship Id="rId157" Type="http://schemas.openxmlformats.org/officeDocument/2006/relationships/image" Target="../media/image1513.png"/><Relationship Id="rId178" Type="http://schemas.openxmlformats.org/officeDocument/2006/relationships/customXml" Target="../ink/ink1525.xml"/><Relationship Id="rId61" Type="http://schemas.openxmlformats.org/officeDocument/2006/relationships/image" Target="../media/image1465.png"/><Relationship Id="rId82" Type="http://schemas.openxmlformats.org/officeDocument/2006/relationships/customXml" Target="../ink/ink1477.xml"/><Relationship Id="rId199" Type="http://schemas.openxmlformats.org/officeDocument/2006/relationships/image" Target="../media/image1534.png"/><Relationship Id="rId203" Type="http://schemas.openxmlformats.org/officeDocument/2006/relationships/image" Target="../media/image1536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99.png"/><Relationship Id="rId21" Type="http://schemas.openxmlformats.org/officeDocument/2006/relationships/image" Target="../media/image1551.png"/><Relationship Id="rId63" Type="http://schemas.openxmlformats.org/officeDocument/2006/relationships/image" Target="../media/image1572.png"/><Relationship Id="rId159" Type="http://schemas.openxmlformats.org/officeDocument/2006/relationships/image" Target="../media/image1620.png"/><Relationship Id="rId170" Type="http://schemas.openxmlformats.org/officeDocument/2006/relationships/customXml" Target="../ink/ink1627.xml"/><Relationship Id="rId191" Type="http://schemas.openxmlformats.org/officeDocument/2006/relationships/image" Target="../media/image1636.png"/><Relationship Id="rId205" Type="http://schemas.openxmlformats.org/officeDocument/2006/relationships/image" Target="../media/image1643.png"/><Relationship Id="rId226" Type="http://schemas.openxmlformats.org/officeDocument/2006/relationships/customXml" Target="../ink/ink1655.xml"/><Relationship Id="rId247" Type="http://schemas.openxmlformats.org/officeDocument/2006/relationships/image" Target="../media/image1664.png"/><Relationship Id="rId107" Type="http://schemas.openxmlformats.org/officeDocument/2006/relationships/image" Target="../media/image1594.png"/><Relationship Id="rId11" Type="http://schemas.openxmlformats.org/officeDocument/2006/relationships/image" Target="../media/image1546.png"/><Relationship Id="rId32" Type="http://schemas.openxmlformats.org/officeDocument/2006/relationships/customXml" Target="../ink/ink1558.xml"/><Relationship Id="rId53" Type="http://schemas.openxmlformats.org/officeDocument/2006/relationships/image" Target="../media/image1567.png"/><Relationship Id="rId74" Type="http://schemas.openxmlformats.org/officeDocument/2006/relationships/customXml" Target="../ink/ink1579.xml"/><Relationship Id="rId128" Type="http://schemas.openxmlformats.org/officeDocument/2006/relationships/customXml" Target="../ink/ink1606.xml"/><Relationship Id="rId149" Type="http://schemas.openxmlformats.org/officeDocument/2006/relationships/image" Target="../media/image1615.png"/><Relationship Id="rId5" Type="http://schemas.openxmlformats.org/officeDocument/2006/relationships/image" Target="../media/image1543.png"/><Relationship Id="rId95" Type="http://schemas.openxmlformats.org/officeDocument/2006/relationships/image" Target="../media/image1588.png"/><Relationship Id="rId160" Type="http://schemas.openxmlformats.org/officeDocument/2006/relationships/customXml" Target="../ink/ink1622.xml"/><Relationship Id="rId181" Type="http://schemas.openxmlformats.org/officeDocument/2006/relationships/image" Target="../media/image1631.png"/><Relationship Id="rId216" Type="http://schemas.openxmlformats.org/officeDocument/2006/relationships/customXml" Target="../ink/ink1650.xml"/><Relationship Id="rId237" Type="http://schemas.openxmlformats.org/officeDocument/2006/relationships/image" Target="../media/image1659.png"/><Relationship Id="rId258" Type="http://schemas.openxmlformats.org/officeDocument/2006/relationships/customXml" Target="../ink/ink1671.xml"/><Relationship Id="rId22" Type="http://schemas.openxmlformats.org/officeDocument/2006/relationships/customXml" Target="../ink/ink1553.xml"/><Relationship Id="rId43" Type="http://schemas.openxmlformats.org/officeDocument/2006/relationships/image" Target="../media/image1562.png"/><Relationship Id="rId64" Type="http://schemas.openxmlformats.org/officeDocument/2006/relationships/customXml" Target="../ink/ink1574.xml"/><Relationship Id="rId118" Type="http://schemas.openxmlformats.org/officeDocument/2006/relationships/customXml" Target="../ink/ink1601.xml"/><Relationship Id="rId139" Type="http://schemas.openxmlformats.org/officeDocument/2006/relationships/image" Target="../media/image1610.png"/><Relationship Id="rId85" Type="http://schemas.openxmlformats.org/officeDocument/2006/relationships/image" Target="../media/image1583.png"/><Relationship Id="rId150" Type="http://schemas.openxmlformats.org/officeDocument/2006/relationships/customXml" Target="../ink/ink1617.xml"/><Relationship Id="rId171" Type="http://schemas.openxmlformats.org/officeDocument/2006/relationships/image" Target="../media/image1626.png"/><Relationship Id="rId192" Type="http://schemas.openxmlformats.org/officeDocument/2006/relationships/customXml" Target="../ink/ink1638.xml"/><Relationship Id="rId206" Type="http://schemas.openxmlformats.org/officeDocument/2006/relationships/customXml" Target="../ink/ink1645.xml"/><Relationship Id="rId227" Type="http://schemas.openxmlformats.org/officeDocument/2006/relationships/image" Target="../media/image1654.png"/><Relationship Id="rId248" Type="http://schemas.openxmlformats.org/officeDocument/2006/relationships/customXml" Target="../ink/ink1666.xml"/><Relationship Id="rId12" Type="http://schemas.openxmlformats.org/officeDocument/2006/relationships/customXml" Target="../ink/ink1548.xml"/><Relationship Id="rId33" Type="http://schemas.openxmlformats.org/officeDocument/2006/relationships/image" Target="../media/image1557.png"/><Relationship Id="rId108" Type="http://schemas.openxmlformats.org/officeDocument/2006/relationships/customXml" Target="../ink/ink1596.xml"/><Relationship Id="rId129" Type="http://schemas.openxmlformats.org/officeDocument/2006/relationships/image" Target="../media/image1605.png"/><Relationship Id="rId54" Type="http://schemas.openxmlformats.org/officeDocument/2006/relationships/customXml" Target="../ink/ink1569.xml"/><Relationship Id="rId75" Type="http://schemas.openxmlformats.org/officeDocument/2006/relationships/image" Target="../media/image1578.png"/><Relationship Id="rId96" Type="http://schemas.openxmlformats.org/officeDocument/2006/relationships/customXml" Target="../ink/ink1590.xml"/><Relationship Id="rId140" Type="http://schemas.openxmlformats.org/officeDocument/2006/relationships/customXml" Target="../ink/ink1612.xml"/><Relationship Id="rId161" Type="http://schemas.openxmlformats.org/officeDocument/2006/relationships/image" Target="../media/image1621.png"/><Relationship Id="rId182" Type="http://schemas.openxmlformats.org/officeDocument/2006/relationships/customXml" Target="../ink/ink1633.xml"/><Relationship Id="rId217" Type="http://schemas.openxmlformats.org/officeDocument/2006/relationships/image" Target="../media/image1649.png"/><Relationship Id="rId6" Type="http://schemas.openxmlformats.org/officeDocument/2006/relationships/customXml" Target="../ink/ink1545.xml"/><Relationship Id="rId238" Type="http://schemas.openxmlformats.org/officeDocument/2006/relationships/customXml" Target="../ink/ink1661.xml"/><Relationship Id="rId259" Type="http://schemas.openxmlformats.org/officeDocument/2006/relationships/image" Target="../media/image1670.png"/><Relationship Id="rId23" Type="http://schemas.openxmlformats.org/officeDocument/2006/relationships/image" Target="../media/image1552.png"/><Relationship Id="rId119" Type="http://schemas.openxmlformats.org/officeDocument/2006/relationships/image" Target="../media/image1600.png"/><Relationship Id="rId44" Type="http://schemas.openxmlformats.org/officeDocument/2006/relationships/customXml" Target="../ink/ink1564.xml"/><Relationship Id="rId65" Type="http://schemas.openxmlformats.org/officeDocument/2006/relationships/image" Target="../media/image1573.png"/><Relationship Id="rId86" Type="http://schemas.openxmlformats.org/officeDocument/2006/relationships/customXml" Target="../ink/ink1585.xml"/><Relationship Id="rId130" Type="http://schemas.openxmlformats.org/officeDocument/2006/relationships/customXml" Target="../ink/ink1607.xml"/><Relationship Id="rId151" Type="http://schemas.openxmlformats.org/officeDocument/2006/relationships/image" Target="../media/image1616.png"/><Relationship Id="rId172" Type="http://schemas.openxmlformats.org/officeDocument/2006/relationships/customXml" Target="../ink/ink1628.xml"/><Relationship Id="rId193" Type="http://schemas.openxmlformats.org/officeDocument/2006/relationships/image" Target="../media/image1637.png"/><Relationship Id="rId207" Type="http://schemas.openxmlformats.org/officeDocument/2006/relationships/image" Target="../media/image1644.png"/><Relationship Id="rId228" Type="http://schemas.openxmlformats.org/officeDocument/2006/relationships/customXml" Target="../ink/ink1656.xml"/><Relationship Id="rId249" Type="http://schemas.openxmlformats.org/officeDocument/2006/relationships/image" Target="../media/image1665.png"/><Relationship Id="rId13" Type="http://schemas.openxmlformats.org/officeDocument/2006/relationships/image" Target="../media/image1547.png"/><Relationship Id="rId109" Type="http://schemas.openxmlformats.org/officeDocument/2006/relationships/image" Target="../media/image1595.png"/><Relationship Id="rId260" Type="http://schemas.openxmlformats.org/officeDocument/2006/relationships/customXml" Target="../ink/ink1672.xml"/><Relationship Id="rId34" Type="http://schemas.openxmlformats.org/officeDocument/2006/relationships/customXml" Target="../ink/ink1559.xml"/><Relationship Id="rId55" Type="http://schemas.openxmlformats.org/officeDocument/2006/relationships/image" Target="../media/image1568.png"/><Relationship Id="rId76" Type="http://schemas.openxmlformats.org/officeDocument/2006/relationships/customXml" Target="../ink/ink1580.xml"/><Relationship Id="rId97" Type="http://schemas.openxmlformats.org/officeDocument/2006/relationships/image" Target="../media/image1589.png"/><Relationship Id="rId120" Type="http://schemas.openxmlformats.org/officeDocument/2006/relationships/customXml" Target="../ink/ink1602.xml"/><Relationship Id="rId141" Type="http://schemas.openxmlformats.org/officeDocument/2006/relationships/image" Target="../media/image1611.png"/><Relationship Id="rId7" Type="http://schemas.openxmlformats.org/officeDocument/2006/relationships/image" Target="../media/image1544.png"/><Relationship Id="rId162" Type="http://schemas.openxmlformats.org/officeDocument/2006/relationships/customXml" Target="../ink/ink1623.xml"/><Relationship Id="rId183" Type="http://schemas.openxmlformats.org/officeDocument/2006/relationships/image" Target="../media/image1632.png"/><Relationship Id="rId218" Type="http://schemas.openxmlformats.org/officeDocument/2006/relationships/customXml" Target="../ink/ink1651.xml"/><Relationship Id="rId239" Type="http://schemas.openxmlformats.org/officeDocument/2006/relationships/image" Target="../media/image1660.png"/><Relationship Id="rId250" Type="http://schemas.openxmlformats.org/officeDocument/2006/relationships/customXml" Target="../ink/ink1667.xml"/><Relationship Id="rId24" Type="http://schemas.openxmlformats.org/officeDocument/2006/relationships/customXml" Target="../ink/ink1554.xml"/><Relationship Id="rId45" Type="http://schemas.openxmlformats.org/officeDocument/2006/relationships/image" Target="../media/image1563.png"/><Relationship Id="rId66" Type="http://schemas.openxmlformats.org/officeDocument/2006/relationships/customXml" Target="../ink/ink1575.xml"/><Relationship Id="rId87" Type="http://schemas.openxmlformats.org/officeDocument/2006/relationships/image" Target="../media/image1584.png"/><Relationship Id="rId110" Type="http://schemas.openxmlformats.org/officeDocument/2006/relationships/customXml" Target="../ink/ink1597.xml"/><Relationship Id="rId131" Type="http://schemas.openxmlformats.org/officeDocument/2006/relationships/image" Target="../media/image1606.png"/><Relationship Id="rId152" Type="http://schemas.openxmlformats.org/officeDocument/2006/relationships/customXml" Target="../ink/ink1618.xml"/><Relationship Id="rId173" Type="http://schemas.openxmlformats.org/officeDocument/2006/relationships/image" Target="../media/image1627.png"/><Relationship Id="rId194" Type="http://schemas.openxmlformats.org/officeDocument/2006/relationships/customXml" Target="../ink/ink1639.xml"/><Relationship Id="rId208" Type="http://schemas.openxmlformats.org/officeDocument/2006/relationships/customXml" Target="../ink/ink1646.xml"/><Relationship Id="rId229" Type="http://schemas.openxmlformats.org/officeDocument/2006/relationships/image" Target="../media/image1655.png"/><Relationship Id="rId240" Type="http://schemas.openxmlformats.org/officeDocument/2006/relationships/customXml" Target="../ink/ink1662.xml"/><Relationship Id="rId261" Type="http://schemas.openxmlformats.org/officeDocument/2006/relationships/image" Target="../media/image1671.png"/><Relationship Id="rId14" Type="http://schemas.openxmlformats.org/officeDocument/2006/relationships/customXml" Target="../ink/ink1549.xml"/><Relationship Id="rId35" Type="http://schemas.openxmlformats.org/officeDocument/2006/relationships/image" Target="../media/image1558.png"/><Relationship Id="rId56" Type="http://schemas.openxmlformats.org/officeDocument/2006/relationships/customXml" Target="../ink/ink1570.xml"/><Relationship Id="rId77" Type="http://schemas.openxmlformats.org/officeDocument/2006/relationships/image" Target="../media/image1579.png"/><Relationship Id="rId100" Type="http://schemas.openxmlformats.org/officeDocument/2006/relationships/customXml" Target="../ink/ink1592.xml"/><Relationship Id="rId8" Type="http://schemas.openxmlformats.org/officeDocument/2006/relationships/customXml" Target="../ink/ink1546.xml"/><Relationship Id="rId98" Type="http://schemas.openxmlformats.org/officeDocument/2006/relationships/customXml" Target="../ink/ink1591.xml"/><Relationship Id="rId121" Type="http://schemas.openxmlformats.org/officeDocument/2006/relationships/image" Target="../media/image1601.png"/><Relationship Id="rId142" Type="http://schemas.openxmlformats.org/officeDocument/2006/relationships/customXml" Target="../ink/ink1613.xml"/><Relationship Id="rId163" Type="http://schemas.openxmlformats.org/officeDocument/2006/relationships/image" Target="../media/image1622.png"/><Relationship Id="rId184" Type="http://schemas.openxmlformats.org/officeDocument/2006/relationships/customXml" Target="../ink/ink1634.xml"/><Relationship Id="rId219" Type="http://schemas.openxmlformats.org/officeDocument/2006/relationships/image" Target="../media/image1650.png"/><Relationship Id="rId230" Type="http://schemas.openxmlformats.org/officeDocument/2006/relationships/customXml" Target="../ink/ink1657.xml"/><Relationship Id="rId251" Type="http://schemas.openxmlformats.org/officeDocument/2006/relationships/image" Target="../media/image1666.png"/><Relationship Id="rId25" Type="http://schemas.openxmlformats.org/officeDocument/2006/relationships/image" Target="../media/image1553.png"/><Relationship Id="rId46" Type="http://schemas.openxmlformats.org/officeDocument/2006/relationships/customXml" Target="../ink/ink1565.xml"/><Relationship Id="rId67" Type="http://schemas.openxmlformats.org/officeDocument/2006/relationships/image" Target="../media/image1574.png"/><Relationship Id="rId88" Type="http://schemas.openxmlformats.org/officeDocument/2006/relationships/customXml" Target="../ink/ink1586.xml"/><Relationship Id="rId111" Type="http://schemas.openxmlformats.org/officeDocument/2006/relationships/image" Target="../media/image1596.png"/><Relationship Id="rId132" Type="http://schemas.openxmlformats.org/officeDocument/2006/relationships/customXml" Target="../ink/ink1608.xml"/><Relationship Id="rId153" Type="http://schemas.openxmlformats.org/officeDocument/2006/relationships/image" Target="../media/image1617.png"/><Relationship Id="rId174" Type="http://schemas.openxmlformats.org/officeDocument/2006/relationships/customXml" Target="../ink/ink1629.xml"/><Relationship Id="rId195" Type="http://schemas.openxmlformats.org/officeDocument/2006/relationships/image" Target="../media/image1638.png"/><Relationship Id="rId209" Type="http://schemas.openxmlformats.org/officeDocument/2006/relationships/image" Target="../media/image1645.png"/><Relationship Id="rId220" Type="http://schemas.openxmlformats.org/officeDocument/2006/relationships/customXml" Target="../ink/ink1652.xml"/><Relationship Id="rId241" Type="http://schemas.openxmlformats.org/officeDocument/2006/relationships/image" Target="../media/image1661.png"/><Relationship Id="rId15" Type="http://schemas.openxmlformats.org/officeDocument/2006/relationships/image" Target="../media/image1548.png"/><Relationship Id="rId36" Type="http://schemas.openxmlformats.org/officeDocument/2006/relationships/customXml" Target="../ink/ink1560.xml"/><Relationship Id="rId57" Type="http://schemas.openxmlformats.org/officeDocument/2006/relationships/image" Target="../media/image1569.png"/><Relationship Id="rId262" Type="http://schemas.openxmlformats.org/officeDocument/2006/relationships/customXml" Target="../ink/ink1673.xml"/><Relationship Id="rId78" Type="http://schemas.openxmlformats.org/officeDocument/2006/relationships/customXml" Target="../ink/ink1581.xml"/><Relationship Id="rId99" Type="http://schemas.openxmlformats.org/officeDocument/2006/relationships/image" Target="../media/image1590.png"/><Relationship Id="rId101" Type="http://schemas.openxmlformats.org/officeDocument/2006/relationships/image" Target="../media/image1591.png"/><Relationship Id="rId122" Type="http://schemas.openxmlformats.org/officeDocument/2006/relationships/customXml" Target="../ink/ink1603.xml"/><Relationship Id="rId143" Type="http://schemas.openxmlformats.org/officeDocument/2006/relationships/image" Target="../media/image1612.png"/><Relationship Id="rId164" Type="http://schemas.openxmlformats.org/officeDocument/2006/relationships/customXml" Target="../ink/ink1624.xml"/><Relationship Id="rId185" Type="http://schemas.openxmlformats.org/officeDocument/2006/relationships/image" Target="../media/image1633.png"/><Relationship Id="rId9" Type="http://schemas.openxmlformats.org/officeDocument/2006/relationships/image" Target="../media/image1545.png"/><Relationship Id="rId210" Type="http://schemas.openxmlformats.org/officeDocument/2006/relationships/customXml" Target="../ink/ink1647.xml"/><Relationship Id="rId26" Type="http://schemas.openxmlformats.org/officeDocument/2006/relationships/customXml" Target="../ink/ink1555.xml"/><Relationship Id="rId231" Type="http://schemas.openxmlformats.org/officeDocument/2006/relationships/image" Target="../media/image1656.png"/><Relationship Id="rId252" Type="http://schemas.openxmlformats.org/officeDocument/2006/relationships/customXml" Target="../ink/ink1668.xml"/><Relationship Id="rId47" Type="http://schemas.openxmlformats.org/officeDocument/2006/relationships/image" Target="../media/image1564.png"/><Relationship Id="rId68" Type="http://schemas.openxmlformats.org/officeDocument/2006/relationships/customXml" Target="../ink/ink1576.xml"/><Relationship Id="rId89" Type="http://schemas.openxmlformats.org/officeDocument/2006/relationships/image" Target="../media/image1585.png"/><Relationship Id="rId112" Type="http://schemas.openxmlformats.org/officeDocument/2006/relationships/customXml" Target="../ink/ink1598.xml"/><Relationship Id="rId133" Type="http://schemas.openxmlformats.org/officeDocument/2006/relationships/image" Target="../media/image1607.png"/><Relationship Id="rId154" Type="http://schemas.openxmlformats.org/officeDocument/2006/relationships/customXml" Target="../ink/ink1619.xml"/><Relationship Id="rId175" Type="http://schemas.openxmlformats.org/officeDocument/2006/relationships/image" Target="../media/image1628.png"/><Relationship Id="rId196" Type="http://schemas.openxmlformats.org/officeDocument/2006/relationships/customXml" Target="../ink/ink1640.xml"/><Relationship Id="rId200" Type="http://schemas.openxmlformats.org/officeDocument/2006/relationships/customXml" Target="../ink/ink1642.xml"/><Relationship Id="rId16" Type="http://schemas.openxmlformats.org/officeDocument/2006/relationships/customXml" Target="../ink/ink1550.xml"/><Relationship Id="rId221" Type="http://schemas.openxmlformats.org/officeDocument/2006/relationships/image" Target="../media/image1651.png"/><Relationship Id="rId242" Type="http://schemas.openxmlformats.org/officeDocument/2006/relationships/customXml" Target="../ink/ink1663.xml"/><Relationship Id="rId263" Type="http://schemas.openxmlformats.org/officeDocument/2006/relationships/image" Target="../media/image1672.png"/><Relationship Id="rId37" Type="http://schemas.openxmlformats.org/officeDocument/2006/relationships/image" Target="../media/image1559.png"/><Relationship Id="rId58" Type="http://schemas.openxmlformats.org/officeDocument/2006/relationships/customXml" Target="../ink/ink1571.xml"/><Relationship Id="rId79" Type="http://schemas.openxmlformats.org/officeDocument/2006/relationships/image" Target="../media/image1580.png"/><Relationship Id="rId102" Type="http://schemas.openxmlformats.org/officeDocument/2006/relationships/customXml" Target="../ink/ink1593.xml"/><Relationship Id="rId123" Type="http://schemas.openxmlformats.org/officeDocument/2006/relationships/image" Target="../media/image1602.png"/><Relationship Id="rId144" Type="http://schemas.openxmlformats.org/officeDocument/2006/relationships/customXml" Target="../ink/ink1614.xml"/><Relationship Id="rId90" Type="http://schemas.openxmlformats.org/officeDocument/2006/relationships/customXml" Target="../ink/ink1587.xml"/><Relationship Id="rId165" Type="http://schemas.openxmlformats.org/officeDocument/2006/relationships/image" Target="../media/image1623.png"/><Relationship Id="rId186" Type="http://schemas.openxmlformats.org/officeDocument/2006/relationships/customXml" Target="../ink/ink1635.xml"/><Relationship Id="rId211" Type="http://schemas.openxmlformats.org/officeDocument/2006/relationships/image" Target="../media/image1646.png"/><Relationship Id="rId232" Type="http://schemas.openxmlformats.org/officeDocument/2006/relationships/customXml" Target="../ink/ink1658.xml"/><Relationship Id="rId253" Type="http://schemas.openxmlformats.org/officeDocument/2006/relationships/image" Target="../media/image1667.png"/><Relationship Id="rId27" Type="http://schemas.openxmlformats.org/officeDocument/2006/relationships/image" Target="../media/image1554.png"/><Relationship Id="rId48" Type="http://schemas.openxmlformats.org/officeDocument/2006/relationships/customXml" Target="../ink/ink1566.xml"/><Relationship Id="rId69" Type="http://schemas.openxmlformats.org/officeDocument/2006/relationships/image" Target="../media/image1575.png"/><Relationship Id="rId113" Type="http://schemas.openxmlformats.org/officeDocument/2006/relationships/image" Target="../media/image1597.png"/><Relationship Id="rId134" Type="http://schemas.openxmlformats.org/officeDocument/2006/relationships/customXml" Target="../ink/ink1609.xml"/><Relationship Id="rId80" Type="http://schemas.openxmlformats.org/officeDocument/2006/relationships/customXml" Target="../ink/ink1582.xml"/><Relationship Id="rId155" Type="http://schemas.openxmlformats.org/officeDocument/2006/relationships/image" Target="../media/image1618.png"/><Relationship Id="rId176" Type="http://schemas.openxmlformats.org/officeDocument/2006/relationships/customXml" Target="../ink/ink1630.xml"/><Relationship Id="rId197" Type="http://schemas.openxmlformats.org/officeDocument/2006/relationships/image" Target="../media/image1639.png"/><Relationship Id="rId201" Type="http://schemas.openxmlformats.org/officeDocument/2006/relationships/image" Target="../media/image1641.png"/><Relationship Id="rId222" Type="http://schemas.openxmlformats.org/officeDocument/2006/relationships/customXml" Target="../ink/ink1653.xml"/><Relationship Id="rId243" Type="http://schemas.openxmlformats.org/officeDocument/2006/relationships/image" Target="../media/image1662.png"/><Relationship Id="rId17" Type="http://schemas.openxmlformats.org/officeDocument/2006/relationships/image" Target="../media/image1549.png"/><Relationship Id="rId38" Type="http://schemas.openxmlformats.org/officeDocument/2006/relationships/customXml" Target="../ink/ink1561.xml"/><Relationship Id="rId59" Type="http://schemas.openxmlformats.org/officeDocument/2006/relationships/image" Target="../media/image1570.png"/><Relationship Id="rId103" Type="http://schemas.openxmlformats.org/officeDocument/2006/relationships/image" Target="../media/image1592.png"/><Relationship Id="rId124" Type="http://schemas.openxmlformats.org/officeDocument/2006/relationships/customXml" Target="../ink/ink1604.xml"/><Relationship Id="rId70" Type="http://schemas.openxmlformats.org/officeDocument/2006/relationships/customXml" Target="../ink/ink1577.xml"/><Relationship Id="rId91" Type="http://schemas.openxmlformats.org/officeDocument/2006/relationships/image" Target="../media/image1586.png"/><Relationship Id="rId145" Type="http://schemas.openxmlformats.org/officeDocument/2006/relationships/image" Target="../media/image1613.png"/><Relationship Id="rId166" Type="http://schemas.openxmlformats.org/officeDocument/2006/relationships/customXml" Target="../ink/ink1625.xml"/><Relationship Id="rId187" Type="http://schemas.openxmlformats.org/officeDocument/2006/relationships/image" Target="../media/image163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48.xml"/><Relationship Id="rId233" Type="http://schemas.openxmlformats.org/officeDocument/2006/relationships/image" Target="../media/image1657.png"/><Relationship Id="rId254" Type="http://schemas.openxmlformats.org/officeDocument/2006/relationships/customXml" Target="../ink/ink1669.xml"/><Relationship Id="rId28" Type="http://schemas.openxmlformats.org/officeDocument/2006/relationships/customXml" Target="../ink/ink1556.xml"/><Relationship Id="rId49" Type="http://schemas.openxmlformats.org/officeDocument/2006/relationships/image" Target="../media/image1565.png"/><Relationship Id="rId114" Type="http://schemas.openxmlformats.org/officeDocument/2006/relationships/customXml" Target="../ink/ink1599.xml"/><Relationship Id="rId60" Type="http://schemas.openxmlformats.org/officeDocument/2006/relationships/customXml" Target="../ink/ink1572.xml"/><Relationship Id="rId81" Type="http://schemas.openxmlformats.org/officeDocument/2006/relationships/image" Target="../media/image1581.png"/><Relationship Id="rId135" Type="http://schemas.openxmlformats.org/officeDocument/2006/relationships/image" Target="../media/image1608.png"/><Relationship Id="rId156" Type="http://schemas.openxmlformats.org/officeDocument/2006/relationships/customXml" Target="../ink/ink1620.xml"/><Relationship Id="rId177" Type="http://schemas.openxmlformats.org/officeDocument/2006/relationships/image" Target="../media/image1629.png"/><Relationship Id="rId198" Type="http://schemas.openxmlformats.org/officeDocument/2006/relationships/customXml" Target="../ink/ink1641.xml"/><Relationship Id="rId202" Type="http://schemas.openxmlformats.org/officeDocument/2006/relationships/customXml" Target="../ink/ink1643.xml"/><Relationship Id="rId223" Type="http://schemas.openxmlformats.org/officeDocument/2006/relationships/image" Target="../media/image1652.png"/><Relationship Id="rId244" Type="http://schemas.openxmlformats.org/officeDocument/2006/relationships/customXml" Target="../ink/ink1664.xml"/><Relationship Id="rId18" Type="http://schemas.openxmlformats.org/officeDocument/2006/relationships/customXml" Target="../ink/ink1551.xml"/><Relationship Id="rId39" Type="http://schemas.openxmlformats.org/officeDocument/2006/relationships/image" Target="../media/image1560.png"/><Relationship Id="rId50" Type="http://schemas.openxmlformats.org/officeDocument/2006/relationships/customXml" Target="../ink/ink1567.xml"/><Relationship Id="rId104" Type="http://schemas.openxmlformats.org/officeDocument/2006/relationships/customXml" Target="../ink/ink1594.xml"/><Relationship Id="rId125" Type="http://schemas.openxmlformats.org/officeDocument/2006/relationships/image" Target="../media/image1603.png"/><Relationship Id="rId146" Type="http://schemas.openxmlformats.org/officeDocument/2006/relationships/customXml" Target="../ink/ink1615.xml"/><Relationship Id="rId167" Type="http://schemas.openxmlformats.org/officeDocument/2006/relationships/image" Target="../media/image1624.png"/><Relationship Id="rId188" Type="http://schemas.openxmlformats.org/officeDocument/2006/relationships/customXml" Target="../ink/ink1636.xml"/><Relationship Id="rId71" Type="http://schemas.openxmlformats.org/officeDocument/2006/relationships/image" Target="../media/image1576.png"/><Relationship Id="rId92" Type="http://schemas.openxmlformats.org/officeDocument/2006/relationships/customXml" Target="../ink/ink1588.xml"/><Relationship Id="rId213" Type="http://schemas.openxmlformats.org/officeDocument/2006/relationships/image" Target="../media/image1647.png"/><Relationship Id="rId234" Type="http://schemas.openxmlformats.org/officeDocument/2006/relationships/customXml" Target="../ink/ink1659.xml"/><Relationship Id="rId2" Type="http://schemas.openxmlformats.org/officeDocument/2006/relationships/customXml" Target="../ink/ink1543.xml"/><Relationship Id="rId29" Type="http://schemas.openxmlformats.org/officeDocument/2006/relationships/image" Target="../media/image1555.png"/><Relationship Id="rId255" Type="http://schemas.openxmlformats.org/officeDocument/2006/relationships/image" Target="../media/image1668.png"/><Relationship Id="rId40" Type="http://schemas.openxmlformats.org/officeDocument/2006/relationships/customXml" Target="../ink/ink1562.xml"/><Relationship Id="rId115" Type="http://schemas.openxmlformats.org/officeDocument/2006/relationships/image" Target="../media/image1598.png"/><Relationship Id="rId136" Type="http://schemas.openxmlformats.org/officeDocument/2006/relationships/customXml" Target="../ink/ink1610.xml"/><Relationship Id="rId157" Type="http://schemas.openxmlformats.org/officeDocument/2006/relationships/image" Target="../media/image1619.png"/><Relationship Id="rId178" Type="http://schemas.openxmlformats.org/officeDocument/2006/relationships/customXml" Target="../ink/ink1631.xml"/><Relationship Id="rId61" Type="http://schemas.openxmlformats.org/officeDocument/2006/relationships/image" Target="../media/image1571.png"/><Relationship Id="rId82" Type="http://schemas.openxmlformats.org/officeDocument/2006/relationships/customXml" Target="../ink/ink1583.xml"/><Relationship Id="rId199" Type="http://schemas.openxmlformats.org/officeDocument/2006/relationships/image" Target="../media/image1640.png"/><Relationship Id="rId203" Type="http://schemas.openxmlformats.org/officeDocument/2006/relationships/image" Target="../media/image1642.png"/><Relationship Id="rId19" Type="http://schemas.openxmlformats.org/officeDocument/2006/relationships/image" Target="../media/image1550.png"/><Relationship Id="rId224" Type="http://schemas.openxmlformats.org/officeDocument/2006/relationships/customXml" Target="../ink/ink1654.xml"/><Relationship Id="rId245" Type="http://schemas.openxmlformats.org/officeDocument/2006/relationships/image" Target="../media/image1663.png"/><Relationship Id="rId30" Type="http://schemas.openxmlformats.org/officeDocument/2006/relationships/customXml" Target="../ink/ink1557.xml"/><Relationship Id="rId105" Type="http://schemas.openxmlformats.org/officeDocument/2006/relationships/image" Target="../media/image1593.png"/><Relationship Id="rId126" Type="http://schemas.openxmlformats.org/officeDocument/2006/relationships/customXml" Target="../ink/ink1605.xml"/><Relationship Id="rId147" Type="http://schemas.openxmlformats.org/officeDocument/2006/relationships/image" Target="../media/image1614.png"/><Relationship Id="rId168" Type="http://schemas.openxmlformats.org/officeDocument/2006/relationships/customXml" Target="../ink/ink1626.xml"/><Relationship Id="rId51" Type="http://schemas.openxmlformats.org/officeDocument/2006/relationships/image" Target="../media/image1566.png"/><Relationship Id="rId72" Type="http://schemas.openxmlformats.org/officeDocument/2006/relationships/customXml" Target="../ink/ink1578.xml"/><Relationship Id="rId93" Type="http://schemas.openxmlformats.org/officeDocument/2006/relationships/image" Target="../media/image1587.png"/><Relationship Id="rId189" Type="http://schemas.openxmlformats.org/officeDocument/2006/relationships/image" Target="../media/image1635.png"/><Relationship Id="rId3" Type="http://schemas.openxmlformats.org/officeDocument/2006/relationships/image" Target="../media/image1542.png"/><Relationship Id="rId214" Type="http://schemas.openxmlformats.org/officeDocument/2006/relationships/customXml" Target="../ink/ink1649.xml"/><Relationship Id="rId235" Type="http://schemas.openxmlformats.org/officeDocument/2006/relationships/image" Target="../media/image1658.png"/><Relationship Id="rId256" Type="http://schemas.openxmlformats.org/officeDocument/2006/relationships/customXml" Target="../ink/ink1670.xml"/><Relationship Id="rId116" Type="http://schemas.openxmlformats.org/officeDocument/2006/relationships/customXml" Target="../ink/ink1600.xml"/><Relationship Id="rId137" Type="http://schemas.openxmlformats.org/officeDocument/2006/relationships/image" Target="../media/image1609.png"/><Relationship Id="rId158" Type="http://schemas.openxmlformats.org/officeDocument/2006/relationships/customXml" Target="../ink/ink1621.xml"/><Relationship Id="rId20" Type="http://schemas.openxmlformats.org/officeDocument/2006/relationships/customXml" Target="../ink/ink1552.xml"/><Relationship Id="rId41" Type="http://schemas.openxmlformats.org/officeDocument/2006/relationships/image" Target="../media/image1561.png"/><Relationship Id="rId62" Type="http://schemas.openxmlformats.org/officeDocument/2006/relationships/customXml" Target="../ink/ink1573.xml"/><Relationship Id="rId83" Type="http://schemas.openxmlformats.org/officeDocument/2006/relationships/image" Target="../media/image1582.png"/><Relationship Id="rId179" Type="http://schemas.openxmlformats.org/officeDocument/2006/relationships/image" Target="../media/image1630.png"/><Relationship Id="rId190" Type="http://schemas.openxmlformats.org/officeDocument/2006/relationships/customXml" Target="../ink/ink1637.xml"/><Relationship Id="rId204" Type="http://schemas.openxmlformats.org/officeDocument/2006/relationships/customXml" Target="../ink/ink1644.xml"/><Relationship Id="rId225" Type="http://schemas.openxmlformats.org/officeDocument/2006/relationships/image" Target="../media/image1653.png"/><Relationship Id="rId246" Type="http://schemas.openxmlformats.org/officeDocument/2006/relationships/customXml" Target="../ink/ink1665.xml"/><Relationship Id="rId106" Type="http://schemas.openxmlformats.org/officeDocument/2006/relationships/customXml" Target="../ink/ink1595.xml"/><Relationship Id="rId127" Type="http://schemas.openxmlformats.org/officeDocument/2006/relationships/image" Target="../media/image1604.png"/><Relationship Id="rId10" Type="http://schemas.openxmlformats.org/officeDocument/2006/relationships/customXml" Target="../ink/ink1547.xml"/><Relationship Id="rId31" Type="http://schemas.openxmlformats.org/officeDocument/2006/relationships/image" Target="../media/image1556.png"/><Relationship Id="rId52" Type="http://schemas.openxmlformats.org/officeDocument/2006/relationships/customXml" Target="../ink/ink1568.xml"/><Relationship Id="rId73" Type="http://schemas.openxmlformats.org/officeDocument/2006/relationships/image" Target="../media/image1577.png"/><Relationship Id="rId94" Type="http://schemas.openxmlformats.org/officeDocument/2006/relationships/customXml" Target="../ink/ink1589.xml"/><Relationship Id="rId148" Type="http://schemas.openxmlformats.org/officeDocument/2006/relationships/customXml" Target="../ink/ink1616.xml"/><Relationship Id="rId169" Type="http://schemas.openxmlformats.org/officeDocument/2006/relationships/image" Target="../media/image1625.png"/><Relationship Id="rId4" Type="http://schemas.openxmlformats.org/officeDocument/2006/relationships/customXml" Target="../ink/ink1544.xml"/><Relationship Id="rId180" Type="http://schemas.openxmlformats.org/officeDocument/2006/relationships/customXml" Target="../ink/ink1632.xml"/><Relationship Id="rId215" Type="http://schemas.openxmlformats.org/officeDocument/2006/relationships/image" Target="../media/image1648.png"/><Relationship Id="rId236" Type="http://schemas.openxmlformats.org/officeDocument/2006/relationships/customXml" Target="../ink/ink1660.xml"/><Relationship Id="rId257" Type="http://schemas.openxmlformats.org/officeDocument/2006/relationships/image" Target="../media/image1669.png"/><Relationship Id="rId42" Type="http://schemas.openxmlformats.org/officeDocument/2006/relationships/customXml" Target="../ink/ink1563.xml"/><Relationship Id="rId84" Type="http://schemas.openxmlformats.org/officeDocument/2006/relationships/customXml" Target="../ink/ink1584.xml"/><Relationship Id="rId138" Type="http://schemas.openxmlformats.org/officeDocument/2006/relationships/customXml" Target="../ink/ink1611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0.png"/><Relationship Id="rId21" Type="http://schemas.openxmlformats.org/officeDocument/2006/relationships/image" Target="../media/image1682.png"/><Relationship Id="rId42" Type="http://schemas.openxmlformats.org/officeDocument/2006/relationships/customXml" Target="../ink/ink1694.xml"/><Relationship Id="rId63" Type="http://schemas.openxmlformats.org/officeDocument/2006/relationships/image" Target="../media/image1703.png"/><Relationship Id="rId84" Type="http://schemas.openxmlformats.org/officeDocument/2006/relationships/customXml" Target="../ink/ink1715.xml"/><Relationship Id="rId138" Type="http://schemas.openxmlformats.org/officeDocument/2006/relationships/customXml" Target="../ink/ink1742.xml"/><Relationship Id="rId159" Type="http://schemas.openxmlformats.org/officeDocument/2006/relationships/image" Target="../media/image1751.png"/><Relationship Id="rId170" Type="http://schemas.openxmlformats.org/officeDocument/2006/relationships/customXml" Target="../ink/ink1758.xml"/><Relationship Id="rId107" Type="http://schemas.openxmlformats.org/officeDocument/2006/relationships/image" Target="../media/image1725.png"/><Relationship Id="rId11" Type="http://schemas.openxmlformats.org/officeDocument/2006/relationships/image" Target="../media/image1677.png"/><Relationship Id="rId32" Type="http://schemas.openxmlformats.org/officeDocument/2006/relationships/customXml" Target="../ink/ink1689.xml"/><Relationship Id="rId53" Type="http://schemas.openxmlformats.org/officeDocument/2006/relationships/image" Target="../media/image1698.png"/><Relationship Id="rId74" Type="http://schemas.openxmlformats.org/officeDocument/2006/relationships/customXml" Target="../ink/ink1710.xml"/><Relationship Id="rId128" Type="http://schemas.openxmlformats.org/officeDocument/2006/relationships/customXml" Target="../ink/ink1737.xml"/><Relationship Id="rId149" Type="http://schemas.openxmlformats.org/officeDocument/2006/relationships/image" Target="../media/image1746.png"/><Relationship Id="rId5" Type="http://schemas.openxmlformats.org/officeDocument/2006/relationships/image" Target="../media/image1674.png"/><Relationship Id="rId95" Type="http://schemas.openxmlformats.org/officeDocument/2006/relationships/image" Target="../media/image1719.png"/><Relationship Id="rId160" Type="http://schemas.openxmlformats.org/officeDocument/2006/relationships/customXml" Target="../ink/ink1753.xml"/><Relationship Id="rId22" Type="http://schemas.openxmlformats.org/officeDocument/2006/relationships/customXml" Target="../ink/ink1684.xml"/><Relationship Id="rId43" Type="http://schemas.openxmlformats.org/officeDocument/2006/relationships/image" Target="../media/image1693.png"/><Relationship Id="rId64" Type="http://schemas.openxmlformats.org/officeDocument/2006/relationships/customXml" Target="../ink/ink1705.xml"/><Relationship Id="rId118" Type="http://schemas.openxmlformats.org/officeDocument/2006/relationships/customXml" Target="../ink/ink1732.xml"/><Relationship Id="rId139" Type="http://schemas.openxmlformats.org/officeDocument/2006/relationships/image" Target="../media/image1741.png"/><Relationship Id="rId85" Type="http://schemas.openxmlformats.org/officeDocument/2006/relationships/image" Target="../media/image1714.png"/><Relationship Id="rId150" Type="http://schemas.openxmlformats.org/officeDocument/2006/relationships/customXml" Target="../ink/ink1748.xml"/><Relationship Id="rId171" Type="http://schemas.openxmlformats.org/officeDocument/2006/relationships/image" Target="../media/image1757.png"/><Relationship Id="rId12" Type="http://schemas.openxmlformats.org/officeDocument/2006/relationships/customXml" Target="../ink/ink1679.xml"/><Relationship Id="rId33" Type="http://schemas.openxmlformats.org/officeDocument/2006/relationships/image" Target="../media/image1688.png"/><Relationship Id="rId108" Type="http://schemas.openxmlformats.org/officeDocument/2006/relationships/customXml" Target="../ink/ink1727.xml"/><Relationship Id="rId129" Type="http://schemas.openxmlformats.org/officeDocument/2006/relationships/image" Target="../media/image1736.png"/><Relationship Id="rId54" Type="http://schemas.openxmlformats.org/officeDocument/2006/relationships/customXml" Target="../ink/ink1700.xml"/><Relationship Id="rId75" Type="http://schemas.openxmlformats.org/officeDocument/2006/relationships/image" Target="../media/image1709.png"/><Relationship Id="rId96" Type="http://schemas.openxmlformats.org/officeDocument/2006/relationships/customXml" Target="../ink/ink1721.xml"/><Relationship Id="rId140" Type="http://schemas.openxmlformats.org/officeDocument/2006/relationships/customXml" Target="../ink/ink1743.xml"/><Relationship Id="rId161" Type="http://schemas.openxmlformats.org/officeDocument/2006/relationships/image" Target="../media/image1752.png"/><Relationship Id="rId6" Type="http://schemas.openxmlformats.org/officeDocument/2006/relationships/customXml" Target="../ink/ink1676.xml"/><Relationship Id="rId23" Type="http://schemas.openxmlformats.org/officeDocument/2006/relationships/image" Target="../media/image1683.png"/><Relationship Id="rId28" Type="http://schemas.openxmlformats.org/officeDocument/2006/relationships/customXml" Target="../ink/ink1687.xml"/><Relationship Id="rId49" Type="http://schemas.openxmlformats.org/officeDocument/2006/relationships/image" Target="../media/image1696.png"/><Relationship Id="rId114" Type="http://schemas.openxmlformats.org/officeDocument/2006/relationships/customXml" Target="../ink/ink1730.xml"/><Relationship Id="rId119" Type="http://schemas.openxmlformats.org/officeDocument/2006/relationships/image" Target="../media/image1731.png"/><Relationship Id="rId44" Type="http://schemas.openxmlformats.org/officeDocument/2006/relationships/customXml" Target="../ink/ink1695.xml"/><Relationship Id="rId60" Type="http://schemas.openxmlformats.org/officeDocument/2006/relationships/customXml" Target="../ink/ink1703.xml"/><Relationship Id="rId65" Type="http://schemas.openxmlformats.org/officeDocument/2006/relationships/image" Target="../media/image1704.png"/><Relationship Id="rId81" Type="http://schemas.openxmlformats.org/officeDocument/2006/relationships/image" Target="../media/image1712.png"/><Relationship Id="rId86" Type="http://schemas.openxmlformats.org/officeDocument/2006/relationships/customXml" Target="../ink/ink1716.xml"/><Relationship Id="rId130" Type="http://schemas.openxmlformats.org/officeDocument/2006/relationships/customXml" Target="../ink/ink1738.xml"/><Relationship Id="rId135" Type="http://schemas.openxmlformats.org/officeDocument/2006/relationships/image" Target="../media/image1739.png"/><Relationship Id="rId151" Type="http://schemas.openxmlformats.org/officeDocument/2006/relationships/image" Target="../media/image1747.png"/><Relationship Id="rId156" Type="http://schemas.openxmlformats.org/officeDocument/2006/relationships/customXml" Target="../ink/ink1751.xml"/><Relationship Id="rId177" Type="http://schemas.openxmlformats.org/officeDocument/2006/relationships/image" Target="../media/image1760.png"/><Relationship Id="rId172" Type="http://schemas.openxmlformats.org/officeDocument/2006/relationships/customXml" Target="../ink/ink1759.xml"/><Relationship Id="rId13" Type="http://schemas.openxmlformats.org/officeDocument/2006/relationships/image" Target="../media/image1678.png"/><Relationship Id="rId18" Type="http://schemas.openxmlformats.org/officeDocument/2006/relationships/customXml" Target="../ink/ink1682.xml"/><Relationship Id="rId39" Type="http://schemas.openxmlformats.org/officeDocument/2006/relationships/image" Target="../media/image1691.png"/><Relationship Id="rId109" Type="http://schemas.openxmlformats.org/officeDocument/2006/relationships/image" Target="../media/image1726.png"/><Relationship Id="rId34" Type="http://schemas.openxmlformats.org/officeDocument/2006/relationships/customXml" Target="../ink/ink1690.xml"/><Relationship Id="rId50" Type="http://schemas.openxmlformats.org/officeDocument/2006/relationships/customXml" Target="../ink/ink1698.xml"/><Relationship Id="rId55" Type="http://schemas.openxmlformats.org/officeDocument/2006/relationships/image" Target="../media/image1699.png"/><Relationship Id="rId76" Type="http://schemas.openxmlformats.org/officeDocument/2006/relationships/customXml" Target="../ink/ink1711.xml"/><Relationship Id="rId97" Type="http://schemas.openxmlformats.org/officeDocument/2006/relationships/image" Target="../media/image1720.png"/><Relationship Id="rId104" Type="http://schemas.openxmlformats.org/officeDocument/2006/relationships/customXml" Target="../ink/ink1725.xml"/><Relationship Id="rId120" Type="http://schemas.openxmlformats.org/officeDocument/2006/relationships/customXml" Target="../ink/ink1733.xml"/><Relationship Id="rId125" Type="http://schemas.openxmlformats.org/officeDocument/2006/relationships/image" Target="../media/image1734.png"/><Relationship Id="rId141" Type="http://schemas.openxmlformats.org/officeDocument/2006/relationships/image" Target="../media/image1742.png"/><Relationship Id="rId146" Type="http://schemas.openxmlformats.org/officeDocument/2006/relationships/customXml" Target="../ink/ink1746.xml"/><Relationship Id="rId167" Type="http://schemas.openxmlformats.org/officeDocument/2006/relationships/image" Target="../media/image1755.png"/><Relationship Id="rId7" Type="http://schemas.openxmlformats.org/officeDocument/2006/relationships/image" Target="../media/image1675.png"/><Relationship Id="rId71" Type="http://schemas.openxmlformats.org/officeDocument/2006/relationships/image" Target="../media/image1707.png"/><Relationship Id="rId92" Type="http://schemas.openxmlformats.org/officeDocument/2006/relationships/customXml" Target="../ink/ink1719.xml"/><Relationship Id="rId162" Type="http://schemas.openxmlformats.org/officeDocument/2006/relationships/customXml" Target="../ink/ink1754.xml"/><Relationship Id="rId2" Type="http://schemas.openxmlformats.org/officeDocument/2006/relationships/customXml" Target="../ink/ink1674.xml"/><Relationship Id="rId29" Type="http://schemas.openxmlformats.org/officeDocument/2006/relationships/image" Target="../media/image1686.png"/><Relationship Id="rId24" Type="http://schemas.openxmlformats.org/officeDocument/2006/relationships/customXml" Target="../ink/ink1685.xml"/><Relationship Id="rId40" Type="http://schemas.openxmlformats.org/officeDocument/2006/relationships/customXml" Target="../ink/ink1693.xml"/><Relationship Id="rId45" Type="http://schemas.openxmlformats.org/officeDocument/2006/relationships/image" Target="../media/image1694.png"/><Relationship Id="rId66" Type="http://schemas.openxmlformats.org/officeDocument/2006/relationships/customXml" Target="../ink/ink1706.xml"/><Relationship Id="rId87" Type="http://schemas.openxmlformats.org/officeDocument/2006/relationships/image" Target="../media/image1715.png"/><Relationship Id="rId110" Type="http://schemas.openxmlformats.org/officeDocument/2006/relationships/customXml" Target="../ink/ink1728.xml"/><Relationship Id="rId115" Type="http://schemas.openxmlformats.org/officeDocument/2006/relationships/image" Target="../media/image1729.png"/><Relationship Id="rId131" Type="http://schemas.openxmlformats.org/officeDocument/2006/relationships/image" Target="../media/image1737.png"/><Relationship Id="rId136" Type="http://schemas.openxmlformats.org/officeDocument/2006/relationships/customXml" Target="../ink/ink1741.xml"/><Relationship Id="rId157" Type="http://schemas.openxmlformats.org/officeDocument/2006/relationships/image" Target="../media/image1750.png"/><Relationship Id="rId61" Type="http://schemas.openxmlformats.org/officeDocument/2006/relationships/image" Target="../media/image1702.png"/><Relationship Id="rId82" Type="http://schemas.openxmlformats.org/officeDocument/2006/relationships/customXml" Target="../ink/ink1714.xml"/><Relationship Id="rId152" Type="http://schemas.openxmlformats.org/officeDocument/2006/relationships/customXml" Target="../ink/ink1749.xml"/><Relationship Id="rId173" Type="http://schemas.openxmlformats.org/officeDocument/2006/relationships/image" Target="../media/image1758.png"/><Relationship Id="rId19" Type="http://schemas.openxmlformats.org/officeDocument/2006/relationships/image" Target="../media/image1681.png"/><Relationship Id="rId14" Type="http://schemas.openxmlformats.org/officeDocument/2006/relationships/customXml" Target="../ink/ink1680.xml"/><Relationship Id="rId30" Type="http://schemas.openxmlformats.org/officeDocument/2006/relationships/customXml" Target="../ink/ink1688.xml"/><Relationship Id="rId35" Type="http://schemas.openxmlformats.org/officeDocument/2006/relationships/image" Target="../media/image1689.png"/><Relationship Id="rId56" Type="http://schemas.openxmlformats.org/officeDocument/2006/relationships/customXml" Target="../ink/ink1701.xml"/><Relationship Id="rId77" Type="http://schemas.openxmlformats.org/officeDocument/2006/relationships/image" Target="../media/image1710.png"/><Relationship Id="rId100" Type="http://schemas.openxmlformats.org/officeDocument/2006/relationships/customXml" Target="../ink/ink1723.xml"/><Relationship Id="rId105" Type="http://schemas.openxmlformats.org/officeDocument/2006/relationships/image" Target="../media/image1724.png"/><Relationship Id="rId126" Type="http://schemas.openxmlformats.org/officeDocument/2006/relationships/customXml" Target="../ink/ink1736.xml"/><Relationship Id="rId147" Type="http://schemas.openxmlformats.org/officeDocument/2006/relationships/image" Target="../media/image1745.png"/><Relationship Id="rId168" Type="http://schemas.openxmlformats.org/officeDocument/2006/relationships/customXml" Target="../ink/ink1757.xml"/><Relationship Id="rId8" Type="http://schemas.openxmlformats.org/officeDocument/2006/relationships/customXml" Target="../ink/ink1677.xml"/><Relationship Id="rId51" Type="http://schemas.openxmlformats.org/officeDocument/2006/relationships/image" Target="../media/image1697.png"/><Relationship Id="rId72" Type="http://schemas.openxmlformats.org/officeDocument/2006/relationships/customXml" Target="../ink/ink1709.xml"/><Relationship Id="rId93" Type="http://schemas.openxmlformats.org/officeDocument/2006/relationships/image" Target="../media/image1718.png"/><Relationship Id="rId98" Type="http://schemas.openxmlformats.org/officeDocument/2006/relationships/customXml" Target="../ink/ink1722.xml"/><Relationship Id="rId121" Type="http://schemas.openxmlformats.org/officeDocument/2006/relationships/image" Target="../media/image1732.png"/><Relationship Id="rId142" Type="http://schemas.openxmlformats.org/officeDocument/2006/relationships/customXml" Target="../ink/ink1744.xml"/><Relationship Id="rId163" Type="http://schemas.openxmlformats.org/officeDocument/2006/relationships/image" Target="../media/image1753.png"/><Relationship Id="rId3" Type="http://schemas.openxmlformats.org/officeDocument/2006/relationships/image" Target="../media/image1673.png"/><Relationship Id="rId25" Type="http://schemas.openxmlformats.org/officeDocument/2006/relationships/image" Target="../media/image1684.png"/><Relationship Id="rId46" Type="http://schemas.openxmlformats.org/officeDocument/2006/relationships/customXml" Target="../ink/ink1696.xml"/><Relationship Id="rId67" Type="http://schemas.openxmlformats.org/officeDocument/2006/relationships/image" Target="../media/image1705.png"/><Relationship Id="rId116" Type="http://schemas.openxmlformats.org/officeDocument/2006/relationships/customXml" Target="../ink/ink1731.xml"/><Relationship Id="rId137" Type="http://schemas.openxmlformats.org/officeDocument/2006/relationships/image" Target="../media/image1740.png"/><Relationship Id="rId158" Type="http://schemas.openxmlformats.org/officeDocument/2006/relationships/customXml" Target="../ink/ink1752.xml"/><Relationship Id="rId20" Type="http://schemas.openxmlformats.org/officeDocument/2006/relationships/customXml" Target="../ink/ink1683.xml"/><Relationship Id="rId41" Type="http://schemas.openxmlformats.org/officeDocument/2006/relationships/image" Target="../media/image1692.png"/><Relationship Id="rId62" Type="http://schemas.openxmlformats.org/officeDocument/2006/relationships/customXml" Target="../ink/ink1704.xml"/><Relationship Id="rId83" Type="http://schemas.openxmlformats.org/officeDocument/2006/relationships/image" Target="../media/image1713.png"/><Relationship Id="rId88" Type="http://schemas.openxmlformats.org/officeDocument/2006/relationships/customXml" Target="../ink/ink1717.xml"/><Relationship Id="rId111" Type="http://schemas.openxmlformats.org/officeDocument/2006/relationships/image" Target="../media/image1727.png"/><Relationship Id="rId132" Type="http://schemas.openxmlformats.org/officeDocument/2006/relationships/customXml" Target="../ink/ink1739.xml"/><Relationship Id="rId153" Type="http://schemas.openxmlformats.org/officeDocument/2006/relationships/image" Target="../media/image1748.png"/><Relationship Id="rId174" Type="http://schemas.openxmlformats.org/officeDocument/2006/relationships/customXml" Target="../ink/ink1760.xml"/><Relationship Id="rId15" Type="http://schemas.openxmlformats.org/officeDocument/2006/relationships/image" Target="../media/image1679.png"/><Relationship Id="rId36" Type="http://schemas.openxmlformats.org/officeDocument/2006/relationships/customXml" Target="../ink/ink1691.xml"/><Relationship Id="rId57" Type="http://schemas.openxmlformats.org/officeDocument/2006/relationships/image" Target="../media/image1700.png"/><Relationship Id="rId106" Type="http://schemas.openxmlformats.org/officeDocument/2006/relationships/customXml" Target="../ink/ink1726.xml"/><Relationship Id="rId127" Type="http://schemas.openxmlformats.org/officeDocument/2006/relationships/image" Target="../media/image1735.png"/><Relationship Id="rId10" Type="http://schemas.openxmlformats.org/officeDocument/2006/relationships/customXml" Target="../ink/ink1678.xml"/><Relationship Id="rId31" Type="http://schemas.openxmlformats.org/officeDocument/2006/relationships/image" Target="../media/image1687.png"/><Relationship Id="rId52" Type="http://schemas.openxmlformats.org/officeDocument/2006/relationships/customXml" Target="../ink/ink1699.xml"/><Relationship Id="rId73" Type="http://schemas.openxmlformats.org/officeDocument/2006/relationships/image" Target="../media/image1708.png"/><Relationship Id="rId78" Type="http://schemas.openxmlformats.org/officeDocument/2006/relationships/customXml" Target="../ink/ink1712.xml"/><Relationship Id="rId94" Type="http://schemas.openxmlformats.org/officeDocument/2006/relationships/customXml" Target="../ink/ink1720.xml"/><Relationship Id="rId99" Type="http://schemas.openxmlformats.org/officeDocument/2006/relationships/image" Target="../media/image1721.png"/><Relationship Id="rId101" Type="http://schemas.openxmlformats.org/officeDocument/2006/relationships/image" Target="../media/image1722.png"/><Relationship Id="rId122" Type="http://schemas.openxmlformats.org/officeDocument/2006/relationships/customXml" Target="../ink/ink1734.xml"/><Relationship Id="rId143" Type="http://schemas.openxmlformats.org/officeDocument/2006/relationships/image" Target="../media/image1743.png"/><Relationship Id="rId148" Type="http://schemas.openxmlformats.org/officeDocument/2006/relationships/customXml" Target="../ink/ink1747.xml"/><Relationship Id="rId164" Type="http://schemas.openxmlformats.org/officeDocument/2006/relationships/customXml" Target="../ink/ink1755.xml"/><Relationship Id="rId169" Type="http://schemas.openxmlformats.org/officeDocument/2006/relationships/image" Target="../media/image1756.png"/><Relationship Id="rId4" Type="http://schemas.openxmlformats.org/officeDocument/2006/relationships/customXml" Target="../ink/ink1675.xml"/><Relationship Id="rId9" Type="http://schemas.openxmlformats.org/officeDocument/2006/relationships/image" Target="../media/image1676.png"/><Relationship Id="rId26" Type="http://schemas.openxmlformats.org/officeDocument/2006/relationships/customXml" Target="../ink/ink1686.xml"/><Relationship Id="rId47" Type="http://schemas.openxmlformats.org/officeDocument/2006/relationships/image" Target="../media/image1695.png"/><Relationship Id="rId68" Type="http://schemas.openxmlformats.org/officeDocument/2006/relationships/customXml" Target="../ink/ink1707.xml"/><Relationship Id="rId89" Type="http://schemas.openxmlformats.org/officeDocument/2006/relationships/image" Target="../media/image1716.png"/><Relationship Id="rId112" Type="http://schemas.openxmlformats.org/officeDocument/2006/relationships/customXml" Target="../ink/ink1729.xml"/><Relationship Id="rId133" Type="http://schemas.openxmlformats.org/officeDocument/2006/relationships/image" Target="../media/image1738.png"/><Relationship Id="rId154" Type="http://schemas.openxmlformats.org/officeDocument/2006/relationships/customXml" Target="../ink/ink1750.xml"/><Relationship Id="rId175" Type="http://schemas.openxmlformats.org/officeDocument/2006/relationships/image" Target="../media/image1759.png"/><Relationship Id="rId16" Type="http://schemas.openxmlformats.org/officeDocument/2006/relationships/customXml" Target="../ink/ink1681.xml"/><Relationship Id="rId37" Type="http://schemas.openxmlformats.org/officeDocument/2006/relationships/image" Target="../media/image1690.png"/><Relationship Id="rId58" Type="http://schemas.openxmlformats.org/officeDocument/2006/relationships/customXml" Target="../ink/ink1702.xml"/><Relationship Id="rId79" Type="http://schemas.openxmlformats.org/officeDocument/2006/relationships/image" Target="../media/image1711.png"/><Relationship Id="rId102" Type="http://schemas.openxmlformats.org/officeDocument/2006/relationships/customXml" Target="../ink/ink1724.xml"/><Relationship Id="rId123" Type="http://schemas.openxmlformats.org/officeDocument/2006/relationships/image" Target="../media/image1733.png"/><Relationship Id="rId144" Type="http://schemas.openxmlformats.org/officeDocument/2006/relationships/customXml" Target="../ink/ink1745.xml"/><Relationship Id="rId90" Type="http://schemas.openxmlformats.org/officeDocument/2006/relationships/customXml" Target="../ink/ink1718.xml"/><Relationship Id="rId165" Type="http://schemas.openxmlformats.org/officeDocument/2006/relationships/image" Target="../media/image1754.png"/><Relationship Id="rId27" Type="http://schemas.openxmlformats.org/officeDocument/2006/relationships/image" Target="../media/image1685.png"/><Relationship Id="rId48" Type="http://schemas.openxmlformats.org/officeDocument/2006/relationships/customXml" Target="../ink/ink1697.xml"/><Relationship Id="rId69" Type="http://schemas.openxmlformats.org/officeDocument/2006/relationships/image" Target="../media/image1706.png"/><Relationship Id="rId113" Type="http://schemas.openxmlformats.org/officeDocument/2006/relationships/image" Target="../media/image1728.png"/><Relationship Id="rId134" Type="http://schemas.openxmlformats.org/officeDocument/2006/relationships/customXml" Target="../ink/ink1740.xml"/><Relationship Id="rId80" Type="http://schemas.openxmlformats.org/officeDocument/2006/relationships/customXml" Target="../ink/ink1713.xml"/><Relationship Id="rId155" Type="http://schemas.openxmlformats.org/officeDocument/2006/relationships/image" Target="../media/image1749.png"/><Relationship Id="rId176" Type="http://schemas.openxmlformats.org/officeDocument/2006/relationships/customXml" Target="../ink/ink1761.xml"/><Relationship Id="rId17" Type="http://schemas.openxmlformats.org/officeDocument/2006/relationships/image" Target="../media/image1680.png"/><Relationship Id="rId38" Type="http://schemas.openxmlformats.org/officeDocument/2006/relationships/customXml" Target="../ink/ink1692.xml"/><Relationship Id="rId59" Type="http://schemas.openxmlformats.org/officeDocument/2006/relationships/image" Target="../media/image1701.png"/><Relationship Id="rId103" Type="http://schemas.openxmlformats.org/officeDocument/2006/relationships/image" Target="../media/image1723.png"/><Relationship Id="rId124" Type="http://schemas.openxmlformats.org/officeDocument/2006/relationships/customXml" Target="../ink/ink1735.xml"/><Relationship Id="rId70" Type="http://schemas.openxmlformats.org/officeDocument/2006/relationships/customXml" Target="../ink/ink1708.xml"/><Relationship Id="rId91" Type="http://schemas.openxmlformats.org/officeDocument/2006/relationships/image" Target="../media/image1717.png"/><Relationship Id="rId145" Type="http://schemas.openxmlformats.org/officeDocument/2006/relationships/image" Target="../media/image1744.png"/><Relationship Id="rId166" Type="http://schemas.openxmlformats.org/officeDocument/2006/relationships/customXml" Target="../ink/ink175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8.png"/><Relationship Id="rId21" Type="http://schemas.openxmlformats.org/officeDocument/2006/relationships/image" Target="../media/image1770.png"/><Relationship Id="rId42" Type="http://schemas.openxmlformats.org/officeDocument/2006/relationships/customXml" Target="../ink/ink1782.xml"/><Relationship Id="rId63" Type="http://schemas.openxmlformats.org/officeDocument/2006/relationships/image" Target="../media/image1791.png"/><Relationship Id="rId84" Type="http://schemas.openxmlformats.org/officeDocument/2006/relationships/customXml" Target="../ink/ink1803.xml"/><Relationship Id="rId138" Type="http://schemas.openxmlformats.org/officeDocument/2006/relationships/customXml" Target="../ink/ink1830.xml"/><Relationship Id="rId159" Type="http://schemas.openxmlformats.org/officeDocument/2006/relationships/image" Target="../media/image1839.png"/><Relationship Id="rId170" Type="http://schemas.openxmlformats.org/officeDocument/2006/relationships/customXml" Target="../ink/ink1846.xml"/><Relationship Id="rId191" Type="http://schemas.openxmlformats.org/officeDocument/2006/relationships/image" Target="../media/image1855.png"/><Relationship Id="rId205" Type="http://schemas.openxmlformats.org/officeDocument/2006/relationships/image" Target="../media/image1862.png"/><Relationship Id="rId107" Type="http://schemas.openxmlformats.org/officeDocument/2006/relationships/image" Target="../media/image1813.png"/><Relationship Id="rId11" Type="http://schemas.openxmlformats.org/officeDocument/2006/relationships/image" Target="../media/image1765.png"/><Relationship Id="rId32" Type="http://schemas.openxmlformats.org/officeDocument/2006/relationships/customXml" Target="../ink/ink1777.xml"/><Relationship Id="rId53" Type="http://schemas.openxmlformats.org/officeDocument/2006/relationships/image" Target="../media/image1786.png"/><Relationship Id="rId74" Type="http://schemas.openxmlformats.org/officeDocument/2006/relationships/customXml" Target="../ink/ink1798.xml"/><Relationship Id="rId128" Type="http://schemas.openxmlformats.org/officeDocument/2006/relationships/customXml" Target="../ink/ink1825.xml"/><Relationship Id="rId149" Type="http://schemas.openxmlformats.org/officeDocument/2006/relationships/image" Target="../media/image1834.png"/><Relationship Id="rId5" Type="http://schemas.openxmlformats.org/officeDocument/2006/relationships/image" Target="../media/image1762.png"/><Relationship Id="rId95" Type="http://schemas.openxmlformats.org/officeDocument/2006/relationships/image" Target="../media/image1807.png"/><Relationship Id="rId160" Type="http://schemas.openxmlformats.org/officeDocument/2006/relationships/customXml" Target="../ink/ink1841.xml"/><Relationship Id="rId181" Type="http://schemas.openxmlformats.org/officeDocument/2006/relationships/image" Target="../media/image1850.png"/><Relationship Id="rId22" Type="http://schemas.openxmlformats.org/officeDocument/2006/relationships/customXml" Target="../ink/ink1772.xml"/><Relationship Id="rId43" Type="http://schemas.openxmlformats.org/officeDocument/2006/relationships/image" Target="../media/image1781.png"/><Relationship Id="rId64" Type="http://schemas.openxmlformats.org/officeDocument/2006/relationships/customXml" Target="../ink/ink1793.xml"/><Relationship Id="rId118" Type="http://schemas.openxmlformats.org/officeDocument/2006/relationships/customXml" Target="../ink/ink1820.xml"/><Relationship Id="rId139" Type="http://schemas.openxmlformats.org/officeDocument/2006/relationships/image" Target="../media/image1829.png"/><Relationship Id="rId85" Type="http://schemas.openxmlformats.org/officeDocument/2006/relationships/image" Target="../media/image1802.png"/><Relationship Id="rId150" Type="http://schemas.openxmlformats.org/officeDocument/2006/relationships/customXml" Target="../ink/ink1836.xml"/><Relationship Id="rId171" Type="http://schemas.openxmlformats.org/officeDocument/2006/relationships/image" Target="../media/image1845.png"/><Relationship Id="rId192" Type="http://schemas.openxmlformats.org/officeDocument/2006/relationships/customXml" Target="../ink/ink1857.xml"/><Relationship Id="rId206" Type="http://schemas.openxmlformats.org/officeDocument/2006/relationships/customXml" Target="../ink/ink1864.xml"/><Relationship Id="rId12" Type="http://schemas.openxmlformats.org/officeDocument/2006/relationships/customXml" Target="../ink/ink1767.xml"/><Relationship Id="rId33" Type="http://schemas.openxmlformats.org/officeDocument/2006/relationships/image" Target="../media/image1776.png"/><Relationship Id="rId108" Type="http://schemas.openxmlformats.org/officeDocument/2006/relationships/customXml" Target="../ink/ink1815.xml"/><Relationship Id="rId129" Type="http://schemas.openxmlformats.org/officeDocument/2006/relationships/image" Target="../media/image1824.png"/><Relationship Id="rId54" Type="http://schemas.openxmlformats.org/officeDocument/2006/relationships/customXml" Target="../ink/ink1788.xml"/><Relationship Id="rId75" Type="http://schemas.openxmlformats.org/officeDocument/2006/relationships/image" Target="../media/image1797.png"/><Relationship Id="rId96" Type="http://schemas.openxmlformats.org/officeDocument/2006/relationships/customXml" Target="../ink/ink1809.xml"/><Relationship Id="rId140" Type="http://schemas.openxmlformats.org/officeDocument/2006/relationships/customXml" Target="../ink/ink1831.xml"/><Relationship Id="rId161" Type="http://schemas.openxmlformats.org/officeDocument/2006/relationships/image" Target="../media/image1840.png"/><Relationship Id="rId182" Type="http://schemas.openxmlformats.org/officeDocument/2006/relationships/customXml" Target="../ink/ink1852.xml"/><Relationship Id="rId6" Type="http://schemas.openxmlformats.org/officeDocument/2006/relationships/customXml" Target="../ink/ink1764.xml"/><Relationship Id="rId23" Type="http://schemas.openxmlformats.org/officeDocument/2006/relationships/image" Target="../media/image1771.png"/><Relationship Id="rId119" Type="http://schemas.openxmlformats.org/officeDocument/2006/relationships/image" Target="../media/image1819.png"/><Relationship Id="rId44" Type="http://schemas.openxmlformats.org/officeDocument/2006/relationships/customXml" Target="../ink/ink1783.xml"/><Relationship Id="rId65" Type="http://schemas.openxmlformats.org/officeDocument/2006/relationships/image" Target="../media/image1792.png"/><Relationship Id="rId86" Type="http://schemas.openxmlformats.org/officeDocument/2006/relationships/customXml" Target="../ink/ink1804.xml"/><Relationship Id="rId130" Type="http://schemas.openxmlformats.org/officeDocument/2006/relationships/customXml" Target="../ink/ink1826.xml"/><Relationship Id="rId151" Type="http://schemas.openxmlformats.org/officeDocument/2006/relationships/image" Target="../media/image1835.png"/><Relationship Id="rId172" Type="http://schemas.openxmlformats.org/officeDocument/2006/relationships/customXml" Target="../ink/ink1847.xml"/><Relationship Id="rId193" Type="http://schemas.openxmlformats.org/officeDocument/2006/relationships/image" Target="../media/image1856.png"/><Relationship Id="rId207" Type="http://schemas.openxmlformats.org/officeDocument/2006/relationships/image" Target="../media/image1863.png"/><Relationship Id="rId13" Type="http://schemas.openxmlformats.org/officeDocument/2006/relationships/image" Target="../media/image1766.png"/><Relationship Id="rId109" Type="http://schemas.openxmlformats.org/officeDocument/2006/relationships/image" Target="../media/image1814.png"/><Relationship Id="rId34" Type="http://schemas.openxmlformats.org/officeDocument/2006/relationships/customXml" Target="../ink/ink1778.xml"/><Relationship Id="rId55" Type="http://schemas.openxmlformats.org/officeDocument/2006/relationships/image" Target="../media/image1787.png"/><Relationship Id="rId76" Type="http://schemas.openxmlformats.org/officeDocument/2006/relationships/customXml" Target="../ink/ink1799.xml"/><Relationship Id="rId97" Type="http://schemas.openxmlformats.org/officeDocument/2006/relationships/image" Target="../media/image1808.png"/><Relationship Id="rId120" Type="http://schemas.openxmlformats.org/officeDocument/2006/relationships/customXml" Target="../ink/ink1821.xml"/><Relationship Id="rId141" Type="http://schemas.openxmlformats.org/officeDocument/2006/relationships/image" Target="../media/image1830.png"/><Relationship Id="rId7" Type="http://schemas.openxmlformats.org/officeDocument/2006/relationships/image" Target="../media/image1763.png"/><Relationship Id="rId162" Type="http://schemas.openxmlformats.org/officeDocument/2006/relationships/customXml" Target="../ink/ink1842.xml"/><Relationship Id="rId183" Type="http://schemas.openxmlformats.org/officeDocument/2006/relationships/image" Target="../media/image1851.png"/><Relationship Id="rId24" Type="http://schemas.openxmlformats.org/officeDocument/2006/relationships/customXml" Target="../ink/ink1773.xml"/><Relationship Id="rId40" Type="http://schemas.openxmlformats.org/officeDocument/2006/relationships/customXml" Target="../ink/ink1781.xml"/><Relationship Id="rId45" Type="http://schemas.openxmlformats.org/officeDocument/2006/relationships/image" Target="../media/image1782.png"/><Relationship Id="rId66" Type="http://schemas.openxmlformats.org/officeDocument/2006/relationships/customXml" Target="../ink/ink1794.xml"/><Relationship Id="rId87" Type="http://schemas.openxmlformats.org/officeDocument/2006/relationships/image" Target="../media/image1803.png"/><Relationship Id="rId110" Type="http://schemas.openxmlformats.org/officeDocument/2006/relationships/customXml" Target="../ink/ink1816.xml"/><Relationship Id="rId115" Type="http://schemas.openxmlformats.org/officeDocument/2006/relationships/image" Target="../media/image1817.png"/><Relationship Id="rId131" Type="http://schemas.openxmlformats.org/officeDocument/2006/relationships/image" Target="../media/image1825.png"/><Relationship Id="rId136" Type="http://schemas.openxmlformats.org/officeDocument/2006/relationships/customXml" Target="../ink/ink1829.xml"/><Relationship Id="rId157" Type="http://schemas.openxmlformats.org/officeDocument/2006/relationships/image" Target="../media/image1838.png"/><Relationship Id="rId178" Type="http://schemas.openxmlformats.org/officeDocument/2006/relationships/customXml" Target="../ink/ink1850.xml"/><Relationship Id="rId61" Type="http://schemas.openxmlformats.org/officeDocument/2006/relationships/image" Target="../media/image1790.png"/><Relationship Id="rId82" Type="http://schemas.openxmlformats.org/officeDocument/2006/relationships/customXml" Target="../ink/ink1802.xml"/><Relationship Id="rId152" Type="http://schemas.openxmlformats.org/officeDocument/2006/relationships/customXml" Target="../ink/ink1837.xml"/><Relationship Id="rId173" Type="http://schemas.openxmlformats.org/officeDocument/2006/relationships/image" Target="../media/image1846.png"/><Relationship Id="rId194" Type="http://schemas.openxmlformats.org/officeDocument/2006/relationships/customXml" Target="../ink/ink1858.xml"/><Relationship Id="rId199" Type="http://schemas.openxmlformats.org/officeDocument/2006/relationships/image" Target="../media/image1859.png"/><Relationship Id="rId203" Type="http://schemas.openxmlformats.org/officeDocument/2006/relationships/image" Target="../media/image1861.png"/><Relationship Id="rId19" Type="http://schemas.openxmlformats.org/officeDocument/2006/relationships/image" Target="../media/image1769.png"/><Relationship Id="rId14" Type="http://schemas.openxmlformats.org/officeDocument/2006/relationships/customXml" Target="../ink/ink1768.xml"/><Relationship Id="rId30" Type="http://schemas.openxmlformats.org/officeDocument/2006/relationships/customXml" Target="../ink/ink1776.xml"/><Relationship Id="rId35" Type="http://schemas.openxmlformats.org/officeDocument/2006/relationships/image" Target="../media/image1777.png"/><Relationship Id="rId56" Type="http://schemas.openxmlformats.org/officeDocument/2006/relationships/customXml" Target="../ink/ink1789.xml"/><Relationship Id="rId77" Type="http://schemas.openxmlformats.org/officeDocument/2006/relationships/image" Target="../media/image1798.png"/><Relationship Id="rId100" Type="http://schemas.openxmlformats.org/officeDocument/2006/relationships/customXml" Target="../ink/ink1811.xml"/><Relationship Id="rId105" Type="http://schemas.openxmlformats.org/officeDocument/2006/relationships/image" Target="../media/image1812.png"/><Relationship Id="rId126" Type="http://schemas.openxmlformats.org/officeDocument/2006/relationships/customXml" Target="../ink/ink1824.xml"/><Relationship Id="rId147" Type="http://schemas.openxmlformats.org/officeDocument/2006/relationships/image" Target="../media/image1833.png"/><Relationship Id="rId168" Type="http://schemas.openxmlformats.org/officeDocument/2006/relationships/customXml" Target="../ink/ink1845.xml"/><Relationship Id="rId8" Type="http://schemas.openxmlformats.org/officeDocument/2006/relationships/customXml" Target="../ink/ink1765.xml"/><Relationship Id="rId51" Type="http://schemas.openxmlformats.org/officeDocument/2006/relationships/image" Target="../media/image1785.png"/><Relationship Id="rId72" Type="http://schemas.openxmlformats.org/officeDocument/2006/relationships/customXml" Target="../ink/ink1797.xml"/><Relationship Id="rId93" Type="http://schemas.openxmlformats.org/officeDocument/2006/relationships/image" Target="../media/image1806.png"/><Relationship Id="rId98" Type="http://schemas.openxmlformats.org/officeDocument/2006/relationships/customXml" Target="../ink/ink1810.xml"/><Relationship Id="rId121" Type="http://schemas.openxmlformats.org/officeDocument/2006/relationships/image" Target="../media/image1820.png"/><Relationship Id="rId142" Type="http://schemas.openxmlformats.org/officeDocument/2006/relationships/customXml" Target="../ink/ink1832.xml"/><Relationship Id="rId163" Type="http://schemas.openxmlformats.org/officeDocument/2006/relationships/image" Target="../media/image1841.png"/><Relationship Id="rId184" Type="http://schemas.openxmlformats.org/officeDocument/2006/relationships/customXml" Target="../ink/ink1853.xml"/><Relationship Id="rId189" Type="http://schemas.openxmlformats.org/officeDocument/2006/relationships/image" Target="../media/image1854.png"/><Relationship Id="rId3" Type="http://schemas.openxmlformats.org/officeDocument/2006/relationships/image" Target="../media/image1761.png"/><Relationship Id="rId25" Type="http://schemas.openxmlformats.org/officeDocument/2006/relationships/image" Target="../media/image1772.png"/><Relationship Id="rId46" Type="http://schemas.openxmlformats.org/officeDocument/2006/relationships/customXml" Target="../ink/ink1784.xml"/><Relationship Id="rId67" Type="http://schemas.openxmlformats.org/officeDocument/2006/relationships/image" Target="../media/image1793.png"/><Relationship Id="rId116" Type="http://schemas.openxmlformats.org/officeDocument/2006/relationships/customXml" Target="../ink/ink1819.xml"/><Relationship Id="rId137" Type="http://schemas.openxmlformats.org/officeDocument/2006/relationships/image" Target="../media/image1828.png"/><Relationship Id="rId158" Type="http://schemas.openxmlformats.org/officeDocument/2006/relationships/customXml" Target="../ink/ink1840.xml"/><Relationship Id="rId20" Type="http://schemas.openxmlformats.org/officeDocument/2006/relationships/customXml" Target="../ink/ink1771.xml"/><Relationship Id="rId41" Type="http://schemas.openxmlformats.org/officeDocument/2006/relationships/image" Target="../media/image1780.png"/><Relationship Id="rId62" Type="http://schemas.openxmlformats.org/officeDocument/2006/relationships/customXml" Target="../ink/ink1792.xml"/><Relationship Id="rId83" Type="http://schemas.openxmlformats.org/officeDocument/2006/relationships/image" Target="../media/image1801.png"/><Relationship Id="rId88" Type="http://schemas.openxmlformats.org/officeDocument/2006/relationships/customXml" Target="../ink/ink1805.xml"/><Relationship Id="rId111" Type="http://schemas.openxmlformats.org/officeDocument/2006/relationships/image" Target="../media/image1815.png"/><Relationship Id="rId132" Type="http://schemas.openxmlformats.org/officeDocument/2006/relationships/customXml" Target="../ink/ink1827.xml"/><Relationship Id="rId153" Type="http://schemas.openxmlformats.org/officeDocument/2006/relationships/image" Target="../media/image1836.png"/><Relationship Id="rId174" Type="http://schemas.openxmlformats.org/officeDocument/2006/relationships/customXml" Target="../ink/ink1848.xml"/><Relationship Id="rId179" Type="http://schemas.openxmlformats.org/officeDocument/2006/relationships/image" Target="../media/image1849.png"/><Relationship Id="rId195" Type="http://schemas.openxmlformats.org/officeDocument/2006/relationships/image" Target="../media/image1857.png"/><Relationship Id="rId190" Type="http://schemas.openxmlformats.org/officeDocument/2006/relationships/customXml" Target="../ink/ink1856.xml"/><Relationship Id="rId204" Type="http://schemas.openxmlformats.org/officeDocument/2006/relationships/customXml" Target="../ink/ink1863.xml"/><Relationship Id="rId15" Type="http://schemas.openxmlformats.org/officeDocument/2006/relationships/image" Target="../media/image1767.png"/><Relationship Id="rId36" Type="http://schemas.openxmlformats.org/officeDocument/2006/relationships/customXml" Target="../ink/ink1779.xml"/><Relationship Id="rId57" Type="http://schemas.openxmlformats.org/officeDocument/2006/relationships/image" Target="../media/image1788.png"/><Relationship Id="rId106" Type="http://schemas.openxmlformats.org/officeDocument/2006/relationships/customXml" Target="../ink/ink1814.xml"/><Relationship Id="rId127" Type="http://schemas.openxmlformats.org/officeDocument/2006/relationships/image" Target="../media/image1823.png"/><Relationship Id="rId10" Type="http://schemas.openxmlformats.org/officeDocument/2006/relationships/customXml" Target="../ink/ink1766.xml"/><Relationship Id="rId31" Type="http://schemas.openxmlformats.org/officeDocument/2006/relationships/image" Target="../media/image1775.png"/><Relationship Id="rId52" Type="http://schemas.openxmlformats.org/officeDocument/2006/relationships/customXml" Target="../ink/ink1787.xml"/><Relationship Id="rId73" Type="http://schemas.openxmlformats.org/officeDocument/2006/relationships/image" Target="../media/image1796.png"/><Relationship Id="rId78" Type="http://schemas.openxmlformats.org/officeDocument/2006/relationships/customXml" Target="../ink/ink1800.xml"/><Relationship Id="rId94" Type="http://schemas.openxmlformats.org/officeDocument/2006/relationships/customXml" Target="../ink/ink1808.xml"/><Relationship Id="rId99" Type="http://schemas.openxmlformats.org/officeDocument/2006/relationships/image" Target="../media/image1809.png"/><Relationship Id="rId101" Type="http://schemas.openxmlformats.org/officeDocument/2006/relationships/image" Target="../media/image1810.png"/><Relationship Id="rId122" Type="http://schemas.openxmlformats.org/officeDocument/2006/relationships/customXml" Target="../ink/ink1822.xml"/><Relationship Id="rId143" Type="http://schemas.openxmlformats.org/officeDocument/2006/relationships/image" Target="../media/image1831.png"/><Relationship Id="rId148" Type="http://schemas.openxmlformats.org/officeDocument/2006/relationships/customXml" Target="../ink/ink1835.xml"/><Relationship Id="rId164" Type="http://schemas.openxmlformats.org/officeDocument/2006/relationships/customXml" Target="../ink/ink1843.xml"/><Relationship Id="rId169" Type="http://schemas.openxmlformats.org/officeDocument/2006/relationships/image" Target="../media/image1844.png"/><Relationship Id="rId185" Type="http://schemas.openxmlformats.org/officeDocument/2006/relationships/image" Target="../media/image1852.png"/><Relationship Id="rId4" Type="http://schemas.openxmlformats.org/officeDocument/2006/relationships/customXml" Target="../ink/ink1763.xml"/><Relationship Id="rId9" Type="http://schemas.openxmlformats.org/officeDocument/2006/relationships/image" Target="../media/image1764.png"/><Relationship Id="rId180" Type="http://schemas.openxmlformats.org/officeDocument/2006/relationships/customXml" Target="../ink/ink1851.xml"/><Relationship Id="rId26" Type="http://schemas.openxmlformats.org/officeDocument/2006/relationships/customXml" Target="../ink/ink1774.xml"/><Relationship Id="rId47" Type="http://schemas.openxmlformats.org/officeDocument/2006/relationships/image" Target="../media/image1783.png"/><Relationship Id="rId68" Type="http://schemas.openxmlformats.org/officeDocument/2006/relationships/customXml" Target="../ink/ink1795.xml"/><Relationship Id="rId89" Type="http://schemas.openxmlformats.org/officeDocument/2006/relationships/image" Target="../media/image1804.png"/><Relationship Id="rId112" Type="http://schemas.openxmlformats.org/officeDocument/2006/relationships/customXml" Target="../ink/ink1817.xml"/><Relationship Id="rId133" Type="http://schemas.openxmlformats.org/officeDocument/2006/relationships/image" Target="../media/image1826.png"/><Relationship Id="rId154" Type="http://schemas.openxmlformats.org/officeDocument/2006/relationships/customXml" Target="../ink/ink1838.xml"/><Relationship Id="rId175" Type="http://schemas.openxmlformats.org/officeDocument/2006/relationships/image" Target="../media/image1847.png"/><Relationship Id="rId196" Type="http://schemas.openxmlformats.org/officeDocument/2006/relationships/customXml" Target="../ink/ink1859.xml"/><Relationship Id="rId200" Type="http://schemas.openxmlformats.org/officeDocument/2006/relationships/customXml" Target="../ink/ink1861.xml"/><Relationship Id="rId16" Type="http://schemas.openxmlformats.org/officeDocument/2006/relationships/customXml" Target="../ink/ink1769.xml"/><Relationship Id="rId37" Type="http://schemas.openxmlformats.org/officeDocument/2006/relationships/image" Target="../media/image1778.png"/><Relationship Id="rId58" Type="http://schemas.openxmlformats.org/officeDocument/2006/relationships/customXml" Target="../ink/ink1790.xml"/><Relationship Id="rId79" Type="http://schemas.openxmlformats.org/officeDocument/2006/relationships/image" Target="../media/image1799.png"/><Relationship Id="rId102" Type="http://schemas.openxmlformats.org/officeDocument/2006/relationships/customXml" Target="../ink/ink1812.xml"/><Relationship Id="rId123" Type="http://schemas.openxmlformats.org/officeDocument/2006/relationships/image" Target="../media/image1821.png"/><Relationship Id="rId144" Type="http://schemas.openxmlformats.org/officeDocument/2006/relationships/customXml" Target="../ink/ink1833.xml"/><Relationship Id="rId90" Type="http://schemas.openxmlformats.org/officeDocument/2006/relationships/customXml" Target="../ink/ink1806.xml"/><Relationship Id="rId165" Type="http://schemas.openxmlformats.org/officeDocument/2006/relationships/image" Target="../media/image1842.png"/><Relationship Id="rId186" Type="http://schemas.openxmlformats.org/officeDocument/2006/relationships/customXml" Target="../ink/ink1854.xml"/><Relationship Id="rId27" Type="http://schemas.openxmlformats.org/officeDocument/2006/relationships/image" Target="../media/image1773.png"/><Relationship Id="rId48" Type="http://schemas.openxmlformats.org/officeDocument/2006/relationships/customXml" Target="../ink/ink1785.xml"/><Relationship Id="rId69" Type="http://schemas.openxmlformats.org/officeDocument/2006/relationships/image" Target="../media/image1794.png"/><Relationship Id="rId113" Type="http://schemas.openxmlformats.org/officeDocument/2006/relationships/image" Target="../media/image1816.png"/><Relationship Id="rId134" Type="http://schemas.openxmlformats.org/officeDocument/2006/relationships/customXml" Target="../ink/ink1828.xml"/><Relationship Id="rId80" Type="http://schemas.openxmlformats.org/officeDocument/2006/relationships/customXml" Target="../ink/ink1801.xml"/><Relationship Id="rId155" Type="http://schemas.openxmlformats.org/officeDocument/2006/relationships/image" Target="../media/image1837.png"/><Relationship Id="rId176" Type="http://schemas.openxmlformats.org/officeDocument/2006/relationships/customXml" Target="../ink/ink1849.xml"/><Relationship Id="rId197" Type="http://schemas.openxmlformats.org/officeDocument/2006/relationships/image" Target="../media/image1858.png"/><Relationship Id="rId201" Type="http://schemas.openxmlformats.org/officeDocument/2006/relationships/image" Target="../media/image1860.png"/><Relationship Id="rId17" Type="http://schemas.openxmlformats.org/officeDocument/2006/relationships/image" Target="../media/image1768.png"/><Relationship Id="rId38" Type="http://schemas.openxmlformats.org/officeDocument/2006/relationships/customXml" Target="../ink/ink1780.xml"/><Relationship Id="rId59" Type="http://schemas.openxmlformats.org/officeDocument/2006/relationships/image" Target="../media/image1789.png"/><Relationship Id="rId103" Type="http://schemas.openxmlformats.org/officeDocument/2006/relationships/image" Target="../media/image1811.png"/><Relationship Id="rId124" Type="http://schemas.openxmlformats.org/officeDocument/2006/relationships/customXml" Target="../ink/ink1823.xml"/><Relationship Id="rId70" Type="http://schemas.openxmlformats.org/officeDocument/2006/relationships/customXml" Target="../ink/ink1796.xml"/><Relationship Id="rId91" Type="http://schemas.openxmlformats.org/officeDocument/2006/relationships/image" Target="../media/image1805.png"/><Relationship Id="rId145" Type="http://schemas.openxmlformats.org/officeDocument/2006/relationships/image" Target="../media/image1832.png"/><Relationship Id="rId166" Type="http://schemas.openxmlformats.org/officeDocument/2006/relationships/customXml" Target="../ink/ink1844.xml"/><Relationship Id="rId187" Type="http://schemas.openxmlformats.org/officeDocument/2006/relationships/image" Target="../media/image185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775.xml"/><Relationship Id="rId49" Type="http://schemas.openxmlformats.org/officeDocument/2006/relationships/image" Target="../media/image1784.png"/><Relationship Id="rId114" Type="http://schemas.openxmlformats.org/officeDocument/2006/relationships/customXml" Target="../ink/ink1818.xml"/><Relationship Id="rId60" Type="http://schemas.openxmlformats.org/officeDocument/2006/relationships/customXml" Target="../ink/ink1791.xml"/><Relationship Id="rId81" Type="http://schemas.openxmlformats.org/officeDocument/2006/relationships/image" Target="../media/image1800.png"/><Relationship Id="rId135" Type="http://schemas.openxmlformats.org/officeDocument/2006/relationships/image" Target="../media/image1827.png"/><Relationship Id="rId156" Type="http://schemas.openxmlformats.org/officeDocument/2006/relationships/customXml" Target="../ink/ink1839.xml"/><Relationship Id="rId177" Type="http://schemas.openxmlformats.org/officeDocument/2006/relationships/image" Target="../media/image1848.png"/><Relationship Id="rId198" Type="http://schemas.openxmlformats.org/officeDocument/2006/relationships/customXml" Target="../ink/ink1860.xml"/><Relationship Id="rId202" Type="http://schemas.openxmlformats.org/officeDocument/2006/relationships/customXml" Target="../ink/ink1862.xml"/><Relationship Id="rId18" Type="http://schemas.openxmlformats.org/officeDocument/2006/relationships/customXml" Target="../ink/ink1770.xml"/><Relationship Id="rId39" Type="http://schemas.openxmlformats.org/officeDocument/2006/relationships/image" Target="../media/image1779.png"/><Relationship Id="rId50" Type="http://schemas.openxmlformats.org/officeDocument/2006/relationships/customXml" Target="../ink/ink1786.xml"/><Relationship Id="rId104" Type="http://schemas.openxmlformats.org/officeDocument/2006/relationships/customXml" Target="../ink/ink1813.xml"/><Relationship Id="rId125" Type="http://schemas.openxmlformats.org/officeDocument/2006/relationships/image" Target="../media/image1822.png"/><Relationship Id="rId146" Type="http://schemas.openxmlformats.org/officeDocument/2006/relationships/customXml" Target="../ink/ink1834.xml"/><Relationship Id="rId167" Type="http://schemas.openxmlformats.org/officeDocument/2006/relationships/image" Target="../media/image1843.png"/><Relationship Id="rId188" Type="http://schemas.openxmlformats.org/officeDocument/2006/relationships/customXml" Target="../ink/ink1855.xml"/><Relationship Id="rId71" Type="http://schemas.openxmlformats.org/officeDocument/2006/relationships/image" Target="../media/image1795.png"/><Relationship Id="rId92" Type="http://schemas.openxmlformats.org/officeDocument/2006/relationships/customXml" Target="../ink/ink1807.xml"/><Relationship Id="rId2" Type="http://schemas.openxmlformats.org/officeDocument/2006/relationships/customXml" Target="../ink/ink1762.xml"/><Relationship Id="rId29" Type="http://schemas.openxmlformats.org/officeDocument/2006/relationships/image" Target="../media/image1774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21.png"/><Relationship Id="rId21" Type="http://schemas.openxmlformats.org/officeDocument/2006/relationships/image" Target="../media/image1873.png"/><Relationship Id="rId42" Type="http://schemas.openxmlformats.org/officeDocument/2006/relationships/customXml" Target="../ink/ink1885.xml"/><Relationship Id="rId63" Type="http://schemas.openxmlformats.org/officeDocument/2006/relationships/image" Target="../media/image1894.png"/><Relationship Id="rId84" Type="http://schemas.openxmlformats.org/officeDocument/2006/relationships/customXml" Target="../ink/ink1906.xml"/><Relationship Id="rId16" Type="http://schemas.openxmlformats.org/officeDocument/2006/relationships/customXml" Target="../ink/ink1872.xml"/><Relationship Id="rId107" Type="http://schemas.openxmlformats.org/officeDocument/2006/relationships/image" Target="../media/image1916.png"/><Relationship Id="rId11" Type="http://schemas.openxmlformats.org/officeDocument/2006/relationships/image" Target="../media/image1868.png"/><Relationship Id="rId32" Type="http://schemas.openxmlformats.org/officeDocument/2006/relationships/customXml" Target="../ink/ink1880.xml"/><Relationship Id="rId37" Type="http://schemas.openxmlformats.org/officeDocument/2006/relationships/image" Target="../media/image1881.png"/><Relationship Id="rId53" Type="http://schemas.openxmlformats.org/officeDocument/2006/relationships/image" Target="../media/image1889.png"/><Relationship Id="rId58" Type="http://schemas.openxmlformats.org/officeDocument/2006/relationships/customXml" Target="../ink/ink1893.xml"/><Relationship Id="rId74" Type="http://schemas.openxmlformats.org/officeDocument/2006/relationships/customXml" Target="../ink/ink1901.xml"/><Relationship Id="rId79" Type="http://schemas.openxmlformats.org/officeDocument/2006/relationships/image" Target="../media/image1902.png"/><Relationship Id="rId102" Type="http://schemas.openxmlformats.org/officeDocument/2006/relationships/customXml" Target="../ink/ink1915.xml"/><Relationship Id="rId123" Type="http://schemas.openxmlformats.org/officeDocument/2006/relationships/image" Target="../media/image1924.png"/><Relationship Id="rId128" Type="http://schemas.openxmlformats.org/officeDocument/2006/relationships/customXml" Target="../ink/ink1928.xml"/><Relationship Id="rId5" Type="http://schemas.openxmlformats.org/officeDocument/2006/relationships/image" Target="../media/image1865.png"/><Relationship Id="rId90" Type="http://schemas.openxmlformats.org/officeDocument/2006/relationships/customXml" Target="../ink/ink1909.xml"/><Relationship Id="rId95" Type="http://schemas.openxmlformats.org/officeDocument/2006/relationships/image" Target="../media/image1910.png"/><Relationship Id="rId22" Type="http://schemas.openxmlformats.org/officeDocument/2006/relationships/customXml" Target="../ink/ink1875.xml"/><Relationship Id="rId27" Type="http://schemas.openxmlformats.org/officeDocument/2006/relationships/image" Target="../media/image1876.png"/><Relationship Id="rId43" Type="http://schemas.openxmlformats.org/officeDocument/2006/relationships/image" Target="../media/image1884.png"/><Relationship Id="rId48" Type="http://schemas.openxmlformats.org/officeDocument/2006/relationships/customXml" Target="../ink/ink1888.xml"/><Relationship Id="rId64" Type="http://schemas.openxmlformats.org/officeDocument/2006/relationships/customXml" Target="../ink/ink1896.xml"/><Relationship Id="rId69" Type="http://schemas.openxmlformats.org/officeDocument/2006/relationships/image" Target="../media/image1897.png"/><Relationship Id="rId113" Type="http://schemas.openxmlformats.org/officeDocument/2006/relationships/image" Target="../media/image1919.png"/><Relationship Id="rId118" Type="http://schemas.openxmlformats.org/officeDocument/2006/relationships/customXml" Target="../ink/ink1923.xml"/><Relationship Id="rId134" Type="http://schemas.openxmlformats.org/officeDocument/2006/relationships/customXml" Target="../ink/ink1931.xml"/><Relationship Id="rId80" Type="http://schemas.openxmlformats.org/officeDocument/2006/relationships/customXml" Target="../ink/ink1904.xml"/><Relationship Id="rId85" Type="http://schemas.openxmlformats.org/officeDocument/2006/relationships/image" Target="../media/image1905.png"/><Relationship Id="rId12" Type="http://schemas.openxmlformats.org/officeDocument/2006/relationships/customXml" Target="../ink/ink1870.xml"/><Relationship Id="rId17" Type="http://schemas.openxmlformats.org/officeDocument/2006/relationships/image" Target="../media/image1871.png"/><Relationship Id="rId33" Type="http://schemas.openxmlformats.org/officeDocument/2006/relationships/image" Target="../media/image1879.png"/><Relationship Id="rId38" Type="http://schemas.openxmlformats.org/officeDocument/2006/relationships/customXml" Target="../ink/ink1883.xml"/><Relationship Id="rId59" Type="http://schemas.openxmlformats.org/officeDocument/2006/relationships/image" Target="../media/image1892.png"/><Relationship Id="rId103" Type="http://schemas.openxmlformats.org/officeDocument/2006/relationships/image" Target="../media/image1914.png"/><Relationship Id="rId108" Type="http://schemas.openxmlformats.org/officeDocument/2006/relationships/customXml" Target="../ink/ink1918.xml"/><Relationship Id="rId124" Type="http://schemas.openxmlformats.org/officeDocument/2006/relationships/customXml" Target="../ink/ink1926.xml"/><Relationship Id="rId129" Type="http://schemas.openxmlformats.org/officeDocument/2006/relationships/image" Target="../media/image1927.png"/><Relationship Id="rId54" Type="http://schemas.openxmlformats.org/officeDocument/2006/relationships/customXml" Target="../ink/ink1891.xml"/><Relationship Id="rId70" Type="http://schemas.openxmlformats.org/officeDocument/2006/relationships/customXml" Target="../ink/ink1899.xml"/><Relationship Id="rId75" Type="http://schemas.openxmlformats.org/officeDocument/2006/relationships/image" Target="../media/image1900.png"/><Relationship Id="rId91" Type="http://schemas.openxmlformats.org/officeDocument/2006/relationships/image" Target="../media/image1908.png"/><Relationship Id="rId96" Type="http://schemas.openxmlformats.org/officeDocument/2006/relationships/customXml" Target="../ink/ink19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67.xml"/><Relationship Id="rId23" Type="http://schemas.openxmlformats.org/officeDocument/2006/relationships/image" Target="../media/image1874.png"/><Relationship Id="rId28" Type="http://schemas.openxmlformats.org/officeDocument/2006/relationships/customXml" Target="../ink/ink1878.xml"/><Relationship Id="rId49" Type="http://schemas.openxmlformats.org/officeDocument/2006/relationships/image" Target="../media/image1887.png"/><Relationship Id="rId114" Type="http://schemas.openxmlformats.org/officeDocument/2006/relationships/customXml" Target="../ink/ink1921.xml"/><Relationship Id="rId119" Type="http://schemas.openxmlformats.org/officeDocument/2006/relationships/image" Target="../media/image1922.png"/><Relationship Id="rId44" Type="http://schemas.openxmlformats.org/officeDocument/2006/relationships/customXml" Target="../ink/ink1886.xml"/><Relationship Id="rId60" Type="http://schemas.openxmlformats.org/officeDocument/2006/relationships/customXml" Target="../ink/ink1894.xml"/><Relationship Id="rId65" Type="http://schemas.openxmlformats.org/officeDocument/2006/relationships/image" Target="../media/image1895.png"/><Relationship Id="rId81" Type="http://schemas.openxmlformats.org/officeDocument/2006/relationships/image" Target="../media/image1903.png"/><Relationship Id="rId86" Type="http://schemas.openxmlformats.org/officeDocument/2006/relationships/customXml" Target="../ink/ink1907.xml"/><Relationship Id="rId130" Type="http://schemas.openxmlformats.org/officeDocument/2006/relationships/customXml" Target="../ink/ink1929.xml"/><Relationship Id="rId135" Type="http://schemas.openxmlformats.org/officeDocument/2006/relationships/image" Target="../media/image1930.png"/><Relationship Id="rId13" Type="http://schemas.openxmlformats.org/officeDocument/2006/relationships/image" Target="../media/image1869.png"/><Relationship Id="rId18" Type="http://schemas.openxmlformats.org/officeDocument/2006/relationships/customXml" Target="../ink/ink1873.xml"/><Relationship Id="rId39" Type="http://schemas.openxmlformats.org/officeDocument/2006/relationships/image" Target="../media/image1882.png"/><Relationship Id="rId109" Type="http://schemas.openxmlformats.org/officeDocument/2006/relationships/image" Target="../media/image1917.png"/><Relationship Id="rId34" Type="http://schemas.openxmlformats.org/officeDocument/2006/relationships/customXml" Target="../ink/ink1881.xml"/><Relationship Id="rId50" Type="http://schemas.openxmlformats.org/officeDocument/2006/relationships/customXml" Target="../ink/ink1889.xml"/><Relationship Id="rId55" Type="http://schemas.openxmlformats.org/officeDocument/2006/relationships/image" Target="../media/image1890.png"/><Relationship Id="rId76" Type="http://schemas.openxmlformats.org/officeDocument/2006/relationships/customXml" Target="../ink/ink1902.xml"/><Relationship Id="rId97" Type="http://schemas.openxmlformats.org/officeDocument/2006/relationships/image" Target="../media/image1911.png"/><Relationship Id="rId104" Type="http://schemas.openxmlformats.org/officeDocument/2006/relationships/customXml" Target="../ink/ink1916.xml"/><Relationship Id="rId120" Type="http://schemas.openxmlformats.org/officeDocument/2006/relationships/customXml" Target="../ink/ink1924.xml"/><Relationship Id="rId125" Type="http://schemas.openxmlformats.org/officeDocument/2006/relationships/image" Target="../media/image1925.png"/><Relationship Id="rId7" Type="http://schemas.openxmlformats.org/officeDocument/2006/relationships/image" Target="../media/image1866.png"/><Relationship Id="rId71" Type="http://schemas.openxmlformats.org/officeDocument/2006/relationships/image" Target="../media/image1898.png"/><Relationship Id="rId92" Type="http://schemas.openxmlformats.org/officeDocument/2006/relationships/customXml" Target="../ink/ink1910.xml"/><Relationship Id="rId2" Type="http://schemas.openxmlformats.org/officeDocument/2006/relationships/customXml" Target="../ink/ink1865.xml"/><Relationship Id="rId29" Type="http://schemas.openxmlformats.org/officeDocument/2006/relationships/image" Target="../media/image1877.png"/><Relationship Id="rId24" Type="http://schemas.openxmlformats.org/officeDocument/2006/relationships/customXml" Target="../ink/ink1876.xml"/><Relationship Id="rId40" Type="http://schemas.openxmlformats.org/officeDocument/2006/relationships/customXml" Target="../ink/ink1884.xml"/><Relationship Id="rId45" Type="http://schemas.openxmlformats.org/officeDocument/2006/relationships/image" Target="../media/image1885.png"/><Relationship Id="rId66" Type="http://schemas.openxmlformats.org/officeDocument/2006/relationships/customXml" Target="../ink/ink1897.xml"/><Relationship Id="rId87" Type="http://schemas.openxmlformats.org/officeDocument/2006/relationships/image" Target="../media/image1906.png"/><Relationship Id="rId110" Type="http://schemas.openxmlformats.org/officeDocument/2006/relationships/customXml" Target="../ink/ink1919.xml"/><Relationship Id="rId115" Type="http://schemas.openxmlformats.org/officeDocument/2006/relationships/image" Target="../media/image1920.png"/><Relationship Id="rId131" Type="http://schemas.openxmlformats.org/officeDocument/2006/relationships/image" Target="../media/image1928.png"/><Relationship Id="rId136" Type="http://schemas.openxmlformats.org/officeDocument/2006/relationships/customXml" Target="../ink/ink1932.xml"/><Relationship Id="rId61" Type="http://schemas.openxmlformats.org/officeDocument/2006/relationships/image" Target="../media/image1893.png"/><Relationship Id="rId82" Type="http://schemas.openxmlformats.org/officeDocument/2006/relationships/customXml" Target="../ink/ink1905.xml"/><Relationship Id="rId19" Type="http://schemas.openxmlformats.org/officeDocument/2006/relationships/image" Target="../media/image1872.png"/><Relationship Id="rId14" Type="http://schemas.openxmlformats.org/officeDocument/2006/relationships/customXml" Target="../ink/ink1871.xml"/><Relationship Id="rId30" Type="http://schemas.openxmlformats.org/officeDocument/2006/relationships/customXml" Target="../ink/ink1879.xml"/><Relationship Id="rId35" Type="http://schemas.openxmlformats.org/officeDocument/2006/relationships/image" Target="../media/image1880.png"/><Relationship Id="rId56" Type="http://schemas.openxmlformats.org/officeDocument/2006/relationships/customXml" Target="../ink/ink1892.xml"/><Relationship Id="rId77" Type="http://schemas.openxmlformats.org/officeDocument/2006/relationships/image" Target="../media/image1901.png"/><Relationship Id="rId100" Type="http://schemas.openxmlformats.org/officeDocument/2006/relationships/customXml" Target="../ink/ink1914.xml"/><Relationship Id="rId105" Type="http://schemas.openxmlformats.org/officeDocument/2006/relationships/image" Target="../media/image1915.png"/><Relationship Id="rId126" Type="http://schemas.openxmlformats.org/officeDocument/2006/relationships/customXml" Target="../ink/ink1927.xml"/><Relationship Id="rId8" Type="http://schemas.openxmlformats.org/officeDocument/2006/relationships/customXml" Target="../ink/ink1868.xml"/><Relationship Id="rId51" Type="http://schemas.openxmlformats.org/officeDocument/2006/relationships/image" Target="../media/image1888.png"/><Relationship Id="rId72" Type="http://schemas.openxmlformats.org/officeDocument/2006/relationships/customXml" Target="../ink/ink1900.xml"/><Relationship Id="rId93" Type="http://schemas.openxmlformats.org/officeDocument/2006/relationships/image" Target="../media/image1909.png"/><Relationship Id="rId98" Type="http://schemas.openxmlformats.org/officeDocument/2006/relationships/customXml" Target="../ink/ink1913.xml"/><Relationship Id="rId121" Type="http://schemas.openxmlformats.org/officeDocument/2006/relationships/image" Target="../media/image1923.png"/><Relationship Id="rId3" Type="http://schemas.openxmlformats.org/officeDocument/2006/relationships/image" Target="../media/image1864.png"/><Relationship Id="rId25" Type="http://schemas.openxmlformats.org/officeDocument/2006/relationships/image" Target="../media/image1875.png"/><Relationship Id="rId46" Type="http://schemas.openxmlformats.org/officeDocument/2006/relationships/customXml" Target="../ink/ink1887.xml"/><Relationship Id="rId67" Type="http://schemas.openxmlformats.org/officeDocument/2006/relationships/image" Target="../media/image1896.png"/><Relationship Id="rId116" Type="http://schemas.openxmlformats.org/officeDocument/2006/relationships/customXml" Target="../ink/ink1922.xml"/><Relationship Id="rId137" Type="http://schemas.openxmlformats.org/officeDocument/2006/relationships/image" Target="../media/image1931.png"/><Relationship Id="rId20" Type="http://schemas.openxmlformats.org/officeDocument/2006/relationships/customXml" Target="../ink/ink1874.xml"/><Relationship Id="rId41" Type="http://schemas.openxmlformats.org/officeDocument/2006/relationships/image" Target="../media/image1883.png"/><Relationship Id="rId62" Type="http://schemas.openxmlformats.org/officeDocument/2006/relationships/customXml" Target="../ink/ink1895.xml"/><Relationship Id="rId83" Type="http://schemas.openxmlformats.org/officeDocument/2006/relationships/image" Target="../media/image1904.png"/><Relationship Id="rId88" Type="http://schemas.openxmlformats.org/officeDocument/2006/relationships/customXml" Target="../ink/ink1908.xml"/><Relationship Id="rId111" Type="http://schemas.openxmlformats.org/officeDocument/2006/relationships/image" Target="../media/image1918.png"/><Relationship Id="rId132" Type="http://schemas.openxmlformats.org/officeDocument/2006/relationships/customXml" Target="../ink/ink1930.xml"/><Relationship Id="rId15" Type="http://schemas.openxmlformats.org/officeDocument/2006/relationships/image" Target="../media/image1870.png"/><Relationship Id="rId36" Type="http://schemas.openxmlformats.org/officeDocument/2006/relationships/customXml" Target="../ink/ink1882.xml"/><Relationship Id="rId57" Type="http://schemas.openxmlformats.org/officeDocument/2006/relationships/image" Target="../media/image1891.png"/><Relationship Id="rId106" Type="http://schemas.openxmlformats.org/officeDocument/2006/relationships/customXml" Target="../ink/ink1917.xml"/><Relationship Id="rId127" Type="http://schemas.openxmlformats.org/officeDocument/2006/relationships/image" Target="../media/image1926.png"/><Relationship Id="rId10" Type="http://schemas.openxmlformats.org/officeDocument/2006/relationships/customXml" Target="../ink/ink1869.xml"/><Relationship Id="rId31" Type="http://schemas.openxmlformats.org/officeDocument/2006/relationships/image" Target="../media/image1878.png"/><Relationship Id="rId52" Type="http://schemas.openxmlformats.org/officeDocument/2006/relationships/customXml" Target="../ink/ink1890.xml"/><Relationship Id="rId73" Type="http://schemas.openxmlformats.org/officeDocument/2006/relationships/image" Target="../media/image1899.png"/><Relationship Id="rId78" Type="http://schemas.openxmlformats.org/officeDocument/2006/relationships/customXml" Target="../ink/ink1903.xml"/><Relationship Id="rId94" Type="http://schemas.openxmlformats.org/officeDocument/2006/relationships/customXml" Target="../ink/ink1911.xml"/><Relationship Id="rId99" Type="http://schemas.openxmlformats.org/officeDocument/2006/relationships/image" Target="../media/image1912.png"/><Relationship Id="rId101" Type="http://schemas.openxmlformats.org/officeDocument/2006/relationships/image" Target="../media/image1913.png"/><Relationship Id="rId122" Type="http://schemas.openxmlformats.org/officeDocument/2006/relationships/customXml" Target="../ink/ink1925.xml"/><Relationship Id="rId4" Type="http://schemas.openxmlformats.org/officeDocument/2006/relationships/customXml" Target="../ink/ink1866.xml"/><Relationship Id="rId9" Type="http://schemas.openxmlformats.org/officeDocument/2006/relationships/image" Target="../media/image1867.png"/><Relationship Id="rId26" Type="http://schemas.openxmlformats.org/officeDocument/2006/relationships/customXml" Target="../ink/ink1877.xml"/><Relationship Id="rId47" Type="http://schemas.openxmlformats.org/officeDocument/2006/relationships/image" Target="../media/image1886.png"/><Relationship Id="rId68" Type="http://schemas.openxmlformats.org/officeDocument/2006/relationships/customXml" Target="../ink/ink1898.xml"/><Relationship Id="rId89" Type="http://schemas.openxmlformats.org/officeDocument/2006/relationships/image" Target="../media/image1907.png"/><Relationship Id="rId112" Type="http://schemas.openxmlformats.org/officeDocument/2006/relationships/customXml" Target="../ink/ink1920.xml"/><Relationship Id="rId133" Type="http://schemas.openxmlformats.org/officeDocument/2006/relationships/image" Target="../media/image1929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89.png"/><Relationship Id="rId21" Type="http://schemas.openxmlformats.org/officeDocument/2006/relationships/image" Target="../media/image1941.png"/><Relationship Id="rId42" Type="http://schemas.openxmlformats.org/officeDocument/2006/relationships/customXml" Target="../ink/ink1953.xml"/><Relationship Id="rId63" Type="http://schemas.openxmlformats.org/officeDocument/2006/relationships/image" Target="../media/image1962.png"/><Relationship Id="rId84" Type="http://schemas.openxmlformats.org/officeDocument/2006/relationships/customXml" Target="../ink/ink1974.xml"/><Relationship Id="rId138" Type="http://schemas.openxmlformats.org/officeDocument/2006/relationships/customXml" Target="../ink/ink2001.xml"/><Relationship Id="rId159" Type="http://schemas.openxmlformats.org/officeDocument/2006/relationships/image" Target="../media/image2010.png"/><Relationship Id="rId170" Type="http://schemas.openxmlformats.org/officeDocument/2006/relationships/customXml" Target="../ink/ink2017.xml"/><Relationship Id="rId191" Type="http://schemas.openxmlformats.org/officeDocument/2006/relationships/image" Target="../media/image2026.png"/><Relationship Id="rId107" Type="http://schemas.openxmlformats.org/officeDocument/2006/relationships/image" Target="../media/image1984.png"/><Relationship Id="rId11" Type="http://schemas.openxmlformats.org/officeDocument/2006/relationships/image" Target="../media/image1936.png"/><Relationship Id="rId32" Type="http://schemas.openxmlformats.org/officeDocument/2006/relationships/customXml" Target="../ink/ink1948.xml"/><Relationship Id="rId53" Type="http://schemas.openxmlformats.org/officeDocument/2006/relationships/image" Target="../media/image1957.png"/><Relationship Id="rId74" Type="http://schemas.openxmlformats.org/officeDocument/2006/relationships/customXml" Target="../ink/ink1969.xml"/><Relationship Id="rId128" Type="http://schemas.openxmlformats.org/officeDocument/2006/relationships/customXml" Target="../ink/ink1996.xml"/><Relationship Id="rId149" Type="http://schemas.openxmlformats.org/officeDocument/2006/relationships/image" Target="../media/image2005.png"/><Relationship Id="rId5" Type="http://schemas.openxmlformats.org/officeDocument/2006/relationships/image" Target="../media/image1933.png"/><Relationship Id="rId95" Type="http://schemas.openxmlformats.org/officeDocument/2006/relationships/image" Target="../media/image1978.png"/><Relationship Id="rId160" Type="http://schemas.openxmlformats.org/officeDocument/2006/relationships/customXml" Target="../ink/ink2012.xml"/><Relationship Id="rId181" Type="http://schemas.openxmlformats.org/officeDocument/2006/relationships/image" Target="../media/image2021.png"/><Relationship Id="rId22" Type="http://schemas.openxmlformats.org/officeDocument/2006/relationships/customXml" Target="../ink/ink1943.xml"/><Relationship Id="rId43" Type="http://schemas.openxmlformats.org/officeDocument/2006/relationships/image" Target="../media/image1952.png"/><Relationship Id="rId64" Type="http://schemas.openxmlformats.org/officeDocument/2006/relationships/customXml" Target="../ink/ink1964.xml"/><Relationship Id="rId118" Type="http://schemas.openxmlformats.org/officeDocument/2006/relationships/customXml" Target="../ink/ink1991.xml"/><Relationship Id="rId139" Type="http://schemas.openxmlformats.org/officeDocument/2006/relationships/image" Target="../media/image2000.png"/><Relationship Id="rId85" Type="http://schemas.openxmlformats.org/officeDocument/2006/relationships/image" Target="../media/image1973.png"/><Relationship Id="rId150" Type="http://schemas.openxmlformats.org/officeDocument/2006/relationships/customXml" Target="../ink/ink2007.xml"/><Relationship Id="rId171" Type="http://schemas.openxmlformats.org/officeDocument/2006/relationships/image" Target="../media/image2016.png"/><Relationship Id="rId192" Type="http://schemas.openxmlformats.org/officeDocument/2006/relationships/customXml" Target="../ink/ink2028.xml"/><Relationship Id="rId12" Type="http://schemas.openxmlformats.org/officeDocument/2006/relationships/customXml" Target="../ink/ink1938.xml"/><Relationship Id="rId33" Type="http://schemas.openxmlformats.org/officeDocument/2006/relationships/image" Target="../media/image1947.png"/><Relationship Id="rId108" Type="http://schemas.openxmlformats.org/officeDocument/2006/relationships/customXml" Target="../ink/ink1986.xml"/><Relationship Id="rId129" Type="http://schemas.openxmlformats.org/officeDocument/2006/relationships/image" Target="../media/image1995.png"/><Relationship Id="rId54" Type="http://schemas.openxmlformats.org/officeDocument/2006/relationships/customXml" Target="../ink/ink1959.xml"/><Relationship Id="rId75" Type="http://schemas.openxmlformats.org/officeDocument/2006/relationships/image" Target="../media/image1968.png"/><Relationship Id="rId96" Type="http://schemas.openxmlformats.org/officeDocument/2006/relationships/customXml" Target="../ink/ink1980.xml"/><Relationship Id="rId140" Type="http://schemas.openxmlformats.org/officeDocument/2006/relationships/customXml" Target="../ink/ink2002.xml"/><Relationship Id="rId161" Type="http://schemas.openxmlformats.org/officeDocument/2006/relationships/image" Target="../media/image2011.png"/><Relationship Id="rId182" Type="http://schemas.openxmlformats.org/officeDocument/2006/relationships/customXml" Target="../ink/ink2023.xml"/><Relationship Id="rId6" Type="http://schemas.openxmlformats.org/officeDocument/2006/relationships/customXml" Target="../ink/ink1935.xml"/><Relationship Id="rId23" Type="http://schemas.openxmlformats.org/officeDocument/2006/relationships/image" Target="../media/image1942.png"/><Relationship Id="rId119" Type="http://schemas.openxmlformats.org/officeDocument/2006/relationships/image" Target="../media/image1990.png"/><Relationship Id="rId44" Type="http://schemas.openxmlformats.org/officeDocument/2006/relationships/customXml" Target="../ink/ink1954.xml"/><Relationship Id="rId65" Type="http://schemas.openxmlformats.org/officeDocument/2006/relationships/image" Target="../media/image1963.png"/><Relationship Id="rId86" Type="http://schemas.openxmlformats.org/officeDocument/2006/relationships/customXml" Target="../ink/ink1975.xml"/><Relationship Id="rId130" Type="http://schemas.openxmlformats.org/officeDocument/2006/relationships/customXml" Target="../ink/ink1997.xml"/><Relationship Id="rId151" Type="http://schemas.openxmlformats.org/officeDocument/2006/relationships/image" Target="../media/image2006.png"/><Relationship Id="rId172" Type="http://schemas.openxmlformats.org/officeDocument/2006/relationships/customXml" Target="../ink/ink2018.xml"/><Relationship Id="rId193" Type="http://schemas.openxmlformats.org/officeDocument/2006/relationships/image" Target="../media/image2027.png"/><Relationship Id="rId13" Type="http://schemas.openxmlformats.org/officeDocument/2006/relationships/image" Target="../media/image1937.png"/><Relationship Id="rId109" Type="http://schemas.openxmlformats.org/officeDocument/2006/relationships/image" Target="../media/image1985.png"/><Relationship Id="rId34" Type="http://schemas.openxmlformats.org/officeDocument/2006/relationships/customXml" Target="../ink/ink1949.xml"/><Relationship Id="rId50" Type="http://schemas.openxmlformats.org/officeDocument/2006/relationships/customXml" Target="../ink/ink1957.xml"/><Relationship Id="rId55" Type="http://schemas.openxmlformats.org/officeDocument/2006/relationships/image" Target="../media/image1958.png"/><Relationship Id="rId76" Type="http://schemas.openxmlformats.org/officeDocument/2006/relationships/customXml" Target="../ink/ink1970.xml"/><Relationship Id="rId97" Type="http://schemas.openxmlformats.org/officeDocument/2006/relationships/image" Target="../media/image1979.png"/><Relationship Id="rId104" Type="http://schemas.openxmlformats.org/officeDocument/2006/relationships/customXml" Target="../ink/ink1984.xml"/><Relationship Id="rId120" Type="http://schemas.openxmlformats.org/officeDocument/2006/relationships/customXml" Target="../ink/ink1992.xml"/><Relationship Id="rId125" Type="http://schemas.openxmlformats.org/officeDocument/2006/relationships/image" Target="../media/image1993.png"/><Relationship Id="rId141" Type="http://schemas.openxmlformats.org/officeDocument/2006/relationships/image" Target="../media/image2001.png"/><Relationship Id="rId146" Type="http://schemas.openxmlformats.org/officeDocument/2006/relationships/customXml" Target="../ink/ink2005.xml"/><Relationship Id="rId167" Type="http://schemas.openxmlformats.org/officeDocument/2006/relationships/image" Target="../media/image2014.png"/><Relationship Id="rId188" Type="http://schemas.openxmlformats.org/officeDocument/2006/relationships/customXml" Target="../ink/ink2026.xml"/><Relationship Id="rId7" Type="http://schemas.openxmlformats.org/officeDocument/2006/relationships/image" Target="../media/image1934.png"/><Relationship Id="rId71" Type="http://schemas.openxmlformats.org/officeDocument/2006/relationships/image" Target="../media/image1966.png"/><Relationship Id="rId92" Type="http://schemas.openxmlformats.org/officeDocument/2006/relationships/customXml" Target="../ink/ink1978.xml"/><Relationship Id="rId162" Type="http://schemas.openxmlformats.org/officeDocument/2006/relationships/customXml" Target="../ink/ink2013.xml"/><Relationship Id="rId183" Type="http://schemas.openxmlformats.org/officeDocument/2006/relationships/image" Target="../media/image2022.png"/><Relationship Id="rId2" Type="http://schemas.openxmlformats.org/officeDocument/2006/relationships/customXml" Target="../ink/ink1933.xml"/><Relationship Id="rId29" Type="http://schemas.openxmlformats.org/officeDocument/2006/relationships/image" Target="../media/image1945.png"/><Relationship Id="rId24" Type="http://schemas.openxmlformats.org/officeDocument/2006/relationships/customXml" Target="../ink/ink1944.xml"/><Relationship Id="rId40" Type="http://schemas.openxmlformats.org/officeDocument/2006/relationships/customXml" Target="../ink/ink1952.xml"/><Relationship Id="rId45" Type="http://schemas.openxmlformats.org/officeDocument/2006/relationships/image" Target="../media/image1953.png"/><Relationship Id="rId66" Type="http://schemas.openxmlformats.org/officeDocument/2006/relationships/customXml" Target="../ink/ink1965.xml"/><Relationship Id="rId87" Type="http://schemas.openxmlformats.org/officeDocument/2006/relationships/image" Target="../media/image1974.png"/><Relationship Id="rId110" Type="http://schemas.openxmlformats.org/officeDocument/2006/relationships/customXml" Target="../ink/ink1987.xml"/><Relationship Id="rId115" Type="http://schemas.openxmlformats.org/officeDocument/2006/relationships/image" Target="../media/image1988.png"/><Relationship Id="rId131" Type="http://schemas.openxmlformats.org/officeDocument/2006/relationships/image" Target="../media/image1996.png"/><Relationship Id="rId136" Type="http://schemas.openxmlformats.org/officeDocument/2006/relationships/customXml" Target="../ink/ink2000.xml"/><Relationship Id="rId157" Type="http://schemas.openxmlformats.org/officeDocument/2006/relationships/image" Target="../media/image2009.png"/><Relationship Id="rId178" Type="http://schemas.openxmlformats.org/officeDocument/2006/relationships/customXml" Target="../ink/ink2021.xml"/><Relationship Id="rId61" Type="http://schemas.openxmlformats.org/officeDocument/2006/relationships/image" Target="../media/image1961.png"/><Relationship Id="rId82" Type="http://schemas.openxmlformats.org/officeDocument/2006/relationships/customXml" Target="../ink/ink1973.xml"/><Relationship Id="rId152" Type="http://schemas.openxmlformats.org/officeDocument/2006/relationships/customXml" Target="../ink/ink2008.xml"/><Relationship Id="rId173" Type="http://schemas.openxmlformats.org/officeDocument/2006/relationships/image" Target="../media/image2017.png"/><Relationship Id="rId194" Type="http://schemas.openxmlformats.org/officeDocument/2006/relationships/customXml" Target="../ink/ink2029.xml"/><Relationship Id="rId19" Type="http://schemas.openxmlformats.org/officeDocument/2006/relationships/image" Target="../media/image1940.png"/><Relationship Id="rId14" Type="http://schemas.openxmlformats.org/officeDocument/2006/relationships/customXml" Target="../ink/ink1939.xml"/><Relationship Id="rId30" Type="http://schemas.openxmlformats.org/officeDocument/2006/relationships/customXml" Target="../ink/ink1947.xml"/><Relationship Id="rId35" Type="http://schemas.openxmlformats.org/officeDocument/2006/relationships/image" Target="../media/image1948.png"/><Relationship Id="rId56" Type="http://schemas.openxmlformats.org/officeDocument/2006/relationships/customXml" Target="../ink/ink1960.xml"/><Relationship Id="rId77" Type="http://schemas.openxmlformats.org/officeDocument/2006/relationships/image" Target="../media/image1969.png"/><Relationship Id="rId100" Type="http://schemas.openxmlformats.org/officeDocument/2006/relationships/customXml" Target="../ink/ink1982.xml"/><Relationship Id="rId105" Type="http://schemas.openxmlformats.org/officeDocument/2006/relationships/image" Target="../media/image1983.png"/><Relationship Id="rId126" Type="http://schemas.openxmlformats.org/officeDocument/2006/relationships/customXml" Target="../ink/ink1995.xml"/><Relationship Id="rId147" Type="http://schemas.openxmlformats.org/officeDocument/2006/relationships/image" Target="../media/image2004.png"/><Relationship Id="rId168" Type="http://schemas.openxmlformats.org/officeDocument/2006/relationships/customXml" Target="../ink/ink2016.xml"/><Relationship Id="rId8" Type="http://schemas.openxmlformats.org/officeDocument/2006/relationships/customXml" Target="../ink/ink1936.xml"/><Relationship Id="rId51" Type="http://schemas.openxmlformats.org/officeDocument/2006/relationships/image" Target="../media/image1956.png"/><Relationship Id="rId72" Type="http://schemas.openxmlformats.org/officeDocument/2006/relationships/customXml" Target="../ink/ink1968.xml"/><Relationship Id="rId93" Type="http://schemas.openxmlformats.org/officeDocument/2006/relationships/image" Target="../media/image1977.png"/><Relationship Id="rId98" Type="http://schemas.openxmlformats.org/officeDocument/2006/relationships/customXml" Target="../ink/ink1981.xml"/><Relationship Id="rId121" Type="http://schemas.openxmlformats.org/officeDocument/2006/relationships/image" Target="../media/image1991.png"/><Relationship Id="rId142" Type="http://schemas.openxmlformats.org/officeDocument/2006/relationships/customXml" Target="../ink/ink2003.xml"/><Relationship Id="rId163" Type="http://schemas.openxmlformats.org/officeDocument/2006/relationships/image" Target="../media/image2012.png"/><Relationship Id="rId184" Type="http://schemas.openxmlformats.org/officeDocument/2006/relationships/customXml" Target="../ink/ink2024.xml"/><Relationship Id="rId189" Type="http://schemas.openxmlformats.org/officeDocument/2006/relationships/image" Target="../media/image2025.png"/><Relationship Id="rId3" Type="http://schemas.openxmlformats.org/officeDocument/2006/relationships/image" Target="../media/image1932.png"/><Relationship Id="rId25" Type="http://schemas.openxmlformats.org/officeDocument/2006/relationships/image" Target="../media/image1943.png"/><Relationship Id="rId46" Type="http://schemas.openxmlformats.org/officeDocument/2006/relationships/customXml" Target="../ink/ink1955.xml"/><Relationship Id="rId67" Type="http://schemas.openxmlformats.org/officeDocument/2006/relationships/image" Target="../media/image1964.png"/><Relationship Id="rId116" Type="http://schemas.openxmlformats.org/officeDocument/2006/relationships/customXml" Target="../ink/ink1990.xml"/><Relationship Id="rId137" Type="http://schemas.openxmlformats.org/officeDocument/2006/relationships/image" Target="../media/image1999.png"/><Relationship Id="rId158" Type="http://schemas.openxmlformats.org/officeDocument/2006/relationships/customXml" Target="../ink/ink2011.xml"/><Relationship Id="rId20" Type="http://schemas.openxmlformats.org/officeDocument/2006/relationships/customXml" Target="../ink/ink1942.xml"/><Relationship Id="rId41" Type="http://schemas.openxmlformats.org/officeDocument/2006/relationships/image" Target="../media/image1951.png"/><Relationship Id="rId62" Type="http://schemas.openxmlformats.org/officeDocument/2006/relationships/customXml" Target="../ink/ink1963.xml"/><Relationship Id="rId83" Type="http://schemas.openxmlformats.org/officeDocument/2006/relationships/image" Target="../media/image1972.png"/><Relationship Id="rId88" Type="http://schemas.openxmlformats.org/officeDocument/2006/relationships/customXml" Target="../ink/ink1976.xml"/><Relationship Id="rId111" Type="http://schemas.openxmlformats.org/officeDocument/2006/relationships/image" Target="../media/image1986.png"/><Relationship Id="rId132" Type="http://schemas.openxmlformats.org/officeDocument/2006/relationships/customXml" Target="../ink/ink1998.xml"/><Relationship Id="rId153" Type="http://schemas.openxmlformats.org/officeDocument/2006/relationships/image" Target="../media/image2007.png"/><Relationship Id="rId174" Type="http://schemas.openxmlformats.org/officeDocument/2006/relationships/customXml" Target="../ink/ink2019.xml"/><Relationship Id="rId179" Type="http://schemas.openxmlformats.org/officeDocument/2006/relationships/image" Target="../media/image2020.png"/><Relationship Id="rId195" Type="http://schemas.openxmlformats.org/officeDocument/2006/relationships/image" Target="../media/image2028.png"/><Relationship Id="rId190" Type="http://schemas.openxmlformats.org/officeDocument/2006/relationships/customXml" Target="../ink/ink2027.xml"/><Relationship Id="rId15" Type="http://schemas.openxmlformats.org/officeDocument/2006/relationships/image" Target="../media/image1938.png"/><Relationship Id="rId36" Type="http://schemas.openxmlformats.org/officeDocument/2006/relationships/customXml" Target="../ink/ink1950.xml"/><Relationship Id="rId57" Type="http://schemas.openxmlformats.org/officeDocument/2006/relationships/image" Target="../media/image1959.png"/><Relationship Id="rId106" Type="http://schemas.openxmlformats.org/officeDocument/2006/relationships/customXml" Target="../ink/ink1985.xml"/><Relationship Id="rId127" Type="http://schemas.openxmlformats.org/officeDocument/2006/relationships/image" Target="../media/image1994.png"/><Relationship Id="rId10" Type="http://schemas.openxmlformats.org/officeDocument/2006/relationships/customXml" Target="../ink/ink1937.xml"/><Relationship Id="rId31" Type="http://schemas.openxmlformats.org/officeDocument/2006/relationships/image" Target="../media/image1946.png"/><Relationship Id="rId52" Type="http://schemas.openxmlformats.org/officeDocument/2006/relationships/customXml" Target="../ink/ink1958.xml"/><Relationship Id="rId73" Type="http://schemas.openxmlformats.org/officeDocument/2006/relationships/image" Target="../media/image1967.png"/><Relationship Id="rId78" Type="http://schemas.openxmlformats.org/officeDocument/2006/relationships/customXml" Target="../ink/ink1971.xml"/><Relationship Id="rId94" Type="http://schemas.openxmlformats.org/officeDocument/2006/relationships/customXml" Target="../ink/ink1979.xml"/><Relationship Id="rId99" Type="http://schemas.openxmlformats.org/officeDocument/2006/relationships/image" Target="../media/image1980.png"/><Relationship Id="rId101" Type="http://schemas.openxmlformats.org/officeDocument/2006/relationships/image" Target="../media/image1981.png"/><Relationship Id="rId122" Type="http://schemas.openxmlformats.org/officeDocument/2006/relationships/customXml" Target="../ink/ink1993.xml"/><Relationship Id="rId143" Type="http://schemas.openxmlformats.org/officeDocument/2006/relationships/image" Target="../media/image2002.png"/><Relationship Id="rId148" Type="http://schemas.openxmlformats.org/officeDocument/2006/relationships/customXml" Target="../ink/ink2006.xml"/><Relationship Id="rId164" Type="http://schemas.openxmlformats.org/officeDocument/2006/relationships/customXml" Target="../ink/ink2014.xml"/><Relationship Id="rId169" Type="http://schemas.openxmlformats.org/officeDocument/2006/relationships/image" Target="../media/image2015.png"/><Relationship Id="rId185" Type="http://schemas.openxmlformats.org/officeDocument/2006/relationships/image" Target="../media/image2023.png"/><Relationship Id="rId4" Type="http://schemas.openxmlformats.org/officeDocument/2006/relationships/customXml" Target="../ink/ink1934.xml"/><Relationship Id="rId9" Type="http://schemas.openxmlformats.org/officeDocument/2006/relationships/image" Target="../media/image1935.png"/><Relationship Id="rId180" Type="http://schemas.openxmlformats.org/officeDocument/2006/relationships/customXml" Target="../ink/ink2022.xml"/><Relationship Id="rId26" Type="http://schemas.openxmlformats.org/officeDocument/2006/relationships/customXml" Target="../ink/ink1945.xml"/><Relationship Id="rId47" Type="http://schemas.openxmlformats.org/officeDocument/2006/relationships/image" Target="../media/image1954.png"/><Relationship Id="rId68" Type="http://schemas.openxmlformats.org/officeDocument/2006/relationships/customXml" Target="../ink/ink1966.xml"/><Relationship Id="rId89" Type="http://schemas.openxmlformats.org/officeDocument/2006/relationships/image" Target="../media/image1975.png"/><Relationship Id="rId112" Type="http://schemas.openxmlformats.org/officeDocument/2006/relationships/customXml" Target="../ink/ink1988.xml"/><Relationship Id="rId133" Type="http://schemas.openxmlformats.org/officeDocument/2006/relationships/image" Target="../media/image1997.png"/><Relationship Id="rId154" Type="http://schemas.openxmlformats.org/officeDocument/2006/relationships/customXml" Target="../ink/ink2009.xml"/><Relationship Id="rId175" Type="http://schemas.openxmlformats.org/officeDocument/2006/relationships/image" Target="../media/image2018.png"/><Relationship Id="rId16" Type="http://schemas.openxmlformats.org/officeDocument/2006/relationships/customXml" Target="../ink/ink1940.xml"/><Relationship Id="rId37" Type="http://schemas.openxmlformats.org/officeDocument/2006/relationships/image" Target="../media/image1949.png"/><Relationship Id="rId58" Type="http://schemas.openxmlformats.org/officeDocument/2006/relationships/customXml" Target="../ink/ink1961.xml"/><Relationship Id="rId79" Type="http://schemas.openxmlformats.org/officeDocument/2006/relationships/image" Target="../media/image1970.png"/><Relationship Id="rId102" Type="http://schemas.openxmlformats.org/officeDocument/2006/relationships/customXml" Target="../ink/ink1983.xml"/><Relationship Id="rId123" Type="http://schemas.openxmlformats.org/officeDocument/2006/relationships/image" Target="../media/image1992.png"/><Relationship Id="rId144" Type="http://schemas.openxmlformats.org/officeDocument/2006/relationships/customXml" Target="../ink/ink2004.xml"/><Relationship Id="rId90" Type="http://schemas.openxmlformats.org/officeDocument/2006/relationships/customXml" Target="../ink/ink1977.xml"/><Relationship Id="rId165" Type="http://schemas.openxmlformats.org/officeDocument/2006/relationships/image" Target="../media/image2013.png"/><Relationship Id="rId186" Type="http://schemas.openxmlformats.org/officeDocument/2006/relationships/customXml" Target="../ink/ink2025.xml"/><Relationship Id="rId27" Type="http://schemas.openxmlformats.org/officeDocument/2006/relationships/image" Target="../media/image1944.png"/><Relationship Id="rId48" Type="http://schemas.openxmlformats.org/officeDocument/2006/relationships/customXml" Target="../ink/ink1956.xml"/><Relationship Id="rId69" Type="http://schemas.openxmlformats.org/officeDocument/2006/relationships/image" Target="../media/image1965.png"/><Relationship Id="rId113" Type="http://schemas.openxmlformats.org/officeDocument/2006/relationships/image" Target="../media/image1987.png"/><Relationship Id="rId134" Type="http://schemas.openxmlformats.org/officeDocument/2006/relationships/customXml" Target="../ink/ink1999.xml"/><Relationship Id="rId80" Type="http://schemas.openxmlformats.org/officeDocument/2006/relationships/customXml" Target="../ink/ink1972.xml"/><Relationship Id="rId155" Type="http://schemas.openxmlformats.org/officeDocument/2006/relationships/image" Target="../media/image2008.png"/><Relationship Id="rId176" Type="http://schemas.openxmlformats.org/officeDocument/2006/relationships/customXml" Target="../ink/ink2020.xml"/><Relationship Id="rId17" Type="http://schemas.openxmlformats.org/officeDocument/2006/relationships/image" Target="../media/image1939.png"/><Relationship Id="rId38" Type="http://schemas.openxmlformats.org/officeDocument/2006/relationships/customXml" Target="../ink/ink1951.xml"/><Relationship Id="rId59" Type="http://schemas.openxmlformats.org/officeDocument/2006/relationships/image" Target="../media/image1960.png"/><Relationship Id="rId103" Type="http://schemas.openxmlformats.org/officeDocument/2006/relationships/image" Target="../media/image1982.png"/><Relationship Id="rId124" Type="http://schemas.openxmlformats.org/officeDocument/2006/relationships/customXml" Target="../ink/ink1994.xml"/><Relationship Id="rId70" Type="http://schemas.openxmlformats.org/officeDocument/2006/relationships/customXml" Target="../ink/ink1967.xml"/><Relationship Id="rId91" Type="http://schemas.openxmlformats.org/officeDocument/2006/relationships/image" Target="../media/image1976.png"/><Relationship Id="rId145" Type="http://schemas.openxmlformats.org/officeDocument/2006/relationships/image" Target="../media/image2003.png"/><Relationship Id="rId166" Type="http://schemas.openxmlformats.org/officeDocument/2006/relationships/customXml" Target="../ink/ink2015.xml"/><Relationship Id="rId187" Type="http://schemas.openxmlformats.org/officeDocument/2006/relationships/image" Target="../media/image2024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946.xml"/><Relationship Id="rId49" Type="http://schemas.openxmlformats.org/officeDocument/2006/relationships/image" Target="../media/image1955.png"/><Relationship Id="rId114" Type="http://schemas.openxmlformats.org/officeDocument/2006/relationships/customXml" Target="../ink/ink1989.xml"/><Relationship Id="rId60" Type="http://schemas.openxmlformats.org/officeDocument/2006/relationships/customXml" Target="../ink/ink1962.xml"/><Relationship Id="rId81" Type="http://schemas.openxmlformats.org/officeDocument/2006/relationships/image" Target="../media/image1971.png"/><Relationship Id="rId135" Type="http://schemas.openxmlformats.org/officeDocument/2006/relationships/image" Target="../media/image1998.png"/><Relationship Id="rId156" Type="http://schemas.openxmlformats.org/officeDocument/2006/relationships/customXml" Target="../ink/ink2010.xml"/><Relationship Id="rId177" Type="http://schemas.openxmlformats.org/officeDocument/2006/relationships/image" Target="../media/image2019.png"/><Relationship Id="rId18" Type="http://schemas.openxmlformats.org/officeDocument/2006/relationships/customXml" Target="../ink/ink1941.xml"/><Relationship Id="rId39" Type="http://schemas.openxmlformats.org/officeDocument/2006/relationships/image" Target="../media/image1950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42.xml"/><Relationship Id="rId117" Type="http://schemas.openxmlformats.org/officeDocument/2006/relationships/image" Target="../media/image2086.png"/><Relationship Id="rId21" Type="http://schemas.openxmlformats.org/officeDocument/2006/relationships/image" Target="../media/image2038.png"/><Relationship Id="rId42" Type="http://schemas.openxmlformats.org/officeDocument/2006/relationships/customXml" Target="../ink/ink2050.xml"/><Relationship Id="rId47" Type="http://schemas.openxmlformats.org/officeDocument/2006/relationships/image" Target="../media/image2051.png"/><Relationship Id="rId63" Type="http://schemas.openxmlformats.org/officeDocument/2006/relationships/image" Target="../media/image2059.png"/><Relationship Id="rId68" Type="http://schemas.openxmlformats.org/officeDocument/2006/relationships/customXml" Target="../ink/ink2063.xml"/><Relationship Id="rId84" Type="http://schemas.openxmlformats.org/officeDocument/2006/relationships/customXml" Target="../ink/ink2071.xml"/><Relationship Id="rId89" Type="http://schemas.openxmlformats.org/officeDocument/2006/relationships/image" Target="../media/image2072.png"/><Relationship Id="rId112" Type="http://schemas.openxmlformats.org/officeDocument/2006/relationships/customXml" Target="../ink/ink2085.xml"/><Relationship Id="rId16" Type="http://schemas.openxmlformats.org/officeDocument/2006/relationships/customXml" Target="../ink/ink2037.xml"/><Relationship Id="rId107" Type="http://schemas.openxmlformats.org/officeDocument/2006/relationships/image" Target="../media/image2081.png"/><Relationship Id="rId11" Type="http://schemas.openxmlformats.org/officeDocument/2006/relationships/image" Target="../media/image2033.png"/><Relationship Id="rId32" Type="http://schemas.openxmlformats.org/officeDocument/2006/relationships/customXml" Target="../ink/ink2045.xml"/><Relationship Id="rId37" Type="http://schemas.openxmlformats.org/officeDocument/2006/relationships/image" Target="../media/image2046.png"/><Relationship Id="rId53" Type="http://schemas.openxmlformats.org/officeDocument/2006/relationships/image" Target="../media/image2054.png"/><Relationship Id="rId58" Type="http://schemas.openxmlformats.org/officeDocument/2006/relationships/customXml" Target="../ink/ink2058.xml"/><Relationship Id="rId74" Type="http://schemas.openxmlformats.org/officeDocument/2006/relationships/customXml" Target="../ink/ink2066.xml"/><Relationship Id="rId79" Type="http://schemas.openxmlformats.org/officeDocument/2006/relationships/image" Target="../media/image2067.png"/><Relationship Id="rId102" Type="http://schemas.openxmlformats.org/officeDocument/2006/relationships/customXml" Target="../ink/ink2080.xml"/><Relationship Id="rId5" Type="http://schemas.openxmlformats.org/officeDocument/2006/relationships/image" Target="../media/image2030.png"/><Relationship Id="rId90" Type="http://schemas.openxmlformats.org/officeDocument/2006/relationships/customXml" Target="../ink/ink2074.xml"/><Relationship Id="rId95" Type="http://schemas.openxmlformats.org/officeDocument/2006/relationships/image" Target="../media/image2075.png"/><Relationship Id="rId22" Type="http://schemas.openxmlformats.org/officeDocument/2006/relationships/customXml" Target="../ink/ink2040.xml"/><Relationship Id="rId27" Type="http://schemas.openxmlformats.org/officeDocument/2006/relationships/image" Target="../media/image2041.png"/><Relationship Id="rId43" Type="http://schemas.openxmlformats.org/officeDocument/2006/relationships/image" Target="../media/image2049.png"/><Relationship Id="rId48" Type="http://schemas.openxmlformats.org/officeDocument/2006/relationships/customXml" Target="../ink/ink2053.xml"/><Relationship Id="rId64" Type="http://schemas.openxmlformats.org/officeDocument/2006/relationships/customXml" Target="../ink/ink2061.xml"/><Relationship Id="rId69" Type="http://schemas.openxmlformats.org/officeDocument/2006/relationships/image" Target="../media/image2062.png"/><Relationship Id="rId113" Type="http://schemas.openxmlformats.org/officeDocument/2006/relationships/image" Target="../media/image2084.png"/><Relationship Id="rId118" Type="http://schemas.openxmlformats.org/officeDocument/2006/relationships/customXml" Target="../ink/ink2088.xml"/><Relationship Id="rId80" Type="http://schemas.openxmlformats.org/officeDocument/2006/relationships/customXml" Target="../ink/ink2069.xml"/><Relationship Id="rId85" Type="http://schemas.openxmlformats.org/officeDocument/2006/relationships/image" Target="../media/image2070.png"/><Relationship Id="rId12" Type="http://schemas.openxmlformats.org/officeDocument/2006/relationships/customXml" Target="../ink/ink2035.xml"/><Relationship Id="rId17" Type="http://schemas.openxmlformats.org/officeDocument/2006/relationships/image" Target="../media/image2036.png"/><Relationship Id="rId33" Type="http://schemas.openxmlformats.org/officeDocument/2006/relationships/image" Target="../media/image2044.png"/><Relationship Id="rId38" Type="http://schemas.openxmlformats.org/officeDocument/2006/relationships/customXml" Target="../ink/ink2048.xml"/><Relationship Id="rId59" Type="http://schemas.openxmlformats.org/officeDocument/2006/relationships/image" Target="../media/image2057.png"/><Relationship Id="rId103" Type="http://schemas.openxmlformats.org/officeDocument/2006/relationships/image" Target="../media/image2079.png"/><Relationship Id="rId108" Type="http://schemas.openxmlformats.org/officeDocument/2006/relationships/customXml" Target="../ink/ink2083.xml"/><Relationship Id="rId54" Type="http://schemas.openxmlformats.org/officeDocument/2006/relationships/customXml" Target="../ink/ink2056.xml"/><Relationship Id="rId70" Type="http://schemas.openxmlformats.org/officeDocument/2006/relationships/customXml" Target="../ink/ink2064.xml"/><Relationship Id="rId75" Type="http://schemas.openxmlformats.org/officeDocument/2006/relationships/image" Target="../media/image2065.png"/><Relationship Id="rId91" Type="http://schemas.openxmlformats.org/officeDocument/2006/relationships/image" Target="../media/image2073.png"/><Relationship Id="rId96" Type="http://schemas.openxmlformats.org/officeDocument/2006/relationships/customXml" Target="../ink/ink20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32.xml"/><Relationship Id="rId23" Type="http://schemas.openxmlformats.org/officeDocument/2006/relationships/image" Target="../media/image2039.png"/><Relationship Id="rId28" Type="http://schemas.openxmlformats.org/officeDocument/2006/relationships/customXml" Target="../ink/ink2043.xml"/><Relationship Id="rId49" Type="http://schemas.openxmlformats.org/officeDocument/2006/relationships/image" Target="../media/image2052.png"/><Relationship Id="rId114" Type="http://schemas.openxmlformats.org/officeDocument/2006/relationships/customXml" Target="../ink/ink2086.xml"/><Relationship Id="rId119" Type="http://schemas.openxmlformats.org/officeDocument/2006/relationships/image" Target="../media/image2087.png"/><Relationship Id="rId10" Type="http://schemas.openxmlformats.org/officeDocument/2006/relationships/customXml" Target="../ink/ink2034.xml"/><Relationship Id="rId31" Type="http://schemas.openxmlformats.org/officeDocument/2006/relationships/image" Target="../media/image2043.png"/><Relationship Id="rId44" Type="http://schemas.openxmlformats.org/officeDocument/2006/relationships/customXml" Target="../ink/ink2051.xml"/><Relationship Id="rId52" Type="http://schemas.openxmlformats.org/officeDocument/2006/relationships/customXml" Target="../ink/ink2055.xml"/><Relationship Id="rId60" Type="http://schemas.openxmlformats.org/officeDocument/2006/relationships/customXml" Target="../ink/ink2059.xml"/><Relationship Id="rId65" Type="http://schemas.openxmlformats.org/officeDocument/2006/relationships/image" Target="../media/image2060.png"/><Relationship Id="rId73" Type="http://schemas.openxmlformats.org/officeDocument/2006/relationships/image" Target="../media/image2064.png"/><Relationship Id="rId78" Type="http://schemas.openxmlformats.org/officeDocument/2006/relationships/customXml" Target="../ink/ink2068.xml"/><Relationship Id="rId81" Type="http://schemas.openxmlformats.org/officeDocument/2006/relationships/image" Target="../media/image2068.png"/><Relationship Id="rId86" Type="http://schemas.openxmlformats.org/officeDocument/2006/relationships/customXml" Target="../ink/ink2072.xml"/><Relationship Id="rId94" Type="http://schemas.openxmlformats.org/officeDocument/2006/relationships/customXml" Target="../ink/ink2076.xml"/><Relationship Id="rId99" Type="http://schemas.openxmlformats.org/officeDocument/2006/relationships/image" Target="../media/image2077.png"/><Relationship Id="rId101" Type="http://schemas.openxmlformats.org/officeDocument/2006/relationships/image" Target="../media/image2078.png"/><Relationship Id="rId4" Type="http://schemas.openxmlformats.org/officeDocument/2006/relationships/customXml" Target="../ink/ink2031.xml"/><Relationship Id="rId9" Type="http://schemas.openxmlformats.org/officeDocument/2006/relationships/image" Target="../media/image2032.png"/><Relationship Id="rId13" Type="http://schemas.openxmlformats.org/officeDocument/2006/relationships/image" Target="../media/image2034.png"/><Relationship Id="rId18" Type="http://schemas.openxmlformats.org/officeDocument/2006/relationships/customXml" Target="../ink/ink2038.xml"/><Relationship Id="rId39" Type="http://schemas.openxmlformats.org/officeDocument/2006/relationships/image" Target="../media/image2047.png"/><Relationship Id="rId109" Type="http://schemas.openxmlformats.org/officeDocument/2006/relationships/image" Target="../media/image2082.png"/><Relationship Id="rId34" Type="http://schemas.openxmlformats.org/officeDocument/2006/relationships/customXml" Target="../ink/ink2046.xml"/><Relationship Id="rId50" Type="http://schemas.openxmlformats.org/officeDocument/2006/relationships/customXml" Target="../ink/ink2054.xml"/><Relationship Id="rId55" Type="http://schemas.openxmlformats.org/officeDocument/2006/relationships/image" Target="../media/image2055.png"/><Relationship Id="rId76" Type="http://schemas.openxmlformats.org/officeDocument/2006/relationships/customXml" Target="../ink/ink2067.xml"/><Relationship Id="rId97" Type="http://schemas.openxmlformats.org/officeDocument/2006/relationships/image" Target="../media/image2076.png"/><Relationship Id="rId104" Type="http://schemas.openxmlformats.org/officeDocument/2006/relationships/customXml" Target="../ink/ink2081.xml"/><Relationship Id="rId7" Type="http://schemas.openxmlformats.org/officeDocument/2006/relationships/image" Target="../media/image2031.png"/><Relationship Id="rId71" Type="http://schemas.openxmlformats.org/officeDocument/2006/relationships/image" Target="../media/image2063.png"/><Relationship Id="rId92" Type="http://schemas.openxmlformats.org/officeDocument/2006/relationships/customXml" Target="../ink/ink2075.xml"/><Relationship Id="rId2" Type="http://schemas.openxmlformats.org/officeDocument/2006/relationships/customXml" Target="../ink/ink2030.xml"/><Relationship Id="rId29" Type="http://schemas.openxmlformats.org/officeDocument/2006/relationships/image" Target="../media/image2042.png"/><Relationship Id="rId24" Type="http://schemas.openxmlformats.org/officeDocument/2006/relationships/customXml" Target="../ink/ink2041.xml"/><Relationship Id="rId40" Type="http://schemas.openxmlformats.org/officeDocument/2006/relationships/customXml" Target="../ink/ink2049.xml"/><Relationship Id="rId45" Type="http://schemas.openxmlformats.org/officeDocument/2006/relationships/image" Target="../media/image2050.png"/><Relationship Id="rId66" Type="http://schemas.openxmlformats.org/officeDocument/2006/relationships/customXml" Target="../ink/ink2062.xml"/><Relationship Id="rId87" Type="http://schemas.openxmlformats.org/officeDocument/2006/relationships/image" Target="../media/image2071.png"/><Relationship Id="rId110" Type="http://schemas.openxmlformats.org/officeDocument/2006/relationships/customXml" Target="../ink/ink2084.xml"/><Relationship Id="rId115" Type="http://schemas.openxmlformats.org/officeDocument/2006/relationships/image" Target="../media/image2085.png"/><Relationship Id="rId61" Type="http://schemas.openxmlformats.org/officeDocument/2006/relationships/image" Target="../media/image2058.png"/><Relationship Id="rId82" Type="http://schemas.openxmlformats.org/officeDocument/2006/relationships/customXml" Target="../ink/ink2070.xml"/><Relationship Id="rId19" Type="http://schemas.openxmlformats.org/officeDocument/2006/relationships/image" Target="../media/image2037.png"/><Relationship Id="rId14" Type="http://schemas.openxmlformats.org/officeDocument/2006/relationships/customXml" Target="../ink/ink2036.xml"/><Relationship Id="rId30" Type="http://schemas.openxmlformats.org/officeDocument/2006/relationships/customXml" Target="../ink/ink2044.xml"/><Relationship Id="rId35" Type="http://schemas.openxmlformats.org/officeDocument/2006/relationships/image" Target="../media/image2045.png"/><Relationship Id="rId56" Type="http://schemas.openxmlformats.org/officeDocument/2006/relationships/customXml" Target="../ink/ink2057.xml"/><Relationship Id="rId77" Type="http://schemas.openxmlformats.org/officeDocument/2006/relationships/image" Target="../media/image2066.png"/><Relationship Id="rId100" Type="http://schemas.openxmlformats.org/officeDocument/2006/relationships/customXml" Target="../ink/ink2079.xml"/><Relationship Id="rId105" Type="http://schemas.openxmlformats.org/officeDocument/2006/relationships/image" Target="../media/image2080.png"/><Relationship Id="rId8" Type="http://schemas.openxmlformats.org/officeDocument/2006/relationships/customXml" Target="../ink/ink2033.xml"/><Relationship Id="rId51" Type="http://schemas.openxmlformats.org/officeDocument/2006/relationships/image" Target="../media/image2053.png"/><Relationship Id="rId72" Type="http://schemas.openxmlformats.org/officeDocument/2006/relationships/customXml" Target="../ink/ink2065.xml"/><Relationship Id="rId93" Type="http://schemas.openxmlformats.org/officeDocument/2006/relationships/image" Target="../media/image2074.png"/><Relationship Id="rId98" Type="http://schemas.openxmlformats.org/officeDocument/2006/relationships/customXml" Target="../ink/ink2078.xml"/><Relationship Id="rId3" Type="http://schemas.openxmlformats.org/officeDocument/2006/relationships/image" Target="../media/image2029.png"/><Relationship Id="rId25" Type="http://schemas.openxmlformats.org/officeDocument/2006/relationships/image" Target="../media/image2040.png"/><Relationship Id="rId46" Type="http://schemas.openxmlformats.org/officeDocument/2006/relationships/customXml" Target="../ink/ink2052.xml"/><Relationship Id="rId67" Type="http://schemas.openxmlformats.org/officeDocument/2006/relationships/image" Target="../media/image2061.png"/><Relationship Id="rId116" Type="http://schemas.openxmlformats.org/officeDocument/2006/relationships/customXml" Target="../ink/ink2087.xml"/><Relationship Id="rId20" Type="http://schemas.openxmlformats.org/officeDocument/2006/relationships/customXml" Target="../ink/ink2039.xml"/><Relationship Id="rId41" Type="http://schemas.openxmlformats.org/officeDocument/2006/relationships/image" Target="../media/image2048.png"/><Relationship Id="rId62" Type="http://schemas.openxmlformats.org/officeDocument/2006/relationships/customXml" Target="../ink/ink2060.xml"/><Relationship Id="rId83" Type="http://schemas.openxmlformats.org/officeDocument/2006/relationships/image" Target="../media/image2069.png"/><Relationship Id="rId88" Type="http://schemas.openxmlformats.org/officeDocument/2006/relationships/customXml" Target="../ink/ink2073.xml"/><Relationship Id="rId111" Type="http://schemas.openxmlformats.org/officeDocument/2006/relationships/image" Target="../media/image2083.png"/><Relationship Id="rId15" Type="http://schemas.openxmlformats.org/officeDocument/2006/relationships/image" Target="../media/image2035.png"/><Relationship Id="rId36" Type="http://schemas.openxmlformats.org/officeDocument/2006/relationships/customXml" Target="../ink/ink2047.xml"/><Relationship Id="rId57" Type="http://schemas.openxmlformats.org/officeDocument/2006/relationships/image" Target="../media/image2056.png"/><Relationship Id="rId106" Type="http://schemas.openxmlformats.org/officeDocument/2006/relationships/customXml" Target="../ink/ink2082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01.xml"/><Relationship Id="rId21" Type="http://schemas.openxmlformats.org/officeDocument/2006/relationships/image" Target="../media/image2097.png"/><Relationship Id="rId42" Type="http://schemas.openxmlformats.org/officeDocument/2006/relationships/customXml" Target="../ink/ink2109.xml"/><Relationship Id="rId47" Type="http://schemas.openxmlformats.org/officeDocument/2006/relationships/image" Target="../media/image2110.png"/><Relationship Id="rId63" Type="http://schemas.openxmlformats.org/officeDocument/2006/relationships/image" Target="../media/image2118.png"/><Relationship Id="rId68" Type="http://schemas.openxmlformats.org/officeDocument/2006/relationships/customXml" Target="../ink/ink2122.xml"/><Relationship Id="rId84" Type="http://schemas.openxmlformats.org/officeDocument/2006/relationships/customXml" Target="../ink/ink2130.xml"/><Relationship Id="rId89" Type="http://schemas.openxmlformats.org/officeDocument/2006/relationships/image" Target="../media/image2131.png"/><Relationship Id="rId16" Type="http://schemas.openxmlformats.org/officeDocument/2006/relationships/customXml" Target="../ink/ink2096.xml"/><Relationship Id="rId107" Type="http://schemas.openxmlformats.org/officeDocument/2006/relationships/image" Target="../media/image2139.png"/><Relationship Id="rId11" Type="http://schemas.openxmlformats.org/officeDocument/2006/relationships/image" Target="../media/image2092.png"/><Relationship Id="rId32" Type="http://schemas.openxmlformats.org/officeDocument/2006/relationships/customXml" Target="../ink/ink2104.xml"/><Relationship Id="rId37" Type="http://schemas.openxmlformats.org/officeDocument/2006/relationships/image" Target="../media/image2105.png"/><Relationship Id="rId53" Type="http://schemas.openxmlformats.org/officeDocument/2006/relationships/image" Target="../media/image2113.png"/><Relationship Id="rId58" Type="http://schemas.openxmlformats.org/officeDocument/2006/relationships/customXml" Target="../ink/ink2117.xml"/><Relationship Id="rId74" Type="http://schemas.openxmlformats.org/officeDocument/2006/relationships/customXml" Target="../ink/ink2125.xml"/><Relationship Id="rId79" Type="http://schemas.openxmlformats.org/officeDocument/2006/relationships/image" Target="../media/image2126.png"/><Relationship Id="rId102" Type="http://schemas.openxmlformats.org/officeDocument/2006/relationships/customXml" Target="../ink/ink2139.xml"/><Relationship Id="rId5" Type="http://schemas.openxmlformats.org/officeDocument/2006/relationships/image" Target="../media/image2089.png"/><Relationship Id="rId90" Type="http://schemas.openxmlformats.org/officeDocument/2006/relationships/customXml" Target="../ink/ink2133.xml"/><Relationship Id="rId95" Type="http://schemas.openxmlformats.org/officeDocument/2006/relationships/image" Target="../media/image1702.png"/><Relationship Id="rId22" Type="http://schemas.openxmlformats.org/officeDocument/2006/relationships/customXml" Target="../ink/ink2099.xml"/><Relationship Id="rId27" Type="http://schemas.openxmlformats.org/officeDocument/2006/relationships/image" Target="../media/image2100.png"/><Relationship Id="rId43" Type="http://schemas.openxmlformats.org/officeDocument/2006/relationships/image" Target="../media/image2108.png"/><Relationship Id="rId48" Type="http://schemas.openxmlformats.org/officeDocument/2006/relationships/customXml" Target="../ink/ink2112.xml"/><Relationship Id="rId64" Type="http://schemas.openxmlformats.org/officeDocument/2006/relationships/customXml" Target="../ink/ink2120.xml"/><Relationship Id="rId69" Type="http://schemas.openxmlformats.org/officeDocument/2006/relationships/image" Target="../media/image2121.png"/><Relationship Id="rId80" Type="http://schemas.openxmlformats.org/officeDocument/2006/relationships/customXml" Target="../ink/ink2128.xml"/><Relationship Id="rId85" Type="http://schemas.openxmlformats.org/officeDocument/2006/relationships/image" Target="../media/image2129.png"/><Relationship Id="rId12" Type="http://schemas.openxmlformats.org/officeDocument/2006/relationships/customXml" Target="../ink/ink2094.xml"/><Relationship Id="rId17" Type="http://schemas.openxmlformats.org/officeDocument/2006/relationships/image" Target="../media/image2095.png"/><Relationship Id="rId33" Type="http://schemas.openxmlformats.org/officeDocument/2006/relationships/image" Target="../media/image2103.png"/><Relationship Id="rId38" Type="http://schemas.openxmlformats.org/officeDocument/2006/relationships/customXml" Target="../ink/ink2107.xml"/><Relationship Id="rId59" Type="http://schemas.openxmlformats.org/officeDocument/2006/relationships/image" Target="../media/image2116.png"/><Relationship Id="rId103" Type="http://schemas.openxmlformats.org/officeDocument/2006/relationships/image" Target="../media/image2137.png"/><Relationship Id="rId20" Type="http://schemas.openxmlformats.org/officeDocument/2006/relationships/customXml" Target="../ink/ink2098.xml"/><Relationship Id="rId41" Type="http://schemas.openxmlformats.org/officeDocument/2006/relationships/image" Target="../media/image2107.png"/><Relationship Id="rId54" Type="http://schemas.openxmlformats.org/officeDocument/2006/relationships/customXml" Target="../ink/ink2115.xml"/><Relationship Id="rId62" Type="http://schemas.openxmlformats.org/officeDocument/2006/relationships/customXml" Target="../ink/ink2119.xml"/><Relationship Id="rId70" Type="http://schemas.openxmlformats.org/officeDocument/2006/relationships/customXml" Target="../ink/ink2123.xml"/><Relationship Id="rId75" Type="http://schemas.openxmlformats.org/officeDocument/2006/relationships/image" Target="../media/image2124.png"/><Relationship Id="rId83" Type="http://schemas.openxmlformats.org/officeDocument/2006/relationships/image" Target="../media/image2128.png"/><Relationship Id="rId88" Type="http://schemas.openxmlformats.org/officeDocument/2006/relationships/customXml" Target="../ink/ink2132.xml"/><Relationship Id="rId91" Type="http://schemas.openxmlformats.org/officeDocument/2006/relationships/image" Target="../media/image2132.png"/><Relationship Id="rId96" Type="http://schemas.openxmlformats.org/officeDocument/2006/relationships/customXml" Target="../ink/ink21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91.xml"/><Relationship Id="rId15" Type="http://schemas.openxmlformats.org/officeDocument/2006/relationships/image" Target="../media/image2094.png"/><Relationship Id="rId23" Type="http://schemas.openxmlformats.org/officeDocument/2006/relationships/image" Target="../media/image2098.png"/><Relationship Id="rId28" Type="http://schemas.openxmlformats.org/officeDocument/2006/relationships/customXml" Target="../ink/ink2102.xml"/><Relationship Id="rId36" Type="http://schemas.openxmlformats.org/officeDocument/2006/relationships/customXml" Target="../ink/ink2106.xml"/><Relationship Id="rId49" Type="http://schemas.openxmlformats.org/officeDocument/2006/relationships/image" Target="../media/image2111.png"/><Relationship Id="rId57" Type="http://schemas.openxmlformats.org/officeDocument/2006/relationships/image" Target="../media/image2115.png"/><Relationship Id="rId106" Type="http://schemas.openxmlformats.org/officeDocument/2006/relationships/customXml" Target="../ink/ink2141.xml"/><Relationship Id="rId10" Type="http://schemas.openxmlformats.org/officeDocument/2006/relationships/customXml" Target="../ink/ink2093.xml"/><Relationship Id="rId31" Type="http://schemas.openxmlformats.org/officeDocument/2006/relationships/image" Target="../media/image2102.png"/><Relationship Id="rId44" Type="http://schemas.openxmlformats.org/officeDocument/2006/relationships/customXml" Target="../ink/ink2110.xml"/><Relationship Id="rId52" Type="http://schemas.openxmlformats.org/officeDocument/2006/relationships/customXml" Target="../ink/ink2114.xml"/><Relationship Id="rId60" Type="http://schemas.openxmlformats.org/officeDocument/2006/relationships/customXml" Target="../ink/ink2118.xml"/><Relationship Id="rId65" Type="http://schemas.openxmlformats.org/officeDocument/2006/relationships/image" Target="../media/image2119.png"/><Relationship Id="rId73" Type="http://schemas.openxmlformats.org/officeDocument/2006/relationships/image" Target="../media/image2123.png"/><Relationship Id="rId78" Type="http://schemas.openxmlformats.org/officeDocument/2006/relationships/customXml" Target="../ink/ink2127.xml"/><Relationship Id="rId81" Type="http://schemas.openxmlformats.org/officeDocument/2006/relationships/image" Target="../media/image2127.png"/><Relationship Id="rId86" Type="http://schemas.openxmlformats.org/officeDocument/2006/relationships/customXml" Target="../ink/ink2131.xml"/><Relationship Id="rId94" Type="http://schemas.openxmlformats.org/officeDocument/2006/relationships/customXml" Target="../ink/ink2135.xml"/><Relationship Id="rId99" Type="http://schemas.openxmlformats.org/officeDocument/2006/relationships/image" Target="../media/image2135.png"/><Relationship Id="rId101" Type="http://schemas.openxmlformats.org/officeDocument/2006/relationships/image" Target="../media/image2136.png"/><Relationship Id="rId4" Type="http://schemas.openxmlformats.org/officeDocument/2006/relationships/customXml" Target="../ink/ink2090.xml"/><Relationship Id="rId9" Type="http://schemas.openxmlformats.org/officeDocument/2006/relationships/image" Target="../media/image2091.png"/><Relationship Id="rId13" Type="http://schemas.openxmlformats.org/officeDocument/2006/relationships/image" Target="../media/image2093.png"/><Relationship Id="rId18" Type="http://schemas.openxmlformats.org/officeDocument/2006/relationships/customXml" Target="../ink/ink2097.xml"/><Relationship Id="rId39" Type="http://schemas.openxmlformats.org/officeDocument/2006/relationships/image" Target="../media/image2106.png"/><Relationship Id="rId34" Type="http://schemas.openxmlformats.org/officeDocument/2006/relationships/customXml" Target="../ink/ink2105.xml"/><Relationship Id="rId50" Type="http://schemas.openxmlformats.org/officeDocument/2006/relationships/customXml" Target="../ink/ink2113.xml"/><Relationship Id="rId55" Type="http://schemas.openxmlformats.org/officeDocument/2006/relationships/image" Target="../media/image2114.png"/><Relationship Id="rId76" Type="http://schemas.openxmlformats.org/officeDocument/2006/relationships/customXml" Target="../ink/ink2126.xml"/><Relationship Id="rId97" Type="http://schemas.openxmlformats.org/officeDocument/2006/relationships/image" Target="../media/image2134.png"/><Relationship Id="rId104" Type="http://schemas.openxmlformats.org/officeDocument/2006/relationships/customXml" Target="../ink/ink2140.xml"/><Relationship Id="rId7" Type="http://schemas.openxmlformats.org/officeDocument/2006/relationships/image" Target="../media/image2090.png"/><Relationship Id="rId71" Type="http://schemas.openxmlformats.org/officeDocument/2006/relationships/image" Target="../media/image2122.png"/><Relationship Id="rId92" Type="http://schemas.openxmlformats.org/officeDocument/2006/relationships/customXml" Target="../ink/ink2134.xml"/><Relationship Id="rId2" Type="http://schemas.openxmlformats.org/officeDocument/2006/relationships/customXml" Target="../ink/ink2089.xml"/><Relationship Id="rId29" Type="http://schemas.openxmlformats.org/officeDocument/2006/relationships/image" Target="../media/image2101.png"/><Relationship Id="rId24" Type="http://schemas.openxmlformats.org/officeDocument/2006/relationships/customXml" Target="../ink/ink2100.xml"/><Relationship Id="rId40" Type="http://schemas.openxmlformats.org/officeDocument/2006/relationships/customXml" Target="../ink/ink2108.xml"/><Relationship Id="rId45" Type="http://schemas.openxmlformats.org/officeDocument/2006/relationships/image" Target="../media/image2109.png"/><Relationship Id="rId66" Type="http://schemas.openxmlformats.org/officeDocument/2006/relationships/customXml" Target="../ink/ink2121.xml"/><Relationship Id="rId87" Type="http://schemas.openxmlformats.org/officeDocument/2006/relationships/image" Target="../media/image2130.png"/><Relationship Id="rId61" Type="http://schemas.openxmlformats.org/officeDocument/2006/relationships/image" Target="../media/image2117.png"/><Relationship Id="rId82" Type="http://schemas.openxmlformats.org/officeDocument/2006/relationships/customXml" Target="../ink/ink2129.xml"/><Relationship Id="rId19" Type="http://schemas.openxmlformats.org/officeDocument/2006/relationships/image" Target="../media/image2096.png"/><Relationship Id="rId14" Type="http://schemas.openxmlformats.org/officeDocument/2006/relationships/customXml" Target="../ink/ink2095.xml"/><Relationship Id="rId30" Type="http://schemas.openxmlformats.org/officeDocument/2006/relationships/customXml" Target="../ink/ink2103.xml"/><Relationship Id="rId35" Type="http://schemas.openxmlformats.org/officeDocument/2006/relationships/image" Target="../media/image2104.png"/><Relationship Id="rId56" Type="http://schemas.openxmlformats.org/officeDocument/2006/relationships/customXml" Target="../ink/ink2116.xml"/><Relationship Id="rId77" Type="http://schemas.openxmlformats.org/officeDocument/2006/relationships/image" Target="../media/image2125.png"/><Relationship Id="rId100" Type="http://schemas.openxmlformats.org/officeDocument/2006/relationships/customXml" Target="../ink/ink2138.xml"/><Relationship Id="rId105" Type="http://schemas.openxmlformats.org/officeDocument/2006/relationships/image" Target="../media/image2138.png"/><Relationship Id="rId8" Type="http://schemas.openxmlformats.org/officeDocument/2006/relationships/customXml" Target="../ink/ink2092.xml"/><Relationship Id="rId51" Type="http://schemas.openxmlformats.org/officeDocument/2006/relationships/image" Target="../media/image2112.png"/><Relationship Id="rId72" Type="http://schemas.openxmlformats.org/officeDocument/2006/relationships/customXml" Target="../ink/ink2124.xml"/><Relationship Id="rId93" Type="http://schemas.openxmlformats.org/officeDocument/2006/relationships/image" Target="../media/image2133.png"/><Relationship Id="rId98" Type="http://schemas.openxmlformats.org/officeDocument/2006/relationships/customXml" Target="../ink/ink2137.xml"/><Relationship Id="rId3" Type="http://schemas.openxmlformats.org/officeDocument/2006/relationships/image" Target="../media/image2088.png"/><Relationship Id="rId25" Type="http://schemas.openxmlformats.org/officeDocument/2006/relationships/image" Target="../media/image2099.png"/><Relationship Id="rId46" Type="http://schemas.openxmlformats.org/officeDocument/2006/relationships/customXml" Target="../ink/ink2111.xml"/><Relationship Id="rId67" Type="http://schemas.openxmlformats.org/officeDocument/2006/relationships/image" Target="../media/image2120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54.xml"/><Relationship Id="rId21" Type="http://schemas.openxmlformats.org/officeDocument/2006/relationships/image" Target="../media/image2149.png"/><Relationship Id="rId42" Type="http://schemas.openxmlformats.org/officeDocument/2006/relationships/customXml" Target="../ink/ink2162.xml"/><Relationship Id="rId47" Type="http://schemas.openxmlformats.org/officeDocument/2006/relationships/image" Target="../media/image2162.png"/><Relationship Id="rId63" Type="http://schemas.openxmlformats.org/officeDocument/2006/relationships/image" Target="../media/image2170.png"/><Relationship Id="rId68" Type="http://schemas.openxmlformats.org/officeDocument/2006/relationships/customXml" Target="../ink/ink2175.xml"/><Relationship Id="rId16" Type="http://schemas.openxmlformats.org/officeDocument/2006/relationships/customXml" Target="../ink/ink2149.xml"/><Relationship Id="rId11" Type="http://schemas.openxmlformats.org/officeDocument/2006/relationships/image" Target="../media/image2144.png"/><Relationship Id="rId32" Type="http://schemas.openxmlformats.org/officeDocument/2006/relationships/customXml" Target="../ink/ink2157.xml"/><Relationship Id="rId37" Type="http://schemas.openxmlformats.org/officeDocument/2006/relationships/image" Target="../media/image2157.png"/><Relationship Id="rId53" Type="http://schemas.openxmlformats.org/officeDocument/2006/relationships/image" Target="../media/image2165.png"/><Relationship Id="rId58" Type="http://schemas.openxmlformats.org/officeDocument/2006/relationships/customXml" Target="../ink/ink2170.xml"/><Relationship Id="rId74" Type="http://schemas.openxmlformats.org/officeDocument/2006/relationships/customXml" Target="../ink/ink2178.xml"/><Relationship Id="rId79" Type="http://schemas.openxmlformats.org/officeDocument/2006/relationships/image" Target="../media/image2178.png"/><Relationship Id="rId5" Type="http://schemas.openxmlformats.org/officeDocument/2006/relationships/image" Target="../media/image2141.png"/><Relationship Id="rId61" Type="http://schemas.openxmlformats.org/officeDocument/2006/relationships/image" Target="../media/image2169.png"/><Relationship Id="rId19" Type="http://schemas.openxmlformats.org/officeDocument/2006/relationships/image" Target="../media/image2148.png"/><Relationship Id="rId14" Type="http://schemas.openxmlformats.org/officeDocument/2006/relationships/customXml" Target="../ink/ink2148.xml"/><Relationship Id="rId22" Type="http://schemas.openxmlformats.org/officeDocument/2006/relationships/customXml" Target="../ink/ink2152.xml"/><Relationship Id="rId27" Type="http://schemas.openxmlformats.org/officeDocument/2006/relationships/image" Target="../media/image2152.png"/><Relationship Id="rId30" Type="http://schemas.openxmlformats.org/officeDocument/2006/relationships/customXml" Target="../ink/ink2156.xml"/><Relationship Id="rId35" Type="http://schemas.openxmlformats.org/officeDocument/2006/relationships/image" Target="../media/image2156.png"/><Relationship Id="rId43" Type="http://schemas.openxmlformats.org/officeDocument/2006/relationships/image" Target="../media/image2160.png"/><Relationship Id="rId48" Type="http://schemas.openxmlformats.org/officeDocument/2006/relationships/customXml" Target="../ink/ink2165.xml"/><Relationship Id="rId56" Type="http://schemas.openxmlformats.org/officeDocument/2006/relationships/customXml" Target="../ink/ink2169.xml"/><Relationship Id="rId64" Type="http://schemas.openxmlformats.org/officeDocument/2006/relationships/customXml" Target="../ink/ink2173.xml"/><Relationship Id="rId69" Type="http://schemas.openxmlformats.org/officeDocument/2006/relationships/image" Target="../media/image2173.png"/><Relationship Id="rId77" Type="http://schemas.openxmlformats.org/officeDocument/2006/relationships/image" Target="../media/image2177.png"/><Relationship Id="rId8" Type="http://schemas.openxmlformats.org/officeDocument/2006/relationships/customXml" Target="../ink/ink2145.xml"/><Relationship Id="rId51" Type="http://schemas.openxmlformats.org/officeDocument/2006/relationships/image" Target="../media/image2164.png"/><Relationship Id="rId72" Type="http://schemas.openxmlformats.org/officeDocument/2006/relationships/customXml" Target="../ink/ink2177.xml"/><Relationship Id="rId80" Type="http://schemas.openxmlformats.org/officeDocument/2006/relationships/customXml" Target="../ink/ink2181.xml"/><Relationship Id="rId3" Type="http://schemas.openxmlformats.org/officeDocument/2006/relationships/image" Target="../media/image2140.png"/><Relationship Id="rId12" Type="http://schemas.openxmlformats.org/officeDocument/2006/relationships/customXml" Target="../ink/ink2147.xml"/><Relationship Id="rId17" Type="http://schemas.openxmlformats.org/officeDocument/2006/relationships/image" Target="../media/image2147.png"/><Relationship Id="rId25" Type="http://schemas.openxmlformats.org/officeDocument/2006/relationships/image" Target="../media/image2151.png"/><Relationship Id="rId33" Type="http://schemas.openxmlformats.org/officeDocument/2006/relationships/image" Target="../media/image2155.png"/><Relationship Id="rId38" Type="http://schemas.openxmlformats.org/officeDocument/2006/relationships/customXml" Target="../ink/ink2160.xml"/><Relationship Id="rId46" Type="http://schemas.openxmlformats.org/officeDocument/2006/relationships/customXml" Target="../ink/ink2164.xml"/><Relationship Id="rId59" Type="http://schemas.openxmlformats.org/officeDocument/2006/relationships/image" Target="../media/image2168.png"/><Relationship Id="rId67" Type="http://schemas.openxmlformats.org/officeDocument/2006/relationships/image" Target="../media/image2172.png"/><Relationship Id="rId20" Type="http://schemas.openxmlformats.org/officeDocument/2006/relationships/customXml" Target="../ink/ink2151.xml"/><Relationship Id="rId41" Type="http://schemas.openxmlformats.org/officeDocument/2006/relationships/image" Target="../media/image2159.png"/><Relationship Id="rId54" Type="http://schemas.openxmlformats.org/officeDocument/2006/relationships/customXml" Target="../ink/ink2168.xml"/><Relationship Id="rId62" Type="http://schemas.openxmlformats.org/officeDocument/2006/relationships/customXml" Target="../ink/ink2172.xml"/><Relationship Id="rId70" Type="http://schemas.openxmlformats.org/officeDocument/2006/relationships/customXml" Target="../ink/ink2176.xml"/><Relationship Id="rId75" Type="http://schemas.openxmlformats.org/officeDocument/2006/relationships/image" Target="../media/image21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44.xml"/><Relationship Id="rId15" Type="http://schemas.openxmlformats.org/officeDocument/2006/relationships/image" Target="../media/image2146.png"/><Relationship Id="rId23" Type="http://schemas.openxmlformats.org/officeDocument/2006/relationships/image" Target="../media/image2150.png"/><Relationship Id="rId28" Type="http://schemas.openxmlformats.org/officeDocument/2006/relationships/customXml" Target="../ink/ink2155.xml"/><Relationship Id="rId36" Type="http://schemas.openxmlformats.org/officeDocument/2006/relationships/customXml" Target="../ink/ink2159.xml"/><Relationship Id="rId49" Type="http://schemas.openxmlformats.org/officeDocument/2006/relationships/image" Target="../media/image2163.png"/><Relationship Id="rId57" Type="http://schemas.openxmlformats.org/officeDocument/2006/relationships/image" Target="../media/image2167.png"/><Relationship Id="rId10" Type="http://schemas.openxmlformats.org/officeDocument/2006/relationships/customXml" Target="../ink/ink2146.xml"/><Relationship Id="rId31" Type="http://schemas.openxmlformats.org/officeDocument/2006/relationships/image" Target="../media/image2154.png"/><Relationship Id="rId44" Type="http://schemas.openxmlformats.org/officeDocument/2006/relationships/customXml" Target="../ink/ink2163.xml"/><Relationship Id="rId52" Type="http://schemas.openxmlformats.org/officeDocument/2006/relationships/customXml" Target="../ink/ink2167.xml"/><Relationship Id="rId60" Type="http://schemas.openxmlformats.org/officeDocument/2006/relationships/customXml" Target="../ink/ink2171.xml"/><Relationship Id="rId65" Type="http://schemas.openxmlformats.org/officeDocument/2006/relationships/image" Target="../media/image2171.png"/><Relationship Id="rId73" Type="http://schemas.openxmlformats.org/officeDocument/2006/relationships/image" Target="../media/image2175.png"/><Relationship Id="rId78" Type="http://schemas.openxmlformats.org/officeDocument/2006/relationships/customXml" Target="../ink/ink2180.xml"/><Relationship Id="rId81" Type="http://schemas.openxmlformats.org/officeDocument/2006/relationships/image" Target="../media/image2179.png"/><Relationship Id="rId4" Type="http://schemas.openxmlformats.org/officeDocument/2006/relationships/customXml" Target="../ink/ink2143.xml"/><Relationship Id="rId9" Type="http://schemas.openxmlformats.org/officeDocument/2006/relationships/image" Target="../media/image2143.png"/><Relationship Id="rId13" Type="http://schemas.openxmlformats.org/officeDocument/2006/relationships/image" Target="../media/image2145.png"/><Relationship Id="rId18" Type="http://schemas.openxmlformats.org/officeDocument/2006/relationships/customXml" Target="../ink/ink2150.xml"/><Relationship Id="rId39" Type="http://schemas.openxmlformats.org/officeDocument/2006/relationships/image" Target="../media/image2158.png"/><Relationship Id="rId34" Type="http://schemas.openxmlformats.org/officeDocument/2006/relationships/customXml" Target="../ink/ink2158.xml"/><Relationship Id="rId50" Type="http://schemas.openxmlformats.org/officeDocument/2006/relationships/customXml" Target="../ink/ink2166.xml"/><Relationship Id="rId55" Type="http://schemas.openxmlformats.org/officeDocument/2006/relationships/image" Target="../media/image2166.png"/><Relationship Id="rId76" Type="http://schemas.openxmlformats.org/officeDocument/2006/relationships/customXml" Target="../ink/ink2179.xml"/><Relationship Id="rId7" Type="http://schemas.openxmlformats.org/officeDocument/2006/relationships/image" Target="../media/image2142.png"/><Relationship Id="rId71" Type="http://schemas.openxmlformats.org/officeDocument/2006/relationships/image" Target="../media/image2174.png"/><Relationship Id="rId2" Type="http://schemas.openxmlformats.org/officeDocument/2006/relationships/customXml" Target="../ink/ink2142.xml"/><Relationship Id="rId29" Type="http://schemas.openxmlformats.org/officeDocument/2006/relationships/image" Target="../media/image2153.png"/><Relationship Id="rId24" Type="http://schemas.openxmlformats.org/officeDocument/2006/relationships/customXml" Target="../ink/ink2153.xml"/><Relationship Id="rId40" Type="http://schemas.openxmlformats.org/officeDocument/2006/relationships/customXml" Target="../ink/ink2161.xml"/><Relationship Id="rId45" Type="http://schemas.openxmlformats.org/officeDocument/2006/relationships/image" Target="../media/image2161.png"/><Relationship Id="rId66" Type="http://schemas.openxmlformats.org/officeDocument/2006/relationships/customXml" Target="../ink/ink217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3487EA4-0039-3315-0474-D15F8B8141F7}"/>
              </a:ext>
            </a:extLst>
          </p:cNvPr>
          <p:cNvGrpSpPr/>
          <p:nvPr/>
        </p:nvGrpSpPr>
        <p:grpSpPr>
          <a:xfrm>
            <a:off x="716505" y="508335"/>
            <a:ext cx="2319480" cy="575280"/>
            <a:chOff x="716505" y="508335"/>
            <a:chExt cx="231948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CBE2BB-C2FD-4898-5AC2-C37EDAC49280}"/>
                    </a:ext>
                  </a:extLst>
                </p14:cNvPr>
                <p14:cNvContentPartPr/>
                <p14:nvPr/>
              </p14:nvContentPartPr>
              <p14:xfrm>
                <a:off x="716505" y="576015"/>
                <a:ext cx="103680" cy="507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CBE2BB-C2FD-4898-5AC2-C37EDAC492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2185" y="571695"/>
                  <a:ext cx="1123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12395B5-E19D-5A11-CDDF-B0540D70D3B5}"/>
                    </a:ext>
                  </a:extLst>
                </p14:cNvPr>
                <p14:cNvContentPartPr/>
                <p14:nvPr/>
              </p14:nvContentPartPr>
              <p14:xfrm>
                <a:off x="899745" y="508335"/>
                <a:ext cx="533520" cy="491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12395B5-E19D-5A11-CDDF-B0540D70D3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5425" y="504015"/>
                  <a:ext cx="5421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C8CF26-5847-4A88-DAA2-2CBE703B935D}"/>
                    </a:ext>
                  </a:extLst>
                </p14:cNvPr>
                <p14:cNvContentPartPr/>
                <p14:nvPr/>
              </p14:nvContentPartPr>
              <p14:xfrm>
                <a:off x="1628385" y="738015"/>
                <a:ext cx="439560" cy="202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C8CF26-5847-4A88-DAA2-2CBE703B93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4065" y="733695"/>
                  <a:ext cx="448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913189-37DB-FDCB-E8A5-F8A0BA4F6CDE}"/>
                    </a:ext>
                  </a:extLst>
                </p14:cNvPr>
                <p14:cNvContentPartPr/>
                <p14:nvPr/>
              </p14:nvContentPartPr>
              <p14:xfrm>
                <a:off x="2191065" y="546135"/>
                <a:ext cx="46080" cy="44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913189-37DB-FDCB-E8A5-F8A0BA4F6C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6745" y="541815"/>
                  <a:ext cx="54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BD98C5-EB07-9423-BDA9-B9CAB82CACA3}"/>
                    </a:ext>
                  </a:extLst>
                </p14:cNvPr>
                <p14:cNvContentPartPr/>
                <p14:nvPr/>
              </p14:nvContentPartPr>
              <p14:xfrm>
                <a:off x="2309145" y="750975"/>
                <a:ext cx="278640" cy="27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BD98C5-EB07-9423-BDA9-B9CAB82CAC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04825" y="746655"/>
                  <a:ext cx="287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48686E-D624-3E15-E747-43D639E9BD53}"/>
                    </a:ext>
                  </a:extLst>
                </p14:cNvPr>
                <p14:cNvContentPartPr/>
                <p14:nvPr/>
              </p14:nvContentPartPr>
              <p14:xfrm>
                <a:off x="2609385" y="766455"/>
                <a:ext cx="426600" cy="248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48686E-D624-3E15-E747-43D639E9BD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05065" y="762135"/>
                  <a:ext cx="43524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B4A29D-3B6D-25D1-961D-BD72C4C0CB28}"/>
              </a:ext>
            </a:extLst>
          </p:cNvPr>
          <p:cNvGrpSpPr/>
          <p:nvPr/>
        </p:nvGrpSpPr>
        <p:grpSpPr>
          <a:xfrm>
            <a:off x="4063425" y="409335"/>
            <a:ext cx="2575800" cy="1389600"/>
            <a:chOff x="4063425" y="409335"/>
            <a:chExt cx="2575800" cy="13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4A9307-D82F-C50A-E569-0F3C08CF11AA}"/>
                    </a:ext>
                  </a:extLst>
                </p14:cNvPr>
                <p14:cNvContentPartPr/>
                <p14:nvPr/>
              </p14:nvContentPartPr>
              <p14:xfrm>
                <a:off x="4063425" y="409335"/>
                <a:ext cx="549720" cy="63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4A9307-D82F-C50A-E569-0F3C08CF11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59105" y="405015"/>
                  <a:ext cx="55836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F00A9D-49B1-DFC4-090B-8467F9FA954E}"/>
                    </a:ext>
                  </a:extLst>
                </p14:cNvPr>
                <p14:cNvContentPartPr/>
                <p14:nvPr/>
              </p14:nvContentPartPr>
              <p14:xfrm>
                <a:off x="4773705" y="794175"/>
                <a:ext cx="285480" cy="19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F00A9D-49B1-DFC4-090B-8467F9FA95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69385" y="789855"/>
                  <a:ext cx="294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B69216-8F65-6E1A-AEA9-EA60F6F18AB4}"/>
                    </a:ext>
                  </a:extLst>
                </p14:cNvPr>
                <p14:cNvContentPartPr/>
                <p14:nvPr/>
              </p14:nvContentPartPr>
              <p14:xfrm>
                <a:off x="4998345" y="798135"/>
                <a:ext cx="744480" cy="100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B69216-8F65-6E1A-AEA9-EA60F6F18A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94025" y="793815"/>
                  <a:ext cx="75312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67C039-71EE-75B4-FF6D-3F133FDC2208}"/>
                    </a:ext>
                  </a:extLst>
                </p14:cNvPr>
                <p14:cNvContentPartPr/>
                <p14:nvPr/>
              </p14:nvContentPartPr>
              <p14:xfrm>
                <a:off x="6029025" y="766455"/>
                <a:ext cx="610200" cy="45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67C039-71EE-75B4-FF6D-3F133FDC22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24705" y="762135"/>
                  <a:ext cx="618840" cy="45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D5336C-EBE2-2D56-DAD7-6C428C0BD2B5}"/>
                  </a:ext>
                </a:extLst>
              </p14:cNvPr>
              <p14:cNvContentPartPr/>
              <p14:nvPr/>
            </p14:nvContentPartPr>
            <p14:xfrm>
              <a:off x="6350505" y="572775"/>
              <a:ext cx="62280" cy="168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D5336C-EBE2-2D56-DAD7-6C428C0BD2B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44385" y="566655"/>
                <a:ext cx="7452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F8A19DF-F257-36D3-3869-AD3C5E80E83B}"/>
              </a:ext>
            </a:extLst>
          </p:cNvPr>
          <p:cNvGrpSpPr/>
          <p:nvPr/>
        </p:nvGrpSpPr>
        <p:grpSpPr>
          <a:xfrm>
            <a:off x="7663785" y="560175"/>
            <a:ext cx="4088880" cy="1041840"/>
            <a:chOff x="7663785" y="560175"/>
            <a:chExt cx="4088880" cy="10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E20A19-082E-B708-17E1-2C6FC72F4BD6}"/>
                    </a:ext>
                  </a:extLst>
                </p14:cNvPr>
                <p14:cNvContentPartPr/>
                <p14:nvPr/>
              </p14:nvContentPartPr>
              <p14:xfrm>
                <a:off x="7663785" y="560175"/>
                <a:ext cx="411840" cy="874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E20A19-082E-B708-17E1-2C6FC72F4B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7665" y="554055"/>
                  <a:ext cx="42408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67F920-CE66-13D8-8FD2-7F871AFB9805}"/>
                    </a:ext>
                  </a:extLst>
                </p14:cNvPr>
                <p14:cNvContentPartPr/>
                <p14:nvPr/>
              </p14:nvContentPartPr>
              <p14:xfrm>
                <a:off x="7771065" y="626775"/>
                <a:ext cx="879480" cy="48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67F920-CE66-13D8-8FD2-7F871AFB98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64945" y="620655"/>
                  <a:ext cx="8917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24158F-7A5A-ADEC-F6A6-80FCCD5F2869}"/>
                    </a:ext>
                  </a:extLst>
                </p14:cNvPr>
                <p14:cNvContentPartPr/>
                <p14:nvPr/>
              </p14:nvContentPartPr>
              <p14:xfrm>
                <a:off x="8738385" y="851415"/>
                <a:ext cx="838440" cy="75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24158F-7A5A-ADEC-F6A6-80FCCD5F28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2265" y="845295"/>
                  <a:ext cx="8506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4BEACB-2418-5147-ACB5-16A79939EFA1}"/>
                    </a:ext>
                  </a:extLst>
                </p14:cNvPr>
                <p14:cNvContentPartPr/>
                <p14:nvPr/>
              </p14:nvContentPartPr>
              <p14:xfrm>
                <a:off x="9702825" y="770415"/>
                <a:ext cx="464400" cy="403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4BEACB-2418-5147-ACB5-16A79939EF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96705" y="764295"/>
                  <a:ext cx="4766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D3D2AA3-E693-AACE-2992-2D2BAB5FB046}"/>
                    </a:ext>
                  </a:extLst>
                </p14:cNvPr>
                <p14:cNvContentPartPr/>
                <p14:nvPr/>
              </p14:nvContentPartPr>
              <p14:xfrm>
                <a:off x="10237065" y="859335"/>
                <a:ext cx="78840" cy="28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D3D2AA3-E693-AACE-2992-2D2BAB5FB0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30945" y="853215"/>
                  <a:ext cx="910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67D24F-6999-C84B-BA90-0356EB89A96C}"/>
                    </a:ext>
                  </a:extLst>
                </p14:cNvPr>
                <p14:cNvContentPartPr/>
                <p14:nvPr/>
              </p14:nvContentPartPr>
              <p14:xfrm>
                <a:off x="10391865" y="642975"/>
                <a:ext cx="83880" cy="4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67D24F-6999-C84B-BA90-0356EB89A9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85745" y="636855"/>
                  <a:ext cx="96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E9A562-3ED2-CA90-3DD2-77FA0511D246}"/>
                    </a:ext>
                  </a:extLst>
                </p14:cNvPr>
                <p14:cNvContentPartPr/>
                <p14:nvPr/>
              </p14:nvContentPartPr>
              <p14:xfrm>
                <a:off x="10631265" y="634695"/>
                <a:ext cx="92880" cy="42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E9A562-3ED2-CA90-3DD2-77FA0511D2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25145" y="628575"/>
                  <a:ext cx="1051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F38ED3-B94B-0C6E-59AB-FB4662131B8E}"/>
                    </a:ext>
                  </a:extLst>
                </p14:cNvPr>
                <p14:cNvContentPartPr/>
                <p14:nvPr/>
              </p14:nvContentPartPr>
              <p14:xfrm>
                <a:off x="10502385" y="748455"/>
                <a:ext cx="1144080" cy="419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F38ED3-B94B-0C6E-59AB-FB4662131B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6265" y="742335"/>
                  <a:ext cx="11563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47E11FD-B6FB-A86D-1B7D-F1CBB3CAFA92}"/>
                    </a:ext>
                  </a:extLst>
                </p14:cNvPr>
                <p14:cNvContentPartPr/>
                <p14:nvPr/>
              </p14:nvContentPartPr>
              <p14:xfrm>
                <a:off x="11726025" y="1089375"/>
                <a:ext cx="1620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47E11FD-B6FB-A86D-1B7D-F1CBB3CAFA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719905" y="1083255"/>
                  <a:ext cx="28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29296AF-0AC2-2216-FB63-C104794B40FA}"/>
                    </a:ext>
                  </a:extLst>
                </p14:cNvPr>
                <p14:cNvContentPartPr/>
                <p14:nvPr/>
              </p14:nvContentPartPr>
              <p14:xfrm>
                <a:off x="11746545" y="1107735"/>
                <a:ext cx="6120" cy="24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29296AF-0AC2-2216-FB63-C104794B40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40425" y="1101615"/>
                  <a:ext cx="183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4B488F-4D8C-C4C2-0354-E40C50068D4E}"/>
              </a:ext>
            </a:extLst>
          </p:cNvPr>
          <p:cNvGrpSpPr/>
          <p:nvPr/>
        </p:nvGrpSpPr>
        <p:grpSpPr>
          <a:xfrm>
            <a:off x="854745" y="1539015"/>
            <a:ext cx="1011960" cy="982800"/>
            <a:chOff x="854745" y="1539015"/>
            <a:chExt cx="1011960" cy="9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ACD686-AF53-2167-0F36-130E306811E2}"/>
                    </a:ext>
                  </a:extLst>
                </p14:cNvPr>
                <p14:cNvContentPartPr/>
                <p14:nvPr/>
              </p14:nvContentPartPr>
              <p14:xfrm>
                <a:off x="1259385" y="1935015"/>
                <a:ext cx="17280" cy="284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ACD686-AF53-2167-0F36-130E306811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53265" y="1928895"/>
                  <a:ext cx="29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DA5A20-E628-6E82-847F-2A7557FA947B}"/>
                    </a:ext>
                  </a:extLst>
                </p14:cNvPr>
                <p14:cNvContentPartPr/>
                <p14:nvPr/>
              </p14:nvContentPartPr>
              <p14:xfrm>
                <a:off x="854745" y="1539015"/>
                <a:ext cx="1011960" cy="98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DA5A20-E628-6E82-847F-2A7557FA94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8625" y="1532895"/>
                  <a:ext cx="1024200" cy="9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0E125B-F5A6-3CA8-DE75-586C0CEB7386}"/>
              </a:ext>
            </a:extLst>
          </p:cNvPr>
          <p:cNvGrpSpPr/>
          <p:nvPr/>
        </p:nvGrpSpPr>
        <p:grpSpPr>
          <a:xfrm>
            <a:off x="2267745" y="1601655"/>
            <a:ext cx="3943080" cy="1267920"/>
            <a:chOff x="2267745" y="1601655"/>
            <a:chExt cx="3943080" cy="12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B2B29C-3049-86D8-6CF8-AE5310F562D9}"/>
                    </a:ext>
                  </a:extLst>
                </p14:cNvPr>
                <p14:cNvContentPartPr/>
                <p14:nvPr/>
              </p14:nvContentPartPr>
              <p14:xfrm>
                <a:off x="2267745" y="1873095"/>
                <a:ext cx="180360" cy="747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B2B29C-3049-86D8-6CF8-AE5310F562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61625" y="1866975"/>
                  <a:ext cx="19260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78DB1B-AA55-C77B-53F3-A8B336645C31}"/>
                    </a:ext>
                  </a:extLst>
                </p14:cNvPr>
                <p14:cNvContentPartPr/>
                <p14:nvPr/>
              </p14:nvContentPartPr>
              <p14:xfrm>
                <a:off x="2345145" y="1725135"/>
                <a:ext cx="424080" cy="442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78DB1B-AA55-C77B-53F3-A8B336645C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39025" y="1719015"/>
                  <a:ext cx="4363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27406D-305E-49E9-9A5F-3B73490D391A}"/>
                    </a:ext>
                  </a:extLst>
                </p14:cNvPr>
                <p14:cNvContentPartPr/>
                <p14:nvPr/>
              </p14:nvContentPartPr>
              <p14:xfrm>
                <a:off x="2696505" y="2088375"/>
                <a:ext cx="799920" cy="330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27406D-305E-49E9-9A5F-3B73490D39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90385" y="2082255"/>
                  <a:ext cx="8121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2DE9CA-7192-4014-2FC2-93BEE095D62B}"/>
                    </a:ext>
                  </a:extLst>
                </p14:cNvPr>
                <p14:cNvContentPartPr/>
                <p14:nvPr/>
              </p14:nvContentPartPr>
              <p14:xfrm>
                <a:off x="3653745" y="1825215"/>
                <a:ext cx="249840" cy="601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2DE9CA-7192-4014-2FC2-93BEE095D6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47625" y="1819095"/>
                  <a:ext cx="2620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96D162-9FA7-CA9C-BB93-155DA678E8B6}"/>
                    </a:ext>
                  </a:extLst>
                </p14:cNvPr>
                <p14:cNvContentPartPr/>
                <p14:nvPr/>
              </p14:nvContentPartPr>
              <p14:xfrm>
                <a:off x="3961905" y="2216895"/>
                <a:ext cx="149400" cy="147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96D162-9FA7-CA9C-BB93-155DA678E8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55785" y="2210775"/>
                  <a:ext cx="161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D553352-9E12-3949-16DD-2B1BC6C6DC29}"/>
                    </a:ext>
                  </a:extLst>
                </p14:cNvPr>
                <p14:cNvContentPartPr/>
                <p14:nvPr/>
              </p14:nvContentPartPr>
              <p14:xfrm>
                <a:off x="4333065" y="1601655"/>
                <a:ext cx="248040" cy="72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D553352-9E12-3949-16DD-2B1BC6C6DC2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26945" y="1595535"/>
                  <a:ext cx="26028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BF678E-7C6B-E6BD-A77C-23F73A7C01E7}"/>
                    </a:ext>
                  </a:extLst>
                </p14:cNvPr>
                <p14:cNvContentPartPr/>
                <p14:nvPr/>
              </p14:nvContentPartPr>
              <p14:xfrm>
                <a:off x="4715745" y="2039775"/>
                <a:ext cx="27720" cy="159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BF678E-7C6B-E6BD-A77C-23F73A7C01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09625" y="2033655"/>
                  <a:ext cx="39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572CCF-EC25-0E29-D666-98B5E1E68086}"/>
                    </a:ext>
                  </a:extLst>
                </p14:cNvPr>
                <p14:cNvContentPartPr/>
                <p14:nvPr/>
              </p14:nvContentPartPr>
              <p14:xfrm>
                <a:off x="4886025" y="1840335"/>
                <a:ext cx="31320" cy="4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572CCF-EC25-0E29-D666-98B5E1E680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79905" y="1834215"/>
                  <a:ext cx="43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33E602-B779-24BE-B218-86184D85BCA3}"/>
                    </a:ext>
                  </a:extLst>
                </p14:cNvPr>
                <p14:cNvContentPartPr/>
                <p14:nvPr/>
              </p14:nvContentPartPr>
              <p14:xfrm>
                <a:off x="4980345" y="1741335"/>
                <a:ext cx="142560" cy="587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33E602-B779-24BE-B218-86184D85BC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74225" y="1735215"/>
                  <a:ext cx="1548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286CDB-5E19-D8EE-DC7D-5D1857EFDB7C}"/>
                    </a:ext>
                  </a:extLst>
                </p14:cNvPr>
                <p14:cNvContentPartPr/>
                <p14:nvPr/>
              </p14:nvContentPartPr>
              <p14:xfrm>
                <a:off x="5298945" y="2189895"/>
                <a:ext cx="41400" cy="77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286CDB-5E19-D8EE-DC7D-5D1857EFDB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92825" y="2183775"/>
                  <a:ext cx="53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837D92-613B-E4D0-ED43-D55F8646F337}"/>
                    </a:ext>
                  </a:extLst>
                </p14:cNvPr>
                <p14:cNvContentPartPr/>
                <p14:nvPr/>
              </p14:nvContentPartPr>
              <p14:xfrm>
                <a:off x="5395785" y="1940055"/>
                <a:ext cx="33480" cy="49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837D92-613B-E4D0-ED43-D55F8646F3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9665" y="1933935"/>
                  <a:ext cx="45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C15FEB0-7629-7A2C-85B0-2BB10F4BAC2B}"/>
                    </a:ext>
                  </a:extLst>
                </p14:cNvPr>
                <p14:cNvContentPartPr/>
                <p14:nvPr/>
              </p14:nvContentPartPr>
              <p14:xfrm>
                <a:off x="5648505" y="1809375"/>
                <a:ext cx="138600" cy="48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C15FEB0-7629-7A2C-85B0-2BB10F4BAC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42385" y="1803255"/>
                  <a:ext cx="15084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3F58B1E-D90D-6F28-394E-21B32A414733}"/>
                    </a:ext>
                  </a:extLst>
                </p14:cNvPr>
                <p14:cNvContentPartPr/>
                <p14:nvPr/>
              </p14:nvContentPartPr>
              <p14:xfrm>
                <a:off x="5535105" y="1994415"/>
                <a:ext cx="675720" cy="875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3F58B1E-D90D-6F28-394E-21B32A4147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28985" y="1988295"/>
                  <a:ext cx="687960" cy="88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2E1B993-2FBC-F348-71EB-6A369E82BD6B}"/>
                  </a:ext>
                </a:extLst>
              </p14:cNvPr>
              <p14:cNvContentPartPr/>
              <p14:nvPr/>
            </p14:nvContentPartPr>
            <p14:xfrm>
              <a:off x="6631665" y="2097375"/>
              <a:ext cx="71280" cy="49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2E1B993-2FBC-F348-71EB-6A369E82BD6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25545" y="2091255"/>
                <a:ext cx="8352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6F38FFE-0E81-6B70-FF8C-8511B8D60C43}"/>
              </a:ext>
            </a:extLst>
          </p:cNvPr>
          <p:cNvGrpSpPr/>
          <p:nvPr/>
        </p:nvGrpSpPr>
        <p:grpSpPr>
          <a:xfrm>
            <a:off x="583305" y="3405255"/>
            <a:ext cx="949320" cy="867960"/>
            <a:chOff x="583305" y="3405255"/>
            <a:chExt cx="94932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774578E-F055-9746-E79B-E0811BEB8F4E}"/>
                    </a:ext>
                  </a:extLst>
                </p14:cNvPr>
                <p14:cNvContentPartPr/>
                <p14:nvPr/>
              </p14:nvContentPartPr>
              <p14:xfrm>
                <a:off x="967065" y="3686775"/>
                <a:ext cx="342000" cy="37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74578E-F055-9746-E79B-E0811BEB8F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0945" y="3680655"/>
                  <a:ext cx="3542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096DB7-EC51-24BC-EB51-FE591C94CB1A}"/>
                    </a:ext>
                  </a:extLst>
                </p14:cNvPr>
                <p14:cNvContentPartPr/>
                <p14:nvPr/>
              </p14:nvContentPartPr>
              <p14:xfrm>
                <a:off x="583305" y="3405255"/>
                <a:ext cx="949320" cy="86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096DB7-EC51-24BC-EB51-FE591C94CB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7185" y="3399135"/>
                  <a:ext cx="961560" cy="88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79B692-4182-779A-818A-12B812FC7555}"/>
              </a:ext>
            </a:extLst>
          </p:cNvPr>
          <p:cNvGrpSpPr/>
          <p:nvPr/>
        </p:nvGrpSpPr>
        <p:grpSpPr>
          <a:xfrm>
            <a:off x="2337585" y="3178815"/>
            <a:ext cx="1768320" cy="1360800"/>
            <a:chOff x="2337585" y="3178815"/>
            <a:chExt cx="1768320" cy="13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4109B5-60B8-E573-3014-1C71B2EBBC3F}"/>
                    </a:ext>
                  </a:extLst>
                </p14:cNvPr>
                <p14:cNvContentPartPr/>
                <p14:nvPr/>
              </p14:nvContentPartPr>
              <p14:xfrm>
                <a:off x="2339385" y="3428655"/>
                <a:ext cx="110160" cy="39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4109B5-60B8-E573-3014-1C71B2EBBC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33265" y="3422535"/>
                  <a:ext cx="1224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AA3947E-CA11-DD6D-B953-7A4885DFD3C2}"/>
                    </a:ext>
                  </a:extLst>
                </p14:cNvPr>
                <p14:cNvContentPartPr/>
                <p14:nvPr/>
              </p14:nvContentPartPr>
              <p14:xfrm>
                <a:off x="2337585" y="3178815"/>
                <a:ext cx="580320" cy="888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AA3947E-CA11-DD6D-B953-7A4885DFD3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31465" y="3172695"/>
                  <a:ext cx="592560" cy="90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FD0D96-623F-AE21-8E91-661468F6E7A0}"/>
                    </a:ext>
                  </a:extLst>
                </p14:cNvPr>
                <p14:cNvContentPartPr/>
                <p14:nvPr/>
              </p14:nvContentPartPr>
              <p14:xfrm>
                <a:off x="3218505" y="3627015"/>
                <a:ext cx="335160" cy="343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FD0D96-623F-AE21-8E91-661468F6E7A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12385" y="3620895"/>
                  <a:ext cx="3474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AE8643-2897-278F-63B1-A753DC93995B}"/>
                    </a:ext>
                  </a:extLst>
                </p14:cNvPr>
                <p14:cNvContentPartPr/>
                <p14:nvPr/>
              </p14:nvContentPartPr>
              <p14:xfrm>
                <a:off x="3516225" y="3661215"/>
                <a:ext cx="589680" cy="878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AE8643-2897-278F-63B1-A753DC93995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10105" y="3655095"/>
                  <a:ext cx="601920" cy="89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C03357D-B33B-DC1A-B450-4378A6068A7F}"/>
              </a:ext>
            </a:extLst>
          </p:cNvPr>
          <p:cNvGrpSpPr/>
          <p:nvPr/>
        </p:nvGrpSpPr>
        <p:grpSpPr>
          <a:xfrm>
            <a:off x="4510185" y="3443055"/>
            <a:ext cx="943200" cy="597960"/>
            <a:chOff x="4510185" y="3443055"/>
            <a:chExt cx="943200" cy="5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F4326A-205A-B009-B309-DAAF45805F00}"/>
                    </a:ext>
                  </a:extLst>
                </p14:cNvPr>
                <p14:cNvContentPartPr/>
                <p14:nvPr/>
              </p14:nvContentPartPr>
              <p14:xfrm>
                <a:off x="4510185" y="3576975"/>
                <a:ext cx="365040" cy="403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F4326A-205A-B009-B309-DAAF45805F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04065" y="3570855"/>
                  <a:ext cx="3772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253E09-D5DC-F470-BCDF-F386528656F4}"/>
                    </a:ext>
                  </a:extLst>
                </p14:cNvPr>
                <p14:cNvContentPartPr/>
                <p14:nvPr/>
              </p14:nvContentPartPr>
              <p14:xfrm>
                <a:off x="5063145" y="3443055"/>
                <a:ext cx="19800" cy="19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253E09-D5DC-F470-BCDF-F386528656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57025" y="3436935"/>
                  <a:ext cx="32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9DC7243-9702-25A0-0CDD-C77CBC3E671B}"/>
                    </a:ext>
                  </a:extLst>
                </p14:cNvPr>
                <p14:cNvContentPartPr/>
                <p14:nvPr/>
              </p14:nvContentPartPr>
              <p14:xfrm>
                <a:off x="5154585" y="3663735"/>
                <a:ext cx="298800" cy="37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9DC7243-9702-25A0-0CDD-C77CBC3E67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48465" y="3657615"/>
                  <a:ext cx="31104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3514850-BCC2-7B80-5A0D-0D17B7AE38AF}"/>
              </a:ext>
            </a:extLst>
          </p:cNvPr>
          <p:cNvGrpSpPr/>
          <p:nvPr/>
        </p:nvGrpSpPr>
        <p:grpSpPr>
          <a:xfrm>
            <a:off x="6409905" y="3274575"/>
            <a:ext cx="3106080" cy="618480"/>
            <a:chOff x="6409905" y="3274575"/>
            <a:chExt cx="310608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BB5B21-EBBF-E9F8-68E4-6CBBFAB9927E}"/>
                    </a:ext>
                  </a:extLst>
                </p14:cNvPr>
                <p14:cNvContentPartPr/>
                <p14:nvPr/>
              </p14:nvContentPartPr>
              <p14:xfrm>
                <a:off x="6409905" y="3274575"/>
                <a:ext cx="746640" cy="108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BB5B21-EBBF-E9F8-68E4-6CBBFAB9927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03785" y="3268455"/>
                  <a:ext cx="758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892D38-ADDF-C29B-791C-7D9222AC8060}"/>
                    </a:ext>
                  </a:extLst>
                </p14:cNvPr>
                <p14:cNvContentPartPr/>
                <p14:nvPr/>
              </p14:nvContentPartPr>
              <p14:xfrm>
                <a:off x="6758385" y="3356655"/>
                <a:ext cx="71280" cy="434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892D38-ADDF-C29B-791C-7D9222AC80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52265" y="3350535"/>
                  <a:ext cx="835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BBFBC0-1B81-BAE1-054D-676481EFD217}"/>
                    </a:ext>
                  </a:extLst>
                </p14:cNvPr>
                <p14:cNvContentPartPr/>
                <p14:nvPr/>
              </p14:nvContentPartPr>
              <p14:xfrm>
                <a:off x="7119465" y="3475815"/>
                <a:ext cx="943560" cy="417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BBFBC0-1B81-BAE1-054D-676481EFD2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13345" y="3469695"/>
                  <a:ext cx="9558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EB47089-D220-8B24-0002-588BFBA30B7C}"/>
                    </a:ext>
                  </a:extLst>
                </p14:cNvPr>
                <p14:cNvContentPartPr/>
                <p14:nvPr/>
              </p14:nvContentPartPr>
              <p14:xfrm>
                <a:off x="8203065" y="3434775"/>
                <a:ext cx="441720" cy="37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EB47089-D220-8B24-0002-588BFBA30B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96945" y="3428655"/>
                  <a:ext cx="453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FC9F85-5043-34F4-1971-403479CFCACE}"/>
                    </a:ext>
                  </a:extLst>
                </p14:cNvPr>
                <p14:cNvContentPartPr/>
                <p14:nvPr/>
              </p14:nvContentPartPr>
              <p14:xfrm>
                <a:off x="8610945" y="3512175"/>
                <a:ext cx="905040" cy="258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FC9F85-5043-34F4-1971-403479CFCA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04825" y="3506055"/>
                  <a:ext cx="917280" cy="270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441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A2251D-7E74-D86A-975F-48F67040E12D}"/>
                  </a:ext>
                </a:extLst>
              </p14:cNvPr>
              <p14:cNvContentPartPr/>
              <p14:nvPr/>
            </p14:nvContentPartPr>
            <p14:xfrm>
              <a:off x="869505" y="331215"/>
              <a:ext cx="120600" cy="56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A2251D-7E74-D86A-975F-48F67040E1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3385" y="325095"/>
                <a:ext cx="13284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DC106A-2ABB-CE63-32E0-E3AF087C16E5}"/>
                  </a:ext>
                </a:extLst>
              </p14:cNvPr>
              <p14:cNvContentPartPr/>
              <p14:nvPr/>
            </p14:nvContentPartPr>
            <p14:xfrm>
              <a:off x="662145" y="231855"/>
              <a:ext cx="571320" cy="9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DC106A-2ABB-CE63-32E0-E3AF087C16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025" y="225735"/>
                <a:ext cx="5835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DEDCAE-6054-72DC-DAF1-29627ACBEA0F}"/>
                  </a:ext>
                </a:extLst>
              </p14:cNvPr>
              <p14:cNvContentPartPr/>
              <p14:nvPr/>
            </p14:nvContentPartPr>
            <p14:xfrm>
              <a:off x="626145" y="824055"/>
              <a:ext cx="390240" cy="38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DEDCAE-6054-72DC-DAF1-29627ACBEA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0025" y="817935"/>
                <a:ext cx="4024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F57D2-8BD1-B30B-66D2-701717113E74}"/>
                  </a:ext>
                </a:extLst>
              </p14:cNvPr>
              <p14:cNvContentPartPr/>
              <p14:nvPr/>
            </p14:nvContentPartPr>
            <p14:xfrm>
              <a:off x="1205025" y="626415"/>
              <a:ext cx="318960" cy="36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F57D2-8BD1-B30B-66D2-701717113E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8905" y="620295"/>
                <a:ext cx="331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B77F1C-491A-8EAE-79A5-EEA5DB118F6D}"/>
                  </a:ext>
                </a:extLst>
              </p14:cNvPr>
              <p14:cNvContentPartPr/>
              <p14:nvPr/>
            </p14:nvContentPartPr>
            <p14:xfrm>
              <a:off x="1690665" y="437055"/>
              <a:ext cx="905760" cy="499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B77F1C-491A-8EAE-79A5-EEA5DB118F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84545" y="430935"/>
                <a:ext cx="91800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459C6E-3951-3723-2F48-BB8A956DF8BA}"/>
                  </a:ext>
                </a:extLst>
              </p14:cNvPr>
              <p14:cNvContentPartPr/>
              <p14:nvPr/>
            </p14:nvContentPartPr>
            <p14:xfrm>
              <a:off x="2663025" y="307815"/>
              <a:ext cx="82440" cy="68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459C6E-3951-3723-2F48-BB8A956DF8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56905" y="301695"/>
                <a:ext cx="94680" cy="6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C28408-82A8-98D1-1E92-EECCEE757D46}"/>
                  </a:ext>
                </a:extLst>
              </p14:cNvPr>
              <p14:cNvContentPartPr/>
              <p14:nvPr/>
            </p14:nvContentPartPr>
            <p14:xfrm>
              <a:off x="2759145" y="538935"/>
              <a:ext cx="20880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C28408-82A8-98D1-1E92-EECCEE757D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53025" y="532815"/>
                <a:ext cx="2210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342A7C-2E73-B5B9-EC0A-BE47E3D2D111}"/>
                  </a:ext>
                </a:extLst>
              </p14:cNvPr>
              <p14:cNvContentPartPr/>
              <p14:nvPr/>
            </p14:nvContentPartPr>
            <p14:xfrm>
              <a:off x="3118065" y="558375"/>
              <a:ext cx="703440" cy="271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342A7C-2E73-B5B9-EC0A-BE47E3D2D11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11945" y="552255"/>
                <a:ext cx="71568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AEEE3D-4476-88D6-871E-26CF6EF9AD2C}"/>
                  </a:ext>
                </a:extLst>
              </p14:cNvPr>
              <p14:cNvContentPartPr/>
              <p14:nvPr/>
            </p14:nvContentPartPr>
            <p14:xfrm>
              <a:off x="3929145" y="329055"/>
              <a:ext cx="1267560" cy="455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AEEE3D-4476-88D6-871E-26CF6EF9AD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23025" y="322935"/>
                <a:ext cx="127980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F0753F-5672-FAA2-B0B1-3EEDC16E8879}"/>
                  </a:ext>
                </a:extLst>
              </p14:cNvPr>
              <p14:cNvContentPartPr/>
              <p14:nvPr/>
            </p14:nvContentPartPr>
            <p14:xfrm>
              <a:off x="5028945" y="489615"/>
              <a:ext cx="360360" cy="45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F0753F-5672-FAA2-B0B1-3EEDC16E88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22825" y="483495"/>
                <a:ext cx="3726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5CF57D0-2186-EEF9-BF5D-692EE213C182}"/>
              </a:ext>
            </a:extLst>
          </p:cNvPr>
          <p:cNvGrpSpPr/>
          <p:nvPr/>
        </p:nvGrpSpPr>
        <p:grpSpPr>
          <a:xfrm>
            <a:off x="5978265" y="356775"/>
            <a:ext cx="2742840" cy="400320"/>
            <a:chOff x="5978265" y="356775"/>
            <a:chExt cx="274284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F48D4A-C627-32C2-B8FA-128B004E832B}"/>
                    </a:ext>
                  </a:extLst>
                </p14:cNvPr>
                <p14:cNvContentPartPr/>
                <p14:nvPr/>
              </p14:nvContentPartPr>
              <p14:xfrm>
                <a:off x="5978265" y="446055"/>
                <a:ext cx="572760" cy="282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F48D4A-C627-32C2-B8FA-128B004E83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72145" y="439935"/>
                  <a:ext cx="585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0BD19D-A6A1-91B4-026D-88FE1DE0626E}"/>
                    </a:ext>
                  </a:extLst>
                </p14:cNvPr>
                <p14:cNvContentPartPr/>
                <p14:nvPr/>
              </p14:nvContentPartPr>
              <p14:xfrm>
                <a:off x="6672345" y="398175"/>
                <a:ext cx="428040" cy="344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0BD19D-A6A1-91B4-026D-88FE1DE062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66225" y="392055"/>
                  <a:ext cx="440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04D189-BF73-7E4B-86BB-2370DEC86526}"/>
                    </a:ext>
                  </a:extLst>
                </p14:cNvPr>
                <p14:cNvContentPartPr/>
                <p14:nvPr/>
              </p14:nvContentPartPr>
              <p14:xfrm>
                <a:off x="7135665" y="356775"/>
                <a:ext cx="869400" cy="31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04D189-BF73-7E4B-86BB-2370DEC865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29545" y="350655"/>
                  <a:ext cx="8816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6C2DA5-8BC3-DC8E-65C0-95853AA93B13}"/>
                    </a:ext>
                  </a:extLst>
                </p14:cNvPr>
                <p14:cNvContentPartPr/>
                <p14:nvPr/>
              </p14:nvContentPartPr>
              <p14:xfrm>
                <a:off x="7907145" y="455775"/>
                <a:ext cx="298800" cy="1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6C2DA5-8BC3-DC8E-65C0-95853AA93B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01025" y="449655"/>
                  <a:ext cx="311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54A8FB-456F-49D4-3E61-CA933DB74964}"/>
                    </a:ext>
                  </a:extLst>
                </p14:cNvPr>
                <p14:cNvContentPartPr/>
                <p14:nvPr/>
              </p14:nvContentPartPr>
              <p14:xfrm>
                <a:off x="8248425" y="451815"/>
                <a:ext cx="232560" cy="305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54A8FB-456F-49D4-3E61-CA933DB749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42305" y="445695"/>
                  <a:ext cx="244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BA0F0F-817A-1277-B77D-6C4BB0984617}"/>
                    </a:ext>
                  </a:extLst>
                </p14:cNvPr>
                <p14:cNvContentPartPr/>
                <p14:nvPr/>
              </p14:nvContentPartPr>
              <p14:xfrm>
                <a:off x="8687625" y="566655"/>
                <a:ext cx="33480" cy="18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BA0F0F-817A-1277-B77D-6C4BB09846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81505" y="560535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D1A716-7B0B-68AC-308D-C8D2D100571A}"/>
              </a:ext>
            </a:extLst>
          </p:cNvPr>
          <p:cNvGrpSpPr/>
          <p:nvPr/>
        </p:nvGrpSpPr>
        <p:grpSpPr>
          <a:xfrm>
            <a:off x="1449105" y="1245255"/>
            <a:ext cx="2311560" cy="1208880"/>
            <a:chOff x="1449105" y="1245255"/>
            <a:chExt cx="2311560" cy="12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645435-8734-E6C4-3FE5-732A3DBA9ABA}"/>
                    </a:ext>
                  </a:extLst>
                </p14:cNvPr>
                <p14:cNvContentPartPr/>
                <p14:nvPr/>
              </p14:nvContentPartPr>
              <p14:xfrm>
                <a:off x="1449105" y="1387095"/>
                <a:ext cx="45360" cy="594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645435-8734-E6C4-3FE5-732A3DBA9A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42985" y="1380975"/>
                  <a:ext cx="576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8D7758-EADD-0A68-2B5A-1939C0D270D7}"/>
                    </a:ext>
                  </a:extLst>
                </p14:cNvPr>
                <p14:cNvContentPartPr/>
                <p14:nvPr/>
              </p14:nvContentPartPr>
              <p14:xfrm>
                <a:off x="1626225" y="1245255"/>
                <a:ext cx="316800" cy="59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8D7758-EADD-0A68-2B5A-1939C0D270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20105" y="1239135"/>
                  <a:ext cx="32904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A13686-B7FC-A886-9501-37F3FC6F5653}"/>
                    </a:ext>
                  </a:extLst>
                </p14:cNvPr>
                <p14:cNvContentPartPr/>
                <p14:nvPr/>
              </p14:nvContentPartPr>
              <p14:xfrm>
                <a:off x="2036625" y="1656735"/>
                <a:ext cx="159840" cy="21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A13686-B7FC-A886-9501-37F3FC6F56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30505" y="1650615"/>
                  <a:ext cx="1720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69320E-1E19-D2FB-B1FB-624C9DCCA231}"/>
                    </a:ext>
                  </a:extLst>
                </p14:cNvPr>
                <p14:cNvContentPartPr/>
                <p14:nvPr/>
              </p14:nvContentPartPr>
              <p14:xfrm>
                <a:off x="2313105" y="1264335"/>
                <a:ext cx="745560" cy="64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69320E-1E19-D2FB-B1FB-624C9DCCA23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06985" y="1258215"/>
                  <a:ext cx="75780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18DD44-4D9E-6B32-7BBB-C051900ED76D}"/>
                    </a:ext>
                  </a:extLst>
                </p14:cNvPr>
                <p14:cNvContentPartPr/>
                <p14:nvPr/>
              </p14:nvContentPartPr>
              <p14:xfrm>
                <a:off x="3152265" y="1521375"/>
                <a:ext cx="80280" cy="60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18DD44-4D9E-6B32-7BBB-C051900ED7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46145" y="1515255"/>
                  <a:ext cx="92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C40482-D8BE-C250-A92F-D2ED30AA7933}"/>
                    </a:ext>
                  </a:extLst>
                </p14:cNvPr>
                <p14:cNvContentPartPr/>
                <p14:nvPr/>
              </p14:nvContentPartPr>
              <p14:xfrm>
                <a:off x="3268905" y="1690215"/>
                <a:ext cx="491760" cy="76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C40482-D8BE-C250-A92F-D2ED30AA79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62785" y="1684095"/>
                  <a:ext cx="504000" cy="77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975269-CCF4-74B3-1008-035B7E52A18E}"/>
              </a:ext>
            </a:extLst>
          </p:cNvPr>
          <p:cNvGrpSpPr/>
          <p:nvPr/>
        </p:nvGrpSpPr>
        <p:grpSpPr>
          <a:xfrm>
            <a:off x="4276185" y="1131495"/>
            <a:ext cx="2219400" cy="653400"/>
            <a:chOff x="4276185" y="1131495"/>
            <a:chExt cx="2219400" cy="6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FED382-937D-ABAB-B267-CC90E040AC9A}"/>
                    </a:ext>
                  </a:extLst>
                </p14:cNvPr>
                <p14:cNvContentPartPr/>
                <p14:nvPr/>
              </p14:nvContentPartPr>
              <p14:xfrm>
                <a:off x="4276185" y="1520655"/>
                <a:ext cx="271800" cy="26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FED382-937D-ABAB-B267-CC90E040AC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70065" y="1514535"/>
                  <a:ext cx="284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A2F9E2-EB7E-F64E-46C0-CBDC82BFB873}"/>
                    </a:ext>
                  </a:extLst>
                </p14:cNvPr>
                <p14:cNvContentPartPr/>
                <p14:nvPr/>
              </p14:nvContentPartPr>
              <p14:xfrm>
                <a:off x="4901865" y="1131495"/>
                <a:ext cx="740160" cy="62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A2F9E2-EB7E-F64E-46C0-CBDC82BFB8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95745" y="1125375"/>
                  <a:ext cx="75240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7E13E8-5A58-2631-7F0B-AC1D4FA95F09}"/>
                    </a:ext>
                  </a:extLst>
                </p14:cNvPr>
                <p14:cNvContentPartPr/>
                <p14:nvPr/>
              </p14:nvContentPartPr>
              <p14:xfrm>
                <a:off x="5692065" y="1217895"/>
                <a:ext cx="92880" cy="80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7E13E8-5A58-2631-7F0B-AC1D4FA95F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85945" y="1211775"/>
                  <a:ext cx="105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722D52-3BB0-0CC1-925E-7E5E3F866B9E}"/>
                    </a:ext>
                  </a:extLst>
                </p14:cNvPr>
                <p14:cNvContentPartPr/>
                <p14:nvPr/>
              </p14:nvContentPartPr>
              <p14:xfrm>
                <a:off x="5857305" y="1374855"/>
                <a:ext cx="338040" cy="38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722D52-3BB0-0CC1-925E-7E5E3F866B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51185" y="1368735"/>
                  <a:ext cx="3502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2D41BF-E218-F4B7-B6D2-911F664ECCDE}"/>
                    </a:ext>
                  </a:extLst>
                </p14:cNvPr>
                <p14:cNvContentPartPr/>
                <p14:nvPr/>
              </p14:nvContentPartPr>
              <p14:xfrm>
                <a:off x="6280665" y="1504095"/>
                <a:ext cx="214920" cy="28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2D41BF-E218-F4B7-B6D2-911F664ECC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74545" y="1497975"/>
                  <a:ext cx="2271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2A6D51D-59ED-D6C4-C34C-01CD9EF57FA5}"/>
              </a:ext>
            </a:extLst>
          </p:cNvPr>
          <p:cNvGrpSpPr/>
          <p:nvPr/>
        </p:nvGrpSpPr>
        <p:grpSpPr>
          <a:xfrm>
            <a:off x="7180305" y="1701735"/>
            <a:ext cx="170640" cy="161640"/>
            <a:chOff x="7180305" y="1701735"/>
            <a:chExt cx="17064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A82492-1801-3C54-8A93-79DFA6777278}"/>
                    </a:ext>
                  </a:extLst>
                </p14:cNvPr>
                <p14:cNvContentPartPr/>
                <p14:nvPr/>
              </p14:nvContentPartPr>
              <p14:xfrm>
                <a:off x="7180305" y="1701735"/>
                <a:ext cx="170640" cy="5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A82492-1801-3C54-8A93-79DFA67772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74185" y="1695615"/>
                  <a:ext cx="182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34CA38-1053-CA7D-164C-DFE12DA40028}"/>
                    </a:ext>
                  </a:extLst>
                </p14:cNvPr>
                <p14:cNvContentPartPr/>
                <p14:nvPr/>
              </p14:nvContentPartPr>
              <p14:xfrm>
                <a:off x="7208745" y="1825935"/>
                <a:ext cx="128520" cy="3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34CA38-1053-CA7D-164C-DFE12DA400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02625" y="1819815"/>
                  <a:ext cx="14076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5F9322F-8FA1-0DCF-2744-DDC4382BAF39}"/>
                  </a:ext>
                </a:extLst>
              </p14:cNvPr>
              <p14:cNvContentPartPr/>
              <p14:nvPr/>
            </p14:nvContentPartPr>
            <p14:xfrm>
              <a:off x="7845945" y="1191255"/>
              <a:ext cx="305280" cy="91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5F9322F-8FA1-0DCF-2744-DDC4382BAF3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39825" y="1185135"/>
                <a:ext cx="317520" cy="9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0D46031-2FCF-1AD3-2D70-39F54557AF6B}"/>
              </a:ext>
            </a:extLst>
          </p:cNvPr>
          <p:cNvGrpSpPr/>
          <p:nvPr/>
        </p:nvGrpSpPr>
        <p:grpSpPr>
          <a:xfrm>
            <a:off x="9260745" y="1233015"/>
            <a:ext cx="2674080" cy="1448280"/>
            <a:chOff x="9260745" y="1233015"/>
            <a:chExt cx="2674080" cy="14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0114B2-FBC7-E9A1-0A61-BD59CE3D0E6E}"/>
                    </a:ext>
                  </a:extLst>
                </p14:cNvPr>
                <p14:cNvContentPartPr/>
                <p14:nvPr/>
              </p14:nvContentPartPr>
              <p14:xfrm>
                <a:off x="9260745" y="1472055"/>
                <a:ext cx="227520" cy="318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0114B2-FBC7-E9A1-0A61-BD59CE3D0E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54625" y="1465935"/>
                  <a:ext cx="239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44FF74-AAEA-CF86-39DB-22C3A6340B8A}"/>
                    </a:ext>
                  </a:extLst>
                </p14:cNvPr>
                <p14:cNvContentPartPr/>
                <p14:nvPr/>
              </p14:nvContentPartPr>
              <p14:xfrm>
                <a:off x="9579345" y="1685895"/>
                <a:ext cx="96480" cy="145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44FF74-AAEA-CF86-39DB-22C3A6340B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73225" y="1679775"/>
                  <a:ext cx="108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1C60D0-C9AB-7B28-96BE-882086A3B05F}"/>
                    </a:ext>
                  </a:extLst>
                </p14:cNvPr>
                <p14:cNvContentPartPr/>
                <p14:nvPr/>
              </p14:nvContentPartPr>
              <p14:xfrm>
                <a:off x="9886785" y="1450455"/>
                <a:ext cx="235440" cy="361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1C60D0-C9AB-7B28-96BE-882086A3B0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80665" y="1444335"/>
                  <a:ext cx="2476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13440D-AE7E-856A-6966-F2DFAFF1002E}"/>
                    </a:ext>
                  </a:extLst>
                </p14:cNvPr>
                <p14:cNvContentPartPr/>
                <p14:nvPr/>
              </p14:nvContentPartPr>
              <p14:xfrm>
                <a:off x="10227345" y="1762215"/>
                <a:ext cx="87120" cy="83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13440D-AE7E-856A-6966-F2DFAFF100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21225" y="1756095"/>
                  <a:ext cx="99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4455B4-6B6C-C4FF-30EC-C31289EECB5A}"/>
                    </a:ext>
                  </a:extLst>
                </p14:cNvPr>
                <p14:cNvContentPartPr/>
                <p14:nvPr/>
              </p14:nvContentPartPr>
              <p14:xfrm>
                <a:off x="10571865" y="1455495"/>
                <a:ext cx="192960" cy="319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4455B4-6B6C-C4FF-30EC-C31289EECB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65745" y="1449375"/>
                  <a:ext cx="205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532158-A237-F99B-C26A-00B80846D93A}"/>
                    </a:ext>
                  </a:extLst>
                </p14:cNvPr>
                <p14:cNvContentPartPr/>
                <p14:nvPr/>
              </p14:nvContentPartPr>
              <p14:xfrm>
                <a:off x="10895865" y="1657095"/>
                <a:ext cx="92880" cy="135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532158-A237-F99B-C26A-00B80846D9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89745" y="1650975"/>
                  <a:ext cx="105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594967-239F-C337-6CC9-64003186FA47}"/>
                    </a:ext>
                  </a:extLst>
                </p14:cNvPr>
                <p14:cNvContentPartPr/>
                <p14:nvPr/>
              </p14:nvContentPartPr>
              <p14:xfrm>
                <a:off x="11085945" y="1499775"/>
                <a:ext cx="128520" cy="32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594967-239F-C337-6CC9-64003186FA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79825" y="1493655"/>
                  <a:ext cx="1407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6ECC01D-53B8-AC50-205C-E4C7CDD1C13F}"/>
                    </a:ext>
                  </a:extLst>
                </p14:cNvPr>
                <p14:cNvContentPartPr/>
                <p14:nvPr/>
              </p14:nvContentPartPr>
              <p14:xfrm>
                <a:off x="11361345" y="1284855"/>
                <a:ext cx="185400" cy="65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6ECC01D-53B8-AC50-205C-E4C7CDD1C1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5225" y="1278735"/>
                  <a:ext cx="197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CB21AD-4E80-BBD7-F231-F721A03D070A}"/>
                    </a:ext>
                  </a:extLst>
                </p14:cNvPr>
                <p14:cNvContentPartPr/>
                <p14:nvPr/>
              </p14:nvContentPartPr>
              <p14:xfrm>
                <a:off x="11172705" y="1676535"/>
                <a:ext cx="121680" cy="13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CB21AD-4E80-BBD7-F231-F721A03D07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66585" y="1670415"/>
                  <a:ext cx="133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6001A8-B861-ECCE-8C1E-C8280467F814}"/>
                    </a:ext>
                  </a:extLst>
                </p14:cNvPr>
                <p14:cNvContentPartPr/>
                <p14:nvPr/>
              </p14:nvContentPartPr>
              <p14:xfrm>
                <a:off x="11430825" y="1575735"/>
                <a:ext cx="237960" cy="26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6001A8-B861-ECCE-8C1E-C8280467F8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24705" y="1569615"/>
                  <a:ext cx="250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A2E115-A0DF-2622-D525-D52EC936ED00}"/>
                    </a:ext>
                  </a:extLst>
                </p14:cNvPr>
                <p14:cNvContentPartPr/>
                <p14:nvPr/>
              </p14:nvContentPartPr>
              <p14:xfrm>
                <a:off x="11120145" y="1233015"/>
                <a:ext cx="814680" cy="1448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A2E115-A0DF-2622-D525-D52EC936ED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14025" y="1226895"/>
                  <a:ext cx="826920" cy="146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708A77C-DE2F-2877-E5AA-972F23A861C8}"/>
              </a:ext>
            </a:extLst>
          </p:cNvPr>
          <p:cNvGrpSpPr/>
          <p:nvPr/>
        </p:nvGrpSpPr>
        <p:grpSpPr>
          <a:xfrm>
            <a:off x="613905" y="2461695"/>
            <a:ext cx="1336680" cy="747000"/>
            <a:chOff x="613905" y="2461695"/>
            <a:chExt cx="1336680" cy="74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1189B9-9B22-F6F5-6DB1-978FB2192424}"/>
                    </a:ext>
                  </a:extLst>
                </p14:cNvPr>
                <p14:cNvContentPartPr/>
                <p14:nvPr/>
              </p14:nvContentPartPr>
              <p14:xfrm>
                <a:off x="613905" y="2527575"/>
                <a:ext cx="56880" cy="536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1189B9-9B22-F6F5-6DB1-978FB21924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7785" y="2521455"/>
                  <a:ext cx="691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BDE41F-EC23-DFD0-9B5C-82B2D40D7529}"/>
                    </a:ext>
                  </a:extLst>
                </p14:cNvPr>
                <p14:cNvContentPartPr/>
                <p14:nvPr/>
              </p14:nvContentPartPr>
              <p14:xfrm>
                <a:off x="632985" y="2461695"/>
                <a:ext cx="285480" cy="387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BDE41F-EC23-DFD0-9B5C-82B2D40D75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865" y="2455575"/>
                  <a:ext cx="2977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A50B424-EB45-B159-A23A-9FF18DEF4289}"/>
                    </a:ext>
                  </a:extLst>
                </p14:cNvPr>
                <p14:cNvContentPartPr/>
                <p14:nvPr/>
              </p14:nvContentPartPr>
              <p14:xfrm>
                <a:off x="906225" y="2678775"/>
                <a:ext cx="378720" cy="343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A50B424-EB45-B159-A23A-9FF18DEF428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0105" y="2672655"/>
                  <a:ext cx="3909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99D6764-5D97-0C1C-960C-83E0E62E495D}"/>
                    </a:ext>
                  </a:extLst>
                </p14:cNvPr>
                <p14:cNvContentPartPr/>
                <p14:nvPr/>
              </p14:nvContentPartPr>
              <p14:xfrm>
                <a:off x="1592025" y="2635215"/>
                <a:ext cx="110520" cy="295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99D6764-5D97-0C1C-960C-83E0E62E49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85905" y="2629095"/>
                  <a:ext cx="122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FD8D70-CD80-37BF-327C-EC50E9F4B857}"/>
                    </a:ext>
                  </a:extLst>
                </p14:cNvPr>
                <p14:cNvContentPartPr/>
                <p14:nvPr/>
              </p14:nvContentPartPr>
              <p14:xfrm>
                <a:off x="1228785" y="2569695"/>
                <a:ext cx="216000" cy="624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FD8D70-CD80-37BF-327C-EC50E9F4B8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22665" y="2563575"/>
                  <a:ext cx="22824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7FDDFC-91BE-C538-8E42-3FBBF1ECD301}"/>
                    </a:ext>
                  </a:extLst>
                </p14:cNvPr>
                <p14:cNvContentPartPr/>
                <p14:nvPr/>
              </p14:nvContentPartPr>
              <p14:xfrm>
                <a:off x="1537305" y="2512095"/>
                <a:ext cx="413280" cy="696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7FDDFC-91BE-C538-8E42-3FBBF1ECD3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31185" y="2505975"/>
                  <a:ext cx="425520" cy="70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AA6AC85-2C9F-BE79-5E02-A007BAD6A6C0}"/>
              </a:ext>
            </a:extLst>
          </p:cNvPr>
          <p:cNvGrpSpPr/>
          <p:nvPr/>
        </p:nvGrpSpPr>
        <p:grpSpPr>
          <a:xfrm>
            <a:off x="2541705" y="2799015"/>
            <a:ext cx="361800" cy="219240"/>
            <a:chOff x="2541705" y="2799015"/>
            <a:chExt cx="36180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EFF089-9824-9FD0-7E71-F2893714A060}"/>
                    </a:ext>
                  </a:extLst>
                </p14:cNvPr>
                <p14:cNvContentPartPr/>
                <p14:nvPr/>
              </p14:nvContentPartPr>
              <p14:xfrm>
                <a:off x="2541705" y="2799015"/>
                <a:ext cx="178560" cy="4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EFF089-9824-9FD0-7E71-F2893714A0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35585" y="2792895"/>
                  <a:ext cx="190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D86D55F-F256-B201-2837-8F30BBD8EEEA}"/>
                    </a:ext>
                  </a:extLst>
                </p14:cNvPr>
                <p14:cNvContentPartPr/>
                <p14:nvPr/>
              </p14:nvContentPartPr>
              <p14:xfrm>
                <a:off x="2663025" y="2955255"/>
                <a:ext cx="240480" cy="63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D86D55F-F256-B201-2837-8F30BBD8EE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56905" y="2949135"/>
                  <a:ext cx="2527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52A87F-88BC-F9CE-E776-A22FBEBA7F1E}"/>
              </a:ext>
            </a:extLst>
          </p:cNvPr>
          <p:cNvGrpSpPr/>
          <p:nvPr/>
        </p:nvGrpSpPr>
        <p:grpSpPr>
          <a:xfrm>
            <a:off x="3484905" y="2373495"/>
            <a:ext cx="1264680" cy="1015920"/>
            <a:chOff x="3484905" y="2373495"/>
            <a:chExt cx="1264680" cy="10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AB24CD-EFA9-A8B5-E44F-93E8538CB019}"/>
                    </a:ext>
                  </a:extLst>
                </p14:cNvPr>
                <p14:cNvContentPartPr/>
                <p14:nvPr/>
              </p14:nvContentPartPr>
              <p14:xfrm>
                <a:off x="3854985" y="2373495"/>
                <a:ext cx="100800" cy="40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AB24CD-EFA9-A8B5-E44F-93E8538CB01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8865" y="2367375"/>
                  <a:ext cx="1130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E6EC4E-B78D-B4E5-E9D4-FDE09445B6B4}"/>
                    </a:ext>
                  </a:extLst>
                </p14:cNvPr>
                <p14:cNvContentPartPr/>
                <p14:nvPr/>
              </p14:nvContentPartPr>
              <p14:xfrm>
                <a:off x="3484905" y="2850495"/>
                <a:ext cx="927360" cy="87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E6EC4E-B78D-B4E5-E9D4-FDE09445B6B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78785" y="2844375"/>
                  <a:ext cx="939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4EF9FE6-B013-5A52-39B3-17ACCCB8C4AB}"/>
                    </a:ext>
                  </a:extLst>
                </p14:cNvPr>
                <p14:cNvContentPartPr/>
                <p14:nvPr/>
              </p14:nvContentPartPr>
              <p14:xfrm>
                <a:off x="3802065" y="3024735"/>
                <a:ext cx="281880" cy="36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4EF9FE6-B013-5A52-39B3-17ACCCB8C4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95945" y="3018615"/>
                  <a:ext cx="294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8E3A20-4FD8-8F9C-98CF-E5C17EE04242}"/>
                    </a:ext>
                  </a:extLst>
                </p14:cNvPr>
                <p14:cNvContentPartPr/>
                <p14:nvPr/>
              </p14:nvContentPartPr>
              <p14:xfrm>
                <a:off x="4601625" y="3166215"/>
                <a:ext cx="147960" cy="132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8E3A20-4FD8-8F9C-98CF-E5C17EE042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95505" y="3160095"/>
                  <a:ext cx="1602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EC2B357-A595-39E8-0E69-106F9028A5C3}"/>
              </a:ext>
            </a:extLst>
          </p:cNvPr>
          <p:cNvGrpSpPr/>
          <p:nvPr/>
        </p:nvGrpSpPr>
        <p:grpSpPr>
          <a:xfrm>
            <a:off x="6176265" y="2463495"/>
            <a:ext cx="2751840" cy="884880"/>
            <a:chOff x="6176265" y="2463495"/>
            <a:chExt cx="2751840" cy="88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6C029E-6564-485F-DFBC-755C84BA3754}"/>
                    </a:ext>
                  </a:extLst>
                </p14:cNvPr>
                <p14:cNvContentPartPr/>
                <p14:nvPr/>
              </p14:nvContentPartPr>
              <p14:xfrm>
                <a:off x="6176265" y="2574735"/>
                <a:ext cx="29160" cy="328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6C029E-6564-485F-DFBC-755C84BA37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70145" y="2568615"/>
                  <a:ext cx="414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7BD5CC-8245-3598-4572-8ECA1794D260}"/>
                    </a:ext>
                  </a:extLst>
                </p14:cNvPr>
                <p14:cNvContentPartPr/>
                <p14:nvPr/>
              </p14:nvContentPartPr>
              <p14:xfrm>
                <a:off x="6224505" y="2488695"/>
                <a:ext cx="255600" cy="18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7BD5CC-8245-3598-4572-8ECA1794D2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18385" y="2482575"/>
                  <a:ext cx="267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C97A0B-58CD-C6FD-6036-E19719B06AC0}"/>
                    </a:ext>
                  </a:extLst>
                </p14:cNvPr>
                <p14:cNvContentPartPr/>
                <p14:nvPr/>
              </p14:nvContentPartPr>
              <p14:xfrm>
                <a:off x="6538785" y="2624055"/>
                <a:ext cx="308880" cy="21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C97A0B-58CD-C6FD-6036-E19719B06AC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32665" y="2617935"/>
                  <a:ext cx="321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265E89-25B7-D5FA-C726-92383A17F409}"/>
                    </a:ext>
                  </a:extLst>
                </p14:cNvPr>
                <p14:cNvContentPartPr/>
                <p14:nvPr/>
              </p14:nvContentPartPr>
              <p14:xfrm>
                <a:off x="7114785" y="2568255"/>
                <a:ext cx="248400" cy="28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265E89-25B7-D5FA-C726-92383A17F4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08665" y="2562135"/>
                  <a:ext cx="2606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A5CE4E-236E-82C8-FE9A-01BEDFE4AE03}"/>
                    </a:ext>
                  </a:extLst>
                </p14:cNvPr>
                <p14:cNvContentPartPr/>
                <p14:nvPr/>
              </p14:nvContentPartPr>
              <p14:xfrm>
                <a:off x="6939825" y="2463495"/>
                <a:ext cx="187200" cy="42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A5CE4E-236E-82C8-FE9A-01BEDFE4AE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33705" y="2457375"/>
                  <a:ext cx="199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F30940E-0379-E7C0-9001-2C20A6A97009}"/>
                    </a:ext>
                  </a:extLst>
                </p14:cNvPr>
                <p14:cNvContentPartPr/>
                <p14:nvPr/>
              </p14:nvContentPartPr>
              <p14:xfrm>
                <a:off x="7259865" y="2543055"/>
                <a:ext cx="227160" cy="578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F30940E-0379-E7C0-9001-2C20A6A970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53745" y="2536935"/>
                  <a:ext cx="2394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987651-63C5-CB0F-747B-015C245E5ECA}"/>
                    </a:ext>
                  </a:extLst>
                </p14:cNvPr>
                <p14:cNvContentPartPr/>
                <p14:nvPr/>
              </p14:nvContentPartPr>
              <p14:xfrm>
                <a:off x="7892385" y="2636295"/>
                <a:ext cx="74520" cy="35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987651-63C5-CB0F-747B-015C245E5E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86265" y="2630175"/>
                  <a:ext cx="86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08B553-719C-14DF-788B-FBADF856FB71}"/>
                    </a:ext>
                  </a:extLst>
                </p14:cNvPr>
                <p14:cNvContentPartPr/>
                <p14:nvPr/>
              </p14:nvContentPartPr>
              <p14:xfrm>
                <a:off x="7759545" y="2854455"/>
                <a:ext cx="208440" cy="54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08B553-719C-14DF-788B-FBADF856FB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53425" y="2848335"/>
                  <a:ext cx="220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EBDC43-5458-9CB2-4E84-31F2A790AC5E}"/>
                    </a:ext>
                  </a:extLst>
                </p14:cNvPr>
                <p14:cNvContentPartPr/>
                <p14:nvPr/>
              </p14:nvContentPartPr>
              <p14:xfrm>
                <a:off x="8537865" y="2524695"/>
                <a:ext cx="149040" cy="316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EBDC43-5458-9CB2-4E84-31F2A790AC5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31745" y="2518575"/>
                  <a:ext cx="161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A60C3AD-E651-DB83-3526-E19FBEDD8FA1}"/>
                    </a:ext>
                  </a:extLst>
                </p14:cNvPr>
                <p14:cNvContentPartPr/>
                <p14:nvPr/>
              </p14:nvContentPartPr>
              <p14:xfrm>
                <a:off x="8125305" y="2889735"/>
                <a:ext cx="802800" cy="56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A60C3AD-E651-DB83-3526-E19FBEDD8FA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19185" y="2883615"/>
                  <a:ext cx="815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1005E2-7506-BCA5-CEE4-1F41CD6C5821}"/>
                    </a:ext>
                  </a:extLst>
                </p14:cNvPr>
                <p14:cNvContentPartPr/>
                <p14:nvPr/>
              </p14:nvContentPartPr>
              <p14:xfrm>
                <a:off x="8242665" y="3007815"/>
                <a:ext cx="345960" cy="340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1005E2-7506-BCA5-CEE4-1F41CD6C582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36545" y="3001695"/>
                  <a:ext cx="35820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0D82F3D-778D-5E9E-B212-C22DC5C42B47}"/>
                  </a:ext>
                </a:extLst>
              </p14:cNvPr>
              <p14:cNvContentPartPr/>
              <p14:nvPr/>
            </p14:nvContentPartPr>
            <p14:xfrm>
              <a:off x="9275505" y="2966775"/>
              <a:ext cx="63000" cy="1267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0D82F3D-778D-5E9E-B212-C22DC5C42B4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69385" y="2960655"/>
                <a:ext cx="7524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EFE16531-14AC-A37C-3363-E6C103ADA874}"/>
              </a:ext>
            </a:extLst>
          </p:cNvPr>
          <p:cNvGrpSpPr/>
          <p:nvPr/>
        </p:nvGrpSpPr>
        <p:grpSpPr>
          <a:xfrm>
            <a:off x="9901545" y="2999535"/>
            <a:ext cx="662400" cy="160920"/>
            <a:chOff x="9901545" y="2999535"/>
            <a:chExt cx="66240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41EA0D-36C5-6722-BCE6-28F3DCCD5454}"/>
                    </a:ext>
                  </a:extLst>
                </p14:cNvPr>
                <p14:cNvContentPartPr/>
                <p14:nvPr/>
              </p14:nvContentPartPr>
              <p14:xfrm>
                <a:off x="9901545" y="2999535"/>
                <a:ext cx="143280" cy="1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41EA0D-36C5-6722-BCE6-28F3DCCD545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895425" y="2993415"/>
                  <a:ext cx="155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138D978-6AB5-CF8F-7696-FE8E3B1D4E06}"/>
                    </a:ext>
                  </a:extLst>
                </p14:cNvPr>
                <p14:cNvContentPartPr/>
                <p14:nvPr/>
              </p14:nvContentPartPr>
              <p14:xfrm>
                <a:off x="10246425" y="3104655"/>
                <a:ext cx="317520" cy="55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138D978-6AB5-CF8F-7696-FE8E3B1D4E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40305" y="3098535"/>
                  <a:ext cx="3297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AABB4AA-AF8B-A777-6EE0-AF2B23F61864}"/>
              </a:ext>
            </a:extLst>
          </p:cNvPr>
          <p:cNvGrpSpPr/>
          <p:nvPr/>
        </p:nvGrpSpPr>
        <p:grpSpPr>
          <a:xfrm>
            <a:off x="8482425" y="1568535"/>
            <a:ext cx="401400" cy="390600"/>
            <a:chOff x="8482425" y="1568535"/>
            <a:chExt cx="40140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A1EA2A-EC2B-6D57-ED38-3561C8419472}"/>
                    </a:ext>
                  </a:extLst>
                </p14:cNvPr>
                <p14:cNvContentPartPr/>
                <p14:nvPr/>
              </p14:nvContentPartPr>
              <p14:xfrm>
                <a:off x="8482425" y="1568535"/>
                <a:ext cx="80280" cy="31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A1EA2A-EC2B-6D57-ED38-3561C841947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76305" y="1562415"/>
                  <a:ext cx="925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6BC70A-4AEF-5F2D-3DA9-C2BABA4E8CD4}"/>
                    </a:ext>
                  </a:extLst>
                </p14:cNvPr>
                <p14:cNvContentPartPr/>
                <p14:nvPr/>
              </p14:nvContentPartPr>
              <p14:xfrm>
                <a:off x="8774745" y="1740615"/>
                <a:ext cx="109080" cy="14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6BC70A-4AEF-5F2D-3DA9-C2BABA4E8CD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68625" y="1734495"/>
                  <a:ext cx="121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8AD2A2-AF01-6630-C254-5EC9B20D5556}"/>
                    </a:ext>
                  </a:extLst>
                </p14:cNvPr>
                <p14:cNvContentPartPr/>
                <p14:nvPr/>
              </p14:nvContentPartPr>
              <p14:xfrm>
                <a:off x="8522025" y="1935015"/>
                <a:ext cx="2880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8AD2A2-AF01-6630-C254-5EC9B20D55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15905" y="1928895"/>
                  <a:ext cx="4104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26B5FAF-1DB4-5FB2-BF2A-07EF4DECE0B9}"/>
                  </a:ext>
                </a:extLst>
              </p14:cNvPr>
              <p14:cNvContentPartPr/>
              <p14:nvPr/>
            </p14:nvContentPartPr>
            <p14:xfrm>
              <a:off x="3924825" y="3594255"/>
              <a:ext cx="46080" cy="79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26B5FAF-1DB4-5FB2-BF2A-07EF4DECE0B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918705" y="3588135"/>
                <a:ext cx="583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41ED4E78-E71E-15AF-9283-E984D243CEC3}"/>
              </a:ext>
            </a:extLst>
          </p:cNvPr>
          <p:cNvGrpSpPr/>
          <p:nvPr/>
        </p:nvGrpSpPr>
        <p:grpSpPr>
          <a:xfrm>
            <a:off x="379185" y="4023015"/>
            <a:ext cx="4404240" cy="883800"/>
            <a:chOff x="379185" y="4023015"/>
            <a:chExt cx="44042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3DE2D0-9CFB-4527-3AC9-C11FCE06CA47}"/>
                    </a:ext>
                  </a:extLst>
                </p14:cNvPr>
                <p14:cNvContentPartPr/>
                <p14:nvPr/>
              </p14:nvContentPartPr>
              <p14:xfrm>
                <a:off x="577905" y="4488855"/>
                <a:ext cx="270360" cy="23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3DE2D0-9CFB-4527-3AC9-C11FCE06CA4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9265" y="4479855"/>
                  <a:ext cx="2880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F1B01A-3639-7C23-7D65-712D75E4526B}"/>
                    </a:ext>
                  </a:extLst>
                </p14:cNvPr>
                <p14:cNvContentPartPr/>
                <p14:nvPr/>
              </p14:nvContentPartPr>
              <p14:xfrm>
                <a:off x="379185" y="4264215"/>
                <a:ext cx="540720" cy="64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F1B01A-3639-7C23-7D65-712D75E452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0185" y="4255575"/>
                  <a:ext cx="55836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E415D5-1FCF-340B-F5C2-09B787B78C23}"/>
                    </a:ext>
                  </a:extLst>
                </p14:cNvPr>
                <p14:cNvContentPartPr/>
                <p14:nvPr/>
              </p14:nvContentPartPr>
              <p14:xfrm>
                <a:off x="1199625" y="4303455"/>
                <a:ext cx="62640" cy="412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E415D5-1FCF-340B-F5C2-09B787B78C2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90985" y="4294815"/>
                  <a:ext cx="802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FF43E7-6589-8025-9990-DA769A58A80E}"/>
                    </a:ext>
                  </a:extLst>
                </p14:cNvPr>
                <p14:cNvContentPartPr/>
                <p14:nvPr/>
              </p14:nvContentPartPr>
              <p14:xfrm>
                <a:off x="1219785" y="4173855"/>
                <a:ext cx="354600" cy="581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FF43E7-6589-8025-9990-DA769A58A80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11145" y="4165215"/>
                  <a:ext cx="3722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DA220E-2F8C-54DA-DC36-F1FA52ECCFB8}"/>
                    </a:ext>
                  </a:extLst>
                </p14:cNvPr>
                <p14:cNvContentPartPr/>
                <p14:nvPr/>
              </p14:nvContentPartPr>
              <p14:xfrm>
                <a:off x="1816665" y="4248735"/>
                <a:ext cx="462600" cy="609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DA220E-2F8C-54DA-DC36-F1FA52ECCFB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08025" y="4240095"/>
                  <a:ext cx="48024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205692F-23BB-6638-453C-C60CE8BF55E1}"/>
                    </a:ext>
                  </a:extLst>
                </p14:cNvPr>
                <p14:cNvContentPartPr/>
                <p14:nvPr/>
              </p14:nvContentPartPr>
              <p14:xfrm>
                <a:off x="2280345" y="4476615"/>
                <a:ext cx="159840" cy="158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205692F-23BB-6638-453C-C60CE8BF55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71705" y="4467615"/>
                  <a:ext cx="177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00A85A-C836-13D2-FDC4-C204418D5863}"/>
                    </a:ext>
                  </a:extLst>
                </p14:cNvPr>
                <p14:cNvContentPartPr/>
                <p14:nvPr/>
              </p14:nvContentPartPr>
              <p14:xfrm>
                <a:off x="2512185" y="4425135"/>
                <a:ext cx="510120" cy="271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00A85A-C836-13D2-FDC4-C204418D586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03545" y="4416495"/>
                  <a:ext cx="527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E378F9-F6B4-3544-3F25-DA0A43436A2C}"/>
                    </a:ext>
                  </a:extLst>
                </p14:cNvPr>
                <p14:cNvContentPartPr/>
                <p14:nvPr/>
              </p14:nvContentPartPr>
              <p14:xfrm>
                <a:off x="3333705" y="4023015"/>
                <a:ext cx="1272240" cy="505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E378F9-F6B4-3544-3F25-DA0A43436A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25065" y="4014375"/>
                  <a:ext cx="12898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87C09EE-F79A-16EB-4432-8D6F34D89C3D}"/>
                    </a:ext>
                  </a:extLst>
                </p14:cNvPr>
                <p14:cNvContentPartPr/>
                <p14:nvPr/>
              </p14:nvContentPartPr>
              <p14:xfrm>
                <a:off x="4466625" y="4243335"/>
                <a:ext cx="316800" cy="10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87C09EE-F79A-16EB-4432-8D6F34D89C3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57985" y="4234335"/>
                  <a:ext cx="3344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01B2BFF-A7FA-8DAD-DB75-56DA8A9BF2EA}"/>
              </a:ext>
            </a:extLst>
          </p:cNvPr>
          <p:cNvGrpSpPr/>
          <p:nvPr/>
        </p:nvGrpSpPr>
        <p:grpSpPr>
          <a:xfrm>
            <a:off x="5255025" y="3991695"/>
            <a:ext cx="2164320" cy="473760"/>
            <a:chOff x="5255025" y="3991695"/>
            <a:chExt cx="2164320" cy="47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0645B74-14C2-5AD3-F998-7E8629AEFE75}"/>
                    </a:ext>
                  </a:extLst>
                </p14:cNvPr>
                <p14:cNvContentPartPr/>
                <p14:nvPr/>
              </p14:nvContentPartPr>
              <p14:xfrm>
                <a:off x="5255025" y="4030215"/>
                <a:ext cx="814680" cy="435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0645B74-14C2-5AD3-F998-7E8629AEFE7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46025" y="4021575"/>
                  <a:ext cx="8323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77CB122-CD66-E3B7-1AF5-AFB46FC22AC4}"/>
                    </a:ext>
                  </a:extLst>
                </p14:cNvPr>
                <p14:cNvContentPartPr/>
                <p14:nvPr/>
              </p14:nvContentPartPr>
              <p14:xfrm>
                <a:off x="6137025" y="3991695"/>
                <a:ext cx="901080" cy="43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77CB122-CD66-E3B7-1AF5-AFB46FC22AC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28025" y="3983055"/>
                  <a:ext cx="9187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C19A0B-1812-664C-ABD2-355727FBEDBA}"/>
                    </a:ext>
                  </a:extLst>
                </p14:cNvPr>
                <p14:cNvContentPartPr/>
                <p14:nvPr/>
              </p14:nvContentPartPr>
              <p14:xfrm>
                <a:off x="6760185" y="4084935"/>
                <a:ext cx="427320" cy="88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C19A0B-1812-664C-ABD2-355727FBED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1185" y="4075935"/>
                  <a:ext cx="444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75E5A7-79B3-79BD-23CC-BF19980587A2}"/>
                    </a:ext>
                  </a:extLst>
                </p14:cNvPr>
                <p14:cNvContentPartPr/>
                <p14:nvPr/>
              </p14:nvContentPartPr>
              <p14:xfrm>
                <a:off x="7413225" y="4191855"/>
                <a:ext cx="612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75E5A7-79B3-79BD-23CC-BF19980587A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04585" y="4182855"/>
                  <a:ext cx="2376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EA82C4F-A3A2-9D2B-7A43-963A83F8099B}"/>
                  </a:ext>
                </a:extLst>
              </p14:cNvPr>
              <p14:cNvContentPartPr/>
              <p14:nvPr/>
            </p14:nvContentPartPr>
            <p14:xfrm>
              <a:off x="7915065" y="4189695"/>
              <a:ext cx="63360" cy="403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EA82C4F-A3A2-9D2B-7A43-963A83F8099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906065" y="4181055"/>
                <a:ext cx="810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1CE5089-A628-3B0D-37EF-13B3B06EBA6A}"/>
                  </a:ext>
                </a:extLst>
              </p14:cNvPr>
              <p14:cNvContentPartPr/>
              <p14:nvPr/>
            </p14:nvContentPartPr>
            <p14:xfrm>
              <a:off x="7871505" y="4593975"/>
              <a:ext cx="109080" cy="21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1CE5089-A628-3B0D-37EF-13B3B06EBA6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862865" y="4585335"/>
                <a:ext cx="12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50A1DFF-5441-2F1B-84BA-7533168142C9}"/>
                  </a:ext>
                </a:extLst>
              </p14:cNvPr>
              <p14:cNvContentPartPr/>
              <p14:nvPr/>
            </p14:nvContentPartPr>
            <p14:xfrm>
              <a:off x="8603025" y="4454295"/>
              <a:ext cx="185400" cy="518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50A1DFF-5441-2F1B-84BA-7533168142C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594385" y="4445295"/>
                <a:ext cx="20304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45A30CB-192E-52C8-857A-08B9D4940B5C}"/>
              </a:ext>
            </a:extLst>
          </p:cNvPr>
          <p:cNvGrpSpPr/>
          <p:nvPr/>
        </p:nvGrpSpPr>
        <p:grpSpPr>
          <a:xfrm>
            <a:off x="1084425" y="5084655"/>
            <a:ext cx="1817640" cy="1266480"/>
            <a:chOff x="1084425" y="5084655"/>
            <a:chExt cx="1817640" cy="12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852016-543E-AAC2-7A4F-BC01E884C1B2}"/>
                    </a:ext>
                  </a:extLst>
                </p14:cNvPr>
                <p14:cNvContentPartPr/>
                <p14:nvPr/>
              </p14:nvContentPartPr>
              <p14:xfrm>
                <a:off x="1085145" y="5128935"/>
                <a:ext cx="207720" cy="922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852016-543E-AAC2-7A4F-BC01E884C1B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76505" y="5120295"/>
                  <a:ext cx="22536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63242C-837E-A547-6E49-7C8D6CD8B342}"/>
                    </a:ext>
                  </a:extLst>
                </p14:cNvPr>
                <p14:cNvContentPartPr/>
                <p14:nvPr/>
              </p14:nvContentPartPr>
              <p14:xfrm>
                <a:off x="1304025" y="5084655"/>
                <a:ext cx="1598040" cy="1266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63242C-837E-A547-6E49-7C8D6CD8B34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95025" y="5076015"/>
                  <a:ext cx="1615680" cy="12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6119729-1ABC-2B52-BA3B-CC2CD98F93B4}"/>
                    </a:ext>
                  </a:extLst>
                </p14:cNvPr>
                <p14:cNvContentPartPr/>
                <p14:nvPr/>
              </p14:nvContentPartPr>
              <p14:xfrm>
                <a:off x="1084425" y="6050535"/>
                <a:ext cx="1728720" cy="184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6119729-1ABC-2B52-BA3B-CC2CD98F93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5785" y="6041895"/>
                  <a:ext cx="1746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819C340-F122-DE05-6C4C-0E7E4BFE9058}"/>
              </a:ext>
            </a:extLst>
          </p:cNvPr>
          <p:cNvGrpSpPr/>
          <p:nvPr/>
        </p:nvGrpSpPr>
        <p:grpSpPr>
          <a:xfrm>
            <a:off x="1484025" y="5279055"/>
            <a:ext cx="794880" cy="276840"/>
            <a:chOff x="1484025" y="5279055"/>
            <a:chExt cx="79488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49FD2BF-2BD7-CF3D-52F4-9F23EDA38D8B}"/>
                    </a:ext>
                  </a:extLst>
                </p14:cNvPr>
                <p14:cNvContentPartPr/>
                <p14:nvPr/>
              </p14:nvContentPartPr>
              <p14:xfrm>
                <a:off x="1484025" y="5279055"/>
                <a:ext cx="241920" cy="221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49FD2BF-2BD7-CF3D-52F4-9F23EDA38D8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75025" y="5270415"/>
                  <a:ext cx="259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D2BDA24-38BD-1CA5-1E0F-B6A4833AD21A}"/>
                    </a:ext>
                  </a:extLst>
                </p14:cNvPr>
                <p14:cNvContentPartPr/>
                <p14:nvPr/>
              </p14:nvContentPartPr>
              <p14:xfrm>
                <a:off x="1835745" y="5319735"/>
                <a:ext cx="195480" cy="225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D2BDA24-38BD-1CA5-1E0F-B6A4833AD21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826745" y="5310735"/>
                  <a:ext cx="213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BCD3C1-C4DA-F685-3C6A-293DEC034E6D}"/>
                    </a:ext>
                  </a:extLst>
                </p14:cNvPr>
                <p14:cNvContentPartPr/>
                <p14:nvPr/>
              </p14:nvContentPartPr>
              <p14:xfrm>
                <a:off x="2083065" y="5339895"/>
                <a:ext cx="195840" cy="216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BCD3C1-C4DA-F685-3C6A-293DEC034E6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74425" y="5330895"/>
                  <a:ext cx="21348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B637F14-4AC1-3850-EC08-AEBBCE042501}"/>
              </a:ext>
            </a:extLst>
          </p:cNvPr>
          <p:cNvGrpSpPr/>
          <p:nvPr/>
        </p:nvGrpSpPr>
        <p:grpSpPr>
          <a:xfrm>
            <a:off x="1543425" y="5627175"/>
            <a:ext cx="640440" cy="356760"/>
            <a:chOff x="1543425" y="5627175"/>
            <a:chExt cx="64044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712BD0A-3E23-3CD8-43A3-790616BBA643}"/>
                    </a:ext>
                  </a:extLst>
                </p14:cNvPr>
                <p14:cNvContentPartPr/>
                <p14:nvPr/>
              </p14:nvContentPartPr>
              <p14:xfrm>
                <a:off x="1543425" y="5627175"/>
                <a:ext cx="283320" cy="277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712BD0A-3E23-3CD8-43A3-790616BBA64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34785" y="5618175"/>
                  <a:ext cx="300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ABD39F8-70AE-CE5C-347D-A1DEB0BE8A9C}"/>
                    </a:ext>
                  </a:extLst>
                </p14:cNvPr>
                <p14:cNvContentPartPr/>
                <p14:nvPr/>
              </p14:nvContentPartPr>
              <p14:xfrm>
                <a:off x="1932945" y="5688735"/>
                <a:ext cx="250920" cy="295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ABD39F8-70AE-CE5C-347D-A1DEB0BE8A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24305" y="5679735"/>
                  <a:ext cx="26856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3D2457C-4442-1762-D41A-5BBFBAAE692A}"/>
              </a:ext>
            </a:extLst>
          </p:cNvPr>
          <p:cNvGrpSpPr/>
          <p:nvPr/>
        </p:nvGrpSpPr>
        <p:grpSpPr>
          <a:xfrm>
            <a:off x="3145425" y="5254935"/>
            <a:ext cx="869760" cy="583200"/>
            <a:chOff x="3145425" y="5254935"/>
            <a:chExt cx="869760" cy="5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E1AABF-9E2B-83CD-3DFC-5A2C6BDB0F58}"/>
                    </a:ext>
                  </a:extLst>
                </p14:cNvPr>
                <p14:cNvContentPartPr/>
                <p14:nvPr/>
              </p14:nvContentPartPr>
              <p14:xfrm>
                <a:off x="3145425" y="5444655"/>
                <a:ext cx="756000" cy="79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E1AABF-9E2B-83CD-3DFC-5A2C6BDB0F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39305" y="5438535"/>
                  <a:ext cx="768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66BE8FC-7684-E266-29FE-D7669A99D225}"/>
                    </a:ext>
                  </a:extLst>
                </p14:cNvPr>
                <p14:cNvContentPartPr/>
                <p14:nvPr/>
              </p14:nvContentPartPr>
              <p14:xfrm>
                <a:off x="3667785" y="5254935"/>
                <a:ext cx="347400" cy="583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66BE8FC-7684-E266-29FE-D7669A99D22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61665" y="5248815"/>
                  <a:ext cx="359640" cy="59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1E938AD-1C33-4EC6-7BCE-90A555984213}"/>
              </a:ext>
            </a:extLst>
          </p:cNvPr>
          <p:cNvGrpSpPr/>
          <p:nvPr/>
        </p:nvGrpSpPr>
        <p:grpSpPr>
          <a:xfrm>
            <a:off x="4681545" y="4806015"/>
            <a:ext cx="1478160" cy="404640"/>
            <a:chOff x="4681545" y="4806015"/>
            <a:chExt cx="147816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C19F15-7E44-B3EF-D18B-1B1779D70B22}"/>
                    </a:ext>
                  </a:extLst>
                </p14:cNvPr>
                <p14:cNvContentPartPr/>
                <p14:nvPr/>
              </p14:nvContentPartPr>
              <p14:xfrm>
                <a:off x="4681545" y="4819335"/>
                <a:ext cx="452880" cy="342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C19F15-7E44-B3EF-D18B-1B1779D70B2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75425" y="4813215"/>
                  <a:ext cx="4651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9E14AF-DCE7-2719-BD36-0D1B448495D3}"/>
                    </a:ext>
                  </a:extLst>
                </p14:cNvPr>
                <p14:cNvContentPartPr/>
                <p14:nvPr/>
              </p14:nvContentPartPr>
              <p14:xfrm>
                <a:off x="5283825" y="4806015"/>
                <a:ext cx="737280" cy="404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9E14AF-DCE7-2719-BD36-0D1B448495D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77705" y="4799895"/>
                  <a:ext cx="7495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DB64C7-FA39-D7C6-BD11-953AB3E5AC2F}"/>
                    </a:ext>
                  </a:extLst>
                </p14:cNvPr>
                <p14:cNvContentPartPr/>
                <p14:nvPr/>
              </p14:nvContentPartPr>
              <p14:xfrm>
                <a:off x="5839305" y="4884135"/>
                <a:ext cx="320400" cy="84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DB64C7-FA39-D7C6-BD11-953AB3E5AC2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33185" y="4878015"/>
                  <a:ext cx="33264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BF95357-25EF-2B0B-0FD6-EB134A63B02D}"/>
              </a:ext>
            </a:extLst>
          </p:cNvPr>
          <p:cNvGrpSpPr/>
          <p:nvPr/>
        </p:nvGrpSpPr>
        <p:grpSpPr>
          <a:xfrm>
            <a:off x="6628065" y="4710255"/>
            <a:ext cx="451080" cy="453600"/>
            <a:chOff x="6628065" y="4710255"/>
            <a:chExt cx="45108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CB5E021-A80C-A781-2AAE-5C513A827275}"/>
                    </a:ext>
                  </a:extLst>
                </p14:cNvPr>
                <p14:cNvContentPartPr/>
                <p14:nvPr/>
              </p14:nvContentPartPr>
              <p14:xfrm>
                <a:off x="6850905" y="4710255"/>
                <a:ext cx="40320" cy="25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CB5E021-A80C-A781-2AAE-5C513A82727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44785" y="4704135"/>
                  <a:ext cx="52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D6C95F5-AE0A-A8C2-2564-2CE9419247D6}"/>
                    </a:ext>
                  </a:extLst>
                </p14:cNvPr>
                <p14:cNvContentPartPr/>
                <p14:nvPr/>
              </p14:nvContentPartPr>
              <p14:xfrm>
                <a:off x="6628065" y="4910055"/>
                <a:ext cx="46080" cy="235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D6C95F5-AE0A-A8C2-2564-2CE9419247D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21945" y="4903935"/>
                  <a:ext cx="58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ECBB69C-4741-480C-886E-95AA7149505E}"/>
                    </a:ext>
                  </a:extLst>
                </p14:cNvPr>
                <p14:cNvContentPartPr/>
                <p14:nvPr/>
              </p14:nvContentPartPr>
              <p14:xfrm>
                <a:off x="6882945" y="4864695"/>
                <a:ext cx="196200" cy="299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ECBB69C-4741-480C-886E-95AA714950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76825" y="4858575"/>
                  <a:ext cx="20844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A70E1E1-214E-A231-86E6-31C057A2CF21}"/>
              </a:ext>
            </a:extLst>
          </p:cNvPr>
          <p:cNvGrpSpPr/>
          <p:nvPr/>
        </p:nvGrpSpPr>
        <p:grpSpPr>
          <a:xfrm>
            <a:off x="7696905" y="4722495"/>
            <a:ext cx="911160" cy="398520"/>
            <a:chOff x="7696905" y="4722495"/>
            <a:chExt cx="9111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67C79EF-257F-2402-2D88-EA76F23314E7}"/>
                    </a:ext>
                  </a:extLst>
                </p14:cNvPr>
                <p14:cNvContentPartPr/>
                <p14:nvPr/>
              </p14:nvContentPartPr>
              <p14:xfrm>
                <a:off x="7816425" y="4722495"/>
                <a:ext cx="67680" cy="381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67C79EF-257F-2402-2D88-EA76F23314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10305" y="4716375"/>
                  <a:ext cx="799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D6F2C5-B05B-B828-F620-36778E1ECA5E}"/>
                    </a:ext>
                  </a:extLst>
                </p14:cNvPr>
                <p14:cNvContentPartPr/>
                <p14:nvPr/>
              </p14:nvContentPartPr>
              <p14:xfrm>
                <a:off x="7696905" y="4783335"/>
                <a:ext cx="911160" cy="337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D6F2C5-B05B-B828-F620-36778E1ECA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90785" y="4777215"/>
                  <a:ext cx="92340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EDE4C50-D335-196E-ADEE-39797BB9686D}"/>
              </a:ext>
            </a:extLst>
          </p:cNvPr>
          <p:cNvGrpSpPr/>
          <p:nvPr/>
        </p:nvGrpSpPr>
        <p:grpSpPr>
          <a:xfrm>
            <a:off x="9083265" y="4612695"/>
            <a:ext cx="2589120" cy="664560"/>
            <a:chOff x="9083265" y="4612695"/>
            <a:chExt cx="2589120" cy="66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833F720-722E-83FF-C0FF-7961D94ECA5C}"/>
                    </a:ext>
                  </a:extLst>
                </p14:cNvPr>
                <p14:cNvContentPartPr/>
                <p14:nvPr/>
              </p14:nvContentPartPr>
              <p14:xfrm>
                <a:off x="9083265" y="4632495"/>
                <a:ext cx="59760" cy="523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833F720-722E-83FF-C0FF-7961D94ECA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77145" y="4626375"/>
                  <a:ext cx="7200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79F3643-D3CA-FB64-D125-41DB96131EFB}"/>
                    </a:ext>
                  </a:extLst>
                </p14:cNvPr>
                <p14:cNvContentPartPr/>
                <p14:nvPr/>
              </p14:nvContentPartPr>
              <p14:xfrm>
                <a:off x="9220425" y="4767135"/>
                <a:ext cx="196200" cy="198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79F3643-D3CA-FB64-D125-41DB96131EF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14305" y="4761015"/>
                  <a:ext cx="208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37C69C8-5761-49C9-85E2-5580DA3A9DD9}"/>
                    </a:ext>
                  </a:extLst>
                </p14:cNvPr>
                <p14:cNvContentPartPr/>
                <p14:nvPr/>
              </p14:nvContentPartPr>
              <p14:xfrm>
                <a:off x="9515265" y="4800255"/>
                <a:ext cx="473040" cy="171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37C69C8-5761-49C9-85E2-5580DA3A9DD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509145" y="4794135"/>
                  <a:ext cx="485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61A6ECF-EC2D-8C15-040B-30BF4A360E08}"/>
                    </a:ext>
                  </a:extLst>
                </p14:cNvPr>
                <p14:cNvContentPartPr/>
                <p14:nvPr/>
              </p14:nvContentPartPr>
              <p14:xfrm>
                <a:off x="10124745" y="4612695"/>
                <a:ext cx="148320" cy="404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61A6ECF-EC2D-8C15-040B-30BF4A360E0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18625" y="4606575"/>
                  <a:ext cx="1605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193857-D558-424C-25DF-7B030EBDB682}"/>
                    </a:ext>
                  </a:extLst>
                </p14:cNvPr>
                <p14:cNvContentPartPr/>
                <p14:nvPr/>
              </p14:nvContentPartPr>
              <p14:xfrm>
                <a:off x="10290345" y="4615215"/>
                <a:ext cx="487800" cy="387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193857-D558-424C-25DF-7B030EBDB6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84225" y="4609095"/>
                  <a:ext cx="5000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3B84AB3-7DC2-9A3A-70CD-E4C49CAA92AE}"/>
                    </a:ext>
                  </a:extLst>
                </p14:cNvPr>
                <p14:cNvContentPartPr/>
                <p14:nvPr/>
              </p14:nvContentPartPr>
              <p14:xfrm>
                <a:off x="10862025" y="4835895"/>
                <a:ext cx="76680" cy="167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3B84AB3-7DC2-9A3A-70CD-E4C49CAA92A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855905" y="4829775"/>
                  <a:ext cx="88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5A4B4F0-9BEF-54D7-B42C-CA9CCA99F57C}"/>
                    </a:ext>
                  </a:extLst>
                </p14:cNvPr>
                <p14:cNvContentPartPr/>
                <p14:nvPr/>
              </p14:nvContentPartPr>
              <p14:xfrm>
                <a:off x="10999905" y="4660935"/>
                <a:ext cx="3960" cy="4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5A4B4F0-9BEF-54D7-B42C-CA9CCA99F5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993785" y="4654815"/>
                  <a:ext cx="16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94CFE59-F96E-D5F4-8DDE-EE51CE059BDA}"/>
                    </a:ext>
                  </a:extLst>
                </p14:cNvPr>
                <p14:cNvContentPartPr/>
                <p14:nvPr/>
              </p14:nvContentPartPr>
              <p14:xfrm>
                <a:off x="11083425" y="4680375"/>
                <a:ext cx="67680" cy="266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94CFE59-F96E-D5F4-8DDE-EE51CE059BD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77305" y="4674255"/>
                  <a:ext cx="79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3538388-68E7-EEBF-0A4D-D5DF4D67AE6E}"/>
                    </a:ext>
                  </a:extLst>
                </p14:cNvPr>
                <p14:cNvContentPartPr/>
                <p14:nvPr/>
              </p14:nvContentPartPr>
              <p14:xfrm>
                <a:off x="11196825" y="4920135"/>
                <a:ext cx="31320" cy="109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3538388-68E7-EEBF-0A4D-D5DF4D67AE6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190705" y="4914015"/>
                  <a:ext cx="43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AE2791-0547-CD9D-EB49-F3BEF1AAFFAE}"/>
                    </a:ext>
                  </a:extLst>
                </p14:cNvPr>
                <p14:cNvContentPartPr/>
                <p14:nvPr/>
              </p14:nvContentPartPr>
              <p14:xfrm>
                <a:off x="11285745" y="4721775"/>
                <a:ext cx="7200" cy="38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AE2791-0547-CD9D-EB49-F3BEF1AAFF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79625" y="4715655"/>
                  <a:ext cx="19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B1FEC9-6CB0-7DEE-D622-D9DB01B02E84}"/>
                    </a:ext>
                  </a:extLst>
                </p14:cNvPr>
                <p14:cNvContentPartPr/>
                <p14:nvPr/>
              </p14:nvContentPartPr>
              <p14:xfrm>
                <a:off x="11356665" y="4701975"/>
                <a:ext cx="77040" cy="290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B1FEC9-6CB0-7DEE-D622-D9DB01B02E8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50545" y="4695855"/>
                  <a:ext cx="89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30FFB6-4CF1-6E11-85F4-39C3DAC53F5F}"/>
                    </a:ext>
                  </a:extLst>
                </p14:cNvPr>
                <p14:cNvContentPartPr/>
                <p14:nvPr/>
              </p14:nvContentPartPr>
              <p14:xfrm>
                <a:off x="11350905" y="4825455"/>
                <a:ext cx="321480" cy="451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30FFB6-4CF1-6E11-85F4-39C3DAC53F5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344785" y="4819335"/>
                  <a:ext cx="333720" cy="46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EC78E75-FD76-253F-E42D-1ED219A155E2}"/>
                  </a:ext>
                </a:extLst>
              </p14:cNvPr>
              <p14:cNvContentPartPr/>
              <p14:nvPr/>
            </p14:nvContentPartPr>
            <p14:xfrm>
              <a:off x="4347825" y="5400015"/>
              <a:ext cx="420840" cy="8208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EC78E75-FD76-253F-E42D-1ED219A155E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341705" y="5393895"/>
                <a:ext cx="433080" cy="83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5304C17-EB5F-ED48-20E0-DE09169367F9}"/>
              </a:ext>
            </a:extLst>
          </p:cNvPr>
          <p:cNvGrpSpPr/>
          <p:nvPr/>
        </p:nvGrpSpPr>
        <p:grpSpPr>
          <a:xfrm>
            <a:off x="5304705" y="5474535"/>
            <a:ext cx="2528640" cy="694440"/>
            <a:chOff x="5304705" y="5474535"/>
            <a:chExt cx="2528640" cy="6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BDAD0A7-AE70-F1AF-F006-3A89CD028031}"/>
                    </a:ext>
                  </a:extLst>
                </p14:cNvPr>
                <p14:cNvContentPartPr/>
                <p14:nvPr/>
              </p14:nvContentPartPr>
              <p14:xfrm>
                <a:off x="5304705" y="5474535"/>
                <a:ext cx="406080" cy="277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BDAD0A7-AE70-F1AF-F006-3A89CD02803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98585" y="5468415"/>
                  <a:ext cx="418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44BE6C5-738F-9F20-CC70-E3446DEB8D8E}"/>
                    </a:ext>
                  </a:extLst>
                </p14:cNvPr>
                <p14:cNvContentPartPr/>
                <p14:nvPr/>
              </p14:nvContentPartPr>
              <p14:xfrm>
                <a:off x="5699985" y="5509095"/>
                <a:ext cx="846720" cy="208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44BE6C5-738F-9F20-CC70-E3446DEB8D8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93865" y="5502975"/>
                  <a:ext cx="858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D4B4A0C-D250-941A-A809-362922155634}"/>
                    </a:ext>
                  </a:extLst>
                </p14:cNvPr>
                <p14:cNvContentPartPr/>
                <p14:nvPr/>
              </p14:nvContentPartPr>
              <p14:xfrm>
                <a:off x="6647505" y="5603055"/>
                <a:ext cx="205200" cy="177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D4B4A0C-D250-941A-A809-36292215563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641385" y="5596935"/>
                  <a:ext cx="217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E24AA13-CBC4-646C-C572-D5B7102F2150}"/>
                    </a:ext>
                  </a:extLst>
                </p14:cNvPr>
                <p14:cNvContentPartPr/>
                <p14:nvPr/>
              </p14:nvContentPartPr>
              <p14:xfrm>
                <a:off x="6844065" y="5635455"/>
                <a:ext cx="42480" cy="13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E24AA13-CBC4-646C-C572-D5B7102F215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837945" y="5629335"/>
                  <a:ext cx="54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5D49C3A-AEA0-2964-1456-94BBE8225EDF}"/>
                    </a:ext>
                  </a:extLst>
                </p14:cNvPr>
                <p14:cNvContentPartPr/>
                <p14:nvPr/>
              </p14:nvContentPartPr>
              <p14:xfrm>
                <a:off x="6963945" y="5480655"/>
                <a:ext cx="12960" cy="50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5D49C3A-AEA0-2964-1456-94BBE8225ED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57825" y="5474535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C8DB860-C9C5-C970-A209-F30ECF36A116}"/>
                    </a:ext>
                  </a:extLst>
                </p14:cNvPr>
                <p14:cNvContentPartPr/>
                <p14:nvPr/>
              </p14:nvContentPartPr>
              <p14:xfrm>
                <a:off x="6943425" y="5585775"/>
                <a:ext cx="390240" cy="583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C8DB860-C9C5-C970-A209-F30ECF36A11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37305" y="5579655"/>
                  <a:ext cx="4024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A38BB91-A32F-99C0-6CA3-2C47CB2F5E46}"/>
                    </a:ext>
                  </a:extLst>
                </p14:cNvPr>
                <p14:cNvContentPartPr/>
                <p14:nvPr/>
              </p14:nvContentPartPr>
              <p14:xfrm>
                <a:off x="7646505" y="5596935"/>
                <a:ext cx="186840" cy="21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A38BB91-A32F-99C0-6CA3-2C47CB2F5E4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40385" y="5590815"/>
                  <a:ext cx="1990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4CABBB2-E8A0-9D39-EA6A-900FA00101D7}"/>
              </a:ext>
            </a:extLst>
          </p:cNvPr>
          <p:cNvGrpSpPr/>
          <p:nvPr/>
        </p:nvGrpSpPr>
        <p:grpSpPr>
          <a:xfrm>
            <a:off x="8529225" y="5388135"/>
            <a:ext cx="1791360" cy="542520"/>
            <a:chOff x="8529225" y="5388135"/>
            <a:chExt cx="179136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3ACC5D8-4F9B-524D-85E8-F2C78D789814}"/>
                    </a:ext>
                  </a:extLst>
                </p14:cNvPr>
                <p14:cNvContentPartPr/>
                <p14:nvPr/>
              </p14:nvContentPartPr>
              <p14:xfrm>
                <a:off x="8529225" y="5388135"/>
                <a:ext cx="219960" cy="250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3ACC5D8-4F9B-524D-85E8-F2C78D78981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23105" y="5382015"/>
                  <a:ext cx="232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67BC8C-2F86-3BB6-4C60-378C6B4EDBB0}"/>
                    </a:ext>
                  </a:extLst>
                </p14:cNvPr>
                <p14:cNvContentPartPr/>
                <p14:nvPr/>
              </p14:nvContentPartPr>
              <p14:xfrm>
                <a:off x="8822625" y="5423055"/>
                <a:ext cx="376560" cy="224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67BC8C-2F86-3BB6-4C60-378C6B4EDBB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16505" y="5416935"/>
                  <a:ext cx="388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7E359EC-82C0-8907-6112-FCBAE95A9EA6}"/>
                    </a:ext>
                  </a:extLst>
                </p14:cNvPr>
                <p14:cNvContentPartPr/>
                <p14:nvPr/>
              </p14:nvContentPartPr>
              <p14:xfrm>
                <a:off x="9088305" y="5460135"/>
                <a:ext cx="283320" cy="219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7E359EC-82C0-8907-6112-FCBAE95A9EA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82185" y="5454015"/>
                  <a:ext cx="295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BDF4D6A-9738-54E9-F73F-45EB65F8D9B4}"/>
                    </a:ext>
                  </a:extLst>
                </p14:cNvPr>
                <p14:cNvContentPartPr/>
                <p14:nvPr/>
              </p14:nvContentPartPr>
              <p14:xfrm>
                <a:off x="9393225" y="5436735"/>
                <a:ext cx="320040" cy="255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BDF4D6A-9738-54E9-F73F-45EB65F8D9B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387105" y="5430615"/>
                  <a:ext cx="332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C1CD498-54C7-8FFE-1623-7A5612F4C151}"/>
                    </a:ext>
                  </a:extLst>
                </p14:cNvPr>
                <p14:cNvContentPartPr/>
                <p14:nvPr/>
              </p14:nvContentPartPr>
              <p14:xfrm>
                <a:off x="9662865" y="5445735"/>
                <a:ext cx="657720" cy="48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C1CD498-54C7-8FFE-1623-7A5612F4C1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56745" y="5439615"/>
                  <a:ext cx="669960" cy="49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B038443-2C8E-0A68-CE2E-68F2359C6D1C}"/>
              </a:ext>
            </a:extLst>
          </p:cNvPr>
          <p:cNvGrpSpPr/>
          <p:nvPr/>
        </p:nvGrpSpPr>
        <p:grpSpPr>
          <a:xfrm>
            <a:off x="4551945" y="5954055"/>
            <a:ext cx="1895040" cy="497880"/>
            <a:chOff x="4551945" y="5954055"/>
            <a:chExt cx="189504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CA811AA-F350-90C5-69E6-785C62D5B903}"/>
                    </a:ext>
                  </a:extLst>
                </p14:cNvPr>
                <p14:cNvContentPartPr/>
                <p14:nvPr/>
              </p14:nvContentPartPr>
              <p14:xfrm>
                <a:off x="4551945" y="6237015"/>
                <a:ext cx="852480" cy="20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CA811AA-F350-90C5-69E6-785C62D5B90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45825" y="6230895"/>
                  <a:ext cx="864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C8BEAC7-3982-A582-AAE4-339C5B0499A8}"/>
                    </a:ext>
                  </a:extLst>
                </p14:cNvPr>
                <p14:cNvContentPartPr/>
                <p14:nvPr/>
              </p14:nvContentPartPr>
              <p14:xfrm>
                <a:off x="5445105" y="6152415"/>
                <a:ext cx="277920" cy="259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C8BEAC7-3982-A582-AAE4-339C5B0499A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38985" y="6146295"/>
                  <a:ext cx="290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149BF1F-96D7-0AF1-F73F-9D68967E7F0F}"/>
                    </a:ext>
                  </a:extLst>
                </p14:cNvPr>
                <p14:cNvContentPartPr/>
                <p14:nvPr/>
              </p14:nvContentPartPr>
              <p14:xfrm>
                <a:off x="5820225" y="6025335"/>
                <a:ext cx="162720" cy="426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149BF1F-96D7-0AF1-F73F-9D68967E7F0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814105" y="6019215"/>
                  <a:ext cx="1749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5EA7961-D6EB-5059-0B65-B7E6F9A6DBB6}"/>
                    </a:ext>
                  </a:extLst>
                </p14:cNvPr>
                <p14:cNvContentPartPr/>
                <p14:nvPr/>
              </p14:nvContentPartPr>
              <p14:xfrm>
                <a:off x="6017865" y="5954055"/>
                <a:ext cx="429120" cy="434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5EA7961-D6EB-5059-0B65-B7E6F9A6DBB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11745" y="5947935"/>
                  <a:ext cx="441360" cy="44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2AE0CB5-9A50-475E-10FF-5914EE30066A}"/>
              </a:ext>
            </a:extLst>
          </p:cNvPr>
          <p:cNvGrpSpPr/>
          <p:nvPr/>
        </p:nvGrpSpPr>
        <p:grpSpPr>
          <a:xfrm>
            <a:off x="7194705" y="5964135"/>
            <a:ext cx="4824000" cy="779760"/>
            <a:chOff x="7194705" y="5964135"/>
            <a:chExt cx="4824000" cy="77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DEF3E6B-9FFE-7A95-D0B8-72E5A67A0AEC}"/>
                    </a:ext>
                  </a:extLst>
                </p14:cNvPr>
                <p14:cNvContentPartPr/>
                <p14:nvPr/>
              </p14:nvContentPartPr>
              <p14:xfrm>
                <a:off x="7194705" y="6225855"/>
                <a:ext cx="197640" cy="208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DEF3E6B-9FFE-7A95-D0B8-72E5A67A0AE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188585" y="6219735"/>
                  <a:ext cx="209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CD29516-EDA6-3493-1232-E3F62A90F8C7}"/>
                    </a:ext>
                  </a:extLst>
                </p14:cNvPr>
                <p14:cNvContentPartPr/>
                <p14:nvPr/>
              </p14:nvContentPartPr>
              <p14:xfrm>
                <a:off x="7530585" y="6217935"/>
                <a:ext cx="345960" cy="173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CD29516-EDA6-3493-1232-E3F62A90F8C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24465" y="6211815"/>
                  <a:ext cx="358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FBFCD7F-F4F0-A619-D1D5-273343BADB6F}"/>
                    </a:ext>
                  </a:extLst>
                </p14:cNvPr>
                <p14:cNvContentPartPr/>
                <p14:nvPr/>
              </p14:nvContentPartPr>
              <p14:xfrm>
                <a:off x="7917585" y="5988975"/>
                <a:ext cx="231120" cy="369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FBFCD7F-F4F0-A619-D1D5-273343BADB6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11465" y="5982855"/>
                  <a:ext cx="2433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4CBF674-2661-7C42-83A5-410A3B1D8FDE}"/>
                    </a:ext>
                  </a:extLst>
                </p14:cNvPr>
                <p14:cNvContentPartPr/>
                <p14:nvPr/>
              </p14:nvContentPartPr>
              <p14:xfrm>
                <a:off x="8502585" y="5964135"/>
                <a:ext cx="165600" cy="390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4CBF674-2661-7C42-83A5-410A3B1D8FD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496465" y="5958015"/>
                  <a:ext cx="177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27D9C36-7252-A126-2CDB-0D928FFFBB0B}"/>
                    </a:ext>
                  </a:extLst>
                </p14:cNvPr>
                <p14:cNvContentPartPr/>
                <p14:nvPr/>
              </p14:nvContentPartPr>
              <p14:xfrm>
                <a:off x="8452185" y="6063135"/>
                <a:ext cx="1137600" cy="258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27D9C36-7252-A126-2CDB-0D928FFFBB0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446065" y="6057015"/>
                  <a:ext cx="11498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F3656F2-F8E4-425D-7CEF-5141EB12C793}"/>
                    </a:ext>
                  </a:extLst>
                </p14:cNvPr>
                <p14:cNvContentPartPr/>
                <p14:nvPr/>
              </p14:nvContentPartPr>
              <p14:xfrm>
                <a:off x="10507065" y="5991135"/>
                <a:ext cx="304560" cy="163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F3656F2-F8E4-425D-7CEF-5141EB12C79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500945" y="5985015"/>
                  <a:ext cx="31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0DE1C90-6228-9694-7C93-182D15382861}"/>
                    </a:ext>
                  </a:extLst>
                </p14:cNvPr>
                <p14:cNvContentPartPr/>
                <p14:nvPr/>
              </p14:nvContentPartPr>
              <p14:xfrm>
                <a:off x="9456945" y="6422055"/>
                <a:ext cx="297360" cy="321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0DE1C90-6228-9694-7C93-182D1538286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450825" y="6415935"/>
                  <a:ext cx="3096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7A204F8-76CA-EA41-E8B9-8BDDE4343D49}"/>
                    </a:ext>
                  </a:extLst>
                </p14:cNvPr>
                <p14:cNvContentPartPr/>
                <p14:nvPr/>
              </p14:nvContentPartPr>
              <p14:xfrm>
                <a:off x="9807945" y="6282735"/>
                <a:ext cx="745200" cy="327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7A204F8-76CA-EA41-E8B9-8BDDE4343D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01825" y="6276615"/>
                  <a:ext cx="757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3609C92-9F00-DB43-FEE5-DD790DF053A3}"/>
                    </a:ext>
                  </a:extLst>
                </p14:cNvPr>
                <p14:cNvContentPartPr/>
                <p14:nvPr/>
              </p14:nvContentPartPr>
              <p14:xfrm>
                <a:off x="10562505" y="6386055"/>
                <a:ext cx="349920" cy="190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3609C92-9F00-DB43-FEE5-DD790DF053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556385" y="6379935"/>
                  <a:ext cx="362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BC02CB1-6958-D370-DC00-489704F9E98D}"/>
                    </a:ext>
                  </a:extLst>
                </p14:cNvPr>
                <p14:cNvContentPartPr/>
                <p14:nvPr/>
              </p14:nvContentPartPr>
              <p14:xfrm>
                <a:off x="11085945" y="6348615"/>
                <a:ext cx="417240" cy="151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BC02CB1-6958-D370-DC00-489704F9E98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79825" y="6342495"/>
                  <a:ext cx="429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6C4C7A1-0A8A-BE94-CC58-12642CB8F7C6}"/>
                    </a:ext>
                  </a:extLst>
                </p14:cNvPr>
                <p14:cNvContentPartPr/>
                <p14:nvPr/>
              </p14:nvContentPartPr>
              <p14:xfrm>
                <a:off x="11571585" y="6281295"/>
                <a:ext cx="224280" cy="195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6C4C7A1-0A8A-BE94-CC58-12642CB8F7C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565465" y="6275175"/>
                  <a:ext cx="236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4E4E538-03D3-9BB0-631B-57C625DE46D0}"/>
                    </a:ext>
                  </a:extLst>
                </p14:cNvPr>
                <p14:cNvContentPartPr/>
                <p14:nvPr/>
              </p14:nvContentPartPr>
              <p14:xfrm>
                <a:off x="11812785" y="6251055"/>
                <a:ext cx="161280" cy="221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4E4E538-03D3-9BB0-631B-57C625DE46D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806665" y="6244935"/>
                  <a:ext cx="17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3112169-C632-068C-1C6D-DA640748D463}"/>
                    </a:ext>
                  </a:extLst>
                </p14:cNvPr>
                <p14:cNvContentPartPr/>
                <p14:nvPr/>
              </p14:nvContentPartPr>
              <p14:xfrm>
                <a:off x="12012585" y="6418815"/>
                <a:ext cx="6120" cy="8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3112169-C632-068C-1C6D-DA640748D46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2006465" y="6412695"/>
                  <a:ext cx="18360" cy="2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052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18D3305-4D53-E5C3-AAAB-4BD74A4A4E1E}"/>
              </a:ext>
            </a:extLst>
          </p:cNvPr>
          <p:cNvGrpSpPr/>
          <p:nvPr/>
        </p:nvGrpSpPr>
        <p:grpSpPr>
          <a:xfrm>
            <a:off x="92625" y="162375"/>
            <a:ext cx="3006000" cy="2009880"/>
            <a:chOff x="92625" y="162375"/>
            <a:chExt cx="3006000" cy="20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56DDA4-6C61-A399-443A-EE39741D03A4}"/>
                    </a:ext>
                  </a:extLst>
                </p14:cNvPr>
                <p14:cNvContentPartPr/>
                <p14:nvPr/>
              </p14:nvContentPartPr>
              <p14:xfrm>
                <a:off x="92625" y="210615"/>
                <a:ext cx="472320" cy="1809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56DDA4-6C61-A399-443A-EE39741D03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625" y="201975"/>
                  <a:ext cx="489960" cy="18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9F79357-ED71-64A7-827F-635CADB37264}"/>
                    </a:ext>
                  </a:extLst>
                </p14:cNvPr>
                <p14:cNvContentPartPr/>
                <p14:nvPr/>
              </p14:nvContentPartPr>
              <p14:xfrm>
                <a:off x="629745" y="162375"/>
                <a:ext cx="2457720" cy="298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9F79357-ED71-64A7-827F-635CADB3726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745" y="153735"/>
                  <a:ext cx="24753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680030-52F1-79B3-3964-A404724E4C56}"/>
                    </a:ext>
                  </a:extLst>
                </p14:cNvPr>
                <p14:cNvContentPartPr/>
                <p14:nvPr/>
              </p14:nvContentPartPr>
              <p14:xfrm>
                <a:off x="150945" y="1967775"/>
                <a:ext cx="2809440" cy="50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680030-52F1-79B3-3964-A404724E4C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305" y="1959135"/>
                  <a:ext cx="2827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6029B3-7505-5042-9C15-7914C8FB1A17}"/>
                    </a:ext>
                  </a:extLst>
                </p14:cNvPr>
                <p14:cNvContentPartPr/>
                <p14:nvPr/>
              </p14:nvContentPartPr>
              <p14:xfrm>
                <a:off x="2475465" y="466935"/>
                <a:ext cx="623160" cy="1705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6029B3-7505-5042-9C15-7914C8FB1A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6825" y="457935"/>
                  <a:ext cx="640800" cy="172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AAECAC-9A57-BC46-C34F-437951ECD18F}"/>
              </a:ext>
            </a:extLst>
          </p:cNvPr>
          <p:cNvGrpSpPr/>
          <p:nvPr/>
        </p:nvGrpSpPr>
        <p:grpSpPr>
          <a:xfrm>
            <a:off x="932145" y="578895"/>
            <a:ext cx="1268640" cy="448920"/>
            <a:chOff x="932145" y="578895"/>
            <a:chExt cx="126864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DD7C7FD-F34B-A21B-33AC-C9996148C06E}"/>
                    </a:ext>
                  </a:extLst>
                </p14:cNvPr>
                <p14:cNvContentPartPr/>
                <p14:nvPr/>
              </p14:nvContentPartPr>
              <p14:xfrm>
                <a:off x="932145" y="578895"/>
                <a:ext cx="24516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DD7C7FD-F34B-A21B-33AC-C9996148C0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3145" y="570255"/>
                  <a:ext cx="262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F3CBC3-FEB9-F0E0-F9B8-FC48FEA50321}"/>
                    </a:ext>
                  </a:extLst>
                </p14:cNvPr>
                <p14:cNvContentPartPr/>
                <p14:nvPr/>
              </p14:nvContentPartPr>
              <p14:xfrm>
                <a:off x="1422825" y="585375"/>
                <a:ext cx="258840" cy="37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F3CBC3-FEB9-F0E0-F9B8-FC48FEA503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14185" y="576375"/>
                  <a:ext cx="2764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CFAE18-73E7-A8D3-FE14-F8ADBC7F813E}"/>
                    </a:ext>
                  </a:extLst>
                </p14:cNvPr>
                <p14:cNvContentPartPr/>
                <p14:nvPr/>
              </p14:nvContentPartPr>
              <p14:xfrm>
                <a:off x="1947345" y="695175"/>
                <a:ext cx="253440" cy="332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CFAE18-73E7-A8D3-FE14-F8ADBC7F81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8705" y="686535"/>
                  <a:ext cx="27108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ABEA15-A2F8-CFC5-52D7-C94B36A512DD}"/>
              </a:ext>
            </a:extLst>
          </p:cNvPr>
          <p:cNvGrpSpPr/>
          <p:nvPr/>
        </p:nvGrpSpPr>
        <p:grpSpPr>
          <a:xfrm>
            <a:off x="999105" y="1192335"/>
            <a:ext cx="758520" cy="448560"/>
            <a:chOff x="999105" y="1192335"/>
            <a:chExt cx="75852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945AE5-29F7-3DBE-CD6F-CCC93994F2A2}"/>
                    </a:ext>
                  </a:extLst>
                </p14:cNvPr>
                <p14:cNvContentPartPr/>
                <p14:nvPr/>
              </p14:nvContentPartPr>
              <p14:xfrm>
                <a:off x="999105" y="1192335"/>
                <a:ext cx="273960" cy="359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945AE5-29F7-3DBE-CD6F-CCC93994F2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0465" y="1183695"/>
                  <a:ext cx="2916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00C6BD-7EDB-B684-086A-1E54C7944737}"/>
                    </a:ext>
                  </a:extLst>
                </p14:cNvPr>
                <p14:cNvContentPartPr/>
                <p14:nvPr/>
              </p14:nvContentPartPr>
              <p14:xfrm>
                <a:off x="1482585" y="1213935"/>
                <a:ext cx="275040" cy="426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00C6BD-7EDB-B684-086A-1E54C79447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3945" y="1204935"/>
                  <a:ext cx="29268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7B7CFB-DBCD-843C-6DF3-6B5D4AA5CF30}"/>
              </a:ext>
            </a:extLst>
          </p:cNvPr>
          <p:cNvGrpSpPr/>
          <p:nvPr/>
        </p:nvGrpSpPr>
        <p:grpSpPr>
          <a:xfrm>
            <a:off x="2920425" y="724335"/>
            <a:ext cx="1171080" cy="724320"/>
            <a:chOff x="2920425" y="724335"/>
            <a:chExt cx="1171080" cy="72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9EBAA2-4D4D-57B1-CC12-90CA07142804}"/>
                    </a:ext>
                  </a:extLst>
                </p14:cNvPr>
                <p14:cNvContentPartPr/>
                <p14:nvPr/>
              </p14:nvContentPartPr>
              <p14:xfrm>
                <a:off x="2920425" y="1038975"/>
                <a:ext cx="1064880" cy="49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9EBAA2-4D4D-57B1-CC12-90CA071428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14305" y="1032855"/>
                  <a:ext cx="1077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7B9BEE-A51B-8F2D-ABBB-CEADC1882528}"/>
                    </a:ext>
                  </a:extLst>
                </p14:cNvPr>
                <p14:cNvContentPartPr/>
                <p14:nvPr/>
              </p14:nvContentPartPr>
              <p14:xfrm>
                <a:off x="3818625" y="724335"/>
                <a:ext cx="272880" cy="72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7B9BEE-A51B-8F2D-ABBB-CEADC18825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2505" y="718215"/>
                  <a:ext cx="285120" cy="73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5F4FECB-9646-6EB7-1233-0C89327F3F7F}"/>
                  </a:ext>
                </a:extLst>
              </p14:cNvPr>
              <p14:cNvContentPartPr/>
              <p14:nvPr/>
            </p14:nvContentPartPr>
            <p14:xfrm>
              <a:off x="7728945" y="798135"/>
              <a:ext cx="186840" cy="69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5F4FECB-9646-6EB7-1233-0C89327F3F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22825" y="792015"/>
                <a:ext cx="199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AE136-EBBE-D61E-576A-0CC8324D2F39}"/>
                  </a:ext>
                </a:extLst>
              </p14:cNvPr>
              <p14:cNvContentPartPr/>
              <p14:nvPr/>
            </p14:nvContentPartPr>
            <p14:xfrm>
              <a:off x="7749465" y="1141575"/>
              <a:ext cx="274680" cy="30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AE136-EBBE-D61E-576A-0CC8324D2F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43345" y="1135455"/>
                <a:ext cx="2869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6B1F669-C674-9819-CC62-2705F6065B5B}"/>
              </a:ext>
            </a:extLst>
          </p:cNvPr>
          <p:cNvGrpSpPr/>
          <p:nvPr/>
        </p:nvGrpSpPr>
        <p:grpSpPr>
          <a:xfrm>
            <a:off x="9110265" y="2155695"/>
            <a:ext cx="1996200" cy="397080"/>
            <a:chOff x="9110265" y="2155695"/>
            <a:chExt cx="199620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D7F57D-4CB8-9651-1E1B-54DEEBD1C5EC}"/>
                    </a:ext>
                  </a:extLst>
                </p14:cNvPr>
                <p14:cNvContentPartPr/>
                <p14:nvPr/>
              </p14:nvContentPartPr>
              <p14:xfrm>
                <a:off x="9110265" y="2182695"/>
                <a:ext cx="784800" cy="370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D7F57D-4CB8-9651-1E1B-54DEEBD1C5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04145" y="2176575"/>
                  <a:ext cx="7970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566AC6-6675-5D9E-E8DC-EC258DED3CD6}"/>
                    </a:ext>
                  </a:extLst>
                </p14:cNvPr>
                <p14:cNvContentPartPr/>
                <p14:nvPr/>
              </p14:nvContentPartPr>
              <p14:xfrm>
                <a:off x="9981465" y="2155695"/>
                <a:ext cx="805320" cy="35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566AC6-6675-5D9E-E8DC-EC258DED3C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75345" y="2149575"/>
                  <a:ext cx="8175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BF8D51-620D-403C-5F38-9FB88D258FA3}"/>
                    </a:ext>
                  </a:extLst>
                </p14:cNvPr>
                <p14:cNvContentPartPr/>
                <p14:nvPr/>
              </p14:nvContentPartPr>
              <p14:xfrm>
                <a:off x="10601025" y="2243535"/>
                <a:ext cx="259920" cy="77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BF8D51-620D-403C-5F38-9FB88D258F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4905" y="2237415"/>
                  <a:ext cx="272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B19733-AE35-3FC0-C8F3-079C37138239}"/>
                    </a:ext>
                  </a:extLst>
                </p14:cNvPr>
                <p14:cNvContentPartPr/>
                <p14:nvPr/>
              </p14:nvContentPartPr>
              <p14:xfrm>
                <a:off x="11091345" y="2280615"/>
                <a:ext cx="15120" cy="57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B19733-AE35-3FC0-C8F3-079C371382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85225" y="2274495"/>
                  <a:ext cx="273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12D191-0B36-4539-68CF-AD75E94B25FC}"/>
              </a:ext>
            </a:extLst>
          </p:cNvPr>
          <p:cNvGrpSpPr/>
          <p:nvPr/>
        </p:nvGrpSpPr>
        <p:grpSpPr>
          <a:xfrm>
            <a:off x="4696305" y="521295"/>
            <a:ext cx="2002680" cy="826560"/>
            <a:chOff x="4696305" y="521295"/>
            <a:chExt cx="2002680" cy="82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058BC8-9776-677C-D41E-6AE0EDE046D7}"/>
                    </a:ext>
                  </a:extLst>
                </p14:cNvPr>
                <p14:cNvContentPartPr/>
                <p14:nvPr/>
              </p14:nvContentPartPr>
              <p14:xfrm>
                <a:off x="4696305" y="831975"/>
                <a:ext cx="150120" cy="506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058BC8-9776-677C-D41E-6AE0EDE046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90185" y="825855"/>
                  <a:ext cx="1623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1F37CC-E69B-0F6A-22A3-EE777248B521}"/>
                    </a:ext>
                  </a:extLst>
                </p14:cNvPr>
                <p14:cNvContentPartPr/>
                <p14:nvPr/>
              </p14:nvContentPartPr>
              <p14:xfrm>
                <a:off x="4838505" y="589335"/>
                <a:ext cx="304200" cy="416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1F37CC-E69B-0F6A-22A3-EE777248B5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2385" y="583215"/>
                  <a:ext cx="3164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462A5F-2919-F897-88C2-90D3D9D9FA7F}"/>
                    </a:ext>
                  </a:extLst>
                </p14:cNvPr>
                <p14:cNvContentPartPr/>
                <p14:nvPr/>
              </p14:nvContentPartPr>
              <p14:xfrm>
                <a:off x="5161065" y="920895"/>
                <a:ext cx="465840" cy="30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462A5F-2919-F897-88C2-90D3D9D9FA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54945" y="914775"/>
                  <a:ext cx="478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7E0079-2423-8808-E03C-544673526B37}"/>
                    </a:ext>
                  </a:extLst>
                </p14:cNvPr>
                <p14:cNvContentPartPr/>
                <p14:nvPr/>
              </p14:nvContentPartPr>
              <p14:xfrm>
                <a:off x="5724465" y="579615"/>
                <a:ext cx="341640" cy="64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7E0079-2423-8808-E03C-544673526B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18345" y="573495"/>
                  <a:ext cx="3538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2EE96C-0D2C-E9B9-09F2-E9A28A1BE1D3}"/>
                    </a:ext>
                  </a:extLst>
                </p14:cNvPr>
                <p14:cNvContentPartPr/>
                <p14:nvPr/>
              </p14:nvContentPartPr>
              <p14:xfrm>
                <a:off x="6215865" y="757815"/>
                <a:ext cx="147240" cy="30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2EE96C-0D2C-E9B9-09F2-E9A28A1BE1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09745" y="751695"/>
                  <a:ext cx="159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12631C-CA48-9FC6-88D8-87BD4A6A039B}"/>
                    </a:ext>
                  </a:extLst>
                </p14:cNvPr>
                <p14:cNvContentPartPr/>
                <p14:nvPr/>
              </p14:nvContentPartPr>
              <p14:xfrm>
                <a:off x="6168705" y="521295"/>
                <a:ext cx="530280" cy="82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12631C-CA48-9FC6-88D8-87BD4A6A03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2585" y="515175"/>
                  <a:ext cx="54252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9EB77F-FE54-AFCC-7BF1-6BE38E1589F3}"/>
                    </a:ext>
                  </a:extLst>
                </p14:cNvPr>
                <p14:cNvContentPartPr/>
                <p14:nvPr/>
              </p14:nvContentPartPr>
              <p14:xfrm>
                <a:off x="6127305" y="1228335"/>
                <a:ext cx="135360" cy="2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9EB77F-FE54-AFCC-7BF1-6BE38E1589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21185" y="1222215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C48074-2555-0484-7A94-D8890DF57628}"/>
              </a:ext>
            </a:extLst>
          </p:cNvPr>
          <p:cNvGrpSpPr/>
          <p:nvPr/>
        </p:nvGrpSpPr>
        <p:grpSpPr>
          <a:xfrm>
            <a:off x="8437065" y="317175"/>
            <a:ext cx="1917000" cy="1538640"/>
            <a:chOff x="8437065" y="317175"/>
            <a:chExt cx="1917000" cy="153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7D0288-409A-9BB3-395B-EC0626049FB0}"/>
                    </a:ext>
                  </a:extLst>
                </p14:cNvPr>
                <p14:cNvContentPartPr/>
                <p14:nvPr/>
              </p14:nvContentPartPr>
              <p14:xfrm>
                <a:off x="8903625" y="317175"/>
                <a:ext cx="338040" cy="47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7D0288-409A-9BB3-395B-EC0626049F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97505" y="311055"/>
                  <a:ext cx="3502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DF1D5A-A3AD-DE89-22FF-B25549F9E7E4}"/>
                    </a:ext>
                  </a:extLst>
                </p14:cNvPr>
                <p14:cNvContentPartPr/>
                <p14:nvPr/>
              </p14:nvContentPartPr>
              <p14:xfrm>
                <a:off x="8437065" y="989655"/>
                <a:ext cx="1239120" cy="12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DF1D5A-A3AD-DE89-22FF-B25549F9E7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30945" y="983535"/>
                  <a:ext cx="1251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A0FD92-5F48-6D9F-E69E-75C99A47561B}"/>
                    </a:ext>
                  </a:extLst>
                </p14:cNvPr>
                <p14:cNvContentPartPr/>
                <p14:nvPr/>
              </p14:nvContentPartPr>
              <p14:xfrm>
                <a:off x="8638305" y="1340295"/>
                <a:ext cx="371520" cy="51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A0FD92-5F48-6D9F-E69E-75C99A47561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32185" y="1334175"/>
                  <a:ext cx="3837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B611EF-49DE-9ADB-7BA1-E1C6BC898866}"/>
                    </a:ext>
                  </a:extLst>
                </p14:cNvPr>
                <p14:cNvContentPartPr/>
                <p14:nvPr/>
              </p14:nvContentPartPr>
              <p14:xfrm>
                <a:off x="8960865" y="1380615"/>
                <a:ext cx="360000" cy="21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B611EF-49DE-9ADB-7BA1-E1C6BC8988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54745" y="1374495"/>
                  <a:ext cx="37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A2791B-62D5-70B2-146D-4173C9BFEDF3}"/>
                    </a:ext>
                  </a:extLst>
                </p14:cNvPr>
                <p14:cNvContentPartPr/>
                <p14:nvPr/>
              </p14:nvContentPartPr>
              <p14:xfrm>
                <a:off x="9690225" y="495735"/>
                <a:ext cx="663840" cy="1188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A2791B-62D5-70B2-146D-4173C9BFED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84105" y="489615"/>
                  <a:ext cx="67608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94D488-36BB-6EF2-CFF7-EDAA90D71E7A}"/>
                    </a:ext>
                  </a:extLst>
                </p14:cNvPr>
                <p14:cNvContentPartPr/>
                <p14:nvPr/>
              </p14:nvContentPartPr>
              <p14:xfrm>
                <a:off x="9979305" y="346695"/>
                <a:ext cx="227880" cy="138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94D488-36BB-6EF2-CFF7-EDAA90D71E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73185" y="340575"/>
                  <a:ext cx="2401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45C8473-2FC5-457C-5DFA-F0C6B43663C7}"/>
              </a:ext>
            </a:extLst>
          </p:cNvPr>
          <p:cNvGrpSpPr/>
          <p:nvPr/>
        </p:nvGrpSpPr>
        <p:grpSpPr>
          <a:xfrm>
            <a:off x="203145" y="2846535"/>
            <a:ext cx="1846440" cy="1290240"/>
            <a:chOff x="203145" y="2846535"/>
            <a:chExt cx="1846440" cy="12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D49F9D-CA88-B803-0E21-2FD2DA706E55}"/>
                    </a:ext>
                  </a:extLst>
                </p14:cNvPr>
                <p14:cNvContentPartPr/>
                <p14:nvPr/>
              </p14:nvContentPartPr>
              <p14:xfrm>
                <a:off x="278025" y="2960655"/>
                <a:ext cx="316440" cy="87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D49F9D-CA88-B803-0E21-2FD2DA706E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9385" y="2951655"/>
                  <a:ext cx="33408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974B89-26FE-47F8-7FA8-FD1B978116C6}"/>
                    </a:ext>
                  </a:extLst>
                </p14:cNvPr>
                <p14:cNvContentPartPr/>
                <p14:nvPr/>
              </p14:nvContentPartPr>
              <p14:xfrm>
                <a:off x="671865" y="2846535"/>
                <a:ext cx="1371960" cy="177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974B89-26FE-47F8-7FA8-FD1B978116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865" y="2837895"/>
                  <a:ext cx="1389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977F5BD-1EB8-46F6-EB54-A9E1DCF99B8D}"/>
                    </a:ext>
                  </a:extLst>
                </p14:cNvPr>
                <p14:cNvContentPartPr/>
                <p14:nvPr/>
              </p14:nvContentPartPr>
              <p14:xfrm>
                <a:off x="203145" y="3794775"/>
                <a:ext cx="1524960" cy="245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77F5BD-1EB8-46F6-EB54-A9E1DCF99B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4505" y="3785775"/>
                  <a:ext cx="1542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16D563C-9F37-D99F-533D-7687CDA46F62}"/>
                    </a:ext>
                  </a:extLst>
                </p14:cNvPr>
                <p14:cNvContentPartPr/>
                <p14:nvPr/>
              </p14:nvContentPartPr>
              <p14:xfrm>
                <a:off x="1499505" y="3075855"/>
                <a:ext cx="550080" cy="1060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16D563C-9F37-D99F-533D-7687CDA46F6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90505" y="3066855"/>
                  <a:ext cx="567720" cy="10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1529A0-60B9-D296-3BD9-B160884759C1}"/>
              </a:ext>
            </a:extLst>
          </p:cNvPr>
          <p:cNvGrpSpPr/>
          <p:nvPr/>
        </p:nvGrpSpPr>
        <p:grpSpPr>
          <a:xfrm>
            <a:off x="872745" y="3097095"/>
            <a:ext cx="632880" cy="264960"/>
            <a:chOff x="872745" y="3097095"/>
            <a:chExt cx="63288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1764EAA-CC38-E4D5-F2F5-6FE4379C0F1B}"/>
                    </a:ext>
                  </a:extLst>
                </p14:cNvPr>
                <p14:cNvContentPartPr/>
                <p14:nvPr/>
              </p14:nvContentPartPr>
              <p14:xfrm>
                <a:off x="872745" y="3097095"/>
                <a:ext cx="269280" cy="23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1764EAA-CC38-E4D5-F2F5-6FE4379C0F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4105" y="3088455"/>
                  <a:ext cx="286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7BC173-0186-B8D0-B0A8-4CB8886E1E74}"/>
                    </a:ext>
                  </a:extLst>
                </p14:cNvPr>
                <p14:cNvContentPartPr/>
                <p14:nvPr/>
              </p14:nvContentPartPr>
              <p14:xfrm>
                <a:off x="1223385" y="3101415"/>
                <a:ext cx="282240" cy="260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7BC173-0186-B8D0-B0A8-4CB8886E1E7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14745" y="3092775"/>
                  <a:ext cx="2998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6BB447B-DF94-9466-B074-E04B8C818C63}"/>
              </a:ext>
            </a:extLst>
          </p:cNvPr>
          <p:cNvGrpSpPr/>
          <p:nvPr/>
        </p:nvGrpSpPr>
        <p:grpSpPr>
          <a:xfrm>
            <a:off x="847185" y="3467535"/>
            <a:ext cx="447120" cy="316080"/>
            <a:chOff x="847185" y="3467535"/>
            <a:chExt cx="44712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EFBBE9-D382-C593-5228-D1A92F2596F6}"/>
                    </a:ext>
                  </a:extLst>
                </p14:cNvPr>
                <p14:cNvContentPartPr/>
                <p14:nvPr/>
              </p14:nvContentPartPr>
              <p14:xfrm>
                <a:off x="847185" y="3467535"/>
                <a:ext cx="172440" cy="28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EFBBE9-D382-C593-5228-D1A92F2596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8545" y="3458895"/>
                  <a:ext cx="190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EE9D5D-57D3-DBE4-B550-C555FD3A5385}"/>
                    </a:ext>
                  </a:extLst>
                </p14:cNvPr>
                <p14:cNvContentPartPr/>
                <p14:nvPr/>
              </p14:nvContentPartPr>
              <p14:xfrm>
                <a:off x="1164705" y="3553935"/>
                <a:ext cx="129600" cy="22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EE9D5D-57D3-DBE4-B550-C555FD3A53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55705" y="3545295"/>
                  <a:ext cx="14724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F919A6B-43EE-632D-E0B6-399D075CFA6C}"/>
              </a:ext>
            </a:extLst>
          </p:cNvPr>
          <p:cNvGrpSpPr/>
          <p:nvPr/>
        </p:nvGrpSpPr>
        <p:grpSpPr>
          <a:xfrm>
            <a:off x="2403465" y="3212295"/>
            <a:ext cx="3739320" cy="953640"/>
            <a:chOff x="2403465" y="3212295"/>
            <a:chExt cx="3739320" cy="9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F70883-3085-36FE-B856-370916C21D4A}"/>
                    </a:ext>
                  </a:extLst>
                </p14:cNvPr>
                <p14:cNvContentPartPr/>
                <p14:nvPr/>
              </p14:nvContentPartPr>
              <p14:xfrm>
                <a:off x="2403465" y="3485535"/>
                <a:ext cx="1526400" cy="171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F70883-3085-36FE-B856-370916C21D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7345" y="3479415"/>
                  <a:ext cx="1538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F55B75F-4C09-6949-80B2-AED60F8803FF}"/>
                    </a:ext>
                  </a:extLst>
                </p14:cNvPr>
                <p14:cNvContentPartPr/>
                <p14:nvPr/>
              </p14:nvContentPartPr>
              <p14:xfrm>
                <a:off x="3636825" y="3248655"/>
                <a:ext cx="566280" cy="855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F55B75F-4C09-6949-80B2-AED60F8803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30705" y="3242535"/>
                  <a:ext cx="57852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F48DEA-DEC7-E57C-1EE7-623398360FC2}"/>
                    </a:ext>
                  </a:extLst>
                </p14:cNvPr>
                <p14:cNvContentPartPr/>
                <p14:nvPr/>
              </p14:nvContentPartPr>
              <p14:xfrm>
                <a:off x="4545465" y="4040655"/>
                <a:ext cx="6120" cy="3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F48DEA-DEC7-E57C-1EE7-623398360F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39345" y="4034535"/>
                  <a:ext cx="18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2A9002E-C090-65B6-2FA2-FF6B5DEAA40A}"/>
                    </a:ext>
                  </a:extLst>
                </p14:cNvPr>
                <p14:cNvContentPartPr/>
                <p14:nvPr/>
              </p14:nvContentPartPr>
              <p14:xfrm>
                <a:off x="4684785" y="3337935"/>
                <a:ext cx="339120" cy="828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2A9002E-C090-65B6-2FA2-FF6B5DEAA4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78665" y="3331815"/>
                  <a:ext cx="35136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0369674-BCB1-EDD5-5930-8F04D1565650}"/>
                    </a:ext>
                  </a:extLst>
                </p14:cNvPr>
                <p14:cNvContentPartPr/>
                <p14:nvPr/>
              </p14:nvContentPartPr>
              <p14:xfrm>
                <a:off x="4961625" y="3212295"/>
                <a:ext cx="409320" cy="366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0369674-BCB1-EDD5-5930-8F04D15656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55505" y="3206175"/>
                  <a:ext cx="4215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8220CF-6D37-CD92-EC48-E48924D7A4E6}"/>
                    </a:ext>
                  </a:extLst>
                </p14:cNvPr>
                <p14:cNvContentPartPr/>
                <p14:nvPr/>
              </p14:nvContentPartPr>
              <p14:xfrm>
                <a:off x="5208585" y="3623055"/>
                <a:ext cx="383040" cy="316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8220CF-6D37-CD92-EC48-E48924D7A4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02465" y="3616935"/>
                  <a:ext cx="395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31BF4C5-210B-1F0B-A27E-566E4853B266}"/>
                    </a:ext>
                  </a:extLst>
                </p14:cNvPr>
                <p14:cNvContentPartPr/>
                <p14:nvPr/>
              </p14:nvContentPartPr>
              <p14:xfrm>
                <a:off x="5803665" y="3256935"/>
                <a:ext cx="339120" cy="772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31BF4C5-210B-1F0B-A27E-566E4853B2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97545" y="3250815"/>
                  <a:ext cx="351360" cy="78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758682-AA49-6BC1-D6B8-6DD71ABC015C}"/>
              </a:ext>
            </a:extLst>
          </p:cNvPr>
          <p:cNvGrpSpPr/>
          <p:nvPr/>
        </p:nvGrpSpPr>
        <p:grpSpPr>
          <a:xfrm>
            <a:off x="6187425" y="3267015"/>
            <a:ext cx="1180440" cy="843840"/>
            <a:chOff x="6187425" y="3267015"/>
            <a:chExt cx="1180440" cy="84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F03FCC-BCF8-6181-9CB5-7E33C2C27B51}"/>
                    </a:ext>
                  </a:extLst>
                </p14:cNvPr>
                <p14:cNvContentPartPr/>
                <p14:nvPr/>
              </p14:nvContentPartPr>
              <p14:xfrm>
                <a:off x="6187425" y="3340095"/>
                <a:ext cx="338040" cy="496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F03FCC-BCF8-6181-9CB5-7E33C2C27B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81305" y="3333975"/>
                  <a:ext cx="3502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ABF495-5954-2997-238D-CA3232C0DA77}"/>
                    </a:ext>
                  </a:extLst>
                </p14:cNvPr>
                <p14:cNvContentPartPr/>
                <p14:nvPr/>
              </p14:nvContentPartPr>
              <p14:xfrm>
                <a:off x="6373905" y="3396975"/>
                <a:ext cx="546120" cy="591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ABF495-5954-2997-238D-CA3232C0DA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67785" y="3390855"/>
                  <a:ext cx="5583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C1DD0EB-B316-2D8F-2A84-DCF4F3829E0B}"/>
                    </a:ext>
                  </a:extLst>
                </p14:cNvPr>
                <p14:cNvContentPartPr/>
                <p14:nvPr/>
              </p14:nvContentPartPr>
              <p14:xfrm>
                <a:off x="6760545" y="3639615"/>
                <a:ext cx="259920" cy="270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C1DD0EB-B316-2D8F-2A84-DCF4F3829E0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54425" y="3633495"/>
                  <a:ext cx="272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B91131-83C7-9D29-6D6B-C2828FC211E0}"/>
                    </a:ext>
                  </a:extLst>
                </p14:cNvPr>
                <p14:cNvContentPartPr/>
                <p14:nvPr/>
              </p14:nvContentPartPr>
              <p14:xfrm>
                <a:off x="6726345" y="3267015"/>
                <a:ext cx="641520" cy="843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B91131-83C7-9D29-6D6B-C2828FC211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20225" y="3260895"/>
                  <a:ext cx="653760" cy="85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F8AEEC-057B-1883-F228-3BCDDEDB54BD}"/>
              </a:ext>
            </a:extLst>
          </p:cNvPr>
          <p:cNvGrpSpPr/>
          <p:nvPr/>
        </p:nvGrpSpPr>
        <p:grpSpPr>
          <a:xfrm>
            <a:off x="7825425" y="3216615"/>
            <a:ext cx="1565280" cy="1076400"/>
            <a:chOff x="7825425" y="3216615"/>
            <a:chExt cx="1565280" cy="10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08C32C-A858-3711-F715-3059EB0EC411}"/>
                    </a:ext>
                  </a:extLst>
                </p14:cNvPr>
                <p14:cNvContentPartPr/>
                <p14:nvPr/>
              </p14:nvContentPartPr>
              <p14:xfrm>
                <a:off x="7825425" y="3565095"/>
                <a:ext cx="211320" cy="72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08C32C-A858-3711-F715-3059EB0EC41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19305" y="3558975"/>
                  <a:ext cx="223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FAECF13-518C-0488-D7F7-15B10FE863E1}"/>
                    </a:ext>
                  </a:extLst>
                </p14:cNvPr>
                <p14:cNvContentPartPr/>
                <p14:nvPr/>
              </p14:nvContentPartPr>
              <p14:xfrm>
                <a:off x="7836225" y="3833295"/>
                <a:ext cx="300960" cy="10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FAECF13-518C-0488-D7F7-15B10FE863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30105" y="3827175"/>
                  <a:ext cx="313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A16FA7-3278-0E66-B433-600869A789DD}"/>
                    </a:ext>
                  </a:extLst>
                </p14:cNvPr>
                <p14:cNvContentPartPr/>
                <p14:nvPr/>
              </p14:nvContentPartPr>
              <p14:xfrm>
                <a:off x="8756385" y="3216615"/>
                <a:ext cx="441720" cy="338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A16FA7-3278-0E66-B433-600869A789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50265" y="3210495"/>
                  <a:ext cx="4539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D83DDE2-5D0F-E184-DA76-040B97190943}"/>
                    </a:ext>
                  </a:extLst>
                </p14:cNvPr>
                <p14:cNvContentPartPr/>
                <p14:nvPr/>
              </p14:nvContentPartPr>
              <p14:xfrm>
                <a:off x="8401425" y="3604695"/>
                <a:ext cx="989280" cy="192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D83DDE2-5D0F-E184-DA76-040B971909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95305" y="3598575"/>
                  <a:ext cx="1001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916EDC-B0C4-6B69-3528-AAF527824744}"/>
                    </a:ext>
                  </a:extLst>
                </p14:cNvPr>
                <p14:cNvContentPartPr/>
                <p14:nvPr/>
              </p14:nvContentPartPr>
              <p14:xfrm>
                <a:off x="8807865" y="3784335"/>
                <a:ext cx="346680" cy="508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916EDC-B0C4-6B69-3528-AAF52782474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01745" y="3778215"/>
                  <a:ext cx="358920" cy="52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EE9D950-984A-6D98-2F80-B617D2D24015}"/>
              </a:ext>
            </a:extLst>
          </p:cNvPr>
          <p:cNvGrpSpPr/>
          <p:nvPr/>
        </p:nvGrpSpPr>
        <p:grpSpPr>
          <a:xfrm>
            <a:off x="9634785" y="3329295"/>
            <a:ext cx="1176480" cy="957600"/>
            <a:chOff x="9634785" y="3329295"/>
            <a:chExt cx="1176480" cy="95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958609-273A-E671-3187-DFD1FA98B8E1}"/>
                    </a:ext>
                  </a:extLst>
                </p14:cNvPr>
                <p14:cNvContentPartPr/>
                <p14:nvPr/>
              </p14:nvContentPartPr>
              <p14:xfrm>
                <a:off x="9634785" y="3588135"/>
                <a:ext cx="261360" cy="45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958609-273A-E671-3187-DFD1FA98B8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28665" y="3582015"/>
                  <a:ext cx="273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2B3AC07-1425-D801-3A77-B740E5B22AF2}"/>
                    </a:ext>
                  </a:extLst>
                </p14:cNvPr>
                <p14:cNvContentPartPr/>
                <p14:nvPr/>
              </p14:nvContentPartPr>
              <p14:xfrm>
                <a:off x="9638745" y="3818535"/>
                <a:ext cx="178560" cy="33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2B3AC07-1425-D801-3A77-B740E5B22A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2625" y="3812415"/>
                  <a:ext cx="190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8B245F8-3561-3B83-6247-01CFF5408AD4}"/>
                    </a:ext>
                  </a:extLst>
                </p14:cNvPr>
                <p14:cNvContentPartPr/>
                <p14:nvPr/>
              </p14:nvContentPartPr>
              <p14:xfrm>
                <a:off x="10444425" y="3329295"/>
                <a:ext cx="176400" cy="412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8B245F8-3561-3B83-6247-01CFF5408A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38305" y="3323175"/>
                  <a:ext cx="188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7CDCF9-1AE3-2C5F-33D7-3A2E425BDED9}"/>
                    </a:ext>
                  </a:extLst>
                </p14:cNvPr>
                <p14:cNvContentPartPr/>
                <p14:nvPr/>
              </p14:nvContentPartPr>
              <p14:xfrm>
                <a:off x="10114305" y="3865695"/>
                <a:ext cx="696960" cy="60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7CDCF9-1AE3-2C5F-33D7-3A2E425BDED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08185" y="3859575"/>
                  <a:ext cx="709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897C4AD-22C7-5362-4E9B-949FB1A5AE36}"/>
                    </a:ext>
                  </a:extLst>
                </p14:cNvPr>
                <p14:cNvContentPartPr/>
                <p14:nvPr/>
              </p14:nvContentPartPr>
              <p14:xfrm>
                <a:off x="10223385" y="4027335"/>
                <a:ext cx="454680" cy="259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897C4AD-22C7-5362-4E9B-949FB1A5AE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17265" y="4021215"/>
                  <a:ext cx="46692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93247C3-838F-3ED5-A95B-7A22A580712F}"/>
              </a:ext>
            </a:extLst>
          </p:cNvPr>
          <p:cNvGrpSpPr/>
          <p:nvPr/>
        </p:nvGrpSpPr>
        <p:grpSpPr>
          <a:xfrm>
            <a:off x="5255385" y="4498575"/>
            <a:ext cx="3322080" cy="747000"/>
            <a:chOff x="5255385" y="4498575"/>
            <a:chExt cx="3322080" cy="74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7C4E19-DF41-271A-ED41-20D50AE829EA}"/>
                    </a:ext>
                  </a:extLst>
                </p14:cNvPr>
                <p14:cNvContentPartPr/>
                <p14:nvPr/>
              </p14:nvContentPartPr>
              <p14:xfrm>
                <a:off x="5255385" y="4797735"/>
                <a:ext cx="306720" cy="71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7C4E19-DF41-271A-ED41-20D50AE829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49265" y="4791615"/>
                  <a:ext cx="318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3605EA-E897-6C27-4737-E37823DE2FF3}"/>
                    </a:ext>
                  </a:extLst>
                </p14:cNvPr>
                <p14:cNvContentPartPr/>
                <p14:nvPr/>
              </p14:nvContentPartPr>
              <p14:xfrm>
                <a:off x="5266905" y="5020935"/>
                <a:ext cx="311400" cy="23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3605EA-E897-6C27-4737-E37823DE2F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60785" y="5014815"/>
                  <a:ext cx="323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55FBF90-93CC-020D-E15C-4DA2B35CDBDC}"/>
                    </a:ext>
                  </a:extLst>
                </p14:cNvPr>
                <p14:cNvContentPartPr/>
                <p14:nvPr/>
              </p14:nvContentPartPr>
              <p14:xfrm>
                <a:off x="5309025" y="4498575"/>
                <a:ext cx="393120" cy="747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55FBF90-93CC-020D-E15C-4DA2B35CDB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02905" y="4492455"/>
                  <a:ext cx="40536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9FAC44-333F-C264-ACCF-3D072CB2E323}"/>
                    </a:ext>
                  </a:extLst>
                </p14:cNvPr>
                <p14:cNvContentPartPr/>
                <p14:nvPr/>
              </p14:nvContentPartPr>
              <p14:xfrm>
                <a:off x="5779545" y="4647975"/>
                <a:ext cx="406440" cy="451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9FAC44-333F-C264-ACCF-3D072CB2E3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73425" y="4641855"/>
                  <a:ext cx="418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B1D98B-60B2-AF9D-34DB-B69ED1BBCC9A}"/>
                    </a:ext>
                  </a:extLst>
                </p14:cNvPr>
                <p14:cNvContentPartPr/>
                <p14:nvPr/>
              </p14:nvContentPartPr>
              <p14:xfrm>
                <a:off x="6224505" y="4912935"/>
                <a:ext cx="213120" cy="264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B1D98B-60B2-AF9D-34DB-B69ED1BBCC9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18385" y="4906815"/>
                  <a:ext cx="225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11B771-C0B6-DB99-A8E1-120B0CAF0B28}"/>
                    </a:ext>
                  </a:extLst>
                </p14:cNvPr>
                <p14:cNvContentPartPr/>
                <p14:nvPr/>
              </p14:nvContentPartPr>
              <p14:xfrm>
                <a:off x="6543825" y="4660935"/>
                <a:ext cx="383760" cy="487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11B771-C0B6-DB99-A8E1-120B0CAF0B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37705" y="4654815"/>
                  <a:ext cx="3960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07C47F0-299F-D4B0-DC94-8B14FA2D164A}"/>
                    </a:ext>
                  </a:extLst>
                </p14:cNvPr>
                <p14:cNvContentPartPr/>
                <p14:nvPr/>
              </p14:nvContentPartPr>
              <p14:xfrm>
                <a:off x="7148625" y="4783695"/>
                <a:ext cx="559800" cy="349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07C47F0-299F-D4B0-DC94-8B14FA2D16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42505" y="4777575"/>
                  <a:ext cx="5720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81465AB-8AD2-DFBD-C839-C612177A2D1B}"/>
                    </a:ext>
                  </a:extLst>
                </p14:cNvPr>
                <p14:cNvContentPartPr/>
                <p14:nvPr/>
              </p14:nvContentPartPr>
              <p14:xfrm>
                <a:off x="7740105" y="4818615"/>
                <a:ext cx="586080" cy="29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81465AB-8AD2-DFBD-C839-C612177A2D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33985" y="4812495"/>
                  <a:ext cx="5983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A05CDA-308F-3451-616D-32E479F2D833}"/>
                    </a:ext>
                  </a:extLst>
                </p14:cNvPr>
                <p14:cNvContentPartPr/>
                <p14:nvPr/>
              </p14:nvContentPartPr>
              <p14:xfrm>
                <a:off x="8158425" y="4868655"/>
                <a:ext cx="26208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A05CDA-308F-3451-616D-32E479F2D8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52305" y="4862535"/>
                  <a:ext cx="274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BB9929-779C-67C4-3753-F0B7EB1D902E}"/>
                    </a:ext>
                  </a:extLst>
                </p14:cNvPr>
                <p14:cNvContentPartPr/>
                <p14:nvPr/>
              </p14:nvContentPartPr>
              <p14:xfrm>
                <a:off x="8558745" y="5003655"/>
                <a:ext cx="18720" cy="38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BB9929-779C-67C4-3753-F0B7EB1D90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52625" y="4997535"/>
                  <a:ext cx="3096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560A820-8825-1EFE-0200-988D2F64005E}"/>
              </a:ext>
            </a:extLst>
          </p:cNvPr>
          <p:cNvGrpSpPr/>
          <p:nvPr/>
        </p:nvGrpSpPr>
        <p:grpSpPr>
          <a:xfrm>
            <a:off x="7209825" y="1997655"/>
            <a:ext cx="1442880" cy="834480"/>
            <a:chOff x="7209825" y="1997655"/>
            <a:chExt cx="1442880" cy="83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A955AA-3BFF-9FBD-5F2C-E7E79BBFBA69}"/>
                    </a:ext>
                  </a:extLst>
                </p14:cNvPr>
                <p14:cNvContentPartPr/>
                <p14:nvPr/>
              </p14:nvContentPartPr>
              <p14:xfrm>
                <a:off x="7209825" y="2467815"/>
                <a:ext cx="432360" cy="46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A955AA-3BFF-9FBD-5F2C-E7E79BBFBA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03705" y="2461695"/>
                  <a:ext cx="444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CDD2F2E-5578-B0EA-D02B-CB2D9AC1811E}"/>
                    </a:ext>
                  </a:extLst>
                </p14:cNvPr>
                <p14:cNvContentPartPr/>
                <p14:nvPr/>
              </p14:nvContentPartPr>
              <p14:xfrm>
                <a:off x="7933425" y="2215815"/>
                <a:ext cx="97560" cy="377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CDD2F2E-5578-B0EA-D02B-CB2D9AC1811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27305" y="2209695"/>
                  <a:ext cx="109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BB5D659-4970-DBD3-564D-57CC34D1D459}"/>
                    </a:ext>
                  </a:extLst>
                </p14:cNvPr>
                <p14:cNvContentPartPr/>
                <p14:nvPr/>
              </p14:nvContentPartPr>
              <p14:xfrm>
                <a:off x="7890945" y="1997655"/>
                <a:ext cx="218520" cy="9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BB5D659-4970-DBD3-564D-57CC34D1D45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84825" y="1991535"/>
                  <a:ext cx="230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09B201-FBDE-AEE3-D46C-5EFA077CF001}"/>
                    </a:ext>
                  </a:extLst>
                </p14:cNvPr>
                <p14:cNvContentPartPr/>
                <p14:nvPr/>
              </p14:nvContentPartPr>
              <p14:xfrm>
                <a:off x="7607625" y="2609655"/>
                <a:ext cx="418680" cy="77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09B201-FBDE-AEE3-D46C-5EFA077CF0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01505" y="2603535"/>
                  <a:ext cx="430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6DCCFF-B510-D8EA-AD32-FE32E0C05FD1}"/>
                    </a:ext>
                  </a:extLst>
                </p14:cNvPr>
                <p14:cNvContentPartPr/>
                <p14:nvPr/>
              </p14:nvContentPartPr>
              <p14:xfrm>
                <a:off x="8071665" y="2478255"/>
                <a:ext cx="163800" cy="217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6DCCFF-B510-D8EA-AD32-FE32E0C05F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65545" y="2472135"/>
                  <a:ext cx="176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5E7E47-B57C-7A92-D196-3D39D46B1455}"/>
                    </a:ext>
                  </a:extLst>
                </p14:cNvPr>
                <p14:cNvContentPartPr/>
                <p14:nvPr/>
              </p14:nvContentPartPr>
              <p14:xfrm>
                <a:off x="8550465" y="2295015"/>
                <a:ext cx="102240" cy="30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5E7E47-B57C-7A92-D196-3D39D46B14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544345" y="2288895"/>
                  <a:ext cx="114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CFF0EF-A419-DD1F-2F3E-0D71B9D81CB2}"/>
                    </a:ext>
                  </a:extLst>
                </p14:cNvPr>
                <p14:cNvContentPartPr/>
                <p14:nvPr/>
              </p14:nvContentPartPr>
              <p14:xfrm>
                <a:off x="8338065" y="2485095"/>
                <a:ext cx="291960" cy="47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CFF0EF-A419-DD1F-2F3E-0D71B9D81CB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31945" y="2478975"/>
                  <a:ext cx="304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D8C086A-10BC-844B-C40E-D4E1F9A8B892}"/>
                    </a:ext>
                  </a:extLst>
                </p14:cNvPr>
                <p14:cNvContentPartPr/>
                <p14:nvPr/>
              </p14:nvContentPartPr>
              <p14:xfrm>
                <a:off x="8004345" y="2810175"/>
                <a:ext cx="46080" cy="11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D8C086A-10BC-844B-C40E-D4E1F9A8B8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98225" y="2804055"/>
                  <a:ext cx="58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1A9DFE9-F16D-50FD-9C68-E14422EEEAAB}"/>
                    </a:ext>
                  </a:extLst>
                </p14:cNvPr>
                <p14:cNvContentPartPr/>
                <p14:nvPr/>
              </p14:nvContentPartPr>
              <p14:xfrm>
                <a:off x="8360745" y="2820615"/>
                <a:ext cx="3564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1A9DFE9-F16D-50FD-9C68-E14422EEEAA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54625" y="2814495"/>
                  <a:ext cx="4788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A930382-617D-B8B8-7E0B-36D797431719}"/>
                  </a:ext>
                </a:extLst>
              </p14:cNvPr>
              <p14:cNvContentPartPr/>
              <p14:nvPr/>
            </p14:nvContentPartPr>
            <p14:xfrm>
              <a:off x="5857665" y="4304895"/>
              <a:ext cx="11880" cy="108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A930382-617D-B8B8-7E0B-36D79743171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851545" y="4298775"/>
                <a:ext cx="241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62F743D-59D7-08A5-CCDF-891B9E12475D}"/>
              </a:ext>
            </a:extLst>
          </p:cNvPr>
          <p:cNvGrpSpPr/>
          <p:nvPr/>
        </p:nvGrpSpPr>
        <p:grpSpPr>
          <a:xfrm>
            <a:off x="1624065" y="3115815"/>
            <a:ext cx="839160" cy="302400"/>
            <a:chOff x="1624065" y="3115815"/>
            <a:chExt cx="83916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7AD258F-A589-916C-568C-474C1ADEDD60}"/>
                    </a:ext>
                  </a:extLst>
                </p14:cNvPr>
                <p14:cNvContentPartPr/>
                <p14:nvPr/>
              </p14:nvContentPartPr>
              <p14:xfrm>
                <a:off x="1624065" y="3289695"/>
                <a:ext cx="408240" cy="128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7AD258F-A589-916C-568C-474C1ADEDD6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17945" y="3283575"/>
                  <a:ext cx="420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4C7B7E6-7AAA-83E3-4EE8-70BFEF5719F5}"/>
                    </a:ext>
                  </a:extLst>
                </p14:cNvPr>
                <p14:cNvContentPartPr/>
                <p14:nvPr/>
              </p14:nvContentPartPr>
              <p14:xfrm>
                <a:off x="2058585" y="3115815"/>
                <a:ext cx="404640" cy="5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4C7B7E6-7AAA-83E3-4EE8-70BFEF5719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52465" y="3109695"/>
                  <a:ext cx="4168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0A08B1B-E6DB-C56A-C6EE-F581EB320AD3}"/>
              </a:ext>
            </a:extLst>
          </p:cNvPr>
          <p:cNvGrpSpPr/>
          <p:nvPr/>
        </p:nvGrpSpPr>
        <p:grpSpPr>
          <a:xfrm>
            <a:off x="206385" y="4219935"/>
            <a:ext cx="2049840" cy="870120"/>
            <a:chOff x="206385" y="4219935"/>
            <a:chExt cx="2049840" cy="8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30C3B17-04B5-EC85-E910-ECB5BA3DE7AE}"/>
                    </a:ext>
                  </a:extLst>
                </p14:cNvPr>
                <p14:cNvContentPartPr/>
                <p14:nvPr/>
              </p14:nvContentPartPr>
              <p14:xfrm>
                <a:off x="2037705" y="4219935"/>
                <a:ext cx="218520" cy="560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30C3B17-04B5-EC85-E910-ECB5BA3DE7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31585" y="4213815"/>
                  <a:ext cx="2307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8A76638-FE01-21EC-3861-A7FEBC98859C}"/>
                    </a:ext>
                  </a:extLst>
                </p14:cNvPr>
                <p14:cNvContentPartPr/>
                <p14:nvPr/>
              </p14:nvContentPartPr>
              <p14:xfrm>
                <a:off x="206385" y="4578855"/>
                <a:ext cx="180000" cy="511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8A76638-FE01-21EC-3861-A7FEBC98859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0265" y="4572735"/>
                  <a:ext cx="1922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10A99C5-8AEF-3B96-F55A-E7EDECC1046C}"/>
                    </a:ext>
                  </a:extLst>
                </p14:cNvPr>
                <p14:cNvContentPartPr/>
                <p14:nvPr/>
              </p14:nvContentPartPr>
              <p14:xfrm>
                <a:off x="468465" y="4708095"/>
                <a:ext cx="30240" cy="179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10A99C5-8AEF-3B96-F55A-E7EDECC1046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2345" y="4701975"/>
                  <a:ext cx="42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CE73B7B-EBB1-4461-2B74-07E9D8DB5EC6}"/>
                    </a:ext>
                  </a:extLst>
                </p14:cNvPr>
                <p14:cNvContentPartPr/>
                <p14:nvPr/>
              </p14:nvContentPartPr>
              <p14:xfrm>
                <a:off x="606705" y="4821495"/>
                <a:ext cx="20880" cy="12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CE73B7B-EBB1-4461-2B74-07E9D8DB5EC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0585" y="4815375"/>
                  <a:ext cx="3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E00833A-AAF1-3BF9-7607-A68B1A1F16E0}"/>
                    </a:ext>
                  </a:extLst>
                </p14:cNvPr>
                <p14:cNvContentPartPr/>
                <p14:nvPr/>
              </p14:nvContentPartPr>
              <p14:xfrm>
                <a:off x="842145" y="4651575"/>
                <a:ext cx="131760" cy="15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E00833A-AAF1-3BF9-7607-A68B1A1F16E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6025" y="4645455"/>
                  <a:ext cx="144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A75B75-5B82-3CD2-61CA-0B2520196E11}"/>
                    </a:ext>
                  </a:extLst>
                </p14:cNvPr>
                <p14:cNvContentPartPr/>
                <p14:nvPr/>
              </p14:nvContentPartPr>
              <p14:xfrm>
                <a:off x="1062825" y="4775055"/>
                <a:ext cx="42480" cy="120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A75B75-5B82-3CD2-61CA-0B2520196E1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705" y="4768935"/>
                  <a:ext cx="54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CC413D-04FB-1EF6-A256-6CB29B5B5694}"/>
                    </a:ext>
                  </a:extLst>
                </p14:cNvPr>
                <p14:cNvContentPartPr/>
                <p14:nvPr/>
              </p14:nvContentPartPr>
              <p14:xfrm>
                <a:off x="1183785" y="4629615"/>
                <a:ext cx="95400" cy="180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CC413D-04FB-1EF6-A256-6CB29B5B569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77665" y="4623495"/>
                  <a:ext cx="107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D798465-E636-01EB-C7BF-65A477A70532}"/>
                    </a:ext>
                  </a:extLst>
                </p14:cNvPr>
                <p14:cNvContentPartPr/>
                <p14:nvPr/>
              </p14:nvContentPartPr>
              <p14:xfrm>
                <a:off x="1404465" y="4710255"/>
                <a:ext cx="42480" cy="25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D798465-E636-01EB-C7BF-65A477A705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98345" y="4704135"/>
                  <a:ext cx="5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0F20F6-D888-7D4F-64EC-7F44002E2D84}"/>
                    </a:ext>
                  </a:extLst>
                </p14:cNvPr>
                <p14:cNvContentPartPr/>
                <p14:nvPr/>
              </p14:nvContentPartPr>
              <p14:xfrm>
                <a:off x="1513185" y="4533495"/>
                <a:ext cx="131760" cy="220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0F20F6-D888-7D4F-64EC-7F44002E2D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07065" y="4527375"/>
                  <a:ext cx="144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148FD7-99C4-F49E-6D39-987614769984}"/>
                    </a:ext>
                  </a:extLst>
                </p14:cNvPr>
                <p14:cNvContentPartPr/>
                <p14:nvPr/>
              </p14:nvContentPartPr>
              <p14:xfrm>
                <a:off x="1687065" y="4684695"/>
                <a:ext cx="46080" cy="52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148FD7-99C4-F49E-6D39-98761476998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80945" y="4678575"/>
                  <a:ext cx="58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FBAE98D-5BD2-9668-B915-F63AFECC9874}"/>
                    </a:ext>
                  </a:extLst>
                </p14:cNvPr>
                <p14:cNvContentPartPr/>
                <p14:nvPr/>
              </p14:nvContentPartPr>
              <p14:xfrm>
                <a:off x="1766985" y="4551855"/>
                <a:ext cx="68760" cy="10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FBAE98D-5BD2-9668-B915-F63AFECC987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60865" y="4545735"/>
                  <a:ext cx="81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F450B1-A2FB-6454-A41C-13841547E110}"/>
                    </a:ext>
                  </a:extLst>
                </p14:cNvPr>
                <p14:cNvContentPartPr/>
                <p14:nvPr/>
              </p14:nvContentPartPr>
              <p14:xfrm>
                <a:off x="1970385" y="4407855"/>
                <a:ext cx="7200" cy="1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F450B1-A2FB-6454-A41C-13841547E11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64265" y="4401735"/>
                  <a:ext cx="194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09F9F0B-AC7D-A388-59B8-ED6D45963217}"/>
                    </a:ext>
                  </a:extLst>
                </p14:cNvPr>
                <p14:cNvContentPartPr/>
                <p14:nvPr/>
              </p14:nvContentPartPr>
              <p14:xfrm>
                <a:off x="1869945" y="4446375"/>
                <a:ext cx="76680" cy="233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09F9F0B-AC7D-A388-59B8-ED6D4596321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63825" y="4440255"/>
                  <a:ext cx="8892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D17A271-FBCC-FD29-FEB2-22982642335B}"/>
                  </a:ext>
                </a:extLst>
              </p14:cNvPr>
              <p14:cNvContentPartPr/>
              <p14:nvPr/>
            </p14:nvContentPartPr>
            <p14:xfrm>
              <a:off x="1535865" y="3839055"/>
              <a:ext cx="48240" cy="16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D17A271-FBCC-FD29-FEB2-22982642335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529745" y="3832935"/>
                <a:ext cx="604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B8AB14D-01B0-1B60-E5CC-3F89317792FA}"/>
              </a:ext>
            </a:extLst>
          </p:cNvPr>
          <p:cNvGrpSpPr/>
          <p:nvPr/>
        </p:nvGrpSpPr>
        <p:grpSpPr>
          <a:xfrm>
            <a:off x="8771145" y="4783335"/>
            <a:ext cx="427680" cy="556920"/>
            <a:chOff x="8771145" y="4783335"/>
            <a:chExt cx="42768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ECE2B4B-C76B-67B4-417D-0AC9DB8654F7}"/>
                    </a:ext>
                  </a:extLst>
                </p14:cNvPr>
                <p14:cNvContentPartPr/>
                <p14:nvPr/>
              </p14:nvContentPartPr>
              <p14:xfrm>
                <a:off x="8795265" y="4942455"/>
                <a:ext cx="199080" cy="28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ECE2B4B-C76B-67B4-417D-0AC9DB8654F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89145" y="4936335"/>
                  <a:ext cx="21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991E97-B486-5B56-12BB-4F51EFD04F49}"/>
                    </a:ext>
                  </a:extLst>
                </p14:cNvPr>
                <p14:cNvContentPartPr/>
                <p14:nvPr/>
              </p14:nvContentPartPr>
              <p14:xfrm>
                <a:off x="8771145" y="5108415"/>
                <a:ext cx="165960" cy="12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991E97-B486-5B56-12BB-4F51EFD04F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65025" y="5102295"/>
                  <a:ext cx="178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1427FB6-7EB9-4778-DA00-DD3BC3DB09C5}"/>
                    </a:ext>
                  </a:extLst>
                </p14:cNvPr>
                <p14:cNvContentPartPr/>
                <p14:nvPr/>
              </p14:nvContentPartPr>
              <p14:xfrm>
                <a:off x="8851065" y="4783335"/>
                <a:ext cx="347760" cy="556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1427FB6-7EB9-4778-DA00-DD3BC3DB09C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44945" y="4777215"/>
                  <a:ext cx="360000" cy="56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519CC0-2C03-DBBC-D47A-B2E73F015AAB}"/>
                  </a:ext>
                </a:extLst>
              </p14:cNvPr>
              <p14:cNvContentPartPr/>
              <p14:nvPr/>
            </p14:nvContentPartPr>
            <p14:xfrm>
              <a:off x="9577185" y="5236935"/>
              <a:ext cx="360" cy="12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519CC0-2C03-DBBC-D47A-B2E73F015AA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571065" y="5230815"/>
                <a:ext cx="1260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5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750D670-E6F2-2DF7-1BFA-3B8644A7D2B7}"/>
              </a:ext>
            </a:extLst>
          </p:cNvPr>
          <p:cNvGrpSpPr/>
          <p:nvPr/>
        </p:nvGrpSpPr>
        <p:grpSpPr>
          <a:xfrm>
            <a:off x="588705" y="141855"/>
            <a:ext cx="4245840" cy="1304640"/>
            <a:chOff x="588705" y="141855"/>
            <a:chExt cx="4245840" cy="13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A80C16-6D84-7CA0-9F1F-18572DFFB6D9}"/>
                    </a:ext>
                  </a:extLst>
                </p14:cNvPr>
                <p14:cNvContentPartPr/>
                <p14:nvPr/>
              </p14:nvContentPartPr>
              <p14:xfrm>
                <a:off x="588705" y="336975"/>
                <a:ext cx="222840" cy="730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A80C16-6D84-7CA0-9F1F-18572DFFB6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2585" y="330855"/>
                  <a:ext cx="23508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448FD16-0B19-ADDF-CE4D-31907F14A14D}"/>
                    </a:ext>
                  </a:extLst>
                </p14:cNvPr>
                <p14:cNvContentPartPr/>
                <p14:nvPr/>
              </p14:nvContentPartPr>
              <p14:xfrm>
                <a:off x="650265" y="192255"/>
                <a:ext cx="505080" cy="49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448FD16-0B19-ADDF-CE4D-31907F14A1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4145" y="186135"/>
                  <a:ext cx="5173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7A4A25-032D-91C1-87F8-449CDD357A38}"/>
                    </a:ext>
                  </a:extLst>
                </p14:cNvPr>
                <p14:cNvContentPartPr/>
                <p14:nvPr/>
              </p14:nvContentPartPr>
              <p14:xfrm>
                <a:off x="1149585" y="292695"/>
                <a:ext cx="367200" cy="861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7A4A25-032D-91C1-87F8-449CDD357A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43465" y="286575"/>
                  <a:ext cx="37944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DE3DE2-E243-DC41-874B-B3277D27E33B}"/>
                    </a:ext>
                  </a:extLst>
                </p14:cNvPr>
                <p14:cNvContentPartPr/>
                <p14:nvPr/>
              </p14:nvContentPartPr>
              <p14:xfrm>
                <a:off x="1810185" y="384495"/>
                <a:ext cx="224280" cy="57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DE3DE2-E243-DC41-874B-B3277D27E3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04065" y="378375"/>
                  <a:ext cx="23652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99DBCF-C90F-6690-96B9-45BBDB2532B2}"/>
                    </a:ext>
                  </a:extLst>
                </p14:cNvPr>
                <p14:cNvContentPartPr/>
                <p14:nvPr/>
              </p14:nvContentPartPr>
              <p14:xfrm>
                <a:off x="2225265" y="732255"/>
                <a:ext cx="190080" cy="323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99DBCF-C90F-6690-96B9-45BBDB2532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19145" y="726135"/>
                  <a:ext cx="2023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0BE1EE-69AD-28E3-CE99-F22700585900}"/>
                    </a:ext>
                  </a:extLst>
                </p14:cNvPr>
                <p14:cNvContentPartPr/>
                <p14:nvPr/>
              </p14:nvContentPartPr>
              <p14:xfrm>
                <a:off x="2297265" y="444255"/>
                <a:ext cx="1021320" cy="46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0BE1EE-69AD-28E3-CE99-F227005859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91145" y="438135"/>
                  <a:ext cx="10335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B2768D-3B7D-8E5C-5B29-FC74C7ED413A}"/>
                    </a:ext>
                  </a:extLst>
                </p14:cNvPr>
                <p14:cNvContentPartPr/>
                <p14:nvPr/>
              </p14:nvContentPartPr>
              <p14:xfrm>
                <a:off x="3565545" y="330495"/>
                <a:ext cx="775800" cy="1116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B2768D-3B7D-8E5C-5B29-FC74C7ED41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9425" y="324375"/>
                  <a:ext cx="78804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511B2E-150A-1F2A-9ADC-EF9F411F7B99}"/>
                    </a:ext>
                  </a:extLst>
                </p14:cNvPr>
                <p14:cNvContentPartPr/>
                <p14:nvPr/>
              </p14:nvContentPartPr>
              <p14:xfrm>
                <a:off x="3819705" y="141855"/>
                <a:ext cx="1014840" cy="1297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511B2E-150A-1F2A-9ADC-EF9F411F7B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13585" y="135735"/>
                  <a:ext cx="1027080" cy="13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AD71E0-4C4C-F0E7-5775-64FC3172C52B}"/>
              </a:ext>
            </a:extLst>
          </p:cNvPr>
          <p:cNvGrpSpPr/>
          <p:nvPr/>
        </p:nvGrpSpPr>
        <p:grpSpPr>
          <a:xfrm>
            <a:off x="5334225" y="780135"/>
            <a:ext cx="461160" cy="399240"/>
            <a:chOff x="5334225" y="780135"/>
            <a:chExt cx="46116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6CDED6-418C-B772-E561-1067C9EA3135}"/>
                    </a:ext>
                  </a:extLst>
                </p14:cNvPr>
                <p14:cNvContentPartPr/>
                <p14:nvPr/>
              </p14:nvContentPartPr>
              <p14:xfrm>
                <a:off x="5334225" y="780135"/>
                <a:ext cx="296280" cy="8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6CDED6-418C-B772-E561-1067C9EA31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28105" y="774015"/>
                  <a:ext cx="308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4E2577-4565-43D7-FB3E-D8F2CB21E9B0}"/>
                    </a:ext>
                  </a:extLst>
                </p14:cNvPr>
                <p14:cNvContentPartPr/>
                <p14:nvPr/>
              </p14:nvContentPartPr>
              <p14:xfrm>
                <a:off x="5471385" y="1133655"/>
                <a:ext cx="324000" cy="45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4E2577-4565-43D7-FB3E-D8F2CB21E9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5265" y="1127535"/>
                  <a:ext cx="33624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6CFE40-319A-675A-85B4-8A41EE3C108F}"/>
                  </a:ext>
                </a:extLst>
              </p14:cNvPr>
              <p14:cNvContentPartPr/>
              <p14:nvPr/>
            </p14:nvContentPartPr>
            <p14:xfrm>
              <a:off x="6522225" y="551535"/>
              <a:ext cx="99360" cy="623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6CFE40-319A-675A-85B4-8A41EE3C10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16105" y="545415"/>
                <a:ext cx="11160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D4A1526-0464-CE9E-BAC7-C04A2C6AFD66}"/>
                  </a:ext>
                </a:extLst>
              </p14:cNvPr>
              <p14:cNvContentPartPr/>
              <p14:nvPr/>
            </p14:nvContentPartPr>
            <p14:xfrm>
              <a:off x="6562905" y="293055"/>
              <a:ext cx="386640" cy="412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D4A1526-0464-CE9E-BAC7-C04A2C6AFD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56785" y="286935"/>
                <a:ext cx="39888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90E456-9B8D-FE9A-A04B-F97AF3D42CC9}"/>
                  </a:ext>
                </a:extLst>
              </p14:cNvPr>
              <p14:cNvContentPartPr/>
              <p14:nvPr/>
            </p14:nvContentPartPr>
            <p14:xfrm>
              <a:off x="7192545" y="248775"/>
              <a:ext cx="292320" cy="675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90E456-9B8D-FE9A-A04B-F97AF3D42C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86425" y="242655"/>
                <a:ext cx="30456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32EC979-5278-0DDD-BC40-66157593D3D6}"/>
                  </a:ext>
                </a:extLst>
              </p14:cNvPr>
              <p14:cNvContentPartPr/>
              <p14:nvPr/>
            </p14:nvContentPartPr>
            <p14:xfrm>
              <a:off x="7718505" y="419415"/>
              <a:ext cx="185400" cy="277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32EC979-5278-0DDD-BC40-66157593D3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12385" y="413295"/>
                <a:ext cx="1976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A63C6BB-ADF5-704E-B11F-4B56516783C1}"/>
                  </a:ext>
                </a:extLst>
              </p14:cNvPr>
              <p14:cNvContentPartPr/>
              <p14:nvPr/>
            </p14:nvContentPartPr>
            <p14:xfrm>
              <a:off x="8062665" y="205575"/>
              <a:ext cx="240480" cy="81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A63C6BB-ADF5-704E-B11F-4B56516783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56545" y="199455"/>
                <a:ext cx="252720" cy="83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132B010-5E8C-A9A5-91C6-5B83AB30CE9D}"/>
              </a:ext>
            </a:extLst>
          </p:cNvPr>
          <p:cNvGrpSpPr/>
          <p:nvPr/>
        </p:nvGrpSpPr>
        <p:grpSpPr>
          <a:xfrm>
            <a:off x="8618505" y="187215"/>
            <a:ext cx="3404880" cy="3068640"/>
            <a:chOff x="8618505" y="187215"/>
            <a:chExt cx="3404880" cy="30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AC8FBB-C204-3317-B2AD-307402244AF2}"/>
                    </a:ext>
                  </a:extLst>
                </p14:cNvPr>
                <p14:cNvContentPartPr/>
                <p14:nvPr/>
              </p14:nvContentPartPr>
              <p14:xfrm>
                <a:off x="8740185" y="435975"/>
                <a:ext cx="370800" cy="41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AC8FBB-C204-3317-B2AD-307402244A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34065" y="429855"/>
                  <a:ext cx="383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46A231-39CE-125E-7645-50D8848AE070}"/>
                    </a:ext>
                  </a:extLst>
                </p14:cNvPr>
                <p14:cNvContentPartPr/>
                <p14:nvPr/>
              </p14:nvContentPartPr>
              <p14:xfrm>
                <a:off x="8723265" y="471255"/>
                <a:ext cx="331920" cy="384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46A231-39CE-125E-7645-50D8848AE0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17145" y="465135"/>
                  <a:ext cx="3441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58ADC4-C05C-F61B-3465-FFAA34D038A5}"/>
                    </a:ext>
                  </a:extLst>
                </p14:cNvPr>
                <p14:cNvContentPartPr/>
                <p14:nvPr/>
              </p14:nvContentPartPr>
              <p14:xfrm>
                <a:off x="8796345" y="371895"/>
                <a:ext cx="164880" cy="451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58ADC4-C05C-F61B-3465-FFAA34D038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90225" y="365775"/>
                  <a:ext cx="17712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C62209-C5BE-24E9-8149-F30CB949832F}"/>
                    </a:ext>
                  </a:extLst>
                </p14:cNvPr>
                <p14:cNvContentPartPr/>
                <p14:nvPr/>
              </p14:nvContentPartPr>
              <p14:xfrm>
                <a:off x="8618505" y="567015"/>
                <a:ext cx="67320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C62209-C5BE-24E9-8149-F30CB94983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12385" y="560895"/>
                  <a:ext cx="685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F022CF-4D24-140E-465E-6E8632F17F85}"/>
                    </a:ext>
                  </a:extLst>
                </p14:cNvPr>
                <p14:cNvContentPartPr/>
                <p14:nvPr/>
              </p14:nvContentPartPr>
              <p14:xfrm>
                <a:off x="9670065" y="390975"/>
                <a:ext cx="99360" cy="62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F022CF-4D24-140E-465E-6E8632F17F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63945" y="384855"/>
                  <a:ext cx="11160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BD2561-74EA-7A20-C9B5-8287BFEBC529}"/>
                    </a:ext>
                  </a:extLst>
                </p14:cNvPr>
                <p14:cNvContentPartPr/>
                <p14:nvPr/>
              </p14:nvContentPartPr>
              <p14:xfrm>
                <a:off x="9650265" y="196575"/>
                <a:ext cx="388080" cy="40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BD2561-74EA-7A20-C9B5-8287BFEBC5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4145" y="190455"/>
                  <a:ext cx="4003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7765E0-17C6-C064-3A33-75C985C2C580}"/>
                    </a:ext>
                  </a:extLst>
                </p14:cNvPr>
                <p14:cNvContentPartPr/>
                <p14:nvPr/>
              </p14:nvContentPartPr>
              <p14:xfrm>
                <a:off x="10143825" y="337335"/>
                <a:ext cx="319320" cy="567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7765E0-17C6-C064-3A33-75C985C2C5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37705" y="331215"/>
                  <a:ext cx="3315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3CB784-0730-2178-2FF2-270BE4D6EB41}"/>
                    </a:ext>
                  </a:extLst>
                </p14:cNvPr>
                <p14:cNvContentPartPr/>
                <p14:nvPr/>
              </p14:nvContentPartPr>
              <p14:xfrm>
                <a:off x="10419225" y="327975"/>
                <a:ext cx="256320" cy="50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3CB784-0730-2178-2FF2-270BE4D6EB4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13105" y="321855"/>
                  <a:ext cx="2685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78EE18-AEA3-45D2-F313-0F3AB81A70FC}"/>
                    </a:ext>
                  </a:extLst>
                </p14:cNvPr>
                <p14:cNvContentPartPr/>
                <p14:nvPr/>
              </p14:nvContentPartPr>
              <p14:xfrm>
                <a:off x="10583385" y="482775"/>
                <a:ext cx="355320" cy="60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78EE18-AEA3-45D2-F313-0F3AB81A70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77265" y="476655"/>
                  <a:ext cx="3675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BC1572-85D3-AD97-5FAF-4D8E81828B84}"/>
                    </a:ext>
                  </a:extLst>
                </p14:cNvPr>
                <p14:cNvContentPartPr/>
                <p14:nvPr/>
              </p14:nvContentPartPr>
              <p14:xfrm>
                <a:off x="10859505" y="620295"/>
                <a:ext cx="165960" cy="31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BC1572-85D3-AD97-5FAF-4D8E81828B8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53385" y="614175"/>
                  <a:ext cx="1782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0B0DE1-75F9-AAAE-55BF-318C7A033C28}"/>
                    </a:ext>
                  </a:extLst>
                </p14:cNvPr>
                <p14:cNvContentPartPr/>
                <p14:nvPr/>
              </p14:nvContentPartPr>
              <p14:xfrm>
                <a:off x="10999905" y="365055"/>
                <a:ext cx="284040" cy="677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0B0DE1-75F9-AAAE-55BF-318C7A033C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93785" y="358935"/>
                  <a:ext cx="29628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426673-3251-4E1D-4A2B-AECA6F3A4461}"/>
                    </a:ext>
                  </a:extLst>
                </p14:cNvPr>
                <p14:cNvContentPartPr/>
                <p14:nvPr/>
              </p14:nvContentPartPr>
              <p14:xfrm>
                <a:off x="9232665" y="187215"/>
                <a:ext cx="214920" cy="799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426673-3251-4E1D-4A2B-AECA6F3A44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26545" y="181095"/>
                  <a:ext cx="22716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1CE3CBE-ABCA-0E7D-43C1-ACF51C094527}"/>
                    </a:ext>
                  </a:extLst>
                </p14:cNvPr>
                <p14:cNvContentPartPr/>
                <p14:nvPr/>
              </p14:nvContentPartPr>
              <p14:xfrm>
                <a:off x="9225465" y="201615"/>
                <a:ext cx="2310120" cy="1163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1CE3CBE-ABCA-0E7D-43C1-ACF51C0945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19345" y="195495"/>
                  <a:ext cx="232236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7A6CA7D-3808-1D0F-9788-F22CB35E8566}"/>
                    </a:ext>
                  </a:extLst>
                </p14:cNvPr>
                <p14:cNvContentPartPr/>
                <p14:nvPr/>
              </p14:nvContentPartPr>
              <p14:xfrm>
                <a:off x="11010345" y="1240575"/>
                <a:ext cx="132840" cy="66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7A6CA7D-3808-1D0F-9788-F22CB35E85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04225" y="1234455"/>
                  <a:ext cx="14508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1F0F13-A1A6-B648-C944-AB7861637F74}"/>
                    </a:ext>
                  </a:extLst>
                </p14:cNvPr>
                <p14:cNvContentPartPr/>
                <p14:nvPr/>
              </p14:nvContentPartPr>
              <p14:xfrm>
                <a:off x="9925305" y="2015655"/>
                <a:ext cx="489960" cy="44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1F0F13-A1A6-B648-C944-AB7861637F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19185" y="2009535"/>
                  <a:ext cx="5022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F5EC290-F567-BC4F-2BD8-3FBB602B65CF}"/>
                    </a:ext>
                  </a:extLst>
                </p14:cNvPr>
                <p14:cNvContentPartPr/>
                <p14:nvPr/>
              </p14:nvContentPartPr>
              <p14:xfrm>
                <a:off x="10548825" y="2257935"/>
                <a:ext cx="315720" cy="221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F5EC290-F567-BC4F-2BD8-3FBB602B65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42705" y="2251815"/>
                  <a:ext cx="327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1C723AD-1D60-8639-8B8F-8B6AB1006AED}"/>
                    </a:ext>
                  </a:extLst>
                </p14:cNvPr>
                <p14:cNvContentPartPr/>
                <p14:nvPr/>
              </p14:nvContentPartPr>
              <p14:xfrm>
                <a:off x="10887225" y="1992615"/>
                <a:ext cx="481320" cy="475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1C723AD-1D60-8639-8B8F-8B6AB1006A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81105" y="1986495"/>
                  <a:ext cx="4935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271116-31C1-D010-B0C0-EFFA39F6AE05}"/>
                    </a:ext>
                  </a:extLst>
                </p14:cNvPr>
                <p14:cNvContentPartPr/>
                <p14:nvPr/>
              </p14:nvContentPartPr>
              <p14:xfrm>
                <a:off x="11357745" y="1985415"/>
                <a:ext cx="19800" cy="1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271116-31C1-D010-B0C0-EFFA39F6AE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51625" y="1979295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C52D9E-DC7A-B72D-DEDE-DF5A2FB5C24D}"/>
                    </a:ext>
                  </a:extLst>
                </p14:cNvPr>
                <p14:cNvContentPartPr/>
                <p14:nvPr/>
              </p14:nvContentPartPr>
              <p14:xfrm>
                <a:off x="11460345" y="1952295"/>
                <a:ext cx="40680" cy="38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C52D9E-DC7A-B72D-DEDE-DF5A2FB5C2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54225" y="1946175"/>
                  <a:ext cx="529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D7BD92-724C-4CA4-0823-85E799CF85FC}"/>
                    </a:ext>
                  </a:extLst>
                </p14:cNvPr>
                <p14:cNvContentPartPr/>
                <p14:nvPr/>
              </p14:nvContentPartPr>
              <p14:xfrm>
                <a:off x="11449185" y="2181615"/>
                <a:ext cx="210240" cy="14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D7BD92-724C-4CA4-0823-85E799CF85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43065" y="2175495"/>
                  <a:ext cx="222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5942BA-B619-3A0B-83F8-6CDB0F14ED01}"/>
                    </a:ext>
                  </a:extLst>
                </p14:cNvPr>
                <p14:cNvContentPartPr/>
                <p14:nvPr/>
              </p14:nvContentPartPr>
              <p14:xfrm>
                <a:off x="11697225" y="2016015"/>
                <a:ext cx="41400" cy="2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5942BA-B619-3A0B-83F8-6CDB0F14ED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91105" y="2009895"/>
                  <a:ext cx="53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9CE2A5-9790-A481-A1B1-8C921E80E5CD}"/>
                    </a:ext>
                  </a:extLst>
                </p14:cNvPr>
                <p14:cNvContentPartPr/>
                <p14:nvPr/>
              </p14:nvContentPartPr>
              <p14:xfrm>
                <a:off x="11721705" y="2180895"/>
                <a:ext cx="3168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9CE2A5-9790-A481-A1B1-8C921E80E5C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15585" y="2174775"/>
                  <a:ext cx="43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EF9B284-9E46-1833-9C1E-E4A62D8CF537}"/>
                    </a:ext>
                  </a:extLst>
                </p14:cNvPr>
                <p14:cNvContentPartPr/>
                <p14:nvPr/>
              </p14:nvContentPartPr>
              <p14:xfrm>
                <a:off x="11786505" y="2043015"/>
                <a:ext cx="236880" cy="291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EF9B284-9E46-1833-9C1E-E4A62D8CF53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80385" y="2036895"/>
                  <a:ext cx="2491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9FD833-1BD4-D2FA-6264-B48BA784E73D}"/>
                    </a:ext>
                  </a:extLst>
                </p14:cNvPr>
                <p14:cNvContentPartPr/>
                <p14:nvPr/>
              </p14:nvContentPartPr>
              <p14:xfrm>
                <a:off x="9933225" y="2703255"/>
                <a:ext cx="106920" cy="552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9FD833-1BD4-D2FA-6264-B48BA784E7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27105" y="2697135"/>
                  <a:ext cx="1191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303CEE-6E4E-D817-4F73-670B80D32A80}"/>
                    </a:ext>
                  </a:extLst>
                </p14:cNvPr>
                <p14:cNvContentPartPr/>
                <p14:nvPr/>
              </p14:nvContentPartPr>
              <p14:xfrm>
                <a:off x="10048065" y="2719815"/>
                <a:ext cx="194400" cy="31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303CEE-6E4E-D817-4F73-670B80D32A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41945" y="2713695"/>
                  <a:ext cx="206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83E13C-1DD5-373A-C1A1-C8C36F1A7A55}"/>
                    </a:ext>
                  </a:extLst>
                </p14:cNvPr>
                <p14:cNvContentPartPr/>
                <p14:nvPr/>
              </p14:nvContentPartPr>
              <p14:xfrm>
                <a:off x="10225905" y="2852655"/>
                <a:ext cx="253080" cy="273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83E13C-1DD5-373A-C1A1-C8C36F1A7A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19785" y="2846535"/>
                  <a:ext cx="265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94899A-8395-6678-AE09-6C1799C9F5F6}"/>
                    </a:ext>
                  </a:extLst>
                </p14:cNvPr>
                <p14:cNvContentPartPr/>
                <p14:nvPr/>
              </p14:nvContentPartPr>
              <p14:xfrm>
                <a:off x="10511025" y="2865975"/>
                <a:ext cx="148680" cy="241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94899A-8395-6678-AE09-6C1799C9F5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04905" y="2859855"/>
                  <a:ext cx="160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623B846-A014-6A56-1D10-DFF9A08052E1}"/>
                    </a:ext>
                  </a:extLst>
                </p14:cNvPr>
                <p14:cNvContentPartPr/>
                <p14:nvPr/>
              </p14:nvContentPartPr>
              <p14:xfrm>
                <a:off x="10826025" y="2632695"/>
                <a:ext cx="88560" cy="466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623B846-A014-6A56-1D10-DFF9A08052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19905" y="2626575"/>
                  <a:ext cx="1008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F8B9BE-619B-EDA6-FD83-FFF386DABD9D}"/>
                    </a:ext>
                  </a:extLst>
                </p14:cNvPr>
                <p14:cNvContentPartPr/>
                <p14:nvPr/>
              </p14:nvContentPartPr>
              <p14:xfrm>
                <a:off x="10965705" y="2675535"/>
                <a:ext cx="321480" cy="421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F8B9BE-619B-EDA6-FD83-FFF386DABD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59585" y="2669415"/>
                  <a:ext cx="333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4C3D15B-E110-9830-402E-E5AA3D195CDC}"/>
                    </a:ext>
                  </a:extLst>
                </p14:cNvPr>
                <p14:cNvContentPartPr/>
                <p14:nvPr/>
              </p14:nvContentPartPr>
              <p14:xfrm>
                <a:off x="11372145" y="2840775"/>
                <a:ext cx="36360" cy="159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4C3D15B-E110-9830-402E-E5AA3D195C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66025" y="2834655"/>
                  <a:ext cx="48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A46F14-C75C-A39E-68A0-29E5F0868C44}"/>
                    </a:ext>
                  </a:extLst>
                </p14:cNvPr>
                <p14:cNvContentPartPr/>
                <p14:nvPr/>
              </p14:nvContentPartPr>
              <p14:xfrm>
                <a:off x="11346225" y="2607495"/>
                <a:ext cx="26640" cy="35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A46F14-C75C-A39E-68A0-29E5F0868C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40105" y="2601375"/>
                  <a:ext cx="38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01C3C0A-1D45-193D-188A-EFF922DD5283}"/>
                    </a:ext>
                  </a:extLst>
                </p14:cNvPr>
                <p14:cNvContentPartPr/>
                <p14:nvPr/>
              </p14:nvContentPartPr>
              <p14:xfrm>
                <a:off x="11575185" y="2578695"/>
                <a:ext cx="58680" cy="423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01C3C0A-1D45-193D-188A-EFF922DD52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569065" y="2572575"/>
                  <a:ext cx="709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764AEE-79F1-8944-F8B4-42A699F6FF47}"/>
                    </a:ext>
                  </a:extLst>
                </p14:cNvPr>
                <p14:cNvContentPartPr/>
                <p14:nvPr/>
              </p14:nvContentPartPr>
              <p14:xfrm>
                <a:off x="11698305" y="2824575"/>
                <a:ext cx="20880" cy="152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764AEE-79F1-8944-F8B4-42A699F6FF4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92185" y="2818455"/>
                  <a:ext cx="33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EBDAD6-641A-22D5-5EA2-67AF22CDF58F}"/>
                    </a:ext>
                  </a:extLst>
                </p14:cNvPr>
                <p14:cNvContentPartPr/>
                <p14:nvPr/>
              </p14:nvContentPartPr>
              <p14:xfrm>
                <a:off x="11777145" y="2601375"/>
                <a:ext cx="69120" cy="6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EBDAD6-641A-22D5-5EA2-67AF22CDF5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71025" y="2595255"/>
                  <a:ext cx="81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1412D0-A776-3031-A2D1-67626F2D122E}"/>
                    </a:ext>
                  </a:extLst>
                </p14:cNvPr>
                <p14:cNvContentPartPr/>
                <p14:nvPr/>
              </p14:nvContentPartPr>
              <p14:xfrm>
                <a:off x="11785425" y="2792895"/>
                <a:ext cx="37080" cy="104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1412D0-A776-3031-A2D1-67626F2D122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79305" y="2786775"/>
                  <a:ext cx="49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6B4877-6AE2-5536-7D13-13B6A66F345D}"/>
                    </a:ext>
                  </a:extLst>
                </p14:cNvPr>
                <p14:cNvContentPartPr/>
                <p14:nvPr/>
              </p14:nvContentPartPr>
              <p14:xfrm>
                <a:off x="11754825" y="2769135"/>
                <a:ext cx="177120" cy="306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6B4877-6AE2-5536-7D13-13B6A66F34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48705" y="2763015"/>
                  <a:ext cx="1893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540DFB-7366-954E-7CE7-6DA4510F94C6}"/>
                    </a:ext>
                  </a:extLst>
                </p14:cNvPr>
                <p14:cNvContentPartPr/>
                <p14:nvPr/>
              </p14:nvContentPartPr>
              <p14:xfrm>
                <a:off x="11912145" y="2824575"/>
                <a:ext cx="32400" cy="6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540DFB-7366-954E-7CE7-6DA4510F94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906025" y="2818455"/>
                  <a:ext cx="446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37C0A5B-F138-FA03-FE4F-C05CEA383EF3}"/>
              </a:ext>
            </a:extLst>
          </p:cNvPr>
          <p:cNvGrpSpPr/>
          <p:nvPr/>
        </p:nvGrpSpPr>
        <p:grpSpPr>
          <a:xfrm>
            <a:off x="3924825" y="2077215"/>
            <a:ext cx="1847520" cy="1112040"/>
            <a:chOff x="3924825" y="2077215"/>
            <a:chExt cx="184752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F717CA6-9B20-2496-B461-FFAC47898421}"/>
                    </a:ext>
                  </a:extLst>
                </p14:cNvPr>
                <p14:cNvContentPartPr/>
                <p14:nvPr/>
              </p14:nvContentPartPr>
              <p14:xfrm>
                <a:off x="3924825" y="2472135"/>
                <a:ext cx="269280" cy="56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F717CA6-9B20-2496-B461-FFAC478984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18705" y="2466015"/>
                  <a:ext cx="281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74D2B5E-ECAF-A4CA-1A68-4FBDD0253D35}"/>
                    </a:ext>
                  </a:extLst>
                </p14:cNvPr>
                <p14:cNvContentPartPr/>
                <p14:nvPr/>
              </p14:nvContentPartPr>
              <p14:xfrm>
                <a:off x="3968385" y="2636295"/>
                <a:ext cx="347760" cy="9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74D2B5E-ECAF-A4CA-1A68-4FBDD0253D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62265" y="2630175"/>
                  <a:ext cx="360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956F68C-0696-E81B-5E37-E773AFDAE621}"/>
                    </a:ext>
                  </a:extLst>
                </p14:cNvPr>
                <p14:cNvContentPartPr/>
                <p14:nvPr/>
              </p14:nvContentPartPr>
              <p14:xfrm>
                <a:off x="4612065" y="2077215"/>
                <a:ext cx="234000" cy="467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956F68C-0696-E81B-5E37-E773AFDAE62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05945" y="2071095"/>
                  <a:ext cx="2462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217BB05-134B-6FF8-2670-5CBF4167A273}"/>
                    </a:ext>
                  </a:extLst>
                </p14:cNvPr>
                <p14:cNvContentPartPr/>
                <p14:nvPr/>
              </p14:nvContentPartPr>
              <p14:xfrm>
                <a:off x="4344225" y="2656095"/>
                <a:ext cx="736920" cy="10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217BB05-134B-6FF8-2670-5CBF4167A2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38105" y="2649975"/>
                  <a:ext cx="749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8E3B7C-16A4-BD3B-ADD7-826AAC8D168B}"/>
                    </a:ext>
                  </a:extLst>
                </p14:cNvPr>
                <p14:cNvContentPartPr/>
                <p14:nvPr/>
              </p14:nvContentPartPr>
              <p14:xfrm>
                <a:off x="4537545" y="2845455"/>
                <a:ext cx="198000" cy="343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8E3B7C-16A4-BD3B-ADD7-826AAC8D16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31425" y="2839335"/>
                  <a:ext cx="210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8E933B-21B3-6E81-4D08-4C923231C6D3}"/>
                    </a:ext>
                  </a:extLst>
                </p14:cNvPr>
                <p14:cNvContentPartPr/>
                <p14:nvPr/>
              </p14:nvContentPartPr>
              <p14:xfrm>
                <a:off x="4719345" y="2729175"/>
                <a:ext cx="233640" cy="42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8E933B-21B3-6E81-4D08-4C923231C6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3225" y="2723055"/>
                  <a:ext cx="245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4FCDFC-B369-67E3-EEC6-BF6737A89988}"/>
                    </a:ext>
                  </a:extLst>
                </p14:cNvPr>
                <p14:cNvContentPartPr/>
                <p14:nvPr/>
              </p14:nvContentPartPr>
              <p14:xfrm>
                <a:off x="5447625" y="2418135"/>
                <a:ext cx="286920" cy="207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4FCDFC-B369-67E3-EEC6-BF6737A8998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41505" y="2412015"/>
                  <a:ext cx="299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72CA85-38A3-1450-6994-22AE88F007A2}"/>
                    </a:ext>
                  </a:extLst>
                </p14:cNvPr>
                <p14:cNvContentPartPr/>
                <p14:nvPr/>
              </p14:nvContentPartPr>
              <p14:xfrm>
                <a:off x="5376345" y="2441895"/>
                <a:ext cx="266760" cy="22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72CA85-38A3-1450-6994-22AE88F007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70225" y="2435775"/>
                  <a:ext cx="279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D078FB-245E-DB25-1437-3F7FAF285273}"/>
                    </a:ext>
                  </a:extLst>
                </p14:cNvPr>
                <p14:cNvContentPartPr/>
                <p14:nvPr/>
              </p14:nvContentPartPr>
              <p14:xfrm>
                <a:off x="5494065" y="2306895"/>
                <a:ext cx="56160" cy="432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D078FB-245E-DB25-1437-3F7FAF2852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87945" y="2300775"/>
                  <a:ext cx="68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EA9511-4C5D-3CBF-D540-E7E0DE51D57E}"/>
                    </a:ext>
                  </a:extLst>
                </p14:cNvPr>
                <p14:cNvContentPartPr/>
                <p14:nvPr/>
              </p14:nvContentPartPr>
              <p14:xfrm>
                <a:off x="5427825" y="2548095"/>
                <a:ext cx="344520" cy="57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EA9511-4C5D-3CBF-D540-E7E0DE51D5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21705" y="2541975"/>
                  <a:ext cx="3567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7766C3E-4324-AD37-9ED8-C779336CB992}"/>
              </a:ext>
            </a:extLst>
          </p:cNvPr>
          <p:cNvGrpSpPr/>
          <p:nvPr/>
        </p:nvGrpSpPr>
        <p:grpSpPr>
          <a:xfrm>
            <a:off x="6226305" y="2001975"/>
            <a:ext cx="1171440" cy="1106640"/>
            <a:chOff x="6226305" y="2001975"/>
            <a:chExt cx="1171440" cy="11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8681036-8BFC-0288-F538-B66EFDE1F578}"/>
                    </a:ext>
                  </a:extLst>
                </p14:cNvPr>
                <p14:cNvContentPartPr/>
                <p14:nvPr/>
              </p14:nvContentPartPr>
              <p14:xfrm>
                <a:off x="6778905" y="2001975"/>
                <a:ext cx="25560" cy="39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8681036-8BFC-0288-F538-B66EFDE1F57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2785" y="1995855"/>
                  <a:ext cx="378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A60901-4D8B-CA2B-AE69-E6BE2BE01DE0}"/>
                    </a:ext>
                  </a:extLst>
                </p14:cNvPr>
                <p14:cNvContentPartPr/>
                <p14:nvPr/>
              </p14:nvContentPartPr>
              <p14:xfrm>
                <a:off x="6226305" y="2596335"/>
                <a:ext cx="1004400" cy="43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A60901-4D8B-CA2B-AE69-E6BE2BE01D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20185" y="2590215"/>
                  <a:ext cx="1016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2B885C-D9D7-807F-234B-C77CAA35C386}"/>
                    </a:ext>
                  </a:extLst>
                </p14:cNvPr>
                <p14:cNvContentPartPr/>
                <p14:nvPr/>
              </p14:nvContentPartPr>
              <p14:xfrm>
                <a:off x="6718425" y="2734215"/>
                <a:ext cx="679320" cy="374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2B885C-D9D7-807F-234B-C77CAA35C3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12305" y="2728095"/>
                  <a:ext cx="691560" cy="38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79280FF-17EF-3222-2E24-D1C7C088456C}"/>
                  </a:ext>
                </a:extLst>
              </p14:cNvPr>
              <p14:cNvContentPartPr/>
              <p14:nvPr/>
            </p14:nvContentPartPr>
            <p14:xfrm>
              <a:off x="3862185" y="4003575"/>
              <a:ext cx="298440" cy="103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79280FF-17EF-3222-2E24-D1C7C088456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56065" y="3997455"/>
                <a:ext cx="3106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4D2B95B-EF1C-CBCD-0B50-C34133DD1D9F}"/>
                  </a:ext>
                </a:extLst>
              </p14:cNvPr>
              <p14:cNvContentPartPr/>
              <p14:nvPr/>
            </p14:nvContentPartPr>
            <p14:xfrm>
              <a:off x="3914745" y="4311015"/>
              <a:ext cx="307800" cy="131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4D2B95B-EF1C-CBCD-0B50-C34133DD1D9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08625" y="4304895"/>
                <a:ext cx="3200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F9380EE-E1C7-1723-81D3-62A03CD23B4A}"/>
                  </a:ext>
                </a:extLst>
              </p14:cNvPr>
              <p14:cNvContentPartPr/>
              <p14:nvPr/>
            </p14:nvContentPartPr>
            <p14:xfrm>
              <a:off x="5254305" y="3613695"/>
              <a:ext cx="210600" cy="374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F9380EE-E1C7-1723-81D3-62A03CD23B4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48185" y="3607575"/>
                <a:ext cx="222840" cy="38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4499C8D-D285-BAE7-B1C5-6F8E076EF341}"/>
              </a:ext>
            </a:extLst>
          </p:cNvPr>
          <p:cNvGrpSpPr/>
          <p:nvPr/>
        </p:nvGrpSpPr>
        <p:grpSpPr>
          <a:xfrm>
            <a:off x="4820865" y="4181775"/>
            <a:ext cx="940680" cy="425520"/>
            <a:chOff x="4820865" y="4181775"/>
            <a:chExt cx="94068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D689BA-802C-0182-8717-71A1253D4E01}"/>
                    </a:ext>
                  </a:extLst>
                </p14:cNvPr>
                <p14:cNvContentPartPr/>
                <p14:nvPr/>
              </p14:nvContentPartPr>
              <p14:xfrm>
                <a:off x="4820865" y="4181775"/>
                <a:ext cx="903600" cy="12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D689BA-802C-0182-8717-71A1253D4E0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14745" y="4175655"/>
                  <a:ext cx="915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FBD139B-45B6-8E49-F87D-C693037F7F71}"/>
                    </a:ext>
                  </a:extLst>
                </p14:cNvPr>
                <p14:cNvContentPartPr/>
                <p14:nvPr/>
              </p14:nvContentPartPr>
              <p14:xfrm>
                <a:off x="5229105" y="4235775"/>
                <a:ext cx="93600" cy="298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FBD139B-45B6-8E49-F87D-C693037F7F7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22985" y="4229655"/>
                  <a:ext cx="105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8A2865-66C1-7DDD-DA2E-80814AE2696F}"/>
                    </a:ext>
                  </a:extLst>
                </p14:cNvPr>
                <p14:cNvContentPartPr/>
                <p14:nvPr/>
              </p14:nvContentPartPr>
              <p14:xfrm>
                <a:off x="5466705" y="4355295"/>
                <a:ext cx="294840" cy="252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8A2865-66C1-7DDD-DA2E-80814AE269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60585" y="4349175"/>
                  <a:ext cx="30708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98166B1-3A1C-2929-1A34-1180BD9FDD8B}"/>
                  </a:ext>
                </a:extLst>
              </p14:cNvPr>
              <p14:cNvContentPartPr/>
              <p14:nvPr/>
            </p14:nvContentPartPr>
            <p14:xfrm>
              <a:off x="6841905" y="3710535"/>
              <a:ext cx="320400" cy="67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98166B1-3A1C-2929-1A34-1180BD9FDD8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835785" y="3704415"/>
                <a:ext cx="3326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84D9715-2A43-A6B2-3067-3F77646B93F8}"/>
                  </a:ext>
                </a:extLst>
              </p14:cNvPr>
              <p14:cNvContentPartPr/>
              <p14:nvPr/>
            </p14:nvContentPartPr>
            <p14:xfrm>
              <a:off x="6732105" y="4043895"/>
              <a:ext cx="355680" cy="385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84D9715-2A43-A6B2-3067-3F77646B93F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725985" y="4037775"/>
                <a:ext cx="36792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498C132B-92B4-B334-5616-748E5341FF96}"/>
              </a:ext>
            </a:extLst>
          </p:cNvPr>
          <p:cNvGrpSpPr/>
          <p:nvPr/>
        </p:nvGrpSpPr>
        <p:grpSpPr>
          <a:xfrm>
            <a:off x="7901385" y="3722775"/>
            <a:ext cx="873720" cy="452880"/>
            <a:chOff x="7901385" y="3722775"/>
            <a:chExt cx="87372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64A4788-FBD8-01FA-B95E-90E7AC5E2964}"/>
                    </a:ext>
                  </a:extLst>
                </p14:cNvPr>
                <p14:cNvContentPartPr/>
                <p14:nvPr/>
              </p14:nvContentPartPr>
              <p14:xfrm>
                <a:off x="7901385" y="3767775"/>
                <a:ext cx="244080" cy="363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64A4788-FBD8-01FA-B95E-90E7AC5E296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95265" y="3761655"/>
                  <a:ext cx="2563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1BDB37-1F2B-9F05-E4CC-782058B0F650}"/>
                    </a:ext>
                  </a:extLst>
                </p14:cNvPr>
                <p14:cNvContentPartPr/>
                <p14:nvPr/>
              </p14:nvContentPartPr>
              <p14:xfrm>
                <a:off x="8191545" y="3943815"/>
                <a:ext cx="79200" cy="11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1BDB37-1F2B-9F05-E4CC-782058B0F6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85425" y="3937695"/>
                  <a:ext cx="91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488FD5-663B-A5FE-C2E3-8CCAD8065094}"/>
                    </a:ext>
                  </a:extLst>
                </p14:cNvPr>
                <p14:cNvContentPartPr/>
                <p14:nvPr/>
              </p14:nvContentPartPr>
              <p14:xfrm>
                <a:off x="8365425" y="3879735"/>
                <a:ext cx="136440" cy="19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488FD5-663B-A5FE-C2E3-8CCAD806509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59305" y="3873615"/>
                  <a:ext cx="148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7D70CC5-DED7-92B8-AD3C-9A3FB62122C5}"/>
                    </a:ext>
                  </a:extLst>
                </p14:cNvPr>
                <p14:cNvContentPartPr/>
                <p14:nvPr/>
              </p14:nvContentPartPr>
              <p14:xfrm>
                <a:off x="8217105" y="3722775"/>
                <a:ext cx="362880" cy="452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7D70CC5-DED7-92B8-AD3C-9A3FB62122C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10985" y="3716655"/>
                  <a:ext cx="3751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7F32524-AA1F-2E2A-6932-427141E1F46B}"/>
                    </a:ext>
                  </a:extLst>
                </p14:cNvPr>
                <p14:cNvContentPartPr/>
                <p14:nvPr/>
              </p14:nvContentPartPr>
              <p14:xfrm>
                <a:off x="8761065" y="3961455"/>
                <a:ext cx="14040" cy="49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7F32524-AA1F-2E2A-6932-427141E1F46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54945" y="3955335"/>
                  <a:ext cx="2628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529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81EAA33B-22E3-B206-7B6E-958247D692C9}"/>
              </a:ext>
            </a:extLst>
          </p:cNvPr>
          <p:cNvGrpSpPr/>
          <p:nvPr/>
        </p:nvGrpSpPr>
        <p:grpSpPr>
          <a:xfrm>
            <a:off x="244545" y="140055"/>
            <a:ext cx="11525040" cy="1919160"/>
            <a:chOff x="244545" y="140055"/>
            <a:chExt cx="11525040" cy="19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72FF65-3226-899F-6A97-11AC17012F04}"/>
                    </a:ext>
                  </a:extLst>
                </p14:cNvPr>
                <p14:cNvContentPartPr/>
                <p14:nvPr/>
              </p14:nvContentPartPr>
              <p14:xfrm>
                <a:off x="847905" y="671775"/>
                <a:ext cx="81360" cy="704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72FF65-3226-899F-6A97-11AC17012F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1785" y="665655"/>
                  <a:ext cx="9360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55E85B-273A-6D7E-5D62-9E86DD081448}"/>
                    </a:ext>
                  </a:extLst>
                </p14:cNvPr>
                <p14:cNvContentPartPr/>
                <p14:nvPr/>
              </p14:nvContentPartPr>
              <p14:xfrm>
                <a:off x="754305" y="499335"/>
                <a:ext cx="411840" cy="504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55E85B-273A-6D7E-5D62-9E86DD0814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8185" y="493215"/>
                  <a:ext cx="4240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73789CC-C745-53CF-D837-11C61CABCDA9}"/>
                    </a:ext>
                  </a:extLst>
                </p14:cNvPr>
                <p14:cNvContentPartPr/>
                <p14:nvPr/>
              </p14:nvContentPartPr>
              <p14:xfrm>
                <a:off x="1165785" y="932055"/>
                <a:ext cx="372960" cy="339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73789CC-C745-53CF-D837-11C61CABCD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59665" y="925935"/>
                  <a:ext cx="3852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93EB84-7B5C-D511-1862-3DFBB0E3DA91}"/>
                    </a:ext>
                  </a:extLst>
                </p14:cNvPr>
                <p14:cNvContentPartPr/>
                <p14:nvPr/>
              </p14:nvContentPartPr>
              <p14:xfrm>
                <a:off x="1353705" y="650175"/>
                <a:ext cx="341640" cy="93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93EB84-7B5C-D511-1862-3DFBB0E3DA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7585" y="644055"/>
                  <a:ext cx="35388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227988-CE84-CF02-15BD-DF44B2A85EA2}"/>
                    </a:ext>
                  </a:extLst>
                </p14:cNvPr>
                <p14:cNvContentPartPr/>
                <p14:nvPr/>
              </p14:nvContentPartPr>
              <p14:xfrm>
                <a:off x="1855905" y="687255"/>
                <a:ext cx="334440" cy="56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227988-CE84-CF02-15BD-DF44B2A85E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49785" y="681135"/>
                  <a:ext cx="3466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0592C4-FBAE-BE37-CDE3-23504EEFE800}"/>
                    </a:ext>
                  </a:extLst>
                </p14:cNvPr>
                <p14:cNvContentPartPr/>
                <p14:nvPr/>
              </p14:nvContentPartPr>
              <p14:xfrm>
                <a:off x="1947345" y="955815"/>
                <a:ext cx="396000" cy="112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0592C4-FBAE-BE37-CDE3-23504EEFE8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1225" y="949695"/>
                  <a:ext cx="408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ECC2D7-B5EE-96EA-0AAD-17FE972271DE}"/>
                    </a:ext>
                  </a:extLst>
                </p14:cNvPr>
                <p14:cNvContentPartPr/>
                <p14:nvPr/>
              </p14:nvContentPartPr>
              <p14:xfrm>
                <a:off x="2912505" y="633615"/>
                <a:ext cx="230760" cy="250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ECC2D7-B5EE-96EA-0AAD-17FE972271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06385" y="627495"/>
                  <a:ext cx="243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C1F17E-CCBB-E23D-C0E5-77C83E255777}"/>
                    </a:ext>
                  </a:extLst>
                </p14:cNvPr>
                <p14:cNvContentPartPr/>
                <p14:nvPr/>
              </p14:nvContentPartPr>
              <p14:xfrm>
                <a:off x="3261345" y="728655"/>
                <a:ext cx="342720" cy="26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C1F17E-CCBB-E23D-C0E5-77C83E2557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55225" y="722535"/>
                  <a:ext cx="354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30D006-6EBE-F657-1F3D-639F2135117B}"/>
                    </a:ext>
                  </a:extLst>
                </p14:cNvPr>
                <p14:cNvContentPartPr/>
                <p14:nvPr/>
              </p14:nvContentPartPr>
              <p14:xfrm>
                <a:off x="3635385" y="505095"/>
                <a:ext cx="245520" cy="487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30D006-6EBE-F657-1F3D-639F213511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29265" y="498975"/>
                  <a:ext cx="25776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B5BECD-B8E9-D018-7599-1F19F9EA1847}"/>
                    </a:ext>
                  </a:extLst>
                </p14:cNvPr>
                <p14:cNvContentPartPr/>
                <p14:nvPr/>
              </p14:nvContentPartPr>
              <p14:xfrm>
                <a:off x="4150905" y="540375"/>
                <a:ext cx="48600" cy="39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B5BECD-B8E9-D018-7599-1F19F9EA18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44785" y="534255"/>
                  <a:ext cx="608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9EBA8B-21C4-A7F1-ABAB-ED2771875A1F}"/>
                    </a:ext>
                  </a:extLst>
                </p14:cNvPr>
                <p14:cNvContentPartPr/>
                <p14:nvPr/>
              </p14:nvContentPartPr>
              <p14:xfrm>
                <a:off x="4165665" y="462255"/>
                <a:ext cx="298800" cy="564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9EBA8B-21C4-A7F1-ABAB-ED2771875A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9545" y="456135"/>
                  <a:ext cx="3110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96ADEC-3BD5-CC7D-363D-363886E008E7}"/>
                    </a:ext>
                  </a:extLst>
                </p14:cNvPr>
                <p14:cNvContentPartPr/>
                <p14:nvPr/>
              </p14:nvContentPartPr>
              <p14:xfrm>
                <a:off x="4158105" y="344895"/>
                <a:ext cx="648000" cy="943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96ADEC-3BD5-CC7D-363D-363886E008E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1985" y="338775"/>
                  <a:ext cx="660240" cy="9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1E7D4E7-AD45-148F-AA8D-417B1113E81D}"/>
                    </a:ext>
                  </a:extLst>
                </p14:cNvPr>
                <p14:cNvContentPartPr/>
                <p14:nvPr/>
              </p14:nvContentPartPr>
              <p14:xfrm>
                <a:off x="5258625" y="628935"/>
                <a:ext cx="213120" cy="88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1E7D4E7-AD45-148F-AA8D-417B1113E8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52505" y="622815"/>
                  <a:ext cx="225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9F2348-E78F-B218-0CF1-6380873CD9EC}"/>
                    </a:ext>
                  </a:extLst>
                </p14:cNvPr>
                <p14:cNvContentPartPr/>
                <p14:nvPr/>
              </p14:nvContentPartPr>
              <p14:xfrm>
                <a:off x="5274825" y="870495"/>
                <a:ext cx="273600" cy="83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9F2348-E78F-B218-0CF1-6380873CD9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68705" y="864375"/>
                  <a:ext cx="285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1A76A6-CB68-F551-38D8-0D2BAC257FEE}"/>
                    </a:ext>
                  </a:extLst>
                </p14:cNvPr>
                <p14:cNvContentPartPr/>
                <p14:nvPr/>
              </p14:nvContentPartPr>
              <p14:xfrm>
                <a:off x="5865585" y="474495"/>
                <a:ext cx="71280" cy="64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1A76A6-CB68-F551-38D8-0D2BAC257F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59465" y="468375"/>
                  <a:ext cx="8352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5C00F1-5427-C87E-6D0B-2DBF6FC29E80}"/>
                    </a:ext>
                  </a:extLst>
                </p14:cNvPr>
                <p14:cNvContentPartPr/>
                <p14:nvPr/>
              </p14:nvContentPartPr>
              <p14:xfrm>
                <a:off x="5893305" y="347775"/>
                <a:ext cx="431280" cy="37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5C00F1-5427-C87E-6D0B-2DBF6FC29E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87185" y="341655"/>
                  <a:ext cx="4435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0EF287-B0DD-92A6-C6DD-63DEABA902A1}"/>
                    </a:ext>
                  </a:extLst>
                </p14:cNvPr>
                <p14:cNvContentPartPr/>
                <p14:nvPr/>
              </p14:nvContentPartPr>
              <p14:xfrm>
                <a:off x="6437625" y="410055"/>
                <a:ext cx="302760" cy="65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0EF287-B0DD-92A6-C6DD-63DEABA902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31505" y="403935"/>
                  <a:ext cx="3150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6159E7-6025-9E5A-1EB1-FB575DB0425D}"/>
                    </a:ext>
                  </a:extLst>
                </p14:cNvPr>
                <p14:cNvContentPartPr/>
                <p14:nvPr/>
              </p14:nvContentPartPr>
              <p14:xfrm>
                <a:off x="6878625" y="513015"/>
                <a:ext cx="215280" cy="457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6159E7-6025-9E5A-1EB1-FB575DB042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72505" y="506895"/>
                  <a:ext cx="2275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B400FA0-042B-1168-4A3B-ADE619382E29}"/>
                    </a:ext>
                  </a:extLst>
                </p14:cNvPr>
                <p14:cNvContentPartPr/>
                <p14:nvPr/>
              </p14:nvContentPartPr>
              <p14:xfrm>
                <a:off x="7011105" y="667815"/>
                <a:ext cx="149040" cy="72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B400FA0-042B-1168-4A3B-ADE619382E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04985" y="661695"/>
                  <a:ext cx="161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92BC42-FD9F-CC24-9D96-861D4B1C7B97}"/>
                    </a:ext>
                  </a:extLst>
                </p14:cNvPr>
                <p14:cNvContentPartPr/>
                <p14:nvPr/>
              </p14:nvContentPartPr>
              <p14:xfrm>
                <a:off x="7165185" y="362895"/>
                <a:ext cx="259920" cy="76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92BC42-FD9F-CC24-9D96-861D4B1C7B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59065" y="356775"/>
                  <a:ext cx="2721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08FF3D-06B1-8E63-E260-DAB27165CDE8}"/>
                    </a:ext>
                  </a:extLst>
                </p14:cNvPr>
                <p14:cNvContentPartPr/>
                <p14:nvPr/>
              </p14:nvContentPartPr>
              <p14:xfrm>
                <a:off x="8070585" y="497175"/>
                <a:ext cx="321480" cy="27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08FF3D-06B1-8E63-E260-DAB27165CD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64465" y="491055"/>
                  <a:ext cx="333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233989-57C2-0355-9E8D-628658344B17}"/>
                    </a:ext>
                  </a:extLst>
                </p14:cNvPr>
                <p14:cNvContentPartPr/>
                <p14:nvPr/>
              </p14:nvContentPartPr>
              <p14:xfrm>
                <a:off x="8100105" y="518775"/>
                <a:ext cx="213120" cy="241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233989-57C2-0355-9E8D-628658344B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93985" y="512655"/>
                  <a:ext cx="225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2B4214-EF50-DA29-6A92-1411EC36CE9F}"/>
                    </a:ext>
                  </a:extLst>
                </p14:cNvPr>
                <p14:cNvContentPartPr/>
                <p14:nvPr/>
              </p14:nvContentPartPr>
              <p14:xfrm>
                <a:off x="8278665" y="480615"/>
                <a:ext cx="90720" cy="42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2B4214-EF50-DA29-6A92-1411EC36CE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2545" y="474495"/>
                  <a:ext cx="1029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0EBC3A-A807-E0D6-07AC-25A12B64690E}"/>
                    </a:ext>
                  </a:extLst>
                </p14:cNvPr>
                <p14:cNvContentPartPr/>
                <p14:nvPr/>
              </p14:nvContentPartPr>
              <p14:xfrm>
                <a:off x="7967625" y="555495"/>
                <a:ext cx="472320" cy="34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0EBC3A-A807-E0D6-07AC-25A12B6469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61505" y="549375"/>
                  <a:ext cx="484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21B1128-7F00-95A0-5A78-6301D37C698D}"/>
                    </a:ext>
                  </a:extLst>
                </p14:cNvPr>
                <p14:cNvContentPartPr/>
                <p14:nvPr/>
              </p14:nvContentPartPr>
              <p14:xfrm>
                <a:off x="8793825" y="452895"/>
                <a:ext cx="80640" cy="47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21B1128-7F00-95A0-5A78-6301D37C69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87705" y="446775"/>
                  <a:ext cx="928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D167DFC-82C6-0832-1865-B8F309B2F5C0}"/>
                    </a:ext>
                  </a:extLst>
                </p14:cNvPr>
                <p14:cNvContentPartPr/>
                <p14:nvPr/>
              </p14:nvContentPartPr>
              <p14:xfrm>
                <a:off x="8896785" y="245175"/>
                <a:ext cx="236160" cy="338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D167DFC-82C6-0832-1865-B8F309B2F5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90665" y="239055"/>
                  <a:ext cx="2484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FEAD5A-C836-55AC-265B-288B39F3E65D}"/>
                    </a:ext>
                  </a:extLst>
                </p14:cNvPr>
                <p14:cNvContentPartPr/>
                <p14:nvPr/>
              </p14:nvContentPartPr>
              <p14:xfrm>
                <a:off x="9370185" y="227535"/>
                <a:ext cx="429120" cy="691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FEAD5A-C836-55AC-265B-288B39F3E6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64065" y="221415"/>
                  <a:ext cx="4413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33AFC3D-078F-6E27-82B8-7A107BF0F5D4}"/>
                    </a:ext>
                  </a:extLst>
                </p14:cNvPr>
                <p14:cNvContentPartPr/>
                <p14:nvPr/>
              </p14:nvContentPartPr>
              <p14:xfrm>
                <a:off x="10321665" y="264615"/>
                <a:ext cx="641160" cy="80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33AFC3D-078F-6E27-82B8-7A107BF0F5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15545" y="258495"/>
                  <a:ext cx="653400" cy="8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A141F7-FD6B-3591-E422-848039D6A88D}"/>
                    </a:ext>
                  </a:extLst>
                </p14:cNvPr>
                <p14:cNvContentPartPr/>
                <p14:nvPr/>
              </p14:nvContentPartPr>
              <p14:xfrm>
                <a:off x="10777065" y="538215"/>
                <a:ext cx="214920" cy="40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A141F7-FD6B-3591-E422-848039D6A88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70945" y="532095"/>
                  <a:ext cx="2271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F21CCF-CF61-C8F7-B354-7628B73EE28F}"/>
                    </a:ext>
                  </a:extLst>
                </p14:cNvPr>
                <p14:cNvContentPartPr/>
                <p14:nvPr/>
              </p14:nvContentPartPr>
              <p14:xfrm>
                <a:off x="10736025" y="626775"/>
                <a:ext cx="362520" cy="25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F21CCF-CF61-C8F7-B354-7628B73EE2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29905" y="620655"/>
                  <a:ext cx="374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E2E2D4-E345-DBDF-A464-23AAE3A03469}"/>
                    </a:ext>
                  </a:extLst>
                </p14:cNvPr>
                <p14:cNvContentPartPr/>
                <p14:nvPr/>
              </p14:nvContentPartPr>
              <p14:xfrm>
                <a:off x="10763385" y="181815"/>
                <a:ext cx="694800" cy="96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E2E2D4-E345-DBDF-A464-23AAE3A034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57265" y="175695"/>
                  <a:ext cx="707040" cy="9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F5FD503-68A0-611C-ACBD-A7111725D114}"/>
                    </a:ext>
                  </a:extLst>
                </p14:cNvPr>
                <p14:cNvContentPartPr/>
                <p14:nvPr/>
              </p14:nvContentPartPr>
              <p14:xfrm>
                <a:off x="8851065" y="1266495"/>
                <a:ext cx="103320" cy="540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F5FD503-68A0-611C-ACBD-A7111725D1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44945" y="1260375"/>
                  <a:ext cx="1155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B2A2D8-5F66-AC5F-8DAA-1731040258ED}"/>
                    </a:ext>
                  </a:extLst>
                </p14:cNvPr>
                <p14:cNvContentPartPr/>
                <p14:nvPr/>
              </p14:nvContentPartPr>
              <p14:xfrm>
                <a:off x="9882465" y="340935"/>
                <a:ext cx="111240" cy="495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B2A2D8-5F66-AC5F-8DAA-1731040258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76345" y="334815"/>
                  <a:ext cx="1234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375B11-44AC-D175-DBD7-9E2D621C4C64}"/>
                    </a:ext>
                  </a:extLst>
                </p14:cNvPr>
                <p14:cNvContentPartPr/>
                <p14:nvPr/>
              </p14:nvContentPartPr>
              <p14:xfrm>
                <a:off x="9886425" y="243015"/>
                <a:ext cx="326160" cy="611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375B11-44AC-D175-DBD7-9E2D621C4C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80305" y="236895"/>
                  <a:ext cx="3384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45E397-1D56-5DEA-434D-3916FEA8E360}"/>
                    </a:ext>
                  </a:extLst>
                </p14:cNvPr>
                <p14:cNvContentPartPr/>
                <p14:nvPr/>
              </p14:nvContentPartPr>
              <p14:xfrm>
                <a:off x="280905" y="487815"/>
                <a:ext cx="221040" cy="140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45E397-1D56-5DEA-434D-3916FEA8E3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4785" y="481695"/>
                  <a:ext cx="233280" cy="14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B4ABFB-53BB-5950-E87D-F2BBA375C64E}"/>
                    </a:ext>
                  </a:extLst>
                </p14:cNvPr>
                <p14:cNvContentPartPr/>
                <p14:nvPr/>
              </p14:nvContentPartPr>
              <p14:xfrm>
                <a:off x="463425" y="229695"/>
                <a:ext cx="3252960" cy="28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B4ABFB-53BB-5950-E87D-F2BBA375C6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305" y="223575"/>
                  <a:ext cx="32652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32A931-717B-68DC-0CCD-7B795DC8A0AF}"/>
                    </a:ext>
                  </a:extLst>
                </p14:cNvPr>
                <p14:cNvContentPartPr/>
                <p14:nvPr/>
              </p14:nvContentPartPr>
              <p14:xfrm>
                <a:off x="244545" y="1802535"/>
                <a:ext cx="10888560" cy="256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32A931-717B-68DC-0CCD-7B795DC8A0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8425" y="1796415"/>
                  <a:ext cx="109008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79480F2-87CE-D740-467F-402409C54A9A}"/>
                    </a:ext>
                  </a:extLst>
                </p14:cNvPr>
                <p14:cNvContentPartPr/>
                <p14:nvPr/>
              </p14:nvContentPartPr>
              <p14:xfrm>
                <a:off x="3843465" y="140055"/>
                <a:ext cx="7926120" cy="1791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79480F2-87CE-D740-467F-402409C54A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37345" y="133935"/>
                  <a:ext cx="7938360" cy="180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678DA0F-A6D2-3349-3DB2-7A38F209117E}"/>
              </a:ext>
            </a:extLst>
          </p:cNvPr>
          <p:cNvGrpSpPr/>
          <p:nvPr/>
        </p:nvGrpSpPr>
        <p:grpSpPr>
          <a:xfrm>
            <a:off x="414825" y="2210415"/>
            <a:ext cx="1884600" cy="1004760"/>
            <a:chOff x="414825" y="2210415"/>
            <a:chExt cx="1884600" cy="10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C81651-989C-DFBC-D19D-ADBB42576E4C}"/>
                    </a:ext>
                  </a:extLst>
                </p14:cNvPr>
                <p14:cNvContentPartPr/>
                <p14:nvPr/>
              </p14:nvContentPartPr>
              <p14:xfrm>
                <a:off x="414825" y="2501655"/>
                <a:ext cx="63360" cy="33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C81651-989C-DFBC-D19D-ADBB42576E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8705" y="2495535"/>
                  <a:ext cx="756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DAAEDC-97A5-CAB6-B66C-E59D82F79B81}"/>
                    </a:ext>
                  </a:extLst>
                </p14:cNvPr>
                <p14:cNvContentPartPr/>
                <p14:nvPr/>
              </p14:nvContentPartPr>
              <p14:xfrm>
                <a:off x="501225" y="2210415"/>
                <a:ext cx="335520" cy="61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DAAEDC-97A5-CAB6-B66C-E59D82F79B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5105" y="2204295"/>
                  <a:ext cx="3477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58793E-9658-0406-9BF6-8637FDCBB554}"/>
                    </a:ext>
                  </a:extLst>
                </p14:cNvPr>
                <p14:cNvContentPartPr/>
                <p14:nvPr/>
              </p14:nvContentPartPr>
              <p14:xfrm>
                <a:off x="933945" y="2547375"/>
                <a:ext cx="253800" cy="191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58793E-9658-0406-9BF6-8637FDCBB5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7825" y="2541255"/>
                  <a:ext cx="266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B343BF5-6203-163C-DC1A-906E584FAB43}"/>
                    </a:ext>
                  </a:extLst>
                </p14:cNvPr>
                <p14:cNvContentPartPr/>
                <p14:nvPr/>
              </p14:nvContentPartPr>
              <p14:xfrm>
                <a:off x="1207545" y="2556375"/>
                <a:ext cx="365400" cy="658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B343BF5-6203-163C-DC1A-906E584FAB4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01425" y="2550255"/>
                  <a:ext cx="37764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1B46F39-E882-7056-1E79-2054D8528A56}"/>
                    </a:ext>
                  </a:extLst>
                </p14:cNvPr>
                <p14:cNvContentPartPr/>
                <p14:nvPr/>
              </p14:nvContentPartPr>
              <p14:xfrm>
                <a:off x="1688145" y="2594895"/>
                <a:ext cx="164880" cy="295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1B46F39-E882-7056-1E79-2054D8528A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82025" y="2588775"/>
                  <a:ext cx="177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DE8645-CA91-1539-794E-ABC66847ECAB}"/>
                    </a:ext>
                  </a:extLst>
                </p14:cNvPr>
                <p14:cNvContentPartPr/>
                <p14:nvPr/>
              </p14:nvContentPartPr>
              <p14:xfrm>
                <a:off x="2044545" y="2438295"/>
                <a:ext cx="40320" cy="123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DE8645-CA91-1539-794E-ABC66847EC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8425" y="2432175"/>
                  <a:ext cx="52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CD04E28-4D87-A280-A826-BC02715FFF1A}"/>
                    </a:ext>
                  </a:extLst>
                </p14:cNvPr>
                <p14:cNvContentPartPr/>
                <p14:nvPr/>
              </p14:nvContentPartPr>
              <p14:xfrm>
                <a:off x="2058225" y="2639535"/>
                <a:ext cx="241200" cy="223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CD04E28-4D87-A280-A826-BC02715FFF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52105" y="2633415"/>
                  <a:ext cx="2534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CFA879C-F09F-2381-635C-D3FAF7A5C3B7}"/>
              </a:ext>
            </a:extLst>
          </p:cNvPr>
          <p:cNvGrpSpPr/>
          <p:nvPr/>
        </p:nvGrpSpPr>
        <p:grpSpPr>
          <a:xfrm>
            <a:off x="2945265" y="2361615"/>
            <a:ext cx="2717640" cy="512280"/>
            <a:chOff x="2945265" y="2361615"/>
            <a:chExt cx="271764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2AAE8E-B169-F835-0832-FC4D3124E1DA}"/>
                    </a:ext>
                  </a:extLst>
                </p14:cNvPr>
                <p14:cNvContentPartPr/>
                <p14:nvPr/>
              </p14:nvContentPartPr>
              <p14:xfrm>
                <a:off x="2945265" y="2361615"/>
                <a:ext cx="673560" cy="42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2AAE8E-B169-F835-0832-FC4D3124E1D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39145" y="2355495"/>
                  <a:ext cx="685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50B1BD-92A2-B343-0A77-923F2343F4BE}"/>
                    </a:ext>
                  </a:extLst>
                </p14:cNvPr>
                <p14:cNvContentPartPr/>
                <p14:nvPr/>
              </p14:nvContentPartPr>
              <p14:xfrm>
                <a:off x="3212385" y="2441175"/>
                <a:ext cx="78840" cy="358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50B1BD-92A2-B343-0A77-923F2343F4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06265" y="2435055"/>
                  <a:ext cx="91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D5175D1-109B-9165-E56E-41B49FF062D2}"/>
                    </a:ext>
                  </a:extLst>
                </p14:cNvPr>
                <p14:cNvContentPartPr/>
                <p14:nvPr/>
              </p14:nvContentPartPr>
              <p14:xfrm>
                <a:off x="3522705" y="2510295"/>
                <a:ext cx="740880" cy="363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D5175D1-109B-9165-E56E-41B49FF062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16585" y="2504175"/>
                  <a:ext cx="7531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D21E76-BCA6-3FE6-976B-34BF56ABB824}"/>
                    </a:ext>
                  </a:extLst>
                </p14:cNvPr>
                <p14:cNvContentPartPr/>
                <p14:nvPr/>
              </p14:nvContentPartPr>
              <p14:xfrm>
                <a:off x="4348185" y="2619375"/>
                <a:ext cx="261720" cy="225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D21E76-BCA6-3FE6-976B-34BF56ABB8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42065" y="2613255"/>
                  <a:ext cx="273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1C62D8-4903-36CF-FCCF-FE0E619AE69F}"/>
                    </a:ext>
                  </a:extLst>
                </p14:cNvPr>
                <p14:cNvContentPartPr/>
                <p14:nvPr/>
              </p14:nvContentPartPr>
              <p14:xfrm>
                <a:off x="4703865" y="2601015"/>
                <a:ext cx="827280" cy="210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1C62D8-4903-36CF-FCCF-FE0E619AE6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97745" y="2594895"/>
                  <a:ext cx="839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6A9B37D-E053-0233-A359-E0DE4E1AD416}"/>
                    </a:ext>
                  </a:extLst>
                </p14:cNvPr>
                <p14:cNvContentPartPr/>
                <p14:nvPr/>
              </p14:nvContentPartPr>
              <p14:xfrm>
                <a:off x="5639505" y="2660415"/>
                <a:ext cx="23400" cy="29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6A9B37D-E053-0233-A359-E0DE4E1AD4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33385" y="2654295"/>
                  <a:ext cx="356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BC145FF-FF54-1660-B53F-1018536F5F7D}"/>
              </a:ext>
            </a:extLst>
          </p:cNvPr>
          <p:cNvGrpSpPr/>
          <p:nvPr/>
        </p:nvGrpSpPr>
        <p:grpSpPr>
          <a:xfrm>
            <a:off x="1109625" y="3832215"/>
            <a:ext cx="346680" cy="694440"/>
            <a:chOff x="1109625" y="3832215"/>
            <a:chExt cx="346680" cy="6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DADDB1-C214-BA0E-30A0-A2FFE59134A7}"/>
                    </a:ext>
                  </a:extLst>
                </p14:cNvPr>
                <p14:cNvContentPartPr/>
                <p14:nvPr/>
              </p14:nvContentPartPr>
              <p14:xfrm>
                <a:off x="1109625" y="4037775"/>
                <a:ext cx="56520" cy="488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DADDB1-C214-BA0E-30A0-A2FFE59134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3505" y="4031655"/>
                  <a:ext cx="687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43AEA9-D3CC-BC77-7A5C-3E330591421F}"/>
                    </a:ext>
                  </a:extLst>
                </p14:cNvPr>
                <p14:cNvContentPartPr/>
                <p14:nvPr/>
              </p14:nvContentPartPr>
              <p14:xfrm>
                <a:off x="1109625" y="3832215"/>
                <a:ext cx="346680" cy="373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43AEA9-D3CC-BC77-7A5C-3E33059142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3505" y="3826095"/>
                  <a:ext cx="35892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ADF57C3-40E8-ECD1-BD2B-0EA819BE6251}"/>
              </a:ext>
            </a:extLst>
          </p:cNvPr>
          <p:cNvGrpSpPr/>
          <p:nvPr/>
        </p:nvGrpSpPr>
        <p:grpSpPr>
          <a:xfrm>
            <a:off x="1653225" y="3698295"/>
            <a:ext cx="1902600" cy="971280"/>
            <a:chOff x="1653225" y="3698295"/>
            <a:chExt cx="190260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565A7D-61C2-0F61-792D-93FFCE79E938}"/>
                    </a:ext>
                  </a:extLst>
                </p14:cNvPr>
                <p14:cNvContentPartPr/>
                <p14:nvPr/>
              </p14:nvContentPartPr>
              <p14:xfrm>
                <a:off x="1776345" y="3948135"/>
                <a:ext cx="359280" cy="53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565A7D-61C2-0F61-792D-93FFCE79E9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70225" y="3942015"/>
                  <a:ext cx="37152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30DDD94-9967-9960-0FE7-29D4EC7DA5DD}"/>
                    </a:ext>
                  </a:extLst>
                </p14:cNvPr>
                <p14:cNvContentPartPr/>
                <p14:nvPr/>
              </p14:nvContentPartPr>
              <p14:xfrm>
                <a:off x="1821705" y="4113015"/>
                <a:ext cx="367200" cy="74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30DDD94-9967-9960-0FE7-29D4EC7DA5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15585" y="4106895"/>
                  <a:ext cx="379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B139401-DBEA-3A1D-D5F8-69EA071BE78E}"/>
                    </a:ext>
                  </a:extLst>
                </p14:cNvPr>
                <p14:cNvContentPartPr/>
                <p14:nvPr/>
              </p14:nvContentPartPr>
              <p14:xfrm>
                <a:off x="1653225" y="3698295"/>
                <a:ext cx="245520" cy="971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B139401-DBEA-3A1D-D5F8-69EA071BE78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47105" y="3692175"/>
                  <a:ext cx="25776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341A23-F01C-D8EE-4A00-6923D4CFAA07}"/>
                    </a:ext>
                  </a:extLst>
                </p14:cNvPr>
                <p14:cNvContentPartPr/>
                <p14:nvPr/>
              </p14:nvContentPartPr>
              <p14:xfrm>
                <a:off x="2461425" y="4014735"/>
                <a:ext cx="243720" cy="266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341A23-F01C-D8EE-4A00-6923D4CFAA0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55305" y="4008615"/>
                  <a:ext cx="255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E3D161-A14A-8087-ADB8-0472958BCFC1}"/>
                    </a:ext>
                  </a:extLst>
                </p14:cNvPr>
                <p14:cNvContentPartPr/>
                <p14:nvPr/>
              </p14:nvContentPartPr>
              <p14:xfrm>
                <a:off x="2858505" y="4074495"/>
                <a:ext cx="386640" cy="217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E3D161-A14A-8087-ADB8-0472958BCF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52385" y="4068375"/>
                  <a:ext cx="398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BF8EFE-62B4-282B-51B1-292590A58B9B}"/>
                    </a:ext>
                  </a:extLst>
                </p14:cNvPr>
                <p14:cNvContentPartPr/>
                <p14:nvPr/>
              </p14:nvContentPartPr>
              <p14:xfrm>
                <a:off x="3388065" y="3848055"/>
                <a:ext cx="167760" cy="430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BF8EFE-62B4-282B-51B1-292590A58B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81945" y="3841935"/>
                  <a:ext cx="18000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FC5D310-0A31-4EFB-1460-F5016C20848D}"/>
              </a:ext>
            </a:extLst>
          </p:cNvPr>
          <p:cNvGrpSpPr/>
          <p:nvPr/>
        </p:nvGrpSpPr>
        <p:grpSpPr>
          <a:xfrm>
            <a:off x="4263585" y="3382575"/>
            <a:ext cx="739080" cy="877680"/>
            <a:chOff x="4263585" y="3382575"/>
            <a:chExt cx="739080" cy="87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296828E-8AB1-335B-6FFC-795A006A5BA7}"/>
                    </a:ext>
                  </a:extLst>
                </p14:cNvPr>
                <p14:cNvContentPartPr/>
                <p14:nvPr/>
              </p14:nvContentPartPr>
              <p14:xfrm>
                <a:off x="4263585" y="3707655"/>
                <a:ext cx="81000" cy="334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296828E-8AB1-335B-6FFC-795A006A5B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57465" y="3701535"/>
                  <a:ext cx="93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8A603F7-6372-D4B9-7CE2-41E5CC8066F0}"/>
                    </a:ext>
                  </a:extLst>
                </p14:cNvPr>
                <p14:cNvContentPartPr/>
                <p14:nvPr/>
              </p14:nvContentPartPr>
              <p14:xfrm>
                <a:off x="4403625" y="3571575"/>
                <a:ext cx="199800" cy="428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8A603F7-6372-D4B9-7CE2-41E5CC8066F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97505" y="3565455"/>
                  <a:ext cx="2120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5BD9A5-CAE7-F7B7-8BD4-38083D636EE5}"/>
                    </a:ext>
                  </a:extLst>
                </p14:cNvPr>
                <p14:cNvContentPartPr/>
                <p14:nvPr/>
              </p14:nvContentPartPr>
              <p14:xfrm>
                <a:off x="4464465" y="3382575"/>
                <a:ext cx="538200" cy="877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5BD9A5-CAE7-F7B7-8BD4-38083D636E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58345" y="3376455"/>
                  <a:ext cx="550440" cy="88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502737D-CF65-30AC-35B8-8CA238694380}"/>
              </a:ext>
            </a:extLst>
          </p:cNvPr>
          <p:cNvGrpSpPr/>
          <p:nvPr/>
        </p:nvGrpSpPr>
        <p:grpSpPr>
          <a:xfrm>
            <a:off x="6037305" y="3861015"/>
            <a:ext cx="521640" cy="328320"/>
            <a:chOff x="6037305" y="3861015"/>
            <a:chExt cx="52164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A077C63-09C4-8CF4-B4F7-95A9070F94CE}"/>
                    </a:ext>
                  </a:extLst>
                </p14:cNvPr>
                <p14:cNvContentPartPr/>
                <p14:nvPr/>
              </p14:nvContentPartPr>
              <p14:xfrm>
                <a:off x="6037305" y="3861015"/>
                <a:ext cx="264240" cy="66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A077C63-09C4-8CF4-B4F7-95A9070F94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31185" y="3854895"/>
                  <a:ext cx="276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E186F4-2E31-A4D2-C43E-C152EF0F198F}"/>
                    </a:ext>
                  </a:extLst>
                </p14:cNvPr>
                <p14:cNvContentPartPr/>
                <p14:nvPr/>
              </p14:nvContentPartPr>
              <p14:xfrm>
                <a:off x="6096705" y="4109775"/>
                <a:ext cx="462240" cy="79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E186F4-2E31-A4D2-C43E-C152EF0F198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90585" y="4103655"/>
                  <a:ext cx="4744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EB7A9F6-7227-F66A-B683-CEB742FE8D89}"/>
              </a:ext>
            </a:extLst>
          </p:cNvPr>
          <p:cNvGrpSpPr/>
          <p:nvPr/>
        </p:nvGrpSpPr>
        <p:grpSpPr>
          <a:xfrm>
            <a:off x="6949905" y="3308775"/>
            <a:ext cx="322920" cy="680760"/>
            <a:chOff x="6949905" y="3308775"/>
            <a:chExt cx="322920" cy="68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D37D127-7A27-8235-D60D-65AD5BBD0D4D}"/>
                    </a:ext>
                  </a:extLst>
                </p14:cNvPr>
                <p14:cNvContentPartPr/>
                <p14:nvPr/>
              </p14:nvContentPartPr>
              <p14:xfrm>
                <a:off x="6949905" y="3458535"/>
                <a:ext cx="56520" cy="531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D37D127-7A27-8235-D60D-65AD5BBD0D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43785" y="3452415"/>
                  <a:ext cx="687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A9A337-65CA-ADED-3107-BA4413B290DD}"/>
                    </a:ext>
                  </a:extLst>
                </p14:cNvPr>
                <p14:cNvContentPartPr/>
                <p14:nvPr/>
              </p14:nvContentPartPr>
              <p14:xfrm>
                <a:off x="7064385" y="3308775"/>
                <a:ext cx="208440" cy="335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A9A337-65CA-ADED-3107-BA4413B290D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58265" y="3302655"/>
                  <a:ext cx="22068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EC86A0B-782B-F4BB-AE27-B3B840F46728}"/>
              </a:ext>
            </a:extLst>
          </p:cNvPr>
          <p:cNvGrpSpPr/>
          <p:nvPr/>
        </p:nvGrpSpPr>
        <p:grpSpPr>
          <a:xfrm>
            <a:off x="7602945" y="3257655"/>
            <a:ext cx="707760" cy="891000"/>
            <a:chOff x="7602945" y="3257655"/>
            <a:chExt cx="707760" cy="8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A4D36E-8972-4C55-D8C3-1CF60FAE450F}"/>
                    </a:ext>
                  </a:extLst>
                </p14:cNvPr>
                <p14:cNvContentPartPr/>
                <p14:nvPr/>
              </p14:nvContentPartPr>
              <p14:xfrm>
                <a:off x="7602945" y="3257655"/>
                <a:ext cx="342360" cy="891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A4D36E-8972-4C55-D8C3-1CF60FAE45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96825" y="3251535"/>
                  <a:ext cx="35460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AA4CA62-47F7-2757-AE18-908F00F0511F}"/>
                    </a:ext>
                  </a:extLst>
                </p14:cNvPr>
                <p14:cNvContentPartPr/>
                <p14:nvPr/>
              </p14:nvContentPartPr>
              <p14:xfrm>
                <a:off x="8032425" y="3488415"/>
                <a:ext cx="48600" cy="335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AA4CA62-47F7-2757-AE18-908F00F0511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26305" y="3482295"/>
                  <a:ext cx="608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994309C-B1C7-7134-C8DA-D00F993A9E01}"/>
                    </a:ext>
                  </a:extLst>
                </p14:cNvPr>
                <p14:cNvContentPartPr/>
                <p14:nvPr/>
              </p14:nvContentPartPr>
              <p14:xfrm>
                <a:off x="8073825" y="3354495"/>
                <a:ext cx="236880" cy="48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994309C-B1C7-7134-C8DA-D00F993A9E0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67705" y="3348375"/>
                  <a:ext cx="249120" cy="50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C8D9447-BDCB-00BF-D983-DC0D984BC766}"/>
              </a:ext>
            </a:extLst>
          </p:cNvPr>
          <p:cNvGrpSpPr/>
          <p:nvPr/>
        </p:nvGrpSpPr>
        <p:grpSpPr>
          <a:xfrm>
            <a:off x="9094785" y="3105735"/>
            <a:ext cx="2265120" cy="866520"/>
            <a:chOff x="9094785" y="3105735"/>
            <a:chExt cx="2265120" cy="86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F55D12-66A2-6555-C0B3-64A1B1386FD4}"/>
                    </a:ext>
                  </a:extLst>
                </p14:cNvPr>
                <p14:cNvContentPartPr/>
                <p14:nvPr/>
              </p14:nvContentPartPr>
              <p14:xfrm>
                <a:off x="9094785" y="3426855"/>
                <a:ext cx="250560" cy="33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F55D12-66A2-6555-C0B3-64A1B1386F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88665" y="3420735"/>
                  <a:ext cx="2628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4C318C-63F9-44AB-E277-D4C072F8FFF8}"/>
                    </a:ext>
                  </a:extLst>
                </p14:cNvPr>
                <p14:cNvContentPartPr/>
                <p14:nvPr/>
              </p14:nvContentPartPr>
              <p14:xfrm>
                <a:off x="9554865" y="3478695"/>
                <a:ext cx="300600" cy="304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4C318C-63F9-44AB-E277-D4C072F8FFF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48745" y="3472575"/>
                  <a:ext cx="312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89023F-09D5-D5E6-6159-90C93768D751}"/>
                    </a:ext>
                  </a:extLst>
                </p14:cNvPr>
                <p14:cNvContentPartPr/>
                <p14:nvPr/>
              </p14:nvContentPartPr>
              <p14:xfrm>
                <a:off x="10041225" y="3287175"/>
                <a:ext cx="293040" cy="381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89023F-09D5-D5E6-6159-90C93768D7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35105" y="3281055"/>
                  <a:ext cx="3052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C59E90C-6FE1-BF00-21BF-A6B774CE156E}"/>
                    </a:ext>
                  </a:extLst>
                </p14:cNvPr>
                <p14:cNvContentPartPr/>
                <p14:nvPr/>
              </p14:nvContentPartPr>
              <p14:xfrm>
                <a:off x="10482945" y="3223095"/>
                <a:ext cx="401400" cy="55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C59E90C-6FE1-BF00-21BF-A6B774CE15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76825" y="3216975"/>
                  <a:ext cx="4136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0BE5FFF-605B-ABE8-2792-FF0F7D2723F1}"/>
                    </a:ext>
                  </a:extLst>
                </p14:cNvPr>
                <p14:cNvContentPartPr/>
                <p14:nvPr/>
              </p14:nvContentPartPr>
              <p14:xfrm>
                <a:off x="10596705" y="3423615"/>
                <a:ext cx="345600" cy="57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0BE5FFF-605B-ABE8-2792-FF0F7D2723F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90585" y="3417495"/>
                  <a:ext cx="357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14EB40-FCFD-13DB-50DC-D35C9BB548C5}"/>
                    </a:ext>
                  </a:extLst>
                </p14:cNvPr>
                <p14:cNvContentPartPr/>
                <p14:nvPr/>
              </p14:nvContentPartPr>
              <p14:xfrm>
                <a:off x="10697145" y="3105735"/>
                <a:ext cx="662760" cy="866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14EB40-FCFD-13DB-50DC-D35C9BB548C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91025" y="3099615"/>
                  <a:ext cx="67500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5EDCB1-B658-54F4-1CB5-F2BAC65429E4}"/>
                    </a:ext>
                  </a:extLst>
                </p14:cNvPr>
                <p14:cNvContentPartPr/>
                <p14:nvPr/>
              </p14:nvContentPartPr>
              <p14:xfrm>
                <a:off x="11305185" y="3886575"/>
                <a:ext cx="37080" cy="35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5EDCB1-B658-54F4-1CB5-F2BAC65429E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99065" y="3880455"/>
                  <a:ext cx="493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95E3F60-1A27-D961-ED64-318FEA575E65}"/>
              </a:ext>
            </a:extLst>
          </p:cNvPr>
          <p:cNvGrpSpPr/>
          <p:nvPr/>
        </p:nvGrpSpPr>
        <p:grpSpPr>
          <a:xfrm>
            <a:off x="537225" y="4875135"/>
            <a:ext cx="1658880" cy="836640"/>
            <a:chOff x="537225" y="4875135"/>
            <a:chExt cx="1658880" cy="8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567601-CD13-F68A-8A5D-981EDD354E7D}"/>
                    </a:ext>
                  </a:extLst>
                </p14:cNvPr>
                <p14:cNvContentPartPr/>
                <p14:nvPr/>
              </p14:nvContentPartPr>
              <p14:xfrm>
                <a:off x="537225" y="5153055"/>
                <a:ext cx="98280" cy="339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567601-CD13-F68A-8A5D-981EDD354E7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1105" y="5146935"/>
                  <a:ext cx="1105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3B5534-7687-0ED2-4A77-FB8F0E64673A}"/>
                    </a:ext>
                  </a:extLst>
                </p14:cNvPr>
                <p14:cNvContentPartPr/>
                <p14:nvPr/>
              </p14:nvContentPartPr>
              <p14:xfrm>
                <a:off x="653505" y="4926615"/>
                <a:ext cx="310680" cy="338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3B5534-7687-0ED2-4A77-FB8F0E64673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7385" y="4920495"/>
                  <a:ext cx="3229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2C233D5-EF81-AA12-E96C-8EDEC78BC2AC}"/>
                    </a:ext>
                  </a:extLst>
                </p14:cNvPr>
                <p14:cNvContentPartPr/>
                <p14:nvPr/>
              </p14:nvContentPartPr>
              <p14:xfrm>
                <a:off x="1212585" y="5082855"/>
                <a:ext cx="214200" cy="429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2C233D5-EF81-AA12-E96C-8EDEC78BC2A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06465" y="5076735"/>
                  <a:ext cx="2264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AF9A8B2-7FC9-671C-94D7-4C1BA8194F83}"/>
                    </a:ext>
                  </a:extLst>
                </p14:cNvPr>
                <p14:cNvContentPartPr/>
                <p14:nvPr/>
              </p14:nvContentPartPr>
              <p14:xfrm>
                <a:off x="1514265" y="5100855"/>
                <a:ext cx="286920" cy="386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AF9A8B2-7FC9-671C-94D7-4C1BA8194F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08145" y="5094735"/>
                  <a:ext cx="2991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D57E56-7477-0EFE-1377-4F448877F572}"/>
                    </a:ext>
                  </a:extLst>
                </p14:cNvPr>
                <p14:cNvContentPartPr/>
                <p14:nvPr/>
              </p14:nvContentPartPr>
              <p14:xfrm>
                <a:off x="1592025" y="5294895"/>
                <a:ext cx="250560" cy="41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D57E56-7477-0EFE-1377-4F448877F57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85905" y="5288775"/>
                  <a:ext cx="262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23D829-123A-2695-69E7-135BC7B6BB55}"/>
                    </a:ext>
                  </a:extLst>
                </p14:cNvPr>
                <p14:cNvContentPartPr/>
                <p14:nvPr/>
              </p14:nvContentPartPr>
              <p14:xfrm>
                <a:off x="1700745" y="4875135"/>
                <a:ext cx="495360" cy="836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23D829-123A-2695-69E7-135BC7B6BB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94625" y="4869015"/>
                  <a:ext cx="507600" cy="84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84933C-4977-BFC1-5072-1E8010021D3A}"/>
              </a:ext>
            </a:extLst>
          </p:cNvPr>
          <p:cNvGrpSpPr/>
          <p:nvPr/>
        </p:nvGrpSpPr>
        <p:grpSpPr>
          <a:xfrm>
            <a:off x="2585265" y="4605495"/>
            <a:ext cx="2503080" cy="911880"/>
            <a:chOff x="2585265" y="4605495"/>
            <a:chExt cx="2503080" cy="91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A1828E4-2055-1B64-B796-603D82133B05}"/>
                    </a:ext>
                  </a:extLst>
                </p14:cNvPr>
                <p14:cNvContentPartPr/>
                <p14:nvPr/>
              </p14:nvContentPartPr>
              <p14:xfrm>
                <a:off x="2627745" y="5193015"/>
                <a:ext cx="285120" cy="156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A1828E4-2055-1B64-B796-603D82133B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21625" y="5186895"/>
                  <a:ext cx="297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D2E4DE2-7CB3-DCB5-31B7-6BD891F89EAB}"/>
                    </a:ext>
                  </a:extLst>
                </p14:cNvPr>
                <p14:cNvContentPartPr/>
                <p14:nvPr/>
              </p14:nvContentPartPr>
              <p14:xfrm>
                <a:off x="2711985" y="5156655"/>
                <a:ext cx="126000" cy="222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D2E4DE2-7CB3-DCB5-31B7-6BD891F89EA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05865" y="5150535"/>
                  <a:ext cx="138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7D14787-6A71-00BE-CF2E-0A66409CFB74}"/>
                    </a:ext>
                  </a:extLst>
                </p14:cNvPr>
                <p14:cNvContentPartPr/>
                <p14:nvPr/>
              </p14:nvContentPartPr>
              <p14:xfrm>
                <a:off x="2714865" y="5116335"/>
                <a:ext cx="65880" cy="330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7D14787-6A71-00BE-CF2E-0A66409CFB7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08745" y="5110215"/>
                  <a:ext cx="78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BED5C5-D9B3-9FF3-DAC9-AD7AA2170426}"/>
                    </a:ext>
                  </a:extLst>
                </p14:cNvPr>
                <p14:cNvContentPartPr/>
                <p14:nvPr/>
              </p14:nvContentPartPr>
              <p14:xfrm>
                <a:off x="2585265" y="5277255"/>
                <a:ext cx="307800" cy="9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BED5C5-D9B3-9FF3-DAC9-AD7AA21704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79145" y="5271135"/>
                  <a:ext cx="320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75D98-9968-E2E5-1D95-404E9D440F4F}"/>
                    </a:ext>
                  </a:extLst>
                </p14:cNvPr>
                <p14:cNvContentPartPr/>
                <p14:nvPr/>
              </p14:nvContentPartPr>
              <p14:xfrm>
                <a:off x="3070905" y="4749855"/>
                <a:ext cx="230040" cy="608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75D98-9968-E2E5-1D95-404E9D440F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64785" y="4743735"/>
                  <a:ext cx="2422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922A7C-737E-9E67-AE59-29164E4D284A}"/>
                    </a:ext>
                  </a:extLst>
                </p14:cNvPr>
                <p14:cNvContentPartPr/>
                <p14:nvPr/>
              </p14:nvContentPartPr>
              <p14:xfrm>
                <a:off x="3176745" y="4605495"/>
                <a:ext cx="370080" cy="400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922A7C-737E-9E67-AE59-29164E4D28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70625" y="4599375"/>
                  <a:ext cx="3823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44F716C-0EFD-62DF-04F0-D858541DD150}"/>
                    </a:ext>
                  </a:extLst>
                </p14:cNvPr>
                <p14:cNvContentPartPr/>
                <p14:nvPr/>
              </p14:nvContentPartPr>
              <p14:xfrm>
                <a:off x="3613425" y="4635375"/>
                <a:ext cx="419400" cy="882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44F716C-0EFD-62DF-04F0-D858541DD15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07305" y="4629255"/>
                  <a:ext cx="43164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E099A11-3382-4170-2F29-57FB3568FC31}"/>
                    </a:ext>
                  </a:extLst>
                </p14:cNvPr>
                <p14:cNvContentPartPr/>
                <p14:nvPr/>
              </p14:nvContentPartPr>
              <p14:xfrm>
                <a:off x="4054065" y="4875135"/>
                <a:ext cx="103320" cy="271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E099A11-3382-4170-2F29-57FB3568FC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47945" y="4869015"/>
                  <a:ext cx="115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C0AEB2-E930-2487-C65A-D83307D4DCC9}"/>
                    </a:ext>
                  </a:extLst>
                </p14:cNvPr>
                <p14:cNvContentPartPr/>
                <p14:nvPr/>
              </p14:nvContentPartPr>
              <p14:xfrm>
                <a:off x="4110585" y="4728615"/>
                <a:ext cx="248760" cy="462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C0AEB2-E930-2487-C65A-D83307D4DCC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04465" y="4722495"/>
                  <a:ext cx="261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075AD30-D35F-AB33-EDF3-F84E0452FAE7}"/>
                    </a:ext>
                  </a:extLst>
                </p14:cNvPr>
                <p14:cNvContentPartPr/>
                <p14:nvPr/>
              </p14:nvContentPartPr>
              <p14:xfrm>
                <a:off x="4202745" y="4934895"/>
                <a:ext cx="361440" cy="415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075AD30-D35F-AB33-EDF3-F84E0452FAE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96625" y="4928775"/>
                  <a:ext cx="3736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5CA47E9-4B82-347A-3A59-539AF380D7BA}"/>
                    </a:ext>
                  </a:extLst>
                </p14:cNvPr>
                <p14:cNvContentPartPr/>
                <p14:nvPr/>
              </p14:nvContentPartPr>
              <p14:xfrm>
                <a:off x="4504425" y="5041815"/>
                <a:ext cx="226440" cy="316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5CA47E9-4B82-347A-3A59-539AF380D7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98305" y="5035695"/>
                  <a:ext cx="2386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F8E5AA8-4166-81B0-A41A-FAC87C73C006}"/>
                    </a:ext>
                  </a:extLst>
                </p14:cNvPr>
                <p14:cNvContentPartPr/>
                <p14:nvPr/>
              </p14:nvContentPartPr>
              <p14:xfrm>
                <a:off x="4532865" y="5149815"/>
                <a:ext cx="280440" cy="75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F8E5AA8-4166-81B0-A41A-FAC87C73C00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26745" y="5143695"/>
                  <a:ext cx="292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CAC4B63-8614-AC9C-653F-F75E20FE5B0A}"/>
                    </a:ext>
                  </a:extLst>
                </p14:cNvPr>
                <p14:cNvContentPartPr/>
                <p14:nvPr/>
              </p14:nvContentPartPr>
              <p14:xfrm>
                <a:off x="4709985" y="4636455"/>
                <a:ext cx="378360" cy="807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CAC4B63-8614-AC9C-653F-F75E20FE5B0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703865" y="4630335"/>
                  <a:ext cx="39060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727B1B6-50E3-AE30-CEB5-43C1C1824F88}"/>
                    </a:ext>
                  </a:extLst>
                </p14:cNvPr>
                <p14:cNvContentPartPr/>
                <p14:nvPr/>
              </p14:nvContentPartPr>
              <p14:xfrm>
                <a:off x="4063425" y="4742655"/>
                <a:ext cx="105120" cy="346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727B1B6-50E3-AE30-CEB5-43C1C1824F8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57305" y="4736535"/>
                  <a:ext cx="1173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9DBBF5E-B4BC-C449-B236-0E8A748937AC}"/>
                    </a:ext>
                  </a:extLst>
                </p14:cNvPr>
                <p14:cNvContentPartPr/>
                <p14:nvPr/>
              </p14:nvContentPartPr>
              <p14:xfrm>
                <a:off x="3847065" y="4695495"/>
                <a:ext cx="504000" cy="44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9DBBF5E-B4BC-C449-B236-0E8A748937A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40945" y="4689375"/>
                  <a:ext cx="51624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EF7A791-6F69-BEBD-C8B9-F41A1DFC495C}"/>
                  </a:ext>
                </a:extLst>
              </p14:cNvPr>
              <p14:cNvContentPartPr/>
              <p14:nvPr/>
            </p14:nvContentPartPr>
            <p14:xfrm>
              <a:off x="5990865" y="4857495"/>
              <a:ext cx="282240" cy="1083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EF7A791-6F69-BEBD-C8B9-F41A1DFC495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984745" y="4851375"/>
                <a:ext cx="294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F42F409-2D4C-5201-FE37-8568E7E29283}"/>
                  </a:ext>
                </a:extLst>
              </p14:cNvPr>
              <p14:cNvContentPartPr/>
              <p14:nvPr/>
            </p14:nvContentPartPr>
            <p14:xfrm>
              <a:off x="5881785" y="5219655"/>
              <a:ext cx="381960" cy="64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F42F409-2D4C-5201-FE37-8568E7E2928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875665" y="5213535"/>
                <a:ext cx="39420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58506B6-B95D-6CDC-4BF5-C0B97AA615C4}"/>
              </a:ext>
            </a:extLst>
          </p:cNvPr>
          <p:cNvGrpSpPr/>
          <p:nvPr/>
        </p:nvGrpSpPr>
        <p:grpSpPr>
          <a:xfrm>
            <a:off x="6781065" y="4512255"/>
            <a:ext cx="3132360" cy="808920"/>
            <a:chOff x="6781065" y="4512255"/>
            <a:chExt cx="3132360" cy="80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C7A107D-25CC-4ABD-4966-2336B76C6AED}"/>
                    </a:ext>
                  </a:extLst>
                </p14:cNvPr>
                <p14:cNvContentPartPr/>
                <p14:nvPr/>
              </p14:nvContentPartPr>
              <p14:xfrm>
                <a:off x="6781065" y="4806015"/>
                <a:ext cx="121680" cy="515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C7A107D-25CC-4ABD-4966-2336B76C6AE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74945" y="4799895"/>
                  <a:ext cx="13392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E0C614-A42B-C7C9-B367-56D2B714CBEA}"/>
                    </a:ext>
                  </a:extLst>
                </p14:cNvPr>
                <p14:cNvContentPartPr/>
                <p14:nvPr/>
              </p14:nvContentPartPr>
              <p14:xfrm>
                <a:off x="6845145" y="4620255"/>
                <a:ext cx="353160" cy="373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E0C614-A42B-C7C9-B367-56D2B714CBE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39025" y="4614135"/>
                  <a:ext cx="3654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BD7C3B-6C9C-4E3A-A692-57AEC09A91FF}"/>
                    </a:ext>
                  </a:extLst>
                </p14:cNvPr>
                <p14:cNvContentPartPr/>
                <p14:nvPr/>
              </p14:nvContentPartPr>
              <p14:xfrm>
                <a:off x="7572345" y="4770375"/>
                <a:ext cx="79920" cy="350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BD7C3B-6C9C-4E3A-A692-57AEC09A91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566225" y="4764255"/>
                  <a:ext cx="92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4D60171-B2A6-99DE-A094-C83AB021B300}"/>
                    </a:ext>
                  </a:extLst>
                </p14:cNvPr>
                <p14:cNvContentPartPr/>
                <p14:nvPr/>
              </p14:nvContentPartPr>
              <p14:xfrm>
                <a:off x="7570545" y="4651575"/>
                <a:ext cx="383040" cy="491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4D60171-B2A6-99DE-A094-C83AB021B30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64425" y="4645455"/>
                  <a:ext cx="3952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463887-A0A7-A6E5-71A4-1800A1857594}"/>
                    </a:ext>
                  </a:extLst>
                </p14:cNvPr>
                <p14:cNvContentPartPr/>
                <p14:nvPr/>
              </p14:nvContentPartPr>
              <p14:xfrm>
                <a:off x="7354905" y="4548255"/>
                <a:ext cx="216360" cy="691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463887-A0A7-A6E5-71A4-1800A185759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48785" y="4542135"/>
                  <a:ext cx="22860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D12839-24A0-9410-9041-4F1AB2AF457A}"/>
                    </a:ext>
                  </a:extLst>
                </p14:cNvPr>
                <p14:cNvContentPartPr/>
                <p14:nvPr/>
              </p14:nvContentPartPr>
              <p14:xfrm>
                <a:off x="7811025" y="4590375"/>
                <a:ext cx="460080" cy="648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D12839-24A0-9410-9041-4F1AB2AF45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04905" y="4584255"/>
                  <a:ext cx="47232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C781E35-974C-E904-4852-73105F115519}"/>
                    </a:ext>
                  </a:extLst>
                </p14:cNvPr>
                <p14:cNvContentPartPr/>
                <p14:nvPr/>
              </p14:nvContentPartPr>
              <p14:xfrm>
                <a:off x="8687985" y="4704855"/>
                <a:ext cx="303120" cy="262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C781E35-974C-E904-4852-73105F11551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81865" y="4698735"/>
                  <a:ext cx="3153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3FF3F0A-BB5C-54DC-D0CA-388E9997F420}"/>
                    </a:ext>
                  </a:extLst>
                </p14:cNvPr>
                <p14:cNvContentPartPr/>
                <p14:nvPr/>
              </p14:nvContentPartPr>
              <p14:xfrm>
                <a:off x="8712825" y="4684695"/>
                <a:ext cx="253080" cy="227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3FF3F0A-BB5C-54DC-D0CA-388E9997F4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06705" y="4678575"/>
                  <a:ext cx="265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A7F5E6-C632-55B5-459B-B3A60D68ABD5}"/>
                    </a:ext>
                  </a:extLst>
                </p14:cNvPr>
                <p14:cNvContentPartPr/>
                <p14:nvPr/>
              </p14:nvContentPartPr>
              <p14:xfrm>
                <a:off x="8803185" y="4576695"/>
                <a:ext cx="72360" cy="48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A7F5E6-C632-55B5-459B-B3A60D68ABD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97065" y="4570575"/>
                  <a:ext cx="846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AAFCADC-7DC7-A777-D6E6-3D31D95F5338}"/>
                    </a:ext>
                  </a:extLst>
                </p14:cNvPr>
                <p14:cNvContentPartPr/>
                <p14:nvPr/>
              </p14:nvContentPartPr>
              <p14:xfrm>
                <a:off x="8548305" y="4793055"/>
                <a:ext cx="491760" cy="41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AAFCADC-7DC7-A777-D6E6-3D31D95F533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42185" y="4786935"/>
                  <a:ext cx="504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F6AD89-6F22-38AB-57B2-2E3B432548C8}"/>
                    </a:ext>
                  </a:extLst>
                </p14:cNvPr>
                <p14:cNvContentPartPr/>
                <p14:nvPr/>
              </p14:nvContentPartPr>
              <p14:xfrm>
                <a:off x="9577545" y="4512255"/>
                <a:ext cx="335880" cy="549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F6AD89-6F22-38AB-57B2-2E3B432548C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71425" y="4506135"/>
                  <a:ext cx="34812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0AB9801-2A35-432D-9FD4-393A2E4D1CA6}"/>
                    </a:ext>
                  </a:extLst>
                </p14:cNvPr>
                <p14:cNvContentPartPr/>
                <p14:nvPr/>
              </p14:nvContentPartPr>
              <p14:xfrm>
                <a:off x="9322665" y="4666335"/>
                <a:ext cx="46800" cy="239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0AB9801-2A35-432D-9FD4-393A2E4D1CA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16545" y="4660215"/>
                  <a:ext cx="59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5E733E0-1551-3716-9F7D-C754956DC37B}"/>
                    </a:ext>
                  </a:extLst>
                </p14:cNvPr>
                <p14:cNvContentPartPr/>
                <p14:nvPr/>
              </p14:nvContentPartPr>
              <p14:xfrm>
                <a:off x="9368025" y="4534575"/>
                <a:ext cx="199800" cy="217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5E733E0-1551-3716-9F7D-C754956DC37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61905" y="4528455"/>
                  <a:ext cx="2120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DA85805-FEA5-6BC5-078A-DDBCA2125DA4}"/>
              </a:ext>
            </a:extLst>
          </p:cNvPr>
          <p:cNvGrpSpPr/>
          <p:nvPr/>
        </p:nvGrpSpPr>
        <p:grpSpPr>
          <a:xfrm>
            <a:off x="10135185" y="4194015"/>
            <a:ext cx="1246320" cy="1110600"/>
            <a:chOff x="10135185" y="4194015"/>
            <a:chExt cx="1246320" cy="11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D21C50E-D33B-2DBD-7ED9-35021BF7DD9B}"/>
                    </a:ext>
                  </a:extLst>
                </p14:cNvPr>
                <p14:cNvContentPartPr/>
                <p14:nvPr/>
              </p14:nvContentPartPr>
              <p14:xfrm>
                <a:off x="10135185" y="4439535"/>
                <a:ext cx="213120" cy="310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D21C50E-D33B-2DBD-7ED9-35021BF7DD9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29065" y="4433415"/>
                  <a:ext cx="225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7828A17-CE9E-FFB0-CCF0-62D32881492F}"/>
                    </a:ext>
                  </a:extLst>
                </p14:cNvPr>
                <p14:cNvContentPartPr/>
                <p14:nvPr/>
              </p14:nvContentPartPr>
              <p14:xfrm>
                <a:off x="10152105" y="4573815"/>
                <a:ext cx="294120" cy="30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7828A17-CE9E-FFB0-CCF0-62D32881492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45985" y="4567695"/>
                  <a:ext cx="306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4F0AFAC-DBB6-9440-A6EF-CF4AB5A5F29E}"/>
                    </a:ext>
                  </a:extLst>
                </p14:cNvPr>
                <p14:cNvContentPartPr/>
                <p14:nvPr/>
              </p14:nvContentPartPr>
              <p14:xfrm>
                <a:off x="10467825" y="4487415"/>
                <a:ext cx="313560" cy="642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4F0AFAC-DBB6-9440-A6EF-CF4AB5A5F29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61705" y="4481295"/>
                  <a:ext cx="3258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60C9967-0280-3851-DB3B-5C83B45D4D6B}"/>
                    </a:ext>
                  </a:extLst>
                </p14:cNvPr>
                <p14:cNvContentPartPr/>
                <p14:nvPr/>
              </p14:nvContentPartPr>
              <p14:xfrm>
                <a:off x="10840065" y="4728255"/>
                <a:ext cx="54000" cy="235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60C9967-0280-3851-DB3B-5C83B45D4D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33945" y="4722135"/>
                  <a:ext cx="662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FAA7820-3D9B-486E-FEAE-8306677B499E}"/>
                    </a:ext>
                  </a:extLst>
                </p14:cNvPr>
                <p14:cNvContentPartPr/>
                <p14:nvPr/>
              </p14:nvContentPartPr>
              <p14:xfrm>
                <a:off x="10789665" y="4651575"/>
                <a:ext cx="260640" cy="376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FAA7820-3D9B-486E-FEAE-8306677B499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83545" y="4645455"/>
                  <a:ext cx="2728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6477463-F761-9C68-9F26-E798BFA7611F}"/>
                    </a:ext>
                  </a:extLst>
                </p14:cNvPr>
                <p14:cNvContentPartPr/>
                <p14:nvPr/>
              </p14:nvContentPartPr>
              <p14:xfrm>
                <a:off x="10918905" y="4194015"/>
                <a:ext cx="462600" cy="1110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6477463-F761-9C68-9F26-E798BFA7611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12785" y="4187895"/>
                  <a:ext cx="474840" cy="112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74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7F1B8D9-D820-5FC6-F124-3DB50C5424B3}"/>
              </a:ext>
            </a:extLst>
          </p:cNvPr>
          <p:cNvGrpSpPr/>
          <p:nvPr/>
        </p:nvGrpSpPr>
        <p:grpSpPr>
          <a:xfrm>
            <a:off x="224025" y="85335"/>
            <a:ext cx="11511360" cy="6212880"/>
            <a:chOff x="224025" y="85335"/>
            <a:chExt cx="11511360" cy="62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3031D7-4D06-9E45-F6EB-FD125EF0BC98}"/>
                    </a:ext>
                  </a:extLst>
                </p14:cNvPr>
                <p14:cNvContentPartPr/>
                <p14:nvPr/>
              </p14:nvContentPartPr>
              <p14:xfrm>
                <a:off x="1682385" y="1003695"/>
                <a:ext cx="144360" cy="826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3031D7-4D06-9E45-F6EB-FD125EF0BC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76265" y="997575"/>
                  <a:ext cx="15660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2E8072-0D71-B804-1816-7A908538B995}"/>
                    </a:ext>
                  </a:extLst>
                </p14:cNvPr>
                <p14:cNvContentPartPr/>
                <p14:nvPr/>
              </p14:nvContentPartPr>
              <p14:xfrm>
                <a:off x="1742865" y="849255"/>
                <a:ext cx="335160" cy="376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2E8072-0D71-B804-1816-7A908538B9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6745" y="843135"/>
                  <a:ext cx="347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8DE66A6-EB9E-4712-299F-B86F0CC203BD}"/>
                    </a:ext>
                  </a:extLst>
                </p14:cNvPr>
                <p14:cNvContentPartPr/>
                <p14:nvPr/>
              </p14:nvContentPartPr>
              <p14:xfrm>
                <a:off x="2250105" y="874095"/>
                <a:ext cx="354960" cy="86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8DE66A6-EB9E-4712-299F-B86F0CC203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985" y="867975"/>
                  <a:ext cx="36720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5698BDD-3DE5-D869-607F-97756EE74254}"/>
                    </a:ext>
                  </a:extLst>
                </p14:cNvPr>
                <p14:cNvContentPartPr/>
                <p14:nvPr/>
              </p14:nvContentPartPr>
              <p14:xfrm>
                <a:off x="2651145" y="963375"/>
                <a:ext cx="352440" cy="417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5698BDD-3DE5-D869-607F-97756EE742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5025" y="957255"/>
                  <a:ext cx="3646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62359A-3E64-0BB1-D9BD-5AD88B2B1421}"/>
                    </a:ext>
                  </a:extLst>
                </p14:cNvPr>
                <p14:cNvContentPartPr/>
                <p14:nvPr/>
              </p14:nvContentPartPr>
              <p14:xfrm>
                <a:off x="2720265" y="1165695"/>
                <a:ext cx="273600" cy="48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62359A-3E64-0BB1-D9BD-5AD88B2B14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14145" y="1159575"/>
                  <a:ext cx="285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E8D79B-4666-14B3-B930-358D8889FBF4}"/>
                    </a:ext>
                  </a:extLst>
                </p14:cNvPr>
                <p14:cNvContentPartPr/>
                <p14:nvPr/>
              </p14:nvContentPartPr>
              <p14:xfrm>
                <a:off x="3281865" y="937815"/>
                <a:ext cx="294840" cy="80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E8D79B-4666-14B3-B930-358D8889FB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5745" y="931695"/>
                  <a:ext cx="30708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F79A3C-7B04-F5D9-425D-A1678906E54D}"/>
                    </a:ext>
                  </a:extLst>
                </p14:cNvPr>
                <p14:cNvContentPartPr/>
                <p14:nvPr/>
              </p14:nvContentPartPr>
              <p14:xfrm>
                <a:off x="3681825" y="1140495"/>
                <a:ext cx="284040" cy="41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F79A3C-7B04-F5D9-425D-A1678906E5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75705" y="1134375"/>
                  <a:ext cx="2962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E6DE123-DDCB-FC51-60EC-A0F8F064C581}"/>
                    </a:ext>
                  </a:extLst>
                </p14:cNvPr>
                <p14:cNvContentPartPr/>
                <p14:nvPr/>
              </p14:nvContentPartPr>
              <p14:xfrm>
                <a:off x="3716745" y="885975"/>
                <a:ext cx="634680" cy="90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E6DE123-DDCB-FC51-60EC-A0F8F064C5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0625" y="879855"/>
                  <a:ext cx="64692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9E7892-B98D-42ED-D6D1-4BB85EB9C770}"/>
                    </a:ext>
                  </a:extLst>
                </p14:cNvPr>
                <p14:cNvContentPartPr/>
                <p14:nvPr/>
              </p14:nvContentPartPr>
              <p14:xfrm>
                <a:off x="4856505" y="1150215"/>
                <a:ext cx="208800" cy="6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9E7892-B98D-42ED-D6D1-4BB85EB9C7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0385" y="1144095"/>
                  <a:ext cx="221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8C5A25-108E-B3E0-CB02-EC5F24CCDB96}"/>
                    </a:ext>
                  </a:extLst>
                </p14:cNvPr>
                <p14:cNvContentPartPr/>
                <p14:nvPr/>
              </p14:nvContentPartPr>
              <p14:xfrm>
                <a:off x="4927425" y="1366215"/>
                <a:ext cx="297360" cy="6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8C5A25-108E-B3E0-CB02-EC5F24CCDB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21305" y="1360095"/>
                  <a:ext cx="309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1A1350-F169-D30D-B3D1-718D96BA6B2E}"/>
                    </a:ext>
                  </a:extLst>
                </p14:cNvPr>
                <p14:cNvContentPartPr/>
                <p14:nvPr/>
              </p14:nvContentPartPr>
              <p14:xfrm>
                <a:off x="5722305" y="780855"/>
                <a:ext cx="55440" cy="60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1A1350-F169-D30D-B3D1-718D96BA6B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185" y="774735"/>
                  <a:ext cx="6768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50E1CC-1F5E-3497-5C2E-D75FEEB45ADC}"/>
                    </a:ext>
                  </a:extLst>
                </p14:cNvPr>
                <p14:cNvContentPartPr/>
                <p14:nvPr/>
              </p14:nvContentPartPr>
              <p14:xfrm>
                <a:off x="5710785" y="580335"/>
                <a:ext cx="352800" cy="399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50E1CC-1F5E-3497-5C2E-D75FEEB45A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4665" y="574215"/>
                  <a:ext cx="3650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3C73AC-549A-F16B-C3A7-9C15F3E24996}"/>
                    </a:ext>
                  </a:extLst>
                </p14:cNvPr>
                <p14:cNvContentPartPr/>
                <p14:nvPr/>
              </p14:nvContentPartPr>
              <p14:xfrm>
                <a:off x="6390465" y="653775"/>
                <a:ext cx="333000" cy="547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3C73AC-549A-F16B-C3A7-9C15F3E249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84345" y="647655"/>
                  <a:ext cx="3452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646291-DDF1-451A-3DF5-54F6B87E3A1D}"/>
                    </a:ext>
                  </a:extLst>
                </p14:cNvPr>
                <p14:cNvContentPartPr/>
                <p14:nvPr/>
              </p14:nvContentPartPr>
              <p14:xfrm>
                <a:off x="6404145" y="883815"/>
                <a:ext cx="279360" cy="45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D646291-DDF1-451A-3DF5-54F6B87E3A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98025" y="877695"/>
                  <a:ext cx="291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B9B2A6-F0F7-84A9-6A34-41E9BA89905A}"/>
                    </a:ext>
                  </a:extLst>
                </p14:cNvPr>
                <p14:cNvContentPartPr/>
                <p14:nvPr/>
              </p14:nvContentPartPr>
              <p14:xfrm>
                <a:off x="6130185" y="586455"/>
                <a:ext cx="214920" cy="68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B9B2A6-F0F7-84A9-6A34-41E9BA8990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4065" y="580335"/>
                  <a:ext cx="2271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13DCE2-A7E0-6DB7-179A-B603BED986AB}"/>
                    </a:ext>
                  </a:extLst>
                </p14:cNvPr>
                <p14:cNvContentPartPr/>
                <p14:nvPr/>
              </p14:nvContentPartPr>
              <p14:xfrm>
                <a:off x="6634905" y="472335"/>
                <a:ext cx="524520" cy="951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13DCE2-A7E0-6DB7-179A-B603BED986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28785" y="466215"/>
                  <a:ext cx="53676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5F2328-C0A2-8188-B377-B63FE8BE36DA}"/>
                    </a:ext>
                  </a:extLst>
                </p14:cNvPr>
                <p14:cNvContentPartPr/>
                <p14:nvPr/>
              </p14:nvContentPartPr>
              <p14:xfrm>
                <a:off x="7795905" y="777615"/>
                <a:ext cx="279360" cy="23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5F2328-C0A2-8188-B377-B63FE8BE36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89785" y="771495"/>
                  <a:ext cx="291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8B82F22-8AF6-D823-5A59-EF9D437C20F5}"/>
                    </a:ext>
                  </a:extLst>
                </p14:cNvPr>
                <p14:cNvContentPartPr/>
                <p14:nvPr/>
              </p14:nvContentPartPr>
              <p14:xfrm>
                <a:off x="7768905" y="706695"/>
                <a:ext cx="259920" cy="399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8B82F22-8AF6-D823-5A59-EF9D437C20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62785" y="700575"/>
                  <a:ext cx="2721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CB394B-EC99-BF9F-3163-FB3D3ACE849E}"/>
                    </a:ext>
                  </a:extLst>
                </p14:cNvPr>
                <p14:cNvContentPartPr/>
                <p14:nvPr/>
              </p14:nvContentPartPr>
              <p14:xfrm>
                <a:off x="7713825" y="821175"/>
                <a:ext cx="336240" cy="1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CB394B-EC99-BF9F-3163-FB3D3ACE84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07705" y="815055"/>
                  <a:ext cx="348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55B92C-88C9-69A5-36E1-0063414B725F}"/>
                    </a:ext>
                  </a:extLst>
                </p14:cNvPr>
                <p14:cNvContentPartPr/>
                <p14:nvPr/>
              </p14:nvContentPartPr>
              <p14:xfrm>
                <a:off x="8704545" y="385935"/>
                <a:ext cx="27000" cy="555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55B92C-88C9-69A5-36E1-0063414B72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8425" y="379815"/>
                  <a:ext cx="392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A25214-E4C5-17DD-E938-01AB4A653396}"/>
                    </a:ext>
                  </a:extLst>
                </p14:cNvPr>
                <p14:cNvContentPartPr/>
                <p14:nvPr/>
              </p14:nvContentPartPr>
              <p14:xfrm>
                <a:off x="8626785" y="203055"/>
                <a:ext cx="443880" cy="44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A25214-E4C5-17DD-E938-01AB4A6533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20665" y="196935"/>
                  <a:ext cx="4561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668D4F-65ED-7566-AF4B-B22763B7C0C4}"/>
                    </a:ext>
                  </a:extLst>
                </p14:cNvPr>
                <p14:cNvContentPartPr/>
                <p14:nvPr/>
              </p14:nvContentPartPr>
              <p14:xfrm>
                <a:off x="9235905" y="289095"/>
                <a:ext cx="380520" cy="675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668D4F-65ED-7566-AF4B-B22763B7C0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29785" y="282975"/>
                  <a:ext cx="39276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86922E-9834-5B6D-3748-4ECF13D6C635}"/>
                    </a:ext>
                  </a:extLst>
                </p14:cNvPr>
                <p14:cNvContentPartPr/>
                <p14:nvPr/>
              </p14:nvContentPartPr>
              <p14:xfrm>
                <a:off x="9691665" y="228615"/>
                <a:ext cx="288360" cy="38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86922E-9834-5B6D-3748-4ECF13D6C6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85545" y="222495"/>
                  <a:ext cx="3006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C36C87-D13D-FAE3-FA23-233F26143041}"/>
                    </a:ext>
                  </a:extLst>
                </p14:cNvPr>
                <p14:cNvContentPartPr/>
                <p14:nvPr/>
              </p14:nvContentPartPr>
              <p14:xfrm>
                <a:off x="10012425" y="337695"/>
                <a:ext cx="289440" cy="659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C36C87-D13D-FAE3-FA23-233F261430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06305" y="331575"/>
                  <a:ext cx="30168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BF9973-63C7-EA56-1970-E4CD1F01C2EA}"/>
                    </a:ext>
                  </a:extLst>
                </p14:cNvPr>
                <p14:cNvContentPartPr/>
                <p14:nvPr/>
              </p14:nvContentPartPr>
              <p14:xfrm>
                <a:off x="10457025" y="494655"/>
                <a:ext cx="307440" cy="432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BF9973-63C7-EA56-1970-E4CD1F01C2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50905" y="488535"/>
                  <a:ext cx="3196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6AC16F-0641-28EB-6808-49AEE65825AC}"/>
                    </a:ext>
                  </a:extLst>
                </p14:cNvPr>
                <p14:cNvContentPartPr/>
                <p14:nvPr/>
              </p14:nvContentPartPr>
              <p14:xfrm>
                <a:off x="10511025" y="657375"/>
                <a:ext cx="314640" cy="72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6AC16F-0641-28EB-6808-49AEE65825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04905" y="651255"/>
                  <a:ext cx="326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685CBD1-637B-C8F5-A547-CD2C0DC15A16}"/>
                    </a:ext>
                  </a:extLst>
                </p14:cNvPr>
                <p14:cNvContentPartPr/>
                <p14:nvPr/>
              </p14:nvContentPartPr>
              <p14:xfrm>
                <a:off x="10670865" y="187215"/>
                <a:ext cx="522000" cy="927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685CBD1-637B-C8F5-A547-CD2C0DC15A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64745" y="181095"/>
                  <a:ext cx="534240" cy="9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35E7C3-88FA-EFC2-6330-FEDFADE2C9B7}"/>
                    </a:ext>
                  </a:extLst>
                </p14:cNvPr>
                <p14:cNvContentPartPr/>
                <p14:nvPr/>
              </p14:nvContentPartPr>
              <p14:xfrm>
                <a:off x="5223345" y="1731255"/>
                <a:ext cx="5745600" cy="316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35E7C3-88FA-EFC2-6330-FEDFADE2C9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17225" y="1725135"/>
                  <a:ext cx="57578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624C80-7C65-B9F7-7C26-83F549AA3942}"/>
                    </a:ext>
                  </a:extLst>
                </p14:cNvPr>
                <p14:cNvContentPartPr/>
                <p14:nvPr/>
              </p14:nvContentPartPr>
              <p14:xfrm>
                <a:off x="7043145" y="2318775"/>
                <a:ext cx="20880" cy="47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624C80-7C65-B9F7-7C26-83F549AA39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37025" y="2312655"/>
                  <a:ext cx="331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4BD23D5-4AED-29A0-F44D-3DB94857541F}"/>
                    </a:ext>
                  </a:extLst>
                </p14:cNvPr>
                <p14:cNvContentPartPr/>
                <p14:nvPr/>
              </p14:nvContentPartPr>
              <p14:xfrm>
                <a:off x="6911385" y="2110335"/>
                <a:ext cx="507600" cy="403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4BD23D5-4AED-29A0-F44D-3DB9485754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05265" y="2104215"/>
                  <a:ext cx="5198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5A1109-E8A5-AA0C-F268-CFA3E3C464D6}"/>
                    </a:ext>
                  </a:extLst>
                </p14:cNvPr>
                <p14:cNvContentPartPr/>
                <p14:nvPr/>
              </p14:nvContentPartPr>
              <p14:xfrm>
                <a:off x="7588545" y="2073615"/>
                <a:ext cx="428760" cy="680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5A1109-E8A5-AA0C-F268-CFA3E3C464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82425" y="2067495"/>
                  <a:ext cx="44100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6ED10A-F5F3-247E-6747-DE9F8B08F2C8}"/>
                    </a:ext>
                  </a:extLst>
                </p14:cNvPr>
                <p14:cNvContentPartPr/>
                <p14:nvPr/>
              </p14:nvContentPartPr>
              <p14:xfrm>
                <a:off x="8334825" y="2238495"/>
                <a:ext cx="21960" cy="392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6ED10A-F5F3-247E-6747-DE9F8B08F2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28705" y="2232375"/>
                  <a:ext cx="342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94E6629-9E7E-227D-7EAB-A5DD63D7A3B9}"/>
                    </a:ext>
                  </a:extLst>
                </p14:cNvPr>
                <p14:cNvContentPartPr/>
                <p14:nvPr/>
              </p14:nvContentPartPr>
              <p14:xfrm>
                <a:off x="8321865" y="2122215"/>
                <a:ext cx="243360" cy="496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94E6629-9E7E-227D-7EAB-A5DD63D7A3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15745" y="2116095"/>
                  <a:ext cx="2556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7FE5957-21DD-4BCC-58CF-0F9C91B58FE5}"/>
                    </a:ext>
                  </a:extLst>
                </p14:cNvPr>
                <p14:cNvContentPartPr/>
                <p14:nvPr/>
              </p14:nvContentPartPr>
              <p14:xfrm>
                <a:off x="8289825" y="1944735"/>
                <a:ext cx="721800" cy="99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7FE5957-21DD-4BCC-58CF-0F9C91B58F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83705" y="1938615"/>
                  <a:ext cx="73404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F7B201-26D7-353D-C2B0-E57C2B010874}"/>
                    </a:ext>
                  </a:extLst>
                </p14:cNvPr>
                <p14:cNvContentPartPr/>
                <p14:nvPr/>
              </p14:nvContentPartPr>
              <p14:xfrm>
                <a:off x="1121145" y="558375"/>
                <a:ext cx="8975520" cy="270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F7B201-26D7-353D-C2B0-E57C2B0108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5025" y="552255"/>
                  <a:ext cx="8987760" cy="27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7A8913E-CFF7-2FA0-F463-7477B9FA3FAF}"/>
                    </a:ext>
                  </a:extLst>
                </p14:cNvPr>
                <p14:cNvContentPartPr/>
                <p14:nvPr/>
              </p14:nvContentPartPr>
              <p14:xfrm>
                <a:off x="1103865" y="85335"/>
                <a:ext cx="10321560" cy="3151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7A8913E-CFF7-2FA0-F463-7477B9FA3F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745" y="79215"/>
                  <a:ext cx="10333800" cy="31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EB88F1-17CB-2CF1-BC54-9ACFD1FFC216}"/>
                    </a:ext>
                  </a:extLst>
                </p14:cNvPr>
                <p14:cNvContentPartPr/>
                <p14:nvPr/>
              </p14:nvContentPartPr>
              <p14:xfrm>
                <a:off x="8467665" y="3399495"/>
                <a:ext cx="84960" cy="353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EB88F1-17CB-2CF1-BC54-9ACFD1FFC2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61545" y="3393375"/>
                  <a:ext cx="972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269311-1ACC-2A66-281A-68CA6AC39C03}"/>
                    </a:ext>
                  </a:extLst>
                </p14:cNvPr>
                <p14:cNvContentPartPr/>
                <p14:nvPr/>
              </p14:nvContentPartPr>
              <p14:xfrm>
                <a:off x="8367585" y="3752295"/>
                <a:ext cx="442440" cy="46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269311-1ACC-2A66-281A-68CA6AC39C0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61465" y="3746175"/>
                  <a:ext cx="4546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C2A722A-A80B-E3B9-F734-7FEE544826A4}"/>
                    </a:ext>
                  </a:extLst>
                </p14:cNvPr>
                <p14:cNvContentPartPr/>
                <p14:nvPr/>
              </p14:nvContentPartPr>
              <p14:xfrm>
                <a:off x="8919825" y="3910695"/>
                <a:ext cx="271080" cy="198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C2A722A-A80B-E3B9-F734-7FEE544826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3705" y="3904575"/>
                  <a:ext cx="283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E65015-7BB8-ED4E-EEBB-C7C075E85E48}"/>
                    </a:ext>
                  </a:extLst>
                </p14:cNvPr>
                <p14:cNvContentPartPr/>
                <p14:nvPr/>
              </p14:nvContentPartPr>
              <p14:xfrm>
                <a:off x="9084705" y="3918615"/>
                <a:ext cx="599040" cy="1056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E65015-7BB8-ED4E-EEBB-C7C075E85E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78585" y="3912495"/>
                  <a:ext cx="61128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119A45-CD69-AA19-555E-B28F2F0FA107}"/>
                    </a:ext>
                  </a:extLst>
                </p14:cNvPr>
                <p14:cNvContentPartPr/>
                <p14:nvPr/>
              </p14:nvContentPartPr>
              <p14:xfrm>
                <a:off x="9868785" y="3982335"/>
                <a:ext cx="274320" cy="33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119A45-CD69-AA19-555E-B28F2F0FA1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62665" y="3976215"/>
                  <a:ext cx="2865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7E31AB0-DE06-4E2A-D8B2-B28995D55101}"/>
                    </a:ext>
                  </a:extLst>
                </p14:cNvPr>
                <p14:cNvContentPartPr/>
                <p14:nvPr/>
              </p14:nvContentPartPr>
              <p14:xfrm>
                <a:off x="10412385" y="3832215"/>
                <a:ext cx="41400" cy="207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7E31AB0-DE06-4E2A-D8B2-B28995D551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06265" y="3826095"/>
                  <a:ext cx="53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E6D36B-100D-278D-4B94-8A220ADD5AB4}"/>
                    </a:ext>
                  </a:extLst>
                </p14:cNvPr>
                <p14:cNvContentPartPr/>
                <p14:nvPr/>
              </p14:nvContentPartPr>
              <p14:xfrm>
                <a:off x="10359825" y="4026615"/>
                <a:ext cx="296640" cy="30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E6D36B-100D-278D-4B94-8A220ADD5A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53705" y="4020495"/>
                  <a:ext cx="3088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8FB2EB-A65B-A393-0358-BB2EE1AE83CB}"/>
                    </a:ext>
                  </a:extLst>
                </p14:cNvPr>
                <p14:cNvContentPartPr/>
                <p14:nvPr/>
              </p14:nvContentPartPr>
              <p14:xfrm>
                <a:off x="9403665" y="4916175"/>
                <a:ext cx="700560" cy="199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98FB2EB-A65B-A393-0358-BB2EE1AE83C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97545" y="4910055"/>
                  <a:ext cx="712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64BAC9-967A-7B41-C94D-98ED6691603C}"/>
                    </a:ext>
                  </a:extLst>
                </p14:cNvPr>
                <p14:cNvContentPartPr/>
                <p14:nvPr/>
              </p14:nvContentPartPr>
              <p14:xfrm>
                <a:off x="9644145" y="5005815"/>
                <a:ext cx="38160" cy="437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64BAC9-967A-7B41-C94D-98ED6691603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38025" y="4999695"/>
                  <a:ext cx="504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C522673-33D4-4005-7D54-83195E3E7887}"/>
                    </a:ext>
                  </a:extLst>
                </p14:cNvPr>
                <p14:cNvContentPartPr/>
                <p14:nvPr/>
              </p14:nvContentPartPr>
              <p14:xfrm>
                <a:off x="9912705" y="5183295"/>
                <a:ext cx="857880" cy="256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C522673-33D4-4005-7D54-83195E3E78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06585" y="5177175"/>
                  <a:ext cx="870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7DA124-1B30-8C91-82FF-2A6B591CF975}"/>
                    </a:ext>
                  </a:extLst>
                </p14:cNvPr>
                <p14:cNvContentPartPr/>
                <p14:nvPr/>
              </p14:nvContentPartPr>
              <p14:xfrm>
                <a:off x="10850865" y="5054055"/>
                <a:ext cx="254880" cy="271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7DA124-1B30-8C91-82FF-2A6B591CF9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44745" y="5047935"/>
                  <a:ext cx="267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E642B5-F763-7C05-6BF4-E756F9A47DB7}"/>
                    </a:ext>
                  </a:extLst>
                </p14:cNvPr>
                <p14:cNvContentPartPr/>
                <p14:nvPr/>
              </p14:nvContentPartPr>
              <p14:xfrm>
                <a:off x="11171625" y="4997535"/>
                <a:ext cx="563760" cy="188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E642B5-F763-7C05-6BF4-E756F9A47D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165505" y="4991415"/>
                  <a:ext cx="576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928C35-A1A8-D349-4472-ABE8DD8FE904}"/>
                    </a:ext>
                  </a:extLst>
                </p14:cNvPr>
                <p14:cNvContentPartPr/>
                <p14:nvPr/>
              </p14:nvContentPartPr>
              <p14:xfrm>
                <a:off x="662505" y="3518295"/>
                <a:ext cx="94320" cy="370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928C35-A1A8-D349-4472-ABE8DD8FE9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6385" y="3512175"/>
                  <a:ext cx="1065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F40201E-BD34-21D4-1C35-9711D934A34E}"/>
                    </a:ext>
                  </a:extLst>
                </p14:cNvPr>
                <p14:cNvContentPartPr/>
                <p14:nvPr/>
              </p14:nvContentPartPr>
              <p14:xfrm>
                <a:off x="706065" y="3437655"/>
                <a:ext cx="286920" cy="267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F40201E-BD34-21D4-1C35-9711D934A3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9945" y="3431535"/>
                  <a:ext cx="299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D1C8097-B56C-408B-FEA7-1912FD27F4AB}"/>
                    </a:ext>
                  </a:extLst>
                </p14:cNvPr>
                <p14:cNvContentPartPr/>
                <p14:nvPr/>
              </p14:nvContentPartPr>
              <p14:xfrm>
                <a:off x="1039425" y="3342255"/>
                <a:ext cx="277560" cy="566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D1C8097-B56C-408B-FEA7-1912FD27F4A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3305" y="3336135"/>
                  <a:ext cx="2898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679616-E0D8-B1CA-E388-F50F9D67BF47}"/>
                    </a:ext>
                  </a:extLst>
                </p14:cNvPr>
                <p14:cNvContentPartPr/>
                <p14:nvPr/>
              </p14:nvContentPartPr>
              <p14:xfrm>
                <a:off x="1272345" y="3472215"/>
                <a:ext cx="204480" cy="334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679616-E0D8-B1CA-E388-F50F9D67BF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66225" y="3466095"/>
                  <a:ext cx="216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22E211B-B19D-5011-3D46-ADCD878035B3}"/>
                    </a:ext>
                  </a:extLst>
                </p14:cNvPr>
                <p14:cNvContentPartPr/>
                <p14:nvPr/>
              </p14:nvContentPartPr>
              <p14:xfrm>
                <a:off x="1291425" y="3622335"/>
                <a:ext cx="259920" cy="12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22E211B-B19D-5011-3D46-ADCD878035B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85305" y="3616215"/>
                  <a:ext cx="272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B07AA72-B54C-A44A-EDE1-8190C7DB4CA6}"/>
                    </a:ext>
                  </a:extLst>
                </p14:cNvPr>
                <p14:cNvContentPartPr/>
                <p14:nvPr/>
              </p14:nvContentPartPr>
              <p14:xfrm>
                <a:off x="1630905" y="3479055"/>
                <a:ext cx="113400" cy="362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B07AA72-B54C-A44A-EDE1-8190C7DB4C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24785" y="3472935"/>
                  <a:ext cx="125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0FC2F6-DDF3-EF6E-5929-EF25EC253BB8}"/>
                    </a:ext>
                  </a:extLst>
                </p14:cNvPr>
                <p14:cNvContentPartPr/>
                <p14:nvPr/>
              </p14:nvContentPartPr>
              <p14:xfrm>
                <a:off x="1802625" y="3443415"/>
                <a:ext cx="243360" cy="328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0FC2F6-DDF3-EF6E-5929-EF25EC253B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96505" y="3437295"/>
                  <a:ext cx="255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FE9C3C-4A4E-9D8B-3C27-935FC8225EB4}"/>
                    </a:ext>
                  </a:extLst>
                </p14:cNvPr>
                <p14:cNvContentPartPr/>
                <p14:nvPr/>
              </p14:nvContentPartPr>
              <p14:xfrm>
                <a:off x="1920345" y="3283935"/>
                <a:ext cx="308880" cy="703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FE9C3C-4A4E-9D8B-3C27-935FC8225EB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14225" y="3277815"/>
                  <a:ext cx="3211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10A12FC-A8ED-8FA6-7EEC-E8E2E366C1D3}"/>
                    </a:ext>
                  </a:extLst>
                </p14:cNvPr>
                <p14:cNvContentPartPr/>
                <p14:nvPr/>
              </p14:nvContentPartPr>
              <p14:xfrm>
                <a:off x="2542425" y="3447375"/>
                <a:ext cx="218160" cy="84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10A12FC-A8ED-8FA6-7EEC-E8E2E366C1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36305" y="3441255"/>
                  <a:ext cx="230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B52568-D9F2-B213-9A45-C3D45A9018BD}"/>
                    </a:ext>
                  </a:extLst>
                </p14:cNvPr>
                <p14:cNvContentPartPr/>
                <p14:nvPr/>
              </p14:nvContentPartPr>
              <p14:xfrm>
                <a:off x="2541705" y="3703335"/>
                <a:ext cx="158040" cy="3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B52568-D9F2-B213-9A45-C3D45A9018B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35585" y="3697215"/>
                  <a:ext cx="170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BB74282-68A2-2F4A-94EB-73F3E0C74F16}"/>
                    </a:ext>
                  </a:extLst>
                </p14:cNvPr>
                <p14:cNvContentPartPr/>
                <p14:nvPr/>
              </p14:nvContentPartPr>
              <p14:xfrm>
                <a:off x="3142185" y="3291855"/>
                <a:ext cx="100800" cy="404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BB74282-68A2-2F4A-94EB-73F3E0C74F1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36065" y="3285735"/>
                  <a:ext cx="1130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B408094-3727-A9BC-968E-D3D928CD12D3}"/>
                    </a:ext>
                  </a:extLst>
                </p14:cNvPr>
                <p14:cNvContentPartPr/>
                <p14:nvPr/>
              </p14:nvContentPartPr>
              <p14:xfrm>
                <a:off x="3165945" y="3115095"/>
                <a:ext cx="265320" cy="365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B408094-3727-A9BC-968E-D3D928CD12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59825" y="3108975"/>
                  <a:ext cx="2775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857613-0022-F5FB-3DB4-58DA56F7A386}"/>
                    </a:ext>
                  </a:extLst>
                </p14:cNvPr>
                <p14:cNvContentPartPr/>
                <p14:nvPr/>
              </p14:nvContentPartPr>
              <p14:xfrm>
                <a:off x="3375105" y="3425775"/>
                <a:ext cx="487080" cy="232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857613-0022-F5FB-3DB4-58DA56F7A38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68985" y="3419655"/>
                  <a:ext cx="499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19FDA1-ECBD-4695-0D9E-9E9B3508D16E}"/>
                    </a:ext>
                  </a:extLst>
                </p14:cNvPr>
                <p14:cNvContentPartPr/>
                <p14:nvPr/>
              </p14:nvContentPartPr>
              <p14:xfrm>
                <a:off x="4025985" y="3255135"/>
                <a:ext cx="99000" cy="456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19FDA1-ECBD-4695-0D9E-9E9B3508D1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9865" y="3249015"/>
                  <a:ext cx="1112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9B67FD0-1EC8-8129-3243-132075C56F20}"/>
                    </a:ext>
                  </a:extLst>
                </p14:cNvPr>
                <p14:cNvContentPartPr/>
                <p14:nvPr/>
              </p14:nvContentPartPr>
              <p14:xfrm>
                <a:off x="4170705" y="3524055"/>
                <a:ext cx="210600" cy="158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B67FD0-1EC8-8129-3243-132075C56F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64585" y="3517935"/>
                  <a:ext cx="222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C82141C-322D-D844-8C9F-C0210478DE2A}"/>
                    </a:ext>
                  </a:extLst>
                </p14:cNvPr>
                <p14:cNvContentPartPr/>
                <p14:nvPr/>
              </p14:nvContentPartPr>
              <p14:xfrm>
                <a:off x="4525305" y="3242535"/>
                <a:ext cx="177480" cy="495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C82141C-322D-D844-8C9F-C0210478DE2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19185" y="3236415"/>
                  <a:ext cx="1897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E8D5395-3001-3E14-8FDB-8D2005682EA0}"/>
                    </a:ext>
                  </a:extLst>
                </p14:cNvPr>
                <p14:cNvContentPartPr/>
                <p14:nvPr/>
              </p14:nvContentPartPr>
              <p14:xfrm>
                <a:off x="4790265" y="3652215"/>
                <a:ext cx="66600" cy="106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E8D5395-3001-3E14-8FDB-8D2005682E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84145" y="3646095"/>
                  <a:ext cx="78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9FEC41-8A0B-26AA-B498-F03AB8EAADD4}"/>
                    </a:ext>
                  </a:extLst>
                </p14:cNvPr>
                <p14:cNvContentPartPr/>
                <p14:nvPr/>
              </p14:nvContentPartPr>
              <p14:xfrm>
                <a:off x="4897545" y="3400935"/>
                <a:ext cx="7200" cy="37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9FEC41-8A0B-26AA-B498-F03AB8EAADD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91425" y="3394815"/>
                  <a:ext cx="1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9830BD5-AF70-7E0C-5945-954B3E0E070D}"/>
                    </a:ext>
                  </a:extLst>
                </p14:cNvPr>
                <p14:cNvContentPartPr/>
                <p14:nvPr/>
              </p14:nvContentPartPr>
              <p14:xfrm>
                <a:off x="5091225" y="3340455"/>
                <a:ext cx="59040" cy="379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9830BD5-AF70-7E0C-5945-954B3E0E070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85105" y="3334335"/>
                  <a:ext cx="71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CD1E5E3-7A55-5208-6EBD-1EFBF0E428C9}"/>
                    </a:ext>
                  </a:extLst>
                </p14:cNvPr>
                <p14:cNvContentPartPr/>
                <p14:nvPr/>
              </p14:nvContentPartPr>
              <p14:xfrm>
                <a:off x="5291745" y="3633495"/>
                <a:ext cx="39240" cy="105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CD1E5E3-7A55-5208-6EBD-1EFBF0E428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85625" y="3627375"/>
                  <a:ext cx="51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206755B-AD45-F110-290A-AFEEB3E70612}"/>
                    </a:ext>
                  </a:extLst>
                </p14:cNvPr>
                <p14:cNvContentPartPr/>
                <p14:nvPr/>
              </p14:nvContentPartPr>
              <p14:xfrm>
                <a:off x="5353665" y="3458535"/>
                <a:ext cx="70200" cy="106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206755B-AD45-F110-290A-AFEEB3E706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47545" y="3452415"/>
                  <a:ext cx="82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88E2DEB-AE47-153A-4C6B-DA1D9CAFED0E}"/>
                    </a:ext>
                  </a:extLst>
                </p14:cNvPr>
                <p14:cNvContentPartPr/>
                <p14:nvPr/>
              </p14:nvContentPartPr>
              <p14:xfrm>
                <a:off x="5526105" y="3432975"/>
                <a:ext cx="81360" cy="293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88E2DEB-AE47-153A-4C6B-DA1D9CAFED0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19985" y="3426855"/>
                  <a:ext cx="93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71B9A6-2348-4023-4B8F-83C2A2DD7D3B}"/>
                    </a:ext>
                  </a:extLst>
                </p14:cNvPr>
                <p14:cNvContentPartPr/>
                <p14:nvPr/>
              </p14:nvContentPartPr>
              <p14:xfrm>
                <a:off x="5441505" y="3578775"/>
                <a:ext cx="447840" cy="728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71B9A6-2348-4023-4B8F-83C2A2DD7D3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35385" y="3572655"/>
                  <a:ext cx="46008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F25AA8-0839-8369-1CCE-4AB150C53B2E}"/>
                    </a:ext>
                  </a:extLst>
                </p14:cNvPr>
                <p14:cNvContentPartPr/>
                <p14:nvPr/>
              </p14:nvContentPartPr>
              <p14:xfrm>
                <a:off x="6723105" y="3332175"/>
                <a:ext cx="614160" cy="740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F25AA8-0839-8369-1CCE-4AB150C53B2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16985" y="3326055"/>
                  <a:ext cx="62640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367129-FD2E-4547-51E3-A2B19E5EC365}"/>
                    </a:ext>
                  </a:extLst>
                </p14:cNvPr>
                <p14:cNvContentPartPr/>
                <p14:nvPr/>
              </p14:nvContentPartPr>
              <p14:xfrm>
                <a:off x="595185" y="4395975"/>
                <a:ext cx="302040" cy="300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367129-FD2E-4547-51E3-A2B19E5EC3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9065" y="4389855"/>
                  <a:ext cx="314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ECC052-04B0-4422-9A72-E8FDC7CB1FA5}"/>
                    </a:ext>
                  </a:extLst>
                </p14:cNvPr>
                <p14:cNvContentPartPr/>
                <p14:nvPr/>
              </p14:nvContentPartPr>
              <p14:xfrm>
                <a:off x="1042305" y="4459695"/>
                <a:ext cx="306720" cy="241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ECC052-04B0-4422-9A72-E8FDC7CB1FA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36185" y="4453575"/>
                  <a:ext cx="318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36F36B-BFAD-B795-0C0A-481B65113D08}"/>
                    </a:ext>
                  </a:extLst>
                </p14:cNvPr>
                <p14:cNvContentPartPr/>
                <p14:nvPr/>
              </p14:nvContentPartPr>
              <p14:xfrm>
                <a:off x="1413825" y="4298055"/>
                <a:ext cx="696600" cy="290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36F36B-BFAD-B795-0C0A-481B65113D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07705" y="4291935"/>
                  <a:ext cx="708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5A6A13-D540-237B-EA7E-54099FE668EB}"/>
                    </a:ext>
                  </a:extLst>
                </p14:cNvPr>
                <p14:cNvContentPartPr/>
                <p14:nvPr/>
              </p14:nvContentPartPr>
              <p14:xfrm>
                <a:off x="1915665" y="4420455"/>
                <a:ext cx="377640" cy="8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5A6A13-D540-237B-EA7E-54099FE668E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09545" y="4414335"/>
                  <a:ext cx="389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82FC48-6EC2-C483-045A-0E9EBA71FB52}"/>
                    </a:ext>
                  </a:extLst>
                </p14:cNvPr>
                <p14:cNvContentPartPr/>
                <p14:nvPr/>
              </p14:nvContentPartPr>
              <p14:xfrm>
                <a:off x="2464305" y="4270335"/>
                <a:ext cx="289080" cy="460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82FC48-6EC2-C483-045A-0E9EBA71FB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58185" y="4264215"/>
                  <a:ext cx="3013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1B7E590-1A3D-F4EC-E37A-E360315575EE}"/>
                    </a:ext>
                  </a:extLst>
                </p14:cNvPr>
                <p14:cNvContentPartPr/>
                <p14:nvPr/>
              </p14:nvContentPartPr>
              <p14:xfrm>
                <a:off x="2538465" y="4476975"/>
                <a:ext cx="273600" cy="10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1B7E590-1A3D-F4EC-E37A-E360315575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32345" y="4470855"/>
                  <a:ext cx="285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C1B62FA-E617-1B6D-EB85-CF122F0E3C2D}"/>
                    </a:ext>
                  </a:extLst>
                </p14:cNvPr>
                <p14:cNvContentPartPr/>
                <p14:nvPr/>
              </p14:nvContentPartPr>
              <p14:xfrm>
                <a:off x="3379425" y="4316415"/>
                <a:ext cx="461520" cy="603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C1B62FA-E617-1B6D-EB85-CF122F0E3C2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73305" y="4310295"/>
                  <a:ext cx="47376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CD91A60-BEA9-A956-B6DF-8587D59947C0}"/>
                    </a:ext>
                  </a:extLst>
                </p14:cNvPr>
                <p14:cNvContentPartPr/>
                <p14:nvPr/>
              </p14:nvContentPartPr>
              <p14:xfrm>
                <a:off x="3870105" y="4271415"/>
                <a:ext cx="92880" cy="54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CD91A60-BEA9-A956-B6DF-8587D59947C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63985" y="4265295"/>
                  <a:ext cx="105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1278786-1883-86CC-4FF3-6E493D8D8B9F}"/>
                    </a:ext>
                  </a:extLst>
                </p14:cNvPr>
                <p14:cNvContentPartPr/>
                <p14:nvPr/>
              </p14:nvContentPartPr>
              <p14:xfrm>
                <a:off x="4036785" y="4464735"/>
                <a:ext cx="223200" cy="248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1278786-1883-86CC-4FF3-6E493D8D8B9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30665" y="4458615"/>
                  <a:ext cx="235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D3E66D1-4C61-2FA0-2EA5-6B6E985EA121}"/>
                    </a:ext>
                  </a:extLst>
                </p14:cNvPr>
                <p14:cNvContentPartPr/>
                <p14:nvPr/>
              </p14:nvContentPartPr>
              <p14:xfrm>
                <a:off x="4299585" y="4470135"/>
                <a:ext cx="450720" cy="271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D3E66D1-4C61-2FA0-2EA5-6B6E985EA12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93465" y="4464015"/>
                  <a:ext cx="462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00226BE-784B-230F-87E6-7429D3266D00}"/>
                    </a:ext>
                  </a:extLst>
                </p14:cNvPr>
                <p14:cNvContentPartPr/>
                <p14:nvPr/>
              </p14:nvContentPartPr>
              <p14:xfrm>
                <a:off x="4873425" y="4378335"/>
                <a:ext cx="36360" cy="311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00226BE-784B-230F-87E6-7429D3266D0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67305" y="4372215"/>
                  <a:ext cx="48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07A9E7-8551-A4D7-193F-F24A2B3D7BA4}"/>
                    </a:ext>
                  </a:extLst>
                </p14:cNvPr>
                <p14:cNvContentPartPr/>
                <p14:nvPr/>
              </p14:nvContentPartPr>
              <p14:xfrm>
                <a:off x="4865505" y="4074135"/>
                <a:ext cx="309240" cy="627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07A9E7-8551-A4D7-193F-F24A2B3D7BA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59385" y="4068015"/>
                  <a:ext cx="3214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9F4172-B016-5E3D-8337-666BEAE744F7}"/>
                    </a:ext>
                  </a:extLst>
                </p14:cNvPr>
                <p14:cNvContentPartPr/>
                <p14:nvPr/>
              </p14:nvContentPartPr>
              <p14:xfrm>
                <a:off x="5423505" y="4235415"/>
                <a:ext cx="758880" cy="450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9F4172-B016-5E3D-8337-666BEAE744F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17385" y="4229295"/>
                  <a:ext cx="7711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66E45AE-594A-C6AE-DAD1-F1C0B46674A2}"/>
                    </a:ext>
                  </a:extLst>
                </p14:cNvPr>
                <p14:cNvContentPartPr/>
                <p14:nvPr/>
              </p14:nvContentPartPr>
              <p14:xfrm>
                <a:off x="6607545" y="4362855"/>
                <a:ext cx="189720" cy="285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66E45AE-594A-C6AE-DAD1-F1C0B46674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01425" y="4356735"/>
                  <a:ext cx="201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7328916-B91C-5949-B76F-D54C83AE502C}"/>
                    </a:ext>
                  </a:extLst>
                </p14:cNvPr>
                <p14:cNvContentPartPr/>
                <p14:nvPr/>
              </p14:nvContentPartPr>
              <p14:xfrm>
                <a:off x="6948825" y="4350615"/>
                <a:ext cx="567720" cy="281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7328916-B91C-5949-B76F-D54C83AE502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42705" y="4344495"/>
                  <a:ext cx="579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C8ADDE-A891-E413-04FB-D721B7366C95}"/>
                    </a:ext>
                  </a:extLst>
                </p14:cNvPr>
                <p14:cNvContentPartPr/>
                <p14:nvPr/>
              </p14:nvContentPartPr>
              <p14:xfrm>
                <a:off x="7539225" y="4404975"/>
                <a:ext cx="223200" cy="178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C8ADDE-A891-E413-04FB-D721B7366C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33105" y="4398855"/>
                  <a:ext cx="235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E6C788E-F86D-8807-456B-6F8ACE49B9F0}"/>
                    </a:ext>
                  </a:extLst>
                </p14:cNvPr>
                <p14:cNvContentPartPr/>
                <p14:nvPr/>
              </p14:nvContentPartPr>
              <p14:xfrm>
                <a:off x="7750545" y="4239375"/>
                <a:ext cx="309960" cy="368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E6C788E-F86D-8807-456B-6F8ACE49B9F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44425" y="4233255"/>
                  <a:ext cx="3222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7930C9-E600-49B0-8CED-19D011D9B439}"/>
                    </a:ext>
                  </a:extLst>
                </p14:cNvPr>
                <p14:cNvContentPartPr/>
                <p14:nvPr/>
              </p14:nvContentPartPr>
              <p14:xfrm>
                <a:off x="8206665" y="4437015"/>
                <a:ext cx="20880" cy="33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7930C9-E600-49B0-8CED-19D011D9B43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00545" y="4430895"/>
                  <a:ext cx="33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12BEE3-886D-CC59-1E17-D8B656028431}"/>
                    </a:ext>
                  </a:extLst>
                </p14:cNvPr>
                <p14:cNvContentPartPr/>
                <p14:nvPr/>
              </p14:nvContentPartPr>
              <p14:xfrm>
                <a:off x="8034945" y="3263055"/>
                <a:ext cx="106920" cy="1554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12BEE3-886D-CC59-1E17-D8B65602843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28825" y="3256935"/>
                  <a:ext cx="119160" cy="15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EE75F5-C6FA-3E6D-AD9F-8A67036B2233}"/>
                    </a:ext>
                  </a:extLst>
                </p14:cNvPr>
                <p14:cNvContentPartPr/>
                <p14:nvPr/>
              </p14:nvContentPartPr>
              <p14:xfrm>
                <a:off x="8064825" y="3388695"/>
                <a:ext cx="225360" cy="2909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EE75F5-C6FA-3E6D-AD9F-8A67036B223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58705" y="3382575"/>
                  <a:ext cx="237600" cy="29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136B4EB-FB8C-D1CF-DD6B-36AFF0BDE176}"/>
                    </a:ext>
                  </a:extLst>
                </p14:cNvPr>
                <p14:cNvContentPartPr/>
                <p14:nvPr/>
              </p14:nvContentPartPr>
              <p14:xfrm>
                <a:off x="229425" y="5150535"/>
                <a:ext cx="50760" cy="255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136B4EB-FB8C-D1CF-DD6B-36AFF0BDE1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3305" y="5144415"/>
                  <a:ext cx="63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7B90F8-2DB4-E6FF-13BA-2F8F69548F39}"/>
                    </a:ext>
                  </a:extLst>
                </p14:cNvPr>
                <p14:cNvContentPartPr/>
                <p14:nvPr/>
              </p14:nvContentPartPr>
              <p14:xfrm>
                <a:off x="224025" y="4997175"/>
                <a:ext cx="219600" cy="254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7B90F8-2DB4-E6FF-13BA-2F8F69548F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7905" y="4991055"/>
                  <a:ext cx="231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DC91CF7-0BC4-55E9-79F2-15F6706B0720}"/>
                    </a:ext>
                  </a:extLst>
                </p14:cNvPr>
                <p14:cNvContentPartPr/>
                <p14:nvPr/>
              </p14:nvContentPartPr>
              <p14:xfrm>
                <a:off x="609225" y="5137575"/>
                <a:ext cx="135000" cy="244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DC91CF7-0BC4-55E9-79F2-15F6706B072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3105" y="5131455"/>
                  <a:ext cx="147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8B6B39E-85F8-F503-90F1-F2CD3AA54484}"/>
                    </a:ext>
                  </a:extLst>
                </p14:cNvPr>
                <p14:cNvContentPartPr/>
                <p14:nvPr/>
              </p14:nvContentPartPr>
              <p14:xfrm>
                <a:off x="819825" y="5137935"/>
                <a:ext cx="194040" cy="272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8B6B39E-85F8-F503-90F1-F2CD3AA544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3705" y="5131815"/>
                  <a:ext cx="2062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54CC53E-70A9-7A07-0AFC-84B512F59C49}"/>
                    </a:ext>
                  </a:extLst>
                </p14:cNvPr>
                <p14:cNvContentPartPr/>
                <p14:nvPr/>
              </p14:nvContentPartPr>
              <p14:xfrm>
                <a:off x="884625" y="5230095"/>
                <a:ext cx="165960" cy="18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54CC53E-70A9-7A07-0AFC-84B512F59C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8505" y="5223975"/>
                  <a:ext cx="178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F8F87F-F8C8-1993-84CD-4AC81AD4D246}"/>
                    </a:ext>
                  </a:extLst>
                </p14:cNvPr>
                <p14:cNvContentPartPr/>
                <p14:nvPr/>
              </p14:nvContentPartPr>
              <p14:xfrm>
                <a:off x="1084425" y="5058375"/>
                <a:ext cx="197640" cy="468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F8F87F-F8C8-1993-84CD-4AC81AD4D2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8305" y="5052255"/>
                  <a:ext cx="2098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EFE25EC-41C6-1A84-374F-0A30C15F0EA0}"/>
                    </a:ext>
                  </a:extLst>
                </p14:cNvPr>
                <p14:cNvContentPartPr/>
                <p14:nvPr/>
              </p14:nvContentPartPr>
              <p14:xfrm>
                <a:off x="1648185" y="5298135"/>
                <a:ext cx="178560" cy="28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EFE25EC-41C6-1A84-374F-0A30C15F0EA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42065" y="5292015"/>
                  <a:ext cx="190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0C08ACB-EBE6-6371-C06C-F8F80E485627}"/>
                    </a:ext>
                  </a:extLst>
                </p14:cNvPr>
                <p14:cNvContentPartPr/>
                <p14:nvPr/>
              </p14:nvContentPartPr>
              <p14:xfrm>
                <a:off x="2384745" y="4964775"/>
                <a:ext cx="61560" cy="452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0C08ACB-EBE6-6371-C06C-F8F80E4856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78625" y="4958655"/>
                  <a:ext cx="738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B36E9A-9BCC-A038-9DD0-DB96669B2B53}"/>
                    </a:ext>
                  </a:extLst>
                </p14:cNvPr>
                <p14:cNvContentPartPr/>
                <p14:nvPr/>
              </p14:nvContentPartPr>
              <p14:xfrm>
                <a:off x="2451705" y="4849575"/>
                <a:ext cx="176040" cy="266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B36E9A-9BCC-A038-9DD0-DB96669B2B5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45585" y="4843455"/>
                  <a:ext cx="188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66359F-8325-78BF-4962-50E20EB7EEA3}"/>
                    </a:ext>
                  </a:extLst>
                </p14:cNvPr>
                <p14:cNvContentPartPr/>
                <p14:nvPr/>
              </p14:nvContentPartPr>
              <p14:xfrm>
                <a:off x="2684625" y="5128215"/>
                <a:ext cx="352440" cy="209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66359F-8325-78BF-4962-50E20EB7EEA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78505" y="5122095"/>
                  <a:ext cx="364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3BAB08-F4D8-1EDC-9DCA-2813098A0D9A}"/>
                    </a:ext>
                  </a:extLst>
                </p14:cNvPr>
                <p14:cNvContentPartPr/>
                <p14:nvPr/>
              </p14:nvContentPartPr>
              <p14:xfrm>
                <a:off x="3029505" y="5162775"/>
                <a:ext cx="127080" cy="182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3BAB08-F4D8-1EDC-9DCA-2813098A0D9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23385" y="5156655"/>
                  <a:ext cx="139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3AAA680-EB1B-A7E0-19A2-0214484A261D}"/>
                    </a:ext>
                  </a:extLst>
                </p14:cNvPr>
                <p14:cNvContentPartPr/>
                <p14:nvPr/>
              </p14:nvContentPartPr>
              <p14:xfrm>
                <a:off x="3271425" y="5023455"/>
                <a:ext cx="87120" cy="415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3AAA680-EB1B-A7E0-19A2-0214484A261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65305" y="5017335"/>
                  <a:ext cx="993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41788BB-C083-7149-B22E-2E9607EFE336}"/>
                    </a:ext>
                  </a:extLst>
                </p14:cNvPr>
                <p14:cNvContentPartPr/>
                <p14:nvPr/>
              </p14:nvContentPartPr>
              <p14:xfrm>
                <a:off x="3492825" y="5222895"/>
                <a:ext cx="164880" cy="190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41788BB-C083-7149-B22E-2E9607EFE33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486705" y="5216775"/>
                  <a:ext cx="177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D92E2D-7979-E247-8367-A3A4B8FADDC3}"/>
                    </a:ext>
                  </a:extLst>
                </p14:cNvPr>
                <p14:cNvContentPartPr/>
                <p14:nvPr/>
              </p14:nvContentPartPr>
              <p14:xfrm>
                <a:off x="3893505" y="5103015"/>
                <a:ext cx="97200" cy="353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D92E2D-7979-E247-8367-A3A4B8FADDC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87385" y="5096895"/>
                  <a:ext cx="1094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5DB4902-1183-6439-2923-1C22558F5FAF}"/>
                    </a:ext>
                  </a:extLst>
                </p14:cNvPr>
                <p14:cNvContentPartPr/>
                <p14:nvPr/>
              </p14:nvContentPartPr>
              <p14:xfrm>
                <a:off x="4046145" y="5422335"/>
                <a:ext cx="39240" cy="85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5DB4902-1183-6439-2923-1C22558F5FA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40025" y="5416215"/>
                  <a:ext cx="51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5D8A8DA-D719-8619-D90E-38D39B1D279E}"/>
                    </a:ext>
                  </a:extLst>
                </p14:cNvPr>
                <p14:cNvContentPartPr/>
                <p14:nvPr/>
              </p14:nvContentPartPr>
              <p14:xfrm>
                <a:off x="4205985" y="5164215"/>
                <a:ext cx="8280" cy="52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5D8A8DA-D719-8619-D90E-38D39B1D279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99865" y="5158095"/>
                  <a:ext cx="20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F52C39-9390-A857-FCE1-0C2C063A8B90}"/>
                    </a:ext>
                  </a:extLst>
                </p14:cNvPr>
                <p14:cNvContentPartPr/>
                <p14:nvPr/>
              </p14:nvContentPartPr>
              <p14:xfrm>
                <a:off x="4347825" y="5085735"/>
                <a:ext cx="130680" cy="410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F52C39-9390-A857-FCE1-0C2C063A8B9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41705" y="5079615"/>
                  <a:ext cx="1429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BB34FCC-168D-9E7E-79A7-4BC28140A9C0}"/>
                    </a:ext>
                  </a:extLst>
                </p14:cNvPr>
                <p14:cNvContentPartPr/>
                <p14:nvPr/>
              </p14:nvContentPartPr>
              <p14:xfrm>
                <a:off x="4568505" y="5454375"/>
                <a:ext cx="34560" cy="123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BB34FCC-168D-9E7E-79A7-4BC28140A9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62385" y="5448255"/>
                  <a:ext cx="46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9BDC254-E35F-031F-D5A3-4C0979B6C391}"/>
                    </a:ext>
                  </a:extLst>
                </p14:cNvPr>
                <p14:cNvContentPartPr/>
                <p14:nvPr/>
              </p14:nvContentPartPr>
              <p14:xfrm>
                <a:off x="4725105" y="5314335"/>
                <a:ext cx="23400" cy="15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9BDC254-E35F-031F-D5A3-4C0979B6C39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18985" y="5308215"/>
                  <a:ext cx="35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8956DD-DE8A-5353-125B-0516D227897C}"/>
                    </a:ext>
                  </a:extLst>
                </p14:cNvPr>
                <p14:cNvContentPartPr/>
                <p14:nvPr/>
              </p14:nvContentPartPr>
              <p14:xfrm>
                <a:off x="4866585" y="5243415"/>
                <a:ext cx="72360" cy="267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8956DD-DE8A-5353-125B-0516D22789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60465" y="5237295"/>
                  <a:ext cx="846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49A376A-EA91-7993-FF4F-9522C2B8480B}"/>
                    </a:ext>
                  </a:extLst>
                </p14:cNvPr>
                <p14:cNvContentPartPr/>
                <p14:nvPr/>
              </p14:nvContentPartPr>
              <p14:xfrm>
                <a:off x="4820865" y="5362935"/>
                <a:ext cx="401400" cy="521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49A376A-EA91-7993-FF4F-9522C2B8480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814745" y="5356815"/>
                  <a:ext cx="4136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4E66962-AE90-8D00-9585-C75839CA436E}"/>
                    </a:ext>
                  </a:extLst>
                </p14:cNvPr>
                <p14:cNvContentPartPr/>
                <p14:nvPr/>
              </p14:nvContentPartPr>
              <p14:xfrm>
                <a:off x="5977905" y="4865775"/>
                <a:ext cx="431280" cy="860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4E66962-AE90-8D00-9585-C75839CA436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71785" y="4859655"/>
                  <a:ext cx="443520" cy="8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CC4B338-3EF4-2880-CF9F-A1234C016E07}"/>
                    </a:ext>
                  </a:extLst>
                </p14:cNvPr>
                <p14:cNvContentPartPr/>
                <p14:nvPr/>
              </p14:nvContentPartPr>
              <p14:xfrm>
                <a:off x="3180705" y="5708175"/>
                <a:ext cx="686160" cy="292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CC4B338-3EF4-2880-CF9F-A1234C016E0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74585" y="5702055"/>
                  <a:ext cx="6984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3D2FDF-139C-CCD5-BB95-E846CC8FBC38}"/>
                    </a:ext>
                  </a:extLst>
                </p14:cNvPr>
                <p14:cNvContentPartPr/>
                <p14:nvPr/>
              </p14:nvContentPartPr>
              <p14:xfrm>
                <a:off x="3944265" y="5822295"/>
                <a:ext cx="574560" cy="214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3D2FDF-139C-CCD5-BB95-E846CC8FBC3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38145" y="5816175"/>
                  <a:ext cx="5868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947A18B-021B-3A94-E428-1CE90055BF7C}"/>
                    </a:ext>
                  </a:extLst>
                </p14:cNvPr>
                <p14:cNvContentPartPr/>
                <p14:nvPr/>
              </p14:nvContentPartPr>
              <p14:xfrm>
                <a:off x="4355745" y="5858655"/>
                <a:ext cx="354600" cy="49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947A18B-021B-3A94-E428-1CE90055BF7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49625" y="5852535"/>
                  <a:ext cx="366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182CFB7-24C0-96C0-E652-4303467CC6BB}"/>
                    </a:ext>
                  </a:extLst>
                </p14:cNvPr>
                <p14:cNvContentPartPr/>
                <p14:nvPr/>
              </p14:nvContentPartPr>
              <p14:xfrm>
                <a:off x="5162865" y="5851095"/>
                <a:ext cx="374040" cy="342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182CFB7-24C0-96C0-E652-4303467CC6B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156745" y="5844975"/>
                  <a:ext cx="3862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C3FD15A-2288-2DA6-2D3B-D00ABD303042}"/>
                    </a:ext>
                  </a:extLst>
                </p14:cNvPr>
                <p14:cNvContentPartPr/>
                <p14:nvPr/>
              </p14:nvContentPartPr>
              <p14:xfrm>
                <a:off x="5307945" y="6037575"/>
                <a:ext cx="372960" cy="52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C3FD15A-2288-2DA6-2D3B-D00ABD30304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01825" y="6031455"/>
                  <a:ext cx="385200" cy="6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1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0907FC-EF66-F12F-1AAE-4C3F9CBCBFAD}"/>
              </a:ext>
            </a:extLst>
          </p:cNvPr>
          <p:cNvGrpSpPr/>
          <p:nvPr/>
        </p:nvGrpSpPr>
        <p:grpSpPr>
          <a:xfrm>
            <a:off x="377385" y="400335"/>
            <a:ext cx="246240" cy="710280"/>
            <a:chOff x="377385" y="400335"/>
            <a:chExt cx="24624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D2FDB85-FB46-DDC3-A8B8-8078B5BEAFE7}"/>
                    </a:ext>
                  </a:extLst>
                </p14:cNvPr>
                <p14:cNvContentPartPr/>
                <p14:nvPr/>
              </p14:nvContentPartPr>
              <p14:xfrm>
                <a:off x="377385" y="588615"/>
                <a:ext cx="46800" cy="522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D2FDB85-FB46-DDC3-A8B8-8078B5BEAFE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265" y="582495"/>
                  <a:ext cx="5904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33BF613-883B-44B1-C5DC-ADEC361C02E7}"/>
                    </a:ext>
                  </a:extLst>
                </p14:cNvPr>
                <p14:cNvContentPartPr/>
                <p14:nvPr/>
              </p14:nvContentPartPr>
              <p14:xfrm>
                <a:off x="394305" y="400335"/>
                <a:ext cx="229320" cy="473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33BF613-883B-44B1-C5DC-ADEC361C02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8185" y="394215"/>
                  <a:ext cx="241560" cy="48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9F9D4D-1498-D9C5-028F-D28FDFB057AC}"/>
              </a:ext>
            </a:extLst>
          </p:cNvPr>
          <p:cNvGrpSpPr/>
          <p:nvPr/>
        </p:nvGrpSpPr>
        <p:grpSpPr>
          <a:xfrm>
            <a:off x="1119345" y="289095"/>
            <a:ext cx="843480" cy="725400"/>
            <a:chOff x="1119345" y="289095"/>
            <a:chExt cx="84348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E78099-0CA8-0DE5-E0E2-5FB59C1A6306}"/>
                    </a:ext>
                  </a:extLst>
                </p14:cNvPr>
                <p14:cNvContentPartPr/>
                <p14:nvPr/>
              </p14:nvContentPartPr>
              <p14:xfrm>
                <a:off x="1119345" y="443535"/>
                <a:ext cx="174600" cy="505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E78099-0CA8-0DE5-E0E2-5FB59C1A63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3225" y="437415"/>
                  <a:ext cx="1868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87A3D8-51A5-DEAD-2AE4-D93F4692131F}"/>
                    </a:ext>
                  </a:extLst>
                </p14:cNvPr>
                <p14:cNvContentPartPr/>
                <p14:nvPr/>
              </p14:nvContentPartPr>
              <p14:xfrm>
                <a:off x="1511385" y="507615"/>
                <a:ext cx="146160" cy="251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87A3D8-51A5-DEAD-2AE4-D93F469213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5265" y="501495"/>
                  <a:ext cx="158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BB9973D-B482-8687-D277-8BEE33E9146B}"/>
                    </a:ext>
                  </a:extLst>
                </p14:cNvPr>
                <p14:cNvContentPartPr/>
                <p14:nvPr/>
              </p14:nvContentPartPr>
              <p14:xfrm>
                <a:off x="1593105" y="289095"/>
                <a:ext cx="369720" cy="72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BB9973D-B482-8687-D277-8BEE33E914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6985" y="282975"/>
                  <a:ext cx="381960" cy="73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36CE2C-20E8-12B1-442B-11B3A0007775}"/>
              </a:ext>
            </a:extLst>
          </p:cNvPr>
          <p:cNvGrpSpPr/>
          <p:nvPr/>
        </p:nvGrpSpPr>
        <p:grpSpPr>
          <a:xfrm>
            <a:off x="2776065" y="252015"/>
            <a:ext cx="3929040" cy="988200"/>
            <a:chOff x="2776065" y="252015"/>
            <a:chExt cx="3929040" cy="9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3FBE6E-6E09-F1DB-B86E-D40D351D284C}"/>
                    </a:ext>
                  </a:extLst>
                </p14:cNvPr>
                <p14:cNvContentPartPr/>
                <p14:nvPr/>
              </p14:nvContentPartPr>
              <p14:xfrm>
                <a:off x="2776065" y="695535"/>
                <a:ext cx="483840" cy="2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3FBE6E-6E09-F1DB-B86E-D40D351D28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69945" y="689415"/>
                  <a:ext cx="496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864F6E-FC97-B8A6-B03B-D13F596D5225}"/>
                    </a:ext>
                  </a:extLst>
                </p14:cNvPr>
                <p14:cNvContentPartPr/>
                <p14:nvPr/>
              </p14:nvContentPartPr>
              <p14:xfrm>
                <a:off x="3345945" y="334815"/>
                <a:ext cx="91080" cy="588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864F6E-FC97-B8A6-B03B-D13F596D52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39825" y="328695"/>
                  <a:ext cx="1033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1FF0BEF-FE1E-6F23-2EDD-6417C43FF856}"/>
                    </a:ext>
                  </a:extLst>
                </p14:cNvPr>
                <p14:cNvContentPartPr/>
                <p14:nvPr/>
              </p14:nvContentPartPr>
              <p14:xfrm>
                <a:off x="3388785" y="273975"/>
                <a:ext cx="252720" cy="27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1FF0BEF-FE1E-6F23-2EDD-6417C43FF8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82665" y="267855"/>
                  <a:ext cx="264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345C28-1D21-DB4C-FB9A-998F07AEC12E}"/>
                    </a:ext>
                  </a:extLst>
                </p14:cNvPr>
                <p14:cNvContentPartPr/>
                <p14:nvPr/>
              </p14:nvContentPartPr>
              <p14:xfrm>
                <a:off x="3653025" y="546495"/>
                <a:ext cx="408240" cy="23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345C28-1D21-DB4C-FB9A-998F07AEC1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46905" y="540375"/>
                  <a:ext cx="420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B9C51C-007D-5F75-6762-9A51C21BF2A7}"/>
                    </a:ext>
                  </a:extLst>
                </p14:cNvPr>
                <p14:cNvContentPartPr/>
                <p14:nvPr/>
              </p14:nvContentPartPr>
              <p14:xfrm>
                <a:off x="4058745" y="542175"/>
                <a:ext cx="170280" cy="258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B9C51C-007D-5F75-6762-9A51C21BF2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2625" y="536055"/>
                  <a:ext cx="18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134774-7F0E-D7E0-4670-88555BB98421}"/>
                    </a:ext>
                  </a:extLst>
                </p14:cNvPr>
                <p14:cNvContentPartPr/>
                <p14:nvPr/>
              </p14:nvContentPartPr>
              <p14:xfrm>
                <a:off x="4443945" y="277935"/>
                <a:ext cx="196200" cy="53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134774-7F0E-D7E0-4670-88555BB984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37825" y="271815"/>
                  <a:ext cx="2084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299312-986C-3AD2-47D7-7430AE6F5D8D}"/>
                    </a:ext>
                  </a:extLst>
                </p14:cNvPr>
                <p14:cNvContentPartPr/>
                <p14:nvPr/>
              </p14:nvContentPartPr>
              <p14:xfrm>
                <a:off x="4746705" y="582135"/>
                <a:ext cx="235800" cy="179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299312-986C-3AD2-47D7-7430AE6F5D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0585" y="576015"/>
                  <a:ext cx="24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FF6219-73A3-953C-5FCC-05A6581C0F7A}"/>
                    </a:ext>
                  </a:extLst>
                </p14:cNvPr>
                <p14:cNvContentPartPr/>
                <p14:nvPr/>
              </p14:nvContentPartPr>
              <p14:xfrm>
                <a:off x="5156385" y="252015"/>
                <a:ext cx="194040" cy="52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FF6219-73A3-953C-5FCC-05A6581C0F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50265" y="245895"/>
                  <a:ext cx="2062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55801B-CB0C-6032-ED60-EA0DF0B8B040}"/>
                    </a:ext>
                  </a:extLst>
                </p14:cNvPr>
                <p14:cNvContentPartPr/>
                <p14:nvPr/>
              </p14:nvContentPartPr>
              <p14:xfrm>
                <a:off x="5448345" y="688335"/>
                <a:ext cx="26640" cy="110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55801B-CB0C-6032-ED60-EA0DF0B8B04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42225" y="682215"/>
                  <a:ext cx="38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205EB8-5D0D-0C65-23E8-451188687DDB}"/>
                    </a:ext>
                  </a:extLst>
                </p14:cNvPr>
                <p14:cNvContentPartPr/>
                <p14:nvPr/>
              </p14:nvContentPartPr>
              <p14:xfrm>
                <a:off x="5604945" y="471255"/>
                <a:ext cx="11880" cy="3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205EB8-5D0D-0C65-23E8-451188687D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98825" y="465135"/>
                  <a:ext cx="2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49ED54-82CA-B42E-C0C2-430703DFEF18}"/>
                    </a:ext>
                  </a:extLst>
                </p14:cNvPr>
                <p14:cNvContentPartPr/>
                <p14:nvPr/>
              </p14:nvContentPartPr>
              <p14:xfrm>
                <a:off x="5725185" y="353175"/>
                <a:ext cx="199080" cy="470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49ED54-82CA-B42E-C0C2-430703DFEF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19065" y="347055"/>
                  <a:ext cx="2113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03688C-F8E3-F1E6-D138-613EA0FC3E54}"/>
                    </a:ext>
                  </a:extLst>
                </p14:cNvPr>
                <p14:cNvContentPartPr/>
                <p14:nvPr/>
              </p14:nvContentPartPr>
              <p14:xfrm>
                <a:off x="5922825" y="676095"/>
                <a:ext cx="99720" cy="207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03688C-F8E3-F1E6-D138-613EA0FC3E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16705" y="669975"/>
                  <a:ext cx="111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555104-FD40-90F3-27E2-11EDF043FAFF}"/>
                    </a:ext>
                  </a:extLst>
                </p14:cNvPr>
                <p14:cNvContentPartPr/>
                <p14:nvPr/>
              </p14:nvContentPartPr>
              <p14:xfrm>
                <a:off x="6165105" y="508335"/>
                <a:ext cx="41400" cy="9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555104-FD40-90F3-27E2-11EDF043FA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58985" y="502215"/>
                  <a:ext cx="53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6F329D-5C5B-6CE0-B070-736923BD5124}"/>
                    </a:ext>
                  </a:extLst>
                </p14:cNvPr>
                <p14:cNvContentPartPr/>
                <p14:nvPr/>
              </p14:nvContentPartPr>
              <p14:xfrm>
                <a:off x="6261225" y="545415"/>
                <a:ext cx="164880" cy="35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6F329D-5C5B-6CE0-B070-736923BD51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55105" y="539295"/>
                  <a:ext cx="1771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C7118F-E695-A829-F2DA-A711E209921E}"/>
                    </a:ext>
                  </a:extLst>
                </p14:cNvPr>
                <p14:cNvContentPartPr/>
                <p14:nvPr/>
              </p14:nvContentPartPr>
              <p14:xfrm>
                <a:off x="6202185" y="716055"/>
                <a:ext cx="502920" cy="52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C7118F-E695-A829-F2DA-A711E20992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96065" y="709935"/>
                  <a:ext cx="515160" cy="53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FF0010-C89D-3C09-ACEA-02FDF03308DA}"/>
              </a:ext>
            </a:extLst>
          </p:cNvPr>
          <p:cNvGrpSpPr/>
          <p:nvPr/>
        </p:nvGrpSpPr>
        <p:grpSpPr>
          <a:xfrm>
            <a:off x="7217385" y="156255"/>
            <a:ext cx="2690280" cy="929880"/>
            <a:chOff x="7217385" y="156255"/>
            <a:chExt cx="269028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717B04F-03E9-42CD-74CC-9AB6CD78D96A}"/>
                    </a:ext>
                  </a:extLst>
                </p14:cNvPr>
                <p14:cNvContentPartPr/>
                <p14:nvPr/>
              </p14:nvContentPartPr>
              <p14:xfrm>
                <a:off x="7217385" y="156255"/>
                <a:ext cx="617040" cy="92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717B04F-03E9-42CD-74CC-9AB6CD78D9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11265" y="150135"/>
                  <a:ext cx="629280" cy="9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2483B6-71A7-3ABF-86A4-46A1547098E4}"/>
                    </a:ext>
                  </a:extLst>
                </p14:cNvPr>
                <p14:cNvContentPartPr/>
                <p14:nvPr/>
              </p14:nvContentPartPr>
              <p14:xfrm>
                <a:off x="8241225" y="429495"/>
                <a:ext cx="670680" cy="364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2483B6-71A7-3ABF-86A4-46A1547098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35105" y="423375"/>
                  <a:ext cx="682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C1AD76-FFFD-386B-92F2-C3201BFEDC8F}"/>
                    </a:ext>
                  </a:extLst>
                </p14:cNvPr>
                <p14:cNvContentPartPr/>
                <p14:nvPr/>
              </p14:nvContentPartPr>
              <p14:xfrm>
                <a:off x="8948265" y="460815"/>
                <a:ext cx="866880" cy="28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C1AD76-FFFD-386B-92F2-C3201BFEDC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42145" y="454695"/>
                  <a:ext cx="879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590C7F-899C-6851-394B-26B4B545BCF7}"/>
                    </a:ext>
                  </a:extLst>
                </p14:cNvPr>
                <p14:cNvContentPartPr/>
                <p14:nvPr/>
              </p14:nvContentPartPr>
              <p14:xfrm>
                <a:off x="9611385" y="557655"/>
                <a:ext cx="296280" cy="20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590C7F-899C-6851-394B-26B4B545BC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05265" y="551535"/>
                  <a:ext cx="3085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BE8781-529F-4F8D-059E-2769766BF66B}"/>
              </a:ext>
            </a:extLst>
          </p:cNvPr>
          <p:cNvGrpSpPr/>
          <p:nvPr/>
        </p:nvGrpSpPr>
        <p:grpSpPr>
          <a:xfrm>
            <a:off x="11172345" y="365055"/>
            <a:ext cx="577800" cy="537120"/>
            <a:chOff x="11172345" y="365055"/>
            <a:chExt cx="57780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C5BDAC-F935-413E-89ED-C46F1CB4C651}"/>
                    </a:ext>
                  </a:extLst>
                </p14:cNvPr>
                <p14:cNvContentPartPr/>
                <p14:nvPr/>
              </p14:nvContentPartPr>
              <p14:xfrm>
                <a:off x="11172345" y="365055"/>
                <a:ext cx="472320" cy="537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C5BDAC-F935-413E-89ED-C46F1CB4C6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6225" y="358935"/>
                  <a:ext cx="4845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28AC24-C482-19FB-D779-4EBD75167298}"/>
                    </a:ext>
                  </a:extLst>
                </p14:cNvPr>
                <p14:cNvContentPartPr/>
                <p14:nvPr/>
              </p14:nvContentPartPr>
              <p14:xfrm>
                <a:off x="11668785" y="808575"/>
                <a:ext cx="81360" cy="4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28AC24-C482-19FB-D779-4EBD751672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662665" y="802455"/>
                  <a:ext cx="93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4AF8FD4-7FFC-82F1-F9D0-D5CAC1C4E8B8}"/>
              </a:ext>
            </a:extLst>
          </p:cNvPr>
          <p:cNvGrpSpPr/>
          <p:nvPr/>
        </p:nvGrpSpPr>
        <p:grpSpPr>
          <a:xfrm>
            <a:off x="434265" y="1712895"/>
            <a:ext cx="442440" cy="599040"/>
            <a:chOff x="434265" y="1712895"/>
            <a:chExt cx="44244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0378B4-1445-70A2-2B02-553E2E738C89}"/>
                    </a:ext>
                  </a:extLst>
                </p14:cNvPr>
                <p14:cNvContentPartPr/>
                <p14:nvPr/>
              </p14:nvContentPartPr>
              <p14:xfrm>
                <a:off x="434265" y="1848255"/>
                <a:ext cx="79200" cy="46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0378B4-1445-70A2-2B02-553E2E738C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8145" y="1842135"/>
                  <a:ext cx="91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2E3B19-3F81-1ED1-D26F-87DD9E8A56AA}"/>
                    </a:ext>
                  </a:extLst>
                </p14:cNvPr>
                <p14:cNvContentPartPr/>
                <p14:nvPr/>
              </p14:nvContentPartPr>
              <p14:xfrm>
                <a:off x="451185" y="1712895"/>
                <a:ext cx="425520" cy="276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2E3B19-3F81-1ED1-D26F-87DD9E8A56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5065" y="1706775"/>
                  <a:ext cx="4377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F55085A-0421-37B2-A342-5DEFD0B7DEE0}"/>
              </a:ext>
            </a:extLst>
          </p:cNvPr>
          <p:cNvGrpSpPr/>
          <p:nvPr/>
        </p:nvGrpSpPr>
        <p:grpSpPr>
          <a:xfrm>
            <a:off x="1247145" y="1481055"/>
            <a:ext cx="1727280" cy="1001880"/>
            <a:chOff x="1247145" y="1481055"/>
            <a:chExt cx="1727280" cy="10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B54622-6738-7DAE-A74A-414A54896B93}"/>
                    </a:ext>
                  </a:extLst>
                </p14:cNvPr>
                <p14:cNvContentPartPr/>
                <p14:nvPr/>
              </p14:nvContentPartPr>
              <p14:xfrm>
                <a:off x="1247145" y="1481055"/>
                <a:ext cx="383040" cy="100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B54622-6738-7DAE-A74A-414A54896B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41025" y="1474935"/>
                  <a:ext cx="39528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201B3DD-0100-397D-A68F-AA8FA166F28A}"/>
                    </a:ext>
                  </a:extLst>
                </p14:cNvPr>
                <p14:cNvContentPartPr/>
                <p14:nvPr/>
              </p14:nvContentPartPr>
              <p14:xfrm>
                <a:off x="1556745" y="1649175"/>
                <a:ext cx="257760" cy="384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201B3DD-0100-397D-A68F-AA8FA166F2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50625" y="1643055"/>
                  <a:ext cx="2700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44F2D44-BE21-8594-2225-41A6F423BEAA}"/>
                    </a:ext>
                  </a:extLst>
                </p14:cNvPr>
                <p14:cNvContentPartPr/>
                <p14:nvPr/>
              </p14:nvContentPartPr>
              <p14:xfrm>
                <a:off x="2049225" y="1814055"/>
                <a:ext cx="264240" cy="398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44F2D44-BE21-8594-2225-41A6F423BE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43105" y="1807935"/>
                  <a:ext cx="2764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CEA0A0-1020-5DF3-4BCF-6BCA57CCCF37}"/>
                    </a:ext>
                  </a:extLst>
                </p14:cNvPr>
                <p14:cNvContentPartPr/>
                <p14:nvPr/>
              </p14:nvContentPartPr>
              <p14:xfrm>
                <a:off x="2340465" y="1843575"/>
                <a:ext cx="234720" cy="355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CEA0A0-1020-5DF3-4BCF-6BCA57CCCF3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34345" y="1837455"/>
                  <a:ext cx="2469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990B0C-F01C-2DEB-2D6B-CB869ACF477C}"/>
                    </a:ext>
                  </a:extLst>
                </p14:cNvPr>
                <p14:cNvContentPartPr/>
                <p14:nvPr/>
              </p14:nvContentPartPr>
              <p14:xfrm>
                <a:off x="2456025" y="1976415"/>
                <a:ext cx="248400" cy="7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990B0C-F01C-2DEB-2D6B-CB869ACF47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49905" y="1970295"/>
                  <a:ext cx="260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94660D-5946-60E1-46B4-4718870C7DEE}"/>
                    </a:ext>
                  </a:extLst>
                </p14:cNvPr>
                <p14:cNvContentPartPr/>
                <p14:nvPr/>
              </p14:nvContentPartPr>
              <p14:xfrm>
                <a:off x="2504265" y="1591575"/>
                <a:ext cx="470160" cy="74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94660D-5946-60E1-46B4-4718870C7D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98145" y="1585455"/>
                  <a:ext cx="482400" cy="76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3062296-EA77-BE9A-2CB2-85F66C9A9E8C}"/>
                  </a:ext>
                </a:extLst>
              </p14:cNvPr>
              <p14:cNvContentPartPr/>
              <p14:nvPr/>
            </p14:nvContentPartPr>
            <p14:xfrm>
              <a:off x="3393465" y="1845735"/>
              <a:ext cx="632160" cy="34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3062296-EA77-BE9A-2CB2-85F66C9A9E8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87345" y="1839615"/>
                <a:ext cx="6444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EEBA813-BA84-0276-728D-D3347F4F8651}"/>
              </a:ext>
            </a:extLst>
          </p:cNvPr>
          <p:cNvGrpSpPr/>
          <p:nvPr/>
        </p:nvGrpSpPr>
        <p:grpSpPr>
          <a:xfrm>
            <a:off x="4835625" y="1356135"/>
            <a:ext cx="3140640" cy="1115280"/>
            <a:chOff x="4835625" y="1356135"/>
            <a:chExt cx="3140640" cy="11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5CEFD1-23F1-D6DE-4582-7CF3CD799027}"/>
                    </a:ext>
                  </a:extLst>
                </p14:cNvPr>
                <p14:cNvContentPartPr/>
                <p14:nvPr/>
              </p14:nvContentPartPr>
              <p14:xfrm>
                <a:off x="4835625" y="1507335"/>
                <a:ext cx="109080" cy="57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5CEFD1-23F1-D6DE-4582-7CF3CD7990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29505" y="1501215"/>
                  <a:ext cx="1213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47412E-712E-33FF-7698-EA929D6532BE}"/>
                    </a:ext>
                  </a:extLst>
                </p14:cNvPr>
                <p14:cNvContentPartPr/>
                <p14:nvPr/>
              </p14:nvContentPartPr>
              <p14:xfrm>
                <a:off x="4851825" y="1356135"/>
                <a:ext cx="325800" cy="394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47412E-712E-33FF-7698-EA929D6532B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45705" y="1350015"/>
                  <a:ext cx="3380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4C6709-5826-8875-FB55-9BE1B12D27F2}"/>
                    </a:ext>
                  </a:extLst>
                </p14:cNvPr>
                <p14:cNvContentPartPr/>
                <p14:nvPr/>
              </p14:nvContentPartPr>
              <p14:xfrm>
                <a:off x="5202825" y="1735575"/>
                <a:ext cx="601560" cy="28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4C6709-5826-8875-FB55-9BE1B12D27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96705" y="1729455"/>
                  <a:ext cx="613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5A5F88-A718-8F6C-DC9B-D8C005CA1B77}"/>
                    </a:ext>
                  </a:extLst>
                </p14:cNvPr>
                <p14:cNvContentPartPr/>
                <p14:nvPr/>
              </p14:nvContentPartPr>
              <p14:xfrm>
                <a:off x="5932905" y="1496895"/>
                <a:ext cx="187200" cy="588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5A5F88-A718-8F6C-DC9B-D8C005CA1B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26785" y="1490775"/>
                  <a:ext cx="19944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756EC3-2447-AA94-5A1C-1112762DA86A}"/>
                    </a:ext>
                  </a:extLst>
                </p14:cNvPr>
                <p14:cNvContentPartPr/>
                <p14:nvPr/>
              </p14:nvContentPartPr>
              <p14:xfrm>
                <a:off x="6196065" y="1605975"/>
                <a:ext cx="569880" cy="537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756EC3-2447-AA94-5A1C-1112762DA8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89945" y="1599855"/>
                  <a:ext cx="58212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055B9A-7C7E-D3E4-C569-16B9F24B3B26}"/>
                    </a:ext>
                  </a:extLst>
                </p14:cNvPr>
                <p14:cNvContentPartPr/>
                <p14:nvPr/>
              </p14:nvContentPartPr>
              <p14:xfrm>
                <a:off x="6873945" y="1935015"/>
                <a:ext cx="35640" cy="104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055B9A-7C7E-D3E4-C569-16B9F24B3B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67825" y="1928895"/>
                  <a:ext cx="47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D1FD07D-48F1-120D-2C2A-367C7CDB2804}"/>
                    </a:ext>
                  </a:extLst>
                </p14:cNvPr>
                <p14:cNvContentPartPr/>
                <p14:nvPr/>
              </p14:nvContentPartPr>
              <p14:xfrm>
                <a:off x="7074825" y="1736655"/>
                <a:ext cx="61920" cy="20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D1FD07D-48F1-120D-2C2A-367C7CDB28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68705" y="1730535"/>
                  <a:ext cx="74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72D0C0-1779-C183-B047-5603D75FB910}"/>
                    </a:ext>
                  </a:extLst>
                </p14:cNvPr>
                <p14:cNvContentPartPr/>
                <p14:nvPr/>
              </p14:nvContentPartPr>
              <p14:xfrm>
                <a:off x="7190745" y="1635855"/>
                <a:ext cx="181800" cy="438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72D0C0-1779-C183-B047-5603D75FB9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84625" y="1629735"/>
                  <a:ext cx="1940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889F45-1B7B-C509-82E7-9BCEEB873166}"/>
                    </a:ext>
                  </a:extLst>
                </p14:cNvPr>
                <p14:cNvContentPartPr/>
                <p14:nvPr/>
              </p14:nvContentPartPr>
              <p14:xfrm>
                <a:off x="7418985" y="1914495"/>
                <a:ext cx="77040" cy="131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889F45-1B7B-C509-82E7-9BCEEB8731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12865" y="1908375"/>
                  <a:ext cx="89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A3E095-F915-1CB8-5B56-EAD796C3D3CF}"/>
                    </a:ext>
                  </a:extLst>
                </p14:cNvPr>
                <p14:cNvContentPartPr/>
                <p14:nvPr/>
              </p14:nvContentPartPr>
              <p14:xfrm>
                <a:off x="7561905" y="1776615"/>
                <a:ext cx="8136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A3E095-F915-1CB8-5B56-EAD796C3D3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55785" y="1770495"/>
                  <a:ext cx="93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21D903F-41C6-FCC5-8CA2-9DDFAAC16D8D}"/>
                    </a:ext>
                  </a:extLst>
                </p14:cNvPr>
                <p14:cNvContentPartPr/>
                <p14:nvPr/>
              </p14:nvContentPartPr>
              <p14:xfrm>
                <a:off x="7746945" y="1758255"/>
                <a:ext cx="127080" cy="292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21D903F-41C6-FCC5-8CA2-9DDFAAC16D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40825" y="1752135"/>
                  <a:ext cx="139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A31E097-0023-A2CF-3944-1A31897FECAB}"/>
                    </a:ext>
                  </a:extLst>
                </p14:cNvPr>
                <p14:cNvContentPartPr/>
                <p14:nvPr/>
              </p14:nvContentPartPr>
              <p14:xfrm>
                <a:off x="7636065" y="1875255"/>
                <a:ext cx="340200" cy="596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31E097-0023-A2CF-3944-1A31897FEC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29945" y="1869135"/>
                  <a:ext cx="352440" cy="60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BDCD961-E9BF-727A-3804-280349DB9F71}"/>
              </a:ext>
            </a:extLst>
          </p:cNvPr>
          <p:cNvGrpSpPr/>
          <p:nvPr/>
        </p:nvGrpSpPr>
        <p:grpSpPr>
          <a:xfrm>
            <a:off x="8932785" y="1352535"/>
            <a:ext cx="2544120" cy="879480"/>
            <a:chOff x="8932785" y="1352535"/>
            <a:chExt cx="2544120" cy="8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361DCF-36D7-9D3B-DFFE-9C0216ECC54A}"/>
                    </a:ext>
                  </a:extLst>
                </p14:cNvPr>
                <p14:cNvContentPartPr/>
                <p14:nvPr/>
              </p14:nvContentPartPr>
              <p14:xfrm>
                <a:off x="8932785" y="1352535"/>
                <a:ext cx="783000" cy="879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361DCF-36D7-9D3B-DFFE-9C0216ECC5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26665" y="1346415"/>
                  <a:ext cx="79524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7A44B0E-686A-FB1A-2045-D15B8C240092}"/>
                    </a:ext>
                  </a:extLst>
                </p14:cNvPr>
                <p14:cNvContentPartPr/>
                <p14:nvPr/>
              </p14:nvContentPartPr>
              <p14:xfrm>
                <a:off x="10113585" y="1372695"/>
                <a:ext cx="290160" cy="399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7A44B0E-686A-FB1A-2045-D15B8C24009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107465" y="1366575"/>
                  <a:ext cx="3024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70FAEF-0A06-91C6-426B-8CCD9F3F8439}"/>
                    </a:ext>
                  </a:extLst>
                </p14:cNvPr>
                <p14:cNvContentPartPr/>
                <p14:nvPr/>
              </p14:nvContentPartPr>
              <p14:xfrm>
                <a:off x="10524705" y="1451535"/>
                <a:ext cx="239400" cy="309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70FAEF-0A06-91C6-426B-8CCD9F3F84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18585" y="1445415"/>
                  <a:ext cx="2516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DB5728-F4F9-F3C4-5BC3-211EBB46FCF5}"/>
                    </a:ext>
                  </a:extLst>
                </p14:cNvPr>
                <p14:cNvContentPartPr/>
                <p14:nvPr/>
              </p14:nvContentPartPr>
              <p14:xfrm>
                <a:off x="10787505" y="1494015"/>
                <a:ext cx="597600" cy="246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DB5728-F4F9-F3C4-5BC3-211EBB46FC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81385" y="1487895"/>
                  <a:ext cx="6098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887276-F043-0799-A352-CB6E3C753F43}"/>
                    </a:ext>
                  </a:extLst>
                </p14:cNvPr>
                <p14:cNvContentPartPr/>
                <p14:nvPr/>
              </p14:nvContentPartPr>
              <p14:xfrm>
                <a:off x="11163345" y="1541175"/>
                <a:ext cx="313560" cy="29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887276-F043-0799-A352-CB6E3C753F4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57225" y="1535055"/>
                  <a:ext cx="325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BDD20C0-EC57-BB60-48BF-A3B0AD914B2B}"/>
              </a:ext>
            </a:extLst>
          </p:cNvPr>
          <p:cNvGrpSpPr/>
          <p:nvPr/>
        </p:nvGrpSpPr>
        <p:grpSpPr>
          <a:xfrm>
            <a:off x="534705" y="2635575"/>
            <a:ext cx="504360" cy="568440"/>
            <a:chOff x="534705" y="2635575"/>
            <a:chExt cx="50436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8EA78C-5C04-DE8B-EF98-FE96DD9CE926}"/>
                    </a:ext>
                  </a:extLst>
                </p14:cNvPr>
                <p14:cNvContentPartPr/>
                <p14:nvPr/>
              </p14:nvContentPartPr>
              <p14:xfrm>
                <a:off x="620025" y="2850855"/>
                <a:ext cx="42840" cy="353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8EA78C-5C04-DE8B-EF98-FE96DD9CE9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3905" y="2844735"/>
                  <a:ext cx="55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FB937E-B6A7-A8B9-85ED-513A18463652}"/>
                    </a:ext>
                  </a:extLst>
                </p14:cNvPr>
                <p14:cNvContentPartPr/>
                <p14:nvPr/>
              </p14:nvContentPartPr>
              <p14:xfrm>
                <a:off x="534705" y="2635575"/>
                <a:ext cx="504360" cy="546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FB937E-B6A7-A8B9-85ED-513A184636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8585" y="2629455"/>
                  <a:ext cx="516600" cy="55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F25BEA7-3EFC-FA09-8945-89817BF768C6}"/>
              </a:ext>
            </a:extLst>
          </p:cNvPr>
          <p:cNvGrpSpPr/>
          <p:nvPr/>
        </p:nvGrpSpPr>
        <p:grpSpPr>
          <a:xfrm>
            <a:off x="1893705" y="2613975"/>
            <a:ext cx="1735560" cy="616680"/>
            <a:chOff x="1893705" y="2613975"/>
            <a:chExt cx="173556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86D38C-EE28-6051-EFB2-7D583D546906}"/>
                    </a:ext>
                  </a:extLst>
                </p14:cNvPr>
                <p14:cNvContentPartPr/>
                <p14:nvPr/>
              </p14:nvContentPartPr>
              <p14:xfrm>
                <a:off x="1893705" y="2695335"/>
                <a:ext cx="536400" cy="53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86D38C-EE28-6051-EFB2-7D583D5469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87585" y="2689215"/>
                  <a:ext cx="5486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F04F7F-36DD-83D9-97AD-47298B51E0FD}"/>
                    </a:ext>
                  </a:extLst>
                </p14:cNvPr>
                <p14:cNvContentPartPr/>
                <p14:nvPr/>
              </p14:nvContentPartPr>
              <p14:xfrm>
                <a:off x="2598945" y="2613975"/>
                <a:ext cx="42480" cy="38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F04F7F-36DD-83D9-97AD-47298B51E0F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92825" y="2607855"/>
                  <a:ext cx="54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988BFF-BCC7-49A2-01BD-891EEB08EB80}"/>
                    </a:ext>
                  </a:extLst>
                </p14:cNvPr>
                <p14:cNvContentPartPr/>
                <p14:nvPr/>
              </p14:nvContentPartPr>
              <p14:xfrm>
                <a:off x="2644665" y="2786775"/>
                <a:ext cx="180000" cy="252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988BFF-BCC7-49A2-01BD-891EEB08EB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38545" y="2780655"/>
                  <a:ext cx="192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DCF728-8FD1-B7FE-0FEB-A7D2447285BA}"/>
                    </a:ext>
                  </a:extLst>
                </p14:cNvPr>
                <p14:cNvContentPartPr/>
                <p14:nvPr/>
              </p14:nvContentPartPr>
              <p14:xfrm>
                <a:off x="2952105" y="2761215"/>
                <a:ext cx="677160" cy="340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DCF728-8FD1-B7FE-0FEB-A7D2447285B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45985" y="2755095"/>
                  <a:ext cx="68940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C62BE6C-CD15-1DBC-069E-789C76A6D69F}"/>
              </a:ext>
            </a:extLst>
          </p:cNvPr>
          <p:cNvGrpSpPr/>
          <p:nvPr/>
        </p:nvGrpSpPr>
        <p:grpSpPr>
          <a:xfrm>
            <a:off x="4803945" y="2643495"/>
            <a:ext cx="430200" cy="527400"/>
            <a:chOff x="4803945" y="2643495"/>
            <a:chExt cx="43020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960C2B-5C0A-2D02-34C5-768AFD2CC517}"/>
                    </a:ext>
                  </a:extLst>
                </p14:cNvPr>
                <p14:cNvContentPartPr/>
                <p14:nvPr/>
              </p14:nvContentPartPr>
              <p14:xfrm>
                <a:off x="4803945" y="2643495"/>
                <a:ext cx="349920" cy="527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960C2B-5C0A-2D02-34C5-768AFD2CC5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97825" y="2637375"/>
                  <a:ext cx="3621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06DEB9-010D-A4FC-184F-75066ABF7893}"/>
                    </a:ext>
                  </a:extLst>
                </p14:cNvPr>
                <p14:cNvContentPartPr/>
                <p14:nvPr/>
              </p14:nvContentPartPr>
              <p14:xfrm>
                <a:off x="4903305" y="2884695"/>
                <a:ext cx="330840" cy="39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06DEB9-010D-A4FC-184F-75066ABF78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97185" y="2878575"/>
                  <a:ext cx="34308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D5D10A9-D324-A924-B278-7F295FDC909D}"/>
                  </a:ext>
                </a:extLst>
              </p14:cNvPr>
              <p14:cNvContentPartPr/>
              <p14:nvPr/>
            </p14:nvContentPartPr>
            <p14:xfrm>
              <a:off x="5939025" y="2589855"/>
              <a:ext cx="942840" cy="448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D5D10A9-D324-A924-B278-7F295FDC909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32905" y="2583735"/>
                <a:ext cx="955080" cy="46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265B78FF-10F0-B0D3-74C9-D1F63D87D9E2}"/>
              </a:ext>
            </a:extLst>
          </p:cNvPr>
          <p:cNvGrpSpPr/>
          <p:nvPr/>
        </p:nvGrpSpPr>
        <p:grpSpPr>
          <a:xfrm>
            <a:off x="7953225" y="2511375"/>
            <a:ext cx="2487960" cy="533880"/>
            <a:chOff x="7953225" y="2511375"/>
            <a:chExt cx="248796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AD9E1D-1113-8D3E-933A-2D02D0230DCF}"/>
                    </a:ext>
                  </a:extLst>
                </p14:cNvPr>
                <p14:cNvContentPartPr/>
                <p14:nvPr/>
              </p14:nvContentPartPr>
              <p14:xfrm>
                <a:off x="7953225" y="2620815"/>
                <a:ext cx="257040" cy="42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AD9E1D-1113-8D3E-933A-2D02D0230D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47105" y="2614695"/>
                  <a:ext cx="2692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DA0D1EB-92E4-61BC-2FF9-429DFC120EEF}"/>
                    </a:ext>
                  </a:extLst>
                </p14:cNvPr>
                <p14:cNvContentPartPr/>
                <p14:nvPr/>
              </p14:nvContentPartPr>
              <p14:xfrm>
                <a:off x="8440305" y="2648895"/>
                <a:ext cx="325440" cy="37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DA0D1EB-92E4-61BC-2FF9-429DFC120EE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34185" y="2642775"/>
                  <a:ext cx="3376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75B7E8-3DF0-C2CE-CF0D-97120871FAC6}"/>
                    </a:ext>
                  </a:extLst>
                </p14:cNvPr>
                <p14:cNvContentPartPr/>
                <p14:nvPr/>
              </p14:nvContentPartPr>
              <p14:xfrm>
                <a:off x="8644065" y="2665455"/>
                <a:ext cx="217800" cy="339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75B7E8-3DF0-C2CE-CF0D-97120871FAC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37945" y="2659335"/>
                  <a:ext cx="2300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8D1D5E4-D895-FD6F-CBEE-1DEF6ED25C57}"/>
                    </a:ext>
                  </a:extLst>
                </p14:cNvPr>
                <p14:cNvContentPartPr/>
                <p14:nvPr/>
              </p14:nvContentPartPr>
              <p14:xfrm>
                <a:off x="9014865" y="2679495"/>
                <a:ext cx="200160" cy="268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8D1D5E4-D895-FD6F-CBEE-1DEF6ED25C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08745" y="2673375"/>
                  <a:ext cx="212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5C9102-8628-EEF9-2BFA-05E97C7A3F1C}"/>
                    </a:ext>
                  </a:extLst>
                </p14:cNvPr>
                <p14:cNvContentPartPr/>
                <p14:nvPr/>
              </p14:nvContentPartPr>
              <p14:xfrm>
                <a:off x="9271905" y="2728455"/>
                <a:ext cx="318240" cy="244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5C9102-8628-EEF9-2BFA-05E97C7A3F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65785" y="2722335"/>
                  <a:ext cx="330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144A6D-ED58-31B2-FBD4-A9B98E44B887}"/>
                    </a:ext>
                  </a:extLst>
                </p14:cNvPr>
                <p14:cNvContentPartPr/>
                <p14:nvPr/>
              </p14:nvContentPartPr>
              <p14:xfrm>
                <a:off x="9624345" y="2556735"/>
                <a:ext cx="595440" cy="434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144A6D-ED58-31B2-FBD4-A9B98E44B8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18225" y="2550615"/>
                  <a:ext cx="60768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885A23-8EA5-74E4-ACED-7092ED8BE731}"/>
                    </a:ext>
                  </a:extLst>
                </p14:cNvPr>
                <p14:cNvContentPartPr/>
                <p14:nvPr/>
              </p14:nvContentPartPr>
              <p14:xfrm>
                <a:off x="9843585" y="2511375"/>
                <a:ext cx="429120" cy="489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885A23-8EA5-74E4-ACED-7092ED8BE7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37465" y="2505255"/>
                  <a:ext cx="4413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DFFB36-9452-B8F7-29F5-F90F185D7E7F}"/>
                    </a:ext>
                  </a:extLst>
                </p14:cNvPr>
                <p14:cNvContentPartPr/>
                <p14:nvPr/>
              </p14:nvContentPartPr>
              <p14:xfrm>
                <a:off x="10412385" y="2849775"/>
                <a:ext cx="28800" cy="1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DFFB36-9452-B8F7-29F5-F90F185D7E7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06265" y="2843655"/>
                  <a:ext cx="410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656E0B0-80BB-B4A5-7499-839A6044FBD9}"/>
              </a:ext>
            </a:extLst>
          </p:cNvPr>
          <p:cNvGrpSpPr/>
          <p:nvPr/>
        </p:nvGrpSpPr>
        <p:grpSpPr>
          <a:xfrm>
            <a:off x="1207905" y="3750855"/>
            <a:ext cx="2456640" cy="1060920"/>
            <a:chOff x="1207905" y="3750855"/>
            <a:chExt cx="2456640" cy="10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818FDD4-40E4-4C14-3708-8BEF373DD99D}"/>
                    </a:ext>
                  </a:extLst>
                </p14:cNvPr>
                <p14:cNvContentPartPr/>
                <p14:nvPr/>
              </p14:nvContentPartPr>
              <p14:xfrm>
                <a:off x="1218345" y="4064775"/>
                <a:ext cx="35280" cy="491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818FDD4-40E4-4C14-3708-8BEF373DD9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2225" y="4058655"/>
                  <a:ext cx="475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DFD6381-3BA0-7A62-3A75-6BFA82D053B1}"/>
                    </a:ext>
                  </a:extLst>
                </p14:cNvPr>
                <p14:cNvContentPartPr/>
                <p14:nvPr/>
              </p14:nvContentPartPr>
              <p14:xfrm>
                <a:off x="1207905" y="3829695"/>
                <a:ext cx="266040" cy="367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DFD6381-3BA0-7A62-3A75-6BFA82D053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01785" y="3823575"/>
                  <a:ext cx="278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1D0F33-E50F-A764-E47C-332760C836C5}"/>
                    </a:ext>
                  </a:extLst>
                </p14:cNvPr>
                <p14:cNvContentPartPr/>
                <p14:nvPr/>
              </p14:nvContentPartPr>
              <p14:xfrm>
                <a:off x="1608225" y="3812415"/>
                <a:ext cx="427680" cy="861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1D0F33-E50F-A764-E47C-332760C836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02105" y="3806295"/>
                  <a:ext cx="43992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E3C55C-ADCB-BE87-5423-CC3452788B47}"/>
                    </a:ext>
                  </a:extLst>
                </p14:cNvPr>
                <p14:cNvContentPartPr/>
                <p14:nvPr/>
              </p14:nvContentPartPr>
              <p14:xfrm>
                <a:off x="2246145" y="3898815"/>
                <a:ext cx="337320" cy="398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E3C55C-ADCB-BE87-5423-CC3452788B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40025" y="3892695"/>
                  <a:ext cx="3495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1CACD40-EDE0-2EE4-CF9F-C59BA4483203}"/>
                    </a:ext>
                  </a:extLst>
                </p14:cNvPr>
                <p14:cNvContentPartPr/>
                <p14:nvPr/>
              </p14:nvContentPartPr>
              <p14:xfrm>
                <a:off x="2285745" y="4072695"/>
                <a:ext cx="295200" cy="29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1CACD40-EDE0-2EE4-CF9F-C59BA44832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279625" y="4066575"/>
                  <a:ext cx="307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5D1C925-042A-71A3-B4F9-D01771A7B97D}"/>
                    </a:ext>
                  </a:extLst>
                </p14:cNvPr>
                <p14:cNvContentPartPr/>
                <p14:nvPr/>
              </p14:nvContentPartPr>
              <p14:xfrm>
                <a:off x="2663025" y="3879375"/>
                <a:ext cx="390240" cy="75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5D1C925-042A-71A3-B4F9-D01771A7B9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56905" y="3873255"/>
                  <a:ext cx="4024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C8B77E-5380-2B6C-886A-B8B095FC046A}"/>
                    </a:ext>
                  </a:extLst>
                </p14:cNvPr>
                <p14:cNvContentPartPr/>
                <p14:nvPr/>
              </p14:nvContentPartPr>
              <p14:xfrm>
                <a:off x="2996745" y="4291935"/>
                <a:ext cx="34560" cy="41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C8B77E-5380-2B6C-886A-B8B095FC046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990625" y="4285815"/>
                  <a:ext cx="46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AC6E02-B2BD-5EEE-2AEC-B2DBA6F7A608}"/>
                    </a:ext>
                  </a:extLst>
                </p14:cNvPr>
                <p14:cNvContentPartPr/>
                <p14:nvPr/>
              </p14:nvContentPartPr>
              <p14:xfrm>
                <a:off x="2939505" y="4129215"/>
                <a:ext cx="313920" cy="37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AC6E02-B2BD-5EEE-2AEC-B2DBA6F7A6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33385" y="4123095"/>
                  <a:ext cx="3261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AFC4D3-2321-0EC4-880C-23659B2C8C98}"/>
                    </a:ext>
                  </a:extLst>
                </p14:cNvPr>
                <p14:cNvContentPartPr/>
                <p14:nvPr/>
              </p14:nvContentPartPr>
              <p14:xfrm>
                <a:off x="2967225" y="3750855"/>
                <a:ext cx="697320" cy="1060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AFC4D3-2321-0EC4-880C-23659B2C8C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61105" y="3744735"/>
                  <a:ext cx="709560" cy="10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2502D0F-7FD3-4486-17C1-50DCABA3FBB3}"/>
                  </a:ext>
                </a:extLst>
              </p14:cNvPr>
              <p14:cNvContentPartPr/>
              <p14:nvPr/>
            </p14:nvContentPartPr>
            <p14:xfrm>
              <a:off x="4338825" y="4030575"/>
              <a:ext cx="375120" cy="572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2502D0F-7FD3-4486-17C1-50DCABA3FBB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32705" y="4024455"/>
                <a:ext cx="3873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F10CCE0-C8D3-0708-7D0F-F934177DA634}"/>
                  </a:ext>
                </a:extLst>
              </p14:cNvPr>
              <p14:cNvContentPartPr/>
              <p14:nvPr/>
            </p14:nvContentPartPr>
            <p14:xfrm>
              <a:off x="4472385" y="4294095"/>
              <a:ext cx="339840" cy="219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F10CCE0-C8D3-0708-7D0F-F934177DA63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466265" y="4287975"/>
                <a:ext cx="35208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31CF083-224E-5A8B-A08E-7994FC112A53}"/>
              </a:ext>
            </a:extLst>
          </p:cNvPr>
          <p:cNvGrpSpPr/>
          <p:nvPr/>
        </p:nvGrpSpPr>
        <p:grpSpPr>
          <a:xfrm>
            <a:off x="5496585" y="3542055"/>
            <a:ext cx="1648800" cy="794520"/>
            <a:chOff x="5496585" y="3542055"/>
            <a:chExt cx="1648800" cy="7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60A8C71-9273-41B9-6457-38833F00379F}"/>
                    </a:ext>
                  </a:extLst>
                </p14:cNvPr>
                <p14:cNvContentPartPr/>
                <p14:nvPr/>
              </p14:nvContentPartPr>
              <p14:xfrm>
                <a:off x="5580465" y="3686055"/>
                <a:ext cx="121320" cy="650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60A8C71-9273-41B9-6457-38833F00379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74345" y="3679935"/>
                  <a:ext cx="13356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95E2E84-D1DF-3F0E-0DCC-F6C16ED9B8C1}"/>
                    </a:ext>
                  </a:extLst>
                </p14:cNvPr>
                <p14:cNvContentPartPr/>
                <p14:nvPr/>
              </p14:nvContentPartPr>
              <p14:xfrm>
                <a:off x="5496585" y="3666975"/>
                <a:ext cx="428400" cy="357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95E2E84-D1DF-3F0E-0DCC-F6C16ED9B8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90465" y="3660855"/>
                  <a:ext cx="4406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F57EEDC-89C1-C40C-CBF7-0373D452AEC2}"/>
                    </a:ext>
                  </a:extLst>
                </p14:cNvPr>
                <p14:cNvContentPartPr/>
                <p14:nvPr/>
              </p14:nvContentPartPr>
              <p14:xfrm>
                <a:off x="6065745" y="3697575"/>
                <a:ext cx="183240" cy="424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F57EEDC-89C1-C40C-CBF7-0373D452AEC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59625" y="3691455"/>
                  <a:ext cx="1954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5E6251-9443-6D2C-2D07-C1A60A7EE896}"/>
                    </a:ext>
                  </a:extLst>
                </p14:cNvPr>
                <p14:cNvContentPartPr/>
                <p14:nvPr/>
              </p14:nvContentPartPr>
              <p14:xfrm>
                <a:off x="6458865" y="3777855"/>
                <a:ext cx="234720" cy="303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5E6251-9443-6D2C-2D07-C1A60A7EE89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52745" y="3771735"/>
                  <a:ext cx="246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FEDCD6B-CFC7-C721-BC23-A459C27E10D8}"/>
                    </a:ext>
                  </a:extLst>
                </p14:cNvPr>
                <p14:cNvContentPartPr/>
                <p14:nvPr/>
              </p14:nvContentPartPr>
              <p14:xfrm>
                <a:off x="6557145" y="3960735"/>
                <a:ext cx="258840" cy="24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FEDCD6B-CFC7-C721-BC23-A459C27E10D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51025" y="3954615"/>
                  <a:ext cx="271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419AAE8-4D7B-F19D-2683-B93DBE8F13DA}"/>
                    </a:ext>
                  </a:extLst>
                </p14:cNvPr>
                <p14:cNvContentPartPr/>
                <p14:nvPr/>
              </p14:nvContentPartPr>
              <p14:xfrm>
                <a:off x="6867105" y="3542055"/>
                <a:ext cx="278280" cy="74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419AAE8-4D7B-F19D-2683-B93DBE8F13D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60985" y="3535935"/>
                  <a:ext cx="290520" cy="75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8AC2D8-7F76-761A-88EE-3C1597358756}"/>
              </a:ext>
            </a:extLst>
          </p:cNvPr>
          <p:cNvGrpSpPr/>
          <p:nvPr/>
        </p:nvGrpSpPr>
        <p:grpSpPr>
          <a:xfrm>
            <a:off x="7654425" y="3645735"/>
            <a:ext cx="406080" cy="348120"/>
            <a:chOff x="7654425" y="3645735"/>
            <a:chExt cx="40608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CF7407B-0B7C-AD06-935E-523AE85C4D9B}"/>
                    </a:ext>
                  </a:extLst>
                </p14:cNvPr>
                <p14:cNvContentPartPr/>
                <p14:nvPr/>
              </p14:nvContentPartPr>
              <p14:xfrm>
                <a:off x="7691145" y="3741855"/>
                <a:ext cx="279000" cy="237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CF7407B-0B7C-AD06-935E-523AE85C4D9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85025" y="3735735"/>
                  <a:ext cx="291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2B782C-1199-B255-AB64-C9B9237E0098}"/>
                    </a:ext>
                  </a:extLst>
                </p14:cNvPr>
                <p14:cNvContentPartPr/>
                <p14:nvPr/>
              </p14:nvContentPartPr>
              <p14:xfrm>
                <a:off x="7817865" y="3739335"/>
                <a:ext cx="242640" cy="196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2B782C-1199-B255-AB64-C9B9237E009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11745" y="3733215"/>
                  <a:ext cx="25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1CA1D1F-3D62-B368-9DE8-092508F96195}"/>
                    </a:ext>
                  </a:extLst>
                </p14:cNvPr>
                <p14:cNvContentPartPr/>
                <p14:nvPr/>
              </p14:nvContentPartPr>
              <p14:xfrm>
                <a:off x="7844145" y="3645735"/>
                <a:ext cx="82800" cy="348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1CA1D1F-3D62-B368-9DE8-092508F9619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38025" y="3639615"/>
                  <a:ext cx="950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E433487-97D6-64C0-25CB-3B5A61155FBC}"/>
                    </a:ext>
                  </a:extLst>
                </p14:cNvPr>
                <p14:cNvContentPartPr/>
                <p14:nvPr/>
              </p14:nvContentPartPr>
              <p14:xfrm>
                <a:off x="7654425" y="3851655"/>
                <a:ext cx="401400" cy="50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E433487-97D6-64C0-25CB-3B5A61155FB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48305" y="3845535"/>
                  <a:ext cx="4136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96DB070-3136-D3D0-D847-922886C27D8F}"/>
              </a:ext>
            </a:extLst>
          </p:cNvPr>
          <p:cNvGrpSpPr/>
          <p:nvPr/>
        </p:nvGrpSpPr>
        <p:grpSpPr>
          <a:xfrm>
            <a:off x="8621385" y="3270255"/>
            <a:ext cx="1924200" cy="793440"/>
            <a:chOff x="8621385" y="3270255"/>
            <a:chExt cx="1924200" cy="79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AFA522-F294-84B6-68FF-55C53F3A02BA}"/>
                    </a:ext>
                  </a:extLst>
                </p14:cNvPr>
                <p14:cNvContentPartPr/>
                <p14:nvPr/>
              </p14:nvContentPartPr>
              <p14:xfrm>
                <a:off x="8712825" y="3533775"/>
                <a:ext cx="83880" cy="400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AFA522-F294-84B6-68FF-55C53F3A02B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06705" y="3527655"/>
                  <a:ext cx="961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659BB7F-F062-08D1-003D-EB8E26D22080}"/>
                    </a:ext>
                  </a:extLst>
                </p14:cNvPr>
                <p14:cNvContentPartPr/>
                <p14:nvPr/>
              </p14:nvContentPartPr>
              <p14:xfrm>
                <a:off x="8621385" y="3403095"/>
                <a:ext cx="387000" cy="372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659BB7F-F062-08D1-003D-EB8E26D2208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15265" y="3396975"/>
                  <a:ext cx="3992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DAEC365-6EBF-38F6-35A3-FF9089D3DA55}"/>
                    </a:ext>
                  </a:extLst>
                </p14:cNvPr>
                <p14:cNvContentPartPr/>
                <p14:nvPr/>
              </p14:nvContentPartPr>
              <p14:xfrm>
                <a:off x="8700225" y="3466455"/>
                <a:ext cx="145800" cy="469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DAEC365-6EBF-38F6-35A3-FF9089D3DA5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94105" y="3460335"/>
                  <a:ext cx="1580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B1521C5-6CA6-4CF6-6B7E-9479E736D3DA}"/>
                    </a:ext>
                  </a:extLst>
                </p14:cNvPr>
                <p14:cNvContentPartPr/>
                <p14:nvPr/>
              </p14:nvContentPartPr>
              <p14:xfrm>
                <a:off x="8745945" y="3378975"/>
                <a:ext cx="287280" cy="345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B1521C5-6CA6-4CF6-6B7E-9479E736D3D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39825" y="3372855"/>
                  <a:ext cx="299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CD757E2-2ED0-500C-4BE2-B409D1AF1C72}"/>
                    </a:ext>
                  </a:extLst>
                </p14:cNvPr>
                <p14:cNvContentPartPr/>
                <p14:nvPr/>
              </p14:nvContentPartPr>
              <p14:xfrm>
                <a:off x="9148785" y="3375375"/>
                <a:ext cx="253800" cy="621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CD757E2-2ED0-500C-4BE2-B409D1AF1C7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42665" y="3369255"/>
                  <a:ext cx="26604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7A9BFA-3021-EBB9-D943-B7DADF6DE7E5}"/>
                    </a:ext>
                  </a:extLst>
                </p14:cNvPr>
                <p14:cNvContentPartPr/>
                <p14:nvPr/>
              </p14:nvContentPartPr>
              <p14:xfrm>
                <a:off x="9528225" y="3391215"/>
                <a:ext cx="228600" cy="344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7A9BFA-3021-EBB9-D943-B7DADF6DE7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22105" y="3385095"/>
                  <a:ext cx="2408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7A9ED3-D638-3CEF-CCE9-9C6E8C096CB5}"/>
                    </a:ext>
                  </a:extLst>
                </p14:cNvPr>
                <p14:cNvContentPartPr/>
                <p14:nvPr/>
              </p14:nvContentPartPr>
              <p14:xfrm>
                <a:off x="9557745" y="3362055"/>
                <a:ext cx="409680" cy="64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7A9ED3-D638-3CEF-CCE9-9C6E8C096CB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51625" y="3355935"/>
                  <a:ext cx="4219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A75151-A324-E62B-05FB-A8AF1FD650A2}"/>
                    </a:ext>
                  </a:extLst>
                </p14:cNvPr>
                <p14:cNvContentPartPr/>
                <p14:nvPr/>
              </p14:nvContentPartPr>
              <p14:xfrm>
                <a:off x="9825945" y="3538455"/>
                <a:ext cx="269640" cy="348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A75151-A324-E62B-05FB-A8AF1FD650A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19825" y="3532335"/>
                  <a:ext cx="2818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4F7AA1-6BB8-890D-FF7D-79A08D55E3AE}"/>
                    </a:ext>
                  </a:extLst>
                </p14:cNvPr>
                <p14:cNvContentPartPr/>
                <p14:nvPr/>
              </p14:nvContentPartPr>
              <p14:xfrm>
                <a:off x="9858345" y="3666615"/>
                <a:ext cx="402840" cy="43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4F7AA1-6BB8-890D-FF7D-79A08D55E3A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52225" y="3660495"/>
                  <a:ext cx="415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7BF06F5-2DAA-9956-B8CA-ADD2B3945B4A}"/>
                    </a:ext>
                  </a:extLst>
                </p14:cNvPr>
                <p14:cNvContentPartPr/>
                <p14:nvPr/>
              </p14:nvContentPartPr>
              <p14:xfrm>
                <a:off x="10011345" y="3270255"/>
                <a:ext cx="534240" cy="793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7BF06F5-2DAA-9956-B8CA-ADD2B3945B4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05225" y="3264135"/>
                  <a:ext cx="546480" cy="80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AF25044-8209-2743-25E3-1D9325CA6AB9}"/>
              </a:ext>
            </a:extLst>
          </p:cNvPr>
          <p:cNvGrpSpPr/>
          <p:nvPr/>
        </p:nvGrpSpPr>
        <p:grpSpPr>
          <a:xfrm>
            <a:off x="5018865" y="4866855"/>
            <a:ext cx="5367240" cy="942840"/>
            <a:chOff x="5018865" y="4866855"/>
            <a:chExt cx="5367240" cy="94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2349BB-ED79-C37F-2773-FC7D5BD36965}"/>
                    </a:ext>
                  </a:extLst>
                </p14:cNvPr>
                <p14:cNvContentPartPr/>
                <p14:nvPr/>
              </p14:nvContentPartPr>
              <p14:xfrm>
                <a:off x="5018865" y="4866855"/>
                <a:ext cx="5367240" cy="6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2349BB-ED79-C37F-2773-FC7D5BD3696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12745" y="4860735"/>
                  <a:ext cx="5379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40D90C8-5E46-1FE5-FF80-FA18886EF48D}"/>
                    </a:ext>
                  </a:extLst>
                </p14:cNvPr>
                <p14:cNvContentPartPr/>
                <p14:nvPr/>
              </p14:nvContentPartPr>
              <p14:xfrm>
                <a:off x="6940905" y="5071695"/>
                <a:ext cx="178920" cy="583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40D90C8-5E46-1FE5-FF80-FA18886EF48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34785" y="5065575"/>
                  <a:ext cx="1911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3C40BD2-0707-A9CC-B3D2-C4C84BEA9895}"/>
                    </a:ext>
                  </a:extLst>
                </p14:cNvPr>
                <p14:cNvContentPartPr/>
                <p14:nvPr/>
              </p14:nvContentPartPr>
              <p14:xfrm>
                <a:off x="7066905" y="5076375"/>
                <a:ext cx="288360" cy="241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3C40BD2-0707-A9CC-B3D2-C4C84BEA98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60785" y="5070255"/>
                  <a:ext cx="300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0811DC-0BFB-C658-11B6-CE93228A5A0D}"/>
                    </a:ext>
                  </a:extLst>
                </p14:cNvPr>
                <p14:cNvContentPartPr/>
                <p14:nvPr/>
              </p14:nvContentPartPr>
              <p14:xfrm>
                <a:off x="7673145" y="5244495"/>
                <a:ext cx="322560" cy="389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0811DC-0BFB-C658-11B6-CE93228A5A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67025" y="5238375"/>
                  <a:ext cx="3348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96FED29-BAB1-7E1A-1E13-276DD89E716B}"/>
                    </a:ext>
                  </a:extLst>
                </p14:cNvPr>
                <p14:cNvContentPartPr/>
                <p14:nvPr/>
              </p14:nvContentPartPr>
              <p14:xfrm>
                <a:off x="7411065" y="5024535"/>
                <a:ext cx="244800" cy="785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96FED29-BAB1-7E1A-1E13-276DD89E71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04945" y="5018415"/>
                  <a:ext cx="2570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A5BAC6B-BEFE-7D3A-1C85-31136A4A5280}"/>
                    </a:ext>
                  </a:extLst>
                </p14:cNvPr>
                <p14:cNvContentPartPr/>
                <p14:nvPr/>
              </p14:nvContentPartPr>
              <p14:xfrm>
                <a:off x="7918665" y="5127135"/>
                <a:ext cx="465120" cy="674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A5BAC6B-BEFE-7D3A-1C85-31136A4A528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12545" y="5121015"/>
                  <a:ext cx="477360" cy="68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982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54B1440-685C-24B8-6BE2-2B259497E6F3}"/>
              </a:ext>
            </a:extLst>
          </p:cNvPr>
          <p:cNvGrpSpPr/>
          <p:nvPr/>
        </p:nvGrpSpPr>
        <p:grpSpPr>
          <a:xfrm>
            <a:off x="681945" y="1056975"/>
            <a:ext cx="597240" cy="348480"/>
            <a:chOff x="681945" y="1056975"/>
            <a:chExt cx="59724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85AC663-CCEF-C151-F475-9891627A2C6B}"/>
                    </a:ext>
                  </a:extLst>
                </p14:cNvPr>
                <p14:cNvContentPartPr/>
                <p14:nvPr/>
              </p14:nvContentPartPr>
              <p14:xfrm>
                <a:off x="681945" y="1056975"/>
                <a:ext cx="579960" cy="307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85AC663-CCEF-C151-F475-9891627A2C6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5825" y="1050855"/>
                  <a:ext cx="592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1D77C13-7522-4514-ED7F-CCFB51CFCB40}"/>
                    </a:ext>
                  </a:extLst>
                </p14:cNvPr>
                <p14:cNvContentPartPr/>
                <p14:nvPr/>
              </p14:nvContentPartPr>
              <p14:xfrm>
                <a:off x="1257225" y="1247415"/>
                <a:ext cx="21960" cy="158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1D77C13-7522-4514-ED7F-CCFB51CFCB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1105" y="1241295"/>
                  <a:ext cx="342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B219499-7E7B-7D6F-6F62-DB2D99EF8DF8}"/>
              </a:ext>
            </a:extLst>
          </p:cNvPr>
          <p:cNvGrpSpPr/>
          <p:nvPr/>
        </p:nvGrpSpPr>
        <p:grpSpPr>
          <a:xfrm>
            <a:off x="2399145" y="1026015"/>
            <a:ext cx="705600" cy="357480"/>
            <a:chOff x="2399145" y="1026015"/>
            <a:chExt cx="70560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C315B0-A2A3-451E-2B3C-AAE624A2216E}"/>
                    </a:ext>
                  </a:extLst>
                </p14:cNvPr>
                <p14:cNvContentPartPr/>
                <p14:nvPr/>
              </p14:nvContentPartPr>
              <p14:xfrm>
                <a:off x="2399145" y="1026015"/>
                <a:ext cx="411840" cy="306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C315B0-A2A3-451E-2B3C-AAE624A221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3025" y="1019895"/>
                  <a:ext cx="4240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107A8E-F67B-1BA4-1899-C744B36656C6}"/>
                    </a:ext>
                  </a:extLst>
                </p14:cNvPr>
                <p14:cNvContentPartPr/>
                <p14:nvPr/>
              </p14:nvContentPartPr>
              <p14:xfrm>
                <a:off x="2886945" y="1167135"/>
                <a:ext cx="217800" cy="216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107A8E-F67B-1BA4-1899-C744B36656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80825" y="1161015"/>
                  <a:ext cx="2300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C81235-DE00-BEBC-4659-530844840DD6}"/>
              </a:ext>
            </a:extLst>
          </p:cNvPr>
          <p:cNvGrpSpPr/>
          <p:nvPr/>
        </p:nvGrpSpPr>
        <p:grpSpPr>
          <a:xfrm>
            <a:off x="4164945" y="857535"/>
            <a:ext cx="770760" cy="464760"/>
            <a:chOff x="4164945" y="857535"/>
            <a:chExt cx="770760" cy="46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DF10E2-FEAC-BCF1-4604-40BC540EF9C2}"/>
                    </a:ext>
                  </a:extLst>
                </p14:cNvPr>
                <p14:cNvContentPartPr/>
                <p14:nvPr/>
              </p14:nvContentPartPr>
              <p14:xfrm>
                <a:off x="4164945" y="857535"/>
                <a:ext cx="596880" cy="32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DF10E2-FEAC-BCF1-4604-40BC540EF9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58825" y="851415"/>
                  <a:ext cx="609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AD3B66-4A61-D1B3-76A5-CF92C006B2B5}"/>
                    </a:ext>
                  </a:extLst>
                </p14:cNvPr>
                <p14:cNvContentPartPr/>
                <p14:nvPr/>
              </p14:nvContentPartPr>
              <p14:xfrm>
                <a:off x="4639425" y="1034295"/>
                <a:ext cx="296280" cy="28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AD3B66-4A61-D1B3-76A5-CF92C006B2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3305" y="1028175"/>
                  <a:ext cx="308520" cy="30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08ADA41-7EE3-3C3C-CE02-2B708BF39210}"/>
                  </a:ext>
                </a:extLst>
              </p14:cNvPr>
              <p14:cNvContentPartPr/>
              <p14:nvPr/>
            </p14:nvContentPartPr>
            <p14:xfrm>
              <a:off x="737025" y="2189175"/>
              <a:ext cx="14760" cy="6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08ADA41-7EE3-3C3C-CE02-2B708BF3921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0905" y="2183055"/>
                <a:ext cx="2700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51FFE00-005D-AD89-A6A7-965494D962FD}"/>
              </a:ext>
            </a:extLst>
          </p:cNvPr>
          <p:cNvGrpSpPr/>
          <p:nvPr/>
        </p:nvGrpSpPr>
        <p:grpSpPr>
          <a:xfrm>
            <a:off x="878865" y="72015"/>
            <a:ext cx="3759480" cy="763560"/>
            <a:chOff x="878865" y="72015"/>
            <a:chExt cx="3759480" cy="76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A30499-C274-4CC3-DC71-DB38303A7DF4}"/>
                    </a:ext>
                  </a:extLst>
                </p14:cNvPr>
                <p14:cNvContentPartPr/>
                <p14:nvPr/>
              </p14:nvContentPartPr>
              <p14:xfrm>
                <a:off x="878865" y="560895"/>
                <a:ext cx="3759480" cy="27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A30499-C274-4CC3-DC71-DB38303A7D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745" y="554775"/>
                  <a:ext cx="3771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ED76E4-A2D8-40C3-240D-903B70E92828}"/>
                    </a:ext>
                  </a:extLst>
                </p14:cNvPr>
                <p14:cNvContentPartPr/>
                <p14:nvPr/>
              </p14:nvContentPartPr>
              <p14:xfrm>
                <a:off x="2932305" y="146175"/>
                <a:ext cx="28440" cy="290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ED76E4-A2D8-40C3-240D-903B70E928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26185" y="140055"/>
                  <a:ext cx="406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E69D40-EAFD-A625-21E3-0A088FD790D1}"/>
                    </a:ext>
                  </a:extLst>
                </p14:cNvPr>
                <p14:cNvContentPartPr/>
                <p14:nvPr/>
              </p14:nvContentPartPr>
              <p14:xfrm>
                <a:off x="2873265" y="72015"/>
                <a:ext cx="213120" cy="8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E69D40-EAFD-A625-21E3-0A088FD790D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67145" y="65895"/>
                  <a:ext cx="225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A1EFB3-898D-E852-3C02-C143786D0415}"/>
                    </a:ext>
                  </a:extLst>
                </p14:cNvPr>
                <p14:cNvContentPartPr/>
                <p14:nvPr/>
              </p14:nvContentPartPr>
              <p14:xfrm>
                <a:off x="2834385" y="421935"/>
                <a:ext cx="319320" cy="6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A1EFB3-898D-E852-3C02-C143786D04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8265" y="415815"/>
                  <a:ext cx="331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ADE31F-D257-5EDB-691D-7637D3CCC290}"/>
                    </a:ext>
                  </a:extLst>
                </p14:cNvPr>
                <p14:cNvContentPartPr/>
                <p14:nvPr/>
              </p14:nvContentPartPr>
              <p14:xfrm>
                <a:off x="3294105" y="111255"/>
                <a:ext cx="160560" cy="410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ADE31F-D257-5EDB-691D-7637D3CCC2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87985" y="105135"/>
                  <a:ext cx="1728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7E4C67-E93A-0F1C-CA38-9F938A99CAEF}"/>
                    </a:ext>
                  </a:extLst>
                </p14:cNvPr>
                <p14:cNvContentPartPr/>
                <p14:nvPr/>
              </p14:nvContentPartPr>
              <p14:xfrm>
                <a:off x="3498585" y="244815"/>
                <a:ext cx="34920" cy="260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7E4C67-E93A-0F1C-CA38-9F938A99CA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92465" y="238695"/>
                  <a:ext cx="47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0E371D-BFBE-A4C3-4AD2-FB87A0EA7375}"/>
                    </a:ext>
                  </a:extLst>
                </p14:cNvPr>
                <p14:cNvContentPartPr/>
                <p14:nvPr/>
              </p14:nvContentPartPr>
              <p14:xfrm>
                <a:off x="3561585" y="244815"/>
                <a:ext cx="85680" cy="92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0E371D-BFBE-A4C3-4AD2-FB87A0EA73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55465" y="238695"/>
                  <a:ext cx="9792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F018C6-5169-8DD7-761E-4A6DD2C7EB9A}"/>
              </a:ext>
            </a:extLst>
          </p:cNvPr>
          <p:cNvGrpSpPr/>
          <p:nvPr/>
        </p:nvGrpSpPr>
        <p:grpSpPr>
          <a:xfrm>
            <a:off x="4180785" y="230415"/>
            <a:ext cx="571680" cy="283320"/>
            <a:chOff x="4180785" y="230415"/>
            <a:chExt cx="5716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F137C91-AB49-1447-E54F-FA3D4C68AB3A}"/>
                    </a:ext>
                  </a:extLst>
                </p14:cNvPr>
                <p14:cNvContentPartPr/>
                <p14:nvPr/>
              </p14:nvContentPartPr>
              <p14:xfrm>
                <a:off x="4180785" y="230415"/>
                <a:ext cx="312480" cy="283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F137C91-AB49-1447-E54F-FA3D4C68AB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74665" y="224295"/>
                  <a:ext cx="3247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019018-29F0-D91F-B6EA-C1C7CB79EC20}"/>
                    </a:ext>
                  </a:extLst>
                </p14:cNvPr>
                <p14:cNvContentPartPr/>
                <p14:nvPr/>
              </p14:nvContentPartPr>
              <p14:xfrm>
                <a:off x="4495065" y="245895"/>
                <a:ext cx="257400" cy="15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019018-29F0-D91F-B6EA-C1C7CB79EC2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88945" y="239775"/>
                  <a:ext cx="2696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2CA836C-0481-D385-33CE-48352259A57C}"/>
              </a:ext>
            </a:extLst>
          </p:cNvPr>
          <p:cNvGrpSpPr/>
          <p:nvPr/>
        </p:nvGrpSpPr>
        <p:grpSpPr>
          <a:xfrm>
            <a:off x="6439425" y="334455"/>
            <a:ext cx="4082760" cy="1297800"/>
            <a:chOff x="6439425" y="334455"/>
            <a:chExt cx="4082760" cy="12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BC720E-130B-DF49-9EBC-4380B6A44492}"/>
                    </a:ext>
                  </a:extLst>
                </p14:cNvPr>
                <p14:cNvContentPartPr/>
                <p14:nvPr/>
              </p14:nvContentPartPr>
              <p14:xfrm>
                <a:off x="6439425" y="645135"/>
                <a:ext cx="720720" cy="987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BC720E-130B-DF49-9EBC-4380B6A444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33305" y="639015"/>
                  <a:ext cx="732960" cy="9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3A80CC-976A-253D-BE7D-E331049A8407}"/>
                    </a:ext>
                  </a:extLst>
                </p14:cNvPr>
                <p14:cNvContentPartPr/>
                <p14:nvPr/>
              </p14:nvContentPartPr>
              <p14:xfrm>
                <a:off x="7324305" y="1055535"/>
                <a:ext cx="37080" cy="34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3A80CC-976A-253D-BE7D-E331049A84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18185" y="1049415"/>
                  <a:ext cx="49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68F56C9-D2F1-F7DD-054C-38D5CFE54ED0}"/>
                    </a:ext>
                  </a:extLst>
                </p14:cNvPr>
                <p14:cNvContentPartPr/>
                <p14:nvPr/>
              </p14:nvContentPartPr>
              <p14:xfrm>
                <a:off x="7210905" y="646935"/>
                <a:ext cx="979200" cy="37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68F56C9-D2F1-F7DD-054C-38D5CFE54E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04785" y="640815"/>
                  <a:ext cx="991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A2888F-4096-6BA7-EFAD-352B6DC4FE4F}"/>
                    </a:ext>
                  </a:extLst>
                </p14:cNvPr>
                <p14:cNvContentPartPr/>
                <p14:nvPr/>
              </p14:nvContentPartPr>
              <p14:xfrm>
                <a:off x="8514465" y="475215"/>
                <a:ext cx="37800" cy="239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A2888F-4096-6BA7-EFAD-352B6DC4FE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8345" y="469095"/>
                  <a:ext cx="50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C5FAE9-7E1F-4940-5E75-23EA63DB1754}"/>
                    </a:ext>
                  </a:extLst>
                </p14:cNvPr>
                <p14:cNvContentPartPr/>
                <p14:nvPr/>
              </p14:nvContentPartPr>
              <p14:xfrm>
                <a:off x="8504385" y="334455"/>
                <a:ext cx="257400" cy="48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C5FAE9-7E1F-4940-5E75-23EA63DB17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8265" y="328335"/>
                  <a:ext cx="2696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BE5B8D-BA29-F7D1-4365-5CB9904256C2}"/>
                    </a:ext>
                  </a:extLst>
                </p14:cNvPr>
                <p14:cNvContentPartPr/>
                <p14:nvPr/>
              </p14:nvContentPartPr>
              <p14:xfrm>
                <a:off x="9016305" y="528855"/>
                <a:ext cx="1505880" cy="429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BE5B8D-BA29-F7D1-4365-5CB9904256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10185" y="522735"/>
                  <a:ext cx="1518120" cy="44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E739403-E274-B778-5570-F8869254724A}"/>
                  </a:ext>
                </a:extLst>
              </p14:cNvPr>
              <p14:cNvContentPartPr/>
              <p14:nvPr/>
            </p14:nvContentPartPr>
            <p14:xfrm>
              <a:off x="587265" y="2352975"/>
              <a:ext cx="300960" cy="2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E739403-E274-B778-5570-F886925472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1145" y="2346855"/>
                <a:ext cx="313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9B7F3C5-B104-DB0F-21BF-93C88A028C95}"/>
                  </a:ext>
                </a:extLst>
              </p14:cNvPr>
              <p14:cNvContentPartPr/>
              <p14:nvPr/>
            </p14:nvContentPartPr>
            <p14:xfrm>
              <a:off x="2620545" y="2151015"/>
              <a:ext cx="305640" cy="64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9B7F3C5-B104-DB0F-21BF-93C88A028C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14425" y="2144895"/>
                <a:ext cx="317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615BCA0-1A7D-F2B4-18DD-A17F2D291980}"/>
                  </a:ext>
                </a:extLst>
              </p14:cNvPr>
              <p14:cNvContentPartPr/>
              <p14:nvPr/>
            </p14:nvContentPartPr>
            <p14:xfrm>
              <a:off x="4234785" y="2280615"/>
              <a:ext cx="360360" cy="11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615BCA0-1A7D-F2B4-18DD-A17F2D2919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28665" y="2274495"/>
                <a:ext cx="3726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7777ADD-AAF9-B6FC-19A7-CC00B14EC096}"/>
                  </a:ext>
                </a:extLst>
              </p14:cNvPr>
              <p14:cNvContentPartPr/>
              <p14:nvPr/>
            </p14:nvContentPartPr>
            <p14:xfrm>
              <a:off x="201345" y="2986575"/>
              <a:ext cx="414000" cy="46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7777ADD-AAF9-B6FC-19A7-CC00B14EC09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5225" y="2980455"/>
                <a:ext cx="4262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2C3B590-8FBE-1AA3-6BF9-FA9D8B8D1150}"/>
                  </a:ext>
                </a:extLst>
              </p14:cNvPr>
              <p14:cNvContentPartPr/>
              <p14:nvPr/>
            </p14:nvContentPartPr>
            <p14:xfrm>
              <a:off x="1736025" y="3062535"/>
              <a:ext cx="365040" cy="18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2C3B590-8FBE-1AA3-6BF9-FA9D8B8D115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29905" y="3056415"/>
                <a:ext cx="3772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10921D9-8316-B96E-0DA3-DD66EAA85CEC}"/>
                  </a:ext>
                </a:extLst>
              </p14:cNvPr>
              <p14:cNvContentPartPr/>
              <p14:nvPr/>
            </p14:nvContentPartPr>
            <p14:xfrm>
              <a:off x="3632145" y="3027975"/>
              <a:ext cx="389160" cy="23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10921D9-8316-B96E-0DA3-DD66EAA85CE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626025" y="3021855"/>
                <a:ext cx="40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22DC67F-D313-6CFC-BE3A-EC52F75BBF7D}"/>
                  </a:ext>
                </a:extLst>
              </p14:cNvPr>
              <p14:cNvContentPartPr/>
              <p14:nvPr/>
            </p14:nvContentPartPr>
            <p14:xfrm>
              <a:off x="-164775" y="3842295"/>
              <a:ext cx="271080" cy="27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22DC67F-D313-6CFC-BE3A-EC52F75BBF7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170895" y="3836175"/>
                <a:ext cx="28332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6EACA78-17B2-FF40-5C11-D91F8633402A}"/>
              </a:ext>
            </a:extLst>
          </p:cNvPr>
          <p:cNvGrpSpPr/>
          <p:nvPr/>
        </p:nvGrpSpPr>
        <p:grpSpPr>
          <a:xfrm>
            <a:off x="848985" y="3913215"/>
            <a:ext cx="603000" cy="130320"/>
            <a:chOff x="848985" y="3913215"/>
            <a:chExt cx="6030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38956F0-632F-D54B-77EB-E4CFE61BFAB4}"/>
                    </a:ext>
                  </a:extLst>
                </p14:cNvPr>
                <p14:cNvContentPartPr/>
                <p14:nvPr/>
              </p14:nvContentPartPr>
              <p14:xfrm>
                <a:off x="848985" y="3913215"/>
                <a:ext cx="112320" cy="47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38956F0-632F-D54B-77EB-E4CFE61BFA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2865" y="3907095"/>
                  <a:ext cx="12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6B4ED9E-7034-D93D-3D43-195F928BB73E}"/>
                    </a:ext>
                  </a:extLst>
                </p14:cNvPr>
                <p14:cNvContentPartPr/>
                <p14:nvPr/>
              </p14:nvContentPartPr>
              <p14:xfrm>
                <a:off x="1323465" y="3996735"/>
                <a:ext cx="128520" cy="46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6B4ED9E-7034-D93D-3D43-195F928BB7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17345" y="3990615"/>
                  <a:ext cx="1407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1A54DAE-02B4-8BDD-9A07-BB3435467EC2}"/>
              </a:ext>
            </a:extLst>
          </p:cNvPr>
          <p:cNvGrpSpPr/>
          <p:nvPr/>
        </p:nvGrpSpPr>
        <p:grpSpPr>
          <a:xfrm>
            <a:off x="6408465" y="1900095"/>
            <a:ext cx="1089720" cy="2059200"/>
            <a:chOff x="6408465" y="1900095"/>
            <a:chExt cx="1089720" cy="20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BF848C-AE4A-DF34-4BFD-ECA33529491C}"/>
                    </a:ext>
                  </a:extLst>
                </p14:cNvPr>
                <p14:cNvContentPartPr/>
                <p14:nvPr/>
              </p14:nvContentPartPr>
              <p14:xfrm>
                <a:off x="6408465" y="1940415"/>
                <a:ext cx="438120" cy="693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BF848C-AE4A-DF34-4BFD-ECA3352949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02345" y="1934295"/>
                  <a:ext cx="45036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E78FF1-7529-CE54-79E1-D0CE4F0927A0}"/>
                    </a:ext>
                  </a:extLst>
                </p14:cNvPr>
                <p14:cNvContentPartPr/>
                <p14:nvPr/>
              </p14:nvContentPartPr>
              <p14:xfrm>
                <a:off x="7045305" y="1900095"/>
                <a:ext cx="452880" cy="47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E78FF1-7529-CE54-79E1-D0CE4F0927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39185" y="1893975"/>
                  <a:ext cx="4651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4FA3B5-3FA7-F6C4-863E-CB343C7A4555}"/>
                    </a:ext>
                  </a:extLst>
                </p14:cNvPr>
                <p14:cNvContentPartPr/>
                <p14:nvPr/>
              </p14:nvContentPartPr>
              <p14:xfrm>
                <a:off x="6628785" y="2730255"/>
                <a:ext cx="7524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4FA3B5-3FA7-F6C4-863E-CB343C7A45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2665" y="2724135"/>
                  <a:ext cx="87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6A5A2A3-B6A0-1186-FD5D-34250948F3DB}"/>
                    </a:ext>
                  </a:extLst>
                </p14:cNvPr>
                <p14:cNvContentPartPr/>
                <p14:nvPr/>
              </p14:nvContentPartPr>
              <p14:xfrm>
                <a:off x="6723105" y="2626575"/>
                <a:ext cx="420840" cy="29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6A5A2A3-B6A0-1186-FD5D-34250948F3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16985" y="2620455"/>
                  <a:ext cx="433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3DB8AB-584D-83CD-DC48-A0A5F4A95A45}"/>
                    </a:ext>
                  </a:extLst>
                </p14:cNvPr>
                <p14:cNvContentPartPr/>
                <p14:nvPr/>
              </p14:nvContentPartPr>
              <p14:xfrm>
                <a:off x="7224585" y="2709735"/>
                <a:ext cx="249480" cy="289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3DB8AB-584D-83CD-DC48-A0A5F4A95A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18465" y="2703615"/>
                  <a:ext cx="261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BBDF29-4B4E-A13A-E53C-8042A28632D6}"/>
                    </a:ext>
                  </a:extLst>
                </p14:cNvPr>
                <p14:cNvContentPartPr/>
                <p14:nvPr/>
              </p14:nvContentPartPr>
              <p14:xfrm>
                <a:off x="6531585" y="3148215"/>
                <a:ext cx="47520" cy="44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BBDF29-4B4E-A13A-E53C-8042A28632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25465" y="3142095"/>
                  <a:ext cx="59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70ABD9-3CF0-4C5B-21E3-42E19AC84272}"/>
                    </a:ext>
                  </a:extLst>
                </p14:cNvPr>
                <p14:cNvContentPartPr/>
                <p14:nvPr/>
              </p14:nvContentPartPr>
              <p14:xfrm>
                <a:off x="6423225" y="3354855"/>
                <a:ext cx="372240" cy="604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70ABD9-3CF0-4C5B-21E3-42E19AC842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17105" y="3348735"/>
                  <a:ext cx="38448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7D735B-DF44-BA79-8B5D-C58FA060CD95}"/>
                    </a:ext>
                  </a:extLst>
                </p14:cNvPr>
                <p14:cNvContentPartPr/>
                <p14:nvPr/>
              </p14:nvContentPartPr>
              <p14:xfrm>
                <a:off x="7061145" y="3342255"/>
                <a:ext cx="432720" cy="353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7D735B-DF44-BA79-8B5D-C58FA060CD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55025" y="3336135"/>
                  <a:ext cx="44496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EDEFB14-5CE4-A89D-171B-2B320998BBF5}"/>
              </a:ext>
            </a:extLst>
          </p:cNvPr>
          <p:cNvGrpSpPr/>
          <p:nvPr/>
        </p:nvGrpSpPr>
        <p:grpSpPr>
          <a:xfrm>
            <a:off x="547305" y="4712055"/>
            <a:ext cx="4771800" cy="1208160"/>
            <a:chOff x="547305" y="4712055"/>
            <a:chExt cx="4771800" cy="12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FF06103-91FE-A99A-B7A7-30AF35A972A3}"/>
                    </a:ext>
                  </a:extLst>
                </p14:cNvPr>
                <p14:cNvContentPartPr/>
                <p14:nvPr/>
              </p14:nvContentPartPr>
              <p14:xfrm>
                <a:off x="649185" y="5011935"/>
                <a:ext cx="40320" cy="69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FF06103-91FE-A99A-B7A7-30AF35A972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3065" y="5005815"/>
                  <a:ext cx="5256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BB4DD5-596D-B94F-5EFA-7D2E75A0F55D}"/>
                    </a:ext>
                  </a:extLst>
                </p14:cNvPr>
                <p14:cNvContentPartPr/>
                <p14:nvPr/>
              </p14:nvContentPartPr>
              <p14:xfrm>
                <a:off x="547305" y="4788015"/>
                <a:ext cx="509040" cy="48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BB4DD5-596D-B94F-5EFA-7D2E75A0F5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1185" y="4781895"/>
                  <a:ext cx="5212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7F1A94-C0FA-5399-0DE1-681B555A24F3}"/>
                    </a:ext>
                  </a:extLst>
                </p14:cNvPr>
                <p14:cNvContentPartPr/>
                <p14:nvPr/>
              </p14:nvContentPartPr>
              <p14:xfrm>
                <a:off x="1281345" y="4759935"/>
                <a:ext cx="326880" cy="635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7F1A94-C0FA-5399-0DE1-681B555A24F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75225" y="4753815"/>
                  <a:ext cx="33912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625B42-7513-3D51-60C5-3A2D10D390FE}"/>
                    </a:ext>
                  </a:extLst>
                </p14:cNvPr>
                <p14:cNvContentPartPr/>
                <p14:nvPr/>
              </p14:nvContentPartPr>
              <p14:xfrm>
                <a:off x="1793625" y="4785855"/>
                <a:ext cx="324720" cy="677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625B42-7513-3D51-60C5-3A2D10D390F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87505" y="4779735"/>
                  <a:ext cx="33696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0C833A-CCFA-13FD-5D50-C57CC86444B7}"/>
                    </a:ext>
                  </a:extLst>
                </p14:cNvPr>
                <p14:cNvContentPartPr/>
                <p14:nvPr/>
              </p14:nvContentPartPr>
              <p14:xfrm>
                <a:off x="2096025" y="4888455"/>
                <a:ext cx="542160" cy="854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0C833A-CCFA-13FD-5D50-C57CC86444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89905" y="4882335"/>
                  <a:ext cx="55440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27D8A7-96B7-1D49-0DFF-5F38BBDFEF8B}"/>
                    </a:ext>
                  </a:extLst>
                </p14:cNvPr>
                <p14:cNvContentPartPr/>
                <p14:nvPr/>
              </p14:nvContentPartPr>
              <p14:xfrm>
                <a:off x="2602545" y="5294535"/>
                <a:ext cx="342000" cy="271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27D8A7-96B7-1D49-0DFF-5F38BBDFEF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96425" y="5288415"/>
                  <a:ext cx="354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285236-896D-3794-D2CD-33A1E41A01AC}"/>
                    </a:ext>
                  </a:extLst>
                </p14:cNvPr>
                <p14:cNvContentPartPr/>
                <p14:nvPr/>
              </p14:nvContentPartPr>
              <p14:xfrm>
                <a:off x="2987745" y="5512335"/>
                <a:ext cx="89640" cy="12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285236-896D-3794-D2CD-33A1E41A01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81625" y="5506215"/>
                  <a:ext cx="101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1FF8A1-DAD3-77A5-C9F2-0D4C9274ED25}"/>
                    </a:ext>
                  </a:extLst>
                </p14:cNvPr>
                <p14:cNvContentPartPr/>
                <p14:nvPr/>
              </p14:nvContentPartPr>
              <p14:xfrm>
                <a:off x="3374745" y="5259615"/>
                <a:ext cx="298080" cy="306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1FF8A1-DAD3-77A5-C9F2-0D4C9274ED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68625" y="5253495"/>
                  <a:ext cx="3103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755CF4-47B1-6D2E-B3A0-8A10E4581750}"/>
                    </a:ext>
                  </a:extLst>
                </p14:cNvPr>
                <p14:cNvContentPartPr/>
                <p14:nvPr/>
              </p14:nvContentPartPr>
              <p14:xfrm>
                <a:off x="3769305" y="5409735"/>
                <a:ext cx="145800" cy="19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755CF4-47B1-6D2E-B3A0-8A10E45817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63185" y="5403615"/>
                  <a:ext cx="158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8D4A068-ABC7-96D0-3A5B-A8A3BBBE1590}"/>
                    </a:ext>
                  </a:extLst>
                </p14:cNvPr>
                <p14:cNvContentPartPr/>
                <p14:nvPr/>
              </p14:nvContentPartPr>
              <p14:xfrm>
                <a:off x="4182225" y="5488215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8D4A068-ABC7-96D0-3A5B-A8A3BBBE159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76105" y="548209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CE1A036-DF0C-ACA0-AEBD-4F1413BDDA48}"/>
                    </a:ext>
                  </a:extLst>
                </p14:cNvPr>
                <p14:cNvContentPartPr/>
                <p14:nvPr/>
              </p14:nvContentPartPr>
              <p14:xfrm>
                <a:off x="3162345" y="5484975"/>
                <a:ext cx="235800" cy="167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CE1A036-DF0C-ACA0-AEBD-4F1413BDDA4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56225" y="5478855"/>
                  <a:ext cx="248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BBB827-2776-E96E-A2A0-FED6EF89CFAE}"/>
                    </a:ext>
                  </a:extLst>
                </p14:cNvPr>
                <p14:cNvContentPartPr/>
                <p14:nvPr/>
              </p14:nvContentPartPr>
              <p14:xfrm>
                <a:off x="4121385" y="5604495"/>
                <a:ext cx="119160" cy="7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BBB827-2776-E96E-A2A0-FED6EF89CF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15265" y="5598375"/>
                  <a:ext cx="131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09B851-0934-AE12-4CC0-659306979757}"/>
                    </a:ext>
                  </a:extLst>
                </p14:cNvPr>
                <p14:cNvContentPartPr/>
                <p14:nvPr/>
              </p14:nvContentPartPr>
              <p14:xfrm>
                <a:off x="4457625" y="5195175"/>
                <a:ext cx="378720" cy="38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09B851-0934-AE12-4CC0-65930697975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51505" y="5189055"/>
                  <a:ext cx="3909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EF17EF-7BCD-5A66-60E0-372E44CECD31}"/>
                    </a:ext>
                  </a:extLst>
                </p14:cNvPr>
                <p14:cNvContentPartPr/>
                <p14:nvPr/>
              </p14:nvContentPartPr>
              <p14:xfrm>
                <a:off x="4796025" y="5429535"/>
                <a:ext cx="235080" cy="252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EF17EF-7BCD-5A66-60E0-372E44CECD3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9905" y="5423415"/>
                  <a:ext cx="247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E595913-89A6-BF9D-FD7B-76E05352CA8F}"/>
                    </a:ext>
                  </a:extLst>
                </p14:cNvPr>
                <p14:cNvContentPartPr/>
                <p14:nvPr/>
              </p14:nvContentPartPr>
              <p14:xfrm>
                <a:off x="4797105" y="4712055"/>
                <a:ext cx="522000" cy="1208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E595913-89A6-BF9D-FD7B-76E05352CA8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90985" y="4705935"/>
                  <a:ext cx="534240" cy="12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9260587-778B-5519-066B-8BAE70E626B2}"/>
              </a:ext>
            </a:extLst>
          </p:cNvPr>
          <p:cNvGrpSpPr/>
          <p:nvPr/>
        </p:nvGrpSpPr>
        <p:grpSpPr>
          <a:xfrm>
            <a:off x="5913825" y="4272855"/>
            <a:ext cx="3312000" cy="1251720"/>
            <a:chOff x="5913825" y="4272855"/>
            <a:chExt cx="3312000" cy="12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C90605-4BF3-6353-CC3C-6E24B245F40D}"/>
                    </a:ext>
                  </a:extLst>
                </p14:cNvPr>
                <p14:cNvContentPartPr/>
                <p14:nvPr/>
              </p14:nvContentPartPr>
              <p14:xfrm>
                <a:off x="6420345" y="4272855"/>
                <a:ext cx="150840" cy="35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C90605-4BF3-6353-CC3C-6E24B245F4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14225" y="4266735"/>
                  <a:ext cx="1630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F95C06-5AF9-913C-2CA5-348C549756DA}"/>
                    </a:ext>
                  </a:extLst>
                </p14:cNvPr>
                <p14:cNvContentPartPr/>
                <p14:nvPr/>
              </p14:nvContentPartPr>
              <p14:xfrm>
                <a:off x="6542385" y="4296975"/>
                <a:ext cx="503280" cy="342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F95C06-5AF9-913C-2CA5-348C549756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36265" y="4290855"/>
                  <a:ext cx="515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7CA4E6-7AC7-BA32-5C77-6112BEA8D44D}"/>
                    </a:ext>
                  </a:extLst>
                </p14:cNvPr>
                <p14:cNvContentPartPr/>
                <p14:nvPr/>
              </p14:nvContentPartPr>
              <p14:xfrm>
                <a:off x="7285065" y="4290135"/>
                <a:ext cx="200520" cy="386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7CA4E6-7AC7-BA32-5C77-6112BEA8D4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78945" y="4284015"/>
                  <a:ext cx="2127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65558E-074C-4B81-8A05-555A1B1B049A}"/>
                    </a:ext>
                  </a:extLst>
                </p14:cNvPr>
                <p14:cNvContentPartPr/>
                <p14:nvPr/>
              </p14:nvContentPartPr>
              <p14:xfrm>
                <a:off x="7798425" y="4503975"/>
                <a:ext cx="8280" cy="1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65558E-074C-4B81-8A05-555A1B1B04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92305" y="4497855"/>
                  <a:ext cx="20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3C4BA38-90F0-3F0A-39BB-577FE3E262CD}"/>
                    </a:ext>
                  </a:extLst>
                </p14:cNvPr>
                <p14:cNvContentPartPr/>
                <p14:nvPr/>
              </p14:nvContentPartPr>
              <p14:xfrm>
                <a:off x="5944425" y="5265735"/>
                <a:ext cx="276120" cy="30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3C4BA38-90F0-3F0A-39BB-577FE3E262C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38305" y="5259615"/>
                  <a:ext cx="288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F00C3B4-C57F-CE0D-E5CF-8BA657F50110}"/>
                    </a:ext>
                  </a:extLst>
                </p14:cNvPr>
                <p14:cNvContentPartPr/>
                <p14:nvPr/>
              </p14:nvContentPartPr>
              <p14:xfrm>
                <a:off x="5913825" y="5470935"/>
                <a:ext cx="336240" cy="40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F00C3B4-C57F-CE0D-E5CF-8BA657F5011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07705" y="5464815"/>
                  <a:ext cx="348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EFF7204-3224-978D-AF8D-202362C0E634}"/>
                    </a:ext>
                  </a:extLst>
                </p14:cNvPr>
                <p14:cNvContentPartPr/>
                <p14:nvPr/>
              </p14:nvContentPartPr>
              <p14:xfrm>
                <a:off x="6595305" y="4804575"/>
                <a:ext cx="183960" cy="55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EFF7204-3224-978D-AF8D-202362C0E63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89185" y="4798455"/>
                  <a:ext cx="1962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2DAE7A-B1DD-2BBD-FDBD-EF6F672008DA}"/>
                    </a:ext>
                  </a:extLst>
                </p14:cNvPr>
                <p14:cNvContentPartPr/>
                <p14:nvPr/>
              </p14:nvContentPartPr>
              <p14:xfrm>
                <a:off x="6615465" y="4727175"/>
                <a:ext cx="314280" cy="30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2DAE7A-B1DD-2BBD-FDBD-EF6F672008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09345" y="4721055"/>
                  <a:ext cx="326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C4B0C62-71A7-B5F0-3088-59084A0A2E3F}"/>
                    </a:ext>
                  </a:extLst>
                </p14:cNvPr>
                <p14:cNvContentPartPr/>
                <p14:nvPr/>
              </p14:nvContentPartPr>
              <p14:xfrm>
                <a:off x="7154745" y="4878375"/>
                <a:ext cx="335880" cy="646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C4B0C62-71A7-B5F0-3088-59084A0A2E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48625" y="4872255"/>
                  <a:ext cx="3481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93107A8-8D5E-89CB-81FD-7F4740D07EFF}"/>
                    </a:ext>
                  </a:extLst>
                </p14:cNvPr>
                <p14:cNvContentPartPr/>
                <p14:nvPr/>
              </p14:nvContentPartPr>
              <p14:xfrm>
                <a:off x="6894465" y="4704495"/>
                <a:ext cx="201600" cy="69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93107A8-8D5E-89CB-81FD-7F4740D07E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88345" y="4698375"/>
                  <a:ext cx="21384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5ED08DE-E9B5-57B9-36AC-83DEFA1E4F0A}"/>
                    </a:ext>
                  </a:extLst>
                </p14:cNvPr>
                <p14:cNvContentPartPr/>
                <p14:nvPr/>
              </p14:nvContentPartPr>
              <p14:xfrm>
                <a:off x="7263465" y="4874055"/>
                <a:ext cx="491760" cy="65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5ED08DE-E9B5-57B9-36AC-83DEFA1E4F0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57345" y="4867935"/>
                  <a:ext cx="50400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09337A-A9AE-742C-127E-7D8ED27CD337}"/>
                    </a:ext>
                  </a:extLst>
                </p14:cNvPr>
                <p14:cNvContentPartPr/>
                <p14:nvPr/>
              </p14:nvContentPartPr>
              <p14:xfrm>
                <a:off x="8142585" y="4997535"/>
                <a:ext cx="185400" cy="268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09337A-A9AE-742C-127E-7D8ED27CD33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36465" y="4991415"/>
                  <a:ext cx="197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A116A4-8F8A-29D2-A7BF-2C7DD9F4BD73}"/>
                    </a:ext>
                  </a:extLst>
                </p14:cNvPr>
                <p14:cNvContentPartPr/>
                <p14:nvPr/>
              </p14:nvContentPartPr>
              <p14:xfrm>
                <a:off x="8076345" y="5033175"/>
                <a:ext cx="387720" cy="235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A116A4-8F8A-29D2-A7BF-2C7DD9F4BD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70225" y="5027055"/>
                  <a:ext cx="399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0BA8160-4E55-A100-0C75-A6E5A13C6B0E}"/>
                    </a:ext>
                  </a:extLst>
                </p14:cNvPr>
                <p14:cNvContentPartPr/>
                <p14:nvPr/>
              </p14:nvContentPartPr>
              <p14:xfrm>
                <a:off x="8226105" y="4957575"/>
                <a:ext cx="133920" cy="292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0BA8160-4E55-A100-0C75-A6E5A13C6B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19985" y="4951455"/>
                  <a:ext cx="146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C7A630E-5363-3252-DC88-7487ABCD1F86}"/>
                    </a:ext>
                  </a:extLst>
                </p14:cNvPr>
                <p14:cNvContentPartPr/>
                <p14:nvPr/>
              </p14:nvContentPartPr>
              <p14:xfrm>
                <a:off x="8044305" y="5112735"/>
                <a:ext cx="363960" cy="50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C7A630E-5363-3252-DC88-7487ABCD1F8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38185" y="5106615"/>
                  <a:ext cx="376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ED9298B-A444-51F6-C3EA-6690B8AD4AE7}"/>
                    </a:ext>
                  </a:extLst>
                </p14:cNvPr>
                <p14:cNvContentPartPr/>
                <p14:nvPr/>
              </p14:nvContentPartPr>
              <p14:xfrm>
                <a:off x="8740185" y="4789815"/>
                <a:ext cx="93960" cy="538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ED9298B-A444-51F6-C3EA-6690B8AD4A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34065" y="4783695"/>
                  <a:ext cx="10620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489F9E8-1257-099C-FB26-F4AA4D84C5D8}"/>
                    </a:ext>
                  </a:extLst>
                </p14:cNvPr>
                <p14:cNvContentPartPr/>
                <p14:nvPr/>
              </p14:nvContentPartPr>
              <p14:xfrm>
                <a:off x="8828385" y="4715655"/>
                <a:ext cx="397440" cy="33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489F9E8-1257-099C-FB26-F4AA4D84C5D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22265" y="4709535"/>
                  <a:ext cx="40968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C36FDCA-E7F1-B9B8-C47A-1FEB480B52A9}"/>
              </a:ext>
            </a:extLst>
          </p:cNvPr>
          <p:cNvGrpSpPr/>
          <p:nvPr/>
        </p:nvGrpSpPr>
        <p:grpSpPr>
          <a:xfrm>
            <a:off x="9311505" y="4701255"/>
            <a:ext cx="2585160" cy="866160"/>
            <a:chOff x="9311505" y="4701255"/>
            <a:chExt cx="2585160" cy="86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C34B41-2330-CA72-C16B-D5C76858936B}"/>
                    </a:ext>
                  </a:extLst>
                </p14:cNvPr>
                <p14:cNvContentPartPr/>
                <p14:nvPr/>
              </p14:nvContentPartPr>
              <p14:xfrm>
                <a:off x="9311505" y="4763175"/>
                <a:ext cx="149400" cy="39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C34B41-2330-CA72-C16B-D5C76858936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05385" y="4757055"/>
                  <a:ext cx="1616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1F4E42C-BAD7-C5BC-E99F-7FDCE09DA1F8}"/>
                    </a:ext>
                  </a:extLst>
                </p14:cNvPr>
                <p14:cNvContentPartPr/>
                <p14:nvPr/>
              </p14:nvContentPartPr>
              <p14:xfrm>
                <a:off x="9584745" y="4808535"/>
                <a:ext cx="249480" cy="315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1F4E42C-BAD7-C5BC-E99F-7FDCE09DA1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78625" y="4802415"/>
                  <a:ext cx="261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124C37F-3813-2B24-3E95-4E5DAE833E28}"/>
                    </a:ext>
                  </a:extLst>
                </p14:cNvPr>
                <p14:cNvContentPartPr/>
                <p14:nvPr/>
              </p14:nvContentPartPr>
              <p14:xfrm>
                <a:off x="9836385" y="5091135"/>
                <a:ext cx="120240" cy="5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124C37F-3813-2B24-3E95-4E5DAE833E2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30265" y="5085015"/>
                  <a:ext cx="132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8912533-2BBC-0996-CB97-F4560F64CA9F}"/>
                    </a:ext>
                  </a:extLst>
                </p14:cNvPr>
                <p14:cNvContentPartPr/>
                <p14:nvPr/>
              </p14:nvContentPartPr>
              <p14:xfrm>
                <a:off x="9995505" y="5007975"/>
                <a:ext cx="132120" cy="128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8912533-2BBC-0996-CB97-F4560F64CA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89385" y="5001855"/>
                  <a:ext cx="14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3CD34D0-B40A-AD90-A74B-885050AA0D1F}"/>
                    </a:ext>
                  </a:extLst>
                </p14:cNvPr>
                <p14:cNvContentPartPr/>
                <p14:nvPr/>
              </p14:nvContentPartPr>
              <p14:xfrm>
                <a:off x="10325625" y="4751655"/>
                <a:ext cx="147960" cy="367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3CD34D0-B40A-AD90-A74B-885050AA0D1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19505" y="4745535"/>
                  <a:ext cx="160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C7BD78-1C33-64D3-1AEC-E4B2747FE226}"/>
                    </a:ext>
                  </a:extLst>
                </p14:cNvPr>
                <p14:cNvContentPartPr/>
                <p14:nvPr/>
              </p14:nvContentPartPr>
              <p14:xfrm>
                <a:off x="10505625" y="4989255"/>
                <a:ext cx="138960" cy="16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C7BD78-1C33-64D3-1AEC-E4B2747FE2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99505" y="4983135"/>
                  <a:ext cx="151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31E1820-EF0F-C37A-481D-5B81A7214B07}"/>
                    </a:ext>
                  </a:extLst>
                </p14:cNvPr>
                <p14:cNvContentPartPr/>
                <p14:nvPr/>
              </p14:nvContentPartPr>
              <p14:xfrm>
                <a:off x="10643505" y="5063415"/>
                <a:ext cx="95400" cy="112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31E1820-EF0F-C37A-481D-5B81A7214B0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37385" y="5057295"/>
                  <a:ext cx="107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72803E-DD47-89FB-A760-BCA970EEC2B0}"/>
                    </a:ext>
                  </a:extLst>
                </p14:cNvPr>
                <p14:cNvContentPartPr/>
                <p14:nvPr/>
              </p14:nvContentPartPr>
              <p14:xfrm>
                <a:off x="10878945" y="4850655"/>
                <a:ext cx="209520" cy="351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72803E-DD47-89FB-A760-BCA970EEC2B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72825" y="4844535"/>
                  <a:ext cx="221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9F27BA6-F7CD-DDCB-47D9-17A89E7993F1}"/>
                    </a:ext>
                  </a:extLst>
                </p14:cNvPr>
                <p14:cNvContentPartPr/>
                <p14:nvPr/>
              </p14:nvContentPartPr>
              <p14:xfrm>
                <a:off x="11083425" y="5012295"/>
                <a:ext cx="161280" cy="232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9F27BA6-F7CD-DDCB-47D9-17A89E7993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77305" y="5006175"/>
                  <a:ext cx="173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84995F-B654-4E6F-C488-2EB1AAD7967B}"/>
                    </a:ext>
                  </a:extLst>
                </p14:cNvPr>
                <p14:cNvContentPartPr/>
                <p14:nvPr/>
              </p14:nvContentPartPr>
              <p14:xfrm>
                <a:off x="11027625" y="4701255"/>
                <a:ext cx="334800" cy="559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84995F-B654-4E6F-C488-2EB1AAD796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21505" y="4695135"/>
                  <a:ext cx="3470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021AEDA-F5E4-08BC-ABC3-A1583C844802}"/>
                    </a:ext>
                  </a:extLst>
                </p14:cNvPr>
                <p14:cNvContentPartPr/>
                <p14:nvPr/>
              </p14:nvContentPartPr>
              <p14:xfrm>
                <a:off x="11082345" y="4813575"/>
                <a:ext cx="610200" cy="602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021AEDA-F5E4-08BC-ABC3-A1583C8448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076225" y="4807455"/>
                  <a:ext cx="62244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CE343EA-5460-7151-45FD-6CDB26499549}"/>
                    </a:ext>
                  </a:extLst>
                </p14:cNvPr>
                <p14:cNvContentPartPr/>
                <p14:nvPr/>
              </p14:nvContentPartPr>
              <p14:xfrm>
                <a:off x="11390505" y="5042895"/>
                <a:ext cx="373320" cy="524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CE343EA-5460-7151-45FD-6CDB2649954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84385" y="5036775"/>
                  <a:ext cx="3855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27C27B-3709-6933-3FEE-BCF6E623E569}"/>
                    </a:ext>
                  </a:extLst>
                </p14:cNvPr>
                <p14:cNvContentPartPr/>
                <p14:nvPr/>
              </p14:nvContentPartPr>
              <p14:xfrm>
                <a:off x="11882625" y="5303175"/>
                <a:ext cx="14040" cy="36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27C27B-3709-6933-3FEE-BCF6E623E56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876505" y="5297055"/>
                  <a:ext cx="26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1F6D015-E1E7-B216-CFF4-BE9CA590DB0B}"/>
              </a:ext>
            </a:extLst>
          </p:cNvPr>
          <p:cNvGrpSpPr/>
          <p:nvPr/>
        </p:nvGrpSpPr>
        <p:grpSpPr>
          <a:xfrm>
            <a:off x="6393705" y="5826975"/>
            <a:ext cx="5455440" cy="689400"/>
            <a:chOff x="6393705" y="5826975"/>
            <a:chExt cx="545544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ED2977-D2EE-9F97-4E4C-7B9B14EF83F2}"/>
                    </a:ext>
                  </a:extLst>
                </p14:cNvPr>
                <p14:cNvContentPartPr/>
                <p14:nvPr/>
              </p14:nvContentPartPr>
              <p14:xfrm>
                <a:off x="6393705" y="5826975"/>
                <a:ext cx="5455440" cy="9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ED2977-D2EE-9F97-4E4C-7B9B14EF83F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387585" y="5820855"/>
                  <a:ext cx="5467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2527975-09B2-C106-402B-EFDD2E8E8B7C}"/>
                    </a:ext>
                  </a:extLst>
                </p14:cNvPr>
                <p14:cNvContentPartPr/>
                <p14:nvPr/>
              </p14:nvContentPartPr>
              <p14:xfrm>
                <a:off x="6939105" y="6066375"/>
                <a:ext cx="99720" cy="346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2527975-09B2-C106-402B-EFDD2E8E8B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32985" y="6060255"/>
                  <a:ext cx="111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569549-7355-26A9-D389-75EA2A4A721F}"/>
                    </a:ext>
                  </a:extLst>
                </p14:cNvPr>
                <p14:cNvContentPartPr/>
                <p14:nvPr/>
              </p14:nvContentPartPr>
              <p14:xfrm>
                <a:off x="6937665" y="5988255"/>
                <a:ext cx="258120" cy="209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569549-7355-26A9-D389-75EA2A4A72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31545" y="5982135"/>
                  <a:ext cx="270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7126F4-7889-8841-CBF9-B911FD61AA38}"/>
                    </a:ext>
                  </a:extLst>
                </p14:cNvPr>
                <p14:cNvContentPartPr/>
                <p14:nvPr/>
              </p14:nvContentPartPr>
              <p14:xfrm>
                <a:off x="7255545" y="6068535"/>
                <a:ext cx="469080" cy="330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7126F4-7889-8841-CBF9-B911FD61AA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49425" y="6062415"/>
                  <a:ext cx="481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230B031-2594-381D-83C0-6D50B5C92964}"/>
                    </a:ext>
                  </a:extLst>
                </p14:cNvPr>
                <p14:cNvContentPartPr/>
                <p14:nvPr/>
              </p14:nvContentPartPr>
              <p14:xfrm>
                <a:off x="7769985" y="6296775"/>
                <a:ext cx="55080" cy="162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230B031-2594-381D-83C0-6D50B5C9296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63865" y="6290655"/>
                  <a:ext cx="67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A978E0A-E3B9-9ABF-887C-7EB0C3559F31}"/>
                    </a:ext>
                  </a:extLst>
                </p14:cNvPr>
                <p14:cNvContentPartPr/>
                <p14:nvPr/>
              </p14:nvContentPartPr>
              <p14:xfrm>
                <a:off x="7631745" y="5965935"/>
                <a:ext cx="274680" cy="550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A978E0A-E3B9-9ABF-887C-7EB0C3559F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25625" y="5959815"/>
                  <a:ext cx="28692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5642F5B-63E7-5498-D499-5B422FE57CA6}"/>
                    </a:ext>
                  </a:extLst>
                </p14:cNvPr>
                <p14:cNvContentPartPr/>
                <p14:nvPr/>
              </p14:nvContentPartPr>
              <p14:xfrm>
                <a:off x="7169505" y="5948655"/>
                <a:ext cx="132120" cy="554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5642F5B-63E7-5498-D499-5B422FE57C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63385" y="5942535"/>
                  <a:ext cx="14436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F8569F-AAB5-C141-0115-9D4F7EDE7A76}"/>
                    </a:ext>
                  </a:extLst>
                </p14:cNvPr>
                <p14:cNvContentPartPr/>
                <p14:nvPr/>
              </p14:nvContentPartPr>
              <p14:xfrm>
                <a:off x="8187225" y="6424215"/>
                <a:ext cx="83880" cy="47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F8569F-AAB5-C141-0115-9D4F7EDE7A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81105" y="6418095"/>
                  <a:ext cx="96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6510663-C086-9AC9-8D72-2CF0CC63853C}"/>
                    </a:ext>
                  </a:extLst>
                </p14:cNvPr>
                <p14:cNvContentPartPr/>
                <p14:nvPr/>
              </p14:nvContentPartPr>
              <p14:xfrm>
                <a:off x="8570625" y="6065655"/>
                <a:ext cx="59400" cy="351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6510663-C086-9AC9-8D72-2CF0CC63853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64505" y="6059535"/>
                  <a:ext cx="716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0B87861-F00B-C7B2-44BF-52B5B648CD6C}"/>
                    </a:ext>
                  </a:extLst>
                </p14:cNvPr>
                <p14:cNvContentPartPr/>
                <p14:nvPr/>
              </p14:nvContentPartPr>
              <p14:xfrm>
                <a:off x="8601945" y="5955135"/>
                <a:ext cx="185040" cy="286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0B87861-F00B-C7B2-44BF-52B5B648CD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5825" y="5949015"/>
                  <a:ext cx="197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4053DFF-455E-A792-AE9C-6C3DAC539CC6}"/>
                    </a:ext>
                  </a:extLst>
                </p14:cNvPr>
                <p14:cNvContentPartPr/>
                <p14:nvPr/>
              </p14:nvContentPartPr>
              <p14:xfrm>
                <a:off x="9003345" y="6057735"/>
                <a:ext cx="459720" cy="315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4053DFF-455E-A792-AE9C-6C3DAC539CC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97225" y="6051615"/>
                  <a:ext cx="471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E52A7F6-B623-050C-778D-856188EE7306}"/>
                    </a:ext>
                  </a:extLst>
                </p14:cNvPr>
                <p14:cNvContentPartPr/>
                <p14:nvPr/>
              </p14:nvContentPartPr>
              <p14:xfrm>
                <a:off x="9491145" y="6249255"/>
                <a:ext cx="346680" cy="190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E52A7F6-B623-050C-778D-856188EE730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85025" y="6243135"/>
                  <a:ext cx="358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12929D8-BB67-9AA6-92C0-66221B517795}"/>
                    </a:ext>
                  </a:extLst>
                </p14:cNvPr>
                <p14:cNvContentPartPr/>
                <p14:nvPr/>
              </p14:nvContentPartPr>
              <p14:xfrm>
                <a:off x="9649185" y="5972775"/>
                <a:ext cx="300240" cy="534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12929D8-BB67-9AA6-92C0-66221B51779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43065" y="5966655"/>
                  <a:ext cx="3124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3DD7A2-DCB9-9623-C790-8DFFF1747B48}"/>
                    </a:ext>
                  </a:extLst>
                </p14:cNvPr>
                <p14:cNvContentPartPr/>
                <p14:nvPr/>
              </p14:nvContentPartPr>
              <p14:xfrm>
                <a:off x="8937825" y="5950815"/>
                <a:ext cx="180000" cy="523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3DD7A2-DCB9-9623-C790-8DFFF1747B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31705" y="5944695"/>
                  <a:ext cx="1922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30BE00-3BD5-A110-1248-63117C0352D6}"/>
                    </a:ext>
                  </a:extLst>
                </p14:cNvPr>
                <p14:cNvContentPartPr/>
                <p14:nvPr/>
              </p14:nvContentPartPr>
              <p14:xfrm>
                <a:off x="8192985" y="6118935"/>
                <a:ext cx="93960" cy="6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30BE00-3BD5-A110-1248-63117C0352D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86865" y="6112815"/>
                  <a:ext cx="106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6AA6402-8B5F-F119-3A2E-79393B0F0E47}"/>
                    </a:ext>
                  </a:extLst>
                </p14:cNvPr>
                <p14:cNvContentPartPr/>
                <p14:nvPr/>
              </p14:nvContentPartPr>
              <p14:xfrm>
                <a:off x="8171025" y="6089055"/>
                <a:ext cx="155880" cy="173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6AA6402-8B5F-F119-3A2E-79393B0F0E4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64905" y="6082935"/>
                  <a:ext cx="168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6BFB0C6-02CF-F87B-E095-BA676BA7C00C}"/>
                    </a:ext>
                  </a:extLst>
                </p14:cNvPr>
                <p14:cNvContentPartPr/>
                <p14:nvPr/>
              </p14:nvContentPartPr>
              <p14:xfrm>
                <a:off x="8150505" y="6090135"/>
                <a:ext cx="155880" cy="201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6BFB0C6-02CF-F87B-E095-BA676BA7C0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44385" y="6084015"/>
                  <a:ext cx="16812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4989321-3A55-76B5-E354-1321BCA854F5}"/>
              </a:ext>
            </a:extLst>
          </p:cNvPr>
          <p:cNvGrpSpPr/>
          <p:nvPr/>
        </p:nvGrpSpPr>
        <p:grpSpPr>
          <a:xfrm>
            <a:off x="10140585" y="5919135"/>
            <a:ext cx="1639800" cy="558360"/>
            <a:chOff x="10140585" y="5919135"/>
            <a:chExt cx="1639800" cy="55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69EC1FA-6D17-EEFF-688F-F30FA9F81745}"/>
                    </a:ext>
                  </a:extLst>
                </p14:cNvPr>
                <p14:cNvContentPartPr/>
                <p14:nvPr/>
              </p14:nvContentPartPr>
              <p14:xfrm>
                <a:off x="10204305" y="6123975"/>
                <a:ext cx="123840" cy="147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69EC1FA-6D17-EEFF-688F-F30FA9F8174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98185" y="6117855"/>
                  <a:ext cx="136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3E90D42-EACD-0A6E-EB8F-8C772E473ADA}"/>
                    </a:ext>
                  </a:extLst>
                </p14:cNvPr>
                <p14:cNvContentPartPr/>
                <p14:nvPr/>
              </p14:nvContentPartPr>
              <p14:xfrm>
                <a:off x="10140585" y="6092295"/>
                <a:ext cx="171720" cy="192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3E90D42-EACD-0A6E-EB8F-8C772E473A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134465" y="6086175"/>
                  <a:ext cx="183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CD9648D-B13E-4B4F-D814-C3E04007E1D7}"/>
                    </a:ext>
                  </a:extLst>
                </p14:cNvPr>
                <p14:cNvContentPartPr/>
                <p14:nvPr/>
              </p14:nvContentPartPr>
              <p14:xfrm>
                <a:off x="10627305" y="6025695"/>
                <a:ext cx="88200" cy="38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CD9648D-B13E-4B4F-D814-C3E04007E1D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21185" y="6019575"/>
                  <a:ext cx="1004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F5D5EAF-C264-1B64-7F4A-15784A14E7DD}"/>
                    </a:ext>
                  </a:extLst>
                </p14:cNvPr>
                <p14:cNvContentPartPr/>
                <p14:nvPr/>
              </p14:nvContentPartPr>
              <p14:xfrm>
                <a:off x="10567905" y="5978175"/>
                <a:ext cx="313560" cy="249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F5D5EAF-C264-1B64-7F4A-15784A14E7D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561785" y="5972055"/>
                  <a:ext cx="325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B122B3C-B381-949A-9546-0BE4AF99B487}"/>
                    </a:ext>
                  </a:extLst>
                </p14:cNvPr>
                <p14:cNvContentPartPr/>
                <p14:nvPr/>
              </p14:nvContentPartPr>
              <p14:xfrm>
                <a:off x="11069745" y="6011295"/>
                <a:ext cx="384480" cy="346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B122B3C-B381-949A-9546-0BE4AF99B4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63625" y="6005175"/>
                  <a:ext cx="3967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7D60985-69A5-BC3E-5911-789AA171EA31}"/>
                    </a:ext>
                  </a:extLst>
                </p14:cNvPr>
                <p14:cNvContentPartPr/>
                <p14:nvPr/>
              </p14:nvContentPartPr>
              <p14:xfrm>
                <a:off x="11433345" y="6208575"/>
                <a:ext cx="159480" cy="190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7D60985-69A5-BC3E-5911-789AA171EA3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27225" y="6202455"/>
                  <a:ext cx="171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E3725D4-8F42-4E27-B03B-240AE7E1EA8B}"/>
                    </a:ext>
                  </a:extLst>
                </p14:cNvPr>
                <p14:cNvContentPartPr/>
                <p14:nvPr/>
              </p14:nvContentPartPr>
              <p14:xfrm>
                <a:off x="11498505" y="6020295"/>
                <a:ext cx="281880" cy="45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E3725D4-8F42-4E27-B03B-240AE7E1EA8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92385" y="6014175"/>
                  <a:ext cx="2941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3A15D60-5A7A-A09A-CB22-2E5653F20121}"/>
                    </a:ext>
                  </a:extLst>
                </p14:cNvPr>
                <p14:cNvContentPartPr/>
                <p14:nvPr/>
              </p14:nvContentPartPr>
              <p14:xfrm>
                <a:off x="10926465" y="5919135"/>
                <a:ext cx="213480" cy="496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3A15D60-5A7A-A09A-CB22-2E5653F2012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20345" y="5913015"/>
                  <a:ext cx="225720" cy="50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461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C2A7516-2B76-8768-91C4-076F740A0148}"/>
              </a:ext>
            </a:extLst>
          </p:cNvPr>
          <p:cNvGrpSpPr/>
          <p:nvPr/>
        </p:nvGrpSpPr>
        <p:grpSpPr>
          <a:xfrm>
            <a:off x="343905" y="308175"/>
            <a:ext cx="639720" cy="957600"/>
            <a:chOff x="343905" y="308175"/>
            <a:chExt cx="639720" cy="95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5D39B9-A1D2-D8D6-9577-88FECE7C9EE0}"/>
                    </a:ext>
                  </a:extLst>
                </p14:cNvPr>
                <p14:cNvContentPartPr/>
                <p14:nvPr/>
              </p14:nvContentPartPr>
              <p14:xfrm>
                <a:off x="365505" y="533895"/>
                <a:ext cx="58680" cy="637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5D39B9-A1D2-D8D6-9577-88FECE7C9E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9385" y="527775"/>
                  <a:ext cx="709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873A7A-E09E-B21D-33A8-D864B4690A21}"/>
                    </a:ext>
                  </a:extLst>
                </p14:cNvPr>
                <p14:cNvContentPartPr/>
                <p14:nvPr/>
              </p14:nvContentPartPr>
              <p14:xfrm>
                <a:off x="343905" y="335535"/>
                <a:ext cx="371880" cy="548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873A7A-E09E-B21D-33A8-D864B4690A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7785" y="329415"/>
                  <a:ext cx="3841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C0F77A-5178-7057-73A6-391C3152BE50}"/>
                    </a:ext>
                  </a:extLst>
                </p14:cNvPr>
                <p14:cNvContentPartPr/>
                <p14:nvPr/>
              </p14:nvContentPartPr>
              <p14:xfrm>
                <a:off x="774105" y="308175"/>
                <a:ext cx="209520" cy="957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C0F77A-5178-7057-73A6-391C3152BE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985" y="302055"/>
                  <a:ext cx="221760" cy="9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167A2-751F-8E10-200F-E891E8C16BCE}"/>
              </a:ext>
            </a:extLst>
          </p:cNvPr>
          <p:cNvGrpSpPr/>
          <p:nvPr/>
        </p:nvGrpSpPr>
        <p:grpSpPr>
          <a:xfrm>
            <a:off x="1131945" y="190815"/>
            <a:ext cx="2889000" cy="1118160"/>
            <a:chOff x="1131945" y="190815"/>
            <a:chExt cx="2889000" cy="11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2B2B4D-F735-6151-BFA5-4DB5BC7F299F}"/>
                    </a:ext>
                  </a:extLst>
                </p14:cNvPr>
                <p14:cNvContentPartPr/>
                <p14:nvPr/>
              </p14:nvContentPartPr>
              <p14:xfrm>
                <a:off x="1131945" y="399255"/>
                <a:ext cx="294120" cy="715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2B2B4D-F735-6151-BFA5-4DB5BC7F29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5825" y="393135"/>
                  <a:ext cx="30636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C269A2-42B8-5AFE-7800-899F0D4DC5C3}"/>
                    </a:ext>
                  </a:extLst>
                </p14:cNvPr>
                <p14:cNvContentPartPr/>
                <p14:nvPr/>
              </p14:nvContentPartPr>
              <p14:xfrm>
                <a:off x="1221585" y="492855"/>
                <a:ext cx="442800" cy="81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C269A2-42B8-5AFE-7800-899F0D4DC5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5465" y="486735"/>
                  <a:ext cx="45504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C33811-3DF0-90E7-7F90-CB971B0E113F}"/>
                    </a:ext>
                  </a:extLst>
                </p14:cNvPr>
                <p14:cNvContentPartPr/>
                <p14:nvPr/>
              </p14:nvContentPartPr>
              <p14:xfrm>
                <a:off x="1626225" y="698775"/>
                <a:ext cx="354960" cy="363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C33811-3DF0-90E7-7F90-CB971B0E11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20105" y="692655"/>
                  <a:ext cx="367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BEBBB9-A195-5A74-427B-0CF0B3C89275}"/>
                    </a:ext>
                  </a:extLst>
                </p14:cNvPr>
                <p14:cNvContentPartPr/>
                <p14:nvPr/>
              </p14:nvContentPartPr>
              <p14:xfrm>
                <a:off x="1985145" y="972375"/>
                <a:ext cx="99720" cy="143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BEBBB9-A195-5A74-427B-0CF0B3C892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79025" y="966255"/>
                  <a:ext cx="111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F17E43-BFCD-EF9A-95C6-EE8C610E716B}"/>
                    </a:ext>
                  </a:extLst>
                </p14:cNvPr>
                <p14:cNvContentPartPr/>
                <p14:nvPr/>
              </p14:nvContentPartPr>
              <p14:xfrm>
                <a:off x="2194305" y="1010175"/>
                <a:ext cx="55080" cy="92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F17E43-BFCD-EF9A-95C6-EE8C610E71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88185" y="1004055"/>
                  <a:ext cx="67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8B906B-DD19-7D07-CD11-864F8AB87577}"/>
                    </a:ext>
                  </a:extLst>
                </p14:cNvPr>
                <p14:cNvContentPartPr/>
                <p14:nvPr/>
              </p14:nvContentPartPr>
              <p14:xfrm>
                <a:off x="2502105" y="669975"/>
                <a:ext cx="191880" cy="36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8B906B-DD19-7D07-CD11-864F8AB875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95985" y="663855"/>
                  <a:ext cx="204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013C2A-BC39-6075-2C12-41B5F8B25CEA}"/>
                    </a:ext>
                  </a:extLst>
                </p14:cNvPr>
                <p14:cNvContentPartPr/>
                <p14:nvPr/>
              </p14:nvContentPartPr>
              <p14:xfrm>
                <a:off x="2769945" y="864375"/>
                <a:ext cx="175680" cy="202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013C2A-BC39-6075-2C12-41B5F8B25C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63825" y="858255"/>
                  <a:ext cx="187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C07C3C-8DC1-84D8-ED67-C58227BD6601}"/>
                    </a:ext>
                  </a:extLst>
                </p14:cNvPr>
                <p14:cNvContentPartPr/>
                <p14:nvPr/>
              </p14:nvContentPartPr>
              <p14:xfrm>
                <a:off x="3155505" y="1047615"/>
                <a:ext cx="88200" cy="85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C07C3C-8DC1-84D8-ED67-C58227BD66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49385" y="1041495"/>
                  <a:ext cx="100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84B908-16E9-1892-FAEB-EA6E5A673312}"/>
                    </a:ext>
                  </a:extLst>
                </p14:cNvPr>
                <p14:cNvContentPartPr/>
                <p14:nvPr/>
              </p14:nvContentPartPr>
              <p14:xfrm>
                <a:off x="3472305" y="730815"/>
                <a:ext cx="151200" cy="354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84B908-16E9-1892-FAEB-EA6E5A6733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66185" y="724695"/>
                  <a:ext cx="1634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80D96F3-C123-B11E-2A44-1B398B2CD5B9}"/>
                    </a:ext>
                  </a:extLst>
                </p14:cNvPr>
                <p14:cNvContentPartPr/>
                <p14:nvPr/>
              </p14:nvContentPartPr>
              <p14:xfrm>
                <a:off x="3219225" y="578175"/>
                <a:ext cx="272520" cy="338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80D96F3-C123-B11E-2A44-1B398B2CD5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13105" y="572055"/>
                  <a:ext cx="2847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32B203-B846-5A45-9552-FB331C882C8B}"/>
                    </a:ext>
                  </a:extLst>
                </p14:cNvPr>
                <p14:cNvContentPartPr/>
                <p14:nvPr/>
              </p14:nvContentPartPr>
              <p14:xfrm>
                <a:off x="3623145" y="190815"/>
                <a:ext cx="397800" cy="1028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32B203-B846-5A45-9552-FB331C882C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17025" y="184695"/>
                  <a:ext cx="410040" cy="10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5A2D15-1094-A3C2-F72F-22022A7FE95A}"/>
              </a:ext>
            </a:extLst>
          </p:cNvPr>
          <p:cNvGrpSpPr/>
          <p:nvPr/>
        </p:nvGrpSpPr>
        <p:grpSpPr>
          <a:xfrm>
            <a:off x="4526025" y="578175"/>
            <a:ext cx="279360" cy="314280"/>
            <a:chOff x="4526025" y="578175"/>
            <a:chExt cx="2793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9A8DCF-26E2-ACA3-D478-9480883878AA}"/>
                    </a:ext>
                  </a:extLst>
                </p14:cNvPr>
                <p14:cNvContentPartPr/>
                <p14:nvPr/>
              </p14:nvContentPartPr>
              <p14:xfrm>
                <a:off x="4526025" y="578175"/>
                <a:ext cx="253080" cy="102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9A8DCF-26E2-ACA3-D478-9480883878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19905" y="572055"/>
                  <a:ext cx="265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7990DA-115D-1909-7D0C-910AF1321DF3}"/>
                    </a:ext>
                  </a:extLst>
                </p14:cNvPr>
                <p14:cNvContentPartPr/>
                <p14:nvPr/>
              </p14:nvContentPartPr>
              <p14:xfrm>
                <a:off x="4618545" y="849975"/>
                <a:ext cx="186840" cy="42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7990DA-115D-1909-7D0C-910AF1321D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12425" y="843855"/>
                  <a:ext cx="1990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C55222-A9F6-D9C1-72AB-BBC1BB3BFC48}"/>
              </a:ext>
            </a:extLst>
          </p:cNvPr>
          <p:cNvGrpSpPr/>
          <p:nvPr/>
        </p:nvGrpSpPr>
        <p:grpSpPr>
          <a:xfrm>
            <a:off x="5704305" y="54735"/>
            <a:ext cx="1598040" cy="1024560"/>
            <a:chOff x="5704305" y="54735"/>
            <a:chExt cx="1598040" cy="10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742BD2-D71B-D76A-75DF-5F110DD2C6BB}"/>
                    </a:ext>
                  </a:extLst>
                </p14:cNvPr>
                <p14:cNvContentPartPr/>
                <p14:nvPr/>
              </p14:nvContentPartPr>
              <p14:xfrm>
                <a:off x="5704305" y="237615"/>
                <a:ext cx="81720" cy="50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742BD2-D71B-D76A-75DF-5F110DD2C6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98185" y="231495"/>
                  <a:ext cx="939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8FED512-A491-4F5A-26FA-32B418B52577}"/>
                    </a:ext>
                  </a:extLst>
                </p14:cNvPr>
                <p14:cNvContentPartPr/>
                <p14:nvPr/>
              </p14:nvContentPartPr>
              <p14:xfrm>
                <a:off x="5741025" y="54735"/>
                <a:ext cx="338040" cy="412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8FED512-A491-4F5A-26FA-32B418B525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4905" y="48615"/>
                  <a:ext cx="3502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0ACD3E-ABAC-F7EF-B684-68C0181AFC2B}"/>
                    </a:ext>
                  </a:extLst>
                </p14:cNvPr>
                <p14:cNvContentPartPr/>
                <p14:nvPr/>
              </p14:nvContentPartPr>
              <p14:xfrm>
                <a:off x="6093105" y="387735"/>
                <a:ext cx="345600" cy="237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0ACD3E-ABAC-F7EF-B684-68C0181AFC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86985" y="381615"/>
                  <a:ext cx="357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B54520-9B3E-8E3F-1ED8-AC08B02658C4}"/>
                    </a:ext>
                  </a:extLst>
                </p14:cNvPr>
                <p14:cNvContentPartPr/>
                <p14:nvPr/>
              </p14:nvContentPartPr>
              <p14:xfrm>
                <a:off x="6527985" y="387015"/>
                <a:ext cx="383040" cy="692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B54520-9B3E-8E3F-1ED8-AC08B02658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21865" y="380895"/>
                  <a:ext cx="3952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B2DC50-1800-F62C-A88A-FA9A7B9DF66D}"/>
                    </a:ext>
                  </a:extLst>
                </p14:cNvPr>
                <p14:cNvContentPartPr/>
                <p14:nvPr/>
              </p14:nvContentPartPr>
              <p14:xfrm>
                <a:off x="6318105" y="253095"/>
                <a:ext cx="162720" cy="71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B2DC50-1800-F62C-A88A-FA9A7B9DF6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11985" y="246975"/>
                  <a:ext cx="1749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FE4DD4-505B-605B-1BE7-F6B2457CE263}"/>
                    </a:ext>
                  </a:extLst>
                </p14:cNvPr>
                <p14:cNvContentPartPr/>
                <p14:nvPr/>
              </p14:nvContentPartPr>
              <p14:xfrm>
                <a:off x="6837225" y="263535"/>
                <a:ext cx="465120" cy="81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FE4DD4-505B-605B-1BE7-F6B2457CE2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31105" y="257415"/>
                  <a:ext cx="477360" cy="82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6C700E-F9FA-AB19-F0AF-A31FEF809A43}"/>
              </a:ext>
            </a:extLst>
          </p:cNvPr>
          <p:cNvGrpSpPr/>
          <p:nvPr/>
        </p:nvGrpSpPr>
        <p:grpSpPr>
          <a:xfrm>
            <a:off x="7919745" y="100095"/>
            <a:ext cx="889920" cy="554760"/>
            <a:chOff x="7919745" y="100095"/>
            <a:chExt cx="88992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5AC8BF-CAED-444B-5783-66666413B66E}"/>
                    </a:ext>
                  </a:extLst>
                </p14:cNvPr>
                <p14:cNvContentPartPr/>
                <p14:nvPr/>
              </p14:nvContentPartPr>
              <p14:xfrm>
                <a:off x="7927665" y="415455"/>
                <a:ext cx="186840" cy="23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5AC8BF-CAED-444B-5783-66666413B66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1545" y="409335"/>
                  <a:ext cx="199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DF9423-B930-07AF-B395-5379D19DA30D}"/>
                    </a:ext>
                  </a:extLst>
                </p14:cNvPr>
                <p14:cNvContentPartPr/>
                <p14:nvPr/>
              </p14:nvContentPartPr>
              <p14:xfrm>
                <a:off x="7994985" y="381615"/>
                <a:ext cx="240480" cy="27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3DF9423-B930-07AF-B395-5379D19DA3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88865" y="375495"/>
                  <a:ext cx="2527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E24799-2DD0-3E2B-A6BC-3A5FBA779A2F}"/>
                    </a:ext>
                  </a:extLst>
                </p14:cNvPr>
                <p14:cNvContentPartPr/>
                <p14:nvPr/>
              </p14:nvContentPartPr>
              <p14:xfrm>
                <a:off x="7919745" y="491775"/>
                <a:ext cx="473400" cy="70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E24799-2DD0-3E2B-A6BC-3A5FBA779A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13625" y="485655"/>
                  <a:ext cx="485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2E5744-AAAE-D7C4-CC4F-B267AD473954}"/>
                    </a:ext>
                  </a:extLst>
                </p14:cNvPr>
                <p14:cNvContentPartPr/>
                <p14:nvPr/>
              </p14:nvContentPartPr>
              <p14:xfrm>
                <a:off x="8468025" y="270735"/>
                <a:ext cx="86400" cy="384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2E5744-AAAE-D7C4-CC4F-B267AD4739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61905" y="264615"/>
                  <a:ext cx="98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DF9B2B-8A64-2E76-1D83-459304C33471}"/>
                    </a:ext>
                  </a:extLst>
                </p14:cNvPr>
                <p14:cNvContentPartPr/>
                <p14:nvPr/>
              </p14:nvContentPartPr>
              <p14:xfrm>
                <a:off x="8418345" y="100095"/>
                <a:ext cx="391320" cy="34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DF9B2B-8A64-2E76-1D83-459304C334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12225" y="93975"/>
                  <a:ext cx="40356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6F6A475-2192-5A3C-384B-011A9C693761}"/>
              </a:ext>
            </a:extLst>
          </p:cNvPr>
          <p:cNvGrpSpPr/>
          <p:nvPr/>
        </p:nvGrpSpPr>
        <p:grpSpPr>
          <a:xfrm>
            <a:off x="8830545" y="120615"/>
            <a:ext cx="3255480" cy="1582920"/>
            <a:chOff x="8830545" y="120615"/>
            <a:chExt cx="3255480" cy="15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D93B02C-0C9E-4FF5-C6A6-EE5F91DF9068}"/>
                    </a:ext>
                  </a:extLst>
                </p14:cNvPr>
                <p14:cNvContentPartPr/>
                <p14:nvPr/>
              </p14:nvContentPartPr>
              <p14:xfrm>
                <a:off x="8955105" y="206295"/>
                <a:ext cx="456480" cy="36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D93B02C-0C9E-4FF5-C6A6-EE5F91DF90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48985" y="200175"/>
                  <a:ext cx="468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52B3EF6-B755-39A3-3945-59CD6CE5F85F}"/>
                    </a:ext>
                  </a:extLst>
                </p14:cNvPr>
                <p14:cNvContentPartPr/>
                <p14:nvPr/>
              </p14:nvContentPartPr>
              <p14:xfrm>
                <a:off x="9474225" y="511575"/>
                <a:ext cx="25560" cy="151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52B3EF6-B755-39A3-3945-59CD6CE5F8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68105" y="505455"/>
                  <a:ext cx="3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EAF9BCF-241E-6431-1AFC-1D588C0B4FD5}"/>
                    </a:ext>
                  </a:extLst>
                </p14:cNvPr>
                <p14:cNvContentPartPr/>
                <p14:nvPr/>
              </p14:nvContentPartPr>
              <p14:xfrm>
                <a:off x="9540465" y="332295"/>
                <a:ext cx="226800" cy="448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EAF9BCF-241E-6431-1AFC-1D588C0B4F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34345" y="326175"/>
                  <a:ext cx="2390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653C104-6B25-C6F4-A02E-59E1B486631A}"/>
                    </a:ext>
                  </a:extLst>
                </p14:cNvPr>
                <p14:cNvContentPartPr/>
                <p14:nvPr/>
              </p14:nvContentPartPr>
              <p14:xfrm>
                <a:off x="9667185" y="487815"/>
                <a:ext cx="371880" cy="65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653C104-6B25-C6F4-A02E-59E1B48663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61065" y="481695"/>
                  <a:ext cx="38412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3DFDF0A-D967-A884-A8E9-1C4965FCC50E}"/>
                    </a:ext>
                  </a:extLst>
                </p14:cNvPr>
                <p14:cNvContentPartPr/>
                <p14:nvPr/>
              </p14:nvContentPartPr>
              <p14:xfrm>
                <a:off x="9841065" y="246615"/>
                <a:ext cx="367200" cy="821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3DFDF0A-D967-A884-A8E9-1C4965FCC5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34945" y="240495"/>
                  <a:ext cx="37944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F05ED6-1247-DB29-29B0-030C286C30EB}"/>
                    </a:ext>
                  </a:extLst>
                </p14:cNvPr>
                <p14:cNvContentPartPr/>
                <p14:nvPr/>
              </p14:nvContentPartPr>
              <p14:xfrm>
                <a:off x="8830545" y="129975"/>
                <a:ext cx="280440" cy="768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F05ED6-1247-DB29-29B0-030C286C30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24425" y="123855"/>
                  <a:ext cx="29268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FC0239-D520-60C5-9C1D-C2C99B8B599F}"/>
                    </a:ext>
                  </a:extLst>
                </p14:cNvPr>
                <p14:cNvContentPartPr/>
                <p14:nvPr/>
              </p14:nvContentPartPr>
              <p14:xfrm>
                <a:off x="10467465" y="478455"/>
                <a:ext cx="193680" cy="200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FC0239-D520-60C5-9C1D-C2C99B8B59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61345" y="472335"/>
                  <a:ext cx="205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E1906B-EC70-9BE2-E6DE-7C7A651988AB}"/>
                    </a:ext>
                  </a:extLst>
                </p14:cNvPr>
                <p14:cNvContentPartPr/>
                <p14:nvPr/>
              </p14:nvContentPartPr>
              <p14:xfrm>
                <a:off x="10501665" y="442815"/>
                <a:ext cx="182160" cy="160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E1906B-EC70-9BE2-E6DE-7C7A651988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95545" y="436695"/>
                  <a:ext cx="194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C2EB8A-4BCD-68D4-A6CE-BAE84C37AFAA}"/>
                    </a:ext>
                  </a:extLst>
                </p14:cNvPr>
                <p14:cNvContentPartPr/>
                <p14:nvPr/>
              </p14:nvContentPartPr>
              <p14:xfrm>
                <a:off x="10520025" y="411495"/>
                <a:ext cx="117000" cy="25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C2EB8A-4BCD-68D4-A6CE-BAE84C37AFA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13905" y="405375"/>
                  <a:ext cx="129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DDB8F5-7ED7-C69D-9386-B269032454DE}"/>
                    </a:ext>
                  </a:extLst>
                </p14:cNvPr>
                <p14:cNvContentPartPr/>
                <p14:nvPr/>
              </p14:nvContentPartPr>
              <p14:xfrm>
                <a:off x="10386105" y="525975"/>
                <a:ext cx="311400" cy="78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DDB8F5-7ED7-C69D-9386-B269032454D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79985" y="519855"/>
                  <a:ext cx="323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978195-573F-520C-C1AF-AB59A3386721}"/>
                    </a:ext>
                  </a:extLst>
                </p14:cNvPr>
                <p14:cNvContentPartPr/>
                <p14:nvPr/>
              </p14:nvContentPartPr>
              <p14:xfrm>
                <a:off x="10802985" y="192255"/>
                <a:ext cx="141480" cy="523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978195-573F-520C-C1AF-AB59A33867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96865" y="186135"/>
                  <a:ext cx="1537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B05479-E2D7-6AE3-39F1-4C0AA993A93D}"/>
                    </a:ext>
                  </a:extLst>
                </p14:cNvPr>
                <p14:cNvContentPartPr/>
                <p14:nvPr/>
              </p14:nvContentPartPr>
              <p14:xfrm>
                <a:off x="10817025" y="120615"/>
                <a:ext cx="313920" cy="332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B05479-E2D7-6AE3-39F1-4C0AA993A9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10905" y="114495"/>
                  <a:ext cx="326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CB24163-4ECC-56AD-F581-8900A6392E52}"/>
                    </a:ext>
                  </a:extLst>
                </p14:cNvPr>
                <p14:cNvContentPartPr/>
                <p14:nvPr/>
              </p14:nvContentPartPr>
              <p14:xfrm>
                <a:off x="11144985" y="135015"/>
                <a:ext cx="291960" cy="549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CB24163-4ECC-56AD-F581-8900A6392E5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38865" y="128895"/>
                  <a:ext cx="30420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6AE0F2-64DD-4F0C-6195-7FCFCBA4D93E}"/>
                    </a:ext>
                  </a:extLst>
                </p14:cNvPr>
                <p14:cNvContentPartPr/>
                <p14:nvPr/>
              </p14:nvContentPartPr>
              <p14:xfrm>
                <a:off x="11399145" y="193335"/>
                <a:ext cx="252720" cy="23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6AE0F2-64DD-4F0C-6195-7FCFCBA4D9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93025" y="187215"/>
                  <a:ext cx="264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D3203D-0F1A-4544-CD61-3FC5E25C9F7E}"/>
                    </a:ext>
                  </a:extLst>
                </p14:cNvPr>
                <p14:cNvContentPartPr/>
                <p14:nvPr/>
              </p14:nvContentPartPr>
              <p14:xfrm>
                <a:off x="11670945" y="269655"/>
                <a:ext cx="122760" cy="18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D3203D-0F1A-4544-CD61-3FC5E25C9F7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664825" y="263535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14FC4DD-2E1E-A666-6FBD-8B2DCCADAECD}"/>
                    </a:ext>
                  </a:extLst>
                </p14:cNvPr>
                <p14:cNvContentPartPr/>
                <p14:nvPr/>
              </p14:nvContentPartPr>
              <p14:xfrm>
                <a:off x="11616225" y="262455"/>
                <a:ext cx="311400" cy="539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14FC4DD-2E1E-A666-6FBD-8B2DCCADAEC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10105" y="256335"/>
                  <a:ext cx="32364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50FD60-6E78-9163-87FA-00758299DAA8}"/>
                    </a:ext>
                  </a:extLst>
                </p14:cNvPr>
                <p14:cNvContentPartPr/>
                <p14:nvPr/>
              </p14:nvContentPartPr>
              <p14:xfrm>
                <a:off x="11858865" y="447855"/>
                <a:ext cx="227160" cy="41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50FD60-6E78-9163-87FA-00758299DA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852745" y="441735"/>
                  <a:ext cx="2394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F6F805-A35F-5343-3DD5-0E0CEEE4B465}"/>
                    </a:ext>
                  </a:extLst>
                </p14:cNvPr>
                <p14:cNvContentPartPr/>
                <p14:nvPr/>
              </p14:nvContentPartPr>
              <p14:xfrm>
                <a:off x="11710905" y="179295"/>
                <a:ext cx="367920" cy="804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F6F805-A35F-5343-3DD5-0E0CEEE4B4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04785" y="173175"/>
                  <a:ext cx="38016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0BA1BC-FFAB-1EF5-1025-887EFB0182C8}"/>
                    </a:ext>
                  </a:extLst>
                </p14:cNvPr>
                <p14:cNvContentPartPr/>
                <p14:nvPr/>
              </p14:nvContentPartPr>
              <p14:xfrm>
                <a:off x="10121145" y="1307535"/>
                <a:ext cx="219960" cy="160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0BA1BC-FFAB-1EF5-1025-887EFB0182C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15025" y="1301415"/>
                  <a:ext cx="232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86AE06-A0FA-DE22-8CE9-CDA816193FB7}"/>
                    </a:ext>
                  </a:extLst>
                </p14:cNvPr>
                <p14:cNvContentPartPr/>
                <p14:nvPr/>
              </p14:nvContentPartPr>
              <p14:xfrm>
                <a:off x="10110705" y="1271535"/>
                <a:ext cx="261000" cy="14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86AE06-A0FA-DE22-8CE9-CDA816193F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04585" y="1265415"/>
                  <a:ext cx="273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3F3678-BD3A-679F-2F4A-8146DCB534B0}"/>
                    </a:ext>
                  </a:extLst>
                </p14:cNvPr>
                <p14:cNvContentPartPr/>
                <p14:nvPr/>
              </p14:nvContentPartPr>
              <p14:xfrm>
                <a:off x="9986145" y="1326255"/>
                <a:ext cx="371880" cy="54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3F3678-BD3A-679F-2F4A-8146DCB534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80025" y="1320135"/>
                  <a:ext cx="384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FFDC895-1957-E8CA-F1EB-A7ABE1B1B073}"/>
                    </a:ext>
                  </a:extLst>
                </p14:cNvPr>
                <p14:cNvContentPartPr/>
                <p14:nvPr/>
              </p14:nvContentPartPr>
              <p14:xfrm>
                <a:off x="10614705" y="1011615"/>
                <a:ext cx="43560" cy="429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FFDC895-1957-E8CA-F1EB-A7ABE1B1B0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08585" y="1005495"/>
                  <a:ext cx="55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AFA0EA-A63A-3860-7DB3-2713528F1433}"/>
                    </a:ext>
                  </a:extLst>
                </p14:cNvPr>
                <p14:cNvContentPartPr/>
                <p14:nvPr/>
              </p14:nvContentPartPr>
              <p14:xfrm>
                <a:off x="10638825" y="874455"/>
                <a:ext cx="267120" cy="320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AFA0EA-A63A-3860-7DB3-2713528F14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32705" y="868335"/>
                  <a:ext cx="279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9EE441-0F26-77AC-7712-AE166025E207}"/>
                    </a:ext>
                  </a:extLst>
                </p14:cNvPr>
                <p14:cNvContentPartPr/>
                <p14:nvPr/>
              </p14:nvContentPartPr>
              <p14:xfrm>
                <a:off x="10899825" y="964815"/>
                <a:ext cx="236520" cy="38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9EE441-0F26-77AC-7712-AE166025E20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93705" y="958695"/>
                  <a:ext cx="2487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A1F9D9C-47F9-0B5A-ECF2-C50E0B291E40}"/>
                    </a:ext>
                  </a:extLst>
                </p14:cNvPr>
                <p14:cNvContentPartPr/>
                <p14:nvPr/>
              </p14:nvContentPartPr>
              <p14:xfrm>
                <a:off x="11182785" y="1008375"/>
                <a:ext cx="267840" cy="228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A1F9D9C-47F9-0B5A-ECF2-C50E0B291E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76665" y="1002255"/>
                  <a:ext cx="280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0AF121C-5079-EE49-3995-6F42B82C3C4E}"/>
                    </a:ext>
                  </a:extLst>
                </p14:cNvPr>
                <p14:cNvContentPartPr/>
                <p14:nvPr/>
              </p14:nvContentPartPr>
              <p14:xfrm>
                <a:off x="11441265" y="1159575"/>
                <a:ext cx="95040" cy="135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0AF121C-5079-EE49-3995-6F42B82C3C4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35145" y="1153455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257AB5-21D8-B0D7-6821-206A00826721}"/>
                    </a:ext>
                  </a:extLst>
                </p14:cNvPr>
                <p14:cNvContentPartPr/>
                <p14:nvPr/>
              </p14:nvContentPartPr>
              <p14:xfrm>
                <a:off x="11583825" y="996855"/>
                <a:ext cx="150840" cy="480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257AB5-21D8-B0D7-6821-206A008267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577705" y="990735"/>
                  <a:ext cx="1630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68871F-8F18-B5BD-C9D1-05CABE1E973A}"/>
                    </a:ext>
                  </a:extLst>
                </p14:cNvPr>
                <p14:cNvContentPartPr/>
                <p14:nvPr/>
              </p14:nvContentPartPr>
              <p14:xfrm>
                <a:off x="11715225" y="1144455"/>
                <a:ext cx="253440" cy="559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68871F-8F18-B5BD-C9D1-05CABE1E97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709105" y="1138335"/>
                  <a:ext cx="2656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D242FB-AC77-EFB9-5DF8-B39D013ED993}"/>
                    </a:ext>
                  </a:extLst>
                </p14:cNvPr>
                <p14:cNvContentPartPr/>
                <p14:nvPr/>
              </p14:nvContentPartPr>
              <p14:xfrm>
                <a:off x="11771745" y="997575"/>
                <a:ext cx="255960" cy="58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D242FB-AC77-EFB9-5DF8-B39D013ED99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65625" y="991455"/>
                  <a:ext cx="268200" cy="59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E2B53B4-2EE9-99AA-8C15-EC457E008E5A}"/>
              </a:ext>
            </a:extLst>
          </p:cNvPr>
          <p:cNvGrpSpPr/>
          <p:nvPr/>
        </p:nvGrpSpPr>
        <p:grpSpPr>
          <a:xfrm>
            <a:off x="292425" y="1946535"/>
            <a:ext cx="11763000" cy="2088360"/>
            <a:chOff x="292425" y="1946535"/>
            <a:chExt cx="11763000" cy="20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C8C8BA-5C22-2B55-BCE5-890F4FB2CE14}"/>
                    </a:ext>
                  </a:extLst>
                </p14:cNvPr>
                <p14:cNvContentPartPr/>
                <p14:nvPr/>
              </p14:nvContentPartPr>
              <p14:xfrm>
                <a:off x="5233785" y="1970295"/>
                <a:ext cx="6821640" cy="22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C8C8BA-5C22-2B55-BCE5-890F4FB2CE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7665" y="1964175"/>
                  <a:ext cx="6833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2AA0EE-52E1-0B1E-71ED-63F5305F1991}"/>
                    </a:ext>
                  </a:extLst>
                </p14:cNvPr>
                <p14:cNvContentPartPr/>
                <p14:nvPr/>
              </p14:nvContentPartPr>
              <p14:xfrm>
                <a:off x="5615025" y="2315895"/>
                <a:ext cx="85320" cy="591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2AA0EE-52E1-0B1E-71ED-63F5305F199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08905" y="2309775"/>
                  <a:ext cx="975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D7BF2F-1DC0-6C1F-4ABA-909D331BA0DC}"/>
                    </a:ext>
                  </a:extLst>
                </p14:cNvPr>
                <p14:cNvContentPartPr/>
                <p14:nvPr/>
              </p14:nvContentPartPr>
              <p14:xfrm>
                <a:off x="5617905" y="2261175"/>
                <a:ext cx="315000" cy="36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D7BF2F-1DC0-6C1F-4ABA-909D331BA0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11785" y="2255055"/>
                  <a:ext cx="3272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6E2966E-4548-DE52-0357-0D8422B72B9E}"/>
                    </a:ext>
                  </a:extLst>
                </p14:cNvPr>
                <p14:cNvContentPartPr/>
                <p14:nvPr/>
              </p14:nvContentPartPr>
              <p14:xfrm>
                <a:off x="6234585" y="2447655"/>
                <a:ext cx="383760" cy="217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6E2966E-4548-DE52-0357-0D8422B72B9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28465" y="2441535"/>
                  <a:ext cx="396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968A35-C179-05C4-AE84-47C87EB485D8}"/>
                    </a:ext>
                  </a:extLst>
                </p14:cNvPr>
                <p14:cNvContentPartPr/>
                <p14:nvPr/>
              </p14:nvContentPartPr>
              <p14:xfrm>
                <a:off x="6623385" y="2522535"/>
                <a:ext cx="54000" cy="209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968A35-C179-05C4-AE84-47C87EB485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17265" y="2516415"/>
                  <a:ext cx="66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F349ADC-F3B5-A50A-FF42-E64EAA840F4F}"/>
                    </a:ext>
                  </a:extLst>
                </p14:cNvPr>
                <p14:cNvContentPartPr/>
                <p14:nvPr/>
              </p14:nvContentPartPr>
              <p14:xfrm>
                <a:off x="5999865" y="2213655"/>
                <a:ext cx="263880" cy="555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349ADC-F3B5-A50A-FF42-E64EAA840F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93745" y="2207535"/>
                  <a:ext cx="2761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DA5D6A3-9DDE-622E-576C-DC7B453770C1}"/>
                    </a:ext>
                  </a:extLst>
                </p14:cNvPr>
                <p14:cNvContentPartPr/>
                <p14:nvPr/>
              </p14:nvContentPartPr>
              <p14:xfrm>
                <a:off x="6481905" y="2288175"/>
                <a:ext cx="365760" cy="53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DA5D6A3-9DDE-622E-576C-DC7B453770C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75785" y="2282055"/>
                  <a:ext cx="3780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D05749-4682-D972-A1B6-106D04C61A46}"/>
                    </a:ext>
                  </a:extLst>
                </p14:cNvPr>
                <p14:cNvContentPartPr/>
                <p14:nvPr/>
              </p14:nvContentPartPr>
              <p14:xfrm>
                <a:off x="7271745" y="2477535"/>
                <a:ext cx="52200" cy="29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D05749-4682-D972-A1B6-106D04C61A4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65625" y="2471415"/>
                  <a:ext cx="64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8B63D1-9ECE-63F7-2D0D-9D07A4FD8155}"/>
                    </a:ext>
                  </a:extLst>
                </p14:cNvPr>
                <p14:cNvContentPartPr/>
                <p14:nvPr/>
              </p14:nvContentPartPr>
              <p14:xfrm>
                <a:off x="7727505" y="2272695"/>
                <a:ext cx="45000" cy="344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8B63D1-9ECE-63F7-2D0D-9D07A4FD81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21385" y="2266575"/>
                  <a:ext cx="57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45CB352-0305-C252-A939-88EE7EC5453E}"/>
                    </a:ext>
                  </a:extLst>
                </p14:cNvPr>
                <p14:cNvContentPartPr/>
                <p14:nvPr/>
              </p14:nvContentPartPr>
              <p14:xfrm>
                <a:off x="7672785" y="2109255"/>
                <a:ext cx="266040" cy="321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5CB352-0305-C252-A939-88EE7EC5453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66665" y="2103135"/>
                  <a:ext cx="2782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147863-0A41-B800-3A26-C92CD1B000A2}"/>
                    </a:ext>
                  </a:extLst>
                </p14:cNvPr>
                <p14:cNvContentPartPr/>
                <p14:nvPr/>
              </p14:nvContentPartPr>
              <p14:xfrm>
                <a:off x="8186505" y="2300775"/>
                <a:ext cx="485640" cy="277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147863-0A41-B800-3A26-C92CD1B000A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80385" y="2294655"/>
                  <a:ext cx="497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A1211C5-C6A2-F575-7054-AF238A01F9AC}"/>
                    </a:ext>
                  </a:extLst>
                </p14:cNvPr>
                <p14:cNvContentPartPr/>
                <p14:nvPr/>
              </p14:nvContentPartPr>
              <p14:xfrm>
                <a:off x="8708145" y="2504175"/>
                <a:ext cx="244080" cy="147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A1211C5-C6A2-F575-7054-AF238A01F9A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02025" y="2498055"/>
                  <a:ext cx="256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9CCF331-51FE-AA1F-329F-59D69D05821D}"/>
                    </a:ext>
                  </a:extLst>
                </p14:cNvPr>
                <p14:cNvContentPartPr/>
                <p14:nvPr/>
              </p14:nvContentPartPr>
              <p14:xfrm>
                <a:off x="8012265" y="2179095"/>
                <a:ext cx="254160" cy="496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9CCF331-51FE-AA1F-329F-59D69D0582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06145" y="2172975"/>
                  <a:ext cx="2664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81A21C5-21DA-8718-212E-C59075C69E88}"/>
                    </a:ext>
                  </a:extLst>
                </p14:cNvPr>
                <p14:cNvContentPartPr/>
                <p14:nvPr/>
              </p14:nvContentPartPr>
              <p14:xfrm>
                <a:off x="8671785" y="2205015"/>
                <a:ext cx="313920" cy="526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81A21C5-21DA-8718-212E-C59075C69E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65665" y="2198895"/>
                  <a:ext cx="3261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9D09F1-C26C-DCA9-D2BA-0007E9013F20}"/>
                    </a:ext>
                  </a:extLst>
                </p14:cNvPr>
                <p14:cNvContentPartPr/>
                <p14:nvPr/>
              </p14:nvContentPartPr>
              <p14:xfrm>
                <a:off x="9379185" y="2416695"/>
                <a:ext cx="586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9D09F1-C26C-DCA9-D2BA-0007E9013F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73065" y="2410575"/>
                  <a:ext cx="70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6D0012-94B0-6CEC-327E-5A2A839B576C}"/>
                    </a:ext>
                  </a:extLst>
                </p14:cNvPr>
                <p14:cNvContentPartPr/>
                <p14:nvPr/>
              </p14:nvContentPartPr>
              <p14:xfrm>
                <a:off x="9882825" y="2269455"/>
                <a:ext cx="47880" cy="365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6D0012-94B0-6CEC-327E-5A2A839B57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76705" y="2263335"/>
                  <a:ext cx="60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8737A2-1C3C-D923-6D02-0F0501421FD8}"/>
                    </a:ext>
                  </a:extLst>
                </p14:cNvPr>
                <p14:cNvContentPartPr/>
                <p14:nvPr/>
              </p14:nvContentPartPr>
              <p14:xfrm>
                <a:off x="9910185" y="2078655"/>
                <a:ext cx="297360" cy="35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8737A2-1C3C-D923-6D02-0F0501421FD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04065" y="2072535"/>
                  <a:ext cx="3096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2DD0036-845C-2DB9-DA49-C28295BCBC74}"/>
                    </a:ext>
                  </a:extLst>
                </p14:cNvPr>
                <p14:cNvContentPartPr/>
                <p14:nvPr/>
              </p14:nvContentPartPr>
              <p14:xfrm>
                <a:off x="10444425" y="2304015"/>
                <a:ext cx="475920" cy="259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2DD0036-845C-2DB9-DA49-C28295BCBC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38305" y="2297895"/>
                  <a:ext cx="4881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07BCB4-3010-394E-6C9B-808CFF40EF05}"/>
                    </a:ext>
                  </a:extLst>
                </p14:cNvPr>
                <p14:cNvContentPartPr/>
                <p14:nvPr/>
              </p14:nvContentPartPr>
              <p14:xfrm>
                <a:off x="10907385" y="2419575"/>
                <a:ext cx="128160" cy="232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07BCB4-3010-394E-6C9B-808CFF40EF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01265" y="2413455"/>
                  <a:ext cx="140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EBB6F6-09EE-7F1E-DCE9-3C9DA84A4D60}"/>
                    </a:ext>
                  </a:extLst>
                </p14:cNvPr>
                <p14:cNvContentPartPr/>
                <p14:nvPr/>
              </p14:nvContentPartPr>
              <p14:xfrm>
                <a:off x="10757625" y="2162535"/>
                <a:ext cx="560160" cy="595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EBB6F6-09EE-7F1E-DCE9-3C9DA84A4D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51505" y="2156415"/>
                  <a:ext cx="5724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96F6B9-527E-C089-FED9-2FF451C7CCAC}"/>
                    </a:ext>
                  </a:extLst>
                </p14:cNvPr>
                <p14:cNvContentPartPr/>
                <p14:nvPr/>
              </p14:nvContentPartPr>
              <p14:xfrm>
                <a:off x="10288905" y="2115015"/>
                <a:ext cx="265680" cy="671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96F6B9-527E-C089-FED9-2FF451C7CCA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82785" y="2108895"/>
                  <a:ext cx="2779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D8A87C-FF85-2026-179E-4E37C05BE6A9}"/>
                    </a:ext>
                  </a:extLst>
                </p14:cNvPr>
                <p14:cNvContentPartPr/>
                <p14:nvPr/>
              </p14:nvContentPartPr>
              <p14:xfrm>
                <a:off x="292425" y="1946535"/>
                <a:ext cx="11247480" cy="2088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D8A87C-FF85-2026-179E-4E37C05BE6A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6305" y="1940415"/>
                  <a:ext cx="11259720" cy="21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C7C2B7E-7317-191F-F283-A8E7159ACFBE}"/>
              </a:ext>
            </a:extLst>
          </p:cNvPr>
          <p:cNvGrpSpPr/>
          <p:nvPr/>
        </p:nvGrpSpPr>
        <p:grpSpPr>
          <a:xfrm>
            <a:off x="443265" y="3022575"/>
            <a:ext cx="3832920" cy="1964880"/>
            <a:chOff x="443265" y="3022575"/>
            <a:chExt cx="3832920" cy="19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426CF29-CFE0-6960-E8D7-9C6F873B8B46}"/>
                    </a:ext>
                  </a:extLst>
                </p14:cNvPr>
                <p14:cNvContentPartPr/>
                <p14:nvPr/>
              </p14:nvContentPartPr>
              <p14:xfrm>
                <a:off x="2707665" y="3337215"/>
                <a:ext cx="181080" cy="18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426CF29-CFE0-6960-E8D7-9C6F873B8B4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01545" y="3331095"/>
                  <a:ext cx="193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1A803F8-21A9-5FFC-0BB5-37D70AF8D97B}"/>
                    </a:ext>
                  </a:extLst>
                </p14:cNvPr>
                <p14:cNvContentPartPr/>
                <p14:nvPr/>
              </p14:nvContentPartPr>
              <p14:xfrm>
                <a:off x="2715585" y="3534855"/>
                <a:ext cx="179640" cy="68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1A803F8-21A9-5FFC-0BB5-37D70AF8D9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09465" y="3528735"/>
                  <a:ext cx="191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6F875AF-18E7-6D5D-DD6D-3E0EEAF2E28D}"/>
                    </a:ext>
                  </a:extLst>
                </p14:cNvPr>
                <p14:cNvContentPartPr/>
                <p14:nvPr/>
              </p14:nvContentPartPr>
              <p14:xfrm>
                <a:off x="3068385" y="3346575"/>
                <a:ext cx="175320" cy="31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6F875AF-18E7-6D5D-DD6D-3E0EEAF2E2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62265" y="3340455"/>
                  <a:ext cx="187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F188203-D7D8-AD95-4E6B-DF8C9A58EB46}"/>
                    </a:ext>
                  </a:extLst>
                </p14:cNvPr>
                <p14:cNvContentPartPr/>
                <p14:nvPr/>
              </p14:nvContentPartPr>
              <p14:xfrm>
                <a:off x="3363585" y="3455655"/>
                <a:ext cx="30240" cy="8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F188203-D7D8-AD95-4E6B-DF8C9A58EB4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57465" y="3449535"/>
                  <a:ext cx="42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3713819-2FA3-6930-B2DF-A99977930191}"/>
                    </a:ext>
                  </a:extLst>
                </p14:cNvPr>
                <p14:cNvContentPartPr/>
                <p14:nvPr/>
              </p14:nvContentPartPr>
              <p14:xfrm>
                <a:off x="3606585" y="3370335"/>
                <a:ext cx="359640" cy="396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3713819-2FA3-6930-B2DF-A9997793019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00465" y="3364215"/>
                  <a:ext cx="3718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75CD23-6477-FB77-F665-0D5AEA0AE510}"/>
                    </a:ext>
                  </a:extLst>
                </p14:cNvPr>
                <p14:cNvContentPartPr/>
                <p14:nvPr/>
              </p14:nvContentPartPr>
              <p14:xfrm>
                <a:off x="1721985" y="3210495"/>
                <a:ext cx="273240" cy="310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75CD23-6477-FB77-F665-0D5AEA0AE5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15865" y="3204375"/>
                  <a:ext cx="2854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BA8C5-5C8E-ABBD-5F27-654B2E7BF273}"/>
                    </a:ext>
                  </a:extLst>
                </p14:cNvPr>
                <p14:cNvContentPartPr/>
                <p14:nvPr/>
              </p14:nvContentPartPr>
              <p14:xfrm>
                <a:off x="1907385" y="3143895"/>
                <a:ext cx="293040" cy="523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BA8C5-5C8E-ABBD-5F27-654B2E7BF27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01265" y="3137775"/>
                  <a:ext cx="3052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D1F4B82-5A1E-968A-A9AD-6778D9D8687A}"/>
                    </a:ext>
                  </a:extLst>
                </p14:cNvPr>
                <p14:cNvContentPartPr/>
                <p14:nvPr/>
              </p14:nvContentPartPr>
              <p14:xfrm>
                <a:off x="443265" y="3307335"/>
                <a:ext cx="120600" cy="476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D1F4B82-5A1E-968A-A9AD-6778D9D868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7145" y="3301215"/>
                  <a:ext cx="1328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A17AA1D-1F92-2B0B-B0AF-326C8A7FB692}"/>
                    </a:ext>
                  </a:extLst>
                </p14:cNvPr>
                <p14:cNvContentPartPr/>
                <p14:nvPr/>
              </p14:nvContentPartPr>
              <p14:xfrm>
                <a:off x="527865" y="3022575"/>
                <a:ext cx="305280" cy="536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A17AA1D-1F92-2B0B-B0AF-326C8A7FB69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1745" y="3016455"/>
                  <a:ext cx="3175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D7569D-BEAD-3D6E-01F8-064D7678DF37}"/>
                    </a:ext>
                  </a:extLst>
                </p14:cNvPr>
                <p14:cNvContentPartPr/>
                <p14:nvPr/>
              </p14:nvContentPartPr>
              <p14:xfrm>
                <a:off x="1164705" y="3252975"/>
                <a:ext cx="282600" cy="533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D7569D-BEAD-3D6E-01F8-064D7678DF3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58585" y="3246855"/>
                  <a:ext cx="2948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C686A01-01AE-650E-18DB-650FE5B608AE}"/>
                    </a:ext>
                  </a:extLst>
                </p14:cNvPr>
                <p14:cNvContentPartPr/>
                <p14:nvPr/>
              </p14:nvContentPartPr>
              <p14:xfrm>
                <a:off x="947985" y="3036975"/>
                <a:ext cx="268200" cy="732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C686A01-01AE-650E-18DB-650FE5B608A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1865" y="3030855"/>
                  <a:ext cx="28044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C994E45-8FF8-0E86-A8D6-AC431441BBCE}"/>
                    </a:ext>
                  </a:extLst>
                </p14:cNvPr>
                <p14:cNvContentPartPr/>
                <p14:nvPr/>
              </p14:nvContentPartPr>
              <p14:xfrm>
                <a:off x="639465" y="4185015"/>
                <a:ext cx="150840" cy="622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C994E45-8FF8-0E86-A8D6-AC431441BBC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3345" y="4178895"/>
                  <a:ext cx="16308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218B99-0118-D1ED-187D-68BAFE6A1A24}"/>
                    </a:ext>
                  </a:extLst>
                </p14:cNvPr>
                <p14:cNvContentPartPr/>
                <p14:nvPr/>
              </p14:nvContentPartPr>
              <p14:xfrm>
                <a:off x="632985" y="3942015"/>
                <a:ext cx="323640" cy="466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218B99-0118-D1ED-187D-68BAFE6A1A2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6865" y="3935895"/>
                  <a:ext cx="3358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7A6887-FA3E-748B-4A6E-597DEA816675}"/>
                    </a:ext>
                  </a:extLst>
                </p14:cNvPr>
                <p14:cNvContentPartPr/>
                <p14:nvPr/>
              </p14:nvContentPartPr>
              <p14:xfrm>
                <a:off x="1129785" y="4149015"/>
                <a:ext cx="294840" cy="662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7A6887-FA3E-748B-4A6E-597DEA8166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3665" y="4142895"/>
                  <a:ext cx="30708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EE76C5-755A-33E4-D51E-121AE3AD09CA}"/>
                    </a:ext>
                  </a:extLst>
                </p14:cNvPr>
                <p14:cNvContentPartPr/>
                <p14:nvPr/>
              </p14:nvContentPartPr>
              <p14:xfrm>
                <a:off x="1508865" y="4401015"/>
                <a:ext cx="86040" cy="22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EE76C5-755A-33E4-D51E-121AE3AD09C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02745" y="4394895"/>
                  <a:ext cx="98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63657AF-5FD6-A86C-EBAB-5CE2A890F2CD}"/>
                    </a:ext>
                  </a:extLst>
                </p14:cNvPr>
                <p14:cNvContentPartPr/>
                <p14:nvPr/>
              </p14:nvContentPartPr>
              <p14:xfrm>
                <a:off x="1682385" y="4352415"/>
                <a:ext cx="215280" cy="263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63657AF-5FD6-A86C-EBAB-5CE2A890F2C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76265" y="4346295"/>
                  <a:ext cx="227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E861CF5-145E-846F-C3AD-9D67A4587E3C}"/>
                    </a:ext>
                  </a:extLst>
                </p14:cNvPr>
                <p14:cNvContentPartPr/>
                <p14:nvPr/>
              </p14:nvContentPartPr>
              <p14:xfrm>
                <a:off x="2031225" y="4474095"/>
                <a:ext cx="114480" cy="193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E861CF5-145E-846F-C3AD-9D67A4587E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5105" y="4467975"/>
                  <a:ext cx="126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2714222-2754-D353-8C84-8AF23B3DB04D}"/>
                    </a:ext>
                  </a:extLst>
                </p14:cNvPr>
                <p14:cNvContentPartPr/>
                <p14:nvPr/>
              </p14:nvContentPartPr>
              <p14:xfrm>
                <a:off x="1970385" y="4158015"/>
                <a:ext cx="492480" cy="829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2714222-2754-D353-8C84-8AF23B3DB0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64265" y="4151895"/>
                  <a:ext cx="504720" cy="84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3D9207-46A7-12FF-4F86-876F7BA3CBDD}"/>
                    </a:ext>
                  </a:extLst>
                </p14:cNvPr>
                <p14:cNvContentPartPr/>
                <p14:nvPr/>
              </p14:nvContentPartPr>
              <p14:xfrm>
                <a:off x="3825105" y="4195095"/>
                <a:ext cx="266040" cy="650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3D9207-46A7-12FF-4F86-876F7BA3CBD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18985" y="4188975"/>
                  <a:ext cx="27828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3A5598C-E991-057B-0678-A0193E4BD193}"/>
                    </a:ext>
                  </a:extLst>
                </p14:cNvPr>
                <p14:cNvContentPartPr/>
                <p14:nvPr/>
              </p14:nvContentPartPr>
              <p14:xfrm>
                <a:off x="4261065" y="4660215"/>
                <a:ext cx="15120" cy="30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3A5598C-E991-057B-0678-A0193E4BD1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54945" y="4654095"/>
                  <a:ext cx="27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378B3F-EB11-B763-5419-4ADEEDDC5404}"/>
                    </a:ext>
                  </a:extLst>
                </p14:cNvPr>
                <p14:cNvContentPartPr/>
                <p14:nvPr/>
              </p14:nvContentPartPr>
              <p14:xfrm>
                <a:off x="2844825" y="4350615"/>
                <a:ext cx="177480" cy="5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378B3F-EB11-B763-5419-4ADEEDDC540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38705" y="4344495"/>
                  <a:ext cx="189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1A44C91-E226-6F31-E4F4-4338AD1FC024}"/>
                    </a:ext>
                  </a:extLst>
                </p14:cNvPr>
                <p14:cNvContentPartPr/>
                <p14:nvPr/>
              </p14:nvContentPartPr>
              <p14:xfrm>
                <a:off x="3064785" y="4127055"/>
                <a:ext cx="239040" cy="506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1A44C91-E226-6F31-E4F4-4338AD1FC0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58665" y="4120935"/>
                  <a:ext cx="2512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FE9E3E-4784-D070-2E2F-AD9EA602D5F9}"/>
                    </a:ext>
                  </a:extLst>
                </p14:cNvPr>
                <p14:cNvContentPartPr/>
                <p14:nvPr/>
              </p14:nvContentPartPr>
              <p14:xfrm>
                <a:off x="3496425" y="4425495"/>
                <a:ext cx="65520" cy="36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FE9E3E-4784-D070-2E2F-AD9EA602D5F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90305" y="4419375"/>
                  <a:ext cx="77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F358947-FF61-5B94-F93F-631CFC3AACB4}"/>
                    </a:ext>
                  </a:extLst>
                </p14:cNvPr>
                <p14:cNvContentPartPr/>
                <p14:nvPr/>
              </p14:nvContentPartPr>
              <p14:xfrm>
                <a:off x="2816745" y="4543935"/>
                <a:ext cx="22680" cy="4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F358947-FF61-5B94-F93F-631CFC3AACB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10625" y="4537815"/>
                  <a:ext cx="34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783D4B9-84C1-DC77-C69A-66F0D658BD92}"/>
                    </a:ext>
                  </a:extLst>
                </p14:cNvPr>
                <p14:cNvContentPartPr/>
                <p14:nvPr/>
              </p14:nvContentPartPr>
              <p14:xfrm>
                <a:off x="2668785" y="4517655"/>
                <a:ext cx="320400" cy="53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783D4B9-84C1-DC77-C69A-66F0D658BD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62665" y="4511535"/>
                  <a:ext cx="332640" cy="6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5986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BCC8ADE-A834-14DB-3F07-AB781EC6689C}"/>
              </a:ext>
            </a:extLst>
          </p:cNvPr>
          <p:cNvGrpSpPr/>
          <p:nvPr/>
        </p:nvGrpSpPr>
        <p:grpSpPr>
          <a:xfrm>
            <a:off x="175785" y="405735"/>
            <a:ext cx="2704680" cy="1063800"/>
            <a:chOff x="175785" y="405735"/>
            <a:chExt cx="2704680" cy="10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F14720C-7DF8-B5D5-EABD-0621F74B3BCF}"/>
                    </a:ext>
                  </a:extLst>
                </p14:cNvPr>
                <p14:cNvContentPartPr/>
                <p14:nvPr/>
              </p14:nvContentPartPr>
              <p14:xfrm>
                <a:off x="362625" y="671775"/>
                <a:ext cx="58320" cy="66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F14720C-7DF8-B5D5-EABD-0621F74B3BC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6505" y="665655"/>
                  <a:ext cx="7056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46F7E02-9D89-FAB2-72A3-ADFD9EB6B661}"/>
                    </a:ext>
                  </a:extLst>
                </p14:cNvPr>
                <p14:cNvContentPartPr/>
                <p14:nvPr/>
              </p14:nvContentPartPr>
              <p14:xfrm>
                <a:off x="175785" y="519495"/>
                <a:ext cx="473040" cy="48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46F7E02-9D89-FAB2-72A3-ADFD9EB6B6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665" y="513375"/>
                  <a:ext cx="4852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6F2F4A-CC03-4EE1-1531-73EF5440D383}"/>
                    </a:ext>
                  </a:extLst>
                </p14:cNvPr>
                <p14:cNvContentPartPr/>
                <p14:nvPr/>
              </p14:nvContentPartPr>
              <p14:xfrm>
                <a:off x="933585" y="684375"/>
                <a:ext cx="15120" cy="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6F2F4A-CC03-4EE1-1531-73EF5440D3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465" y="678255"/>
                  <a:ext cx="27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EA64E8-7A6C-5E77-833D-5C2964C32933}"/>
                    </a:ext>
                  </a:extLst>
                </p14:cNvPr>
                <p14:cNvContentPartPr/>
                <p14:nvPr/>
              </p14:nvContentPartPr>
              <p14:xfrm>
                <a:off x="881025" y="586455"/>
                <a:ext cx="409680" cy="65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EA64E8-7A6C-5E77-833D-5C2964C329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4905" y="580335"/>
                  <a:ext cx="42192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C729D8-4159-DAF9-9511-8D4CD590E6F7}"/>
                    </a:ext>
                  </a:extLst>
                </p14:cNvPr>
                <p14:cNvContentPartPr/>
                <p14:nvPr/>
              </p14:nvContentPartPr>
              <p14:xfrm>
                <a:off x="1419945" y="676095"/>
                <a:ext cx="464760" cy="502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C729D8-4159-DAF9-9511-8D4CD590E6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3825" y="669975"/>
                  <a:ext cx="47700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6B312A-229E-F567-1C39-B5F4F2679B7B}"/>
                    </a:ext>
                  </a:extLst>
                </p14:cNvPr>
                <p14:cNvContentPartPr/>
                <p14:nvPr/>
              </p14:nvContentPartPr>
              <p14:xfrm>
                <a:off x="645585" y="405735"/>
                <a:ext cx="342360" cy="942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6B312A-229E-F567-1C39-B5F4F2679B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9465" y="399615"/>
                  <a:ext cx="354600" cy="9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E4CCD1-EB19-0EC7-51DE-48DE1A77067E}"/>
                    </a:ext>
                  </a:extLst>
                </p14:cNvPr>
                <p14:cNvContentPartPr/>
                <p14:nvPr/>
              </p14:nvContentPartPr>
              <p14:xfrm>
                <a:off x="1936545" y="729015"/>
                <a:ext cx="391680" cy="74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E4CCD1-EB19-0EC7-51DE-48DE1A7706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0425" y="722895"/>
                  <a:ext cx="40392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58B8992-0905-9502-EB4A-56400E7CE3DA}"/>
                    </a:ext>
                  </a:extLst>
                </p14:cNvPr>
                <p14:cNvContentPartPr/>
                <p14:nvPr/>
              </p14:nvContentPartPr>
              <p14:xfrm>
                <a:off x="2414985" y="968775"/>
                <a:ext cx="337680" cy="272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58B8992-0905-9502-EB4A-56400E7CE3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8865" y="962655"/>
                  <a:ext cx="349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737C78-18B9-2E58-9876-44EA8C62FD78}"/>
                    </a:ext>
                  </a:extLst>
                </p14:cNvPr>
                <p14:cNvContentPartPr/>
                <p14:nvPr/>
              </p14:nvContentPartPr>
              <p14:xfrm>
                <a:off x="2753385" y="1136895"/>
                <a:ext cx="127080" cy="14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737C78-18B9-2E58-9876-44EA8C62FD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47265" y="1130775"/>
                  <a:ext cx="1393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DE9FD1-BCBE-9B2A-2E3E-9B793C006978}"/>
              </a:ext>
            </a:extLst>
          </p:cNvPr>
          <p:cNvGrpSpPr/>
          <p:nvPr/>
        </p:nvGrpSpPr>
        <p:grpSpPr>
          <a:xfrm>
            <a:off x="3233265" y="932415"/>
            <a:ext cx="1355040" cy="493920"/>
            <a:chOff x="3233265" y="932415"/>
            <a:chExt cx="135504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4EEF39-A1F5-AECD-F027-66563664803D}"/>
                    </a:ext>
                  </a:extLst>
                </p14:cNvPr>
                <p14:cNvContentPartPr/>
                <p14:nvPr/>
              </p14:nvContentPartPr>
              <p14:xfrm>
                <a:off x="3233265" y="1201695"/>
                <a:ext cx="66600" cy="139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4EEF39-A1F5-AECD-F027-6656366480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27145" y="1195575"/>
                  <a:ext cx="78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18C566-B406-9326-E53F-41328C732D32}"/>
                    </a:ext>
                  </a:extLst>
                </p14:cNvPr>
                <p14:cNvContentPartPr/>
                <p14:nvPr/>
              </p14:nvContentPartPr>
              <p14:xfrm>
                <a:off x="3613065" y="932415"/>
                <a:ext cx="307800" cy="39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18C566-B406-9326-E53F-41328C732D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06945" y="926295"/>
                  <a:ext cx="320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9CD2A2-F142-5767-27C7-43FC4F86381C}"/>
                    </a:ext>
                  </a:extLst>
                </p14:cNvPr>
                <p14:cNvContentPartPr/>
                <p14:nvPr/>
              </p14:nvContentPartPr>
              <p14:xfrm>
                <a:off x="3957945" y="1206735"/>
                <a:ext cx="148680" cy="18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9CD2A2-F142-5767-27C7-43FC4F8638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51825" y="1200615"/>
                  <a:ext cx="160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88F814-E878-3961-A4C9-FEC42B507350}"/>
                    </a:ext>
                  </a:extLst>
                </p14:cNvPr>
                <p14:cNvContentPartPr/>
                <p14:nvPr/>
              </p14:nvContentPartPr>
              <p14:xfrm>
                <a:off x="3964425" y="1227255"/>
                <a:ext cx="459360" cy="168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88F814-E878-3961-A4C9-FEC42B5073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58305" y="1221135"/>
                  <a:ext cx="471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9A8696-9266-E77E-51D3-F5ECAE94318C}"/>
                    </a:ext>
                  </a:extLst>
                </p14:cNvPr>
                <p14:cNvContentPartPr/>
                <p14:nvPr/>
              </p14:nvContentPartPr>
              <p14:xfrm>
                <a:off x="4391385" y="1294215"/>
                <a:ext cx="196920" cy="132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9A8696-9266-E77E-51D3-F5ECAE9431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85265" y="1288095"/>
                  <a:ext cx="209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557EE8-A5C7-4D7E-232A-7E92423084F1}"/>
              </a:ext>
            </a:extLst>
          </p:cNvPr>
          <p:cNvGrpSpPr/>
          <p:nvPr/>
        </p:nvGrpSpPr>
        <p:grpSpPr>
          <a:xfrm>
            <a:off x="5030025" y="364695"/>
            <a:ext cx="1442880" cy="1066680"/>
            <a:chOff x="5030025" y="364695"/>
            <a:chExt cx="1442880" cy="10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F731D0-61F0-D827-6453-13603BFA6BF8}"/>
                    </a:ext>
                  </a:extLst>
                </p14:cNvPr>
                <p14:cNvContentPartPr/>
                <p14:nvPr/>
              </p14:nvContentPartPr>
              <p14:xfrm>
                <a:off x="5030025" y="725415"/>
                <a:ext cx="513720" cy="51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F731D0-61F0-D827-6453-13603BFA6B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23905" y="719295"/>
                  <a:ext cx="52596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350F6B-F678-D3D3-B2CA-B41B8269F948}"/>
                    </a:ext>
                  </a:extLst>
                </p14:cNvPr>
                <p14:cNvContentPartPr/>
                <p14:nvPr/>
              </p14:nvContentPartPr>
              <p14:xfrm>
                <a:off x="5669745" y="1084335"/>
                <a:ext cx="89280" cy="21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350F6B-F678-D3D3-B2CA-B41B8269F9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63625" y="1078215"/>
                  <a:ext cx="101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FE4EA8-A808-C8A8-AB0F-FB878A6B15BE}"/>
                    </a:ext>
                  </a:extLst>
                </p14:cNvPr>
                <p14:cNvContentPartPr/>
                <p14:nvPr/>
              </p14:nvContentPartPr>
              <p14:xfrm>
                <a:off x="5455185" y="364695"/>
                <a:ext cx="1017720" cy="106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FE4EA8-A808-C8A8-AB0F-FB878A6B15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49065" y="358575"/>
                  <a:ext cx="1029960" cy="10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0B69E57-667E-F0E4-8EBF-0CD0104E345E}"/>
                  </a:ext>
                </a:extLst>
              </p14:cNvPr>
              <p14:cNvContentPartPr/>
              <p14:nvPr/>
            </p14:nvContentPartPr>
            <p14:xfrm>
              <a:off x="6890865" y="791655"/>
              <a:ext cx="286200" cy="88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0B69E57-667E-F0E4-8EBF-0CD0104E345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84745" y="785535"/>
                <a:ext cx="2984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388BDF2-0A35-6802-15CA-62EBAB5C0937}"/>
                  </a:ext>
                </a:extLst>
              </p14:cNvPr>
              <p14:cNvContentPartPr/>
              <p14:nvPr/>
            </p14:nvContentPartPr>
            <p14:xfrm>
              <a:off x="6949185" y="1121415"/>
              <a:ext cx="297720" cy="67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388BDF2-0A35-6802-15CA-62EBAB5C093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43065" y="1115295"/>
                <a:ext cx="30996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E00740B-1D8D-5F75-E211-C82F497E4CEE}"/>
              </a:ext>
            </a:extLst>
          </p:cNvPr>
          <p:cNvGrpSpPr/>
          <p:nvPr/>
        </p:nvGrpSpPr>
        <p:grpSpPr>
          <a:xfrm>
            <a:off x="2468625" y="1951935"/>
            <a:ext cx="578880" cy="965160"/>
            <a:chOff x="2468625" y="1951935"/>
            <a:chExt cx="578880" cy="96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27BADD-354D-5090-D64C-6A41DF37DBAF}"/>
                    </a:ext>
                  </a:extLst>
                </p14:cNvPr>
                <p14:cNvContentPartPr/>
                <p14:nvPr/>
              </p14:nvContentPartPr>
              <p14:xfrm>
                <a:off x="2505345" y="2162895"/>
                <a:ext cx="227160" cy="75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27BADD-354D-5090-D64C-6A41DF37DB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9225" y="2156775"/>
                  <a:ext cx="23940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3835F1-2C87-5B66-E968-33D625D7E7E3}"/>
                    </a:ext>
                  </a:extLst>
                </p14:cNvPr>
                <p14:cNvContentPartPr/>
                <p14:nvPr/>
              </p14:nvContentPartPr>
              <p14:xfrm>
                <a:off x="2468625" y="1951935"/>
                <a:ext cx="578880" cy="63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3835F1-2C87-5B66-E968-33D625D7E7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62505" y="1945815"/>
                  <a:ext cx="591120" cy="65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2E8A6CA-AF5A-A2CB-F28B-BF9CC2991CDD}"/>
              </a:ext>
            </a:extLst>
          </p:cNvPr>
          <p:cNvGrpSpPr/>
          <p:nvPr/>
        </p:nvGrpSpPr>
        <p:grpSpPr>
          <a:xfrm>
            <a:off x="3425865" y="1946535"/>
            <a:ext cx="2520360" cy="853560"/>
            <a:chOff x="3425865" y="1946535"/>
            <a:chExt cx="2520360" cy="85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DA46E7-AC43-5A6F-F152-EF34FE44E727}"/>
                    </a:ext>
                  </a:extLst>
                </p14:cNvPr>
                <p14:cNvContentPartPr/>
                <p14:nvPr/>
              </p14:nvContentPartPr>
              <p14:xfrm>
                <a:off x="3425865" y="1969215"/>
                <a:ext cx="293400" cy="780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DA46E7-AC43-5A6F-F152-EF34FE44E7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19745" y="1963095"/>
                  <a:ext cx="30564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076CEE-B91A-C7EE-7C2D-A4A04B2E3B1B}"/>
                    </a:ext>
                  </a:extLst>
                </p14:cNvPr>
                <p14:cNvContentPartPr/>
                <p14:nvPr/>
              </p14:nvContentPartPr>
              <p14:xfrm>
                <a:off x="4044345" y="2188095"/>
                <a:ext cx="264960" cy="61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076CEE-B91A-C7EE-7C2D-A4A04B2E3B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38225" y="2181975"/>
                  <a:ext cx="27720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B27DEA6-A50E-044E-D2FF-2F2EB12642A7}"/>
                    </a:ext>
                  </a:extLst>
                </p14:cNvPr>
                <p14:cNvContentPartPr/>
                <p14:nvPr/>
              </p14:nvContentPartPr>
              <p14:xfrm>
                <a:off x="4563825" y="2261895"/>
                <a:ext cx="334080" cy="40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B27DEA6-A50E-044E-D2FF-2F2EB12642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57705" y="2255775"/>
                  <a:ext cx="3463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29618F-A3D3-D03E-2CA0-66169B90E732}"/>
                    </a:ext>
                  </a:extLst>
                </p14:cNvPr>
                <p14:cNvContentPartPr/>
                <p14:nvPr/>
              </p14:nvContentPartPr>
              <p14:xfrm>
                <a:off x="4610625" y="1946535"/>
                <a:ext cx="637920" cy="84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29618F-A3D3-D03E-2CA0-66169B90E73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04505" y="1940415"/>
                  <a:ext cx="65016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B72C472-A0C0-4E97-E185-5E1487140C5E}"/>
                    </a:ext>
                  </a:extLst>
                </p14:cNvPr>
                <p14:cNvContentPartPr/>
                <p14:nvPr/>
              </p14:nvContentPartPr>
              <p14:xfrm>
                <a:off x="5632665" y="2343615"/>
                <a:ext cx="313560" cy="31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B72C472-A0C0-4E97-E185-5E1487140C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6545" y="2337495"/>
                  <a:ext cx="325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3CF51A-1EA1-646B-3904-DD61F16E7F8D}"/>
                    </a:ext>
                  </a:extLst>
                </p14:cNvPr>
                <p14:cNvContentPartPr/>
                <p14:nvPr/>
              </p14:nvContentPartPr>
              <p14:xfrm>
                <a:off x="5551305" y="2361975"/>
                <a:ext cx="370800" cy="31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B3CF51A-1EA1-646B-3904-DD61F16E7F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5185" y="2355855"/>
                  <a:ext cx="3830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D8A174-58B9-7562-09E4-E5232214035F}"/>
                    </a:ext>
                  </a:extLst>
                </p14:cNvPr>
                <p14:cNvContentPartPr/>
                <p14:nvPr/>
              </p14:nvContentPartPr>
              <p14:xfrm>
                <a:off x="5757585" y="2235255"/>
                <a:ext cx="66240" cy="38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D8A174-58B9-7562-09E4-E5232214035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51465" y="2229135"/>
                  <a:ext cx="784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6E2CCFD-6742-DF6A-88D6-2C8DC67462AC}"/>
              </a:ext>
            </a:extLst>
          </p:cNvPr>
          <p:cNvGrpSpPr/>
          <p:nvPr/>
        </p:nvGrpSpPr>
        <p:grpSpPr>
          <a:xfrm>
            <a:off x="5711505" y="3315615"/>
            <a:ext cx="327240" cy="303840"/>
            <a:chOff x="5711505" y="3315615"/>
            <a:chExt cx="32724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6B7A9CF-2735-F390-F78F-54C62675F7FA}"/>
                    </a:ext>
                  </a:extLst>
                </p14:cNvPr>
                <p14:cNvContentPartPr/>
                <p14:nvPr/>
              </p14:nvContentPartPr>
              <p14:xfrm>
                <a:off x="5721585" y="3315615"/>
                <a:ext cx="258840" cy="26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6B7A9CF-2735-F390-F78F-54C62675F7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15465" y="3309495"/>
                  <a:ext cx="271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837CB0-12DD-4186-6373-670DC1174D94}"/>
                    </a:ext>
                  </a:extLst>
                </p14:cNvPr>
                <p14:cNvContentPartPr/>
                <p14:nvPr/>
              </p14:nvContentPartPr>
              <p14:xfrm>
                <a:off x="5711505" y="3382575"/>
                <a:ext cx="327240" cy="236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837CB0-12DD-4186-6373-670DC1174D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05385" y="3376455"/>
                  <a:ext cx="33948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AA6ED1F-6C40-E852-AA46-B2E42F36A69E}"/>
              </a:ext>
            </a:extLst>
          </p:cNvPr>
          <p:cNvGrpSpPr/>
          <p:nvPr/>
        </p:nvGrpSpPr>
        <p:grpSpPr>
          <a:xfrm>
            <a:off x="6549225" y="1512375"/>
            <a:ext cx="5475960" cy="2171880"/>
            <a:chOff x="6549225" y="1512375"/>
            <a:chExt cx="5475960" cy="21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9923A8-B6E5-7658-29B5-1E1B1091F20E}"/>
                    </a:ext>
                  </a:extLst>
                </p14:cNvPr>
                <p14:cNvContentPartPr/>
                <p14:nvPr/>
              </p14:nvContentPartPr>
              <p14:xfrm>
                <a:off x="6551385" y="1942215"/>
                <a:ext cx="79200" cy="426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9923A8-B6E5-7658-29B5-1E1B1091F2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45265" y="1936095"/>
                  <a:ext cx="914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C553254-0153-6B81-2E88-643EDEDEA309}"/>
                    </a:ext>
                  </a:extLst>
                </p14:cNvPr>
                <p14:cNvContentPartPr/>
                <p14:nvPr/>
              </p14:nvContentPartPr>
              <p14:xfrm>
                <a:off x="6549225" y="1748895"/>
                <a:ext cx="326520" cy="37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C553254-0153-6B81-2E88-643EDEDEA30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43105" y="1742775"/>
                  <a:ext cx="338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BD6FE3-EEAD-D163-2D10-AF8B8E730DB1}"/>
                    </a:ext>
                  </a:extLst>
                </p14:cNvPr>
                <p14:cNvContentPartPr/>
                <p14:nvPr/>
              </p14:nvContentPartPr>
              <p14:xfrm>
                <a:off x="7043505" y="1827375"/>
                <a:ext cx="166680" cy="431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BD6FE3-EEAD-D163-2D10-AF8B8E730D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37385" y="1821255"/>
                  <a:ext cx="1789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3E66920-8B19-E67E-B634-496B0FAD58B6}"/>
                    </a:ext>
                  </a:extLst>
                </p14:cNvPr>
                <p14:cNvContentPartPr/>
                <p14:nvPr/>
              </p14:nvContentPartPr>
              <p14:xfrm>
                <a:off x="7333305" y="1771575"/>
                <a:ext cx="352440" cy="288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3E66920-8B19-E67E-B634-496B0FAD58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27185" y="1765455"/>
                  <a:ext cx="3646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D46A245-AC7B-79E7-9142-5E46E02A069F}"/>
                    </a:ext>
                  </a:extLst>
                </p14:cNvPr>
                <p14:cNvContentPartPr/>
                <p14:nvPr/>
              </p14:nvContentPartPr>
              <p14:xfrm>
                <a:off x="7723185" y="1962015"/>
                <a:ext cx="74520" cy="15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D46A245-AC7B-79E7-9142-5E46E02A06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17065" y="1955895"/>
                  <a:ext cx="86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6EFE34-494E-0F9F-2821-382597D7C7F0}"/>
                    </a:ext>
                  </a:extLst>
                </p14:cNvPr>
                <p14:cNvContentPartPr/>
                <p14:nvPr/>
              </p14:nvContentPartPr>
              <p14:xfrm>
                <a:off x="7834065" y="1884615"/>
                <a:ext cx="316080" cy="48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6EFE34-494E-0F9F-2821-382597D7C7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27945" y="1878495"/>
                  <a:ext cx="3283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41B1B3-68D6-1571-BAC7-C49DDFB48C9D}"/>
                    </a:ext>
                  </a:extLst>
                </p14:cNvPr>
                <p14:cNvContentPartPr/>
                <p14:nvPr/>
              </p14:nvContentPartPr>
              <p14:xfrm>
                <a:off x="8216025" y="2048415"/>
                <a:ext cx="349560" cy="598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41B1B3-68D6-1571-BAC7-C49DDFB48C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09905" y="2042295"/>
                  <a:ext cx="36180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4276E8-5A59-8941-76F2-DB6E7BD1EE66}"/>
                    </a:ext>
                  </a:extLst>
                </p14:cNvPr>
                <p14:cNvContentPartPr/>
                <p14:nvPr/>
              </p14:nvContentPartPr>
              <p14:xfrm>
                <a:off x="8774385" y="1977855"/>
                <a:ext cx="394920" cy="381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4276E8-5A59-8941-76F2-DB6E7BD1EE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68265" y="1971735"/>
                  <a:ext cx="4071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7605331-7AFE-EBE1-4E3D-5606A8954D94}"/>
                    </a:ext>
                  </a:extLst>
                </p14:cNvPr>
                <p14:cNvContentPartPr/>
                <p14:nvPr/>
              </p14:nvContentPartPr>
              <p14:xfrm>
                <a:off x="8963385" y="1584375"/>
                <a:ext cx="408600" cy="915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7605331-7AFE-EBE1-4E3D-5606A8954D9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57265" y="1578255"/>
                  <a:ext cx="420840" cy="9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1ADE692-6501-976C-07C0-6BD9A2B030DA}"/>
                    </a:ext>
                  </a:extLst>
                </p14:cNvPr>
                <p14:cNvContentPartPr/>
                <p14:nvPr/>
              </p14:nvContentPartPr>
              <p14:xfrm>
                <a:off x="9572505" y="1865175"/>
                <a:ext cx="163800" cy="166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1ADE692-6501-976C-07C0-6BD9A2B030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6385" y="1859055"/>
                  <a:ext cx="176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A38475-0222-4A8C-FA2E-C002B4058949}"/>
                    </a:ext>
                  </a:extLst>
                </p14:cNvPr>
                <p14:cNvContentPartPr/>
                <p14:nvPr/>
              </p14:nvContentPartPr>
              <p14:xfrm>
                <a:off x="9589425" y="1878855"/>
                <a:ext cx="235800" cy="171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A38475-0222-4A8C-FA2E-C002B40589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83305" y="1872735"/>
                  <a:ext cx="248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5F1C53-70E1-E405-A2DB-22602498F37C}"/>
                    </a:ext>
                  </a:extLst>
                </p14:cNvPr>
                <p14:cNvContentPartPr/>
                <p14:nvPr/>
              </p14:nvContentPartPr>
              <p14:xfrm>
                <a:off x="9647745" y="1845735"/>
                <a:ext cx="33480" cy="193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5F1C53-70E1-E405-A2DB-22602498F3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41625" y="1839615"/>
                  <a:ext cx="45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7FA974-15D7-DF99-F3A8-AD476F6C56D0}"/>
                    </a:ext>
                  </a:extLst>
                </p14:cNvPr>
                <p14:cNvContentPartPr/>
                <p14:nvPr/>
              </p14:nvContentPartPr>
              <p14:xfrm>
                <a:off x="9499425" y="1927815"/>
                <a:ext cx="361440" cy="3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7FA974-15D7-DF99-F3A8-AD476F6C56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93305" y="1921695"/>
                  <a:ext cx="373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ED5833A-DA33-8CF1-87AF-74FBFC9A81E7}"/>
                    </a:ext>
                  </a:extLst>
                </p14:cNvPr>
                <p14:cNvContentPartPr/>
                <p14:nvPr/>
              </p14:nvContentPartPr>
              <p14:xfrm>
                <a:off x="10050945" y="1584375"/>
                <a:ext cx="221400" cy="79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ED5833A-DA33-8CF1-87AF-74FBFC9A81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4825" y="1578255"/>
                  <a:ext cx="23364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763E38D-B909-15EF-14FB-37299FDB125C}"/>
                    </a:ext>
                  </a:extLst>
                </p14:cNvPr>
                <p14:cNvContentPartPr/>
                <p14:nvPr/>
              </p14:nvContentPartPr>
              <p14:xfrm>
                <a:off x="10298265" y="1710015"/>
                <a:ext cx="72360" cy="470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763E38D-B909-15EF-14FB-37299FDB125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92145" y="1703895"/>
                  <a:ext cx="846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8773475-1F12-4CBB-EC63-CB5D508FFB04}"/>
                    </a:ext>
                  </a:extLst>
                </p14:cNvPr>
                <p14:cNvContentPartPr/>
                <p14:nvPr/>
              </p14:nvContentPartPr>
              <p14:xfrm>
                <a:off x="10392945" y="1512375"/>
                <a:ext cx="256680" cy="34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8773475-1F12-4CBB-EC63-CB5D508FFB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86825" y="1506255"/>
                  <a:ext cx="2689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63BFB8-E7A0-7431-0603-DC68F7AE4E04}"/>
                    </a:ext>
                  </a:extLst>
                </p14:cNvPr>
                <p14:cNvContentPartPr/>
                <p14:nvPr/>
              </p14:nvContentPartPr>
              <p14:xfrm>
                <a:off x="10818465" y="1643415"/>
                <a:ext cx="233640" cy="32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63BFB8-E7A0-7431-0603-DC68F7AE4E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12345" y="1637295"/>
                  <a:ext cx="2458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AED377-F9C0-D9EC-0BA2-A2023040BA64}"/>
                    </a:ext>
                  </a:extLst>
                </p14:cNvPr>
                <p14:cNvContentPartPr/>
                <p14:nvPr/>
              </p14:nvContentPartPr>
              <p14:xfrm>
                <a:off x="11140305" y="1823775"/>
                <a:ext cx="160920" cy="18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AED377-F9C0-D9EC-0BA2-A2023040BA6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134185" y="1817655"/>
                  <a:ext cx="173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62E462-01E8-F574-B01A-120DDB5B4516}"/>
                    </a:ext>
                  </a:extLst>
                </p14:cNvPr>
                <p14:cNvContentPartPr/>
                <p14:nvPr/>
              </p14:nvContentPartPr>
              <p14:xfrm>
                <a:off x="10659705" y="1530735"/>
                <a:ext cx="204480" cy="57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2E462-01E8-F574-B01A-120DDB5B45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53585" y="1524615"/>
                  <a:ext cx="2167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5EE247-1967-0009-7FC9-04A3082B46B5}"/>
                    </a:ext>
                  </a:extLst>
                </p14:cNvPr>
                <p14:cNvContentPartPr/>
                <p14:nvPr/>
              </p14:nvContentPartPr>
              <p14:xfrm>
                <a:off x="11291505" y="1690215"/>
                <a:ext cx="337680" cy="54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5EE247-1967-0009-7FC9-04A3082B46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85385" y="1684095"/>
                  <a:ext cx="34992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1D3260-0632-A350-CD98-E85EF37B25FA}"/>
                    </a:ext>
                  </a:extLst>
                </p14:cNvPr>
                <p14:cNvContentPartPr/>
                <p14:nvPr/>
              </p14:nvContentPartPr>
              <p14:xfrm>
                <a:off x="11486625" y="1927095"/>
                <a:ext cx="228240" cy="41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1D3260-0632-A350-CD98-E85EF37B25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480505" y="1920975"/>
                  <a:ext cx="2404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851E0A6-BE45-AC89-B14C-B1EAE6C91BF4}"/>
                    </a:ext>
                  </a:extLst>
                </p14:cNvPr>
                <p14:cNvContentPartPr/>
                <p14:nvPr/>
              </p14:nvContentPartPr>
              <p14:xfrm>
                <a:off x="11776425" y="1958775"/>
                <a:ext cx="112320" cy="22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851E0A6-BE45-AC89-B14C-B1EAE6C91B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70305" y="1952655"/>
                  <a:ext cx="124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12EE4C-DA82-BBCB-96AD-D65967B856FB}"/>
                    </a:ext>
                  </a:extLst>
                </p14:cNvPr>
                <p14:cNvContentPartPr/>
                <p14:nvPr/>
              </p14:nvContentPartPr>
              <p14:xfrm>
                <a:off x="11700825" y="1560615"/>
                <a:ext cx="324360" cy="73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12EE4C-DA82-BBCB-96AD-D65967B856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694705" y="1554495"/>
                  <a:ext cx="33660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0214B73-A81F-846C-3E38-E0D1AA7F7D29}"/>
                    </a:ext>
                  </a:extLst>
                </p14:cNvPr>
                <p14:cNvContentPartPr/>
                <p14:nvPr/>
              </p14:nvContentPartPr>
              <p14:xfrm>
                <a:off x="9997665" y="1869135"/>
                <a:ext cx="195840" cy="259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0214B73-A81F-846C-3E38-E0D1AA7F7D2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91545" y="1863015"/>
                  <a:ext cx="208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EF7E399-ABC7-6C1A-E42F-DAE13A31F42E}"/>
                    </a:ext>
                  </a:extLst>
                </p14:cNvPr>
                <p14:cNvContentPartPr/>
                <p14:nvPr/>
              </p14:nvContentPartPr>
              <p14:xfrm>
                <a:off x="6674865" y="3174135"/>
                <a:ext cx="64440" cy="394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EF7E399-ABC7-6C1A-E42F-DAE13A31F4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68745" y="3168015"/>
                  <a:ext cx="766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E768A2-F1D0-C74C-18BD-CD9060A7BF8C}"/>
                    </a:ext>
                  </a:extLst>
                </p14:cNvPr>
                <p14:cNvContentPartPr/>
                <p14:nvPr/>
              </p14:nvContentPartPr>
              <p14:xfrm>
                <a:off x="6657945" y="2919615"/>
                <a:ext cx="383400" cy="399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E768A2-F1D0-C74C-18BD-CD9060A7BF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51825" y="2913495"/>
                  <a:ext cx="395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060873-7151-BBF9-45CF-81887BCCAD6F}"/>
                    </a:ext>
                  </a:extLst>
                </p14:cNvPr>
                <p14:cNvContentPartPr/>
                <p14:nvPr/>
              </p14:nvContentPartPr>
              <p14:xfrm>
                <a:off x="7213425" y="2776335"/>
                <a:ext cx="386640" cy="874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060873-7151-BBF9-45CF-81887BCCAD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07305" y="2770215"/>
                  <a:ext cx="39888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54B7B3-49B6-BCA0-6085-8E467EE19D38}"/>
                    </a:ext>
                  </a:extLst>
                </p14:cNvPr>
                <p14:cNvContentPartPr/>
                <p14:nvPr/>
              </p14:nvContentPartPr>
              <p14:xfrm>
                <a:off x="6728145" y="2908095"/>
                <a:ext cx="331920" cy="372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54B7B3-49B6-BCA0-6085-8E467EE19D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22025" y="2901975"/>
                  <a:ext cx="344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3D0476-FCDD-9959-9F2E-3A91A6C7F704}"/>
                    </a:ext>
                  </a:extLst>
                </p14:cNvPr>
                <p14:cNvContentPartPr/>
                <p14:nvPr/>
              </p14:nvContentPartPr>
              <p14:xfrm>
                <a:off x="7633905" y="2838615"/>
                <a:ext cx="375120" cy="316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3D0476-FCDD-9959-9F2E-3A91A6C7F7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27785" y="2832495"/>
                  <a:ext cx="387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BF4EAF-CCE9-7B10-A427-C38725D168A6}"/>
                    </a:ext>
                  </a:extLst>
                </p14:cNvPr>
                <p14:cNvContentPartPr/>
                <p14:nvPr/>
              </p14:nvContentPartPr>
              <p14:xfrm>
                <a:off x="7874025" y="2982975"/>
                <a:ext cx="251280" cy="277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BF4EAF-CCE9-7B10-A427-C38725D168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67905" y="2976855"/>
                  <a:ext cx="263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235B23-0502-ADF6-255A-7F0EB428A0C5}"/>
                    </a:ext>
                  </a:extLst>
                </p14:cNvPr>
                <p14:cNvContentPartPr/>
                <p14:nvPr/>
              </p14:nvContentPartPr>
              <p14:xfrm>
                <a:off x="8318625" y="2873895"/>
                <a:ext cx="318960" cy="72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235B23-0502-ADF6-255A-7F0EB428A0C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12505" y="2867775"/>
                  <a:ext cx="33120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609E6D-FD66-F0C3-40E9-F9568DCDF279}"/>
                    </a:ext>
                  </a:extLst>
                </p14:cNvPr>
                <p14:cNvContentPartPr/>
                <p14:nvPr/>
              </p14:nvContentPartPr>
              <p14:xfrm>
                <a:off x="8674305" y="3134535"/>
                <a:ext cx="272160" cy="549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609E6D-FD66-F0C3-40E9-F9568DCDF27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68185" y="3128415"/>
                  <a:ext cx="28440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B9AC5D1-FB55-83B9-FF40-988320080FAD}"/>
                    </a:ext>
                  </a:extLst>
                </p14:cNvPr>
                <p14:cNvContentPartPr/>
                <p14:nvPr/>
              </p14:nvContentPartPr>
              <p14:xfrm>
                <a:off x="9181545" y="3080535"/>
                <a:ext cx="341640" cy="351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B9AC5D1-FB55-83B9-FF40-988320080F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75425" y="3074415"/>
                  <a:ext cx="353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ACC7766-144B-85B6-9BF3-92E01EC5BE63}"/>
                    </a:ext>
                  </a:extLst>
                </p14:cNvPr>
                <p14:cNvContentPartPr/>
                <p14:nvPr/>
              </p14:nvContentPartPr>
              <p14:xfrm>
                <a:off x="9140505" y="2530815"/>
                <a:ext cx="729720" cy="1036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ACC7766-144B-85B6-9BF3-92E01EC5BE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34385" y="2524695"/>
                  <a:ext cx="741960" cy="10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9CCE00B-B5FE-843D-49D2-CF6774AAD474}"/>
              </a:ext>
            </a:extLst>
          </p:cNvPr>
          <p:cNvGrpSpPr/>
          <p:nvPr/>
        </p:nvGrpSpPr>
        <p:grpSpPr>
          <a:xfrm>
            <a:off x="1754745" y="4118415"/>
            <a:ext cx="9547560" cy="1261080"/>
            <a:chOff x="1754745" y="4118415"/>
            <a:chExt cx="9547560" cy="12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C879F1-DAFA-E9CE-5849-315E2D445982}"/>
                    </a:ext>
                  </a:extLst>
                </p14:cNvPr>
                <p14:cNvContentPartPr/>
                <p14:nvPr/>
              </p14:nvContentPartPr>
              <p14:xfrm>
                <a:off x="1754745" y="4118415"/>
                <a:ext cx="9547560" cy="165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C879F1-DAFA-E9CE-5849-315E2D44598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48625" y="4112295"/>
                  <a:ext cx="9559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71F4095-A638-F709-CE2D-ED17E6E5106D}"/>
                    </a:ext>
                  </a:extLst>
                </p14:cNvPr>
                <p14:cNvContentPartPr/>
                <p14:nvPr/>
              </p14:nvContentPartPr>
              <p14:xfrm>
                <a:off x="3646185" y="4620975"/>
                <a:ext cx="36720" cy="411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71F4095-A638-F709-CE2D-ED17E6E510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40065" y="4614855"/>
                  <a:ext cx="489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14AEA6-6440-2F62-6013-71C3112A5381}"/>
                    </a:ext>
                  </a:extLst>
                </p14:cNvPr>
                <p14:cNvContentPartPr/>
                <p14:nvPr/>
              </p14:nvContentPartPr>
              <p14:xfrm>
                <a:off x="3629985" y="4483455"/>
                <a:ext cx="334440" cy="365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14AEA6-6440-2F62-6013-71C3112A53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23865" y="4477335"/>
                  <a:ext cx="3466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ACDE88-C60A-7FF8-65FE-F0D266874F38}"/>
                    </a:ext>
                  </a:extLst>
                </p14:cNvPr>
                <p14:cNvContentPartPr/>
                <p14:nvPr/>
              </p14:nvContentPartPr>
              <p14:xfrm>
                <a:off x="4231185" y="4729335"/>
                <a:ext cx="403920" cy="38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ACDE88-C60A-7FF8-65FE-F0D266874F3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25065" y="4723215"/>
                  <a:ext cx="416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617051-1F85-9480-AC09-9C909E710725}"/>
                    </a:ext>
                  </a:extLst>
                </p14:cNvPr>
                <p14:cNvContentPartPr/>
                <p14:nvPr/>
              </p14:nvContentPartPr>
              <p14:xfrm>
                <a:off x="4755705" y="5014095"/>
                <a:ext cx="38880" cy="220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617051-1F85-9480-AC09-9C909E71072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49585" y="5007975"/>
                  <a:ext cx="51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57D035-9C2B-19B4-CF0E-C0865050E54E}"/>
                    </a:ext>
                  </a:extLst>
                </p14:cNvPr>
                <p14:cNvContentPartPr/>
                <p14:nvPr/>
              </p14:nvContentPartPr>
              <p14:xfrm>
                <a:off x="4160625" y="4674615"/>
                <a:ext cx="97200" cy="465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57D035-9C2B-19B4-CF0E-C0865050E5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54505" y="4668495"/>
                  <a:ext cx="10944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5CA34B8-680F-73E1-C98C-AEADAECCA205}"/>
                    </a:ext>
                  </a:extLst>
                </p14:cNvPr>
                <p14:cNvContentPartPr/>
                <p14:nvPr/>
              </p14:nvContentPartPr>
              <p14:xfrm>
                <a:off x="4369425" y="4564455"/>
                <a:ext cx="420840" cy="815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5CA34B8-680F-73E1-C98C-AEADAECCA20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63305" y="4558335"/>
                  <a:ext cx="43308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1B1441-9C53-8E29-2B15-46E568CC1442}"/>
                    </a:ext>
                  </a:extLst>
                </p14:cNvPr>
                <p14:cNvContentPartPr/>
                <p14:nvPr/>
              </p14:nvContentPartPr>
              <p14:xfrm>
                <a:off x="4602705" y="4914735"/>
                <a:ext cx="70200" cy="20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1B1441-9C53-8E29-2B15-46E568CC14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96585" y="4908615"/>
                  <a:ext cx="82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C0B2AE9-7EF9-F68C-B624-8E54AF19F110}"/>
                    </a:ext>
                  </a:extLst>
                </p14:cNvPr>
                <p14:cNvContentPartPr/>
                <p14:nvPr/>
              </p14:nvContentPartPr>
              <p14:xfrm>
                <a:off x="5464905" y="4666335"/>
                <a:ext cx="71640" cy="241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C0B2AE9-7EF9-F68C-B624-8E54AF19F11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58785" y="4660215"/>
                  <a:ext cx="83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8BBBB8-BE36-2FCE-4892-1ACA9483C479}"/>
                    </a:ext>
                  </a:extLst>
                </p14:cNvPr>
                <p14:cNvContentPartPr/>
                <p14:nvPr/>
              </p14:nvContentPartPr>
              <p14:xfrm>
                <a:off x="5372025" y="4452855"/>
                <a:ext cx="318600" cy="280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8BBBB8-BE36-2FCE-4892-1ACA9483C47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65905" y="4446735"/>
                  <a:ext cx="330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C98E54B-4110-8CF8-FF94-424FF888CFEB}"/>
                    </a:ext>
                  </a:extLst>
                </p14:cNvPr>
                <p14:cNvContentPartPr/>
                <p14:nvPr/>
              </p14:nvContentPartPr>
              <p14:xfrm>
                <a:off x="5776665" y="4470855"/>
                <a:ext cx="249480" cy="453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C98E54B-4110-8CF8-FF94-424FF888CFE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70545" y="4464735"/>
                  <a:ext cx="2617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5EEA0C-6AD3-48CD-1AE8-F3672E40D07B}"/>
                    </a:ext>
                  </a:extLst>
                </p14:cNvPr>
                <p14:cNvContentPartPr/>
                <p14:nvPr/>
              </p14:nvContentPartPr>
              <p14:xfrm>
                <a:off x="6120465" y="4525575"/>
                <a:ext cx="340920" cy="314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5EEA0C-6AD3-48CD-1AE8-F3672E40D0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14345" y="4519455"/>
                  <a:ext cx="353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AEBB97B-14F9-0F90-26C6-411B28AFA4B2}"/>
                    </a:ext>
                  </a:extLst>
                </p14:cNvPr>
                <p14:cNvContentPartPr/>
                <p14:nvPr/>
              </p14:nvContentPartPr>
              <p14:xfrm>
                <a:off x="6561825" y="4665255"/>
                <a:ext cx="239400" cy="187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AEBB97B-14F9-0F90-26C6-411B28AFA4B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55705" y="4659135"/>
                  <a:ext cx="251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BDE362-61CB-BA46-1A53-3CE8AB3227C6}"/>
                    </a:ext>
                  </a:extLst>
                </p14:cNvPr>
                <p14:cNvContentPartPr/>
                <p14:nvPr/>
              </p14:nvContentPartPr>
              <p14:xfrm>
                <a:off x="6752625" y="4366095"/>
                <a:ext cx="343080" cy="651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BDE362-61CB-BA46-1A53-3CE8AB3227C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46505" y="4359975"/>
                  <a:ext cx="35532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4EC6738-1F1E-FC84-0112-7F2FC580D147}"/>
                    </a:ext>
                  </a:extLst>
                </p14:cNvPr>
                <p14:cNvContentPartPr/>
                <p14:nvPr/>
              </p14:nvContentPartPr>
              <p14:xfrm>
                <a:off x="7705905" y="4456455"/>
                <a:ext cx="129600" cy="578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4EC6738-1F1E-FC84-0112-7F2FC580D14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99785" y="4450335"/>
                  <a:ext cx="14184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373A4A0-D8A0-AA34-C836-E1AD98D9BE07}"/>
                    </a:ext>
                  </a:extLst>
                </p14:cNvPr>
                <p14:cNvContentPartPr/>
                <p14:nvPr/>
              </p14:nvContentPartPr>
              <p14:xfrm>
                <a:off x="7824705" y="4318935"/>
                <a:ext cx="252000" cy="400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373A4A0-D8A0-AA34-C836-E1AD98D9BE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18585" y="4312815"/>
                  <a:ext cx="2642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C897C2-682C-9420-41FB-337931550A69}"/>
                    </a:ext>
                  </a:extLst>
                </p14:cNvPr>
                <p14:cNvContentPartPr/>
                <p14:nvPr/>
              </p14:nvContentPartPr>
              <p14:xfrm>
                <a:off x="8451105" y="4371135"/>
                <a:ext cx="27720" cy="9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C897C2-682C-9420-41FB-337931550A6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44985" y="4365015"/>
                  <a:ext cx="39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35A2D3-E080-7EEF-0336-FBA11C337806}"/>
                    </a:ext>
                  </a:extLst>
                </p14:cNvPr>
                <p14:cNvContentPartPr/>
                <p14:nvPr/>
              </p14:nvContentPartPr>
              <p14:xfrm>
                <a:off x="8762145" y="4467975"/>
                <a:ext cx="74520" cy="264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35A2D3-E080-7EEF-0336-FBA11C33780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56025" y="4461855"/>
                  <a:ext cx="86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8322F59-6985-F251-D4ED-347BC6CB9A17}"/>
                    </a:ext>
                  </a:extLst>
                </p14:cNvPr>
                <p14:cNvContentPartPr/>
                <p14:nvPr/>
              </p14:nvContentPartPr>
              <p14:xfrm>
                <a:off x="8251305" y="4381935"/>
                <a:ext cx="308520" cy="602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8322F59-6985-F251-D4ED-347BC6CB9A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45185" y="4375815"/>
                  <a:ext cx="32076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26EDD7-B028-9414-69B9-91CED1C04677}"/>
                    </a:ext>
                  </a:extLst>
                </p14:cNvPr>
                <p14:cNvContentPartPr/>
                <p14:nvPr/>
              </p14:nvContentPartPr>
              <p14:xfrm>
                <a:off x="8594025" y="4460055"/>
                <a:ext cx="441360" cy="344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26EDD7-B028-9414-69B9-91CED1C046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87905" y="4453935"/>
                  <a:ext cx="4536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49F2A5-4DF8-DBB7-48BA-C924C4347E8A}"/>
                    </a:ext>
                  </a:extLst>
                </p14:cNvPr>
                <p14:cNvContentPartPr/>
                <p14:nvPr/>
              </p14:nvContentPartPr>
              <p14:xfrm>
                <a:off x="8983905" y="4584975"/>
                <a:ext cx="222120" cy="243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49F2A5-4DF8-DBB7-48BA-C924C4347E8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77785" y="4578855"/>
                  <a:ext cx="234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6484326-BD87-E6FC-40CB-545AEF29921B}"/>
                    </a:ext>
                  </a:extLst>
                </p14:cNvPr>
                <p14:cNvContentPartPr/>
                <p14:nvPr/>
              </p14:nvContentPartPr>
              <p14:xfrm>
                <a:off x="8973465" y="4258815"/>
                <a:ext cx="528480" cy="80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6484326-BD87-E6FC-40CB-545AEF29921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67345" y="4252695"/>
                  <a:ext cx="540720" cy="81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5F1A2E5-59CF-B69E-2564-284BFBA38051}"/>
                  </a:ext>
                </a:extLst>
              </p14:cNvPr>
              <p14:cNvContentPartPr/>
              <p14:nvPr/>
            </p14:nvContentPartPr>
            <p14:xfrm>
              <a:off x="2944905" y="4591455"/>
              <a:ext cx="6730920" cy="612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5F1A2E5-59CF-B69E-2564-284BFBA3805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36265" y="4582815"/>
                <a:ext cx="6748560" cy="62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E05BBE9-2980-464E-8D94-4EFE36FBA462}"/>
              </a:ext>
            </a:extLst>
          </p:cNvPr>
          <p:cNvGrpSpPr/>
          <p:nvPr/>
        </p:nvGrpSpPr>
        <p:grpSpPr>
          <a:xfrm>
            <a:off x="10093785" y="4491375"/>
            <a:ext cx="2025720" cy="608400"/>
            <a:chOff x="10093785" y="4491375"/>
            <a:chExt cx="202572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785CC6E-C7EA-A687-620B-D3F6D0EEBC8A}"/>
                    </a:ext>
                  </a:extLst>
                </p14:cNvPr>
                <p14:cNvContentPartPr/>
                <p14:nvPr/>
              </p14:nvContentPartPr>
              <p14:xfrm>
                <a:off x="10202865" y="4629975"/>
                <a:ext cx="87840" cy="62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785CC6E-C7EA-A687-620B-D3F6D0EEBC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93865" y="4621335"/>
                  <a:ext cx="105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A3F2FFE-0B53-5866-6292-A3DCF3E563E4}"/>
                    </a:ext>
                  </a:extLst>
                </p14:cNvPr>
                <p14:cNvContentPartPr/>
                <p14:nvPr/>
              </p14:nvContentPartPr>
              <p14:xfrm>
                <a:off x="10093785" y="4902855"/>
                <a:ext cx="191160" cy="30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A3F2FFE-0B53-5866-6292-A3DCF3E563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84785" y="4894215"/>
                  <a:ext cx="208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2DCE59-B350-7FD4-C1BD-3124A4962F47}"/>
                    </a:ext>
                  </a:extLst>
                </p14:cNvPr>
                <p14:cNvContentPartPr/>
                <p14:nvPr/>
              </p14:nvContentPartPr>
              <p14:xfrm>
                <a:off x="10341825" y="4491375"/>
                <a:ext cx="232920" cy="608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2DCE59-B350-7FD4-C1BD-3124A4962F4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32825" y="4482735"/>
                  <a:ext cx="25056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7FC2209-5CB5-B92E-47BA-FED936088C22}"/>
                    </a:ext>
                  </a:extLst>
                </p14:cNvPr>
                <p14:cNvContentPartPr/>
                <p14:nvPr/>
              </p14:nvContentPartPr>
              <p14:xfrm>
                <a:off x="10514625" y="4506855"/>
                <a:ext cx="327960" cy="357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7FC2209-5CB5-B92E-47BA-FED936088C2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05625" y="4498215"/>
                  <a:ext cx="345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DFCD77B-B901-0488-389A-307DBC74149C}"/>
                    </a:ext>
                  </a:extLst>
                </p14:cNvPr>
                <p14:cNvContentPartPr/>
                <p14:nvPr/>
              </p14:nvContentPartPr>
              <p14:xfrm>
                <a:off x="10887945" y="4551135"/>
                <a:ext cx="749880" cy="374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DFCD77B-B901-0488-389A-307DBC7414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878945" y="4542135"/>
                  <a:ext cx="7675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3409346-795A-2CA7-31F3-62B16097F9C8}"/>
                    </a:ext>
                  </a:extLst>
                </p14:cNvPr>
                <p14:cNvContentPartPr/>
                <p14:nvPr/>
              </p14:nvContentPartPr>
              <p14:xfrm>
                <a:off x="11788305" y="4610895"/>
                <a:ext cx="95400" cy="242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3409346-795A-2CA7-31F3-62B16097F9C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779665" y="4601895"/>
                  <a:ext cx="113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39720B-6895-E164-758D-9A2B510BDE96}"/>
                    </a:ext>
                  </a:extLst>
                </p14:cNvPr>
                <p14:cNvContentPartPr/>
                <p14:nvPr/>
              </p14:nvContentPartPr>
              <p14:xfrm>
                <a:off x="11773905" y="4667415"/>
                <a:ext cx="244800" cy="118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39720B-6895-E164-758D-9A2B510BDE9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64905" y="4658415"/>
                  <a:ext cx="262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527F299-20B8-1F93-1E6E-9123D48264EC}"/>
                    </a:ext>
                  </a:extLst>
                </p14:cNvPr>
                <p14:cNvContentPartPr/>
                <p14:nvPr/>
              </p14:nvContentPartPr>
              <p14:xfrm>
                <a:off x="12016185" y="4715655"/>
                <a:ext cx="103320" cy="12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527F299-20B8-1F93-1E6E-9123D48264E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007185" y="4707015"/>
                  <a:ext cx="12096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99C1C48-9857-96F0-89DC-B3A9BA1DDD9C}"/>
                  </a:ext>
                </a:extLst>
              </p14:cNvPr>
              <p14:cNvContentPartPr/>
              <p14:nvPr/>
            </p14:nvContentPartPr>
            <p14:xfrm>
              <a:off x="2846985" y="6091215"/>
              <a:ext cx="150120" cy="363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99C1C48-9857-96F0-89DC-B3A9BA1DDD9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838345" y="6082215"/>
                <a:ext cx="167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86FCB2D-3149-E1D7-9C8D-27538E84847A}"/>
                  </a:ext>
                </a:extLst>
              </p14:cNvPr>
              <p14:cNvContentPartPr/>
              <p14:nvPr/>
            </p14:nvContentPartPr>
            <p14:xfrm>
              <a:off x="2846985" y="6327735"/>
              <a:ext cx="267840" cy="900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86FCB2D-3149-E1D7-9C8D-27538E84847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38345" y="6318735"/>
                <a:ext cx="28548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EAEA835-22A1-AD17-8F1A-7FE02C7ACE6E}"/>
              </a:ext>
            </a:extLst>
          </p:cNvPr>
          <p:cNvGrpSpPr/>
          <p:nvPr/>
        </p:nvGrpSpPr>
        <p:grpSpPr>
          <a:xfrm>
            <a:off x="3579225" y="5909055"/>
            <a:ext cx="901080" cy="374040"/>
            <a:chOff x="3579225" y="5909055"/>
            <a:chExt cx="9010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6F9AC90-055F-B9AB-B229-8EBA434294FC}"/>
                    </a:ext>
                  </a:extLst>
                </p14:cNvPr>
                <p14:cNvContentPartPr/>
                <p14:nvPr/>
              </p14:nvContentPartPr>
              <p14:xfrm>
                <a:off x="3579225" y="5919135"/>
                <a:ext cx="226440" cy="335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6F9AC90-055F-B9AB-B229-8EBA434294F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70585" y="5910495"/>
                  <a:ext cx="244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531F0A-77CA-20AE-C9EE-9A1366CAC579}"/>
                    </a:ext>
                  </a:extLst>
                </p14:cNvPr>
                <p14:cNvContentPartPr/>
                <p14:nvPr/>
              </p14:nvContentPartPr>
              <p14:xfrm>
                <a:off x="4037865" y="6152775"/>
                <a:ext cx="58680" cy="47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531F0A-77CA-20AE-C9EE-9A1366CAC57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29225" y="6144135"/>
                  <a:ext cx="76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13FE2-F788-458B-35DD-608A919EAC23}"/>
                    </a:ext>
                  </a:extLst>
                </p14:cNvPr>
                <p14:cNvContentPartPr/>
                <p14:nvPr/>
              </p14:nvContentPartPr>
              <p14:xfrm>
                <a:off x="4295265" y="5909055"/>
                <a:ext cx="185040" cy="37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13FE2-F788-458B-35DD-608A919EAC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86625" y="5900055"/>
                  <a:ext cx="20268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F05A12B-0189-0DFA-9075-D550550EBE27}"/>
              </a:ext>
            </a:extLst>
          </p:cNvPr>
          <p:cNvGrpSpPr/>
          <p:nvPr/>
        </p:nvGrpSpPr>
        <p:grpSpPr>
          <a:xfrm>
            <a:off x="4737345" y="5990055"/>
            <a:ext cx="353880" cy="202680"/>
            <a:chOff x="4737345" y="5990055"/>
            <a:chExt cx="35388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84A7C4-ACAF-2325-6E83-BC1E4794CE76}"/>
                    </a:ext>
                  </a:extLst>
                </p14:cNvPr>
                <p14:cNvContentPartPr/>
                <p14:nvPr/>
              </p14:nvContentPartPr>
              <p14:xfrm>
                <a:off x="4737345" y="5990055"/>
                <a:ext cx="179280" cy="202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84A7C4-ACAF-2325-6E83-BC1E4794CE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28705" y="5981055"/>
                  <a:ext cx="196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FF9C1E8-94D6-DA1D-333C-287588A5418D}"/>
                    </a:ext>
                  </a:extLst>
                </p14:cNvPr>
                <p14:cNvContentPartPr/>
                <p14:nvPr/>
              </p14:nvContentPartPr>
              <p14:xfrm>
                <a:off x="5057745" y="6101295"/>
                <a:ext cx="33480" cy="4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FF9C1E8-94D6-DA1D-333C-287588A5418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48745" y="6092655"/>
                  <a:ext cx="511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B9A017F-D6E6-7989-D051-ED5216EBF652}"/>
              </a:ext>
            </a:extLst>
          </p:cNvPr>
          <p:cNvGrpSpPr/>
          <p:nvPr/>
        </p:nvGrpSpPr>
        <p:grpSpPr>
          <a:xfrm>
            <a:off x="5543385" y="5827695"/>
            <a:ext cx="306720" cy="518760"/>
            <a:chOff x="5543385" y="5827695"/>
            <a:chExt cx="3067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9640444-C478-C51E-513D-7AFD02C25944}"/>
                    </a:ext>
                  </a:extLst>
                </p14:cNvPr>
                <p14:cNvContentPartPr/>
                <p14:nvPr/>
              </p14:nvContentPartPr>
              <p14:xfrm>
                <a:off x="5609625" y="6023175"/>
                <a:ext cx="120240" cy="20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9640444-C478-C51E-513D-7AFD02C259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00985" y="6014535"/>
                  <a:ext cx="137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F53A87-AB67-5DDC-DFF1-05EAF63E287E}"/>
                    </a:ext>
                  </a:extLst>
                </p14:cNvPr>
                <p14:cNvContentPartPr/>
                <p14:nvPr/>
              </p14:nvContentPartPr>
              <p14:xfrm>
                <a:off x="5543385" y="6172215"/>
                <a:ext cx="131760" cy="37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F53A87-AB67-5DDC-DFF1-05EAF63E287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34385" y="6163575"/>
                  <a:ext cx="149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96AD7B1-19D6-D781-70EE-B281249A741E}"/>
                    </a:ext>
                  </a:extLst>
                </p14:cNvPr>
                <p14:cNvContentPartPr/>
                <p14:nvPr/>
              </p14:nvContentPartPr>
              <p14:xfrm>
                <a:off x="5557065" y="5827695"/>
                <a:ext cx="293040" cy="518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96AD7B1-19D6-D781-70EE-B281249A741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48425" y="5819055"/>
                  <a:ext cx="310680" cy="53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3DB8EEE-629B-9C55-A3E3-A08DDD01AAF8}"/>
              </a:ext>
            </a:extLst>
          </p:cNvPr>
          <p:cNvGrpSpPr/>
          <p:nvPr/>
        </p:nvGrpSpPr>
        <p:grpSpPr>
          <a:xfrm>
            <a:off x="6741825" y="5897535"/>
            <a:ext cx="1222560" cy="525600"/>
            <a:chOff x="6741825" y="5897535"/>
            <a:chExt cx="12225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9114C22-3015-1115-4556-333635E4F4B0}"/>
                    </a:ext>
                  </a:extLst>
                </p14:cNvPr>
                <p14:cNvContentPartPr/>
                <p14:nvPr/>
              </p14:nvContentPartPr>
              <p14:xfrm>
                <a:off x="6741825" y="5897535"/>
                <a:ext cx="917640" cy="525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9114C22-3015-1115-4556-333635E4F4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32825" y="5888895"/>
                  <a:ext cx="9352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340EF22-5232-6C4C-226A-1E6AD311938A}"/>
                    </a:ext>
                  </a:extLst>
                </p14:cNvPr>
                <p14:cNvContentPartPr/>
                <p14:nvPr/>
              </p14:nvContentPartPr>
              <p14:xfrm>
                <a:off x="7909305" y="6046935"/>
                <a:ext cx="55080" cy="31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340EF22-5232-6C4C-226A-1E6AD31193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00665" y="6037935"/>
                  <a:ext cx="72720" cy="4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9985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B7901A5-7DCF-3DE1-E87C-6255901C05D4}"/>
              </a:ext>
            </a:extLst>
          </p:cNvPr>
          <p:cNvGrpSpPr/>
          <p:nvPr/>
        </p:nvGrpSpPr>
        <p:grpSpPr>
          <a:xfrm>
            <a:off x="350025" y="168495"/>
            <a:ext cx="4458960" cy="1070640"/>
            <a:chOff x="350025" y="168495"/>
            <a:chExt cx="4458960" cy="10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D6BA8DA-7DEA-E1F5-46FD-4FE7DD88012A}"/>
                    </a:ext>
                  </a:extLst>
                </p14:cNvPr>
                <p14:cNvContentPartPr/>
                <p14:nvPr/>
              </p14:nvContentPartPr>
              <p14:xfrm>
                <a:off x="350025" y="459015"/>
                <a:ext cx="69840" cy="662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D6BA8DA-7DEA-E1F5-46FD-4FE7DD8801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1385" y="450375"/>
                  <a:ext cx="8748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F96F08F-BA35-0B93-3336-A9BFA4A1E490}"/>
                    </a:ext>
                  </a:extLst>
                </p14:cNvPr>
                <p14:cNvContentPartPr/>
                <p14:nvPr/>
              </p14:nvContentPartPr>
              <p14:xfrm>
                <a:off x="435345" y="168495"/>
                <a:ext cx="320760" cy="669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F96F08F-BA35-0B93-3336-A9BFA4A1E49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6345" y="159855"/>
                  <a:ext cx="3384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18BCA8-1945-B16C-67F1-7A1A3A11051E}"/>
                    </a:ext>
                  </a:extLst>
                </p14:cNvPr>
                <p14:cNvContentPartPr/>
                <p14:nvPr/>
              </p14:nvContentPartPr>
              <p14:xfrm>
                <a:off x="869505" y="265695"/>
                <a:ext cx="345600" cy="826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18BCA8-1945-B16C-67F1-7A1A3A1105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0865" y="256695"/>
                  <a:ext cx="36324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A6521B-818F-5997-E45E-02D344DF035A}"/>
                    </a:ext>
                  </a:extLst>
                </p14:cNvPr>
                <p14:cNvContentPartPr/>
                <p14:nvPr/>
              </p14:nvContentPartPr>
              <p14:xfrm>
                <a:off x="1314105" y="445695"/>
                <a:ext cx="86040" cy="30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A6521B-818F-5997-E45E-02D344DF03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5465" y="436695"/>
                  <a:ext cx="103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B8D776-F5D6-1F03-6669-431D1C090D73}"/>
                    </a:ext>
                  </a:extLst>
                </p14:cNvPr>
                <p14:cNvContentPartPr/>
                <p14:nvPr/>
              </p14:nvContentPartPr>
              <p14:xfrm>
                <a:off x="1428945" y="447495"/>
                <a:ext cx="318600" cy="396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7B8D776-F5D6-1F03-6669-431D1C090D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0305" y="438855"/>
                  <a:ext cx="3362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88C0D0-164A-1B2B-0094-A9DB1E88F4F8}"/>
                    </a:ext>
                  </a:extLst>
                </p14:cNvPr>
                <p14:cNvContentPartPr/>
                <p14:nvPr/>
              </p14:nvContentPartPr>
              <p14:xfrm>
                <a:off x="1920345" y="569895"/>
                <a:ext cx="156240" cy="28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88C0D0-164A-1B2B-0094-A9DB1E88F4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1345" y="561255"/>
                  <a:ext cx="173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E77C9E-77B2-393A-38E4-D066CE0470E4}"/>
                    </a:ext>
                  </a:extLst>
                </p14:cNvPr>
                <p14:cNvContentPartPr/>
                <p14:nvPr/>
              </p14:nvContentPartPr>
              <p14:xfrm>
                <a:off x="2042385" y="464055"/>
                <a:ext cx="471960" cy="77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E77C9E-77B2-393A-38E4-D066CE0470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3385" y="455415"/>
                  <a:ext cx="48960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54A57B-4B88-D0AA-A664-6A58D2FDF740}"/>
                    </a:ext>
                  </a:extLst>
                </p14:cNvPr>
                <p14:cNvContentPartPr/>
                <p14:nvPr/>
              </p14:nvContentPartPr>
              <p14:xfrm>
                <a:off x="2691465" y="650895"/>
                <a:ext cx="493200" cy="346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54A57B-4B88-D0AA-A664-6A58D2FDF7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82825" y="642255"/>
                  <a:ext cx="5108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A573CD-E756-51E0-753A-FCAD16D0112E}"/>
                    </a:ext>
                  </a:extLst>
                </p14:cNvPr>
                <p14:cNvContentPartPr/>
                <p14:nvPr/>
              </p14:nvContentPartPr>
              <p14:xfrm>
                <a:off x="3240105" y="858975"/>
                <a:ext cx="54360" cy="22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A573CD-E756-51E0-753A-FCAD16D011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1465" y="850335"/>
                  <a:ext cx="72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AFE700-8087-F438-7E40-75343535722E}"/>
                    </a:ext>
                  </a:extLst>
                </p14:cNvPr>
                <p14:cNvContentPartPr/>
                <p14:nvPr/>
              </p14:nvContentPartPr>
              <p14:xfrm>
                <a:off x="3525945" y="945375"/>
                <a:ext cx="115920" cy="18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AFE700-8087-F438-7E40-7534353572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17305" y="936735"/>
                  <a:ext cx="133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10FCF6-2CC0-0098-52D4-BC8F5B6099AC}"/>
                    </a:ext>
                  </a:extLst>
                </p14:cNvPr>
                <p14:cNvContentPartPr/>
                <p14:nvPr/>
              </p14:nvContentPartPr>
              <p14:xfrm>
                <a:off x="3920145" y="625695"/>
                <a:ext cx="309240" cy="440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10FCF6-2CC0-0098-52D4-BC8F5B6099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1505" y="616695"/>
                  <a:ext cx="3268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082F0E-330D-4049-FD68-CCF47F4C5CAD}"/>
                    </a:ext>
                  </a:extLst>
                </p14:cNvPr>
                <p14:cNvContentPartPr/>
                <p14:nvPr/>
              </p14:nvContentPartPr>
              <p14:xfrm>
                <a:off x="4365105" y="923775"/>
                <a:ext cx="167400" cy="18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082F0E-330D-4049-FD68-CCF47F4C5C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56105" y="915135"/>
                  <a:ext cx="185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F10784-5CAF-0961-B79F-5605EC8E7DCB}"/>
                    </a:ext>
                  </a:extLst>
                </p14:cNvPr>
                <p14:cNvContentPartPr/>
                <p14:nvPr/>
              </p14:nvContentPartPr>
              <p14:xfrm>
                <a:off x="4646265" y="933135"/>
                <a:ext cx="162720" cy="20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F10784-5CAF-0961-B79F-5605EC8E7D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7265" y="924495"/>
                  <a:ext cx="18036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B2B346-9097-447C-7603-977150AFE779}"/>
              </a:ext>
            </a:extLst>
          </p:cNvPr>
          <p:cNvGrpSpPr/>
          <p:nvPr/>
        </p:nvGrpSpPr>
        <p:grpSpPr>
          <a:xfrm>
            <a:off x="5108145" y="465135"/>
            <a:ext cx="794520" cy="896400"/>
            <a:chOff x="5108145" y="465135"/>
            <a:chExt cx="79452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7FE838-D0A8-2D66-A519-F7C782E9FD9F}"/>
                    </a:ext>
                  </a:extLst>
                </p14:cNvPr>
                <p14:cNvContentPartPr/>
                <p14:nvPr/>
              </p14:nvContentPartPr>
              <p14:xfrm>
                <a:off x="5108145" y="623535"/>
                <a:ext cx="296280" cy="44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7FE838-D0A8-2D66-A519-F7C782E9FD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9145" y="614895"/>
                  <a:ext cx="313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EC3FF8-C602-6547-84C6-735C87673CA7}"/>
                    </a:ext>
                  </a:extLst>
                </p14:cNvPr>
                <p14:cNvContentPartPr/>
                <p14:nvPr/>
              </p14:nvContentPartPr>
              <p14:xfrm>
                <a:off x="5432505" y="1005135"/>
                <a:ext cx="96480" cy="200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EC3FF8-C602-6547-84C6-735C87673C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23505" y="996135"/>
                  <a:ext cx="114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00F3E3-E7B6-3EB2-F719-04E90A8D4DD9}"/>
                    </a:ext>
                  </a:extLst>
                </p14:cNvPr>
                <p14:cNvContentPartPr/>
                <p14:nvPr/>
              </p14:nvContentPartPr>
              <p14:xfrm>
                <a:off x="5351505" y="465135"/>
                <a:ext cx="551160" cy="896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00F3E3-E7B6-3EB2-F719-04E90A8D4D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2505" y="456495"/>
                  <a:ext cx="568800" cy="91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6DD060-03D8-4DD5-A6B1-FE28BCC0B369}"/>
              </a:ext>
            </a:extLst>
          </p:cNvPr>
          <p:cNvGrpSpPr/>
          <p:nvPr/>
        </p:nvGrpSpPr>
        <p:grpSpPr>
          <a:xfrm>
            <a:off x="1666545" y="2531535"/>
            <a:ext cx="340920" cy="297000"/>
            <a:chOff x="1666545" y="2531535"/>
            <a:chExt cx="3409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1FE8CC-AF91-F37E-C244-A11C98D5A6E9}"/>
                    </a:ext>
                  </a:extLst>
                </p14:cNvPr>
                <p14:cNvContentPartPr/>
                <p14:nvPr/>
              </p14:nvContentPartPr>
              <p14:xfrm>
                <a:off x="1666545" y="2531535"/>
                <a:ext cx="239040" cy="70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1FE8CC-AF91-F37E-C244-A11C98D5A6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57545" y="2522895"/>
                  <a:ext cx="256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CEE52E-4C96-2AAB-286D-CA3D7DC098C3}"/>
                    </a:ext>
                  </a:extLst>
                </p14:cNvPr>
                <p14:cNvContentPartPr/>
                <p14:nvPr/>
              </p14:nvContentPartPr>
              <p14:xfrm>
                <a:off x="1682385" y="2750055"/>
                <a:ext cx="325080" cy="78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CEE52E-4C96-2AAB-286D-CA3D7DC098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73385" y="2741055"/>
                  <a:ext cx="34272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6C9C5B-3DC1-DC11-770E-FE36A7662AA8}"/>
              </a:ext>
            </a:extLst>
          </p:cNvPr>
          <p:cNvGrpSpPr/>
          <p:nvPr/>
        </p:nvGrpSpPr>
        <p:grpSpPr>
          <a:xfrm>
            <a:off x="2716665" y="1693455"/>
            <a:ext cx="2039760" cy="990720"/>
            <a:chOff x="2716665" y="1693455"/>
            <a:chExt cx="2039760" cy="9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A0462A-99AD-BD99-4DE8-F07C360CAC68}"/>
                    </a:ext>
                  </a:extLst>
                </p14:cNvPr>
                <p14:cNvContentPartPr/>
                <p14:nvPr/>
              </p14:nvContentPartPr>
              <p14:xfrm>
                <a:off x="2772465" y="2072895"/>
                <a:ext cx="41400" cy="559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A0462A-99AD-BD99-4DE8-F07C360CAC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63825" y="2064255"/>
                  <a:ext cx="590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447755-4E41-D5D6-9328-640C004E2CE6}"/>
                    </a:ext>
                  </a:extLst>
                </p14:cNvPr>
                <p14:cNvContentPartPr/>
                <p14:nvPr/>
              </p14:nvContentPartPr>
              <p14:xfrm>
                <a:off x="2716665" y="1898655"/>
                <a:ext cx="355680" cy="485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447755-4E41-D5D6-9328-640C004E2C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08025" y="1889655"/>
                  <a:ext cx="3733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254D0C-4DC0-C1D9-47E9-CBF20A300E73}"/>
                    </a:ext>
                  </a:extLst>
                </p14:cNvPr>
                <p14:cNvContentPartPr/>
                <p14:nvPr/>
              </p14:nvContentPartPr>
              <p14:xfrm>
                <a:off x="3246585" y="1967415"/>
                <a:ext cx="299160" cy="572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254D0C-4DC0-C1D9-47E9-CBF20A300E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37945" y="1958775"/>
                  <a:ext cx="3168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7F1360-D3BC-E2A0-F4BE-567DC5CDF0BC}"/>
                    </a:ext>
                  </a:extLst>
                </p14:cNvPr>
                <p14:cNvContentPartPr/>
                <p14:nvPr/>
              </p14:nvContentPartPr>
              <p14:xfrm>
                <a:off x="3662025" y="2135535"/>
                <a:ext cx="39240" cy="313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7F1360-D3BC-E2A0-F4BE-567DC5CDF0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3025" y="2126895"/>
                  <a:ext cx="568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105468-EE58-8517-F433-003FE7D7899E}"/>
                    </a:ext>
                  </a:extLst>
                </p14:cNvPr>
                <p14:cNvContentPartPr/>
                <p14:nvPr/>
              </p14:nvContentPartPr>
              <p14:xfrm>
                <a:off x="3745545" y="2121495"/>
                <a:ext cx="278280" cy="271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0105468-EE58-8517-F433-003FE7D789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36545" y="2112495"/>
                  <a:ext cx="295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B17419-82E5-1968-98A3-EC340105568D}"/>
                    </a:ext>
                  </a:extLst>
                </p14:cNvPr>
                <p14:cNvContentPartPr/>
                <p14:nvPr/>
              </p14:nvContentPartPr>
              <p14:xfrm>
                <a:off x="4238025" y="2132295"/>
                <a:ext cx="183240" cy="30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B17419-82E5-1968-98A3-EC34010556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29385" y="2123295"/>
                  <a:ext cx="2008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DF439E-921E-861E-7785-7033F050BE3A}"/>
                    </a:ext>
                  </a:extLst>
                </p14:cNvPr>
                <p14:cNvContentPartPr/>
                <p14:nvPr/>
              </p14:nvContentPartPr>
              <p14:xfrm>
                <a:off x="4308945" y="1693455"/>
                <a:ext cx="447480" cy="990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DF439E-921E-861E-7785-7033F050BE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99945" y="1684815"/>
                  <a:ext cx="465120" cy="10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4BACFE-23F1-B5DB-93D5-B349339D2462}"/>
              </a:ext>
            </a:extLst>
          </p:cNvPr>
          <p:cNvGrpSpPr/>
          <p:nvPr/>
        </p:nvGrpSpPr>
        <p:grpSpPr>
          <a:xfrm>
            <a:off x="5104185" y="1980735"/>
            <a:ext cx="409680" cy="362160"/>
            <a:chOff x="5104185" y="1980735"/>
            <a:chExt cx="40968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9F3BCD-5FCE-B601-6947-CCB2C788AD67}"/>
                    </a:ext>
                  </a:extLst>
                </p14:cNvPr>
                <p14:cNvContentPartPr/>
                <p14:nvPr/>
              </p14:nvContentPartPr>
              <p14:xfrm>
                <a:off x="5160345" y="2123295"/>
                <a:ext cx="257400" cy="17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9F3BCD-5FCE-B601-6947-CCB2C788AD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51705" y="2114295"/>
                  <a:ext cx="275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9C9BA4-B0DC-C9BE-B899-CFA3CA987ED9}"/>
                    </a:ext>
                  </a:extLst>
                </p14:cNvPr>
                <p14:cNvContentPartPr/>
                <p14:nvPr/>
              </p14:nvContentPartPr>
              <p14:xfrm>
                <a:off x="5189145" y="2028615"/>
                <a:ext cx="237960" cy="31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9C9BA4-B0DC-C9BE-B899-CFA3CA987E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80145" y="2019615"/>
                  <a:ext cx="255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4C49E8D-6231-FD3F-5AD6-1DD8729E4ACD}"/>
                    </a:ext>
                  </a:extLst>
                </p14:cNvPr>
                <p14:cNvContentPartPr/>
                <p14:nvPr/>
              </p14:nvContentPartPr>
              <p14:xfrm>
                <a:off x="5179785" y="1980735"/>
                <a:ext cx="106560" cy="362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4C49E8D-6231-FD3F-5AD6-1DD8729E4A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71145" y="1972095"/>
                  <a:ext cx="124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5A2AAD-B879-5E04-5788-67A26BBE35AC}"/>
                    </a:ext>
                  </a:extLst>
                </p14:cNvPr>
                <p14:cNvContentPartPr/>
                <p14:nvPr/>
              </p14:nvContentPartPr>
              <p14:xfrm>
                <a:off x="5104185" y="2159295"/>
                <a:ext cx="409680" cy="65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5A2AAD-B879-5E04-5788-67A26BBE35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5545" y="2150655"/>
                  <a:ext cx="4273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770CC0-A2F7-EBDD-E645-F1847B442106}"/>
              </a:ext>
            </a:extLst>
          </p:cNvPr>
          <p:cNvGrpSpPr/>
          <p:nvPr/>
        </p:nvGrpSpPr>
        <p:grpSpPr>
          <a:xfrm>
            <a:off x="9442905" y="926655"/>
            <a:ext cx="2458440" cy="895680"/>
            <a:chOff x="9442905" y="926655"/>
            <a:chExt cx="2458440" cy="89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E29D8C-C80C-5213-3FDD-1A99A7EB825E}"/>
                    </a:ext>
                  </a:extLst>
                </p14:cNvPr>
                <p14:cNvContentPartPr/>
                <p14:nvPr/>
              </p14:nvContentPartPr>
              <p14:xfrm>
                <a:off x="9442905" y="1139775"/>
                <a:ext cx="156240" cy="633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E29D8C-C80C-5213-3FDD-1A99A7EB82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34265" y="1131135"/>
                  <a:ext cx="17388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DF67BA-C19D-D9AF-4373-BB994E2C8300}"/>
                    </a:ext>
                  </a:extLst>
                </p14:cNvPr>
                <p14:cNvContentPartPr/>
                <p14:nvPr/>
              </p14:nvContentPartPr>
              <p14:xfrm>
                <a:off x="9491145" y="926655"/>
                <a:ext cx="368640" cy="507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DF67BA-C19D-D9AF-4373-BB994E2C83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82505" y="917655"/>
                  <a:ext cx="3862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39CD645-5ED5-318B-EECA-4AC082DE31AC}"/>
                    </a:ext>
                  </a:extLst>
                </p14:cNvPr>
                <p14:cNvContentPartPr/>
                <p14:nvPr/>
              </p14:nvContentPartPr>
              <p14:xfrm>
                <a:off x="10023585" y="994335"/>
                <a:ext cx="236160" cy="665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39CD645-5ED5-318B-EECA-4AC082DE31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14945" y="985335"/>
                  <a:ext cx="25380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4ABDED-1C9C-6B43-7A22-89F1377C1E11}"/>
                    </a:ext>
                  </a:extLst>
                </p14:cNvPr>
                <p14:cNvContentPartPr/>
                <p14:nvPr/>
              </p14:nvContentPartPr>
              <p14:xfrm>
                <a:off x="10317705" y="1082175"/>
                <a:ext cx="322560" cy="28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4ABDED-1C9C-6B43-7A22-89F1377C1E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08705" y="1073535"/>
                  <a:ext cx="340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D50530-FAB8-3D1D-FDE0-BF89C28F1AB3}"/>
                    </a:ext>
                  </a:extLst>
                </p14:cNvPr>
                <p14:cNvContentPartPr/>
                <p14:nvPr/>
              </p14:nvContentPartPr>
              <p14:xfrm>
                <a:off x="10707225" y="1228335"/>
                <a:ext cx="111600" cy="168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D50530-FAB8-3D1D-FDE0-BF89C28F1A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98225" y="1219695"/>
                  <a:ext cx="129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BA3741-458A-BCE4-4871-CBA57531DE2D}"/>
                    </a:ext>
                  </a:extLst>
                </p14:cNvPr>
                <p14:cNvContentPartPr/>
                <p14:nvPr/>
              </p14:nvContentPartPr>
              <p14:xfrm>
                <a:off x="10821705" y="1096935"/>
                <a:ext cx="361440" cy="680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BA3741-458A-BCE4-4871-CBA57531DE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13065" y="1087935"/>
                  <a:ext cx="3790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53EFCA0-8DBE-2369-2A1B-BBE0C41E43D0}"/>
                    </a:ext>
                  </a:extLst>
                </p14:cNvPr>
                <p14:cNvContentPartPr/>
                <p14:nvPr/>
              </p14:nvContentPartPr>
              <p14:xfrm>
                <a:off x="11137065" y="1310775"/>
                <a:ext cx="523440" cy="294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53EFCA0-8DBE-2369-2A1B-BBE0C41E43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28425" y="1301775"/>
                  <a:ext cx="54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AD831E-AF97-C409-3DF2-0B72D9BCA854}"/>
                    </a:ext>
                  </a:extLst>
                </p14:cNvPr>
                <p14:cNvContentPartPr/>
                <p14:nvPr/>
              </p14:nvContentPartPr>
              <p14:xfrm>
                <a:off x="11601105" y="1008375"/>
                <a:ext cx="300240" cy="813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AD831E-AF97-C409-3DF2-0B72D9BCA85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92465" y="999375"/>
                  <a:ext cx="317880" cy="83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CE03F3E-2A62-62E7-8EE1-65AAECE6B09C}"/>
              </a:ext>
            </a:extLst>
          </p:cNvPr>
          <p:cNvGrpSpPr/>
          <p:nvPr/>
        </p:nvGrpSpPr>
        <p:grpSpPr>
          <a:xfrm>
            <a:off x="6016065" y="1197375"/>
            <a:ext cx="3083400" cy="1805760"/>
            <a:chOff x="6016065" y="1197375"/>
            <a:chExt cx="3083400" cy="180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571F3ED-CD33-11F9-6603-EF1DE954F58C}"/>
                    </a:ext>
                  </a:extLst>
                </p14:cNvPr>
                <p14:cNvContentPartPr/>
                <p14:nvPr/>
              </p14:nvContentPartPr>
              <p14:xfrm>
                <a:off x="6016065" y="1648455"/>
                <a:ext cx="62640" cy="500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571F3ED-CD33-11F9-6603-EF1DE954F5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07065" y="1639455"/>
                  <a:ext cx="802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C567F5-4EC5-68EE-BFC7-12C433AD1FC1}"/>
                    </a:ext>
                  </a:extLst>
                </p14:cNvPr>
                <p14:cNvContentPartPr/>
                <p14:nvPr/>
              </p14:nvContentPartPr>
              <p14:xfrm>
                <a:off x="6016425" y="1404375"/>
                <a:ext cx="348840" cy="472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C567F5-4EC5-68EE-BFC7-12C433AD1F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07785" y="1395375"/>
                  <a:ext cx="3664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241624-6E6D-338C-7C42-EEBB6CA0D6DC}"/>
                    </a:ext>
                  </a:extLst>
                </p14:cNvPr>
                <p14:cNvContentPartPr/>
                <p14:nvPr/>
              </p14:nvContentPartPr>
              <p14:xfrm>
                <a:off x="6575865" y="1631535"/>
                <a:ext cx="390960" cy="260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241624-6E6D-338C-7C42-EEBB6CA0D6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66865" y="1622895"/>
                  <a:ext cx="408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E66EF57-DDB5-4056-7A42-86C498926F6C}"/>
                    </a:ext>
                  </a:extLst>
                </p14:cNvPr>
                <p14:cNvContentPartPr/>
                <p14:nvPr/>
              </p14:nvContentPartPr>
              <p14:xfrm>
                <a:off x="6974385" y="1799295"/>
                <a:ext cx="124920" cy="12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E66EF57-DDB5-4056-7A42-86C498926F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65745" y="1790655"/>
                  <a:ext cx="142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A4EDCC-E9C1-650F-2591-3C52CBD0552E}"/>
                    </a:ext>
                  </a:extLst>
                </p14:cNvPr>
                <p14:cNvContentPartPr/>
                <p14:nvPr/>
              </p14:nvContentPartPr>
              <p14:xfrm>
                <a:off x="7056825" y="1639815"/>
                <a:ext cx="295200" cy="523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A4EDCC-E9C1-650F-2591-3C52CBD055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47825" y="1631175"/>
                  <a:ext cx="31284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462E25-BA8F-D03A-022E-0B2A73D96638}"/>
                    </a:ext>
                  </a:extLst>
                </p14:cNvPr>
                <p14:cNvContentPartPr/>
                <p14:nvPr/>
              </p14:nvContentPartPr>
              <p14:xfrm>
                <a:off x="7389465" y="1824135"/>
                <a:ext cx="47160" cy="198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462E25-BA8F-D03A-022E-0B2A73D966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80465" y="1815135"/>
                  <a:ext cx="64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836535-7EB0-EED7-FAFE-557C83C85CFB}"/>
                    </a:ext>
                  </a:extLst>
                </p14:cNvPr>
                <p14:cNvContentPartPr/>
                <p14:nvPr/>
              </p14:nvContentPartPr>
              <p14:xfrm>
                <a:off x="7466865" y="1821975"/>
                <a:ext cx="271080" cy="17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836535-7EB0-EED7-FAFE-557C83C85CF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58225" y="1813335"/>
                  <a:ext cx="288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23CFA6-2F4F-076D-3282-CDC25A56648A}"/>
                    </a:ext>
                  </a:extLst>
                </p14:cNvPr>
                <p14:cNvContentPartPr/>
                <p14:nvPr/>
              </p14:nvContentPartPr>
              <p14:xfrm>
                <a:off x="7860345" y="1820895"/>
                <a:ext cx="175320" cy="20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23CFA6-2F4F-076D-3282-CDC25A5664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51345" y="1812255"/>
                  <a:ext cx="192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EE135D5-D5AC-15D7-6E03-F8BC143527FA}"/>
                    </a:ext>
                  </a:extLst>
                </p14:cNvPr>
                <p14:cNvContentPartPr/>
                <p14:nvPr/>
              </p14:nvContentPartPr>
              <p14:xfrm>
                <a:off x="7730025" y="1197375"/>
                <a:ext cx="527400" cy="11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EE135D5-D5AC-15D7-6E03-F8BC143527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21025" y="1188735"/>
                  <a:ext cx="545040" cy="11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551E5E-D14E-16EC-5318-C51531FE033F}"/>
                    </a:ext>
                  </a:extLst>
                </p14:cNvPr>
                <p14:cNvContentPartPr/>
                <p14:nvPr/>
              </p14:nvContentPartPr>
              <p14:xfrm>
                <a:off x="6423945" y="1286295"/>
                <a:ext cx="228600" cy="93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551E5E-D14E-16EC-5318-C51531FE03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14945" y="1277655"/>
                  <a:ext cx="24624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CEA0708-F4E8-849F-5451-3F93EA7F3519}"/>
                    </a:ext>
                  </a:extLst>
                </p14:cNvPr>
                <p14:cNvContentPartPr/>
                <p14:nvPr/>
              </p14:nvContentPartPr>
              <p14:xfrm>
                <a:off x="8744865" y="1598775"/>
                <a:ext cx="198000" cy="22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CEA0708-F4E8-849F-5451-3F93EA7F35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36225" y="1589775"/>
                  <a:ext cx="215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E2909F-1683-3322-47D2-9439A12E71AD}"/>
                    </a:ext>
                  </a:extLst>
                </p14:cNvPr>
                <p14:cNvContentPartPr/>
                <p14:nvPr/>
              </p14:nvContentPartPr>
              <p14:xfrm>
                <a:off x="8801025" y="1594815"/>
                <a:ext cx="178560" cy="174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E2909F-1683-3322-47D2-9439A12E71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92025" y="1585815"/>
                  <a:ext cx="19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FB27A3-E740-84CC-D4DE-69DB21A3D53F}"/>
                    </a:ext>
                  </a:extLst>
                </p14:cNvPr>
                <p14:cNvContentPartPr/>
                <p14:nvPr/>
              </p14:nvContentPartPr>
              <p14:xfrm>
                <a:off x="8786265" y="1523535"/>
                <a:ext cx="93240" cy="285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FB27A3-E740-84CC-D4DE-69DB21A3D5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77265" y="1514895"/>
                  <a:ext cx="110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41E2F9D-7E24-A689-395E-2A1BE3649EA3}"/>
                    </a:ext>
                  </a:extLst>
                </p14:cNvPr>
                <p14:cNvContentPartPr/>
                <p14:nvPr/>
              </p14:nvContentPartPr>
              <p14:xfrm>
                <a:off x="8671785" y="1683015"/>
                <a:ext cx="42768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41E2F9D-7E24-A689-395E-2A1BE3649E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62785" y="1674375"/>
                  <a:ext cx="445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F89232B-EF85-3D91-98A5-5C4393673577}"/>
                    </a:ext>
                  </a:extLst>
                </p14:cNvPr>
                <p14:cNvContentPartPr/>
                <p14:nvPr/>
              </p14:nvContentPartPr>
              <p14:xfrm>
                <a:off x="6689625" y="2689575"/>
                <a:ext cx="387720" cy="228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F89232B-EF85-3D91-98A5-5C43936735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80985" y="2680575"/>
                  <a:ext cx="405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94BCD2D-0807-77ED-3F52-9E76FF8B6464}"/>
                    </a:ext>
                  </a:extLst>
                </p14:cNvPr>
                <p14:cNvContentPartPr/>
                <p14:nvPr/>
              </p14:nvContentPartPr>
              <p14:xfrm>
                <a:off x="6706905" y="2728455"/>
                <a:ext cx="265680" cy="214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94BCD2D-0807-77ED-3F52-9E76FF8B64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8265" y="2719455"/>
                  <a:ext cx="283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951CC78-4A3F-F77D-CC27-0F1AA3B0EDE5}"/>
                    </a:ext>
                  </a:extLst>
                </p14:cNvPr>
                <p14:cNvContentPartPr/>
                <p14:nvPr/>
              </p14:nvContentPartPr>
              <p14:xfrm>
                <a:off x="6760545" y="2620095"/>
                <a:ext cx="64800" cy="278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951CC78-4A3F-F77D-CC27-0F1AA3B0EDE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51905" y="2611455"/>
                  <a:ext cx="82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0C79EA-E55F-3B72-EEE5-E6EE65D274CE}"/>
                    </a:ext>
                  </a:extLst>
                </p14:cNvPr>
                <p14:cNvContentPartPr/>
                <p14:nvPr/>
              </p14:nvContentPartPr>
              <p14:xfrm>
                <a:off x="7641825" y="2622255"/>
                <a:ext cx="60840" cy="380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0C79EA-E55F-3B72-EEE5-E6EE65D274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33185" y="2613615"/>
                  <a:ext cx="784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3259B4-FE4E-4572-5461-557AB72011EE}"/>
                    </a:ext>
                  </a:extLst>
                </p14:cNvPr>
                <p14:cNvContentPartPr/>
                <p14:nvPr/>
              </p14:nvContentPartPr>
              <p14:xfrm>
                <a:off x="7614465" y="2468175"/>
                <a:ext cx="256320" cy="318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3259B4-FE4E-4572-5461-557AB72011E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605825" y="2459175"/>
                  <a:ext cx="273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05E16B-7604-71D1-4E44-B83EF5B0FD78}"/>
                    </a:ext>
                  </a:extLst>
                </p14:cNvPr>
                <p14:cNvContentPartPr/>
                <p14:nvPr/>
              </p14:nvContentPartPr>
              <p14:xfrm>
                <a:off x="8273265" y="2472855"/>
                <a:ext cx="455040" cy="282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05E16B-7604-71D1-4E44-B83EF5B0FD7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64265" y="2463855"/>
                  <a:ext cx="472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37CCED5-1D1F-EDC2-7E3E-BBA0EA98390F}"/>
                    </a:ext>
                  </a:extLst>
                </p14:cNvPr>
                <p14:cNvContentPartPr/>
                <p14:nvPr/>
              </p14:nvContentPartPr>
              <p14:xfrm>
                <a:off x="7910745" y="2319135"/>
                <a:ext cx="272160" cy="61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37CCED5-1D1F-EDC2-7E3E-BBA0EA98390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02105" y="2310135"/>
                  <a:ext cx="2898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96F51A6-664C-094F-A1D7-6997561544C7}"/>
                    </a:ext>
                  </a:extLst>
                </p14:cNvPr>
                <p14:cNvContentPartPr/>
                <p14:nvPr/>
              </p14:nvContentPartPr>
              <p14:xfrm>
                <a:off x="8671785" y="2640975"/>
                <a:ext cx="275040" cy="232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96F51A6-664C-094F-A1D7-6997561544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62785" y="2632335"/>
                  <a:ext cx="29268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BED6BDD-B02A-B4E9-D4B9-A49912DA8AEE}"/>
              </a:ext>
            </a:extLst>
          </p:cNvPr>
          <p:cNvGrpSpPr/>
          <p:nvPr/>
        </p:nvGrpSpPr>
        <p:grpSpPr>
          <a:xfrm>
            <a:off x="9267225" y="2043375"/>
            <a:ext cx="1680120" cy="974160"/>
            <a:chOff x="9267225" y="2043375"/>
            <a:chExt cx="1680120" cy="97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99E59AD-2FD6-9E45-05B6-B01227685432}"/>
                    </a:ext>
                  </a:extLst>
                </p14:cNvPr>
                <p14:cNvContentPartPr/>
                <p14:nvPr/>
              </p14:nvContentPartPr>
              <p14:xfrm>
                <a:off x="9267225" y="2388615"/>
                <a:ext cx="272520" cy="62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99E59AD-2FD6-9E45-05B6-B012276854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58585" y="2379975"/>
                  <a:ext cx="290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123EAD-67E8-FEA7-DB01-064D11A688A4}"/>
                    </a:ext>
                  </a:extLst>
                </p14:cNvPr>
                <p14:cNvContentPartPr/>
                <p14:nvPr/>
              </p14:nvContentPartPr>
              <p14:xfrm>
                <a:off x="9692025" y="2534775"/>
                <a:ext cx="75240" cy="266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123EAD-67E8-FEA7-DB01-064D11A688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83025" y="2526135"/>
                  <a:ext cx="928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8CC35D-CC16-0331-FC84-61A1A298800C}"/>
                    </a:ext>
                  </a:extLst>
                </p14:cNvPr>
                <p14:cNvContentPartPr/>
                <p14:nvPr/>
              </p14:nvContentPartPr>
              <p14:xfrm>
                <a:off x="9811185" y="2536935"/>
                <a:ext cx="222120" cy="128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8CC35D-CC16-0331-FC84-61A1A298800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02545" y="2528295"/>
                  <a:ext cx="239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42E4AC2-7567-CDC3-CC80-D996AD85F049}"/>
                    </a:ext>
                  </a:extLst>
                </p14:cNvPr>
                <p14:cNvContentPartPr/>
                <p14:nvPr/>
              </p14:nvContentPartPr>
              <p14:xfrm>
                <a:off x="10098105" y="2540895"/>
                <a:ext cx="90720" cy="14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42E4AC2-7567-CDC3-CC80-D996AD85F0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89465" y="2532255"/>
                  <a:ext cx="108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C5CACC-6C4D-8CF0-EF42-B3B46674D4E7}"/>
                    </a:ext>
                  </a:extLst>
                </p14:cNvPr>
                <p14:cNvContentPartPr/>
                <p14:nvPr/>
              </p14:nvContentPartPr>
              <p14:xfrm>
                <a:off x="10400145" y="2467095"/>
                <a:ext cx="159120" cy="259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C5CACC-6C4D-8CF0-EF42-B3B46674D4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91145" y="2458095"/>
                  <a:ext cx="176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E3D8D37-A71E-A27D-F7FC-B4AE77CD1064}"/>
                    </a:ext>
                  </a:extLst>
                </p14:cNvPr>
                <p14:cNvContentPartPr/>
                <p14:nvPr/>
              </p14:nvContentPartPr>
              <p14:xfrm>
                <a:off x="10481145" y="2491215"/>
                <a:ext cx="35280" cy="65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E3D8D37-A71E-A27D-F7FC-B4AE77CD10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472145" y="2482215"/>
                  <a:ext cx="52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25E436-7B31-8EE0-9C2D-F1F9C2DBF74C}"/>
                    </a:ext>
                  </a:extLst>
                </p14:cNvPr>
                <p14:cNvContentPartPr/>
                <p14:nvPr/>
              </p14:nvContentPartPr>
              <p14:xfrm>
                <a:off x="10299345" y="2043375"/>
                <a:ext cx="648000" cy="92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25E436-7B31-8EE0-9C2D-F1F9C2DBF7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90705" y="2034375"/>
                  <a:ext cx="665640" cy="9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A65DC80-5894-14E4-BEC5-6570E02E29D2}"/>
              </a:ext>
            </a:extLst>
          </p:cNvPr>
          <p:cNvGrpSpPr/>
          <p:nvPr/>
        </p:nvGrpSpPr>
        <p:grpSpPr>
          <a:xfrm>
            <a:off x="2605065" y="3362055"/>
            <a:ext cx="9097200" cy="1266840"/>
            <a:chOff x="2605065" y="3362055"/>
            <a:chExt cx="9097200" cy="12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C65345-AC77-E535-A6FC-C27FF9BEDC00}"/>
                    </a:ext>
                  </a:extLst>
                </p14:cNvPr>
                <p14:cNvContentPartPr/>
                <p14:nvPr/>
              </p14:nvContentPartPr>
              <p14:xfrm>
                <a:off x="2605065" y="3362055"/>
                <a:ext cx="9097200" cy="402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C65345-AC77-E535-A6FC-C27FF9BEDC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96425" y="3353055"/>
                  <a:ext cx="91148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C4A174-7288-830A-5279-1F7FE706F54E}"/>
                    </a:ext>
                  </a:extLst>
                </p14:cNvPr>
                <p14:cNvContentPartPr/>
                <p14:nvPr/>
              </p14:nvContentPartPr>
              <p14:xfrm>
                <a:off x="3059385" y="4113015"/>
                <a:ext cx="217080" cy="51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C4A174-7288-830A-5279-1F7FE706F54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50385" y="4104015"/>
                  <a:ext cx="2347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EE96676-79FF-EEC4-2D3C-D50E809EF713}"/>
                    </a:ext>
                  </a:extLst>
                </p14:cNvPr>
                <p14:cNvContentPartPr/>
                <p14:nvPr/>
              </p14:nvContentPartPr>
              <p14:xfrm>
                <a:off x="3032025" y="3926175"/>
                <a:ext cx="448920" cy="49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EE96676-79FF-EEC4-2D3C-D50E809EF71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23385" y="3917535"/>
                  <a:ext cx="46656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75195B-B78F-C0FC-C87B-4FC36320A9C9}"/>
                    </a:ext>
                  </a:extLst>
                </p14:cNvPr>
                <p14:cNvContentPartPr/>
                <p14:nvPr/>
              </p14:nvContentPartPr>
              <p14:xfrm>
                <a:off x="3831945" y="3972615"/>
                <a:ext cx="331200" cy="573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75195B-B78F-C0FC-C87B-4FC36320A9C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22945" y="3963975"/>
                  <a:ext cx="34884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B03D15-F604-80CA-9CDA-9C235F65952E}"/>
                    </a:ext>
                  </a:extLst>
                </p14:cNvPr>
                <p14:cNvContentPartPr/>
                <p14:nvPr/>
              </p14:nvContentPartPr>
              <p14:xfrm>
                <a:off x="4294185" y="4066575"/>
                <a:ext cx="346680" cy="369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B03D15-F604-80CA-9CDA-9C235F65952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85545" y="4057575"/>
                  <a:ext cx="3643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DF0169E-4807-8AED-6BD7-5B55F646745E}"/>
                    </a:ext>
                  </a:extLst>
                </p14:cNvPr>
                <p14:cNvContentPartPr/>
                <p14:nvPr/>
              </p14:nvContentPartPr>
              <p14:xfrm>
                <a:off x="4691985" y="4373295"/>
                <a:ext cx="60840" cy="132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DF0169E-4807-8AED-6BD7-5B55F64674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82985" y="4364295"/>
                  <a:ext cx="78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153B6A2-0B9F-CC85-1C01-797B3D9D08C3}"/>
                    </a:ext>
                  </a:extLst>
                </p14:cNvPr>
                <p14:cNvContentPartPr/>
                <p14:nvPr/>
              </p14:nvContentPartPr>
              <p14:xfrm>
                <a:off x="4940025" y="3986295"/>
                <a:ext cx="302760" cy="547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153B6A2-0B9F-CC85-1C01-797B3D9D08C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31025" y="3977655"/>
                  <a:ext cx="3204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ED4FB5F-3BC7-0AFA-115F-D8496688B23D}"/>
                    </a:ext>
                  </a:extLst>
                </p14:cNvPr>
                <p14:cNvContentPartPr/>
                <p14:nvPr/>
              </p14:nvContentPartPr>
              <p14:xfrm>
                <a:off x="5562825" y="4277535"/>
                <a:ext cx="182160" cy="194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ED4FB5F-3BC7-0AFA-115F-D8496688B2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53825" y="4268535"/>
                  <a:ext cx="199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1C575A3-BAAF-470D-DDBF-EF74CBE0CA85}"/>
                    </a:ext>
                  </a:extLst>
                </p14:cNvPr>
                <p14:cNvContentPartPr/>
                <p14:nvPr/>
              </p14:nvContentPartPr>
              <p14:xfrm>
                <a:off x="5653905" y="4067655"/>
                <a:ext cx="213480" cy="309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1C575A3-BAAF-470D-DDBF-EF74CBE0CA8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44905" y="4058655"/>
                  <a:ext cx="231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D86F9BE-BBE5-36A3-7A44-27E2A145A771}"/>
                    </a:ext>
                  </a:extLst>
                </p14:cNvPr>
                <p14:cNvContentPartPr/>
                <p14:nvPr/>
              </p14:nvContentPartPr>
              <p14:xfrm>
                <a:off x="5595945" y="4025535"/>
                <a:ext cx="232560" cy="333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D86F9BE-BBE5-36A3-7A44-27E2A145A7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87305" y="4016535"/>
                  <a:ext cx="2502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ED6F70-EDAB-FA2D-CBB8-78245AC4EEB3}"/>
                    </a:ext>
                  </a:extLst>
                </p14:cNvPr>
                <p14:cNvContentPartPr/>
                <p14:nvPr/>
              </p14:nvContentPartPr>
              <p14:xfrm>
                <a:off x="5561745" y="4209495"/>
                <a:ext cx="295200" cy="65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ED6F70-EDAB-FA2D-CBB8-78245AC4EEB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52745" y="4200855"/>
                  <a:ext cx="312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E76B7C-F91E-C7B2-77A4-5E3405239095}"/>
                    </a:ext>
                  </a:extLst>
                </p14:cNvPr>
                <p14:cNvContentPartPr/>
                <p14:nvPr/>
              </p14:nvContentPartPr>
              <p14:xfrm>
                <a:off x="6177705" y="3969015"/>
                <a:ext cx="107640" cy="40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E76B7C-F91E-C7B2-77A4-5E34052390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69065" y="3960015"/>
                  <a:ext cx="125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9A4D33B-CA68-D9D3-D5A0-1C4F30C05114}"/>
                    </a:ext>
                  </a:extLst>
                </p14:cNvPr>
                <p14:cNvContentPartPr/>
                <p14:nvPr/>
              </p14:nvContentPartPr>
              <p14:xfrm>
                <a:off x="6246465" y="3801975"/>
                <a:ext cx="368640" cy="345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9A4D33B-CA68-D9D3-D5A0-1C4F30C0511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37465" y="3792975"/>
                  <a:ext cx="3862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48728C-777B-CD0F-FCCF-DA37EE5CB5C9}"/>
                    </a:ext>
                  </a:extLst>
                </p14:cNvPr>
                <p14:cNvContentPartPr/>
                <p14:nvPr/>
              </p14:nvContentPartPr>
              <p14:xfrm>
                <a:off x="6914985" y="3876855"/>
                <a:ext cx="414000" cy="261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48728C-777B-CD0F-FCCF-DA37EE5CB5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05985" y="3867855"/>
                  <a:ext cx="431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6D3F56-C0C4-3156-DC10-ED6E9BAE7D1E}"/>
                    </a:ext>
                  </a:extLst>
                </p14:cNvPr>
                <p14:cNvContentPartPr/>
                <p14:nvPr/>
              </p14:nvContentPartPr>
              <p14:xfrm>
                <a:off x="7415745" y="3998175"/>
                <a:ext cx="218520" cy="219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6D3F56-C0C4-3156-DC10-ED6E9BAE7D1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06745" y="3989175"/>
                  <a:ext cx="236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051D5B6-BBFC-1F0D-DB34-E4334FDAA1D8}"/>
                    </a:ext>
                  </a:extLst>
                </p14:cNvPr>
                <p14:cNvContentPartPr/>
                <p14:nvPr/>
              </p14:nvContentPartPr>
              <p14:xfrm>
                <a:off x="6622665" y="3780735"/>
                <a:ext cx="200160" cy="451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051D5B6-BBFC-1F0D-DB34-E4334FDAA1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13665" y="3771735"/>
                  <a:ext cx="2178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704C886-A78C-BA0A-04FE-812BFFE2F068}"/>
                    </a:ext>
                  </a:extLst>
                </p14:cNvPr>
                <p14:cNvContentPartPr/>
                <p14:nvPr/>
              </p14:nvContentPartPr>
              <p14:xfrm>
                <a:off x="7444185" y="3765615"/>
                <a:ext cx="333360" cy="609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704C886-A78C-BA0A-04FE-812BFFE2F06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35185" y="3756615"/>
                  <a:ext cx="3510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9DB3C7C-FB9B-FA8F-DE87-C4D116214BA2}"/>
                    </a:ext>
                  </a:extLst>
                </p14:cNvPr>
                <p14:cNvContentPartPr/>
                <p14:nvPr/>
              </p14:nvContentPartPr>
              <p14:xfrm>
                <a:off x="8624985" y="3859935"/>
                <a:ext cx="153360" cy="175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9DB3C7C-FB9B-FA8F-DE87-C4D116214BA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15985" y="3850935"/>
                  <a:ext cx="171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ADD73B4-FAFF-7D8E-B2AD-6451C3F7B86A}"/>
                    </a:ext>
                  </a:extLst>
                </p14:cNvPr>
                <p14:cNvContentPartPr/>
                <p14:nvPr/>
              </p14:nvContentPartPr>
              <p14:xfrm>
                <a:off x="8692305" y="3841215"/>
                <a:ext cx="165960" cy="227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ADD73B4-FAFF-7D8E-B2AD-6451C3F7B86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83665" y="3832575"/>
                  <a:ext cx="183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7D8DB00-6042-47C5-5E98-B82396E16DD1}"/>
                    </a:ext>
                  </a:extLst>
                </p14:cNvPr>
                <p14:cNvContentPartPr/>
                <p14:nvPr/>
              </p14:nvContentPartPr>
              <p14:xfrm>
                <a:off x="8692305" y="3782535"/>
                <a:ext cx="96480" cy="228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7D8DB00-6042-47C5-5E98-B82396E16DD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83665" y="3773895"/>
                  <a:ext cx="114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FC48C2-1AF5-FA0A-FC4A-7BFCE6A10A13}"/>
                    </a:ext>
                  </a:extLst>
                </p14:cNvPr>
                <p14:cNvContentPartPr/>
                <p14:nvPr/>
              </p14:nvContentPartPr>
              <p14:xfrm>
                <a:off x="8641905" y="3964695"/>
                <a:ext cx="437040" cy="1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FC48C2-1AF5-FA0A-FC4A-7BFCE6A10A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33265" y="3956055"/>
                  <a:ext cx="454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F03B1C2-BB9A-F530-08BE-E7D002F2AFCF}"/>
                    </a:ext>
                  </a:extLst>
                </p14:cNvPr>
                <p14:cNvContentPartPr/>
                <p14:nvPr/>
              </p14:nvContentPartPr>
              <p14:xfrm>
                <a:off x="9514185" y="3688935"/>
                <a:ext cx="1440" cy="69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F03B1C2-BB9A-F530-08BE-E7D002F2AFC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05185" y="3680295"/>
                  <a:ext cx="19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B7E6439-02E9-94AF-DC5A-E65AB1DAAB53}"/>
                    </a:ext>
                  </a:extLst>
                </p14:cNvPr>
                <p14:cNvContentPartPr/>
                <p14:nvPr/>
              </p14:nvContentPartPr>
              <p14:xfrm>
                <a:off x="9429585" y="3715935"/>
                <a:ext cx="165960" cy="508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B7E6439-02E9-94AF-DC5A-E65AB1DAAB5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20585" y="3706935"/>
                  <a:ext cx="1836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3A53588-E469-4BC3-B6D3-EFA466B5C390}"/>
                    </a:ext>
                  </a:extLst>
                </p14:cNvPr>
                <p14:cNvContentPartPr/>
                <p14:nvPr/>
              </p14:nvContentPartPr>
              <p14:xfrm>
                <a:off x="9446865" y="3633495"/>
                <a:ext cx="440280" cy="358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3A53588-E469-4BC3-B6D3-EFA466B5C39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37865" y="3624855"/>
                  <a:ext cx="4579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DD3E455-3B9C-1B0B-2368-FD98F9F05629}"/>
                    </a:ext>
                  </a:extLst>
                </p14:cNvPr>
                <p14:cNvContentPartPr/>
                <p14:nvPr/>
              </p14:nvContentPartPr>
              <p14:xfrm>
                <a:off x="10246785" y="3607575"/>
                <a:ext cx="354600" cy="364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DD3E455-3B9C-1B0B-2368-FD98F9F0562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38145" y="3598935"/>
                  <a:ext cx="3722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5A00B35-9104-93A6-D0B4-A29592A61531}"/>
                    </a:ext>
                  </a:extLst>
                </p14:cNvPr>
                <p14:cNvContentPartPr/>
                <p14:nvPr/>
              </p14:nvContentPartPr>
              <p14:xfrm>
                <a:off x="10707585" y="3778935"/>
                <a:ext cx="121680" cy="234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5A00B35-9104-93A6-D0B4-A29592A6153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98585" y="3770295"/>
                  <a:ext cx="139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CF73683-9989-E7A4-BAD0-12C530F9E457}"/>
                    </a:ext>
                  </a:extLst>
                </p14:cNvPr>
                <p14:cNvContentPartPr/>
                <p14:nvPr/>
              </p14:nvContentPartPr>
              <p14:xfrm>
                <a:off x="10023585" y="3543495"/>
                <a:ext cx="189360" cy="646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CF73683-9989-E7A4-BAD0-12C530F9E45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14945" y="3534495"/>
                  <a:ext cx="20700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9DD1BBE-94DA-A7A9-5767-EB762E19D2C1}"/>
                    </a:ext>
                  </a:extLst>
                </p14:cNvPr>
                <p14:cNvContentPartPr/>
                <p14:nvPr/>
              </p14:nvContentPartPr>
              <p14:xfrm>
                <a:off x="10362345" y="3414255"/>
                <a:ext cx="614520" cy="780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9DD1BBE-94DA-A7A9-5767-EB762E19D2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53345" y="3405615"/>
                  <a:ext cx="63216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FEC61ED-4843-D1B9-6250-8053AC564647}"/>
                    </a:ext>
                  </a:extLst>
                </p14:cNvPr>
                <p14:cNvContentPartPr/>
                <p14:nvPr/>
              </p14:nvContentPartPr>
              <p14:xfrm>
                <a:off x="2763465" y="3843375"/>
                <a:ext cx="8642520" cy="601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FEC61ED-4843-D1B9-6250-8053AC56464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54825" y="3834375"/>
                  <a:ext cx="8660160" cy="61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46D8A81-8ABB-718D-68A4-F2E20C4B84B6}"/>
                  </a:ext>
                </a:extLst>
              </p14:cNvPr>
              <p14:cNvContentPartPr/>
              <p14:nvPr/>
            </p14:nvContentPartPr>
            <p14:xfrm>
              <a:off x="7956825" y="4919055"/>
              <a:ext cx="1222560" cy="521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46D8A81-8ABB-718D-68A4-F2E20C4B84B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947825" y="4910055"/>
                <a:ext cx="1240200" cy="53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BB29688-FC87-5696-D37A-2B26D1EB25A1}"/>
              </a:ext>
            </a:extLst>
          </p:cNvPr>
          <p:cNvGrpSpPr/>
          <p:nvPr/>
        </p:nvGrpSpPr>
        <p:grpSpPr>
          <a:xfrm>
            <a:off x="9473145" y="5195175"/>
            <a:ext cx="150120" cy="193680"/>
            <a:chOff x="9473145" y="5195175"/>
            <a:chExt cx="15012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7A54AF4-AFF6-1623-19AB-BB844B33CDD5}"/>
                    </a:ext>
                  </a:extLst>
                </p14:cNvPr>
                <p14:cNvContentPartPr/>
                <p14:nvPr/>
              </p14:nvContentPartPr>
              <p14:xfrm>
                <a:off x="9473145" y="5251695"/>
                <a:ext cx="32400" cy="50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7A54AF4-AFF6-1623-19AB-BB844B33CD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64145" y="5242695"/>
                  <a:ext cx="50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9F8A817-9106-3488-C002-DC29C079CD3D}"/>
                    </a:ext>
                  </a:extLst>
                </p14:cNvPr>
                <p14:cNvContentPartPr/>
                <p14:nvPr/>
              </p14:nvContentPartPr>
              <p14:xfrm>
                <a:off x="9579345" y="5385255"/>
                <a:ext cx="3960" cy="3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9F8A817-9106-3488-C002-DC29C079CD3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70345" y="5376615"/>
                  <a:ext cx="21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C59D44-FA7C-2F81-6C12-710B82EF93BC}"/>
                    </a:ext>
                  </a:extLst>
                </p14:cNvPr>
                <p14:cNvContentPartPr/>
                <p14:nvPr/>
              </p14:nvContentPartPr>
              <p14:xfrm>
                <a:off x="9619305" y="5195175"/>
                <a:ext cx="3960" cy="3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C59D44-FA7C-2F81-6C12-710B82EF93B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10665" y="5186175"/>
                  <a:ext cx="21600" cy="2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453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3E7C98-D97C-889A-58A4-11B06C55F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12756"/>
              </p:ext>
            </p:extLst>
          </p:nvPr>
        </p:nvGraphicFramePr>
        <p:xfrm>
          <a:off x="1009650" y="676276"/>
          <a:ext cx="6724650" cy="4591050"/>
        </p:xfrm>
        <a:graphic>
          <a:graphicData uri="http://schemas.openxmlformats.org/drawingml/2006/table">
            <a:tbl>
              <a:tblPr/>
              <a:tblGrid>
                <a:gridCol w="1120775">
                  <a:extLst>
                    <a:ext uri="{9D8B030D-6E8A-4147-A177-3AD203B41FA5}">
                      <a16:colId xmlns:a16="http://schemas.microsoft.com/office/drawing/2014/main" val="2467804761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682772678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7374605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3313538756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121026045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1291352376"/>
                    </a:ext>
                  </a:extLst>
                </a:gridCol>
              </a:tblGrid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outlook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humidity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333547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649969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006400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Overcast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126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17003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97753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43315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Overcast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122797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314545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5736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96438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598536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Overcast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406713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Overcast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Weak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86165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9306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A0DAF0-08E2-BE93-6EA7-0D7198B7512F}"/>
                  </a:ext>
                </a:extLst>
              </p14:cNvPr>
              <p14:cNvContentPartPr/>
              <p14:nvPr/>
            </p14:nvContentPartPr>
            <p14:xfrm>
              <a:off x="7790505" y="3621255"/>
              <a:ext cx="673560" cy="142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CA0DAF0-08E2-BE93-6EA7-0D7198B751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4385" y="3615135"/>
                <a:ext cx="6858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5865750-7E3A-6215-0DF1-0B7D6C681668}"/>
                  </a:ext>
                </a:extLst>
              </p14:cNvPr>
              <p14:cNvContentPartPr/>
              <p14:nvPr/>
            </p14:nvContentPartPr>
            <p14:xfrm>
              <a:off x="7822545" y="4110855"/>
              <a:ext cx="697680" cy="162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5865750-7E3A-6215-0DF1-0B7D6C6816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6425" y="4104735"/>
                <a:ext cx="7099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21AC6E-8CA9-A6FF-FBC4-CA6B0DB7C6FC}"/>
                  </a:ext>
                </a:extLst>
              </p14:cNvPr>
              <p14:cNvContentPartPr/>
              <p14:nvPr/>
            </p14:nvContentPartPr>
            <p14:xfrm>
              <a:off x="7309185" y="1705695"/>
              <a:ext cx="31320" cy="78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21AC6E-8CA9-A6FF-FBC4-CA6B0DB7C6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3065" y="1699575"/>
                <a:ext cx="435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5BF1FE-E199-1922-2F28-692ECAD1DCDC}"/>
                  </a:ext>
                </a:extLst>
              </p14:cNvPr>
              <p14:cNvContentPartPr/>
              <p14:nvPr/>
            </p14:nvContentPartPr>
            <p14:xfrm>
              <a:off x="7218105" y="1989735"/>
              <a:ext cx="91440" cy="13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5BF1FE-E199-1922-2F28-692ECAD1DC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1985" y="1983615"/>
                <a:ext cx="1036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EF0D0C-2982-EBE9-E8B5-A73BBBB2700C}"/>
                  </a:ext>
                </a:extLst>
              </p14:cNvPr>
              <p14:cNvContentPartPr/>
              <p14:nvPr/>
            </p14:nvContentPartPr>
            <p14:xfrm>
              <a:off x="7293345" y="2337495"/>
              <a:ext cx="98640" cy="152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EF0D0C-2982-EBE9-E8B5-A73BBBB270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7225" y="2331375"/>
                <a:ext cx="11088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F52862-8259-6C97-42AB-1B81B9C07DA6}"/>
                  </a:ext>
                </a:extLst>
              </p14:cNvPr>
              <p14:cNvContentPartPr/>
              <p14:nvPr/>
            </p14:nvContentPartPr>
            <p14:xfrm>
              <a:off x="7219905" y="2964975"/>
              <a:ext cx="127440" cy="126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F52862-8259-6C97-42AB-1B81B9C07D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13785" y="2958855"/>
                <a:ext cx="1396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B3DAF54-9561-47FC-03F1-E6216CC591A0}"/>
              </a:ext>
            </a:extLst>
          </p:cNvPr>
          <p:cNvGrpSpPr/>
          <p:nvPr/>
        </p:nvGrpSpPr>
        <p:grpSpPr>
          <a:xfrm>
            <a:off x="7257345" y="3452415"/>
            <a:ext cx="163440" cy="292680"/>
            <a:chOff x="7257345" y="3452415"/>
            <a:chExt cx="16344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7044B7-AEFC-199E-C405-F85F240B4434}"/>
                    </a:ext>
                  </a:extLst>
                </p14:cNvPr>
                <p14:cNvContentPartPr/>
                <p14:nvPr/>
              </p14:nvContentPartPr>
              <p14:xfrm>
                <a:off x="7257345" y="3532695"/>
                <a:ext cx="79560" cy="21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7044B7-AEFC-199E-C405-F85F240B44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51225" y="3526575"/>
                  <a:ext cx="91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983D94-064F-F37F-A564-1E33EC0D6EF8}"/>
                    </a:ext>
                  </a:extLst>
                </p14:cNvPr>
                <p14:cNvContentPartPr/>
                <p14:nvPr/>
              </p14:nvContentPartPr>
              <p14:xfrm>
                <a:off x="7298025" y="3452415"/>
                <a:ext cx="122760" cy="40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983D94-064F-F37F-A564-1E33EC0D6E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91905" y="3446295"/>
                  <a:ext cx="1350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56DF1C-3DC3-3AE6-4116-A8B7928CEE1F}"/>
              </a:ext>
            </a:extLst>
          </p:cNvPr>
          <p:cNvGrpSpPr/>
          <p:nvPr/>
        </p:nvGrpSpPr>
        <p:grpSpPr>
          <a:xfrm>
            <a:off x="7219185" y="3903855"/>
            <a:ext cx="154800" cy="400680"/>
            <a:chOff x="7219185" y="3903855"/>
            <a:chExt cx="15480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6E05A0-9131-BCA6-CCB0-09179BF9D86D}"/>
                    </a:ext>
                  </a:extLst>
                </p14:cNvPr>
                <p14:cNvContentPartPr/>
                <p14:nvPr/>
              </p14:nvContentPartPr>
              <p14:xfrm>
                <a:off x="7247265" y="3903855"/>
                <a:ext cx="104760" cy="142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6E05A0-9131-BCA6-CCB0-09179BF9D8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1145" y="3897735"/>
                  <a:ext cx="117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39FF2D-B5BD-0C8E-6186-A5DCA1CF900C}"/>
                    </a:ext>
                  </a:extLst>
                </p14:cNvPr>
                <p14:cNvContentPartPr/>
                <p14:nvPr/>
              </p14:nvContentPartPr>
              <p14:xfrm>
                <a:off x="7253385" y="4118775"/>
                <a:ext cx="74520" cy="18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39FF2D-B5BD-0C8E-6186-A5DCA1CF90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47265" y="4112655"/>
                  <a:ext cx="86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D53213-B791-4FFD-79DB-1E39EAB3AA5E}"/>
                    </a:ext>
                  </a:extLst>
                </p14:cNvPr>
                <p14:cNvContentPartPr/>
                <p14:nvPr/>
              </p14:nvContentPartPr>
              <p14:xfrm>
                <a:off x="7219185" y="4211655"/>
                <a:ext cx="154800" cy="1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D53213-B791-4FFD-79DB-1E39EAB3AA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13065" y="4205535"/>
                  <a:ext cx="167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9C737D-B01D-00DF-6DC9-8A9EAD32BE55}"/>
              </a:ext>
            </a:extLst>
          </p:cNvPr>
          <p:cNvGrpSpPr/>
          <p:nvPr/>
        </p:nvGrpSpPr>
        <p:grpSpPr>
          <a:xfrm>
            <a:off x="7177785" y="4486335"/>
            <a:ext cx="191160" cy="464400"/>
            <a:chOff x="7177785" y="4486335"/>
            <a:chExt cx="19116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29B5F89-1D30-2664-99A6-9688324C29C7}"/>
                    </a:ext>
                  </a:extLst>
                </p14:cNvPr>
                <p14:cNvContentPartPr/>
                <p14:nvPr/>
              </p14:nvContentPartPr>
              <p14:xfrm>
                <a:off x="7177785" y="4486335"/>
                <a:ext cx="126720" cy="217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29B5F89-1D30-2664-99A6-9688324C29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71665" y="4480215"/>
                  <a:ext cx="138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BDDEFB-CF9C-458E-ABBE-E46BD03525FB}"/>
                    </a:ext>
                  </a:extLst>
                </p14:cNvPr>
                <p14:cNvContentPartPr/>
                <p14:nvPr/>
              </p14:nvContentPartPr>
              <p14:xfrm>
                <a:off x="7242585" y="4781895"/>
                <a:ext cx="126360" cy="168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BDDEFB-CF9C-458E-ABBE-E46BD03525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6465" y="4775775"/>
                  <a:ext cx="1386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E1D119-7215-562B-7FB1-7963AEFC2F2E}"/>
              </a:ext>
            </a:extLst>
          </p:cNvPr>
          <p:cNvGrpSpPr/>
          <p:nvPr/>
        </p:nvGrpSpPr>
        <p:grpSpPr>
          <a:xfrm>
            <a:off x="7777905" y="1368375"/>
            <a:ext cx="146520" cy="211320"/>
            <a:chOff x="7777905" y="1368375"/>
            <a:chExt cx="14652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EF28C81-C580-4653-5C62-6522B36D92F1}"/>
                    </a:ext>
                  </a:extLst>
                </p14:cNvPr>
                <p14:cNvContentPartPr/>
                <p14:nvPr/>
              </p14:nvContentPartPr>
              <p14:xfrm>
                <a:off x="7804185" y="1381695"/>
                <a:ext cx="82440" cy="10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EF28C81-C580-4653-5C62-6522B36D92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95545" y="1372695"/>
                  <a:ext cx="100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078BFD-236E-6139-D337-7F44C347E0FF}"/>
                    </a:ext>
                  </a:extLst>
                </p14:cNvPr>
                <p14:cNvContentPartPr/>
                <p14:nvPr/>
              </p14:nvContentPartPr>
              <p14:xfrm>
                <a:off x="7777905" y="1383855"/>
                <a:ext cx="118080" cy="116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078BFD-236E-6139-D337-7F44C347E0F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69265" y="1374855"/>
                  <a:ext cx="1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B0102C-1CC8-9E5B-FA30-1FB6EFF40696}"/>
                    </a:ext>
                  </a:extLst>
                </p14:cNvPr>
                <p14:cNvContentPartPr/>
                <p14:nvPr/>
              </p14:nvContentPartPr>
              <p14:xfrm>
                <a:off x="7805265" y="1368375"/>
                <a:ext cx="109080" cy="21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B0102C-1CC8-9E5B-FA30-1FB6EFF406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96625" y="1359375"/>
                  <a:ext cx="12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205FD4-D08F-FA59-B741-C33074E3FB5C}"/>
                    </a:ext>
                  </a:extLst>
                </p14:cNvPr>
                <p14:cNvContentPartPr/>
                <p14:nvPr/>
              </p14:nvContentPartPr>
              <p14:xfrm>
                <a:off x="7780065" y="1393935"/>
                <a:ext cx="144360" cy="118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205FD4-D08F-FA59-B741-C33074E3FB5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71425" y="1385295"/>
                  <a:ext cx="16200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AB7AA53-8622-B2E5-EC26-D9E143149BC2}"/>
              </a:ext>
            </a:extLst>
          </p:cNvPr>
          <p:cNvGrpSpPr/>
          <p:nvPr/>
        </p:nvGrpSpPr>
        <p:grpSpPr>
          <a:xfrm>
            <a:off x="7756305" y="1056615"/>
            <a:ext cx="181080" cy="221400"/>
            <a:chOff x="7756305" y="1056615"/>
            <a:chExt cx="18108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A8045B-07DD-DD4B-9D50-688AAF8B5F2E}"/>
                    </a:ext>
                  </a:extLst>
                </p14:cNvPr>
                <p14:cNvContentPartPr/>
                <p14:nvPr/>
              </p14:nvContentPartPr>
              <p14:xfrm>
                <a:off x="7800945" y="1149495"/>
                <a:ext cx="60480" cy="2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A8045B-07DD-DD4B-9D50-688AAF8B5F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2305" y="1140855"/>
                  <a:ext cx="78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A99172-D060-4601-812E-941971C4C266}"/>
                    </a:ext>
                  </a:extLst>
                </p14:cNvPr>
                <p14:cNvContentPartPr/>
                <p14:nvPr/>
              </p14:nvContentPartPr>
              <p14:xfrm>
                <a:off x="7832625" y="1117455"/>
                <a:ext cx="57600" cy="65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A99172-D060-4601-812E-941971C4C2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23985" y="1108455"/>
                  <a:ext cx="75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8A4B49-9AA8-F571-86D0-C22B3D47AC1A}"/>
                    </a:ext>
                  </a:extLst>
                </p14:cNvPr>
                <p14:cNvContentPartPr/>
                <p14:nvPr/>
              </p14:nvContentPartPr>
              <p14:xfrm>
                <a:off x="7769985" y="1099815"/>
                <a:ext cx="167400" cy="124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8A4B49-9AA8-F571-86D0-C22B3D47AC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60985" y="1091175"/>
                  <a:ext cx="185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B4D898-41C6-0770-4FBA-A1D294A03203}"/>
                    </a:ext>
                  </a:extLst>
                </p14:cNvPr>
                <p14:cNvContentPartPr/>
                <p14:nvPr/>
              </p14:nvContentPartPr>
              <p14:xfrm>
                <a:off x="7756305" y="1056615"/>
                <a:ext cx="177480" cy="221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B4D898-41C6-0770-4FBA-A1D294A032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47305" y="1047975"/>
                  <a:ext cx="1951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F7D301-80AD-BFF3-EDB4-9220C04FC112}"/>
              </a:ext>
            </a:extLst>
          </p:cNvPr>
          <p:cNvGrpSpPr/>
          <p:nvPr/>
        </p:nvGrpSpPr>
        <p:grpSpPr>
          <a:xfrm>
            <a:off x="7776825" y="3209775"/>
            <a:ext cx="176400" cy="164160"/>
            <a:chOff x="7776825" y="3209775"/>
            <a:chExt cx="1764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2260B6-BA96-1C09-BD59-91DF7D9308EF}"/>
                    </a:ext>
                  </a:extLst>
                </p14:cNvPr>
                <p14:cNvContentPartPr/>
                <p14:nvPr/>
              </p14:nvContentPartPr>
              <p14:xfrm>
                <a:off x="7823625" y="3262335"/>
                <a:ext cx="129600" cy="111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2260B6-BA96-1C09-BD59-91DF7D9308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14985" y="3253335"/>
                  <a:ext cx="147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00BCF2-04C7-C30F-D8CC-6D9084690651}"/>
                    </a:ext>
                  </a:extLst>
                </p14:cNvPr>
                <p14:cNvContentPartPr/>
                <p14:nvPr/>
              </p14:nvContentPartPr>
              <p14:xfrm>
                <a:off x="7776825" y="3209775"/>
                <a:ext cx="165960" cy="14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00BCF2-04C7-C30F-D8CC-6D90846906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67825" y="3200775"/>
                  <a:ext cx="18360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36610CA-153F-A3D0-0B81-0869E4990CF2}"/>
                  </a:ext>
                </a:extLst>
              </p14:cNvPr>
              <p14:cNvContentPartPr/>
              <p14:nvPr/>
            </p14:nvContentPartPr>
            <p14:xfrm>
              <a:off x="6942345" y="1128615"/>
              <a:ext cx="20520" cy="117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36610CA-153F-A3D0-0B81-0869E4990CF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33705" y="1119975"/>
                <a:ext cx="38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269F918-2DE9-377F-6C37-C43380600534}"/>
                  </a:ext>
                </a:extLst>
              </p14:cNvPr>
              <p14:cNvContentPartPr/>
              <p14:nvPr/>
            </p14:nvContentPartPr>
            <p14:xfrm>
              <a:off x="6950265" y="1357215"/>
              <a:ext cx="131760" cy="147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269F918-2DE9-377F-6C37-C4338060053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41625" y="1348575"/>
                <a:ext cx="149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97288BF-CE59-D93A-210A-F9C15D003C7F}"/>
                  </a:ext>
                </a:extLst>
              </p14:cNvPr>
              <p14:cNvContentPartPr/>
              <p14:nvPr/>
            </p14:nvContentPartPr>
            <p14:xfrm>
              <a:off x="6883305" y="2637735"/>
              <a:ext cx="100440" cy="135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97288BF-CE59-D93A-210A-F9C15D003C7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74305" y="2629095"/>
                <a:ext cx="118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14EE47-E339-2BD3-34F1-7F26C57ADA1A}"/>
                  </a:ext>
                </a:extLst>
              </p14:cNvPr>
              <p14:cNvContentPartPr/>
              <p14:nvPr/>
            </p14:nvContentPartPr>
            <p14:xfrm>
              <a:off x="6916065" y="3269535"/>
              <a:ext cx="143280" cy="167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14EE47-E339-2BD3-34F1-7F26C57ADA1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07425" y="3260535"/>
                <a:ext cx="160920" cy="18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34ED845-4EF6-B8CF-8662-981C43DF9FD0}"/>
              </a:ext>
            </a:extLst>
          </p:cNvPr>
          <p:cNvGrpSpPr/>
          <p:nvPr/>
        </p:nvGrpSpPr>
        <p:grpSpPr>
          <a:xfrm>
            <a:off x="6922185" y="5006895"/>
            <a:ext cx="180720" cy="206640"/>
            <a:chOff x="6922185" y="5006895"/>
            <a:chExt cx="18072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D940E3-9560-3801-59D2-15017A00FFCA}"/>
                    </a:ext>
                  </a:extLst>
                </p14:cNvPr>
                <p14:cNvContentPartPr/>
                <p14:nvPr/>
              </p14:nvContentPartPr>
              <p14:xfrm>
                <a:off x="6922185" y="5068095"/>
                <a:ext cx="81360" cy="145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D940E3-9560-3801-59D2-15017A00FF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13185" y="5059455"/>
                  <a:ext cx="99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B87860-2E88-62D9-B9C0-96FF926491BB}"/>
                    </a:ext>
                  </a:extLst>
                </p14:cNvPr>
                <p14:cNvContentPartPr/>
                <p14:nvPr/>
              </p14:nvContentPartPr>
              <p14:xfrm>
                <a:off x="7013265" y="5006895"/>
                <a:ext cx="89640" cy="4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B87860-2E88-62D9-B9C0-96FF926491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04625" y="4997895"/>
                  <a:ext cx="107280" cy="5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6507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76B6F90-BB42-1EFA-37D4-C61EBC936271}"/>
              </a:ext>
            </a:extLst>
          </p:cNvPr>
          <p:cNvGrpSpPr/>
          <p:nvPr/>
        </p:nvGrpSpPr>
        <p:grpSpPr>
          <a:xfrm>
            <a:off x="1594185" y="270015"/>
            <a:ext cx="3288240" cy="705960"/>
            <a:chOff x="1594185" y="270015"/>
            <a:chExt cx="328824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9448473-F703-ED11-BB29-3AA40261D955}"/>
                    </a:ext>
                  </a:extLst>
                </p14:cNvPr>
                <p14:cNvContentPartPr/>
                <p14:nvPr/>
              </p14:nvContentPartPr>
              <p14:xfrm>
                <a:off x="1594185" y="270015"/>
                <a:ext cx="401040" cy="705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9448473-F703-ED11-BB29-3AA40261D9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85185" y="261375"/>
                  <a:ext cx="41868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1F56116-F1BF-529D-D091-53D2FF08DA9C}"/>
                    </a:ext>
                  </a:extLst>
                </p14:cNvPr>
                <p14:cNvContentPartPr/>
                <p14:nvPr/>
              </p14:nvContentPartPr>
              <p14:xfrm>
                <a:off x="2223825" y="432375"/>
                <a:ext cx="603000" cy="456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1F56116-F1BF-529D-D091-53D2FF08DA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14825" y="423375"/>
                  <a:ext cx="6206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729EA9-C68D-F877-8069-04353B7BEEEF}"/>
                    </a:ext>
                  </a:extLst>
                </p14:cNvPr>
                <p14:cNvContentPartPr/>
                <p14:nvPr/>
              </p14:nvContentPartPr>
              <p14:xfrm>
                <a:off x="2717745" y="568095"/>
                <a:ext cx="438120" cy="76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729EA9-C68D-F877-8069-04353B7BEE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9105" y="559095"/>
                  <a:ext cx="455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7D83AEC-0E15-B02C-F5F2-37E4229A7C85}"/>
                    </a:ext>
                  </a:extLst>
                </p14:cNvPr>
                <p14:cNvContentPartPr/>
                <p14:nvPr/>
              </p14:nvContentPartPr>
              <p14:xfrm>
                <a:off x="3116985" y="352095"/>
                <a:ext cx="770040" cy="532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7D83AEC-0E15-B02C-F5F2-37E4229A7C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07985" y="343095"/>
                  <a:ext cx="7876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F3369B-64E6-55B5-AE4D-9349C73BA223}"/>
                    </a:ext>
                  </a:extLst>
                </p14:cNvPr>
                <p14:cNvContentPartPr/>
                <p14:nvPr/>
              </p14:nvContentPartPr>
              <p14:xfrm>
                <a:off x="4129305" y="361455"/>
                <a:ext cx="753120" cy="526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F3369B-64E6-55B5-AE4D-9349C73BA2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20665" y="352815"/>
                  <a:ext cx="770760" cy="54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408C55-602B-9F08-874D-9B4233817405}"/>
                  </a:ext>
                </a:extLst>
              </p14:cNvPr>
              <p14:cNvContentPartPr/>
              <p14:nvPr/>
            </p14:nvContentPartPr>
            <p14:xfrm>
              <a:off x="1315545" y="2324895"/>
              <a:ext cx="76680" cy="44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408C55-602B-9F08-874D-9B42338174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06545" y="2316255"/>
                <a:ext cx="94320" cy="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E5AC31E-19A8-2411-ABA7-E6D25A568CD0}"/>
              </a:ext>
            </a:extLst>
          </p:cNvPr>
          <p:cNvGrpSpPr/>
          <p:nvPr/>
        </p:nvGrpSpPr>
        <p:grpSpPr>
          <a:xfrm>
            <a:off x="1869945" y="1489695"/>
            <a:ext cx="1986840" cy="1091160"/>
            <a:chOff x="1869945" y="1489695"/>
            <a:chExt cx="1986840" cy="10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806B92-87EB-CF07-1584-1A2359DFB416}"/>
                    </a:ext>
                  </a:extLst>
                </p14:cNvPr>
                <p14:cNvContentPartPr/>
                <p14:nvPr/>
              </p14:nvContentPartPr>
              <p14:xfrm>
                <a:off x="1869945" y="1489695"/>
                <a:ext cx="227160" cy="75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806B92-87EB-CF07-1584-1A2359DFB4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60945" y="1481055"/>
                  <a:ext cx="24480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82F770-286D-8E03-4D3D-A6106C613086}"/>
                    </a:ext>
                  </a:extLst>
                </p14:cNvPr>
                <p14:cNvContentPartPr/>
                <p14:nvPr/>
              </p14:nvContentPartPr>
              <p14:xfrm>
                <a:off x="2246145" y="1858335"/>
                <a:ext cx="272880" cy="27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82F770-286D-8E03-4D3D-A6106C6130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7505" y="1849695"/>
                  <a:ext cx="2905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DD3A90-7E5F-BED2-A8E8-C09989BAD720}"/>
                    </a:ext>
                  </a:extLst>
                </p14:cNvPr>
                <p14:cNvContentPartPr/>
                <p14:nvPr/>
              </p14:nvContentPartPr>
              <p14:xfrm>
                <a:off x="2657265" y="1827015"/>
                <a:ext cx="287280" cy="27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DD3A90-7E5F-BED2-A8E8-C09989BAD7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8625" y="1818375"/>
                  <a:ext cx="304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762EE5-D23D-5791-28EB-D0150B264727}"/>
                    </a:ext>
                  </a:extLst>
                </p14:cNvPr>
                <p14:cNvContentPartPr/>
                <p14:nvPr/>
              </p14:nvContentPartPr>
              <p14:xfrm>
                <a:off x="3040305" y="1805055"/>
                <a:ext cx="317160" cy="263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762EE5-D23D-5791-28EB-D0150B2647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1305" y="1796055"/>
                  <a:ext cx="334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D7CD09-D2D9-0D15-3BCC-34D9A40761FA}"/>
                    </a:ext>
                  </a:extLst>
                </p14:cNvPr>
                <p14:cNvContentPartPr/>
                <p14:nvPr/>
              </p14:nvContentPartPr>
              <p14:xfrm>
                <a:off x="3511545" y="1844655"/>
                <a:ext cx="345240" cy="73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D7CD09-D2D9-0D15-3BCC-34D9A40761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2905" y="1835655"/>
                  <a:ext cx="362880" cy="75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0B69EB-3164-5DE8-AD22-2B5BCDC498A8}"/>
              </a:ext>
            </a:extLst>
          </p:cNvPr>
          <p:cNvGrpSpPr/>
          <p:nvPr/>
        </p:nvGrpSpPr>
        <p:grpSpPr>
          <a:xfrm>
            <a:off x="2083425" y="3214815"/>
            <a:ext cx="2594880" cy="503280"/>
            <a:chOff x="2083425" y="3214815"/>
            <a:chExt cx="259488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B0F611-85A4-F7BC-B2AE-1F682E63F345}"/>
                    </a:ext>
                  </a:extLst>
                </p14:cNvPr>
                <p14:cNvContentPartPr/>
                <p14:nvPr/>
              </p14:nvContentPartPr>
              <p14:xfrm>
                <a:off x="2083425" y="3214815"/>
                <a:ext cx="315000" cy="503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B0F611-85A4-F7BC-B2AE-1F682E63F3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74785" y="3205815"/>
                  <a:ext cx="3326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B1A5AF-C374-FF23-F812-66E41828C17E}"/>
                    </a:ext>
                  </a:extLst>
                </p14:cNvPr>
                <p14:cNvContentPartPr/>
                <p14:nvPr/>
              </p14:nvContentPartPr>
              <p14:xfrm>
                <a:off x="2629905" y="3276735"/>
                <a:ext cx="206280" cy="351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B1A5AF-C374-FF23-F812-66E41828C1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20905" y="3267735"/>
                  <a:ext cx="223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87BB66-060A-186E-0D17-12B92906D16B}"/>
                    </a:ext>
                  </a:extLst>
                </p14:cNvPr>
                <p14:cNvContentPartPr/>
                <p14:nvPr/>
              </p14:nvContentPartPr>
              <p14:xfrm>
                <a:off x="3030585" y="3359895"/>
                <a:ext cx="157320" cy="20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87BB66-060A-186E-0D17-12B92906D1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21585" y="3350895"/>
                  <a:ext cx="174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8526CA-229A-F03C-F251-F7EA43D60EEC}"/>
                    </a:ext>
                  </a:extLst>
                </p14:cNvPr>
                <p14:cNvContentPartPr/>
                <p14:nvPr/>
              </p14:nvContentPartPr>
              <p14:xfrm>
                <a:off x="3307785" y="3304455"/>
                <a:ext cx="235800" cy="31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8526CA-229A-F03C-F251-F7EA43D60E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98785" y="3295455"/>
                  <a:ext cx="253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0A4F135-39DD-A0B3-2E3D-BC9AAFD7910D}"/>
                    </a:ext>
                  </a:extLst>
                </p14:cNvPr>
                <p14:cNvContentPartPr/>
                <p14:nvPr/>
              </p14:nvContentPartPr>
              <p14:xfrm>
                <a:off x="3779745" y="3229215"/>
                <a:ext cx="696960" cy="387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0A4F135-39DD-A0B3-2E3D-BC9AAFD791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71105" y="3220575"/>
                  <a:ext cx="7146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04B037-1327-7FB3-3A30-66108EB10638}"/>
                    </a:ext>
                  </a:extLst>
                </p14:cNvPr>
                <p14:cNvContentPartPr/>
                <p14:nvPr/>
              </p14:nvContentPartPr>
              <p14:xfrm>
                <a:off x="4407225" y="3285735"/>
                <a:ext cx="271080" cy="1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04B037-1327-7FB3-3A30-66108EB106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98585" y="3277095"/>
                  <a:ext cx="2887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B5130D-5E44-BDF0-621B-F5DF1EB5CB11}"/>
              </a:ext>
            </a:extLst>
          </p:cNvPr>
          <p:cNvGrpSpPr/>
          <p:nvPr/>
        </p:nvGrpSpPr>
        <p:grpSpPr>
          <a:xfrm>
            <a:off x="2108265" y="4358895"/>
            <a:ext cx="1949760" cy="736920"/>
            <a:chOff x="2108265" y="4358895"/>
            <a:chExt cx="1949760" cy="7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1D2260-D666-1978-E045-1EA82B43BA42}"/>
                    </a:ext>
                  </a:extLst>
                </p14:cNvPr>
                <p14:cNvContentPartPr/>
                <p14:nvPr/>
              </p14:nvContentPartPr>
              <p14:xfrm>
                <a:off x="2108265" y="4530615"/>
                <a:ext cx="35280" cy="538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1D2260-D666-1978-E045-1EA82B43BA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99265" y="4521615"/>
                  <a:ext cx="5292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D54CB6-07D7-1A46-4837-2F88D8195FBA}"/>
                    </a:ext>
                  </a:extLst>
                </p14:cNvPr>
                <p14:cNvContentPartPr/>
                <p14:nvPr/>
              </p14:nvContentPartPr>
              <p14:xfrm>
                <a:off x="2176305" y="4358895"/>
                <a:ext cx="403560" cy="73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D54CB6-07D7-1A46-4837-2F88D8195F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67305" y="4350255"/>
                  <a:ext cx="42120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D706AC-E515-8F53-8D51-4BCF5FC220B1}"/>
                    </a:ext>
                  </a:extLst>
                </p14:cNvPr>
                <p14:cNvContentPartPr/>
                <p14:nvPr/>
              </p14:nvContentPartPr>
              <p14:xfrm>
                <a:off x="2842305" y="4686855"/>
                <a:ext cx="516600" cy="280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D706AC-E515-8F53-8D51-4BCF5FC220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33665" y="4678215"/>
                  <a:ext cx="534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EB2BF6-96CB-8BF3-9A10-425C0B8BAD97}"/>
                    </a:ext>
                  </a:extLst>
                </p14:cNvPr>
                <p14:cNvContentPartPr/>
                <p14:nvPr/>
              </p14:nvContentPartPr>
              <p14:xfrm>
                <a:off x="3475545" y="4451415"/>
                <a:ext cx="20880" cy="119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EB2BF6-96CB-8BF3-9A10-425C0B8BAD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66905" y="4442415"/>
                  <a:ext cx="38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F91E7F-1762-0B33-40A6-6DA569B8DF3F}"/>
                    </a:ext>
                  </a:extLst>
                </p14:cNvPr>
                <p14:cNvContentPartPr/>
                <p14:nvPr/>
              </p14:nvContentPartPr>
              <p14:xfrm>
                <a:off x="3595785" y="4714215"/>
                <a:ext cx="462240" cy="378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F91E7F-1762-0B33-40A6-6DA569B8DF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86785" y="4705575"/>
                  <a:ext cx="479880" cy="39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FE38E9A-A4C5-2AA2-B027-91ABE159B1C7}"/>
                  </a:ext>
                </a:extLst>
              </p14:cNvPr>
              <p14:cNvContentPartPr/>
              <p14:nvPr/>
            </p14:nvContentPartPr>
            <p14:xfrm>
              <a:off x="4384545" y="4897815"/>
              <a:ext cx="8280" cy="8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FE38E9A-A4C5-2AA2-B027-91ABE159B1C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75545" y="4888815"/>
                <a:ext cx="2592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12980DD-6F74-1F8D-9FC5-444389CA94A6}"/>
              </a:ext>
            </a:extLst>
          </p:cNvPr>
          <p:cNvGrpSpPr/>
          <p:nvPr/>
        </p:nvGrpSpPr>
        <p:grpSpPr>
          <a:xfrm>
            <a:off x="6037305" y="783015"/>
            <a:ext cx="840600" cy="718560"/>
            <a:chOff x="6037305" y="783015"/>
            <a:chExt cx="840600" cy="7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3DAEAA-EE9F-358E-8031-9DEF060AB03B}"/>
                    </a:ext>
                  </a:extLst>
                </p14:cNvPr>
                <p14:cNvContentPartPr/>
                <p14:nvPr/>
              </p14:nvContentPartPr>
              <p14:xfrm>
                <a:off x="6101025" y="1429935"/>
                <a:ext cx="23040" cy="4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3DAEAA-EE9F-358E-8031-9DEF060AB0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92385" y="1421295"/>
                  <a:ext cx="40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32C407-F8C8-088E-77F5-79E9950B2341}"/>
                    </a:ext>
                  </a:extLst>
                </p14:cNvPr>
                <p14:cNvContentPartPr/>
                <p14:nvPr/>
              </p14:nvContentPartPr>
              <p14:xfrm>
                <a:off x="6037305" y="888855"/>
                <a:ext cx="278280" cy="612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32C407-F8C8-088E-77F5-79E9950B2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8305" y="880215"/>
                  <a:ext cx="29592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687D63-2373-FE83-CFD1-8A67003846A4}"/>
                    </a:ext>
                  </a:extLst>
                </p14:cNvPr>
                <p14:cNvContentPartPr/>
                <p14:nvPr/>
              </p14:nvContentPartPr>
              <p14:xfrm>
                <a:off x="6520065" y="783015"/>
                <a:ext cx="357840" cy="36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687D63-2373-FE83-CFD1-8A67003846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1065" y="774015"/>
                  <a:ext cx="375480" cy="38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120CCF-15EC-2B00-4F83-6102C4B64E77}"/>
              </a:ext>
            </a:extLst>
          </p:cNvPr>
          <p:cNvGrpSpPr/>
          <p:nvPr/>
        </p:nvGrpSpPr>
        <p:grpSpPr>
          <a:xfrm>
            <a:off x="7983465" y="901455"/>
            <a:ext cx="936360" cy="307800"/>
            <a:chOff x="7983465" y="901455"/>
            <a:chExt cx="93636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85A8DE-3718-050E-4D86-ADA5E2A1012F}"/>
                    </a:ext>
                  </a:extLst>
                </p14:cNvPr>
                <p14:cNvContentPartPr/>
                <p14:nvPr/>
              </p14:nvContentPartPr>
              <p14:xfrm>
                <a:off x="7983465" y="917295"/>
                <a:ext cx="17640" cy="262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85A8DE-3718-050E-4D86-ADA5E2A101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74825" y="908295"/>
                  <a:ext cx="35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3D7145-BB8E-282F-30E9-6430343758B3}"/>
                    </a:ext>
                  </a:extLst>
                </p14:cNvPr>
                <p14:cNvContentPartPr/>
                <p14:nvPr/>
              </p14:nvContentPartPr>
              <p14:xfrm>
                <a:off x="8029545" y="901455"/>
                <a:ext cx="446040" cy="30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3D7145-BB8E-282F-30E9-643034375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20545" y="892455"/>
                  <a:ext cx="4636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46FE1B-BFB5-85E9-083C-386F4238DFF3}"/>
                    </a:ext>
                  </a:extLst>
                </p14:cNvPr>
                <p14:cNvContentPartPr/>
                <p14:nvPr/>
              </p14:nvContentPartPr>
              <p14:xfrm>
                <a:off x="8717865" y="935295"/>
                <a:ext cx="201960" cy="246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46FE1B-BFB5-85E9-083C-386F4238DF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08865" y="926295"/>
                  <a:ext cx="2196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0436F2-4D94-B233-ECBF-1791DD6D623D}"/>
              </a:ext>
            </a:extLst>
          </p:cNvPr>
          <p:cNvGrpSpPr/>
          <p:nvPr/>
        </p:nvGrpSpPr>
        <p:grpSpPr>
          <a:xfrm>
            <a:off x="9496905" y="535695"/>
            <a:ext cx="1791720" cy="775080"/>
            <a:chOff x="9496905" y="535695"/>
            <a:chExt cx="179172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DF5FBE-0C41-714C-0473-D849DC042166}"/>
                    </a:ext>
                  </a:extLst>
                </p14:cNvPr>
                <p14:cNvContentPartPr/>
                <p14:nvPr/>
              </p14:nvContentPartPr>
              <p14:xfrm>
                <a:off x="9496905" y="796335"/>
                <a:ext cx="17640" cy="340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DF5FBE-0C41-714C-0473-D849DC0421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87905" y="787335"/>
                  <a:ext cx="352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42B4D3-731D-6282-08B0-EADF6F9E5FC3}"/>
                    </a:ext>
                  </a:extLst>
                </p14:cNvPr>
                <p14:cNvContentPartPr/>
                <p14:nvPr/>
              </p14:nvContentPartPr>
              <p14:xfrm>
                <a:off x="9539385" y="655215"/>
                <a:ext cx="154440" cy="29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42B4D3-731D-6282-08B0-EADF6F9E5F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30385" y="646215"/>
                  <a:ext cx="172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5F642C-4250-3DFB-4779-956D4A5FE88D}"/>
                    </a:ext>
                  </a:extLst>
                </p14:cNvPr>
                <p14:cNvContentPartPr/>
                <p14:nvPr/>
              </p14:nvContentPartPr>
              <p14:xfrm>
                <a:off x="9830985" y="634695"/>
                <a:ext cx="209160" cy="633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5F642C-4250-3DFB-4779-956D4A5FE8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22345" y="626055"/>
                  <a:ext cx="22680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310385-6D82-CCA9-9367-419E6948EE78}"/>
                    </a:ext>
                  </a:extLst>
                </p14:cNvPr>
                <p14:cNvContentPartPr/>
                <p14:nvPr/>
              </p14:nvContentPartPr>
              <p14:xfrm>
                <a:off x="10092345" y="669975"/>
                <a:ext cx="167400" cy="37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310385-6D82-CCA9-9367-419E6948EE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83705" y="661335"/>
                  <a:ext cx="1850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87749D-01CE-C2EC-9B0A-A44575F76FC0}"/>
                    </a:ext>
                  </a:extLst>
                </p14:cNvPr>
                <p14:cNvContentPartPr/>
                <p14:nvPr/>
              </p14:nvContentPartPr>
              <p14:xfrm>
                <a:off x="10229505" y="584295"/>
                <a:ext cx="47160" cy="3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87749D-01CE-C2EC-9B0A-A44575F76F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20865" y="575655"/>
                  <a:ext cx="64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3A7B57A-444E-F9A0-4603-24328C816658}"/>
                    </a:ext>
                  </a:extLst>
                </p14:cNvPr>
                <p14:cNvContentPartPr/>
                <p14:nvPr/>
              </p14:nvContentPartPr>
              <p14:xfrm>
                <a:off x="10207905" y="799575"/>
                <a:ext cx="75960" cy="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3A7B57A-444E-F9A0-4603-24328C8166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99265" y="790575"/>
                  <a:ext cx="93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C4DBF4-3D31-E168-A587-BABD8D9BD01D}"/>
                    </a:ext>
                  </a:extLst>
                </p14:cNvPr>
                <p14:cNvContentPartPr/>
                <p14:nvPr/>
              </p14:nvContentPartPr>
              <p14:xfrm>
                <a:off x="10363065" y="624975"/>
                <a:ext cx="290880" cy="560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C4DBF4-3D31-E168-A587-BABD8D9BD0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54425" y="616335"/>
                  <a:ext cx="3085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CCEFC-19B7-EBE1-CF8E-73EAD3D6EA4E}"/>
                    </a:ext>
                  </a:extLst>
                </p14:cNvPr>
                <p14:cNvContentPartPr/>
                <p14:nvPr/>
              </p14:nvContentPartPr>
              <p14:xfrm>
                <a:off x="10697145" y="781935"/>
                <a:ext cx="432720" cy="429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CCEFC-19B7-EBE1-CF8E-73EAD3D6EA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88505" y="773295"/>
                  <a:ext cx="4503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6AE52E-734A-06F0-92CF-68F2DF09E3AE}"/>
                    </a:ext>
                  </a:extLst>
                </p14:cNvPr>
                <p14:cNvContentPartPr/>
                <p14:nvPr/>
              </p14:nvContentPartPr>
              <p14:xfrm>
                <a:off x="11061825" y="535695"/>
                <a:ext cx="226800" cy="77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6AE52E-734A-06F0-92CF-68F2DF09E3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52825" y="527055"/>
                  <a:ext cx="244440" cy="79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2A99ABF-65D6-91C2-ECD4-B2DD6B86F8B5}"/>
              </a:ext>
            </a:extLst>
          </p:cNvPr>
          <p:cNvGrpSpPr/>
          <p:nvPr/>
        </p:nvGrpSpPr>
        <p:grpSpPr>
          <a:xfrm>
            <a:off x="11580225" y="478455"/>
            <a:ext cx="581400" cy="950040"/>
            <a:chOff x="11580225" y="478455"/>
            <a:chExt cx="581400" cy="9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540512-02C9-18C3-13E9-164D0A9A6884}"/>
                    </a:ext>
                  </a:extLst>
                </p14:cNvPr>
                <p14:cNvContentPartPr/>
                <p14:nvPr/>
              </p14:nvContentPartPr>
              <p14:xfrm>
                <a:off x="11580225" y="628575"/>
                <a:ext cx="102600" cy="437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540512-02C9-18C3-13E9-164D0A9A68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71585" y="619935"/>
                  <a:ext cx="120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40A744-8C7D-55B1-48AF-A38CB9339A34}"/>
                    </a:ext>
                  </a:extLst>
                </p14:cNvPr>
                <p14:cNvContentPartPr/>
                <p14:nvPr/>
              </p14:nvContentPartPr>
              <p14:xfrm>
                <a:off x="11651505" y="527055"/>
                <a:ext cx="229680" cy="335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40A744-8C7D-55B1-48AF-A38CB9339A3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42865" y="518415"/>
                  <a:ext cx="2473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932CF8-932F-30F6-CA6D-A85AD60FDF22}"/>
                    </a:ext>
                  </a:extLst>
                </p14:cNvPr>
                <p14:cNvContentPartPr/>
                <p14:nvPr/>
              </p14:nvContentPartPr>
              <p14:xfrm>
                <a:off x="11882625" y="575295"/>
                <a:ext cx="131400" cy="364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32CF8-932F-30F6-CA6D-A85AD60FDF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873985" y="566295"/>
                  <a:ext cx="1490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14EC07-FB3B-AC56-572D-616C6FD28AB6}"/>
                    </a:ext>
                  </a:extLst>
                </p14:cNvPr>
                <p14:cNvContentPartPr/>
                <p14:nvPr/>
              </p14:nvContentPartPr>
              <p14:xfrm>
                <a:off x="11951745" y="527775"/>
                <a:ext cx="54000" cy="89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14EC07-FB3B-AC56-572D-616C6FD28AB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942745" y="518775"/>
                  <a:ext cx="71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E7D1ADB-6A71-617A-BBE4-0EDC5E60D22E}"/>
                    </a:ext>
                  </a:extLst>
                </p14:cNvPr>
                <p14:cNvContentPartPr/>
                <p14:nvPr/>
              </p14:nvContentPartPr>
              <p14:xfrm>
                <a:off x="11933745" y="687255"/>
                <a:ext cx="68760" cy="1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E7D1ADB-6A71-617A-BBE4-0EDC5E60D2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925105" y="678615"/>
                  <a:ext cx="86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CC5FCE-602D-4D66-C05B-330022A97F79}"/>
                    </a:ext>
                  </a:extLst>
                </p14:cNvPr>
                <p14:cNvContentPartPr/>
                <p14:nvPr/>
              </p14:nvContentPartPr>
              <p14:xfrm>
                <a:off x="11918985" y="595815"/>
                <a:ext cx="150120" cy="483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CC5FCE-602D-4D66-C05B-330022A97F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910345" y="586815"/>
                  <a:ext cx="1677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79720EC-E1BE-8B15-1549-C2C1B9A6B6E6}"/>
                    </a:ext>
                  </a:extLst>
                </p14:cNvPr>
                <p14:cNvContentPartPr/>
                <p14:nvPr/>
              </p14:nvContentPartPr>
              <p14:xfrm>
                <a:off x="12025545" y="884895"/>
                <a:ext cx="136080" cy="162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79720EC-E1BE-8B15-1549-C2C1B9A6B6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016545" y="875895"/>
                  <a:ext cx="153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2C71DC-0CC6-12D0-091C-CFC5C1EC2A8B}"/>
                    </a:ext>
                  </a:extLst>
                </p14:cNvPr>
                <p14:cNvContentPartPr/>
                <p14:nvPr/>
              </p14:nvContentPartPr>
              <p14:xfrm>
                <a:off x="11808105" y="1121415"/>
                <a:ext cx="200160" cy="307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2C71DC-0CC6-12D0-091C-CFC5C1EC2A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99465" y="1112775"/>
                  <a:ext cx="217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78649BE-51DF-BB27-06BF-1DB3F6080391}"/>
                    </a:ext>
                  </a:extLst>
                </p14:cNvPr>
                <p14:cNvContentPartPr/>
                <p14:nvPr/>
              </p14:nvContentPartPr>
              <p14:xfrm>
                <a:off x="11784705" y="478455"/>
                <a:ext cx="85680" cy="758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78649BE-51DF-BB27-06BF-1DB3F608039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775705" y="469815"/>
                  <a:ext cx="103320" cy="77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E8580B-1041-00D1-2CCD-5BAEAE1960BA}"/>
                  </a:ext>
                </a:extLst>
              </p14:cNvPr>
              <p14:cNvContentPartPr/>
              <p14:nvPr/>
            </p14:nvContentPartPr>
            <p14:xfrm>
              <a:off x="6087345" y="1951575"/>
              <a:ext cx="446040" cy="325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E8580B-1041-00D1-2CCD-5BAEAE1960B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81225" y="1945455"/>
                <a:ext cx="45828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09EF664-FDE5-87E0-B99E-F1A356A2F975}"/>
              </a:ext>
            </a:extLst>
          </p:cNvPr>
          <p:cNvGrpSpPr/>
          <p:nvPr/>
        </p:nvGrpSpPr>
        <p:grpSpPr>
          <a:xfrm>
            <a:off x="9986145" y="1546215"/>
            <a:ext cx="838080" cy="552600"/>
            <a:chOff x="9986145" y="1546215"/>
            <a:chExt cx="83808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408E470-596E-0B26-3B4F-A647C73EAD52}"/>
                    </a:ext>
                  </a:extLst>
                </p14:cNvPr>
                <p14:cNvContentPartPr/>
                <p14:nvPr/>
              </p14:nvContentPartPr>
              <p14:xfrm>
                <a:off x="9986145" y="1601655"/>
                <a:ext cx="291960" cy="309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408E470-596E-0B26-3B4F-A647C73EAD5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80025" y="1595535"/>
                  <a:ext cx="304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2357C08-A1E2-7A17-E7D7-80E1202565D9}"/>
                    </a:ext>
                  </a:extLst>
                </p14:cNvPr>
                <p14:cNvContentPartPr/>
                <p14:nvPr/>
              </p14:nvContentPartPr>
              <p14:xfrm>
                <a:off x="10301865" y="1546215"/>
                <a:ext cx="196920" cy="552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2357C08-A1E2-7A17-E7D7-80E1202565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95745" y="1540095"/>
                  <a:ext cx="2091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68CB3F-FAE2-241F-F41B-521BD781191D}"/>
                    </a:ext>
                  </a:extLst>
                </p14:cNvPr>
                <p14:cNvContentPartPr/>
                <p14:nvPr/>
              </p14:nvContentPartPr>
              <p14:xfrm>
                <a:off x="10632345" y="1650255"/>
                <a:ext cx="191880" cy="38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68CB3F-FAE2-241F-F41B-521BD781191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26225" y="1644135"/>
                  <a:ext cx="204120" cy="39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D4105CC-FB73-72DA-311C-848ABA0F065F}"/>
              </a:ext>
            </a:extLst>
          </p:cNvPr>
          <p:cNvGrpSpPr/>
          <p:nvPr/>
        </p:nvGrpSpPr>
        <p:grpSpPr>
          <a:xfrm>
            <a:off x="8027025" y="1836735"/>
            <a:ext cx="480960" cy="528840"/>
            <a:chOff x="8027025" y="1836735"/>
            <a:chExt cx="480960" cy="5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15A006-151D-17FD-D22C-F4D8B1FE381C}"/>
                    </a:ext>
                  </a:extLst>
                </p14:cNvPr>
                <p14:cNvContentPartPr/>
                <p14:nvPr/>
              </p14:nvContentPartPr>
              <p14:xfrm>
                <a:off x="8287665" y="1928895"/>
                <a:ext cx="252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15A006-151D-17FD-D22C-F4D8B1FE38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81545" y="1922775"/>
                  <a:ext cx="14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A7932C-20F5-C3DA-9659-8D1EBF887ED4}"/>
                    </a:ext>
                  </a:extLst>
                </p14:cNvPr>
                <p14:cNvContentPartPr/>
                <p14:nvPr/>
              </p14:nvContentPartPr>
              <p14:xfrm>
                <a:off x="8027025" y="1836735"/>
                <a:ext cx="480960" cy="528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A7932C-20F5-C3DA-9659-8D1EBF887ED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20905" y="1830615"/>
                  <a:ext cx="493200" cy="54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07FF9C1-70E1-0D9B-BF2B-EB5A03D6E739}"/>
              </a:ext>
            </a:extLst>
          </p:cNvPr>
          <p:cNvGrpSpPr/>
          <p:nvPr/>
        </p:nvGrpSpPr>
        <p:grpSpPr>
          <a:xfrm>
            <a:off x="11492745" y="1584015"/>
            <a:ext cx="548640" cy="527400"/>
            <a:chOff x="11492745" y="1584015"/>
            <a:chExt cx="54864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4892C96-C56B-1344-C208-789C1AE979D6}"/>
                    </a:ext>
                  </a:extLst>
                </p14:cNvPr>
                <p14:cNvContentPartPr/>
                <p14:nvPr/>
              </p14:nvContentPartPr>
              <p14:xfrm>
                <a:off x="11492745" y="1584015"/>
                <a:ext cx="166680" cy="321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4892C96-C56B-1344-C208-789C1AE979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486625" y="1577895"/>
                  <a:ext cx="1789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8A13E3B-0EDF-AC71-827E-4D1B09E13FA1}"/>
                    </a:ext>
                  </a:extLst>
                </p14:cNvPr>
                <p14:cNvContentPartPr/>
                <p14:nvPr/>
              </p14:nvContentPartPr>
              <p14:xfrm>
                <a:off x="11660865" y="1668615"/>
                <a:ext cx="170640" cy="40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8A13E3B-0EDF-AC71-827E-4D1B09E13F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54745" y="1662495"/>
                  <a:ext cx="182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748223D-207C-8F15-C151-CBC497666208}"/>
                    </a:ext>
                  </a:extLst>
                </p14:cNvPr>
                <p14:cNvContentPartPr/>
                <p14:nvPr/>
              </p14:nvContentPartPr>
              <p14:xfrm>
                <a:off x="11793345" y="1824135"/>
                <a:ext cx="93960" cy="287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748223D-207C-8F15-C151-CBC49766620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87225" y="1818015"/>
                  <a:ext cx="106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329B09-0C44-9ADB-8308-DAE6F14580DD}"/>
                    </a:ext>
                  </a:extLst>
                </p14:cNvPr>
                <p14:cNvContentPartPr/>
                <p14:nvPr/>
              </p14:nvContentPartPr>
              <p14:xfrm>
                <a:off x="11907465" y="1789935"/>
                <a:ext cx="133920" cy="24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329B09-0C44-9ADB-8308-DAE6F14580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901345" y="1783815"/>
                  <a:ext cx="14616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3065513-9DB6-DE85-C703-80E68F434690}"/>
                  </a:ext>
                </a:extLst>
              </p14:cNvPr>
              <p14:cNvContentPartPr/>
              <p14:nvPr/>
            </p14:nvContentPartPr>
            <p14:xfrm>
              <a:off x="5872785" y="2955615"/>
              <a:ext cx="437400" cy="534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3065513-9DB6-DE85-C703-80E68F43469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66665" y="2949495"/>
                <a:ext cx="44964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FABCAB8-E1E2-1017-F27E-91BD0A45EB04}"/>
                  </a:ext>
                </a:extLst>
              </p14:cNvPr>
              <p14:cNvContentPartPr/>
              <p14:nvPr/>
            </p14:nvContentPartPr>
            <p14:xfrm>
              <a:off x="8260665" y="3016455"/>
              <a:ext cx="291600" cy="3096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FABCAB8-E1E2-1017-F27E-91BD0A45EB0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54545" y="3010335"/>
                <a:ext cx="30384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8920CE3F-735E-EB0E-37C2-C2FC4C43EA6E}"/>
              </a:ext>
            </a:extLst>
          </p:cNvPr>
          <p:cNvGrpSpPr/>
          <p:nvPr/>
        </p:nvGrpSpPr>
        <p:grpSpPr>
          <a:xfrm>
            <a:off x="9716505" y="2835375"/>
            <a:ext cx="891720" cy="558720"/>
            <a:chOff x="9716505" y="2835375"/>
            <a:chExt cx="89172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B6AC30-DC6F-004D-E790-DE9F2B96C7CA}"/>
                    </a:ext>
                  </a:extLst>
                </p14:cNvPr>
                <p14:cNvContentPartPr/>
                <p14:nvPr/>
              </p14:nvContentPartPr>
              <p14:xfrm>
                <a:off x="9716505" y="2835375"/>
                <a:ext cx="295200" cy="38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B6AC30-DC6F-004D-E790-DE9F2B96C7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10385" y="2829255"/>
                  <a:ext cx="3074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402EF6C-74E4-3F10-592C-2826D4555A71}"/>
                    </a:ext>
                  </a:extLst>
                </p14:cNvPr>
                <p14:cNvContentPartPr/>
                <p14:nvPr/>
              </p14:nvContentPartPr>
              <p14:xfrm>
                <a:off x="10074345" y="2849775"/>
                <a:ext cx="199080" cy="497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402EF6C-74E4-3F10-592C-2826D4555A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68225" y="2843655"/>
                  <a:ext cx="2113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C9D479-F312-FBB2-BBB0-CEDE745B54CE}"/>
                    </a:ext>
                  </a:extLst>
                </p14:cNvPr>
                <p14:cNvContentPartPr/>
                <p14:nvPr/>
              </p14:nvContentPartPr>
              <p14:xfrm>
                <a:off x="10309785" y="2878935"/>
                <a:ext cx="298440" cy="515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C9D479-F312-FBB2-BBB0-CEDE745B54C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03665" y="2872815"/>
                  <a:ext cx="310680" cy="52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7E1720-79A7-9D57-DF9E-49BA0F3BA8E9}"/>
              </a:ext>
            </a:extLst>
          </p:cNvPr>
          <p:cNvGrpSpPr/>
          <p:nvPr/>
        </p:nvGrpSpPr>
        <p:grpSpPr>
          <a:xfrm>
            <a:off x="11492745" y="2701095"/>
            <a:ext cx="528480" cy="617760"/>
            <a:chOff x="11492745" y="2701095"/>
            <a:chExt cx="52848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7771B9C-0E95-0D60-D591-4054FE23478F}"/>
                    </a:ext>
                  </a:extLst>
                </p14:cNvPr>
                <p14:cNvContentPartPr/>
                <p14:nvPr/>
              </p14:nvContentPartPr>
              <p14:xfrm>
                <a:off x="11492745" y="2701095"/>
                <a:ext cx="223920" cy="277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7771B9C-0E95-0D60-D591-4054FE2347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86625" y="2694975"/>
                  <a:ext cx="236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04CD2E2-1853-1E3E-D89C-54183FD8CDCE}"/>
                    </a:ext>
                  </a:extLst>
                </p14:cNvPr>
                <p14:cNvContentPartPr/>
                <p14:nvPr/>
              </p14:nvContentPartPr>
              <p14:xfrm>
                <a:off x="11673105" y="2715855"/>
                <a:ext cx="217440" cy="603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04CD2E2-1853-1E3E-D89C-54183FD8CDC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66985" y="2709735"/>
                  <a:ext cx="22968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139524A-484D-0D86-29D5-A2599DDC8400}"/>
                    </a:ext>
                  </a:extLst>
                </p14:cNvPr>
                <p14:cNvContentPartPr/>
                <p14:nvPr/>
              </p14:nvContentPartPr>
              <p14:xfrm>
                <a:off x="11804865" y="2979015"/>
                <a:ext cx="115920" cy="267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139524A-484D-0D86-29D5-A2599DDC84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98745" y="2972895"/>
                  <a:ext cx="128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23C34B-4951-6098-289D-7A625F89907C}"/>
                    </a:ext>
                  </a:extLst>
                </p14:cNvPr>
                <p14:cNvContentPartPr/>
                <p14:nvPr/>
              </p14:nvContentPartPr>
              <p14:xfrm>
                <a:off x="11903145" y="2966055"/>
                <a:ext cx="118080" cy="25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23C34B-4951-6098-289D-7A625F89907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97025" y="2959935"/>
                  <a:ext cx="1303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5E263CE-2FA9-B0F0-76E6-6A6C74542451}"/>
                  </a:ext>
                </a:extLst>
              </p14:cNvPr>
              <p14:cNvContentPartPr/>
              <p14:nvPr/>
            </p14:nvContentPartPr>
            <p14:xfrm>
              <a:off x="5893305" y="4551855"/>
              <a:ext cx="353520" cy="558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5E263CE-2FA9-B0F0-76E6-6A6C7454245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87185" y="4545735"/>
                <a:ext cx="36576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5506CB6-0943-D9BE-6985-D4D0CA2BBD70}"/>
                  </a:ext>
                </a:extLst>
              </p14:cNvPr>
              <p14:cNvContentPartPr/>
              <p14:nvPr/>
            </p14:nvContentPartPr>
            <p14:xfrm>
              <a:off x="8151945" y="4413615"/>
              <a:ext cx="486000" cy="392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5506CB6-0943-D9BE-6985-D4D0CA2BBD7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45825" y="4407495"/>
                <a:ext cx="49824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8C9816F-E5EA-A5E4-84A3-F149F347136B}"/>
              </a:ext>
            </a:extLst>
          </p:cNvPr>
          <p:cNvGrpSpPr/>
          <p:nvPr/>
        </p:nvGrpSpPr>
        <p:grpSpPr>
          <a:xfrm>
            <a:off x="9555225" y="3979095"/>
            <a:ext cx="949320" cy="934200"/>
            <a:chOff x="9555225" y="3979095"/>
            <a:chExt cx="949320" cy="93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A37FD3C-DC92-FCA4-C0D9-53071A1A49E0}"/>
                    </a:ext>
                  </a:extLst>
                </p14:cNvPr>
                <p14:cNvContentPartPr/>
                <p14:nvPr/>
              </p14:nvContentPartPr>
              <p14:xfrm>
                <a:off x="9555225" y="4109415"/>
                <a:ext cx="322200" cy="480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A37FD3C-DC92-FCA4-C0D9-53071A1A49E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9105" y="4103295"/>
                  <a:ext cx="3344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94E5BE0-2221-CBB2-4A80-86371A093510}"/>
                    </a:ext>
                  </a:extLst>
                </p14:cNvPr>
                <p14:cNvContentPartPr/>
                <p14:nvPr/>
              </p14:nvContentPartPr>
              <p14:xfrm>
                <a:off x="9847545" y="3979095"/>
                <a:ext cx="360360" cy="934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94E5BE0-2221-CBB2-4A80-86371A0935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41425" y="3972975"/>
                  <a:ext cx="37260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544B7EC-6BCB-6D51-5D4A-7E055AFEC1F8}"/>
                    </a:ext>
                  </a:extLst>
                </p14:cNvPr>
                <p14:cNvContentPartPr/>
                <p14:nvPr/>
              </p14:nvContentPartPr>
              <p14:xfrm>
                <a:off x="10304385" y="4202655"/>
                <a:ext cx="200160" cy="475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544B7EC-6BCB-6D51-5D4A-7E055AFEC1F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98265" y="4196535"/>
                  <a:ext cx="212400" cy="48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8AD65AE-9054-618C-B490-38F6E24FDC06}"/>
              </a:ext>
            </a:extLst>
          </p:cNvPr>
          <p:cNvGrpSpPr/>
          <p:nvPr/>
        </p:nvGrpSpPr>
        <p:grpSpPr>
          <a:xfrm>
            <a:off x="11402025" y="4034895"/>
            <a:ext cx="556200" cy="616680"/>
            <a:chOff x="11402025" y="4034895"/>
            <a:chExt cx="55620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526880D-1BFA-4536-4A52-FD9C66D16D88}"/>
                    </a:ext>
                  </a:extLst>
                </p14:cNvPr>
                <p14:cNvContentPartPr/>
                <p14:nvPr/>
              </p14:nvContentPartPr>
              <p14:xfrm>
                <a:off x="11402025" y="4052175"/>
                <a:ext cx="228240" cy="276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526880D-1BFA-4536-4A52-FD9C66D16D8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95905" y="4046055"/>
                  <a:ext cx="240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B85F601-0E98-20D1-B8EB-F7678DAAD39C}"/>
                    </a:ext>
                  </a:extLst>
                </p14:cNvPr>
                <p14:cNvContentPartPr/>
                <p14:nvPr/>
              </p14:nvContentPartPr>
              <p14:xfrm>
                <a:off x="11502825" y="4034895"/>
                <a:ext cx="213120" cy="616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B85F601-0E98-20D1-B8EB-F7678DAAD3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496705" y="4028775"/>
                  <a:ext cx="2253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D3698A-8947-3368-8B6A-19A54AFA44C1}"/>
                    </a:ext>
                  </a:extLst>
                </p14:cNvPr>
                <p14:cNvContentPartPr/>
                <p14:nvPr/>
              </p14:nvContentPartPr>
              <p14:xfrm>
                <a:off x="11728905" y="4239375"/>
                <a:ext cx="88560" cy="375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D3698A-8947-3368-8B6A-19A54AFA44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22785" y="4233255"/>
                  <a:ext cx="1008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208A60-F649-85C6-9675-E58FE5D26BA0}"/>
                    </a:ext>
                  </a:extLst>
                </p14:cNvPr>
                <p14:cNvContentPartPr/>
                <p14:nvPr/>
              </p14:nvContentPartPr>
              <p14:xfrm>
                <a:off x="11837985" y="4210575"/>
                <a:ext cx="120240" cy="47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208A60-F649-85C6-9675-E58FE5D26B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31865" y="4204455"/>
                  <a:ext cx="132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8F3C47-57EA-3356-5C26-356A106EDEBA}"/>
                    </a:ext>
                  </a:extLst>
                </p14:cNvPr>
                <p14:cNvContentPartPr/>
                <p14:nvPr/>
              </p14:nvContentPartPr>
              <p14:xfrm>
                <a:off x="11945265" y="4289775"/>
                <a:ext cx="10800" cy="29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68F3C47-57EA-3356-5C26-356A106EDEB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939145" y="4283655"/>
                  <a:ext cx="23040" cy="4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5951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1826A49-DE6F-5E9F-96CE-E9BB84FBE1FD}"/>
              </a:ext>
            </a:extLst>
          </p:cNvPr>
          <p:cNvGrpSpPr/>
          <p:nvPr/>
        </p:nvGrpSpPr>
        <p:grpSpPr>
          <a:xfrm>
            <a:off x="852585" y="583575"/>
            <a:ext cx="2398320" cy="615240"/>
            <a:chOff x="852585" y="583575"/>
            <a:chExt cx="2398320" cy="61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655E578-2C3C-024D-1899-F3642465F21D}"/>
                    </a:ext>
                  </a:extLst>
                </p14:cNvPr>
                <p14:cNvContentPartPr/>
                <p14:nvPr/>
              </p14:nvContentPartPr>
              <p14:xfrm>
                <a:off x="852585" y="583575"/>
                <a:ext cx="1174320" cy="75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655E578-2C3C-024D-1899-F3642465F21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6465" y="577455"/>
                  <a:ext cx="1186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863F756-29EE-7EB2-B446-C3C729ED1DEF}"/>
                    </a:ext>
                  </a:extLst>
                </p14:cNvPr>
                <p14:cNvContentPartPr/>
                <p14:nvPr/>
              </p14:nvContentPartPr>
              <p14:xfrm>
                <a:off x="1392225" y="617415"/>
                <a:ext cx="120960" cy="581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863F756-29EE-7EB2-B446-C3C729ED1D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6105" y="611295"/>
                  <a:ext cx="13320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686ED8-ADBF-1F49-790E-17223F3530AA}"/>
                    </a:ext>
                  </a:extLst>
                </p14:cNvPr>
                <p14:cNvContentPartPr/>
                <p14:nvPr/>
              </p14:nvContentPartPr>
              <p14:xfrm>
                <a:off x="1782825" y="691935"/>
                <a:ext cx="1066680" cy="421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686ED8-ADBF-1F49-790E-17223F3530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6705" y="685815"/>
                  <a:ext cx="10789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E1EDD69-9D8C-DA29-B1A9-E2EFD190FA2C}"/>
                    </a:ext>
                  </a:extLst>
                </p14:cNvPr>
                <p14:cNvContentPartPr/>
                <p14:nvPr/>
              </p14:nvContentPartPr>
              <p14:xfrm>
                <a:off x="2825385" y="813975"/>
                <a:ext cx="97200" cy="98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E1EDD69-9D8C-DA29-B1A9-E2EFD190F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19265" y="807855"/>
                  <a:ext cx="109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311256-0BFA-93A7-030E-BC276A367934}"/>
                    </a:ext>
                  </a:extLst>
                </p14:cNvPr>
                <p14:cNvContentPartPr/>
                <p14:nvPr/>
              </p14:nvContentPartPr>
              <p14:xfrm>
                <a:off x="3185385" y="826215"/>
                <a:ext cx="65520" cy="1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311256-0BFA-93A7-030E-BC276A3679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79265" y="820095"/>
                  <a:ext cx="777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ABFA91-5025-1E66-5336-E8EDB344A6A5}"/>
              </a:ext>
            </a:extLst>
          </p:cNvPr>
          <p:cNvGrpSpPr/>
          <p:nvPr/>
        </p:nvGrpSpPr>
        <p:grpSpPr>
          <a:xfrm>
            <a:off x="1436505" y="2374575"/>
            <a:ext cx="1558800" cy="496080"/>
            <a:chOff x="1436505" y="2374575"/>
            <a:chExt cx="155880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E7C676-4253-18A0-D6FD-58151F19A73C}"/>
                    </a:ext>
                  </a:extLst>
                </p14:cNvPr>
                <p14:cNvContentPartPr/>
                <p14:nvPr/>
              </p14:nvContentPartPr>
              <p14:xfrm>
                <a:off x="1444785" y="2374575"/>
                <a:ext cx="39240" cy="47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E7C676-4253-18A0-D6FD-58151F19A7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8665" y="2368455"/>
                  <a:ext cx="51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5C0CE9-604C-169B-C87E-F25A8542240A}"/>
                    </a:ext>
                  </a:extLst>
                </p14:cNvPr>
                <p14:cNvContentPartPr/>
                <p14:nvPr/>
              </p14:nvContentPartPr>
              <p14:xfrm>
                <a:off x="1436505" y="2462775"/>
                <a:ext cx="435960" cy="400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5C0CE9-604C-169B-C87E-F25A854224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30385" y="2456655"/>
                  <a:ext cx="4482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FE03C9-3BE4-D3BB-11D6-D7B355F11619}"/>
                    </a:ext>
                  </a:extLst>
                </p14:cNvPr>
                <p14:cNvContentPartPr/>
                <p14:nvPr/>
              </p14:nvContentPartPr>
              <p14:xfrm>
                <a:off x="1991265" y="2565735"/>
                <a:ext cx="303120" cy="289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FE03C9-3BE4-D3BB-11D6-D7B355F1161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5145" y="2559615"/>
                  <a:ext cx="315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DE10D9-DD29-AAC5-F552-7B031CAD5FEE}"/>
                    </a:ext>
                  </a:extLst>
                </p14:cNvPr>
                <p14:cNvContentPartPr/>
                <p14:nvPr/>
              </p14:nvContentPartPr>
              <p14:xfrm>
                <a:off x="2422185" y="2510655"/>
                <a:ext cx="573120" cy="84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DE10D9-DD29-AAC5-F552-7B031CAD5F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16065" y="2504535"/>
                  <a:ext cx="585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C184BF-4AC4-401B-DD2D-3BB7319E4CD4}"/>
                    </a:ext>
                  </a:extLst>
                </p14:cNvPr>
                <p14:cNvContentPartPr/>
                <p14:nvPr/>
              </p14:nvContentPartPr>
              <p14:xfrm>
                <a:off x="2677785" y="2388255"/>
                <a:ext cx="95400" cy="482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C184BF-4AC4-401B-DD2D-3BB7319E4C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1665" y="2382135"/>
                  <a:ext cx="10764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ACBD99-EF0A-6936-FAFA-DBC8D75E7D6F}"/>
              </a:ext>
            </a:extLst>
          </p:cNvPr>
          <p:cNvGrpSpPr/>
          <p:nvPr/>
        </p:nvGrpSpPr>
        <p:grpSpPr>
          <a:xfrm>
            <a:off x="1476105" y="3760215"/>
            <a:ext cx="1474200" cy="503280"/>
            <a:chOff x="1476105" y="3760215"/>
            <a:chExt cx="147420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E52BCF-DC9A-BDD8-70D4-B781E5190911}"/>
                    </a:ext>
                  </a:extLst>
                </p14:cNvPr>
                <p14:cNvContentPartPr/>
                <p14:nvPr/>
              </p14:nvContentPartPr>
              <p14:xfrm>
                <a:off x="1476105" y="3948855"/>
                <a:ext cx="38160" cy="31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E52BCF-DC9A-BDD8-70D4-B781E51909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9985" y="3942735"/>
                  <a:ext cx="50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8C5E2F-AC50-2B4A-1AD3-D4D8DC543BE3}"/>
                    </a:ext>
                  </a:extLst>
                </p14:cNvPr>
                <p14:cNvContentPartPr/>
                <p14:nvPr/>
              </p14:nvContentPartPr>
              <p14:xfrm>
                <a:off x="1538385" y="3812775"/>
                <a:ext cx="452880" cy="45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8C5E2F-AC50-2B4A-1AD3-D4D8DC543B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32265" y="3806655"/>
                  <a:ext cx="4651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AC7D2D-6463-AD35-3FC7-BA5342404143}"/>
                    </a:ext>
                  </a:extLst>
                </p14:cNvPr>
                <p14:cNvContentPartPr/>
                <p14:nvPr/>
              </p14:nvContentPartPr>
              <p14:xfrm>
                <a:off x="2188545" y="4005015"/>
                <a:ext cx="51840" cy="20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AC7D2D-6463-AD35-3FC7-BA53424041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82425" y="3998895"/>
                  <a:ext cx="64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83AD2F-83C4-7067-289A-FA9810A405F8}"/>
                    </a:ext>
                  </a:extLst>
                </p14:cNvPr>
                <p14:cNvContentPartPr/>
                <p14:nvPr/>
              </p14:nvContentPartPr>
              <p14:xfrm>
                <a:off x="2284665" y="3790815"/>
                <a:ext cx="18720" cy="33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83AD2F-83C4-7067-289A-FA9810A405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78545" y="3784695"/>
                  <a:ext cx="30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ABA810-F218-7C1F-4D7F-45072B3876B5}"/>
                    </a:ext>
                  </a:extLst>
                </p14:cNvPr>
                <p14:cNvContentPartPr/>
                <p14:nvPr/>
              </p14:nvContentPartPr>
              <p14:xfrm>
                <a:off x="2505345" y="3760215"/>
                <a:ext cx="104400" cy="46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ABA810-F218-7C1F-4D7F-45072B3876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99225" y="3754095"/>
                  <a:ext cx="1166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0EC039-690C-6665-651A-942316B6F730}"/>
                    </a:ext>
                  </a:extLst>
                </p14:cNvPr>
                <p14:cNvContentPartPr/>
                <p14:nvPr/>
              </p14:nvContentPartPr>
              <p14:xfrm>
                <a:off x="2739705" y="3837255"/>
                <a:ext cx="210600" cy="368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0EC039-690C-6665-651A-942316B6F7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3585" y="3831135"/>
                  <a:ext cx="222840" cy="38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39C894F-EDDB-AA33-0A3A-B19D61209696}"/>
                  </a:ext>
                </a:extLst>
              </p14:cNvPr>
              <p14:cNvContentPartPr/>
              <p14:nvPr/>
            </p14:nvContentPartPr>
            <p14:xfrm>
              <a:off x="1297905" y="5028495"/>
              <a:ext cx="824760" cy="575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39C894F-EDDB-AA33-0A3A-B19D6120969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91785" y="5022375"/>
                <a:ext cx="837000" cy="58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EE3AD44-1B39-E612-BE3E-3F8892127273}"/>
              </a:ext>
            </a:extLst>
          </p:cNvPr>
          <p:cNvGrpSpPr/>
          <p:nvPr/>
        </p:nvGrpSpPr>
        <p:grpSpPr>
          <a:xfrm>
            <a:off x="2441265" y="4817895"/>
            <a:ext cx="860040" cy="812880"/>
            <a:chOff x="2441265" y="4817895"/>
            <a:chExt cx="860040" cy="8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9811639-D73F-5ECF-71F0-B44007B186C5}"/>
                    </a:ext>
                  </a:extLst>
                </p14:cNvPr>
                <p14:cNvContentPartPr/>
                <p14:nvPr/>
              </p14:nvContentPartPr>
              <p14:xfrm>
                <a:off x="2441265" y="5126055"/>
                <a:ext cx="207000" cy="347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9811639-D73F-5ECF-71F0-B44007B186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5145" y="5119935"/>
                  <a:ext cx="2192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30A43B-C7B0-FA39-9B30-25FD641B9A0F}"/>
                    </a:ext>
                  </a:extLst>
                </p14:cNvPr>
                <p14:cNvContentPartPr/>
                <p14:nvPr/>
              </p14:nvContentPartPr>
              <p14:xfrm>
                <a:off x="2915385" y="4817895"/>
                <a:ext cx="130680" cy="812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30A43B-C7B0-FA39-9B30-25FD641B9A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09265" y="4811775"/>
                  <a:ext cx="14292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C4089F-B7FB-FE62-3B43-B38B87F05A4C}"/>
                    </a:ext>
                  </a:extLst>
                </p14:cNvPr>
                <p14:cNvContentPartPr/>
                <p14:nvPr/>
              </p14:nvContentPartPr>
              <p14:xfrm>
                <a:off x="3276825" y="5387415"/>
                <a:ext cx="24480" cy="27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C4089F-B7FB-FE62-3B43-B38B87F05A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70705" y="5381295"/>
                  <a:ext cx="367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464997C-A75C-69B8-A94C-081D9F0E858E}"/>
              </a:ext>
            </a:extLst>
          </p:cNvPr>
          <p:cNvGrpSpPr/>
          <p:nvPr/>
        </p:nvGrpSpPr>
        <p:grpSpPr>
          <a:xfrm>
            <a:off x="4751745" y="1226535"/>
            <a:ext cx="954000" cy="910440"/>
            <a:chOff x="4751745" y="1226535"/>
            <a:chExt cx="954000" cy="9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B19513-8336-6202-6030-593F00301ADD}"/>
                    </a:ext>
                  </a:extLst>
                </p14:cNvPr>
                <p14:cNvContentPartPr/>
                <p14:nvPr/>
              </p14:nvContentPartPr>
              <p14:xfrm>
                <a:off x="4751745" y="1226535"/>
                <a:ext cx="330120" cy="910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B19513-8336-6202-6030-593F00301A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45625" y="1220415"/>
                  <a:ext cx="34236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C929CB-5061-9D78-BBF6-B55B006698FD}"/>
                    </a:ext>
                  </a:extLst>
                </p14:cNvPr>
                <p14:cNvContentPartPr/>
                <p14:nvPr/>
              </p14:nvContentPartPr>
              <p14:xfrm>
                <a:off x="5303985" y="1332375"/>
                <a:ext cx="401760" cy="417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C929CB-5061-9D78-BBF6-B55B006698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97865" y="1326255"/>
                  <a:ext cx="41400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D5A7F3-4DF7-6BFE-7A90-E67D397C2179}"/>
              </a:ext>
            </a:extLst>
          </p:cNvPr>
          <p:cNvGrpSpPr/>
          <p:nvPr/>
        </p:nvGrpSpPr>
        <p:grpSpPr>
          <a:xfrm>
            <a:off x="6749385" y="1180095"/>
            <a:ext cx="1004040" cy="389880"/>
            <a:chOff x="6749385" y="1180095"/>
            <a:chExt cx="100404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0F0FDC-15E6-1C54-610D-4EF6B176B9ED}"/>
                    </a:ext>
                  </a:extLst>
                </p14:cNvPr>
                <p14:cNvContentPartPr/>
                <p14:nvPr/>
              </p14:nvContentPartPr>
              <p14:xfrm>
                <a:off x="6749385" y="1213935"/>
                <a:ext cx="78480" cy="35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0F0FDC-15E6-1C54-610D-4EF6B176B9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43265" y="1207815"/>
                  <a:ext cx="907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A68216-F352-C57F-C979-A9B97AD24473}"/>
                    </a:ext>
                  </a:extLst>
                </p14:cNvPr>
                <p14:cNvContentPartPr/>
                <p14:nvPr/>
              </p14:nvContentPartPr>
              <p14:xfrm>
                <a:off x="6887985" y="1180095"/>
                <a:ext cx="335520" cy="361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A68216-F352-C57F-C979-A9B97AD244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81865" y="1173975"/>
                  <a:ext cx="3477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ECAF2B-F42A-0A0A-219E-F107D1204778}"/>
                    </a:ext>
                  </a:extLst>
                </p14:cNvPr>
                <p14:cNvContentPartPr/>
                <p14:nvPr/>
              </p14:nvContentPartPr>
              <p14:xfrm>
                <a:off x="7489905" y="1242735"/>
                <a:ext cx="263520" cy="26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ECAF2B-F42A-0A0A-219E-F107D12047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83785" y="1236615"/>
                  <a:ext cx="2757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0CDA6E-AA80-A737-7BA2-645670DE7C41}"/>
              </a:ext>
            </a:extLst>
          </p:cNvPr>
          <p:cNvGrpSpPr/>
          <p:nvPr/>
        </p:nvGrpSpPr>
        <p:grpSpPr>
          <a:xfrm>
            <a:off x="8805345" y="899295"/>
            <a:ext cx="514800" cy="600120"/>
            <a:chOff x="8805345" y="899295"/>
            <a:chExt cx="514800" cy="60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FB6CF10-D15B-5D2A-E632-E1A3A8525F72}"/>
                    </a:ext>
                  </a:extLst>
                </p14:cNvPr>
                <p14:cNvContentPartPr/>
                <p14:nvPr/>
              </p14:nvContentPartPr>
              <p14:xfrm>
                <a:off x="8805345" y="1047255"/>
                <a:ext cx="87480" cy="415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FB6CF10-D15B-5D2A-E632-E1A3A8525F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99225" y="1041135"/>
                  <a:ext cx="997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6EF34C-B8D6-6DCF-9412-5EFEDBF226AA}"/>
                    </a:ext>
                  </a:extLst>
                </p14:cNvPr>
                <p14:cNvContentPartPr/>
                <p14:nvPr/>
              </p14:nvContentPartPr>
              <p14:xfrm>
                <a:off x="8861145" y="912615"/>
                <a:ext cx="248400" cy="223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6EF34C-B8D6-6DCF-9412-5EFEDBF226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55025" y="906495"/>
                  <a:ext cx="260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2E9E9C-0908-5F0E-5AF1-5A31EE9EC250}"/>
                    </a:ext>
                  </a:extLst>
                </p14:cNvPr>
                <p14:cNvContentPartPr/>
                <p14:nvPr/>
              </p14:nvContentPartPr>
              <p14:xfrm>
                <a:off x="9037545" y="899295"/>
                <a:ext cx="282600" cy="600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2E9E9C-0908-5F0E-5AF1-5A31EE9EC2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31425" y="893175"/>
                  <a:ext cx="294840" cy="61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AE94D6-C954-5326-894F-E01577B94959}"/>
              </a:ext>
            </a:extLst>
          </p:cNvPr>
          <p:cNvGrpSpPr/>
          <p:nvPr/>
        </p:nvGrpSpPr>
        <p:grpSpPr>
          <a:xfrm>
            <a:off x="9380265" y="849975"/>
            <a:ext cx="990360" cy="613440"/>
            <a:chOff x="9380265" y="849975"/>
            <a:chExt cx="990360" cy="61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A7E2901-6696-03B2-76BA-63ECCA17A9D8}"/>
                    </a:ext>
                  </a:extLst>
                </p14:cNvPr>
                <p14:cNvContentPartPr/>
                <p14:nvPr/>
              </p14:nvContentPartPr>
              <p14:xfrm>
                <a:off x="9380265" y="1042935"/>
                <a:ext cx="123840" cy="22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A7E2901-6696-03B2-76BA-63ECCA17A9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4145" y="1036815"/>
                  <a:ext cx="136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8606C7-5DD8-E5BE-CF59-A469B423267D}"/>
                    </a:ext>
                  </a:extLst>
                </p14:cNvPr>
                <p14:cNvContentPartPr/>
                <p14:nvPr/>
              </p14:nvContentPartPr>
              <p14:xfrm>
                <a:off x="9440025" y="901095"/>
                <a:ext cx="252000" cy="5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8606C7-5DD8-E5BE-CF59-A469B42326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33905" y="894975"/>
                  <a:ext cx="264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54B67BB-3453-5B01-7834-7D1BC95EC36E}"/>
                    </a:ext>
                  </a:extLst>
                </p14:cNvPr>
                <p14:cNvContentPartPr/>
                <p14:nvPr/>
              </p14:nvContentPartPr>
              <p14:xfrm>
                <a:off x="9462705" y="1124655"/>
                <a:ext cx="102240" cy="9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54B67BB-3453-5B01-7834-7D1BC95EC3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56585" y="1118535"/>
                  <a:ext cx="114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419169-DC78-8FED-C157-9DE3786F2A40}"/>
                    </a:ext>
                  </a:extLst>
                </p14:cNvPr>
                <p14:cNvContentPartPr/>
                <p14:nvPr/>
              </p14:nvContentPartPr>
              <p14:xfrm>
                <a:off x="9501585" y="861135"/>
                <a:ext cx="362520" cy="540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419169-DC78-8FED-C157-9DE3786F2A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95465" y="855015"/>
                  <a:ext cx="3747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BBD70D-C528-CB45-32C2-E445084018F4}"/>
                    </a:ext>
                  </a:extLst>
                </p14:cNvPr>
                <p14:cNvContentPartPr/>
                <p14:nvPr/>
              </p14:nvContentPartPr>
              <p14:xfrm>
                <a:off x="9842865" y="1067055"/>
                <a:ext cx="393480" cy="38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BBD70D-C528-CB45-32C2-E445084018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36745" y="1060935"/>
                  <a:ext cx="405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9BB4B9-102D-1223-708E-B8042F65FF16}"/>
                    </a:ext>
                  </a:extLst>
                </p14:cNvPr>
                <p14:cNvContentPartPr/>
                <p14:nvPr/>
              </p14:nvContentPartPr>
              <p14:xfrm>
                <a:off x="10106385" y="849975"/>
                <a:ext cx="264240" cy="613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9BB4B9-102D-1223-708E-B8042F65FF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00265" y="843855"/>
                  <a:ext cx="276480" cy="62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5B7F96C-EE55-D011-EDBC-D6BB3FE48AC8}"/>
              </a:ext>
            </a:extLst>
          </p:cNvPr>
          <p:cNvGrpSpPr/>
          <p:nvPr/>
        </p:nvGrpSpPr>
        <p:grpSpPr>
          <a:xfrm>
            <a:off x="10795785" y="531735"/>
            <a:ext cx="1246320" cy="847440"/>
            <a:chOff x="10795785" y="531735"/>
            <a:chExt cx="1246320" cy="84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673A95-0E9C-1C0A-87E4-B3760F044E3D}"/>
                    </a:ext>
                  </a:extLst>
                </p14:cNvPr>
                <p14:cNvContentPartPr/>
                <p14:nvPr/>
              </p14:nvContentPartPr>
              <p14:xfrm>
                <a:off x="10795785" y="847455"/>
                <a:ext cx="81360" cy="376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673A95-0E9C-1C0A-87E4-B3760F044E3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89665" y="841335"/>
                  <a:ext cx="936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5FD29E-6821-5F82-765C-3D9FD1E0F4CC}"/>
                    </a:ext>
                  </a:extLst>
                </p14:cNvPr>
                <p14:cNvContentPartPr/>
                <p14:nvPr/>
              </p14:nvContentPartPr>
              <p14:xfrm>
                <a:off x="10805865" y="625695"/>
                <a:ext cx="263880" cy="435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5FD29E-6821-5F82-765C-3D9FD1E0F4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799745" y="619575"/>
                  <a:ext cx="27612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6F9D04-7304-1940-DA52-72F422B05F93}"/>
                    </a:ext>
                  </a:extLst>
                </p14:cNvPr>
                <p14:cNvContentPartPr/>
                <p14:nvPr/>
              </p14:nvContentPartPr>
              <p14:xfrm>
                <a:off x="11142825" y="697695"/>
                <a:ext cx="167400" cy="337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6F9D04-7304-1940-DA52-72F422B05F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36705" y="691575"/>
                  <a:ext cx="1796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38A41F-80F6-7A07-3025-0CF513768A64}"/>
                    </a:ext>
                  </a:extLst>
                </p14:cNvPr>
                <p14:cNvContentPartPr/>
                <p14:nvPr/>
              </p14:nvContentPartPr>
              <p14:xfrm>
                <a:off x="11307345" y="589695"/>
                <a:ext cx="93960" cy="4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38A41F-80F6-7A07-3025-0CF513768A6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01225" y="583575"/>
                  <a:ext cx="106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8A428F-B910-A352-3A39-38126704216E}"/>
                    </a:ext>
                  </a:extLst>
                </p14:cNvPr>
                <p14:cNvContentPartPr/>
                <p14:nvPr/>
              </p14:nvContentPartPr>
              <p14:xfrm>
                <a:off x="11173785" y="833415"/>
                <a:ext cx="182160" cy="13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8A428F-B910-A352-3A39-3812670421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67665" y="827295"/>
                  <a:ext cx="194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11DEA57-FFEB-4153-4751-218727CEDD13}"/>
                    </a:ext>
                  </a:extLst>
                </p14:cNvPr>
                <p14:cNvContentPartPr/>
                <p14:nvPr/>
              </p14:nvContentPartPr>
              <p14:xfrm>
                <a:off x="11332545" y="645855"/>
                <a:ext cx="350280" cy="58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11DEA57-FFEB-4153-4751-218727CEDD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26425" y="639735"/>
                  <a:ext cx="36252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9475BD-DE0C-4826-E434-C20EC0D8D842}"/>
                    </a:ext>
                  </a:extLst>
                </p14:cNvPr>
                <p14:cNvContentPartPr/>
                <p14:nvPr/>
              </p14:nvContentPartPr>
              <p14:xfrm>
                <a:off x="11616225" y="873375"/>
                <a:ext cx="97560" cy="303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9475BD-DE0C-4826-E434-C20EC0D8D8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610105" y="867255"/>
                  <a:ext cx="109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89A92B6-86DB-B73A-5432-FE6F8D760E27}"/>
                    </a:ext>
                  </a:extLst>
                </p14:cNvPr>
                <p14:cNvContentPartPr/>
                <p14:nvPr/>
              </p14:nvContentPartPr>
              <p14:xfrm>
                <a:off x="11687865" y="946455"/>
                <a:ext cx="195840" cy="257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89A92B6-86DB-B73A-5432-FE6F8D760E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681745" y="940335"/>
                  <a:ext cx="208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2D81D1-90FE-D2FC-805B-D2F50B47AB44}"/>
                    </a:ext>
                  </a:extLst>
                </p14:cNvPr>
                <p14:cNvContentPartPr/>
                <p14:nvPr/>
              </p14:nvContentPartPr>
              <p14:xfrm>
                <a:off x="11906025" y="963735"/>
                <a:ext cx="136080" cy="195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2D81D1-90FE-D2FC-805B-D2F50B47AB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899905" y="957615"/>
                  <a:ext cx="148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047AD5-0D8E-32CC-FBD3-408D65E8BA7F}"/>
                    </a:ext>
                  </a:extLst>
                </p14:cNvPr>
                <p14:cNvContentPartPr/>
                <p14:nvPr/>
              </p14:nvContentPartPr>
              <p14:xfrm>
                <a:off x="11805945" y="678615"/>
                <a:ext cx="230040" cy="694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047AD5-0D8E-32CC-FBD3-408D65E8BA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99825" y="672495"/>
                  <a:ext cx="24228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EFDC97-F6EC-C9FD-A056-AA79A8A28968}"/>
                    </a:ext>
                  </a:extLst>
                </p14:cNvPr>
                <p14:cNvContentPartPr/>
                <p14:nvPr/>
              </p14:nvContentPartPr>
              <p14:xfrm>
                <a:off x="11026905" y="531735"/>
                <a:ext cx="147240" cy="84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EFDC97-F6EC-C9FD-A056-AA79A8A289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20785" y="525615"/>
                  <a:ext cx="159480" cy="85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FC21A62-C79E-A5F0-3153-6684E622492A}"/>
                  </a:ext>
                </a:extLst>
              </p14:cNvPr>
              <p14:cNvContentPartPr/>
              <p14:nvPr/>
            </p14:nvContentPartPr>
            <p14:xfrm>
              <a:off x="4909065" y="2304015"/>
              <a:ext cx="513360" cy="461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FC21A62-C79E-A5F0-3153-6684E622492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02945" y="2297895"/>
                <a:ext cx="5256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7A33073-F539-DC75-D33E-A0C245D78923}"/>
                  </a:ext>
                </a:extLst>
              </p14:cNvPr>
              <p14:cNvContentPartPr/>
              <p14:nvPr/>
            </p14:nvContentPartPr>
            <p14:xfrm>
              <a:off x="4894305" y="3645375"/>
              <a:ext cx="501480" cy="473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7A33073-F539-DC75-D33E-A0C245D7892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88185" y="3639255"/>
                <a:ext cx="51372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4621B64-823C-6079-C95A-2269F7D3A2A1}"/>
                  </a:ext>
                </a:extLst>
              </p14:cNvPr>
              <p14:cNvContentPartPr/>
              <p14:nvPr/>
            </p14:nvContentPartPr>
            <p14:xfrm>
              <a:off x="4719345" y="4662735"/>
              <a:ext cx="353160" cy="4464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4621B64-823C-6079-C95A-2269F7D3A2A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713225" y="4656615"/>
                <a:ext cx="3654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BB53461-436F-4748-FDBE-4D9E188ECCE8}"/>
                  </a:ext>
                </a:extLst>
              </p14:cNvPr>
              <p14:cNvContentPartPr/>
              <p14:nvPr/>
            </p14:nvContentPartPr>
            <p14:xfrm>
              <a:off x="6998505" y="2045535"/>
              <a:ext cx="634320" cy="4568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BB53461-436F-4748-FDBE-4D9E188ECCE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92385" y="2039415"/>
                <a:ext cx="64656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C1C7FB4-B0B5-FF39-1D29-B0D248803C5D}"/>
                  </a:ext>
                </a:extLst>
              </p14:cNvPr>
              <p14:cNvContentPartPr/>
              <p14:nvPr/>
            </p14:nvContentPartPr>
            <p14:xfrm>
              <a:off x="6837225" y="3499935"/>
              <a:ext cx="574200" cy="398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C1C7FB4-B0B5-FF39-1D29-B0D248803C5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831105" y="3493815"/>
                <a:ext cx="58644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23097D7-0AAA-E0FA-EF3E-755F55DC692D}"/>
                  </a:ext>
                </a:extLst>
              </p14:cNvPr>
              <p14:cNvContentPartPr/>
              <p14:nvPr/>
            </p14:nvContentPartPr>
            <p14:xfrm>
              <a:off x="6540225" y="4834095"/>
              <a:ext cx="146520" cy="468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23097D7-0AAA-E0FA-EF3E-755F55DC692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34105" y="4827975"/>
                <a:ext cx="158760" cy="48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13487C2-7B87-B8C2-C353-6055C33655C3}"/>
              </a:ext>
            </a:extLst>
          </p:cNvPr>
          <p:cNvGrpSpPr/>
          <p:nvPr/>
        </p:nvGrpSpPr>
        <p:grpSpPr>
          <a:xfrm>
            <a:off x="8745225" y="1852575"/>
            <a:ext cx="946440" cy="567360"/>
            <a:chOff x="8745225" y="1852575"/>
            <a:chExt cx="94644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1FFCEE-A2CF-826D-1433-CECA65152C1A}"/>
                    </a:ext>
                  </a:extLst>
                </p14:cNvPr>
                <p14:cNvContentPartPr/>
                <p14:nvPr/>
              </p14:nvContentPartPr>
              <p14:xfrm>
                <a:off x="8745225" y="1852575"/>
                <a:ext cx="264240" cy="263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1FFCEE-A2CF-826D-1433-CECA65152C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39105" y="1846455"/>
                  <a:ext cx="276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98A51B-4BDA-FFD7-75C8-C6D28CD8DFC8}"/>
                    </a:ext>
                  </a:extLst>
                </p14:cNvPr>
                <p14:cNvContentPartPr/>
                <p14:nvPr/>
              </p14:nvContentPartPr>
              <p14:xfrm>
                <a:off x="9053385" y="1884615"/>
                <a:ext cx="313560" cy="453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98A51B-4BDA-FFD7-75C8-C6D28CD8DF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47265" y="1878495"/>
                  <a:ext cx="3258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3A4DF72-E5DF-E1A5-1623-CCB00ABC0F85}"/>
                    </a:ext>
                  </a:extLst>
                </p14:cNvPr>
                <p14:cNvContentPartPr/>
                <p14:nvPr/>
              </p14:nvContentPartPr>
              <p14:xfrm>
                <a:off x="9461265" y="1951575"/>
                <a:ext cx="230400" cy="468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3A4DF72-E5DF-E1A5-1623-CCB00ABC0F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55145" y="1945455"/>
                  <a:ext cx="242640" cy="48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AE607F8-7269-5F01-75C9-C80C7ED82049}"/>
              </a:ext>
            </a:extLst>
          </p:cNvPr>
          <p:cNvGrpSpPr/>
          <p:nvPr/>
        </p:nvGrpSpPr>
        <p:grpSpPr>
          <a:xfrm>
            <a:off x="8812185" y="3416055"/>
            <a:ext cx="1069200" cy="559080"/>
            <a:chOff x="8812185" y="3416055"/>
            <a:chExt cx="106920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F60727-A414-9373-9170-9EEF9328378E}"/>
                    </a:ext>
                  </a:extLst>
                </p14:cNvPr>
                <p14:cNvContentPartPr/>
                <p14:nvPr/>
              </p14:nvContentPartPr>
              <p14:xfrm>
                <a:off x="8812185" y="3416055"/>
                <a:ext cx="369360" cy="355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F60727-A414-9373-9170-9EEF9328378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06065" y="3409935"/>
                  <a:ext cx="381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F2E150-E173-68F5-BB92-6BDA0164EFA4}"/>
                    </a:ext>
                  </a:extLst>
                </p14:cNvPr>
                <p14:cNvContentPartPr/>
                <p14:nvPr/>
              </p14:nvContentPartPr>
              <p14:xfrm>
                <a:off x="9119625" y="3440175"/>
                <a:ext cx="333000" cy="484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F2E150-E173-68F5-BB92-6BDA0164EFA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13505" y="3434055"/>
                  <a:ext cx="3452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BF9E0B0-FFEC-72B2-C473-9B6B2219A7BF}"/>
                    </a:ext>
                  </a:extLst>
                </p14:cNvPr>
                <p14:cNvContentPartPr/>
                <p14:nvPr/>
              </p14:nvContentPartPr>
              <p14:xfrm>
                <a:off x="9581505" y="3491655"/>
                <a:ext cx="299880" cy="483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BF9E0B0-FFEC-72B2-C473-9B6B2219A7B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75385" y="3485535"/>
                  <a:ext cx="312120" cy="49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1B244D4-BBF7-0794-5368-9A840620C1B2}"/>
              </a:ext>
            </a:extLst>
          </p:cNvPr>
          <p:cNvGrpSpPr/>
          <p:nvPr/>
        </p:nvGrpSpPr>
        <p:grpSpPr>
          <a:xfrm>
            <a:off x="8679705" y="4644735"/>
            <a:ext cx="1024560" cy="711360"/>
            <a:chOff x="8679705" y="4644735"/>
            <a:chExt cx="1024560" cy="7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3E21F2-F620-C48F-D7DE-9A010FA4B825}"/>
                    </a:ext>
                  </a:extLst>
                </p14:cNvPr>
                <p14:cNvContentPartPr/>
                <p14:nvPr/>
              </p14:nvContentPartPr>
              <p14:xfrm>
                <a:off x="8679705" y="4656615"/>
                <a:ext cx="312120" cy="444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3E21F2-F620-C48F-D7DE-9A010FA4B82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73585" y="4650495"/>
                  <a:ext cx="3243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FD9F4E9-F6E9-6B07-073D-4A09EDE4A768}"/>
                    </a:ext>
                  </a:extLst>
                </p14:cNvPr>
                <p14:cNvContentPartPr/>
                <p14:nvPr/>
              </p14:nvContentPartPr>
              <p14:xfrm>
                <a:off x="8940345" y="4644735"/>
                <a:ext cx="363960" cy="638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FD9F4E9-F6E9-6B07-073D-4A09EDE4A7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34225" y="4638615"/>
                  <a:ext cx="37620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CF82F7-A8A6-FC49-BD84-CDFB05E0FD3E}"/>
                    </a:ext>
                  </a:extLst>
                </p14:cNvPr>
                <p14:cNvContentPartPr/>
                <p14:nvPr/>
              </p14:nvContentPartPr>
              <p14:xfrm>
                <a:off x="9441105" y="4804575"/>
                <a:ext cx="263160" cy="55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CF82F7-A8A6-FC49-BD84-CDFB05E0FD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34985" y="4798455"/>
                  <a:ext cx="275400" cy="56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45214E0-9411-DBA4-0886-90B124B7995B}"/>
              </a:ext>
            </a:extLst>
          </p:cNvPr>
          <p:cNvGrpSpPr/>
          <p:nvPr/>
        </p:nvGrpSpPr>
        <p:grpSpPr>
          <a:xfrm>
            <a:off x="10970745" y="1718655"/>
            <a:ext cx="1144080" cy="491760"/>
            <a:chOff x="10970745" y="1718655"/>
            <a:chExt cx="1144080" cy="49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6698806-3779-D7A6-5155-520441CFA905}"/>
                    </a:ext>
                  </a:extLst>
                </p14:cNvPr>
                <p14:cNvContentPartPr/>
                <p14:nvPr/>
              </p14:nvContentPartPr>
              <p14:xfrm>
                <a:off x="10970745" y="1753575"/>
                <a:ext cx="372600" cy="248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698806-3779-D7A6-5155-520441CFA9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64625" y="1747455"/>
                  <a:ext cx="384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2A76849-37BA-3CCB-A2C5-334F24656E7E}"/>
                    </a:ext>
                  </a:extLst>
                </p14:cNvPr>
                <p14:cNvContentPartPr/>
                <p14:nvPr/>
              </p14:nvContentPartPr>
              <p14:xfrm>
                <a:off x="11299425" y="1718655"/>
                <a:ext cx="348840" cy="491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2A76849-37BA-3CCB-A2C5-334F24656E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93305" y="1712535"/>
                  <a:ext cx="3610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FC88205-0D7D-B66D-B21B-CE3A86064E27}"/>
                    </a:ext>
                  </a:extLst>
                </p14:cNvPr>
                <p14:cNvContentPartPr/>
                <p14:nvPr/>
              </p14:nvContentPartPr>
              <p14:xfrm>
                <a:off x="11561505" y="1838175"/>
                <a:ext cx="232200" cy="336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FC88205-0D7D-B66D-B21B-CE3A86064E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555385" y="1832055"/>
                  <a:ext cx="244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496CFC-0A0F-0CEA-57A2-55D72FCD5B77}"/>
                    </a:ext>
                  </a:extLst>
                </p14:cNvPr>
                <p14:cNvContentPartPr/>
                <p14:nvPr/>
              </p14:nvContentPartPr>
              <p14:xfrm>
                <a:off x="11897385" y="1787055"/>
                <a:ext cx="217440" cy="4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496CFC-0A0F-0CEA-57A2-55D72FCD5B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891265" y="1780935"/>
                  <a:ext cx="22968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BE86B9B-40BF-5EB4-D821-899D730A3FFA}"/>
              </a:ext>
            </a:extLst>
          </p:cNvPr>
          <p:cNvGrpSpPr/>
          <p:nvPr/>
        </p:nvGrpSpPr>
        <p:grpSpPr>
          <a:xfrm>
            <a:off x="10945185" y="3213015"/>
            <a:ext cx="1028160" cy="428040"/>
            <a:chOff x="10945185" y="3213015"/>
            <a:chExt cx="102816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0C556A-B699-ADD0-D516-4A5C7115A072}"/>
                    </a:ext>
                  </a:extLst>
                </p14:cNvPr>
                <p14:cNvContentPartPr/>
                <p14:nvPr/>
              </p14:nvContentPartPr>
              <p14:xfrm>
                <a:off x="10945185" y="3213015"/>
                <a:ext cx="554760" cy="428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0C556A-B699-ADD0-D516-4A5C7115A0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939065" y="3206895"/>
                  <a:ext cx="5670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7FEF2C1-D09A-0223-93BA-31C085E84FC6}"/>
                    </a:ext>
                  </a:extLst>
                </p14:cNvPr>
                <p14:cNvContentPartPr/>
                <p14:nvPr/>
              </p14:nvContentPartPr>
              <p14:xfrm>
                <a:off x="11428665" y="3265215"/>
                <a:ext cx="282600" cy="36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7FEF2C1-D09A-0223-93BA-31C085E84F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422545" y="3259095"/>
                  <a:ext cx="2948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61AC98B-DA46-554A-BAC9-C62A6F61F63D}"/>
                    </a:ext>
                  </a:extLst>
                </p14:cNvPr>
                <p14:cNvContentPartPr/>
                <p14:nvPr/>
              </p14:nvContentPartPr>
              <p14:xfrm>
                <a:off x="11759145" y="3227055"/>
                <a:ext cx="214200" cy="24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61AC98B-DA46-554A-BAC9-C62A6F61F63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753025" y="3220935"/>
                  <a:ext cx="2264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5BB875-2B07-3DCD-81AA-729D4BAA1869}"/>
              </a:ext>
            </a:extLst>
          </p:cNvPr>
          <p:cNvGrpSpPr/>
          <p:nvPr/>
        </p:nvGrpSpPr>
        <p:grpSpPr>
          <a:xfrm>
            <a:off x="10871745" y="4727175"/>
            <a:ext cx="960840" cy="397080"/>
            <a:chOff x="10871745" y="4727175"/>
            <a:chExt cx="96084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8BC5FBB-7401-EDE8-47B2-B46EA933717F}"/>
                    </a:ext>
                  </a:extLst>
                </p14:cNvPr>
                <p14:cNvContentPartPr/>
                <p14:nvPr/>
              </p14:nvContentPartPr>
              <p14:xfrm>
                <a:off x="10871745" y="4727175"/>
                <a:ext cx="189000" cy="331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8BC5FBB-7401-EDE8-47B2-B46EA93371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65625" y="4721055"/>
                  <a:ext cx="2012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2FBB374-72EB-A028-252E-B83BA7AF390B}"/>
                    </a:ext>
                  </a:extLst>
                </p14:cNvPr>
                <p14:cNvContentPartPr/>
                <p14:nvPr/>
              </p14:nvContentPartPr>
              <p14:xfrm>
                <a:off x="11102865" y="4750575"/>
                <a:ext cx="231120" cy="349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2FBB374-72EB-A028-252E-B83BA7AF390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96745" y="4744455"/>
                  <a:ext cx="2433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2B6925E-648E-86E2-0087-BA1C1B7C4E43}"/>
                    </a:ext>
                  </a:extLst>
                </p14:cNvPr>
                <p14:cNvContentPartPr/>
                <p14:nvPr/>
              </p14:nvContentPartPr>
              <p14:xfrm>
                <a:off x="11264145" y="4779375"/>
                <a:ext cx="321480" cy="344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2B6925E-648E-86E2-0087-BA1C1B7C4E4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58025" y="4773255"/>
                  <a:ext cx="3337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BFFC84E-9AE0-BF45-5E6A-260112814664}"/>
                    </a:ext>
                  </a:extLst>
                </p14:cNvPr>
                <p14:cNvContentPartPr/>
                <p14:nvPr/>
              </p14:nvContentPartPr>
              <p14:xfrm>
                <a:off x="11589945" y="4744455"/>
                <a:ext cx="242640" cy="18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BFFC84E-9AE0-BF45-5E6A-2601128146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83825" y="4738335"/>
                  <a:ext cx="254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6861AF-5DAE-BE7C-E456-8ED8FD931910}"/>
                    </a:ext>
                  </a:extLst>
                </p14:cNvPr>
                <p14:cNvContentPartPr/>
                <p14:nvPr/>
              </p14:nvContentPartPr>
              <p14:xfrm>
                <a:off x="11737185" y="4886655"/>
                <a:ext cx="9360" cy="48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6861AF-5DAE-BE7C-E456-8ED8FD93191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731065" y="4880535"/>
                  <a:ext cx="21600" cy="6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539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19C4A7D-CDB3-3FE8-A632-725860773A4D}"/>
                  </a:ext>
                </a:extLst>
              </p14:cNvPr>
              <p14:cNvContentPartPr/>
              <p14:nvPr/>
            </p14:nvContentPartPr>
            <p14:xfrm>
              <a:off x="7773225" y="1478535"/>
              <a:ext cx="394920" cy="7286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19C4A7D-CDB3-3FE8-A632-725860773A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7105" y="1472415"/>
                <a:ext cx="407160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3C36610-5357-10DF-8D7E-6369D58C6B37}"/>
                  </a:ext>
                </a:extLst>
              </p14:cNvPr>
              <p14:cNvContentPartPr/>
              <p14:nvPr/>
            </p14:nvContentPartPr>
            <p14:xfrm>
              <a:off x="2326425" y="4205535"/>
              <a:ext cx="307800" cy="677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3C36610-5357-10DF-8D7E-6369D58C6B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0305" y="4199415"/>
                <a:ext cx="32004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0D43B-A2A7-5EB6-FEC5-46FFD31EA0E2}"/>
                  </a:ext>
                </a:extLst>
              </p14:cNvPr>
              <p14:cNvContentPartPr/>
              <p14:nvPr/>
            </p14:nvContentPartPr>
            <p14:xfrm>
              <a:off x="1740705" y="4889535"/>
              <a:ext cx="2109240" cy="2307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0D43B-A2A7-5EB6-FEC5-46FFD31EA0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4585" y="4883415"/>
                <a:ext cx="212148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6E47E92-AF7F-A19A-7AF7-F34492F16E3E}"/>
              </a:ext>
            </a:extLst>
          </p:cNvPr>
          <p:cNvGrpSpPr/>
          <p:nvPr/>
        </p:nvGrpSpPr>
        <p:grpSpPr>
          <a:xfrm>
            <a:off x="447945" y="322215"/>
            <a:ext cx="11539080" cy="5440320"/>
            <a:chOff x="447945" y="322215"/>
            <a:chExt cx="11539080" cy="54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2BF62FC-6D80-EF37-327F-B5050DE190C5}"/>
                    </a:ext>
                  </a:extLst>
                </p14:cNvPr>
                <p14:cNvContentPartPr/>
                <p14:nvPr/>
              </p14:nvContentPartPr>
              <p14:xfrm>
                <a:off x="589065" y="524175"/>
                <a:ext cx="91440" cy="691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2BF62FC-6D80-EF37-327F-B5050DE190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945" y="518055"/>
                  <a:ext cx="10368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1AB47C-201D-930A-4A6F-86018B83761C}"/>
                    </a:ext>
                  </a:extLst>
                </p14:cNvPr>
                <p14:cNvContentPartPr/>
                <p14:nvPr/>
              </p14:nvContentPartPr>
              <p14:xfrm>
                <a:off x="447945" y="322215"/>
                <a:ext cx="434880" cy="591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1AB47C-201D-930A-4A6F-86018B8376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1825" y="316095"/>
                  <a:ext cx="4471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76B174-32C6-258D-1C19-4A298FA7D12D}"/>
                    </a:ext>
                  </a:extLst>
                </p14:cNvPr>
                <p14:cNvContentPartPr/>
                <p14:nvPr/>
              </p14:nvContentPartPr>
              <p14:xfrm>
                <a:off x="1002705" y="376215"/>
                <a:ext cx="199800" cy="562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76B174-32C6-258D-1C19-4A298FA7D1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6585" y="370095"/>
                  <a:ext cx="2120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7CC14C-B67A-60F6-878E-1F654F4B5485}"/>
                    </a:ext>
                  </a:extLst>
                </p14:cNvPr>
                <p14:cNvContentPartPr/>
                <p14:nvPr/>
              </p14:nvContentPartPr>
              <p14:xfrm>
                <a:off x="1382145" y="380895"/>
                <a:ext cx="194400" cy="705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7CC14C-B67A-60F6-878E-1F654F4B54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6025" y="374775"/>
                  <a:ext cx="20664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878573-7848-B78B-1F86-FDECB00FB8CE}"/>
                    </a:ext>
                  </a:extLst>
                </p14:cNvPr>
                <p14:cNvContentPartPr/>
                <p14:nvPr/>
              </p14:nvContentPartPr>
              <p14:xfrm>
                <a:off x="1705785" y="377295"/>
                <a:ext cx="333720" cy="48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878573-7848-B78B-1F86-FDECB00FB8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9665" y="371175"/>
                  <a:ext cx="3459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FA8AF6-F3AD-EE70-4309-B06E7AD7171A}"/>
                    </a:ext>
                  </a:extLst>
                </p14:cNvPr>
                <p14:cNvContentPartPr/>
                <p14:nvPr/>
              </p14:nvContentPartPr>
              <p14:xfrm>
                <a:off x="2084505" y="370455"/>
                <a:ext cx="394560" cy="1056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FA8AF6-F3AD-EE70-4309-B06E7AD717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8385" y="364335"/>
                  <a:ext cx="40680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22E357-AA65-F5FB-2676-44C20593EE94}"/>
                    </a:ext>
                  </a:extLst>
                </p14:cNvPr>
                <p14:cNvContentPartPr/>
                <p14:nvPr/>
              </p14:nvContentPartPr>
              <p14:xfrm>
                <a:off x="2500665" y="606975"/>
                <a:ext cx="174240" cy="528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22E357-AA65-F5FB-2676-44C20593EE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94545" y="600855"/>
                  <a:ext cx="18648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98947C-5CE0-166E-D8A8-16F721C6B681}"/>
                    </a:ext>
                  </a:extLst>
                </p14:cNvPr>
                <p14:cNvContentPartPr/>
                <p14:nvPr/>
              </p14:nvContentPartPr>
              <p14:xfrm>
                <a:off x="2800185" y="728655"/>
                <a:ext cx="213120" cy="349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98947C-5CE0-166E-D8A8-16F721C6B6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4065" y="722535"/>
                  <a:ext cx="2253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3CC99B-5200-59E0-2723-4263FF7F58B1}"/>
                    </a:ext>
                  </a:extLst>
                </p14:cNvPr>
                <p14:cNvContentPartPr/>
                <p14:nvPr/>
              </p14:nvContentPartPr>
              <p14:xfrm>
                <a:off x="3104385" y="862215"/>
                <a:ext cx="291960" cy="15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3CC99B-5200-59E0-2723-4263FF7F58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98265" y="856095"/>
                  <a:ext cx="304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1F2D0D-0E21-B4E3-DBF0-1CDB89F62621}"/>
                    </a:ext>
                  </a:extLst>
                </p14:cNvPr>
                <p14:cNvContentPartPr/>
                <p14:nvPr/>
              </p14:nvContentPartPr>
              <p14:xfrm>
                <a:off x="3503265" y="747015"/>
                <a:ext cx="35640" cy="13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1F2D0D-0E21-B4E3-DBF0-1CDB89F626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97145" y="740895"/>
                  <a:ext cx="47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754ACD-4C78-73C1-34D2-6134A237DBD9}"/>
                    </a:ext>
                  </a:extLst>
                </p14:cNvPr>
                <p14:cNvContentPartPr/>
                <p14:nvPr/>
              </p14:nvContentPartPr>
              <p14:xfrm>
                <a:off x="3139665" y="928095"/>
                <a:ext cx="302040" cy="18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754ACD-4C78-73C1-34D2-6134A237DB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33545" y="921975"/>
                  <a:ext cx="314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28A352D-45BD-18F7-BA06-921A6C066013}"/>
                    </a:ext>
                  </a:extLst>
                </p14:cNvPr>
                <p14:cNvContentPartPr/>
                <p14:nvPr/>
              </p14:nvContentPartPr>
              <p14:xfrm>
                <a:off x="3478065" y="819015"/>
                <a:ext cx="11880" cy="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28A352D-45BD-18F7-BA06-921A6C0660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1945" y="812895"/>
                  <a:ext cx="24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1E2E7A-3E91-8441-B300-977275B35BA1}"/>
                    </a:ext>
                  </a:extLst>
                </p14:cNvPr>
                <p14:cNvContentPartPr/>
                <p14:nvPr/>
              </p14:nvContentPartPr>
              <p14:xfrm>
                <a:off x="3435225" y="935295"/>
                <a:ext cx="255600" cy="18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1E2E7A-3E91-8441-B300-977275B35B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29105" y="929175"/>
                  <a:ext cx="267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302CD9-A73B-EE65-3734-E3189E358928}"/>
                    </a:ext>
                  </a:extLst>
                </p14:cNvPr>
                <p14:cNvContentPartPr/>
                <p14:nvPr/>
              </p14:nvContentPartPr>
              <p14:xfrm>
                <a:off x="3710985" y="928095"/>
                <a:ext cx="344520" cy="688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302CD9-A73B-EE65-3734-E3189E3589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04865" y="921975"/>
                  <a:ext cx="35676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EDE6BE-C957-7833-44C1-E8ECD349B9F9}"/>
                    </a:ext>
                  </a:extLst>
                </p14:cNvPr>
                <p14:cNvContentPartPr/>
                <p14:nvPr/>
              </p14:nvContentPartPr>
              <p14:xfrm>
                <a:off x="4131825" y="1228695"/>
                <a:ext cx="150120" cy="21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EDE6BE-C957-7833-44C1-E8ECD349B9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25705" y="1222575"/>
                  <a:ext cx="162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7AF306-ED56-E2BF-61E1-AE29B3A04288}"/>
                    </a:ext>
                  </a:extLst>
                </p14:cNvPr>
                <p14:cNvContentPartPr/>
                <p14:nvPr/>
              </p14:nvContentPartPr>
              <p14:xfrm>
                <a:off x="4482825" y="918735"/>
                <a:ext cx="82800" cy="26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7AF306-ED56-E2BF-61E1-AE29B3A042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6705" y="912615"/>
                  <a:ext cx="95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1BBF9B-FBA7-9127-4B17-2D8F0BA64339}"/>
                    </a:ext>
                  </a:extLst>
                </p14:cNvPr>
                <p14:cNvContentPartPr/>
                <p14:nvPr/>
              </p14:nvContentPartPr>
              <p14:xfrm>
                <a:off x="4532865" y="970935"/>
                <a:ext cx="268920" cy="244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1BBF9B-FBA7-9127-4B17-2D8F0BA643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6745" y="964815"/>
                  <a:ext cx="2811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028E08-F5BF-337A-57B8-38CBE0ACEFB7}"/>
                    </a:ext>
                  </a:extLst>
                </p14:cNvPr>
                <p14:cNvContentPartPr/>
                <p14:nvPr/>
              </p14:nvContentPartPr>
              <p14:xfrm>
                <a:off x="4943985" y="959415"/>
                <a:ext cx="86760" cy="249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028E08-F5BF-337A-57B8-38CBE0ACEF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37865" y="953295"/>
                  <a:ext cx="99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BE243E-5B0C-4A9C-9FEC-37DC0DFB972D}"/>
                    </a:ext>
                  </a:extLst>
                </p14:cNvPr>
                <p14:cNvContentPartPr/>
                <p14:nvPr/>
              </p14:nvContentPartPr>
              <p14:xfrm>
                <a:off x="5129025" y="891015"/>
                <a:ext cx="303840" cy="59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BE243E-5B0C-4A9C-9FEC-37DC0DFB972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22905" y="884895"/>
                  <a:ext cx="316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E0471D-925C-4099-EE60-F670065AB4EB}"/>
                    </a:ext>
                  </a:extLst>
                </p14:cNvPr>
                <p14:cNvContentPartPr/>
                <p14:nvPr/>
              </p14:nvContentPartPr>
              <p14:xfrm>
                <a:off x="5128305" y="948615"/>
                <a:ext cx="253080" cy="36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E0471D-925C-4099-EE60-F670065AB4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22185" y="942495"/>
                  <a:ext cx="265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A21227-5FD8-0BEC-3F70-9B811E2DF44C}"/>
                    </a:ext>
                  </a:extLst>
                </p14:cNvPr>
                <p14:cNvContentPartPr/>
                <p14:nvPr/>
              </p14:nvContentPartPr>
              <p14:xfrm>
                <a:off x="5226585" y="328335"/>
                <a:ext cx="524160" cy="1194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A21227-5FD8-0BEC-3F70-9B811E2DF4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20465" y="322215"/>
                  <a:ext cx="536400" cy="12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89EB78-5BD7-BF1D-C40D-83FD85402A02}"/>
                    </a:ext>
                  </a:extLst>
                </p14:cNvPr>
                <p14:cNvContentPartPr/>
                <p14:nvPr/>
              </p14:nvContentPartPr>
              <p14:xfrm>
                <a:off x="6249705" y="598695"/>
                <a:ext cx="227880" cy="4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89EB78-5BD7-BF1D-C40D-83FD85402A0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43585" y="592575"/>
                  <a:ext cx="24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9F18650-5727-40AA-941C-B0E85FC7689D}"/>
                    </a:ext>
                  </a:extLst>
                </p14:cNvPr>
                <p14:cNvContentPartPr/>
                <p14:nvPr/>
              </p14:nvContentPartPr>
              <p14:xfrm>
                <a:off x="6313785" y="940335"/>
                <a:ext cx="244800" cy="2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9F18650-5727-40AA-941C-B0E85FC768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07665" y="934215"/>
                  <a:ext cx="257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F5C0B6-AEBE-9CD8-E3FC-A741A8B88989}"/>
                    </a:ext>
                  </a:extLst>
                </p14:cNvPr>
                <p14:cNvContentPartPr/>
                <p14:nvPr/>
              </p14:nvContentPartPr>
              <p14:xfrm>
                <a:off x="743505" y="2035815"/>
                <a:ext cx="127800" cy="623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F5C0B6-AEBE-9CD8-E3FC-A741A8B889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7385" y="2029695"/>
                  <a:ext cx="14004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A7E54C-2128-FA8A-3140-AEA30E7F0F96}"/>
                    </a:ext>
                  </a:extLst>
                </p14:cNvPr>
                <p14:cNvContentPartPr/>
                <p14:nvPr/>
              </p14:nvContentPartPr>
              <p14:xfrm>
                <a:off x="672945" y="1850775"/>
                <a:ext cx="430200" cy="546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A7E54C-2128-FA8A-3140-AEA30E7F0F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825" y="1844655"/>
                  <a:ext cx="4424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F604950-A949-C506-41D5-C9F1D4A37DEA}"/>
                    </a:ext>
                  </a:extLst>
                </p14:cNvPr>
                <p14:cNvContentPartPr/>
                <p14:nvPr/>
              </p14:nvContentPartPr>
              <p14:xfrm>
                <a:off x="1202505" y="1869135"/>
                <a:ext cx="196920" cy="47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F604950-A949-C506-41D5-C9F1D4A37D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6385" y="1863015"/>
                  <a:ext cx="2091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3CC92F-103F-B6FC-D3B9-554765691210}"/>
                    </a:ext>
                  </a:extLst>
                </p14:cNvPr>
                <p14:cNvContentPartPr/>
                <p14:nvPr/>
              </p14:nvContentPartPr>
              <p14:xfrm>
                <a:off x="1615425" y="1905495"/>
                <a:ext cx="172440" cy="606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3CC92F-103F-B6FC-D3B9-5547656912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09305" y="1899375"/>
                  <a:ext cx="18468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B5BCDB-9C07-55AC-30AB-0E9083C87406}"/>
                    </a:ext>
                  </a:extLst>
                </p14:cNvPr>
                <p14:cNvContentPartPr/>
                <p14:nvPr/>
              </p14:nvContentPartPr>
              <p14:xfrm>
                <a:off x="1969305" y="1863015"/>
                <a:ext cx="356040" cy="364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B5BCDB-9C07-55AC-30AB-0E9083C8740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63185" y="1856895"/>
                  <a:ext cx="368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4CB7BD-8B94-3028-7C29-B634FC9558D5}"/>
                    </a:ext>
                  </a:extLst>
                </p14:cNvPr>
                <p14:cNvContentPartPr/>
                <p14:nvPr/>
              </p14:nvContentPartPr>
              <p14:xfrm>
                <a:off x="2178465" y="1635855"/>
                <a:ext cx="419040" cy="775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4CB7BD-8B94-3028-7C29-B634FC9558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72345" y="1629735"/>
                  <a:ext cx="43128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050773-1771-5F20-0CFB-E986E4B8C1F1}"/>
                    </a:ext>
                  </a:extLst>
                </p14:cNvPr>
                <p14:cNvContentPartPr/>
                <p14:nvPr/>
              </p14:nvContentPartPr>
              <p14:xfrm>
                <a:off x="3145425" y="2077215"/>
                <a:ext cx="247320" cy="124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050773-1771-5F20-0CFB-E986E4B8C1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39305" y="2071095"/>
                  <a:ext cx="259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9F6D137-260A-EBB6-25E5-B549998274D1}"/>
                    </a:ext>
                  </a:extLst>
                </p14:cNvPr>
                <p14:cNvContentPartPr/>
                <p14:nvPr/>
              </p14:nvContentPartPr>
              <p14:xfrm>
                <a:off x="3098625" y="1999455"/>
                <a:ext cx="346680" cy="252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9F6D137-260A-EBB6-25E5-B549998274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92505" y="1993335"/>
                  <a:ext cx="358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F19F5E-1FC0-7BA8-F066-63F93989B344}"/>
                    </a:ext>
                  </a:extLst>
                </p14:cNvPr>
                <p14:cNvContentPartPr/>
                <p14:nvPr/>
              </p14:nvContentPartPr>
              <p14:xfrm>
                <a:off x="3159105" y="1952295"/>
                <a:ext cx="40320" cy="31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F19F5E-1FC0-7BA8-F066-63F93989B3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52985" y="1946175"/>
                  <a:ext cx="52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E110F2-A556-EBFA-33BB-AA980516FC77}"/>
                    </a:ext>
                  </a:extLst>
                </p14:cNvPr>
                <p14:cNvContentPartPr/>
                <p14:nvPr/>
              </p14:nvContentPartPr>
              <p14:xfrm>
                <a:off x="3882705" y="1805415"/>
                <a:ext cx="80280" cy="453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E110F2-A556-EBFA-33BB-AA980516FC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76585" y="1799295"/>
                  <a:ext cx="92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77274D-A7FC-B715-659C-575D536C8197}"/>
                    </a:ext>
                  </a:extLst>
                </p14:cNvPr>
                <p14:cNvContentPartPr/>
                <p14:nvPr/>
              </p14:nvContentPartPr>
              <p14:xfrm>
                <a:off x="3947865" y="1681215"/>
                <a:ext cx="217800" cy="352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77274D-A7FC-B715-659C-575D536C81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41745" y="1675095"/>
                  <a:ext cx="230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A02ADB-0826-2E92-CAC7-CC19B71DE3B7}"/>
                    </a:ext>
                  </a:extLst>
                </p14:cNvPr>
                <p14:cNvContentPartPr/>
                <p14:nvPr/>
              </p14:nvContentPartPr>
              <p14:xfrm>
                <a:off x="4180785" y="1865175"/>
                <a:ext cx="374040" cy="270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A02ADB-0826-2E92-CAC7-CC19B71DE3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74665" y="1859055"/>
                  <a:ext cx="386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8707A5-7BBA-5E86-F86E-65BC67CA9746}"/>
                    </a:ext>
                  </a:extLst>
                </p14:cNvPr>
                <p14:cNvContentPartPr/>
                <p14:nvPr/>
              </p14:nvContentPartPr>
              <p14:xfrm>
                <a:off x="5128305" y="1674735"/>
                <a:ext cx="281880" cy="576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8707A5-7BBA-5E86-F86E-65BC67CA97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22185" y="1668615"/>
                  <a:ext cx="29412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14FA62-5334-1707-C2B5-E4329CB7B9EE}"/>
                    </a:ext>
                  </a:extLst>
                </p14:cNvPr>
                <p14:cNvContentPartPr/>
                <p14:nvPr/>
              </p14:nvContentPartPr>
              <p14:xfrm>
                <a:off x="5383185" y="1492935"/>
                <a:ext cx="222840" cy="49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14FA62-5334-1707-C2B5-E4329CB7B9E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77065" y="1486815"/>
                  <a:ext cx="2350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0E6F86B-B284-36C2-CE0C-5E9196C5AB6C}"/>
                    </a:ext>
                  </a:extLst>
                </p14:cNvPr>
                <p14:cNvContentPartPr/>
                <p14:nvPr/>
              </p14:nvContentPartPr>
              <p14:xfrm>
                <a:off x="5727345" y="1632615"/>
                <a:ext cx="139320" cy="248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0E6F86B-B284-36C2-CE0C-5E9196C5AB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21225" y="1626495"/>
                  <a:ext cx="151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A1BCD7-C470-6065-7629-59BD162967D8}"/>
                    </a:ext>
                  </a:extLst>
                </p14:cNvPr>
                <p14:cNvContentPartPr/>
                <p14:nvPr/>
              </p14:nvContentPartPr>
              <p14:xfrm>
                <a:off x="5991585" y="1680135"/>
                <a:ext cx="214200" cy="178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A1BCD7-C470-6065-7629-59BD162967D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5465" y="1674015"/>
                  <a:ext cx="226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3913DA-DAC7-DBE3-7267-69079421A585}"/>
                    </a:ext>
                  </a:extLst>
                </p14:cNvPr>
                <p14:cNvContentPartPr/>
                <p14:nvPr/>
              </p14:nvContentPartPr>
              <p14:xfrm>
                <a:off x="6272745" y="1658535"/>
                <a:ext cx="204840" cy="174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3913DA-DAC7-DBE3-7267-69079421A5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6625" y="1652415"/>
                  <a:ext cx="217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6A47A9-DB14-91B9-063E-6B78FAB05E2A}"/>
                    </a:ext>
                  </a:extLst>
                </p14:cNvPr>
                <p14:cNvContentPartPr/>
                <p14:nvPr/>
              </p14:nvContentPartPr>
              <p14:xfrm>
                <a:off x="6478305" y="1629735"/>
                <a:ext cx="251640" cy="575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6A47A9-DB14-91B9-063E-6B78FAB05E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72185" y="1623615"/>
                  <a:ext cx="26388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4A1782-1FB4-AE7E-E6F7-DDDAB1793318}"/>
                    </a:ext>
                  </a:extLst>
                </p14:cNvPr>
                <p14:cNvContentPartPr/>
                <p14:nvPr/>
              </p14:nvContentPartPr>
              <p14:xfrm>
                <a:off x="6759825" y="1468095"/>
                <a:ext cx="282240" cy="80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4A1782-1FB4-AE7E-E6F7-DDDAB17933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53705" y="1461975"/>
                  <a:ext cx="29448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15B9CC-339F-C504-504C-86FBCAC11842}"/>
                    </a:ext>
                  </a:extLst>
                </p14:cNvPr>
                <p14:cNvContentPartPr/>
                <p14:nvPr/>
              </p14:nvContentPartPr>
              <p14:xfrm>
                <a:off x="7127745" y="1771575"/>
                <a:ext cx="289440" cy="565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15B9CC-339F-C504-504C-86FBCAC1184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21625" y="1765455"/>
                  <a:ext cx="30168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20B1967-CB76-966B-D9D4-610BE7225282}"/>
                    </a:ext>
                  </a:extLst>
                </p14:cNvPr>
                <p14:cNvContentPartPr/>
                <p14:nvPr/>
              </p14:nvContentPartPr>
              <p14:xfrm>
                <a:off x="7582065" y="1746375"/>
                <a:ext cx="340200" cy="360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20B1967-CB76-966B-D9D4-610BE72252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75945" y="1740255"/>
                  <a:ext cx="3524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E144A5-B6E3-301F-D14F-10481EAB66D9}"/>
                    </a:ext>
                  </a:extLst>
                </p14:cNvPr>
                <p14:cNvContentPartPr/>
                <p14:nvPr/>
              </p14:nvContentPartPr>
              <p14:xfrm>
                <a:off x="7929825" y="1969215"/>
                <a:ext cx="46080" cy="8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E144A5-B6E3-301F-D14F-10481EAB66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23705" y="1963095"/>
                  <a:ext cx="58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34A3E3-BAC0-F289-EDAF-F6A3434DC093}"/>
                    </a:ext>
                  </a:extLst>
                </p14:cNvPr>
                <p14:cNvContentPartPr/>
                <p14:nvPr/>
              </p14:nvContentPartPr>
              <p14:xfrm>
                <a:off x="8356425" y="1753935"/>
                <a:ext cx="136440" cy="193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34A3E3-BAC0-F289-EDAF-F6A3434DC0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50305" y="1747815"/>
                  <a:ext cx="148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7A0F454-6218-134B-B4BC-DA677FDC908D}"/>
                    </a:ext>
                  </a:extLst>
                </p14:cNvPr>
                <p14:cNvContentPartPr/>
                <p14:nvPr/>
              </p14:nvContentPartPr>
              <p14:xfrm>
                <a:off x="8134665" y="1758255"/>
                <a:ext cx="461160" cy="262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7A0F454-6218-134B-B4BC-DA677FDC90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28545" y="1752135"/>
                  <a:ext cx="4734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61E6296-307D-DCD9-36DB-9C1CD44A05D0}"/>
                    </a:ext>
                  </a:extLst>
                </p14:cNvPr>
                <p14:cNvContentPartPr/>
                <p14:nvPr/>
              </p14:nvContentPartPr>
              <p14:xfrm>
                <a:off x="8286585" y="1661055"/>
                <a:ext cx="221040" cy="397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61E6296-307D-DCD9-36DB-9C1CD44A05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0465" y="1654935"/>
                  <a:ext cx="2332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CBD59B-9A1E-066F-B141-8AFA59864E39}"/>
                    </a:ext>
                  </a:extLst>
                </p14:cNvPr>
                <p14:cNvContentPartPr/>
                <p14:nvPr/>
              </p14:nvContentPartPr>
              <p14:xfrm>
                <a:off x="8339145" y="1829175"/>
                <a:ext cx="295200" cy="1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CBD59B-9A1E-066F-B141-8AFA59864E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33025" y="1823055"/>
                  <a:ext cx="307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B79EFA-EF53-1D04-9FFE-487C14266095}"/>
                    </a:ext>
                  </a:extLst>
                </p14:cNvPr>
                <p14:cNvContentPartPr/>
                <p14:nvPr/>
              </p14:nvContentPartPr>
              <p14:xfrm>
                <a:off x="8882025" y="1337055"/>
                <a:ext cx="66600" cy="514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B79EFA-EF53-1D04-9FFE-487C142660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5905" y="1330935"/>
                  <a:ext cx="7884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87C4F5-9C1E-C19F-6034-D99BF7750EF6}"/>
                    </a:ext>
                  </a:extLst>
                </p14:cNvPr>
                <p14:cNvContentPartPr/>
                <p14:nvPr/>
              </p14:nvContentPartPr>
              <p14:xfrm>
                <a:off x="8797425" y="1227255"/>
                <a:ext cx="362520" cy="464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87C4F5-9C1E-C19F-6034-D99BF7750EF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91305" y="1221135"/>
                  <a:ext cx="3747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F2E7F7-120A-02FA-2773-7F7956EAC99B}"/>
                    </a:ext>
                  </a:extLst>
                </p14:cNvPr>
                <p14:cNvContentPartPr/>
                <p14:nvPr/>
              </p14:nvContentPartPr>
              <p14:xfrm>
                <a:off x="9247785" y="1392855"/>
                <a:ext cx="351360" cy="353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F2E7F7-120A-02FA-2773-7F7956EAC9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41665" y="1386735"/>
                  <a:ext cx="3636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C08162-37C0-D158-C520-8952FAAA97ED}"/>
                    </a:ext>
                  </a:extLst>
                </p14:cNvPr>
                <p14:cNvContentPartPr/>
                <p14:nvPr/>
              </p14:nvContentPartPr>
              <p14:xfrm>
                <a:off x="9424185" y="1222575"/>
                <a:ext cx="329040" cy="738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C08162-37C0-D158-C520-8952FAAA97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18065" y="1216455"/>
                  <a:ext cx="34128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3DA8BC1-EFDB-0869-9526-B83CA8C25EA1}"/>
                    </a:ext>
                  </a:extLst>
                </p14:cNvPr>
                <p14:cNvContentPartPr/>
                <p14:nvPr/>
              </p14:nvContentPartPr>
              <p14:xfrm>
                <a:off x="9848625" y="1196655"/>
                <a:ext cx="97920" cy="29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3DA8BC1-EFDB-0869-9526-B83CA8C25E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42505" y="1190535"/>
                  <a:ext cx="110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DEAE9F-A30A-4282-C344-D52D81E5974E}"/>
                    </a:ext>
                  </a:extLst>
                </p14:cNvPr>
                <p14:cNvContentPartPr/>
                <p14:nvPr/>
              </p14:nvContentPartPr>
              <p14:xfrm>
                <a:off x="9915225" y="1287735"/>
                <a:ext cx="271080" cy="311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DEAE9F-A30A-4282-C344-D52D81E597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09105" y="1281615"/>
                  <a:ext cx="2833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430EB-8289-1442-2EF7-57D5BEDD5788}"/>
                    </a:ext>
                  </a:extLst>
                </p14:cNvPr>
                <p14:cNvContentPartPr/>
                <p14:nvPr/>
              </p14:nvContentPartPr>
              <p14:xfrm>
                <a:off x="10289985" y="1322295"/>
                <a:ext cx="142560" cy="17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430EB-8289-1442-2EF7-57D5BEDD578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83865" y="1316175"/>
                  <a:ext cx="154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42BD5F4-C75F-C4C3-F79E-AC499F21237E}"/>
                    </a:ext>
                  </a:extLst>
                </p14:cNvPr>
                <p14:cNvContentPartPr/>
                <p14:nvPr/>
              </p14:nvContentPartPr>
              <p14:xfrm>
                <a:off x="10615065" y="1170735"/>
                <a:ext cx="69120" cy="389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42BD5F4-C75F-C4C3-F79E-AC499F21237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608945" y="1164615"/>
                  <a:ext cx="81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A0FADA-CCD0-2F09-51AF-087F3466B29F}"/>
                    </a:ext>
                  </a:extLst>
                </p14:cNvPr>
                <p14:cNvContentPartPr/>
                <p14:nvPr/>
              </p14:nvContentPartPr>
              <p14:xfrm>
                <a:off x="10398705" y="1136895"/>
                <a:ext cx="369720" cy="51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A0FADA-CCD0-2F09-51AF-087F3466B29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92585" y="1130775"/>
                  <a:ext cx="381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9A059D0-7D74-DF7D-3932-1B902866A3AB}"/>
                    </a:ext>
                  </a:extLst>
                </p14:cNvPr>
                <p14:cNvContentPartPr/>
                <p14:nvPr/>
              </p14:nvContentPartPr>
              <p14:xfrm>
                <a:off x="10594185" y="1104495"/>
                <a:ext cx="502200" cy="938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9A059D0-7D74-DF7D-3932-1B902866A3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88065" y="1098375"/>
                  <a:ext cx="51444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2826D8-705C-94C0-8E6E-782705DCE2FD}"/>
                    </a:ext>
                  </a:extLst>
                </p14:cNvPr>
                <p14:cNvContentPartPr/>
                <p14:nvPr/>
              </p14:nvContentPartPr>
              <p14:xfrm>
                <a:off x="11049225" y="1458735"/>
                <a:ext cx="212040" cy="563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2826D8-705C-94C0-8E6E-782705DCE2F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43105" y="1452615"/>
                  <a:ext cx="2242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44ECA21-C6D6-EA8E-D6EA-E92E73CDE592}"/>
                    </a:ext>
                  </a:extLst>
                </p14:cNvPr>
                <p14:cNvContentPartPr/>
                <p14:nvPr/>
              </p14:nvContentPartPr>
              <p14:xfrm>
                <a:off x="11456025" y="1470255"/>
                <a:ext cx="198720" cy="351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44ECA21-C6D6-EA8E-D6EA-E92E73CDE59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49905" y="1464135"/>
                  <a:ext cx="210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65EC0ED-4EFD-8433-08C7-FE2E374545F8}"/>
                    </a:ext>
                  </a:extLst>
                </p14:cNvPr>
                <p14:cNvContentPartPr/>
                <p14:nvPr/>
              </p14:nvContentPartPr>
              <p14:xfrm>
                <a:off x="11419665" y="1125735"/>
                <a:ext cx="389520" cy="91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65EC0ED-4EFD-8433-08C7-FE2E374545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13545" y="1119615"/>
                  <a:ext cx="40176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5BE211C-282B-35B4-4C3A-FA0D83BA8B14}"/>
                    </a:ext>
                  </a:extLst>
                </p14:cNvPr>
                <p14:cNvContentPartPr/>
                <p14:nvPr/>
              </p14:nvContentPartPr>
              <p14:xfrm>
                <a:off x="526785" y="2332815"/>
                <a:ext cx="11460240" cy="943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5BE211C-282B-35B4-4C3A-FA0D83BA8B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0665" y="2326695"/>
                  <a:ext cx="11472480" cy="9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7B63991-7C21-2057-5C52-593A7DB12BEF}"/>
                    </a:ext>
                  </a:extLst>
                </p14:cNvPr>
                <p14:cNvContentPartPr/>
                <p14:nvPr/>
              </p14:nvContentPartPr>
              <p14:xfrm>
                <a:off x="3620985" y="3135615"/>
                <a:ext cx="82800" cy="59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7B63991-7C21-2057-5C52-593A7DB12B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14865" y="3129495"/>
                  <a:ext cx="950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3EA6BB-C002-7BDF-AEDA-0A42523ACD24}"/>
                    </a:ext>
                  </a:extLst>
                </p14:cNvPr>
                <p14:cNvContentPartPr/>
                <p14:nvPr/>
              </p14:nvContentPartPr>
              <p14:xfrm>
                <a:off x="3601545" y="2869215"/>
                <a:ext cx="389520" cy="530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3EA6BB-C002-7BDF-AEDA-0A42523ACD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95425" y="2863095"/>
                  <a:ext cx="4017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100497-D065-83F7-0E67-D5B364EE8A84}"/>
                    </a:ext>
                  </a:extLst>
                </p14:cNvPr>
                <p14:cNvContentPartPr/>
                <p14:nvPr/>
              </p14:nvContentPartPr>
              <p14:xfrm>
                <a:off x="4115625" y="3228135"/>
                <a:ext cx="304560" cy="297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100497-D065-83F7-0E67-D5B364EE8A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09505" y="3222015"/>
                  <a:ext cx="3168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01DA2F-E83B-18FE-3FB7-428F93A7C7AE}"/>
                    </a:ext>
                  </a:extLst>
                </p14:cNvPr>
                <p14:cNvContentPartPr/>
                <p14:nvPr/>
              </p14:nvContentPartPr>
              <p14:xfrm>
                <a:off x="4585785" y="2960655"/>
                <a:ext cx="266400" cy="631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01DA2F-E83B-18FE-3FB7-428F93A7C7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79665" y="2954535"/>
                  <a:ext cx="27864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ACAF7B-8DC2-6321-723D-09E92C3AC7FC}"/>
                    </a:ext>
                  </a:extLst>
                </p14:cNvPr>
                <p14:cNvContentPartPr/>
                <p14:nvPr/>
              </p14:nvContentPartPr>
              <p14:xfrm>
                <a:off x="4920945" y="3064695"/>
                <a:ext cx="115200" cy="444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ACAF7B-8DC2-6321-723D-09E92C3AC7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14825" y="3058575"/>
                  <a:ext cx="12744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5EF7056-7927-AE63-9AB0-B6A8678C720D}"/>
                    </a:ext>
                  </a:extLst>
                </p14:cNvPr>
                <p14:cNvContentPartPr/>
                <p14:nvPr/>
              </p14:nvContentPartPr>
              <p14:xfrm>
                <a:off x="5185905" y="3160455"/>
                <a:ext cx="164520" cy="211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5EF7056-7927-AE63-9AB0-B6A8678C72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9785" y="3154335"/>
                  <a:ext cx="176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4E09AA8-6315-0C9B-4F5B-4E372C9614FA}"/>
                    </a:ext>
                  </a:extLst>
                </p14:cNvPr>
                <p14:cNvContentPartPr/>
                <p14:nvPr/>
              </p14:nvContentPartPr>
              <p14:xfrm>
                <a:off x="5434665" y="3232815"/>
                <a:ext cx="236880" cy="132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4E09AA8-6315-0C9B-4F5B-4E372C9614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8545" y="3226695"/>
                  <a:ext cx="249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DB6DAF-A43F-8678-8195-36696A3C162E}"/>
                    </a:ext>
                  </a:extLst>
                </p14:cNvPr>
                <p14:cNvContentPartPr/>
                <p14:nvPr/>
              </p14:nvContentPartPr>
              <p14:xfrm>
                <a:off x="5780985" y="3034455"/>
                <a:ext cx="593640" cy="723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DB6DAF-A43F-8678-8195-36696A3C16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74865" y="3028335"/>
                  <a:ext cx="60588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FC22C1-F0EC-A0E1-9418-C1912467AF88}"/>
                    </a:ext>
                  </a:extLst>
                </p14:cNvPr>
                <p14:cNvContentPartPr/>
                <p14:nvPr/>
              </p14:nvContentPartPr>
              <p14:xfrm>
                <a:off x="6325305" y="2748615"/>
                <a:ext cx="411840" cy="1110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FC22C1-F0EC-A0E1-9418-C1912467AF8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19185" y="2742495"/>
                  <a:ext cx="424080" cy="11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1BBC25D-F7FC-84E7-7363-7B89663F9608}"/>
                    </a:ext>
                  </a:extLst>
                </p14:cNvPr>
                <p14:cNvContentPartPr/>
                <p14:nvPr/>
              </p14:nvContentPartPr>
              <p14:xfrm>
                <a:off x="7236465" y="3032655"/>
                <a:ext cx="240120" cy="283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1BBC25D-F7FC-84E7-7363-7B89663F960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30345" y="3026535"/>
                  <a:ext cx="252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748BFD-054F-8451-1E79-9E0B6A6D44E5}"/>
                    </a:ext>
                  </a:extLst>
                </p14:cNvPr>
                <p14:cNvContentPartPr/>
                <p14:nvPr/>
              </p14:nvContentPartPr>
              <p14:xfrm>
                <a:off x="7199745" y="3036975"/>
                <a:ext cx="26100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748BFD-054F-8451-1E79-9E0B6A6D44E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93625" y="3030855"/>
                  <a:ext cx="273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9183CD2-EC2C-DCA9-6F09-0B8670DFD296}"/>
                    </a:ext>
                  </a:extLst>
                </p14:cNvPr>
                <p14:cNvContentPartPr/>
                <p14:nvPr/>
              </p14:nvContentPartPr>
              <p14:xfrm>
                <a:off x="8181465" y="2808375"/>
                <a:ext cx="79200" cy="47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9183CD2-EC2C-DCA9-6F09-0B8670DFD29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75345" y="2802255"/>
                  <a:ext cx="9144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38443E2-E38F-782F-6B15-64E5F1E35ADA}"/>
                    </a:ext>
                  </a:extLst>
                </p14:cNvPr>
                <p14:cNvContentPartPr/>
                <p14:nvPr/>
              </p14:nvContentPartPr>
              <p14:xfrm>
                <a:off x="8316465" y="2707575"/>
                <a:ext cx="155520" cy="331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38443E2-E38F-782F-6B15-64E5F1E35AD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310345" y="2701455"/>
                  <a:ext cx="167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7B0538F-C7D4-3362-F712-0E594265259F}"/>
                    </a:ext>
                  </a:extLst>
                </p14:cNvPr>
                <p14:cNvContentPartPr/>
                <p14:nvPr/>
              </p14:nvContentPartPr>
              <p14:xfrm>
                <a:off x="8543625" y="2976135"/>
                <a:ext cx="311400" cy="294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7B0538F-C7D4-3362-F712-0E594265259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37505" y="2970015"/>
                  <a:ext cx="323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32E5222-CFB0-35F6-6B89-B32A8BE2384B}"/>
                    </a:ext>
                  </a:extLst>
                </p14:cNvPr>
                <p14:cNvContentPartPr/>
                <p14:nvPr/>
              </p14:nvContentPartPr>
              <p14:xfrm>
                <a:off x="9351465" y="2639895"/>
                <a:ext cx="119880" cy="577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32E5222-CFB0-35F6-6B89-B32A8BE2384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45345" y="2633775"/>
                  <a:ext cx="1321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C52090-6A07-7E87-2C10-71A20494246D}"/>
                    </a:ext>
                  </a:extLst>
                </p14:cNvPr>
                <p14:cNvContentPartPr/>
                <p14:nvPr/>
              </p14:nvContentPartPr>
              <p14:xfrm>
                <a:off x="9488985" y="2860215"/>
                <a:ext cx="239040" cy="253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C52090-6A07-7E87-2C10-71A20494246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82865" y="2854095"/>
                  <a:ext cx="251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E9DC05-D900-C4A2-8CEA-6AA61BABE0E7}"/>
                    </a:ext>
                  </a:extLst>
                </p14:cNvPr>
                <p14:cNvContentPartPr/>
                <p14:nvPr/>
              </p14:nvContentPartPr>
              <p14:xfrm>
                <a:off x="9861945" y="2906295"/>
                <a:ext cx="124560" cy="218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E9DC05-D900-C4A2-8CEA-6AA61BABE0E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55825" y="2900175"/>
                  <a:ext cx="136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4E1357-F3A1-EFC1-DF3E-2D3B6F5A669D}"/>
                    </a:ext>
                  </a:extLst>
                </p14:cNvPr>
                <p14:cNvContentPartPr/>
                <p14:nvPr/>
              </p14:nvContentPartPr>
              <p14:xfrm>
                <a:off x="10182705" y="2678775"/>
                <a:ext cx="111240" cy="493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4E1357-F3A1-EFC1-DF3E-2D3B6F5A669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76585" y="2672655"/>
                  <a:ext cx="123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FB31B9-754D-70F9-8919-3124B105BF41}"/>
                    </a:ext>
                  </a:extLst>
                </p14:cNvPr>
                <p14:cNvContentPartPr/>
                <p14:nvPr/>
              </p14:nvContentPartPr>
              <p14:xfrm>
                <a:off x="10110705" y="2909175"/>
                <a:ext cx="261000" cy="14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FB31B9-754D-70F9-8919-3124B105BF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04585" y="2903055"/>
                  <a:ext cx="273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24F6BCB-51F6-67CD-885C-472397B3D2A9}"/>
                    </a:ext>
                  </a:extLst>
                </p14:cNvPr>
                <p14:cNvContentPartPr/>
                <p14:nvPr/>
              </p14:nvContentPartPr>
              <p14:xfrm>
                <a:off x="10304025" y="2522535"/>
                <a:ext cx="349560" cy="819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24F6BCB-51F6-67CD-885C-472397B3D2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7905" y="2516415"/>
                  <a:ext cx="36180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656124D-C622-7DDC-98C2-DFE2480AC170}"/>
                    </a:ext>
                  </a:extLst>
                </p14:cNvPr>
                <p14:cNvContentPartPr/>
                <p14:nvPr/>
              </p14:nvContentPartPr>
              <p14:xfrm>
                <a:off x="9219345" y="2630535"/>
                <a:ext cx="223200" cy="797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656124D-C622-7DDC-98C2-DFE2480AC1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13225" y="2624415"/>
                  <a:ext cx="23544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23606E1-9C25-A4D9-6DD7-014871A81B91}"/>
                    </a:ext>
                  </a:extLst>
                </p14:cNvPr>
                <p14:cNvContentPartPr/>
                <p14:nvPr/>
              </p14:nvContentPartPr>
              <p14:xfrm>
                <a:off x="2159025" y="2607855"/>
                <a:ext cx="8877240" cy="1352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23606E1-9C25-A4D9-6DD7-014871A81B9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52905" y="2601735"/>
                  <a:ext cx="8889480" cy="13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82F1649-74FF-0C20-14D7-B7EDA253470E}"/>
                    </a:ext>
                  </a:extLst>
                </p14:cNvPr>
                <p14:cNvContentPartPr/>
                <p14:nvPr/>
              </p14:nvContentPartPr>
              <p14:xfrm>
                <a:off x="1160025" y="5282655"/>
                <a:ext cx="192600" cy="85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82F1649-74FF-0C20-14D7-B7EDA253470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3905" y="5276535"/>
                  <a:ext cx="204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3E27F0C-0CA5-B050-2B24-4EAF638C744B}"/>
                    </a:ext>
                  </a:extLst>
                </p14:cNvPr>
                <p14:cNvContentPartPr/>
                <p14:nvPr/>
              </p14:nvContentPartPr>
              <p14:xfrm>
                <a:off x="1180545" y="5439975"/>
                <a:ext cx="261000" cy="90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3E27F0C-0CA5-B050-2B24-4EAF638C74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74425" y="5433855"/>
                  <a:ext cx="273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1A7F3B6-B028-FBD5-8464-A932C250C27E}"/>
                    </a:ext>
                  </a:extLst>
                </p14:cNvPr>
                <p14:cNvContentPartPr/>
                <p14:nvPr/>
              </p14:nvContentPartPr>
              <p14:xfrm>
                <a:off x="4301025" y="4503615"/>
                <a:ext cx="286200" cy="28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1A7F3B6-B028-FBD5-8464-A932C250C2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94905" y="4497495"/>
                  <a:ext cx="298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AB7423-8A53-C37F-C3F2-30209F88F6C5}"/>
                    </a:ext>
                  </a:extLst>
                </p14:cNvPr>
                <p14:cNvContentPartPr/>
                <p14:nvPr/>
              </p14:nvContentPartPr>
              <p14:xfrm>
                <a:off x="4140825" y="4521615"/>
                <a:ext cx="506880" cy="383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AB7423-8A53-C37F-C3F2-30209F88F6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34705" y="4515495"/>
                  <a:ext cx="5191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B9C9DC-0F7B-4692-DC92-C1C3746FA6D9}"/>
                    </a:ext>
                  </a:extLst>
                </p14:cNvPr>
                <p14:cNvContentPartPr/>
                <p14:nvPr/>
              </p14:nvContentPartPr>
              <p14:xfrm>
                <a:off x="5302545" y="3857415"/>
                <a:ext cx="539280" cy="479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B9C9DC-0F7B-4692-DC92-C1C3746FA6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96425" y="3851295"/>
                  <a:ext cx="5515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1BFE681-7D2E-6869-D2CF-5804AF06F0B2}"/>
                    </a:ext>
                  </a:extLst>
                </p14:cNvPr>
                <p14:cNvContentPartPr/>
                <p14:nvPr/>
              </p14:nvContentPartPr>
              <p14:xfrm>
                <a:off x="5136225" y="4646175"/>
                <a:ext cx="1121760" cy="60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1BFE681-7D2E-6869-D2CF-5804AF06F0B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0105" y="4640055"/>
                  <a:ext cx="1134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1B35BD0-0B58-C8B9-A85F-173177FC8B2F}"/>
                    </a:ext>
                  </a:extLst>
                </p14:cNvPr>
                <p14:cNvContentPartPr/>
                <p14:nvPr/>
              </p14:nvContentPartPr>
              <p14:xfrm>
                <a:off x="5661825" y="4779735"/>
                <a:ext cx="371520" cy="576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1B35BD0-0B58-C8B9-A85F-173177FC8B2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55705" y="4773615"/>
                  <a:ext cx="38376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BBBFD3-59C6-01B3-17B4-6D637DF2F9D2}"/>
                    </a:ext>
                  </a:extLst>
                </p14:cNvPr>
                <p14:cNvContentPartPr/>
                <p14:nvPr/>
              </p14:nvContentPartPr>
              <p14:xfrm>
                <a:off x="6818865" y="4421535"/>
                <a:ext cx="348840" cy="216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BBBFD3-59C6-01B3-17B4-6D637DF2F9D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12745" y="4415415"/>
                  <a:ext cx="361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28B9604-DB34-0976-59F9-6C4243CBE313}"/>
                    </a:ext>
                  </a:extLst>
                </p14:cNvPr>
                <p14:cNvContentPartPr/>
                <p14:nvPr/>
              </p14:nvContentPartPr>
              <p14:xfrm>
                <a:off x="6854505" y="4439175"/>
                <a:ext cx="411840" cy="294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28B9604-DB34-0976-59F9-6C4243CBE3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48385" y="4433055"/>
                  <a:ext cx="424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7032A08-F77F-8D79-FDB5-83F2F09CBCE7}"/>
                    </a:ext>
                  </a:extLst>
                </p14:cNvPr>
                <p14:cNvContentPartPr/>
                <p14:nvPr/>
              </p14:nvContentPartPr>
              <p14:xfrm>
                <a:off x="8143305" y="3904935"/>
                <a:ext cx="584640" cy="597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7032A08-F77F-8D79-FDB5-83F2F09CBCE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37185" y="3898815"/>
                  <a:ext cx="59688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2205023-0EE2-9682-CD75-78F67BC2ACBF}"/>
                    </a:ext>
                  </a:extLst>
                </p14:cNvPr>
                <p14:cNvContentPartPr/>
                <p14:nvPr/>
              </p14:nvContentPartPr>
              <p14:xfrm>
                <a:off x="7848105" y="4778295"/>
                <a:ext cx="1320120" cy="71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2205023-0EE2-9682-CD75-78F67BC2ACB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41985" y="4772175"/>
                  <a:ext cx="1332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2C3A3D7-E1FF-9FC2-D214-29108AC13D27}"/>
                    </a:ext>
                  </a:extLst>
                </p14:cNvPr>
                <p14:cNvContentPartPr/>
                <p14:nvPr/>
              </p14:nvContentPartPr>
              <p14:xfrm>
                <a:off x="8311785" y="4861095"/>
                <a:ext cx="481680" cy="667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2C3A3D7-E1FF-9FC2-D214-29108AC13D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05665" y="4854975"/>
                  <a:ext cx="4939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29F21B-0F78-6BC0-D759-D6DA0205AEAD}"/>
                    </a:ext>
                  </a:extLst>
                </p14:cNvPr>
                <p14:cNvContentPartPr/>
                <p14:nvPr/>
              </p14:nvContentPartPr>
              <p14:xfrm>
                <a:off x="5209665" y="4945335"/>
                <a:ext cx="1001880" cy="342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29F21B-0F78-6BC0-D759-D6DA0205AEA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03545" y="4939215"/>
                  <a:ext cx="10141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F3EFD5C-1AC4-12DF-0951-2B1DFFCF35F5}"/>
                    </a:ext>
                  </a:extLst>
                </p14:cNvPr>
                <p14:cNvContentPartPr/>
                <p14:nvPr/>
              </p14:nvContentPartPr>
              <p14:xfrm>
                <a:off x="1840065" y="4189335"/>
                <a:ext cx="1325520" cy="475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F3EFD5C-1AC4-12DF-0951-2B1DFFCF35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33945" y="4183215"/>
                  <a:ext cx="13377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387A569-D5AD-0813-6414-19CD6FFA0366}"/>
                    </a:ext>
                  </a:extLst>
                </p14:cNvPr>
                <p14:cNvContentPartPr/>
                <p14:nvPr/>
              </p14:nvContentPartPr>
              <p14:xfrm>
                <a:off x="4729425" y="4021215"/>
                <a:ext cx="1091880" cy="36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387A569-D5AD-0813-6414-19CD6FFA03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23305" y="4015095"/>
                  <a:ext cx="11041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CB99E8-6C1D-73DC-D36E-F232AD7A6B8E}"/>
                    </a:ext>
                  </a:extLst>
                </p14:cNvPr>
                <p14:cNvContentPartPr/>
                <p14:nvPr/>
              </p14:nvContentPartPr>
              <p14:xfrm>
                <a:off x="2163345" y="5180775"/>
                <a:ext cx="195840" cy="385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CB99E8-6C1D-73DC-D36E-F232AD7A6B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57225" y="5174655"/>
                  <a:ext cx="2080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49A99A-CF96-22B9-D97E-9388D29B2BDF}"/>
                    </a:ext>
                  </a:extLst>
                </p14:cNvPr>
                <p14:cNvContentPartPr/>
                <p14:nvPr/>
              </p14:nvContentPartPr>
              <p14:xfrm>
                <a:off x="2587065" y="5117415"/>
                <a:ext cx="318240" cy="631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49A99A-CF96-22B9-D97E-9388D29B2BD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0945" y="5110935"/>
                  <a:ext cx="33048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4AA613C-E235-3D42-411A-1BD1325B19CF}"/>
                    </a:ext>
                  </a:extLst>
                </p14:cNvPr>
                <p14:cNvContentPartPr/>
                <p14:nvPr/>
              </p14:nvContentPartPr>
              <p14:xfrm>
                <a:off x="2025105" y="5183295"/>
                <a:ext cx="1491840" cy="244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4AA613C-E235-3D42-411A-1BD1325B19C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018985" y="5177175"/>
                  <a:ext cx="1504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1C732-AE37-DD97-8FFF-3B987A3D35D6}"/>
                    </a:ext>
                  </a:extLst>
                </p14:cNvPr>
                <p14:cNvContentPartPr/>
                <p14:nvPr/>
              </p14:nvContentPartPr>
              <p14:xfrm>
                <a:off x="3581025" y="5212455"/>
                <a:ext cx="325800" cy="550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1C732-AE37-DD97-8FFF-3B987A3D35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74905" y="5206335"/>
                  <a:ext cx="33804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32BF21-7A0D-B247-35AC-FD045BDA30E6}"/>
                    </a:ext>
                  </a:extLst>
                </p14:cNvPr>
                <p14:cNvContentPartPr/>
                <p14:nvPr/>
              </p14:nvContentPartPr>
              <p14:xfrm>
                <a:off x="3662025" y="5420535"/>
                <a:ext cx="437040" cy="127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32BF21-7A0D-B247-35AC-FD045BDA30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55905" y="5414415"/>
                  <a:ext cx="44928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AEC80D5-2D33-C07A-808A-0654DA578429}"/>
                  </a:ext>
                </a:extLst>
              </p14:cNvPr>
              <p14:cNvContentPartPr/>
              <p14:nvPr/>
            </p14:nvContentPartPr>
            <p14:xfrm>
              <a:off x="10094865" y="4050015"/>
              <a:ext cx="145440" cy="846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AEC80D5-2D33-C07A-808A-0654DA57842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088745" y="4043895"/>
                <a:ext cx="1576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7DD1987-4F24-28CA-4092-28792B044A77}"/>
                  </a:ext>
                </a:extLst>
              </p14:cNvPr>
              <p14:cNvContentPartPr/>
              <p14:nvPr/>
            </p14:nvContentPartPr>
            <p14:xfrm>
              <a:off x="9900465" y="4387695"/>
              <a:ext cx="333000" cy="1105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7DD1987-4F24-28CA-4092-28792B044A7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894345" y="4381575"/>
                <a:ext cx="3452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85F2EAB-AED5-1216-68E3-7F15B73764DD}"/>
                  </a:ext>
                </a:extLst>
              </p14:cNvPr>
              <p14:cNvContentPartPr/>
              <p14:nvPr/>
            </p14:nvContentPartPr>
            <p14:xfrm>
              <a:off x="10811265" y="3678135"/>
              <a:ext cx="505800" cy="395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85F2EAB-AED5-1216-68E3-7F15B73764D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805145" y="3672015"/>
                <a:ext cx="518040" cy="40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156CBE5-D668-2BC6-1D3B-81B4DA64EEA8}"/>
              </a:ext>
            </a:extLst>
          </p:cNvPr>
          <p:cNvGrpSpPr/>
          <p:nvPr/>
        </p:nvGrpSpPr>
        <p:grpSpPr>
          <a:xfrm>
            <a:off x="10716585" y="4290855"/>
            <a:ext cx="849600" cy="567000"/>
            <a:chOff x="10716585" y="4290855"/>
            <a:chExt cx="849600" cy="56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B5C8332-2AEF-961E-7C73-966F1E6AB7DD}"/>
                    </a:ext>
                  </a:extLst>
                </p14:cNvPr>
                <p14:cNvContentPartPr/>
                <p14:nvPr/>
              </p14:nvContentPartPr>
              <p14:xfrm>
                <a:off x="10716585" y="4290855"/>
                <a:ext cx="849600" cy="77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B5C8332-2AEF-961E-7C73-966F1E6AB7D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10465" y="4284735"/>
                  <a:ext cx="861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758E61F-C8BD-048B-B192-0FA0834B6489}"/>
                    </a:ext>
                  </a:extLst>
                </p14:cNvPr>
                <p14:cNvContentPartPr/>
                <p14:nvPr/>
              </p14:nvContentPartPr>
              <p14:xfrm>
                <a:off x="10730265" y="4452495"/>
                <a:ext cx="255600" cy="38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758E61F-C8BD-048B-B192-0FA0834B648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24145" y="4446375"/>
                  <a:ext cx="2678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C344056-477E-36AB-833D-69022D49BFBF}"/>
                    </a:ext>
                  </a:extLst>
                </p14:cNvPr>
                <p14:cNvContentPartPr/>
                <p14:nvPr/>
              </p14:nvContentPartPr>
              <p14:xfrm>
                <a:off x="11044185" y="4562655"/>
                <a:ext cx="300600" cy="295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C344056-477E-36AB-833D-69022D49BFB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38065" y="4556535"/>
                  <a:ext cx="31284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9D52A32-C3A5-0C38-7F61-73B220E29CA0}"/>
                  </a:ext>
                </a:extLst>
              </p14:cNvPr>
              <p14:cNvContentPartPr/>
              <p14:nvPr/>
            </p14:nvContentPartPr>
            <p14:xfrm>
              <a:off x="9404385" y="5472735"/>
              <a:ext cx="192240" cy="540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9D52A32-C3A5-0C38-7F61-73B220E29CA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398265" y="5466615"/>
                <a:ext cx="2044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4663FF5-B038-B4F6-DEFA-CE9EB613EAF7}"/>
                  </a:ext>
                </a:extLst>
              </p14:cNvPr>
              <p14:cNvContentPartPr/>
              <p14:nvPr/>
            </p14:nvContentPartPr>
            <p14:xfrm>
              <a:off x="9416985" y="5774415"/>
              <a:ext cx="306720" cy="47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4663FF5-B038-B4F6-DEFA-CE9EB613EAF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410865" y="5768295"/>
                <a:ext cx="31896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1FF3AE3-A38F-6DF1-3071-D995AC3F01E8}"/>
              </a:ext>
            </a:extLst>
          </p:cNvPr>
          <p:cNvGrpSpPr/>
          <p:nvPr/>
        </p:nvGrpSpPr>
        <p:grpSpPr>
          <a:xfrm>
            <a:off x="10039785" y="5318655"/>
            <a:ext cx="1747080" cy="807480"/>
            <a:chOff x="10039785" y="5318655"/>
            <a:chExt cx="1747080" cy="80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9E87563-8924-DF6B-6F92-423780B79AE8}"/>
                    </a:ext>
                  </a:extLst>
                </p14:cNvPr>
                <p14:cNvContentPartPr/>
                <p14:nvPr/>
              </p14:nvContentPartPr>
              <p14:xfrm>
                <a:off x="10039785" y="5364375"/>
                <a:ext cx="161640" cy="413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9E87563-8924-DF6B-6F92-423780B79AE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33665" y="5358255"/>
                  <a:ext cx="1738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4AD17F-5055-9EC4-CE2B-4DD96999BA37}"/>
                    </a:ext>
                  </a:extLst>
                </p14:cNvPr>
                <p14:cNvContentPartPr/>
                <p14:nvPr/>
              </p14:nvContentPartPr>
              <p14:xfrm>
                <a:off x="10368105" y="5673615"/>
                <a:ext cx="20880" cy="11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4AD17F-5055-9EC4-CE2B-4DD96999BA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361985" y="5667495"/>
                  <a:ext cx="33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E29558D-BBA8-B7B4-257C-644644F63AA1}"/>
                    </a:ext>
                  </a:extLst>
                </p14:cNvPr>
                <p14:cNvContentPartPr/>
                <p14:nvPr/>
              </p14:nvContentPartPr>
              <p14:xfrm>
                <a:off x="10603905" y="5367975"/>
                <a:ext cx="227160" cy="37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E29558D-BBA8-B7B4-257C-644644F63AA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97785" y="5361855"/>
                  <a:ext cx="2394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933BA83-BA6E-313A-D2FF-9FC76436D9B0}"/>
                    </a:ext>
                  </a:extLst>
                </p14:cNvPr>
                <p14:cNvContentPartPr/>
                <p14:nvPr/>
              </p14:nvContentPartPr>
              <p14:xfrm>
                <a:off x="10909905" y="5339175"/>
                <a:ext cx="177480" cy="428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933BA83-BA6E-313A-D2FF-9FC76436D9B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903785" y="5333055"/>
                  <a:ext cx="189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8A10947-8EC3-1FC1-A2D6-9662F56C8BA2}"/>
                    </a:ext>
                  </a:extLst>
                </p14:cNvPr>
                <p14:cNvContentPartPr/>
                <p14:nvPr/>
              </p14:nvContentPartPr>
              <p14:xfrm>
                <a:off x="11316705" y="5318655"/>
                <a:ext cx="74880" cy="481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8A10947-8EC3-1FC1-A2D6-9662F56C8BA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10585" y="5312535"/>
                  <a:ext cx="871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48EA7AE-CEBB-E409-28F6-1340CDB24BDE}"/>
                    </a:ext>
                  </a:extLst>
                </p14:cNvPr>
                <p14:cNvContentPartPr/>
                <p14:nvPr/>
              </p14:nvContentPartPr>
              <p14:xfrm>
                <a:off x="10129425" y="5985015"/>
                <a:ext cx="1657440" cy="141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48EA7AE-CEBB-E409-28F6-1340CDB24B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123305" y="5978895"/>
                  <a:ext cx="1669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4B7C5E-4FAA-E09B-417A-8440BCA24581}"/>
                    </a:ext>
                  </a:extLst>
                </p14:cNvPr>
                <p14:cNvContentPartPr/>
                <p14:nvPr/>
              </p14:nvContentPartPr>
              <p14:xfrm>
                <a:off x="10666185" y="5960535"/>
                <a:ext cx="624600" cy="19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4B7C5E-4FAA-E09B-417A-8440BCA245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660065" y="5954415"/>
                  <a:ext cx="636840" cy="3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06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5608DDA-B905-0904-E944-C87156F97B82}"/>
              </a:ext>
            </a:extLst>
          </p:cNvPr>
          <p:cNvGrpSpPr/>
          <p:nvPr/>
        </p:nvGrpSpPr>
        <p:grpSpPr>
          <a:xfrm>
            <a:off x="366585" y="279735"/>
            <a:ext cx="5329440" cy="1287360"/>
            <a:chOff x="366585" y="279735"/>
            <a:chExt cx="5329440" cy="12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64007C-4583-8489-B509-8F1E3E94E412}"/>
                    </a:ext>
                  </a:extLst>
                </p14:cNvPr>
                <p14:cNvContentPartPr/>
                <p14:nvPr/>
              </p14:nvContentPartPr>
              <p14:xfrm>
                <a:off x="385665" y="699855"/>
                <a:ext cx="33480" cy="633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64007C-4583-8489-B509-8F1E3E94E4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9545" y="693735"/>
                  <a:ext cx="4572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7F22B1-E230-AD75-8808-58880B68D4C0}"/>
                    </a:ext>
                  </a:extLst>
                </p14:cNvPr>
                <p14:cNvContentPartPr/>
                <p14:nvPr/>
              </p14:nvContentPartPr>
              <p14:xfrm>
                <a:off x="366585" y="554775"/>
                <a:ext cx="240120" cy="483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7F22B1-E230-AD75-8808-58880B68D4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0465" y="548655"/>
                  <a:ext cx="2523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77207A-FC1F-6915-53BF-EA93188F8332}"/>
                    </a:ext>
                  </a:extLst>
                </p14:cNvPr>
                <p14:cNvContentPartPr/>
                <p14:nvPr/>
              </p14:nvContentPartPr>
              <p14:xfrm>
                <a:off x="847185" y="411495"/>
                <a:ext cx="282240" cy="926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D77207A-FC1F-6915-53BF-EA93188F83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1065" y="405375"/>
                  <a:ext cx="29448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C37680-25D9-2E51-5FD8-EE5F98EF3014}"/>
                    </a:ext>
                  </a:extLst>
                </p14:cNvPr>
                <p14:cNvContentPartPr/>
                <p14:nvPr/>
              </p14:nvContentPartPr>
              <p14:xfrm>
                <a:off x="1268025" y="739815"/>
                <a:ext cx="38160" cy="374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C37680-25D9-2E51-5FD8-EE5F98EF30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1905" y="733695"/>
                  <a:ext cx="504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8E6D68-867B-E10F-578C-830D1F7F50CD}"/>
                    </a:ext>
                  </a:extLst>
                </p14:cNvPr>
                <p14:cNvContentPartPr/>
                <p14:nvPr/>
              </p14:nvContentPartPr>
              <p14:xfrm>
                <a:off x="1289265" y="703455"/>
                <a:ext cx="381240" cy="386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8E6D68-867B-E10F-578C-830D1F7F50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3145" y="697335"/>
                  <a:ext cx="3934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4CABE8-9D1E-C6C9-8F80-A0FF28381FA4}"/>
                    </a:ext>
                  </a:extLst>
                </p14:cNvPr>
                <p14:cNvContentPartPr/>
                <p14:nvPr/>
              </p14:nvContentPartPr>
              <p14:xfrm>
                <a:off x="1821705" y="712095"/>
                <a:ext cx="203040" cy="42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4CABE8-9D1E-C6C9-8F80-A0FF28381F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5585" y="705975"/>
                  <a:ext cx="2152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E5F95B-2A0D-A882-2F8F-DC51ABB12D15}"/>
                    </a:ext>
                  </a:extLst>
                </p14:cNvPr>
                <p14:cNvContentPartPr/>
                <p14:nvPr/>
              </p14:nvContentPartPr>
              <p14:xfrm>
                <a:off x="2083785" y="568095"/>
                <a:ext cx="506520" cy="86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E5F95B-2A0D-A882-2F8F-DC51ABB12D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77665" y="561975"/>
                  <a:ext cx="518760" cy="88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F96587-F6E0-4CA9-B00A-B3237B0B19DD}"/>
                    </a:ext>
                  </a:extLst>
                </p14:cNvPr>
                <p14:cNvContentPartPr/>
                <p14:nvPr/>
              </p14:nvContentPartPr>
              <p14:xfrm>
                <a:off x="2741865" y="727935"/>
                <a:ext cx="208800" cy="456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F96587-F6E0-4CA9-B00A-B3237B0B19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35745" y="721815"/>
                  <a:ext cx="2210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193CD71-2C33-E1BD-79B3-0318F431527D}"/>
                    </a:ext>
                  </a:extLst>
                </p14:cNvPr>
                <p14:cNvContentPartPr/>
                <p14:nvPr/>
              </p14:nvContentPartPr>
              <p14:xfrm>
                <a:off x="3044625" y="873375"/>
                <a:ext cx="144360" cy="26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193CD71-2C33-E1BD-79B3-0318F43152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38505" y="867255"/>
                  <a:ext cx="156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99B465-7639-D04D-D2FC-FBCC39FC0043}"/>
                    </a:ext>
                  </a:extLst>
                </p14:cNvPr>
                <p14:cNvContentPartPr/>
                <p14:nvPr/>
              </p14:nvContentPartPr>
              <p14:xfrm>
                <a:off x="3243705" y="923415"/>
                <a:ext cx="172440" cy="205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99B465-7639-D04D-D2FC-FBCC39FC00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7585" y="917295"/>
                  <a:ext cx="184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6A0D55-55F5-41F7-BE43-B17E554A3895}"/>
                    </a:ext>
                  </a:extLst>
                </p14:cNvPr>
                <p14:cNvContentPartPr/>
                <p14:nvPr/>
              </p14:nvContentPartPr>
              <p14:xfrm>
                <a:off x="3529185" y="890655"/>
                <a:ext cx="192600" cy="175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96A0D55-55F5-41F7-BE43-B17E554A38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23065" y="884535"/>
                  <a:ext cx="204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A4E3C5-A37C-B9D6-BD65-53AC2924E253}"/>
                    </a:ext>
                  </a:extLst>
                </p14:cNvPr>
                <p14:cNvContentPartPr/>
                <p14:nvPr/>
              </p14:nvContentPartPr>
              <p14:xfrm>
                <a:off x="3760665" y="857175"/>
                <a:ext cx="219600" cy="578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A4E3C5-A37C-B9D6-BD65-53AC2924E2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4545" y="851055"/>
                  <a:ext cx="23184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2C77E0-EA34-1048-0775-69769E1B9E62}"/>
                    </a:ext>
                  </a:extLst>
                </p14:cNvPr>
                <p14:cNvContentPartPr/>
                <p14:nvPr/>
              </p14:nvContentPartPr>
              <p14:xfrm>
                <a:off x="4018785" y="1131855"/>
                <a:ext cx="267840" cy="222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2C77E0-EA34-1048-0775-69769E1B9E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2665" y="1125735"/>
                  <a:ext cx="280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963E2C-D221-0C72-421E-9F742A0E6358}"/>
                    </a:ext>
                  </a:extLst>
                </p14:cNvPr>
                <p14:cNvContentPartPr/>
                <p14:nvPr/>
              </p14:nvContentPartPr>
              <p14:xfrm>
                <a:off x="4355745" y="923055"/>
                <a:ext cx="61920" cy="250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963E2C-D221-0C72-421E-9F742A0E63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625" y="916935"/>
                  <a:ext cx="74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1F2408-A772-BB12-3405-7F057B4A4465}"/>
                    </a:ext>
                  </a:extLst>
                </p14:cNvPr>
                <p14:cNvContentPartPr/>
                <p14:nvPr/>
              </p14:nvContentPartPr>
              <p14:xfrm>
                <a:off x="4501185" y="1002255"/>
                <a:ext cx="127080" cy="28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71F2408-A772-BB12-3405-7F057B4A44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95065" y="996135"/>
                  <a:ext cx="139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81776E-B547-4067-71EC-C54EF5A13003}"/>
                    </a:ext>
                  </a:extLst>
                </p14:cNvPr>
                <p14:cNvContentPartPr/>
                <p14:nvPr/>
              </p14:nvContentPartPr>
              <p14:xfrm>
                <a:off x="4804305" y="1028895"/>
                <a:ext cx="113400" cy="19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81776E-B547-4067-71EC-C54EF5A130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98185" y="1022775"/>
                  <a:ext cx="125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DF4B87-3870-0C12-8216-F0F3A9B5DCD8}"/>
                    </a:ext>
                  </a:extLst>
                </p14:cNvPr>
                <p14:cNvContentPartPr/>
                <p14:nvPr/>
              </p14:nvContentPartPr>
              <p14:xfrm>
                <a:off x="5026785" y="871575"/>
                <a:ext cx="307080" cy="91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DF4B87-3870-0C12-8216-F0F3A9B5DC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20665" y="865455"/>
                  <a:ext cx="319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69BCD7-F0B1-CA43-E7EC-DB87903078A9}"/>
                    </a:ext>
                  </a:extLst>
                </p14:cNvPr>
                <p14:cNvContentPartPr/>
                <p14:nvPr/>
              </p14:nvContentPartPr>
              <p14:xfrm>
                <a:off x="5062785" y="948255"/>
                <a:ext cx="194040" cy="39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69BCD7-F0B1-CA43-E7EC-DB8790307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56665" y="942135"/>
                  <a:ext cx="2062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EA08EB-2512-DF30-73B6-E48C286EAF92}"/>
                    </a:ext>
                  </a:extLst>
                </p14:cNvPr>
                <p14:cNvContentPartPr/>
                <p14:nvPr/>
              </p14:nvContentPartPr>
              <p14:xfrm>
                <a:off x="5007345" y="279735"/>
                <a:ext cx="688680" cy="1287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EA08EB-2512-DF30-73B6-E48C286EAF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1225" y="273615"/>
                  <a:ext cx="700920" cy="129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0FC46D-4D7C-8FB2-F9A3-E5377A28D3D0}"/>
              </a:ext>
            </a:extLst>
          </p:cNvPr>
          <p:cNvGrpSpPr/>
          <p:nvPr/>
        </p:nvGrpSpPr>
        <p:grpSpPr>
          <a:xfrm>
            <a:off x="6131985" y="745935"/>
            <a:ext cx="350280" cy="290520"/>
            <a:chOff x="6131985" y="745935"/>
            <a:chExt cx="35028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8D6A12-70CE-9976-618A-730C07944807}"/>
                    </a:ext>
                  </a:extLst>
                </p14:cNvPr>
                <p14:cNvContentPartPr/>
                <p14:nvPr/>
              </p14:nvContentPartPr>
              <p14:xfrm>
                <a:off x="6131985" y="745935"/>
                <a:ext cx="185400" cy="73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8D6A12-70CE-9976-618A-730C0794480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25865" y="739815"/>
                  <a:ext cx="197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5AEDBA-61D2-4D57-2899-D8F97E3018CA}"/>
                    </a:ext>
                  </a:extLst>
                </p14:cNvPr>
                <p14:cNvContentPartPr/>
                <p14:nvPr/>
              </p14:nvContentPartPr>
              <p14:xfrm>
                <a:off x="6184545" y="971295"/>
                <a:ext cx="297720" cy="65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5AEDBA-61D2-4D57-2899-D8F97E3018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78425" y="965175"/>
                  <a:ext cx="3099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4EAF598-859B-2EBD-5684-6E90104EC19F}"/>
              </a:ext>
            </a:extLst>
          </p:cNvPr>
          <p:cNvGrpSpPr/>
          <p:nvPr/>
        </p:nvGrpSpPr>
        <p:grpSpPr>
          <a:xfrm>
            <a:off x="6960705" y="220335"/>
            <a:ext cx="5055840" cy="2047320"/>
            <a:chOff x="6960705" y="220335"/>
            <a:chExt cx="5055840" cy="20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C15CC7-AB60-D953-FDD6-C712F45B10F2}"/>
                    </a:ext>
                  </a:extLst>
                </p14:cNvPr>
                <p14:cNvContentPartPr/>
                <p14:nvPr/>
              </p14:nvContentPartPr>
              <p14:xfrm>
                <a:off x="6960705" y="451815"/>
                <a:ext cx="152280" cy="704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C15CC7-AB60-D953-FDD6-C712F45B10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54585" y="445695"/>
                  <a:ext cx="16452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A3F6DE-BE23-ABC2-ABA9-2263B610015F}"/>
                    </a:ext>
                  </a:extLst>
                </p14:cNvPr>
                <p14:cNvContentPartPr/>
                <p14:nvPr/>
              </p14:nvContentPartPr>
              <p14:xfrm>
                <a:off x="7011105" y="398175"/>
                <a:ext cx="241920" cy="408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A3F6DE-BE23-ABC2-ABA9-2263B61001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04985" y="392055"/>
                  <a:ext cx="2541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BA8029-2BED-C332-29EA-8076E3D506D8}"/>
                    </a:ext>
                  </a:extLst>
                </p14:cNvPr>
                <p14:cNvContentPartPr/>
                <p14:nvPr/>
              </p14:nvContentPartPr>
              <p14:xfrm>
                <a:off x="7491705" y="410775"/>
                <a:ext cx="232920" cy="57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BA8029-2BED-C332-29EA-8076E3D506D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85585" y="404655"/>
                  <a:ext cx="2451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D5AB8E-735B-9B9B-2378-AF3A045CC32B}"/>
                    </a:ext>
                  </a:extLst>
                </p14:cNvPr>
                <p14:cNvContentPartPr/>
                <p14:nvPr/>
              </p14:nvContentPartPr>
              <p14:xfrm>
                <a:off x="7942425" y="550815"/>
                <a:ext cx="59760" cy="27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D5AB8E-735B-9B9B-2378-AF3A045CC3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36305" y="544695"/>
                  <a:ext cx="72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296149-2608-39F2-AED1-47FEAE2AFECC}"/>
                    </a:ext>
                  </a:extLst>
                </p14:cNvPr>
                <p14:cNvContentPartPr/>
                <p14:nvPr/>
              </p14:nvContentPartPr>
              <p14:xfrm>
                <a:off x="7974465" y="526695"/>
                <a:ext cx="257400" cy="342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296149-2608-39F2-AED1-47FEAE2AFE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8345" y="520575"/>
                  <a:ext cx="269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2DA49F-81E7-2A3B-1FAD-EB178B55C740}"/>
                    </a:ext>
                  </a:extLst>
                </p14:cNvPr>
                <p14:cNvContentPartPr/>
                <p14:nvPr/>
              </p14:nvContentPartPr>
              <p14:xfrm>
                <a:off x="8327625" y="545415"/>
                <a:ext cx="228240" cy="340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2DA49F-81E7-2A3B-1FAD-EB178B55C7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21505" y="539295"/>
                  <a:ext cx="2404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15674E-C48E-57C6-DA66-DC36BC2DED05}"/>
                    </a:ext>
                  </a:extLst>
                </p14:cNvPr>
                <p14:cNvContentPartPr/>
                <p14:nvPr/>
              </p14:nvContentPartPr>
              <p14:xfrm>
                <a:off x="8280825" y="307815"/>
                <a:ext cx="541080" cy="85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15674E-C48E-57C6-DA66-DC36BC2DED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74705" y="301695"/>
                  <a:ext cx="55332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99C528-4E51-913C-E52E-C4F9EC4045B7}"/>
                    </a:ext>
                  </a:extLst>
                </p14:cNvPr>
                <p14:cNvContentPartPr/>
                <p14:nvPr/>
              </p14:nvContentPartPr>
              <p14:xfrm>
                <a:off x="9157425" y="562695"/>
                <a:ext cx="303120" cy="278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99C528-4E51-913C-E52E-C4F9EC4045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51305" y="556575"/>
                  <a:ext cx="315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FB3C8CE-2ADF-07C5-3988-AA3D0D212862}"/>
                    </a:ext>
                  </a:extLst>
                </p14:cNvPr>
                <p14:cNvContentPartPr/>
                <p14:nvPr/>
              </p14:nvContentPartPr>
              <p14:xfrm>
                <a:off x="9237705" y="586455"/>
                <a:ext cx="350280" cy="232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FB3C8CE-2ADF-07C5-3988-AA3D0D2128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1585" y="580335"/>
                  <a:ext cx="362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9FDE342-9DA8-668E-3985-D3F7D8F6A5F5}"/>
                    </a:ext>
                  </a:extLst>
                </p14:cNvPr>
                <p14:cNvContentPartPr/>
                <p14:nvPr/>
              </p14:nvContentPartPr>
              <p14:xfrm>
                <a:off x="9000825" y="536055"/>
                <a:ext cx="461160" cy="39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9FDE342-9DA8-668E-3985-D3F7D8F6A5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94705" y="529935"/>
                  <a:ext cx="4734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05B4C9-7D93-5387-DF2F-20A9F9C307C5}"/>
                    </a:ext>
                  </a:extLst>
                </p14:cNvPr>
                <p14:cNvContentPartPr/>
                <p14:nvPr/>
              </p14:nvContentPartPr>
              <p14:xfrm>
                <a:off x="9163545" y="480975"/>
                <a:ext cx="69840" cy="45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05B4C9-7D93-5387-DF2F-20A9F9C307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57425" y="474855"/>
                  <a:ext cx="820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17EBEB-D6CE-38EB-1BA7-EC9ACB00B5C3}"/>
                    </a:ext>
                  </a:extLst>
                </p14:cNvPr>
                <p14:cNvContentPartPr/>
                <p14:nvPr/>
              </p14:nvContentPartPr>
              <p14:xfrm>
                <a:off x="8889945" y="734775"/>
                <a:ext cx="625680" cy="29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17EBEB-D6CE-38EB-1BA7-EC9ACB00B5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83825" y="728655"/>
                  <a:ext cx="63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3C9A96-5536-7FF8-01B6-524914EBE2B0}"/>
                    </a:ext>
                  </a:extLst>
                </p14:cNvPr>
                <p14:cNvContentPartPr/>
                <p14:nvPr/>
              </p14:nvContentPartPr>
              <p14:xfrm>
                <a:off x="10117185" y="402495"/>
                <a:ext cx="53280" cy="468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3C9A96-5536-7FF8-01B6-524914EBE2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11065" y="396375"/>
                  <a:ext cx="655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AC6032-FC10-089E-125E-C8B8293B97FE}"/>
                    </a:ext>
                  </a:extLst>
                </p14:cNvPr>
                <p14:cNvContentPartPr/>
                <p14:nvPr/>
              </p14:nvContentPartPr>
              <p14:xfrm>
                <a:off x="10124385" y="259575"/>
                <a:ext cx="241560" cy="368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AC6032-FC10-089E-125E-C8B8293B97F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18265" y="253455"/>
                  <a:ext cx="2538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004218-7D6A-CE59-76D5-19C7A39E0C4D}"/>
                    </a:ext>
                  </a:extLst>
                </p14:cNvPr>
                <p14:cNvContentPartPr/>
                <p14:nvPr/>
              </p14:nvContentPartPr>
              <p14:xfrm>
                <a:off x="10473585" y="220335"/>
                <a:ext cx="205560" cy="595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004218-7D6A-CE59-76D5-19C7A39E0C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67465" y="214215"/>
                  <a:ext cx="2178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C45BC1-A314-2F00-F4A5-8BC0373AD4A6}"/>
                    </a:ext>
                  </a:extLst>
                </p14:cNvPr>
                <p14:cNvContentPartPr/>
                <p14:nvPr/>
              </p14:nvContentPartPr>
              <p14:xfrm>
                <a:off x="10668705" y="270375"/>
                <a:ext cx="203400" cy="38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C45BC1-A314-2F00-F4A5-8BC0373AD4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62585" y="264255"/>
                  <a:ext cx="2156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A0FB6A-8F80-4B7A-FF33-32F65080B7C9}"/>
                    </a:ext>
                  </a:extLst>
                </p14:cNvPr>
                <p14:cNvContentPartPr/>
                <p14:nvPr/>
              </p14:nvContentPartPr>
              <p14:xfrm>
                <a:off x="10930065" y="425895"/>
                <a:ext cx="171000" cy="198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A0FB6A-8F80-4B7A-FF33-32F65080B7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23945" y="419775"/>
                  <a:ext cx="183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516A10-4174-F545-2536-32A1A766B1BF}"/>
                    </a:ext>
                  </a:extLst>
                </p14:cNvPr>
                <p14:cNvContentPartPr/>
                <p14:nvPr/>
              </p14:nvContentPartPr>
              <p14:xfrm>
                <a:off x="11170185" y="471255"/>
                <a:ext cx="181080" cy="133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516A10-4174-F545-2536-32A1A766B1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64065" y="465135"/>
                  <a:ext cx="193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FB52DF-3B5C-C374-487C-2015FB5B565C}"/>
                    </a:ext>
                  </a:extLst>
                </p14:cNvPr>
                <p14:cNvContentPartPr/>
                <p14:nvPr/>
              </p14:nvContentPartPr>
              <p14:xfrm>
                <a:off x="11329305" y="451455"/>
                <a:ext cx="155160" cy="340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FB52DF-3B5C-C374-487C-2015FB5B565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23185" y="445335"/>
                  <a:ext cx="1674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C1CC000-C1B9-64DE-0FF9-913EE3CF946A}"/>
                    </a:ext>
                  </a:extLst>
                </p14:cNvPr>
                <p14:cNvContentPartPr/>
                <p14:nvPr/>
              </p14:nvContentPartPr>
              <p14:xfrm>
                <a:off x="11151465" y="288375"/>
                <a:ext cx="339120" cy="759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C1CC000-C1B9-64DE-0FF9-913EE3CF94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45345" y="282255"/>
                  <a:ext cx="35136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AED7B8-2B05-DEB6-9849-7E00B3E58076}"/>
                    </a:ext>
                  </a:extLst>
                </p14:cNvPr>
                <p14:cNvContentPartPr/>
                <p14:nvPr/>
              </p14:nvContentPartPr>
              <p14:xfrm>
                <a:off x="11172705" y="370815"/>
                <a:ext cx="521640" cy="693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AED7B8-2B05-DEB6-9849-7E00B3E580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166585" y="364695"/>
                  <a:ext cx="5338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E8F7E6-F34C-0634-E7B2-3C37AB84FD4E}"/>
                    </a:ext>
                  </a:extLst>
                </p14:cNvPr>
                <p14:cNvContentPartPr/>
                <p14:nvPr/>
              </p14:nvContentPartPr>
              <p14:xfrm>
                <a:off x="11620545" y="641895"/>
                <a:ext cx="70200" cy="240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E8F7E6-F34C-0634-E7B2-3C37AB84FD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14425" y="635775"/>
                  <a:ext cx="82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5E4B6F-4E9F-9FBC-DAD1-4947AB6CA5EE}"/>
                    </a:ext>
                  </a:extLst>
                </p14:cNvPr>
                <p14:cNvContentPartPr/>
                <p14:nvPr/>
              </p14:nvContentPartPr>
              <p14:xfrm>
                <a:off x="11718825" y="683295"/>
                <a:ext cx="133200" cy="175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5E4B6F-4E9F-9FBC-DAD1-4947AB6CA5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12705" y="677175"/>
                  <a:ext cx="145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A2095A7-8B52-BF8A-6745-835442D31278}"/>
                    </a:ext>
                  </a:extLst>
                </p14:cNvPr>
                <p14:cNvContentPartPr/>
                <p14:nvPr/>
              </p14:nvContentPartPr>
              <p14:xfrm>
                <a:off x="11863185" y="712095"/>
                <a:ext cx="65880" cy="182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A2095A7-8B52-BF8A-6745-835442D3127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857065" y="705975"/>
                  <a:ext cx="78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8BF675-975B-2D07-DD7A-329CA119AE54}"/>
                    </a:ext>
                  </a:extLst>
                </p14:cNvPr>
                <p14:cNvContentPartPr/>
                <p14:nvPr/>
              </p14:nvContentPartPr>
              <p14:xfrm>
                <a:off x="11789745" y="586455"/>
                <a:ext cx="225720" cy="50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8BF675-975B-2D07-DD7A-329CA119AE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83625" y="580335"/>
                  <a:ext cx="23796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DB383C-5C03-F64F-B821-F51DA753A118}"/>
                    </a:ext>
                  </a:extLst>
                </p14:cNvPr>
                <p14:cNvContentPartPr/>
                <p14:nvPr/>
              </p14:nvContentPartPr>
              <p14:xfrm>
                <a:off x="9290265" y="1473135"/>
                <a:ext cx="133920" cy="183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DB383C-5C03-F64F-B821-F51DA753A1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84145" y="1467015"/>
                  <a:ext cx="146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D1B77F-39B6-AB7A-3F19-EF462BA178E7}"/>
                    </a:ext>
                  </a:extLst>
                </p14:cNvPr>
                <p14:cNvContentPartPr/>
                <p14:nvPr/>
              </p14:nvContentPartPr>
              <p14:xfrm>
                <a:off x="9314025" y="1505175"/>
                <a:ext cx="234720" cy="242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BD1B77F-39B6-AB7A-3F19-EF462BA178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07905" y="1499055"/>
                  <a:ext cx="246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0BA1E35-8235-8439-3477-3C30DB9E8D89}"/>
                    </a:ext>
                  </a:extLst>
                </p14:cNvPr>
                <p14:cNvContentPartPr/>
                <p14:nvPr/>
              </p14:nvContentPartPr>
              <p14:xfrm>
                <a:off x="9368025" y="1478535"/>
                <a:ext cx="77040" cy="267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0BA1E35-8235-8439-3477-3C30DB9E8D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61905" y="1472415"/>
                  <a:ext cx="89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80B59E6-2918-00C9-05D8-EA35100694E7}"/>
                    </a:ext>
                  </a:extLst>
                </p14:cNvPr>
                <p14:cNvContentPartPr/>
                <p14:nvPr/>
              </p14:nvContentPartPr>
              <p14:xfrm>
                <a:off x="9209985" y="1592655"/>
                <a:ext cx="383400" cy="29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80B59E6-2918-00C9-05D8-EA35100694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3865" y="1586535"/>
                  <a:ext cx="395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BAB7978-784D-9D0D-68A6-8F0689C67FD7}"/>
                    </a:ext>
                  </a:extLst>
                </p14:cNvPr>
                <p14:cNvContentPartPr/>
                <p14:nvPr/>
              </p14:nvContentPartPr>
              <p14:xfrm>
                <a:off x="9944745" y="1333095"/>
                <a:ext cx="55440" cy="500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BAB7978-784D-9D0D-68A6-8F0689C67F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8625" y="1326975"/>
                  <a:ext cx="676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2B758B6-074E-5053-86DC-3E34300F5F77}"/>
                    </a:ext>
                  </a:extLst>
                </p14:cNvPr>
                <p14:cNvContentPartPr/>
                <p14:nvPr/>
              </p14:nvContentPartPr>
              <p14:xfrm>
                <a:off x="9851505" y="1095855"/>
                <a:ext cx="344880" cy="498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2B758B6-074E-5053-86DC-3E34300F5F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45385" y="1089735"/>
                  <a:ext cx="3571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CD2AB0E-3982-5DD2-AD4B-5108A6326D2E}"/>
                    </a:ext>
                  </a:extLst>
                </p14:cNvPr>
                <p14:cNvContentPartPr/>
                <p14:nvPr/>
              </p14:nvContentPartPr>
              <p14:xfrm>
                <a:off x="10467465" y="1110255"/>
                <a:ext cx="231480" cy="93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CD2AB0E-3982-5DD2-AD4B-5108A6326D2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61345" y="1104135"/>
                  <a:ext cx="243720" cy="9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2467ADB-8A13-EAB2-F3B0-46358887729E}"/>
                    </a:ext>
                  </a:extLst>
                </p14:cNvPr>
                <p14:cNvContentPartPr/>
                <p14:nvPr/>
              </p14:nvContentPartPr>
              <p14:xfrm>
                <a:off x="10618665" y="1237695"/>
                <a:ext cx="192240" cy="48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2467ADB-8A13-EAB2-F3B0-46358887729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12545" y="1231575"/>
                  <a:ext cx="2044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2EA31AB-F6B5-1CB1-C706-D0A54237E9DB}"/>
                    </a:ext>
                  </a:extLst>
                </p14:cNvPr>
                <p14:cNvContentPartPr/>
                <p14:nvPr/>
              </p14:nvContentPartPr>
              <p14:xfrm>
                <a:off x="11008185" y="1356855"/>
                <a:ext cx="129240" cy="259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2EA31AB-F6B5-1CB1-C706-D0A54237E9D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02065" y="1350735"/>
                  <a:ext cx="141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FE5D09-C4E3-4702-5B2C-4A2E9003373C}"/>
                    </a:ext>
                  </a:extLst>
                </p14:cNvPr>
                <p14:cNvContentPartPr/>
                <p14:nvPr/>
              </p14:nvContentPartPr>
              <p14:xfrm>
                <a:off x="10739625" y="1256055"/>
                <a:ext cx="158040" cy="474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FE5D09-C4E3-4702-5B2C-4A2E900337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33505" y="1249935"/>
                  <a:ext cx="1702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80EF84-301E-6B39-683C-D45A7C44E85F}"/>
                    </a:ext>
                  </a:extLst>
                </p14:cNvPr>
                <p14:cNvContentPartPr/>
                <p14:nvPr/>
              </p14:nvContentPartPr>
              <p14:xfrm>
                <a:off x="10723425" y="1377735"/>
                <a:ext cx="676080" cy="311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80EF84-301E-6B39-683C-D45A7C44E8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17305" y="1371615"/>
                  <a:ext cx="688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26BE6F-AE71-ABDB-D7A6-D3EA97D1D885}"/>
                    </a:ext>
                  </a:extLst>
                </p14:cNvPr>
                <p14:cNvContentPartPr/>
                <p14:nvPr/>
              </p14:nvContentPartPr>
              <p14:xfrm>
                <a:off x="11566905" y="1192335"/>
                <a:ext cx="131760" cy="494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26BE6F-AE71-ABDB-D7A6-D3EA97D1D8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560785" y="1186215"/>
                  <a:ext cx="1440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379E32-3AD2-F7C5-5FA7-CEAE67C992FC}"/>
                    </a:ext>
                  </a:extLst>
                </p14:cNvPr>
                <p14:cNvContentPartPr/>
                <p14:nvPr/>
              </p14:nvContentPartPr>
              <p14:xfrm>
                <a:off x="11465385" y="1348935"/>
                <a:ext cx="283680" cy="37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379E32-3AD2-F7C5-5FA7-CEAE67C992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59265" y="1342815"/>
                  <a:ext cx="295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713785-0CB0-7DED-A02D-F64334F93338}"/>
                    </a:ext>
                  </a:extLst>
                </p14:cNvPr>
                <p14:cNvContentPartPr/>
                <p14:nvPr/>
              </p14:nvContentPartPr>
              <p14:xfrm>
                <a:off x="11502825" y="1200615"/>
                <a:ext cx="427680" cy="74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713785-0CB0-7DED-A02D-F64334F933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96705" y="1194495"/>
                  <a:ext cx="43992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A12634-B911-D42D-CD28-E253FEB107C7}"/>
                    </a:ext>
                  </a:extLst>
                </p14:cNvPr>
                <p14:cNvContentPartPr/>
                <p14:nvPr/>
              </p14:nvContentPartPr>
              <p14:xfrm>
                <a:off x="11493105" y="1858695"/>
                <a:ext cx="52920" cy="284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A12634-B911-D42D-CD28-E253FEB107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86985" y="1852575"/>
                  <a:ext cx="65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05E129-9EEA-3A4C-2FC4-72CA38132063}"/>
                    </a:ext>
                  </a:extLst>
                </p14:cNvPr>
                <p14:cNvContentPartPr/>
                <p14:nvPr/>
              </p14:nvContentPartPr>
              <p14:xfrm>
                <a:off x="11615865" y="1909455"/>
                <a:ext cx="146160" cy="212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05E129-9EEA-3A4C-2FC4-72CA3813206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09745" y="1903335"/>
                  <a:ext cx="158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758373-46A5-8A12-0F73-23E9282C6A66}"/>
                    </a:ext>
                  </a:extLst>
                </p14:cNvPr>
                <p14:cNvContentPartPr/>
                <p14:nvPr/>
              </p14:nvContentPartPr>
              <p14:xfrm>
                <a:off x="11832225" y="1877415"/>
                <a:ext cx="47160" cy="172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758373-46A5-8A12-0F73-23E9282C6A6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26105" y="1871295"/>
                  <a:ext cx="59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4838D2-3455-2242-B511-B9C1B0CDBB65}"/>
                    </a:ext>
                  </a:extLst>
                </p14:cNvPr>
                <p14:cNvContentPartPr/>
                <p14:nvPr/>
              </p14:nvContentPartPr>
              <p14:xfrm>
                <a:off x="11656185" y="1265415"/>
                <a:ext cx="360360" cy="1002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4838D2-3455-2242-B511-B9C1B0CDBB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50065" y="1259295"/>
                  <a:ext cx="372600" cy="10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A6B9958-4100-A7C7-CF63-C74A7FBE0D97}"/>
              </a:ext>
            </a:extLst>
          </p:cNvPr>
          <p:cNvGrpSpPr/>
          <p:nvPr/>
        </p:nvGrpSpPr>
        <p:grpSpPr>
          <a:xfrm>
            <a:off x="1141665" y="3202215"/>
            <a:ext cx="575280" cy="390600"/>
            <a:chOff x="1141665" y="3202215"/>
            <a:chExt cx="5752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A7B953-86F9-ABEC-F51A-C375AD6CBEE8}"/>
                    </a:ext>
                  </a:extLst>
                </p14:cNvPr>
                <p14:cNvContentPartPr/>
                <p14:nvPr/>
              </p14:nvContentPartPr>
              <p14:xfrm>
                <a:off x="1141665" y="3202215"/>
                <a:ext cx="410760" cy="122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A7B953-86F9-ABEC-F51A-C375AD6CBE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5545" y="3196095"/>
                  <a:ext cx="423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B90175-15E7-AFD6-5D7B-9DDA7720C866}"/>
                    </a:ext>
                  </a:extLst>
                </p14:cNvPr>
                <p14:cNvContentPartPr/>
                <p14:nvPr/>
              </p14:nvContentPartPr>
              <p14:xfrm>
                <a:off x="1336065" y="3482295"/>
                <a:ext cx="380880" cy="110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B90175-15E7-AFD6-5D7B-9DDA7720C8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29945" y="3476175"/>
                  <a:ext cx="393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30AE59E-988D-08A3-366B-37C17BA4456C}"/>
              </a:ext>
            </a:extLst>
          </p:cNvPr>
          <p:cNvGrpSpPr/>
          <p:nvPr/>
        </p:nvGrpSpPr>
        <p:grpSpPr>
          <a:xfrm>
            <a:off x="7020105" y="2316975"/>
            <a:ext cx="1968840" cy="1228680"/>
            <a:chOff x="7020105" y="2316975"/>
            <a:chExt cx="1968840" cy="12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6F1DACF-9F4C-F575-2713-C93C2604AD19}"/>
                    </a:ext>
                  </a:extLst>
                </p14:cNvPr>
                <p14:cNvContentPartPr/>
                <p14:nvPr/>
              </p14:nvContentPartPr>
              <p14:xfrm>
                <a:off x="7020105" y="2701095"/>
                <a:ext cx="410400" cy="308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6F1DACF-9F4C-F575-2713-C93C2604AD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13985" y="2694975"/>
                  <a:ext cx="422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403536-141E-4EC2-087D-B387E73D58AF}"/>
                    </a:ext>
                  </a:extLst>
                </p14:cNvPr>
                <p14:cNvContentPartPr/>
                <p14:nvPr/>
              </p14:nvContentPartPr>
              <p14:xfrm>
                <a:off x="8082105" y="2316975"/>
                <a:ext cx="829080" cy="492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403536-141E-4EC2-087D-B387E73D58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75985" y="2310855"/>
                  <a:ext cx="8413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36F11A7-EEF2-A35E-F6DD-7661152677AF}"/>
                    </a:ext>
                  </a:extLst>
                </p14:cNvPr>
                <p14:cNvContentPartPr/>
                <p14:nvPr/>
              </p14:nvContentPartPr>
              <p14:xfrm>
                <a:off x="8011185" y="3080535"/>
                <a:ext cx="903240" cy="99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36F11A7-EEF2-A35E-F6DD-7661152677A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05065" y="3074415"/>
                  <a:ext cx="915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32641C7-7F5B-F256-6880-FD3DC643FAC0}"/>
                    </a:ext>
                  </a:extLst>
                </p14:cNvPr>
                <p14:cNvContentPartPr/>
                <p14:nvPr/>
              </p14:nvContentPartPr>
              <p14:xfrm>
                <a:off x="8084265" y="3191055"/>
                <a:ext cx="688320" cy="354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32641C7-7F5B-F256-6880-FD3DC643FAC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78145" y="3184935"/>
                  <a:ext cx="700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BD2D4B-C048-7208-E711-A3F2E57AA5AB}"/>
                    </a:ext>
                  </a:extLst>
                </p14:cNvPr>
                <p14:cNvContentPartPr/>
                <p14:nvPr/>
              </p14:nvContentPartPr>
              <p14:xfrm>
                <a:off x="8624985" y="3133455"/>
                <a:ext cx="36396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ABD2D4B-C048-7208-E711-A3F2E57AA5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18865" y="3127335"/>
                  <a:ext cx="376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7A3E6C-13D7-C1B3-8861-E67092D8A846}"/>
                    </a:ext>
                  </a:extLst>
                </p14:cNvPr>
                <p14:cNvContentPartPr/>
                <p14:nvPr/>
              </p14:nvContentPartPr>
              <p14:xfrm>
                <a:off x="8903625" y="2590575"/>
                <a:ext cx="66600" cy="8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7A3E6C-13D7-C1B3-8861-E67092D8A8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97505" y="2584455"/>
                  <a:ext cx="78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BB64D01-A057-8509-B50F-34F75A229888}"/>
                    </a:ext>
                  </a:extLst>
                </p14:cNvPr>
                <p14:cNvContentPartPr/>
                <p14:nvPr/>
              </p14:nvContentPartPr>
              <p14:xfrm>
                <a:off x="7702665" y="2432535"/>
                <a:ext cx="1158120" cy="187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BB64D01-A057-8509-B50F-34F75A22988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96545" y="2426415"/>
                  <a:ext cx="117036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0555EB7-8110-0563-C0ED-AB619DDADED2}"/>
              </a:ext>
            </a:extLst>
          </p:cNvPr>
          <p:cNvGrpSpPr/>
          <p:nvPr/>
        </p:nvGrpSpPr>
        <p:grpSpPr>
          <a:xfrm>
            <a:off x="2198985" y="2315895"/>
            <a:ext cx="3839760" cy="2087640"/>
            <a:chOff x="2198985" y="2315895"/>
            <a:chExt cx="3839760" cy="20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65A26F-E9FE-6B08-0F32-3D7C16D75866}"/>
                    </a:ext>
                  </a:extLst>
                </p14:cNvPr>
                <p14:cNvContentPartPr/>
                <p14:nvPr/>
              </p14:nvContentPartPr>
              <p14:xfrm>
                <a:off x="2224905" y="3297615"/>
                <a:ext cx="1283760" cy="80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65A26F-E9FE-6B08-0F32-3D7C16D7586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218785" y="3291495"/>
                  <a:ext cx="1296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6FF95FB-1BA4-AE5A-33FE-19A9F41D5557}"/>
                    </a:ext>
                  </a:extLst>
                </p14:cNvPr>
                <p14:cNvContentPartPr/>
                <p14:nvPr/>
              </p14:nvContentPartPr>
              <p14:xfrm>
                <a:off x="2499585" y="3520095"/>
                <a:ext cx="96120" cy="393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6FF95FB-1BA4-AE5A-33FE-19A9F41D555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93465" y="3513975"/>
                  <a:ext cx="1083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CA2542-23A9-F0E2-6A33-CC6E0B0F6E8F}"/>
                    </a:ext>
                  </a:extLst>
                </p14:cNvPr>
                <p14:cNvContentPartPr/>
                <p14:nvPr/>
              </p14:nvContentPartPr>
              <p14:xfrm>
                <a:off x="2895225" y="3662655"/>
                <a:ext cx="269640" cy="536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CA2542-23A9-F0E2-6A33-CC6E0B0F6E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89105" y="3656535"/>
                  <a:ext cx="28188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ED344C0-6FED-E4FE-E47B-536646AE12E7}"/>
                    </a:ext>
                  </a:extLst>
                </p14:cNvPr>
                <p14:cNvContentPartPr/>
                <p14:nvPr/>
              </p14:nvContentPartPr>
              <p14:xfrm>
                <a:off x="4261425" y="2959575"/>
                <a:ext cx="330480" cy="339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ED344C0-6FED-E4FE-E47B-536646AE12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55305" y="2953455"/>
                  <a:ext cx="342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B211532-99BA-6DA2-15F4-C5F3B471465C}"/>
                    </a:ext>
                  </a:extLst>
                </p14:cNvPr>
                <p14:cNvContentPartPr/>
                <p14:nvPr/>
              </p14:nvContentPartPr>
              <p14:xfrm>
                <a:off x="4271145" y="2958495"/>
                <a:ext cx="318240" cy="345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B211532-99BA-6DA2-15F4-C5F3B47146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65025" y="2952375"/>
                  <a:ext cx="3304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B558C38-EB1D-F95B-2980-5827276224FF}"/>
                    </a:ext>
                  </a:extLst>
                </p14:cNvPr>
                <p14:cNvContentPartPr/>
                <p14:nvPr/>
              </p14:nvContentPartPr>
              <p14:xfrm>
                <a:off x="5154585" y="2315895"/>
                <a:ext cx="292680" cy="626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B558C38-EB1D-F95B-2980-5827276224F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8465" y="2309775"/>
                  <a:ext cx="3049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DDEF58-A1EF-FFDB-76AA-D8DECDAAF03D}"/>
                    </a:ext>
                  </a:extLst>
                </p14:cNvPr>
                <p14:cNvContentPartPr/>
                <p14:nvPr/>
              </p14:nvContentPartPr>
              <p14:xfrm>
                <a:off x="4842825" y="3000975"/>
                <a:ext cx="1195920" cy="27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DDEF58-A1EF-FFDB-76AA-D8DECDAAF03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36705" y="2994855"/>
                  <a:ext cx="1208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97F58E-4847-9048-6217-0A5F24046E6A}"/>
                    </a:ext>
                  </a:extLst>
                </p14:cNvPr>
                <p14:cNvContentPartPr/>
                <p14:nvPr/>
              </p14:nvContentPartPr>
              <p14:xfrm>
                <a:off x="4982145" y="3237495"/>
                <a:ext cx="559440" cy="360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97F58E-4847-9048-6217-0A5F24046E6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76025" y="3231375"/>
                  <a:ext cx="5716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D8C8154-6350-890B-EE59-11E47CE70E26}"/>
                    </a:ext>
                  </a:extLst>
                </p14:cNvPr>
                <p14:cNvContentPartPr/>
                <p14:nvPr/>
              </p14:nvContentPartPr>
              <p14:xfrm>
                <a:off x="5455185" y="3222015"/>
                <a:ext cx="540000" cy="18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D8C8154-6350-890B-EE59-11E47CE70E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49065" y="3215895"/>
                  <a:ext cx="552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2CAF98-E3B9-E692-E31C-0E3638963D1C}"/>
                    </a:ext>
                  </a:extLst>
                </p14:cNvPr>
                <p14:cNvContentPartPr/>
                <p14:nvPr/>
              </p14:nvContentPartPr>
              <p14:xfrm>
                <a:off x="4942185" y="3128415"/>
                <a:ext cx="834120" cy="494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2CAF98-E3B9-E692-E31C-0E3638963D1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36065" y="3122295"/>
                  <a:ext cx="8463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694C4C8-2B1E-84D0-04BB-455C3188F919}"/>
                    </a:ext>
                  </a:extLst>
                </p14:cNvPr>
                <p14:cNvContentPartPr/>
                <p14:nvPr/>
              </p14:nvContentPartPr>
              <p14:xfrm>
                <a:off x="2632065" y="2482575"/>
                <a:ext cx="284040" cy="566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694C4C8-2B1E-84D0-04BB-455C3188F9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25945" y="2476455"/>
                  <a:ext cx="29628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2E3B8AD-3FFE-015F-35AA-CDCF620AE7FE}"/>
                    </a:ext>
                  </a:extLst>
                </p14:cNvPr>
                <p14:cNvContentPartPr/>
                <p14:nvPr/>
              </p14:nvContentPartPr>
              <p14:xfrm>
                <a:off x="2746545" y="2495175"/>
                <a:ext cx="798840" cy="21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2E3B8AD-3FFE-015F-35AA-CDCF620AE7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40425" y="2489055"/>
                  <a:ext cx="811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83D229-FFBE-177D-28B7-E697CEE06B4D}"/>
                    </a:ext>
                  </a:extLst>
                </p14:cNvPr>
                <p14:cNvContentPartPr/>
                <p14:nvPr/>
              </p14:nvContentPartPr>
              <p14:xfrm>
                <a:off x="2661945" y="2663295"/>
                <a:ext cx="788400" cy="383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83D229-FFBE-177D-28B7-E697CEE06B4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55825" y="2657175"/>
                  <a:ext cx="8006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F7238EF-1A43-E981-3778-B677FA346BE5}"/>
                    </a:ext>
                  </a:extLst>
                </p14:cNvPr>
                <p14:cNvContentPartPr/>
                <p14:nvPr/>
              </p14:nvContentPartPr>
              <p14:xfrm>
                <a:off x="2198985" y="3539175"/>
                <a:ext cx="1303560" cy="35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F7238EF-1A43-E981-3778-B677FA346BE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92865" y="3533055"/>
                  <a:ext cx="13158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56A3F7F-B7EE-5DCF-6730-96652250F28A}"/>
                    </a:ext>
                  </a:extLst>
                </p14:cNvPr>
                <p14:cNvContentPartPr/>
                <p14:nvPr/>
              </p14:nvContentPartPr>
              <p14:xfrm>
                <a:off x="3404985" y="3953175"/>
                <a:ext cx="239040" cy="450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56A3F7F-B7EE-5DCF-6730-96652250F2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98865" y="3947055"/>
                  <a:ext cx="2512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DB29129-C62B-D3D3-85EB-9E744495A749}"/>
                    </a:ext>
                  </a:extLst>
                </p14:cNvPr>
                <p14:cNvContentPartPr/>
                <p14:nvPr/>
              </p14:nvContentPartPr>
              <p14:xfrm>
                <a:off x="3493185" y="4217775"/>
                <a:ext cx="402120" cy="81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DB29129-C62B-D3D3-85EB-9E744495A74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87065" y="4211655"/>
                  <a:ext cx="41436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72C4F01-A5AB-6038-98D7-AC9D097DD965}"/>
                  </a:ext>
                </a:extLst>
              </p14:cNvPr>
              <p14:cNvContentPartPr/>
              <p14:nvPr/>
            </p14:nvContentPartPr>
            <p14:xfrm>
              <a:off x="1917825" y="5055135"/>
              <a:ext cx="389160" cy="21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72C4F01-A5AB-6038-98D7-AC9D097DD96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911705" y="5049015"/>
                <a:ext cx="4014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C3E9016-6108-FBDF-173A-47FEA318C30E}"/>
                  </a:ext>
                </a:extLst>
              </p14:cNvPr>
              <p14:cNvContentPartPr/>
              <p14:nvPr/>
            </p14:nvContentPartPr>
            <p14:xfrm>
              <a:off x="2164785" y="5325135"/>
              <a:ext cx="480240" cy="410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C3E9016-6108-FBDF-173A-47FEA318C30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158665" y="5319015"/>
                <a:ext cx="4924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ABD1232-A0B8-35C8-9551-F217887736BC}"/>
                  </a:ext>
                </a:extLst>
              </p14:cNvPr>
              <p14:cNvContentPartPr/>
              <p14:nvPr/>
            </p14:nvContentPartPr>
            <p14:xfrm>
              <a:off x="4317945" y="4684335"/>
              <a:ext cx="294120" cy="3528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ABD1232-A0B8-35C8-9551-F217887736B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311825" y="4678215"/>
                <a:ext cx="306360" cy="36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069AC4A-1983-162D-D187-04D26699444F}"/>
              </a:ext>
            </a:extLst>
          </p:cNvPr>
          <p:cNvGrpSpPr/>
          <p:nvPr/>
        </p:nvGrpSpPr>
        <p:grpSpPr>
          <a:xfrm>
            <a:off x="3781905" y="5251335"/>
            <a:ext cx="1168920" cy="642600"/>
            <a:chOff x="3781905" y="5251335"/>
            <a:chExt cx="1168920" cy="64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C88033-8CEC-C3C9-230B-536B50DC09EE}"/>
                    </a:ext>
                  </a:extLst>
                </p14:cNvPr>
                <p14:cNvContentPartPr/>
                <p14:nvPr/>
              </p14:nvContentPartPr>
              <p14:xfrm>
                <a:off x="3781905" y="5251335"/>
                <a:ext cx="1168920" cy="86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C88033-8CEC-C3C9-230B-536B50DC09E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75785" y="5245215"/>
                  <a:ext cx="118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C54E026-0CEC-FD1C-022D-57F7FC0236C1}"/>
                    </a:ext>
                  </a:extLst>
                </p14:cNvPr>
                <p14:cNvContentPartPr/>
                <p14:nvPr/>
              </p14:nvContentPartPr>
              <p14:xfrm>
                <a:off x="4001505" y="5442495"/>
                <a:ext cx="240480" cy="393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C54E026-0CEC-FD1C-022D-57F7FC0236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995385" y="5436375"/>
                  <a:ext cx="2527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0C7F006-7440-F36B-7291-6A3B77DD62B5}"/>
                    </a:ext>
                  </a:extLst>
                </p14:cNvPr>
                <p14:cNvContentPartPr/>
                <p14:nvPr/>
              </p14:nvContentPartPr>
              <p14:xfrm>
                <a:off x="4303185" y="5580735"/>
                <a:ext cx="158040" cy="313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0C7F006-7440-F36B-7291-6A3B77DD62B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97065" y="5574615"/>
                  <a:ext cx="170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2962EA0-A04E-5122-B8D6-57A72A1091E3}"/>
                    </a:ext>
                  </a:extLst>
                </p14:cNvPr>
                <p14:cNvContentPartPr/>
                <p14:nvPr/>
              </p14:nvContentPartPr>
              <p14:xfrm>
                <a:off x="4518105" y="5522055"/>
                <a:ext cx="325080" cy="59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2962EA0-A04E-5122-B8D6-57A72A1091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11985" y="5515935"/>
                  <a:ext cx="33732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AFB3F4F-E77F-F20E-C4AE-9077C88524A8}"/>
                  </a:ext>
                </a:extLst>
              </p14:cNvPr>
              <p14:cNvContentPartPr/>
              <p14:nvPr/>
            </p14:nvContentPartPr>
            <p14:xfrm>
              <a:off x="6087345" y="4926615"/>
              <a:ext cx="193680" cy="806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AFB3F4F-E77F-F20E-C4AE-9077C88524A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081225" y="4920495"/>
                <a:ext cx="2059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C2936F0-5E05-0CD1-1E89-B5671C00C1B6}"/>
                  </a:ext>
                </a:extLst>
              </p14:cNvPr>
              <p14:cNvContentPartPr/>
              <p14:nvPr/>
            </p14:nvContentPartPr>
            <p14:xfrm>
              <a:off x="6030465" y="5265015"/>
              <a:ext cx="295200" cy="270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C2936F0-5E05-0CD1-1E89-B5671C00C1B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024345" y="5258895"/>
                <a:ext cx="3074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8ABFF17-5B7B-1B8A-69E2-72AC66A9A709}"/>
              </a:ext>
            </a:extLst>
          </p:cNvPr>
          <p:cNvGrpSpPr/>
          <p:nvPr/>
        </p:nvGrpSpPr>
        <p:grpSpPr>
          <a:xfrm>
            <a:off x="7478025" y="4374375"/>
            <a:ext cx="2924280" cy="939240"/>
            <a:chOff x="7478025" y="4374375"/>
            <a:chExt cx="2924280" cy="9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E01BFE2-2D67-39A8-C3DE-621F61166028}"/>
                    </a:ext>
                  </a:extLst>
                </p14:cNvPr>
                <p14:cNvContentPartPr/>
                <p14:nvPr/>
              </p14:nvContentPartPr>
              <p14:xfrm>
                <a:off x="7478025" y="4584975"/>
                <a:ext cx="356400" cy="40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E01BFE2-2D67-39A8-C3DE-621F6116602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71905" y="4578855"/>
                  <a:ext cx="3686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8FE8415-9BC2-CA4B-5AE2-31FFF6442B3F}"/>
                    </a:ext>
                  </a:extLst>
                </p14:cNvPr>
                <p14:cNvContentPartPr/>
                <p14:nvPr/>
              </p14:nvContentPartPr>
              <p14:xfrm>
                <a:off x="7991745" y="4863975"/>
                <a:ext cx="21960" cy="41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8FE8415-9BC2-CA4B-5AE2-31FFF6442B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85625" y="4857855"/>
                  <a:ext cx="34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1B24CC3-0CD2-84C2-5F76-DB01EEF47083}"/>
                    </a:ext>
                  </a:extLst>
                </p14:cNvPr>
                <p14:cNvContentPartPr/>
                <p14:nvPr/>
              </p14:nvContentPartPr>
              <p14:xfrm>
                <a:off x="8257065" y="4545735"/>
                <a:ext cx="378360" cy="494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1B24CC3-0CD2-84C2-5F76-DB01EEF4708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50945" y="4539615"/>
                  <a:ext cx="3906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8882D80-23D9-C97E-CEC7-376D2833DCD7}"/>
                    </a:ext>
                  </a:extLst>
                </p14:cNvPr>
                <p14:cNvContentPartPr/>
                <p14:nvPr/>
              </p14:nvContentPartPr>
              <p14:xfrm>
                <a:off x="8834865" y="4585335"/>
                <a:ext cx="298080" cy="573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8882D80-23D9-C97E-CEC7-376D2833DCD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828745" y="4579215"/>
                  <a:ext cx="31032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EECAFCE-018E-AD27-F6D2-141D6F783788}"/>
                    </a:ext>
                  </a:extLst>
                </p14:cNvPr>
                <p14:cNvContentPartPr/>
                <p14:nvPr/>
              </p14:nvContentPartPr>
              <p14:xfrm>
                <a:off x="9275865" y="4374375"/>
                <a:ext cx="586080" cy="567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EECAFCE-018E-AD27-F6D2-141D6F78378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69745" y="4368255"/>
                  <a:ext cx="5983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123EE7-4175-1CD3-5AB0-36A5319F3883}"/>
                    </a:ext>
                  </a:extLst>
                </p14:cNvPr>
                <p14:cNvContentPartPr/>
                <p14:nvPr/>
              </p14:nvContentPartPr>
              <p14:xfrm>
                <a:off x="9839985" y="4387695"/>
                <a:ext cx="402840" cy="33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123EE7-4175-1CD3-5AB0-36A5319F388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33865" y="4381575"/>
                  <a:ext cx="415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9DF261-F14F-5157-49E5-9704AAA0FEFB}"/>
                    </a:ext>
                  </a:extLst>
                </p14:cNvPr>
                <p14:cNvContentPartPr/>
                <p14:nvPr/>
              </p14:nvContentPartPr>
              <p14:xfrm>
                <a:off x="7983825" y="5198055"/>
                <a:ext cx="2418480" cy="115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9DF261-F14F-5157-49E5-9704AAA0FE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77705" y="5191935"/>
                  <a:ext cx="243072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220AD51-C637-8438-81D9-DCCAD58DBC6E}"/>
                  </a:ext>
                </a:extLst>
              </p14:cNvPr>
              <p14:cNvContentPartPr/>
              <p14:nvPr/>
            </p14:nvContentPartPr>
            <p14:xfrm>
              <a:off x="8452185" y="5699895"/>
              <a:ext cx="1741320" cy="871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220AD51-C637-8438-81D9-DCCAD58DBC6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446065" y="5693775"/>
                <a:ext cx="1753560" cy="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4819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0D65D14-967A-4D5D-4B0E-B7622B43233F}"/>
                  </a:ext>
                </a:extLst>
              </p14:cNvPr>
              <p14:cNvContentPartPr/>
              <p14:nvPr/>
            </p14:nvContentPartPr>
            <p14:xfrm>
              <a:off x="6344745" y="567015"/>
              <a:ext cx="279360" cy="63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0D65D14-967A-4D5D-4B0E-B7622B4323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8625" y="560895"/>
                <a:ext cx="2916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E7525BA-61FA-0549-AAFE-AB1A7E9FB5AA}"/>
                  </a:ext>
                </a:extLst>
              </p14:cNvPr>
              <p14:cNvContentPartPr/>
              <p14:nvPr/>
            </p14:nvContentPartPr>
            <p14:xfrm>
              <a:off x="6394785" y="867255"/>
              <a:ext cx="457560" cy="135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E7525BA-61FA-0549-AAFE-AB1A7E9FB5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8665" y="861135"/>
                <a:ext cx="469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FF4F681-059F-9288-C477-A350FF565944}"/>
                  </a:ext>
                </a:extLst>
              </p14:cNvPr>
              <p14:cNvContentPartPr/>
              <p14:nvPr/>
            </p14:nvContentPartPr>
            <p14:xfrm>
              <a:off x="8037465" y="508695"/>
              <a:ext cx="450000" cy="601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FF4F681-059F-9288-C477-A350FF5659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31345" y="502575"/>
                <a:ext cx="46224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8C097F1-ABE5-463D-5840-B76832537F2B}"/>
                  </a:ext>
                </a:extLst>
              </p14:cNvPr>
              <p14:cNvContentPartPr/>
              <p14:nvPr/>
            </p14:nvContentPartPr>
            <p14:xfrm>
              <a:off x="8725425" y="932055"/>
              <a:ext cx="40320" cy="54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8C097F1-ABE5-463D-5840-B76832537F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19305" y="925935"/>
                <a:ext cx="525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B991B3C-BA44-745A-87B2-8A4F2557D15D}"/>
                  </a:ext>
                </a:extLst>
              </p14:cNvPr>
              <p14:cNvContentPartPr/>
              <p14:nvPr/>
            </p14:nvContentPartPr>
            <p14:xfrm>
              <a:off x="9081465" y="615255"/>
              <a:ext cx="239400" cy="539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B991B3C-BA44-745A-87B2-8A4F2557D1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75345" y="609135"/>
                <a:ext cx="25164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A575544-B7AF-067E-BEFA-BB8B56F719BA}"/>
                  </a:ext>
                </a:extLst>
              </p14:cNvPr>
              <p14:cNvContentPartPr/>
              <p14:nvPr/>
            </p14:nvContentPartPr>
            <p14:xfrm>
              <a:off x="9569985" y="618855"/>
              <a:ext cx="257400" cy="565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A575544-B7AF-067E-BEFA-BB8B56F719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63865" y="612735"/>
                <a:ext cx="26964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2B0870E-4970-4B97-081E-3D7909A172F4}"/>
                  </a:ext>
                </a:extLst>
              </p14:cNvPr>
              <p14:cNvContentPartPr/>
              <p14:nvPr/>
            </p14:nvContentPartPr>
            <p14:xfrm>
              <a:off x="10004505" y="606975"/>
              <a:ext cx="234720" cy="710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2B0870E-4970-4B97-081E-3D7909A172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98385" y="600855"/>
                <a:ext cx="24696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2112CE7-F7AB-3054-0252-B6C32D85FE6B}"/>
                  </a:ext>
                </a:extLst>
              </p14:cNvPr>
              <p14:cNvContentPartPr/>
              <p14:nvPr/>
            </p14:nvContentPartPr>
            <p14:xfrm>
              <a:off x="6312705" y="1472055"/>
              <a:ext cx="5748840" cy="283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2112CE7-F7AB-3054-0252-B6C32D85FE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06585" y="1465935"/>
                <a:ext cx="57610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9958D36-E66C-4BC5-FD30-FC85BD6D512F}"/>
                  </a:ext>
                </a:extLst>
              </p14:cNvPr>
              <p14:cNvContentPartPr/>
              <p14:nvPr/>
            </p14:nvContentPartPr>
            <p14:xfrm>
              <a:off x="6740385" y="2170815"/>
              <a:ext cx="328320" cy="451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9958D36-E66C-4BC5-FD30-FC85BD6D512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34265" y="2164695"/>
                <a:ext cx="3405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8A959CA-9BAC-0395-9FAE-AC1C80C74783}"/>
                  </a:ext>
                </a:extLst>
              </p14:cNvPr>
              <p14:cNvContentPartPr/>
              <p14:nvPr/>
            </p14:nvContentPartPr>
            <p14:xfrm>
              <a:off x="7262385" y="2443335"/>
              <a:ext cx="25560" cy="10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8A959CA-9BAC-0395-9FAE-AC1C80C747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56265" y="2437215"/>
                <a:ext cx="378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1C6374F-EA5C-F72C-7520-CBB304BBD55B}"/>
                  </a:ext>
                </a:extLst>
              </p14:cNvPr>
              <p14:cNvContentPartPr/>
              <p14:nvPr/>
            </p14:nvContentPartPr>
            <p14:xfrm>
              <a:off x="7587105" y="2139135"/>
              <a:ext cx="200880" cy="474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1C6374F-EA5C-F72C-7520-CBB304BBD5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80985" y="2133015"/>
                <a:ext cx="21312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CEB891-285A-BD55-2EEB-08CCC92026A0}"/>
                  </a:ext>
                </a:extLst>
              </p14:cNvPr>
              <p14:cNvContentPartPr/>
              <p14:nvPr/>
            </p14:nvContentPartPr>
            <p14:xfrm>
              <a:off x="8033865" y="2220135"/>
              <a:ext cx="133920" cy="331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CEB891-285A-BD55-2EEB-08CCC92026A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27745" y="2214015"/>
                <a:ext cx="1461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12AB8AD-BE5C-0B84-410A-828E86080B5A}"/>
                  </a:ext>
                </a:extLst>
              </p14:cNvPr>
              <p14:cNvContentPartPr/>
              <p14:nvPr/>
            </p14:nvContentPartPr>
            <p14:xfrm>
              <a:off x="8304945" y="2075055"/>
              <a:ext cx="249480" cy="567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12AB8AD-BE5C-0B84-410A-828E86080B5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98825" y="2068935"/>
                <a:ext cx="26172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A2AD5AD-963C-2599-7BD0-274FDCF72F4E}"/>
                  </a:ext>
                </a:extLst>
              </p14:cNvPr>
              <p14:cNvContentPartPr/>
              <p14:nvPr/>
            </p14:nvContentPartPr>
            <p14:xfrm>
              <a:off x="6369225" y="1886415"/>
              <a:ext cx="551880" cy="1044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A2AD5AD-963C-2599-7BD0-274FDCF72F4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63105" y="1880295"/>
                <a:ext cx="564120" cy="10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43D4224-E2E2-0B1F-D471-E1DA5FAFD5C7}"/>
                  </a:ext>
                </a:extLst>
              </p14:cNvPr>
              <p14:cNvContentPartPr/>
              <p14:nvPr/>
            </p14:nvContentPartPr>
            <p14:xfrm>
              <a:off x="9083265" y="2275935"/>
              <a:ext cx="505440" cy="53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43D4224-E2E2-0B1F-D471-E1DA5FAFD5C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77145" y="2269815"/>
                <a:ext cx="5176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2576257-3550-2A9F-6C01-148B22D018A5}"/>
                  </a:ext>
                </a:extLst>
              </p14:cNvPr>
              <p14:cNvContentPartPr/>
              <p14:nvPr/>
            </p14:nvContentPartPr>
            <p14:xfrm>
              <a:off x="9090105" y="2194215"/>
              <a:ext cx="236880" cy="455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2576257-3550-2A9F-6C01-148B22D018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83985" y="2188095"/>
                <a:ext cx="249120" cy="46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78F6119-4EB6-97FF-A84C-6213ACD37406}"/>
              </a:ext>
            </a:extLst>
          </p:cNvPr>
          <p:cNvGrpSpPr/>
          <p:nvPr/>
        </p:nvGrpSpPr>
        <p:grpSpPr>
          <a:xfrm>
            <a:off x="9905865" y="1580415"/>
            <a:ext cx="1779120" cy="995040"/>
            <a:chOff x="9905865" y="1580415"/>
            <a:chExt cx="1779120" cy="9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3BA778-C62A-C76E-D1AF-AA5086606BA4}"/>
                    </a:ext>
                  </a:extLst>
                </p14:cNvPr>
                <p14:cNvContentPartPr/>
                <p14:nvPr/>
              </p14:nvContentPartPr>
              <p14:xfrm>
                <a:off x="9905865" y="1775535"/>
                <a:ext cx="321120" cy="379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3BA778-C62A-C76E-D1AF-AA5086606B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99745" y="1769415"/>
                  <a:ext cx="333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3F1D4D-841B-2DE5-4BD8-5C5DDEFCAF54}"/>
                    </a:ext>
                  </a:extLst>
                </p14:cNvPr>
                <p14:cNvContentPartPr/>
                <p14:nvPr/>
              </p14:nvContentPartPr>
              <p14:xfrm>
                <a:off x="10390785" y="1974255"/>
                <a:ext cx="38160" cy="25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3F1D4D-841B-2DE5-4BD8-5C5DDEFCAF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84665" y="1968135"/>
                  <a:ext cx="50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216014-BD1A-DDFA-96B4-407A23DB7A1B}"/>
                    </a:ext>
                  </a:extLst>
                </p14:cNvPr>
                <p14:cNvContentPartPr/>
                <p14:nvPr/>
              </p14:nvContentPartPr>
              <p14:xfrm>
                <a:off x="10628385" y="1870215"/>
                <a:ext cx="190080" cy="41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216014-BD1A-DDFA-96B4-407A23DB7A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22265" y="1864095"/>
                  <a:ext cx="202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D93003-3EEE-DE80-7C5D-1A69DA0C602B}"/>
                    </a:ext>
                  </a:extLst>
                </p14:cNvPr>
                <p14:cNvContentPartPr/>
                <p14:nvPr/>
              </p14:nvContentPartPr>
              <p14:xfrm>
                <a:off x="10933665" y="1782735"/>
                <a:ext cx="269280" cy="487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D93003-3EEE-DE80-7C5D-1A69DA0C60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27545" y="1776615"/>
                  <a:ext cx="2815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F9F340-072A-2D13-B68C-B75A0A6E0425}"/>
                    </a:ext>
                  </a:extLst>
                </p14:cNvPr>
                <p14:cNvContentPartPr/>
                <p14:nvPr/>
              </p14:nvContentPartPr>
              <p14:xfrm>
                <a:off x="11182785" y="1788135"/>
                <a:ext cx="164880" cy="45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F9F340-072A-2D13-B68C-B75A0A6E04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76665" y="1782015"/>
                  <a:ext cx="1771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4CD1FB-B69F-60EC-14DF-3EFAAFD86953}"/>
                    </a:ext>
                  </a:extLst>
                </p14:cNvPr>
                <p14:cNvContentPartPr/>
                <p14:nvPr/>
              </p14:nvContentPartPr>
              <p14:xfrm>
                <a:off x="11368185" y="1805415"/>
                <a:ext cx="179640" cy="3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4CD1FB-B69F-60EC-14DF-3EFAAFD869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62065" y="1799295"/>
                  <a:ext cx="191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838BF2-1BEE-1059-0576-757762E58C3E}"/>
                    </a:ext>
                  </a:extLst>
                </p14:cNvPr>
                <p14:cNvContentPartPr/>
                <p14:nvPr/>
              </p14:nvContentPartPr>
              <p14:xfrm>
                <a:off x="11226345" y="1580415"/>
                <a:ext cx="458640" cy="99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838BF2-1BEE-1059-0576-757762E58C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20225" y="1574295"/>
                  <a:ext cx="470880" cy="10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B822BA-B42B-5725-4484-D05F0D561006}"/>
              </a:ext>
            </a:extLst>
          </p:cNvPr>
          <p:cNvGrpSpPr/>
          <p:nvPr/>
        </p:nvGrpSpPr>
        <p:grpSpPr>
          <a:xfrm>
            <a:off x="4535385" y="3711615"/>
            <a:ext cx="431280" cy="275040"/>
            <a:chOff x="4535385" y="3711615"/>
            <a:chExt cx="43128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1A521A9-A015-F69C-45C8-6B391F315877}"/>
                    </a:ext>
                  </a:extLst>
                </p14:cNvPr>
                <p14:cNvContentPartPr/>
                <p14:nvPr/>
              </p14:nvContentPartPr>
              <p14:xfrm>
                <a:off x="4535385" y="3711615"/>
                <a:ext cx="216360" cy="1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1A521A9-A015-F69C-45C8-6B391F3158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29265" y="3705495"/>
                  <a:ext cx="228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5A98C1-08C2-344C-2D4E-1F7C0ED40A31}"/>
                    </a:ext>
                  </a:extLst>
                </p14:cNvPr>
                <p14:cNvContentPartPr/>
                <p14:nvPr/>
              </p14:nvContentPartPr>
              <p14:xfrm>
                <a:off x="4634745" y="3926535"/>
                <a:ext cx="331920" cy="6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5A98C1-08C2-344C-2D4E-1F7C0ED40A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28625" y="3920415"/>
                  <a:ext cx="34416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CD59E9C-0014-CBB3-2EB5-939F1E18D790}"/>
                  </a:ext>
                </a:extLst>
              </p14:cNvPr>
              <p14:cNvContentPartPr/>
              <p14:nvPr/>
            </p14:nvContentPartPr>
            <p14:xfrm>
              <a:off x="8366505" y="3347655"/>
              <a:ext cx="312480" cy="49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CD59E9C-0014-CBB3-2EB5-939F1E18D7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0385" y="3341535"/>
                <a:ext cx="3247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E642731-F0A5-31F5-B0D6-EB70CD1DF164}"/>
                  </a:ext>
                </a:extLst>
              </p14:cNvPr>
              <p14:cNvContentPartPr/>
              <p14:nvPr/>
            </p14:nvContentPartPr>
            <p14:xfrm>
              <a:off x="8245545" y="3629535"/>
              <a:ext cx="335160" cy="132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E642731-F0A5-31F5-B0D6-EB70CD1DF16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39425" y="3623415"/>
                <a:ext cx="34740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C7CB1E1C-FE8D-3401-994A-8E87E32F2974}"/>
              </a:ext>
            </a:extLst>
          </p:cNvPr>
          <p:cNvGrpSpPr/>
          <p:nvPr/>
        </p:nvGrpSpPr>
        <p:grpSpPr>
          <a:xfrm>
            <a:off x="9339585" y="3152175"/>
            <a:ext cx="1274760" cy="664560"/>
            <a:chOff x="9339585" y="3152175"/>
            <a:chExt cx="1274760" cy="66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7A26784-0CD0-1FC4-F265-4353192391A2}"/>
                    </a:ext>
                  </a:extLst>
                </p14:cNvPr>
                <p14:cNvContentPartPr/>
                <p14:nvPr/>
              </p14:nvContentPartPr>
              <p14:xfrm>
                <a:off x="9396465" y="3225615"/>
                <a:ext cx="265680" cy="591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7A26784-0CD0-1FC4-F265-4353192391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90345" y="3219495"/>
                  <a:ext cx="27792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5C515B3-67AC-734F-FEA2-1FDED98189B5}"/>
                    </a:ext>
                  </a:extLst>
                </p14:cNvPr>
                <p14:cNvContentPartPr/>
                <p14:nvPr/>
              </p14:nvContentPartPr>
              <p14:xfrm>
                <a:off x="9339585" y="3235335"/>
                <a:ext cx="669600" cy="48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5C515B3-67AC-734F-FEA2-1FDED98189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33465" y="3229215"/>
                  <a:ext cx="6818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0C2275-0C95-4F01-B7C2-9DE087A7BBF1}"/>
                    </a:ext>
                  </a:extLst>
                </p14:cNvPr>
                <p14:cNvContentPartPr/>
                <p14:nvPr/>
              </p14:nvContentPartPr>
              <p14:xfrm>
                <a:off x="10246785" y="3152175"/>
                <a:ext cx="218160" cy="633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0C2275-0C95-4F01-B7C2-9DE087A7BB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40665" y="3146055"/>
                  <a:ext cx="2304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E7FCEA-916F-2642-C4C9-81E1569FE6DB}"/>
                    </a:ext>
                  </a:extLst>
                </p14:cNvPr>
                <p14:cNvContentPartPr/>
                <p14:nvPr/>
              </p14:nvContentPartPr>
              <p14:xfrm>
                <a:off x="10152105" y="3432975"/>
                <a:ext cx="462240" cy="47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E7FCEA-916F-2642-C4C9-81E1569FE6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45985" y="3426855"/>
                  <a:ext cx="4744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A473FE7-22E0-0053-95AF-3D66A8F53440}"/>
              </a:ext>
            </a:extLst>
          </p:cNvPr>
          <p:cNvGrpSpPr/>
          <p:nvPr/>
        </p:nvGrpSpPr>
        <p:grpSpPr>
          <a:xfrm>
            <a:off x="10975785" y="3166215"/>
            <a:ext cx="517320" cy="865800"/>
            <a:chOff x="10975785" y="3166215"/>
            <a:chExt cx="517320" cy="86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96F5DB-2219-278B-E433-E1F03F62C18B}"/>
                    </a:ext>
                  </a:extLst>
                </p14:cNvPr>
                <p14:cNvContentPartPr/>
                <p14:nvPr/>
              </p14:nvContentPartPr>
              <p14:xfrm>
                <a:off x="11044905" y="3166215"/>
                <a:ext cx="171720" cy="247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96F5DB-2219-278B-E433-E1F03F62C1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38785" y="3160095"/>
                  <a:ext cx="183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2EE3D81-AA0E-410D-EFA4-C5BCD1612288}"/>
                    </a:ext>
                  </a:extLst>
                </p14:cNvPr>
                <p14:cNvContentPartPr/>
                <p14:nvPr/>
              </p14:nvContentPartPr>
              <p14:xfrm>
                <a:off x="10975785" y="3277455"/>
                <a:ext cx="512640" cy="754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2EE3D81-AA0E-410D-EFA4-C5BCD16122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69665" y="3271335"/>
                  <a:ext cx="5248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B4BADF-F9EE-EB0F-1393-5D48A6369151}"/>
                    </a:ext>
                  </a:extLst>
                </p14:cNvPr>
                <p14:cNvContentPartPr/>
                <p14:nvPr/>
              </p14:nvContentPartPr>
              <p14:xfrm>
                <a:off x="11237865" y="3777135"/>
                <a:ext cx="133560" cy="19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B4BADF-F9EE-EB0F-1393-5D48A63691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1745" y="3771015"/>
                  <a:ext cx="145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CABBA4-DA02-F4AE-3C8F-C3DE98BDC6E4}"/>
                    </a:ext>
                  </a:extLst>
                </p14:cNvPr>
                <p14:cNvContentPartPr/>
                <p14:nvPr/>
              </p14:nvContentPartPr>
              <p14:xfrm>
                <a:off x="11482305" y="3875415"/>
                <a:ext cx="10800" cy="3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CABBA4-DA02-F4AE-3C8F-C3DE98BDC6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76185" y="3869295"/>
                  <a:ext cx="2304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AC9589B-2FA7-778F-8B90-3C7DAC410703}"/>
                  </a:ext>
                </a:extLst>
              </p14:cNvPr>
              <p14:cNvContentPartPr/>
              <p14:nvPr/>
            </p14:nvContentPartPr>
            <p14:xfrm>
              <a:off x="5991585" y="4713495"/>
              <a:ext cx="253080" cy="435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AC9589B-2FA7-778F-8B90-3C7DAC4107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85465" y="4707375"/>
                <a:ext cx="265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10819E7-0AA8-D38A-2443-117DCB1E9E58}"/>
                  </a:ext>
                </a:extLst>
              </p14:cNvPr>
              <p14:cNvContentPartPr/>
              <p14:nvPr/>
            </p14:nvContentPartPr>
            <p14:xfrm>
              <a:off x="6059985" y="4993575"/>
              <a:ext cx="261000" cy="40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10819E7-0AA8-D38A-2443-117DCB1E9E5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53865" y="4987455"/>
                <a:ext cx="27324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4349A9A-7CB4-80B9-7B44-12EEE4DCA405}"/>
              </a:ext>
            </a:extLst>
          </p:cNvPr>
          <p:cNvGrpSpPr/>
          <p:nvPr/>
        </p:nvGrpSpPr>
        <p:grpSpPr>
          <a:xfrm>
            <a:off x="7712385" y="4287255"/>
            <a:ext cx="2391840" cy="537120"/>
            <a:chOff x="7712385" y="4287255"/>
            <a:chExt cx="239184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DDC46F6-CC7C-CBC4-A8F0-4FC2D9A6E07C}"/>
                    </a:ext>
                  </a:extLst>
                </p14:cNvPr>
                <p14:cNvContentPartPr/>
                <p14:nvPr/>
              </p14:nvContentPartPr>
              <p14:xfrm>
                <a:off x="7712385" y="4287255"/>
                <a:ext cx="296640" cy="427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DDC46F6-CC7C-CBC4-A8F0-4FC2D9A6E0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06265" y="4281135"/>
                  <a:ext cx="3088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1A914D6-5AC2-A319-1614-649453D1E1A4}"/>
                    </a:ext>
                  </a:extLst>
                </p14:cNvPr>
                <p14:cNvContentPartPr/>
                <p14:nvPr/>
              </p14:nvContentPartPr>
              <p14:xfrm>
                <a:off x="8258145" y="4610895"/>
                <a:ext cx="25560" cy="2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1A914D6-5AC2-A319-1614-649453D1E1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2025" y="4604775"/>
                  <a:ext cx="37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F239B24-5E2D-577C-E663-FE7C312E31CD}"/>
                    </a:ext>
                  </a:extLst>
                </p14:cNvPr>
                <p14:cNvContentPartPr/>
                <p14:nvPr/>
              </p14:nvContentPartPr>
              <p14:xfrm>
                <a:off x="8639745" y="4434495"/>
                <a:ext cx="266400" cy="327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F239B24-5E2D-577C-E663-FE7C312E31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33625" y="4428375"/>
                  <a:ext cx="2786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42178C-2A74-5B40-94B6-D635464FA792}"/>
                    </a:ext>
                  </a:extLst>
                </p14:cNvPr>
                <p14:cNvContentPartPr/>
                <p14:nvPr/>
              </p14:nvContentPartPr>
              <p14:xfrm>
                <a:off x="9201705" y="4348455"/>
                <a:ext cx="268200" cy="440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42178C-2A74-5B40-94B6-D635464FA79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95585" y="4342335"/>
                  <a:ext cx="2804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91CFB5-B96A-5E16-A15D-8578705CBA03}"/>
                    </a:ext>
                  </a:extLst>
                </p14:cNvPr>
                <p14:cNvContentPartPr/>
                <p14:nvPr/>
              </p14:nvContentPartPr>
              <p14:xfrm>
                <a:off x="9492225" y="4406415"/>
                <a:ext cx="302400" cy="417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91CFB5-B96A-5E16-A15D-8578705CBA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86105" y="4400295"/>
                  <a:ext cx="3146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390673-0825-5EEF-E3AE-93B368B1BCD6}"/>
                    </a:ext>
                  </a:extLst>
                </p14:cNvPr>
                <p14:cNvContentPartPr/>
                <p14:nvPr/>
              </p14:nvContentPartPr>
              <p14:xfrm>
                <a:off x="9850065" y="4353495"/>
                <a:ext cx="254160" cy="54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390673-0825-5EEF-E3AE-93B368B1BCD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43945" y="4347375"/>
                  <a:ext cx="26640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574DFA4-619C-3976-B649-8E2B0A9E14C7}"/>
                  </a:ext>
                </a:extLst>
              </p14:cNvPr>
              <p14:cNvContentPartPr/>
              <p14:nvPr/>
            </p14:nvContentPartPr>
            <p14:xfrm>
              <a:off x="6652185" y="5256015"/>
              <a:ext cx="5233320" cy="1605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574DFA4-619C-3976-B649-8E2B0A9E14C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646065" y="5249895"/>
                <a:ext cx="5245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027F745-9F2C-7A2D-FA4E-3AA9DF842763}"/>
                  </a:ext>
                </a:extLst>
              </p14:cNvPr>
              <p14:cNvContentPartPr/>
              <p14:nvPr/>
            </p14:nvContentPartPr>
            <p14:xfrm>
              <a:off x="7389105" y="5441055"/>
              <a:ext cx="355680" cy="3981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027F745-9F2C-7A2D-FA4E-3AA9DF84276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82985" y="5434935"/>
                <a:ext cx="3679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70C7656-F6B3-D16D-4CCF-D5866F4E20F8}"/>
                  </a:ext>
                </a:extLst>
              </p14:cNvPr>
              <p14:cNvContentPartPr/>
              <p14:nvPr/>
            </p14:nvContentPartPr>
            <p14:xfrm>
              <a:off x="7899225" y="5710335"/>
              <a:ext cx="46080" cy="23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70C7656-F6B3-D16D-4CCF-D5866F4E20F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93105" y="5704215"/>
                <a:ext cx="583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28A2510-FAA7-409E-BC2E-3CCEF70F2C3C}"/>
                  </a:ext>
                </a:extLst>
              </p14:cNvPr>
              <p14:cNvContentPartPr/>
              <p14:nvPr/>
            </p14:nvContentPartPr>
            <p14:xfrm>
              <a:off x="8047185" y="5598735"/>
              <a:ext cx="235080" cy="349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28A2510-FAA7-409E-BC2E-3CCEF70F2C3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41065" y="5592615"/>
                <a:ext cx="2473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487A0B6-A514-F6FC-6EF3-269BF87111E0}"/>
                  </a:ext>
                </a:extLst>
              </p14:cNvPr>
              <p14:cNvContentPartPr/>
              <p14:nvPr/>
            </p14:nvContentPartPr>
            <p14:xfrm>
              <a:off x="8393145" y="5564895"/>
              <a:ext cx="158760" cy="3319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487A0B6-A514-F6FC-6EF3-269BF87111E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387025" y="5558775"/>
                <a:ext cx="1710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C1E4371-A25C-D412-6217-C8EC13E857F8}"/>
                  </a:ext>
                </a:extLst>
              </p14:cNvPr>
              <p14:cNvContentPartPr/>
              <p14:nvPr/>
            </p14:nvContentPartPr>
            <p14:xfrm>
              <a:off x="8673945" y="5666415"/>
              <a:ext cx="56880" cy="309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C1E4371-A25C-D412-6217-C8EC13E857F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67825" y="5660295"/>
                <a:ext cx="6912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AE8AADC-1756-2D76-2F82-B1DFB55B0902}"/>
              </a:ext>
            </a:extLst>
          </p:cNvPr>
          <p:cNvGrpSpPr/>
          <p:nvPr/>
        </p:nvGrpSpPr>
        <p:grpSpPr>
          <a:xfrm>
            <a:off x="9240945" y="5407575"/>
            <a:ext cx="2428200" cy="649800"/>
            <a:chOff x="9240945" y="5407575"/>
            <a:chExt cx="2428200" cy="64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FCDBB1-FDE3-FFBB-D85C-6CF2EB32CE70}"/>
                    </a:ext>
                  </a:extLst>
                </p14:cNvPr>
                <p14:cNvContentPartPr/>
                <p14:nvPr/>
              </p14:nvContentPartPr>
              <p14:xfrm>
                <a:off x="9368025" y="5572455"/>
                <a:ext cx="35640" cy="354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FCDBB1-FDE3-FFBB-D85C-6CF2EB32CE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61905" y="5566335"/>
                  <a:ext cx="47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6B1AE41-4F4B-A609-744E-FB8E166F8089}"/>
                    </a:ext>
                  </a:extLst>
                </p14:cNvPr>
                <p14:cNvContentPartPr/>
                <p14:nvPr/>
              </p14:nvContentPartPr>
              <p14:xfrm>
                <a:off x="9240945" y="5703135"/>
                <a:ext cx="393480" cy="49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6B1AE41-4F4B-A609-744E-FB8E166F808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34825" y="5697015"/>
                  <a:ext cx="405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A8716FB-19D3-4BA2-392F-9D6BBCF80665}"/>
                    </a:ext>
                  </a:extLst>
                </p14:cNvPr>
                <p14:cNvContentPartPr/>
                <p14:nvPr/>
              </p14:nvContentPartPr>
              <p14:xfrm>
                <a:off x="9856545" y="5587935"/>
                <a:ext cx="215640" cy="38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A8716FB-19D3-4BA2-392F-9D6BBCF8066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50425" y="5581815"/>
                  <a:ext cx="22788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0FAEF09-86F6-5701-2A28-A8725A154AC9}"/>
                    </a:ext>
                  </a:extLst>
                </p14:cNvPr>
                <p14:cNvContentPartPr/>
                <p14:nvPr/>
              </p14:nvContentPartPr>
              <p14:xfrm>
                <a:off x="10239945" y="5833815"/>
                <a:ext cx="26640" cy="27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0FAEF09-86F6-5701-2A28-A8725A154AC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33825" y="5827695"/>
                  <a:ext cx="38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88AEB1B-ABF7-3C71-B9CF-888FDDF3237E}"/>
                    </a:ext>
                  </a:extLst>
                </p14:cNvPr>
                <p14:cNvContentPartPr/>
                <p14:nvPr/>
              </p14:nvContentPartPr>
              <p14:xfrm>
                <a:off x="10452705" y="5637615"/>
                <a:ext cx="207000" cy="322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88AEB1B-ABF7-3C71-B9CF-888FDDF323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46585" y="5631495"/>
                  <a:ext cx="2192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13F385-FFA5-232C-68F2-91E327817B5E}"/>
                    </a:ext>
                  </a:extLst>
                </p14:cNvPr>
                <p14:cNvContentPartPr/>
                <p14:nvPr/>
              </p14:nvContentPartPr>
              <p14:xfrm>
                <a:off x="10877865" y="5495055"/>
                <a:ext cx="352440" cy="419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13F385-FFA5-232C-68F2-91E327817B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71745" y="5488935"/>
                  <a:ext cx="3646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3FF4F1-BB24-2C7A-83B2-2FF37DE3EB22}"/>
                    </a:ext>
                  </a:extLst>
                </p14:cNvPr>
                <p14:cNvContentPartPr/>
                <p14:nvPr/>
              </p14:nvContentPartPr>
              <p14:xfrm>
                <a:off x="11213385" y="5589735"/>
                <a:ext cx="167760" cy="280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3FF4F1-BB24-2C7A-83B2-2FF37DE3EB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07265" y="5583615"/>
                  <a:ext cx="1800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8663A88-377E-A102-6D71-2BEB6949E8A8}"/>
                    </a:ext>
                  </a:extLst>
                </p14:cNvPr>
                <p14:cNvContentPartPr/>
                <p14:nvPr/>
              </p14:nvContentPartPr>
              <p14:xfrm>
                <a:off x="11290425" y="5498655"/>
                <a:ext cx="250560" cy="59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8663A88-377E-A102-6D71-2BEB6949E8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84305" y="5492535"/>
                  <a:ext cx="262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490277F-4FAD-8D95-ED89-F7E706DA723C}"/>
                    </a:ext>
                  </a:extLst>
                </p14:cNvPr>
                <p14:cNvContentPartPr/>
                <p14:nvPr/>
              </p14:nvContentPartPr>
              <p14:xfrm>
                <a:off x="11249385" y="5407575"/>
                <a:ext cx="419760" cy="649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490277F-4FAD-8D95-ED89-F7E706DA723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43265" y="5401455"/>
                  <a:ext cx="432000" cy="66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68D6071-7BCA-D853-87D6-C248E6FCF1B3}"/>
                  </a:ext>
                </a:extLst>
              </p14:cNvPr>
              <p14:cNvContentPartPr/>
              <p14:nvPr/>
            </p14:nvContentPartPr>
            <p14:xfrm>
              <a:off x="6804825" y="5460135"/>
              <a:ext cx="117360" cy="556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68D6071-7BCA-D853-87D6-C248E6FCF1B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798705" y="5454015"/>
                <a:ext cx="12960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0A81DB8-B97D-5A59-644A-B903BC3B78E0}"/>
                  </a:ext>
                </a:extLst>
              </p14:cNvPr>
              <p14:cNvContentPartPr/>
              <p14:nvPr/>
            </p14:nvContentPartPr>
            <p14:xfrm>
              <a:off x="4822305" y="6225495"/>
              <a:ext cx="309960" cy="2764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0A81DB8-B97D-5A59-644A-B903BC3B78E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16185" y="6219375"/>
                <a:ext cx="32220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53B4B35-2EDA-9983-3D42-66B1D0871818}"/>
              </a:ext>
            </a:extLst>
          </p:cNvPr>
          <p:cNvGrpSpPr/>
          <p:nvPr/>
        </p:nvGrpSpPr>
        <p:grpSpPr>
          <a:xfrm>
            <a:off x="5736705" y="6146295"/>
            <a:ext cx="1472400" cy="515880"/>
            <a:chOff x="5736705" y="6146295"/>
            <a:chExt cx="147240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7A14E8D-5F7B-EFEE-DF3D-FF722AFD5B30}"/>
                    </a:ext>
                  </a:extLst>
                </p14:cNvPr>
                <p14:cNvContentPartPr/>
                <p14:nvPr/>
              </p14:nvContentPartPr>
              <p14:xfrm>
                <a:off x="5736705" y="6146295"/>
                <a:ext cx="304920" cy="386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7A14E8D-5F7B-EFEE-DF3D-FF722AFD5B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30585" y="6140175"/>
                  <a:ext cx="3171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B896BDB-7F0A-F593-3BBD-2EA18FC5638E}"/>
                    </a:ext>
                  </a:extLst>
                </p14:cNvPr>
                <p14:cNvContentPartPr/>
                <p14:nvPr/>
              </p14:nvContentPartPr>
              <p14:xfrm>
                <a:off x="6176625" y="6391455"/>
                <a:ext cx="42480" cy="45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B896BDB-7F0A-F593-3BBD-2EA18FC5638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70505" y="6385335"/>
                  <a:ext cx="54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85046AE-B315-0DA5-4098-0F0AF4CAB50D}"/>
                    </a:ext>
                  </a:extLst>
                </p14:cNvPr>
                <p14:cNvContentPartPr/>
                <p14:nvPr/>
              </p14:nvContentPartPr>
              <p14:xfrm>
                <a:off x="6438705" y="6252495"/>
                <a:ext cx="191520" cy="409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5046AE-B315-0DA5-4098-0F0AF4CAB50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32585" y="6246375"/>
                  <a:ext cx="2037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7BCD9A-EA5F-B71A-E7EA-4ABD8C656C89}"/>
                    </a:ext>
                  </a:extLst>
                </p14:cNvPr>
                <p14:cNvContentPartPr/>
                <p14:nvPr/>
              </p14:nvContentPartPr>
              <p14:xfrm>
                <a:off x="6503505" y="6503775"/>
                <a:ext cx="359280" cy="40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47BCD9A-EA5F-B71A-E7EA-4ABD8C656C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97385" y="6497655"/>
                  <a:ext cx="371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2C4ECDD-BB2F-33E6-1EE1-DC1AD3EDF7F1}"/>
                    </a:ext>
                  </a:extLst>
                </p14:cNvPr>
                <p14:cNvContentPartPr/>
                <p14:nvPr/>
              </p14:nvContentPartPr>
              <p14:xfrm>
                <a:off x="6908145" y="6338895"/>
                <a:ext cx="288360" cy="306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2C4ECDD-BB2F-33E6-1EE1-DC1AD3EDF7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02025" y="6332775"/>
                  <a:ext cx="300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605EC4D-5408-3E93-74C8-10FA8B2168E3}"/>
                    </a:ext>
                  </a:extLst>
                </p14:cNvPr>
                <p14:cNvContentPartPr/>
                <p14:nvPr/>
              </p14:nvContentPartPr>
              <p14:xfrm>
                <a:off x="6962865" y="6262935"/>
                <a:ext cx="246240" cy="337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605EC4D-5408-3E93-74C8-10FA8B2168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56745" y="6256815"/>
                  <a:ext cx="25848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8FEEA29-E6CA-5DCE-6572-5866809ED867}"/>
              </a:ext>
            </a:extLst>
          </p:cNvPr>
          <p:cNvGrpSpPr/>
          <p:nvPr/>
        </p:nvGrpSpPr>
        <p:grpSpPr>
          <a:xfrm>
            <a:off x="4563825" y="6185175"/>
            <a:ext cx="673560" cy="390240"/>
            <a:chOff x="4563825" y="6185175"/>
            <a:chExt cx="67356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F63EC1-057C-F9A7-8E61-55F98B7388D8}"/>
                    </a:ext>
                  </a:extLst>
                </p14:cNvPr>
                <p14:cNvContentPartPr/>
                <p14:nvPr/>
              </p14:nvContentPartPr>
              <p14:xfrm>
                <a:off x="4615305" y="6185175"/>
                <a:ext cx="622080" cy="136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F63EC1-057C-F9A7-8E61-55F98B7388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09185" y="6179055"/>
                  <a:ext cx="634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EC6A3CB-0697-54E2-91BF-F39D911673D1}"/>
                    </a:ext>
                  </a:extLst>
                </p14:cNvPr>
                <p14:cNvContentPartPr/>
                <p14:nvPr/>
              </p14:nvContentPartPr>
              <p14:xfrm>
                <a:off x="4563825" y="6435375"/>
                <a:ext cx="638280" cy="140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EC6A3CB-0697-54E2-91BF-F39D911673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57705" y="6429255"/>
                  <a:ext cx="6505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81370B4-4654-3629-8E21-9E370D411A01}"/>
              </a:ext>
            </a:extLst>
          </p:cNvPr>
          <p:cNvGrpSpPr/>
          <p:nvPr/>
        </p:nvGrpSpPr>
        <p:grpSpPr>
          <a:xfrm>
            <a:off x="7911825" y="6481095"/>
            <a:ext cx="333000" cy="234720"/>
            <a:chOff x="7911825" y="6481095"/>
            <a:chExt cx="33300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CA696DD-C309-C67D-0E59-9DDFC0A8204B}"/>
                    </a:ext>
                  </a:extLst>
                </p14:cNvPr>
                <p14:cNvContentPartPr/>
                <p14:nvPr/>
              </p14:nvContentPartPr>
              <p14:xfrm>
                <a:off x="7911825" y="6481095"/>
                <a:ext cx="203760" cy="37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CA696DD-C309-C67D-0E59-9DDFC0A820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5705" y="6474975"/>
                  <a:ext cx="216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73D461F-DCF7-B57B-5079-DB0B19C89A19}"/>
                    </a:ext>
                  </a:extLst>
                </p14:cNvPr>
                <p14:cNvContentPartPr/>
                <p14:nvPr/>
              </p14:nvContentPartPr>
              <p14:xfrm>
                <a:off x="7964385" y="6644535"/>
                <a:ext cx="280440" cy="71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73D461F-DCF7-B57B-5079-DB0B19C89A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58265" y="6638415"/>
                  <a:ext cx="2926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928D8CC-7798-1457-0A95-748A9AD1F119}"/>
              </a:ext>
            </a:extLst>
          </p:cNvPr>
          <p:cNvGrpSpPr/>
          <p:nvPr/>
        </p:nvGrpSpPr>
        <p:grpSpPr>
          <a:xfrm>
            <a:off x="9496905" y="6187695"/>
            <a:ext cx="2067840" cy="563040"/>
            <a:chOff x="9496905" y="6187695"/>
            <a:chExt cx="206784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06BEC35-35EC-FB24-9154-46C87ED4834B}"/>
                    </a:ext>
                  </a:extLst>
                </p14:cNvPr>
                <p14:cNvContentPartPr/>
                <p14:nvPr/>
              </p14:nvContentPartPr>
              <p14:xfrm>
                <a:off x="9496905" y="6187695"/>
                <a:ext cx="252000" cy="425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06BEC35-35EC-FB24-9154-46C87ED4834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90785" y="6181575"/>
                  <a:ext cx="2642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00A7FD-E0A3-8746-1693-088FEB58006C}"/>
                    </a:ext>
                  </a:extLst>
                </p14:cNvPr>
                <p14:cNvContentPartPr/>
                <p14:nvPr/>
              </p14:nvContentPartPr>
              <p14:xfrm>
                <a:off x="9531465" y="6460575"/>
                <a:ext cx="353520" cy="79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00A7FD-E0A3-8746-1693-088FEB5800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25345" y="6454455"/>
                  <a:ext cx="365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FDDAB25-0917-FD15-233E-1E766A06180C}"/>
                    </a:ext>
                  </a:extLst>
                </p14:cNvPr>
                <p14:cNvContentPartPr/>
                <p14:nvPr/>
              </p14:nvContentPartPr>
              <p14:xfrm>
                <a:off x="10106385" y="6244215"/>
                <a:ext cx="291960" cy="333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FDDAB25-0917-FD15-233E-1E766A06180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00265" y="6238095"/>
                  <a:ext cx="3042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E544329-FCF4-A1EF-9570-84B270C3BE27}"/>
                    </a:ext>
                  </a:extLst>
                </p14:cNvPr>
                <p14:cNvContentPartPr/>
                <p14:nvPr/>
              </p14:nvContentPartPr>
              <p14:xfrm>
                <a:off x="10673385" y="6276975"/>
                <a:ext cx="138240" cy="242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E544329-FCF4-A1EF-9570-84B270C3BE2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67265" y="6270855"/>
                  <a:ext cx="150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D6B535B-082F-411A-5126-A07928AA5045}"/>
                    </a:ext>
                  </a:extLst>
                </p14:cNvPr>
                <p14:cNvContentPartPr/>
                <p14:nvPr/>
              </p14:nvContentPartPr>
              <p14:xfrm>
                <a:off x="10798665" y="6288855"/>
                <a:ext cx="275040" cy="461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D6B535B-082F-411A-5126-A07928AA50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92545" y="6282735"/>
                  <a:ext cx="2872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207AC39-A96B-5A99-DD17-23F24BD181B1}"/>
                    </a:ext>
                  </a:extLst>
                </p14:cNvPr>
                <p14:cNvContentPartPr/>
                <p14:nvPr/>
              </p14:nvContentPartPr>
              <p14:xfrm>
                <a:off x="11167665" y="6581895"/>
                <a:ext cx="89640" cy="99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207AC39-A96B-5A99-DD17-23F24BD181B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161545" y="6575775"/>
                  <a:ext cx="101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D8FF9F8-6B9C-CAAE-5C6F-5E74E89DE2BD}"/>
                    </a:ext>
                  </a:extLst>
                </p14:cNvPr>
                <p14:cNvContentPartPr/>
                <p14:nvPr/>
              </p14:nvContentPartPr>
              <p14:xfrm>
                <a:off x="11502825" y="6654975"/>
                <a:ext cx="61920" cy="25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D8FF9F8-6B9C-CAAE-5C6F-5E74E89DE2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96705" y="6648855"/>
                  <a:ext cx="741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7DF703B-67CC-D923-ACB0-34EA6CDF5ADF}"/>
                  </a:ext>
                </a:extLst>
              </p14:cNvPr>
              <p14:cNvContentPartPr/>
              <p14:nvPr/>
            </p14:nvContentPartPr>
            <p14:xfrm>
              <a:off x="7475145" y="6550935"/>
              <a:ext cx="10800" cy="126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7DF703B-67CC-D923-ACB0-34EA6CDF5AD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69025" y="6544815"/>
                <a:ext cx="230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9DC9E2C-724E-E2F1-E6B8-14E14741D651}"/>
                  </a:ext>
                </a:extLst>
              </p14:cNvPr>
              <p14:cNvContentPartPr/>
              <p14:nvPr/>
            </p14:nvContentPartPr>
            <p14:xfrm>
              <a:off x="7056825" y="6344295"/>
              <a:ext cx="7200" cy="97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9DC9E2C-724E-E2F1-E6B8-14E14741D65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050705" y="6338175"/>
                <a:ext cx="1944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1F18F5F-4E26-3830-2BC6-7763765A82A2}"/>
              </a:ext>
            </a:extLst>
          </p:cNvPr>
          <p:cNvGrpSpPr/>
          <p:nvPr/>
        </p:nvGrpSpPr>
        <p:grpSpPr>
          <a:xfrm>
            <a:off x="468825" y="4351695"/>
            <a:ext cx="5178240" cy="1320120"/>
            <a:chOff x="468825" y="4351695"/>
            <a:chExt cx="5178240" cy="13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807E22-1A46-1EE7-4C7D-1FC560D42838}"/>
                    </a:ext>
                  </a:extLst>
                </p14:cNvPr>
                <p14:cNvContentPartPr/>
                <p14:nvPr/>
              </p14:nvContentPartPr>
              <p14:xfrm>
                <a:off x="468825" y="4695855"/>
                <a:ext cx="62640" cy="61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807E22-1A46-1EE7-4C7D-1FC560D4283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62705" y="4689735"/>
                  <a:ext cx="748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1BD096-85D2-5D51-4495-75E693C6289F}"/>
                    </a:ext>
                  </a:extLst>
                </p14:cNvPr>
                <p14:cNvContentPartPr/>
                <p14:nvPr/>
              </p14:nvContentPartPr>
              <p14:xfrm>
                <a:off x="477465" y="4540695"/>
                <a:ext cx="426600" cy="450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1BD096-85D2-5D51-4495-75E693C6289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1345" y="4534575"/>
                  <a:ext cx="4388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52C5F8-9592-F9EF-4342-D9762655AF17}"/>
                    </a:ext>
                  </a:extLst>
                </p14:cNvPr>
                <p14:cNvContentPartPr/>
                <p14:nvPr/>
              </p14:nvContentPartPr>
              <p14:xfrm>
                <a:off x="1214025" y="4567695"/>
                <a:ext cx="87480" cy="435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52C5F8-9592-F9EF-4342-D9762655AF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07905" y="4561575"/>
                  <a:ext cx="9972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0207CB7-875C-EFC8-7D06-B855D04D97B1}"/>
                    </a:ext>
                  </a:extLst>
                </p14:cNvPr>
                <p14:cNvContentPartPr/>
                <p14:nvPr/>
              </p14:nvContentPartPr>
              <p14:xfrm>
                <a:off x="1320945" y="4575255"/>
                <a:ext cx="464040" cy="36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0207CB7-875C-EFC8-7D06-B855D04D97B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14825" y="4569135"/>
                  <a:ext cx="476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C09DBB-1F60-534D-9C02-CC26200CD23C}"/>
                    </a:ext>
                  </a:extLst>
                </p14:cNvPr>
                <p14:cNvContentPartPr/>
                <p14:nvPr/>
              </p14:nvContentPartPr>
              <p14:xfrm>
                <a:off x="1907025" y="4646175"/>
                <a:ext cx="301680" cy="30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C09DBB-1F60-534D-9C02-CC26200CD23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00905" y="4640055"/>
                  <a:ext cx="313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D75190D-FE2C-D51F-ADFD-2A642DB8B57E}"/>
                    </a:ext>
                  </a:extLst>
                </p14:cNvPr>
                <p14:cNvContentPartPr/>
                <p14:nvPr/>
              </p14:nvContentPartPr>
              <p14:xfrm>
                <a:off x="1964625" y="4462575"/>
                <a:ext cx="550080" cy="926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D75190D-FE2C-D51F-ADFD-2A642DB8B57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58505" y="4456455"/>
                  <a:ext cx="56232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1068E5-BF97-EA35-2314-848FBB8B8668}"/>
                    </a:ext>
                  </a:extLst>
                </p14:cNvPr>
                <p14:cNvContentPartPr/>
                <p14:nvPr/>
              </p14:nvContentPartPr>
              <p14:xfrm>
                <a:off x="2455305" y="4756695"/>
                <a:ext cx="266400" cy="36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1068E5-BF97-EA35-2314-848FBB8B866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49185" y="4750575"/>
                  <a:ext cx="2786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A48A86B-01A7-926C-80A2-28E873DD560B}"/>
                    </a:ext>
                  </a:extLst>
                </p14:cNvPr>
                <p14:cNvContentPartPr/>
                <p14:nvPr/>
              </p14:nvContentPartPr>
              <p14:xfrm>
                <a:off x="2847705" y="4930575"/>
                <a:ext cx="242640" cy="234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A48A86B-01A7-926C-80A2-28E873DD560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41585" y="4924455"/>
                  <a:ext cx="254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5634B7D-CB99-5D44-E709-5B25D068A92F}"/>
                    </a:ext>
                  </a:extLst>
                </p14:cNvPr>
                <p14:cNvContentPartPr/>
                <p14:nvPr/>
              </p14:nvContentPartPr>
              <p14:xfrm>
                <a:off x="3190065" y="4952175"/>
                <a:ext cx="216360" cy="186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5634B7D-CB99-5D44-E709-5B25D068A92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83945" y="4946055"/>
                  <a:ext cx="228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486F2A2-17FB-B8E9-149E-79F016FA9E91}"/>
                    </a:ext>
                  </a:extLst>
                </p14:cNvPr>
                <p14:cNvContentPartPr/>
                <p14:nvPr/>
              </p14:nvContentPartPr>
              <p14:xfrm>
                <a:off x="3409305" y="4948215"/>
                <a:ext cx="222120" cy="449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486F2A2-17FB-B8E9-149E-79F016FA9E9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03185" y="4942095"/>
                  <a:ext cx="2343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72A209B-1F01-AE01-DB2C-7C83F5420CB8}"/>
                    </a:ext>
                  </a:extLst>
                </p14:cNvPr>
                <p14:cNvContentPartPr/>
                <p14:nvPr/>
              </p14:nvContentPartPr>
              <p14:xfrm>
                <a:off x="3876945" y="5219655"/>
                <a:ext cx="100800" cy="54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72A209B-1F01-AE01-DB2C-7C83F5420C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70825" y="5213535"/>
                  <a:ext cx="113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DBCDA5-84AA-95FD-8577-04B86E1185E8}"/>
                    </a:ext>
                  </a:extLst>
                </p14:cNvPr>
                <p14:cNvContentPartPr/>
                <p14:nvPr/>
              </p14:nvContentPartPr>
              <p14:xfrm>
                <a:off x="4185465" y="4782615"/>
                <a:ext cx="97560" cy="230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DBCDA5-84AA-95FD-8577-04B86E1185E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79345" y="4776495"/>
                  <a:ext cx="109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14A4DCC-B658-DB98-D961-5E80B52E4E0E}"/>
                    </a:ext>
                  </a:extLst>
                </p14:cNvPr>
                <p14:cNvContentPartPr/>
                <p14:nvPr/>
              </p14:nvContentPartPr>
              <p14:xfrm>
                <a:off x="4225065" y="4845255"/>
                <a:ext cx="286560" cy="181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14A4DCC-B658-DB98-D961-5E80B52E4E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18945" y="4839135"/>
                  <a:ext cx="298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929860E-7859-F2C6-6B6A-0BB18A539528}"/>
                    </a:ext>
                  </a:extLst>
                </p14:cNvPr>
                <p14:cNvContentPartPr/>
                <p14:nvPr/>
              </p14:nvContentPartPr>
              <p14:xfrm>
                <a:off x="4590825" y="4890615"/>
                <a:ext cx="204480" cy="274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929860E-7859-F2C6-6B6A-0BB18A53952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84705" y="4884495"/>
                  <a:ext cx="216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A55ABE7-8883-827E-E68E-30B2917E657E}"/>
                    </a:ext>
                  </a:extLst>
                </p14:cNvPr>
                <p14:cNvContentPartPr/>
                <p14:nvPr/>
              </p14:nvContentPartPr>
              <p14:xfrm>
                <a:off x="4845345" y="4736535"/>
                <a:ext cx="656640" cy="9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A55ABE7-8883-827E-E68E-30B2917E657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39225" y="4730415"/>
                  <a:ext cx="668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C29793-1BC5-97BB-77B0-5CB47A90C6F8}"/>
                    </a:ext>
                  </a:extLst>
                </p14:cNvPr>
                <p14:cNvContentPartPr/>
                <p14:nvPr/>
              </p14:nvContentPartPr>
              <p14:xfrm>
                <a:off x="5038305" y="4739415"/>
                <a:ext cx="256320" cy="392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0C29793-1BC5-97BB-77B0-5CB47A90C6F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32185" y="4733295"/>
                  <a:ext cx="2685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6F7AD47-DFB8-DF0D-94EB-211B0ED37214}"/>
                    </a:ext>
                  </a:extLst>
                </p14:cNvPr>
                <p14:cNvContentPartPr/>
                <p14:nvPr/>
              </p14:nvContentPartPr>
              <p14:xfrm>
                <a:off x="5088345" y="4410015"/>
                <a:ext cx="558720" cy="109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6F7AD47-DFB8-DF0D-94EB-211B0ED372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82225" y="4403895"/>
                  <a:ext cx="57096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88632D-E3A6-3CBF-0995-91297C1F8314}"/>
                    </a:ext>
                  </a:extLst>
                </p14:cNvPr>
                <p14:cNvContentPartPr/>
                <p14:nvPr/>
              </p14:nvContentPartPr>
              <p14:xfrm>
                <a:off x="995145" y="4351695"/>
                <a:ext cx="257760" cy="1320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88632D-E3A6-3CBF-0995-91297C1F83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9025" y="4345575"/>
                  <a:ext cx="270000" cy="13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6A92240-F941-A47B-1A99-4C2FECB377AA}"/>
                    </a:ext>
                  </a:extLst>
                </p14:cNvPr>
                <p14:cNvContentPartPr/>
                <p14:nvPr/>
              </p14:nvContentPartPr>
              <p14:xfrm>
                <a:off x="2693985" y="5345295"/>
                <a:ext cx="628920" cy="45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6A92240-F941-A47B-1A99-4C2FECB377A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87865" y="5339175"/>
                  <a:ext cx="641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BEE2853-EFC8-E865-3A23-CD857F2037C5}"/>
                    </a:ext>
                  </a:extLst>
                </p14:cNvPr>
                <p14:cNvContentPartPr/>
                <p14:nvPr/>
              </p14:nvContentPartPr>
              <p14:xfrm>
                <a:off x="4499745" y="5242335"/>
                <a:ext cx="346680" cy="105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BEE2853-EFC8-E865-3A23-CD857F2037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93625" y="5236215"/>
                  <a:ext cx="358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8F3CD8-28B7-BAF4-A8D3-32206D82DE6E}"/>
                    </a:ext>
                  </a:extLst>
                </p14:cNvPr>
                <p14:cNvContentPartPr/>
                <p14:nvPr/>
              </p14:nvContentPartPr>
              <p14:xfrm>
                <a:off x="2780745" y="5592255"/>
                <a:ext cx="26640" cy="7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18F3CD8-28B7-BAF4-A8D3-32206D82DE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774625" y="5586135"/>
                  <a:ext cx="3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48D861B-E186-43E6-9693-9D9A643A89C4}"/>
                    </a:ext>
                  </a:extLst>
                </p14:cNvPr>
                <p14:cNvContentPartPr/>
                <p14:nvPr/>
              </p14:nvContentPartPr>
              <p14:xfrm>
                <a:off x="4496505" y="5378055"/>
                <a:ext cx="208440" cy="38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48D861B-E186-43E6-9693-9D9A643A89C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90385" y="5371935"/>
                  <a:ext cx="2206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A6E2114-843D-FE70-91CE-79A81E84B552}"/>
                  </a:ext>
                </a:extLst>
              </p14:cNvPr>
              <p14:cNvContentPartPr/>
              <p14:nvPr/>
            </p14:nvContentPartPr>
            <p14:xfrm>
              <a:off x="9641985" y="4002855"/>
              <a:ext cx="33120" cy="280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A6E2114-843D-FE70-91CE-79A81E84B55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635865" y="3996735"/>
                <a:ext cx="453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5707A9D-12C1-0274-1DCD-696B4A5DB149}"/>
              </a:ext>
            </a:extLst>
          </p:cNvPr>
          <p:cNvGrpSpPr/>
          <p:nvPr/>
        </p:nvGrpSpPr>
        <p:grpSpPr>
          <a:xfrm>
            <a:off x="331305" y="211335"/>
            <a:ext cx="5546880" cy="1291320"/>
            <a:chOff x="331305" y="211335"/>
            <a:chExt cx="5546880" cy="12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3EC7FD4-BD72-D5B8-AB6E-C66CB8D24BF0}"/>
                    </a:ext>
                  </a:extLst>
                </p14:cNvPr>
                <p14:cNvContentPartPr/>
                <p14:nvPr/>
              </p14:nvContentPartPr>
              <p14:xfrm>
                <a:off x="331305" y="628575"/>
                <a:ext cx="66240" cy="630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3EC7FD4-BD72-D5B8-AB6E-C66CB8D24B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5185" y="622455"/>
                  <a:ext cx="7848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6F1AED-8D86-5702-42FA-760742E29B59}"/>
                    </a:ext>
                  </a:extLst>
                </p14:cNvPr>
                <p14:cNvContentPartPr/>
                <p14:nvPr/>
              </p14:nvContentPartPr>
              <p14:xfrm>
                <a:off x="388185" y="439215"/>
                <a:ext cx="286920" cy="526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6F1AED-8D86-5702-42FA-760742E29B5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2065" y="433095"/>
                  <a:ext cx="2991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C8B975-DAF9-5487-7BE4-3AF97D12E01C}"/>
                    </a:ext>
                  </a:extLst>
                </p14:cNvPr>
                <p14:cNvContentPartPr/>
                <p14:nvPr/>
              </p14:nvContentPartPr>
              <p14:xfrm>
                <a:off x="985425" y="347775"/>
                <a:ext cx="245880" cy="955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C8B975-DAF9-5487-7BE4-3AF97D12E01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9305" y="341655"/>
                  <a:ext cx="25812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099DA7B-EE14-C351-36CD-A89A4BBF37A3}"/>
                    </a:ext>
                  </a:extLst>
                </p14:cNvPr>
                <p14:cNvContentPartPr/>
                <p14:nvPr/>
              </p14:nvContentPartPr>
              <p14:xfrm>
                <a:off x="1569345" y="585015"/>
                <a:ext cx="353160" cy="763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099DA7B-EE14-C351-36CD-A89A4BBF37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63225" y="578895"/>
                  <a:ext cx="36540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51C93E-01B3-B27C-49ED-848A9ADE9E93}"/>
                    </a:ext>
                  </a:extLst>
                </p14:cNvPr>
                <p14:cNvContentPartPr/>
                <p14:nvPr/>
              </p14:nvContentPartPr>
              <p14:xfrm>
                <a:off x="2185305" y="652695"/>
                <a:ext cx="372600" cy="467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51C93E-01B3-B27C-49ED-848A9ADE9E9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79185" y="646575"/>
                  <a:ext cx="3848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F463ED-E45F-F955-6AF8-FB03C1984F09}"/>
                    </a:ext>
                  </a:extLst>
                </p14:cNvPr>
                <p14:cNvContentPartPr/>
                <p14:nvPr/>
              </p14:nvContentPartPr>
              <p14:xfrm>
                <a:off x="2263065" y="425175"/>
                <a:ext cx="740880" cy="1037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F463ED-E45F-F955-6AF8-FB03C1984F0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56945" y="419055"/>
                  <a:ext cx="753120" cy="10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1E7781-0674-C0D6-A4A8-AB77A01C9734}"/>
                    </a:ext>
                  </a:extLst>
                </p14:cNvPr>
                <p14:cNvContentPartPr/>
                <p14:nvPr/>
              </p14:nvContentPartPr>
              <p14:xfrm>
                <a:off x="2765625" y="770775"/>
                <a:ext cx="299160" cy="43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1E7781-0674-C0D6-A4A8-AB77A01C973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59505" y="764655"/>
                  <a:ext cx="3114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1D2C8D-4043-1F6B-A643-8FDA3204C104}"/>
                    </a:ext>
                  </a:extLst>
                </p14:cNvPr>
                <p14:cNvContentPartPr/>
                <p14:nvPr/>
              </p14:nvContentPartPr>
              <p14:xfrm>
                <a:off x="3234345" y="851775"/>
                <a:ext cx="189000" cy="253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1D2C8D-4043-1F6B-A643-8FDA3204C1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28225" y="845655"/>
                  <a:ext cx="201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4D5432-16BC-42C4-6517-30F29CA335C5}"/>
                    </a:ext>
                  </a:extLst>
                </p14:cNvPr>
                <p14:cNvContentPartPr/>
                <p14:nvPr/>
              </p14:nvContentPartPr>
              <p14:xfrm>
                <a:off x="3462945" y="905415"/>
                <a:ext cx="146520" cy="20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4D5432-16BC-42C4-6517-30F29CA335C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56825" y="899295"/>
                  <a:ext cx="158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FCA110-FA4A-B574-E3D6-4EF4273F8C65}"/>
                    </a:ext>
                  </a:extLst>
                </p14:cNvPr>
                <p14:cNvContentPartPr/>
                <p14:nvPr/>
              </p14:nvContentPartPr>
              <p14:xfrm>
                <a:off x="3577785" y="816855"/>
                <a:ext cx="444600" cy="626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FCA110-FA4A-B574-E3D6-4EF4273F8C6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71665" y="810735"/>
                  <a:ext cx="4568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0B742A-EC7A-F3DA-010D-A6B79E352A23}"/>
                    </a:ext>
                  </a:extLst>
                </p14:cNvPr>
                <p14:cNvContentPartPr/>
                <p14:nvPr/>
              </p14:nvContentPartPr>
              <p14:xfrm>
                <a:off x="3606225" y="840975"/>
                <a:ext cx="216360" cy="280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0B742A-EC7A-F3DA-010D-A6B79E352A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00105" y="834855"/>
                  <a:ext cx="2286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EFE1CE-D48A-4C1D-0D54-7F97C24E0DF5}"/>
                    </a:ext>
                  </a:extLst>
                </p14:cNvPr>
                <p14:cNvContentPartPr/>
                <p14:nvPr/>
              </p14:nvContentPartPr>
              <p14:xfrm>
                <a:off x="4086105" y="1049415"/>
                <a:ext cx="90000" cy="119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EFE1CE-D48A-4C1D-0D54-7F97C24E0DF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79985" y="1043295"/>
                  <a:ext cx="102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5267A1-7D21-C217-AB64-7D273F27C5EC}"/>
                    </a:ext>
                  </a:extLst>
                </p14:cNvPr>
                <p14:cNvContentPartPr/>
                <p14:nvPr/>
              </p14:nvContentPartPr>
              <p14:xfrm>
                <a:off x="4393545" y="750975"/>
                <a:ext cx="102960" cy="25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5267A1-7D21-C217-AB64-7D273F27C5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387425" y="744855"/>
                  <a:ext cx="115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AB9749F-CEAF-73DE-E5F3-324586D03433}"/>
                    </a:ext>
                  </a:extLst>
                </p14:cNvPr>
                <p14:cNvContentPartPr/>
                <p14:nvPr/>
              </p14:nvContentPartPr>
              <p14:xfrm>
                <a:off x="4488945" y="802455"/>
                <a:ext cx="241200" cy="28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AB9749F-CEAF-73DE-E5F3-324586D0343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82825" y="796335"/>
                  <a:ext cx="253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81E89D-9F8A-D7B5-33D9-82C9CAA0E90E}"/>
                    </a:ext>
                  </a:extLst>
                </p14:cNvPr>
                <p14:cNvContentPartPr/>
                <p14:nvPr/>
              </p14:nvContentPartPr>
              <p14:xfrm>
                <a:off x="4805025" y="864375"/>
                <a:ext cx="133200" cy="261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81E89D-9F8A-D7B5-33D9-82C9CAA0E9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98905" y="858255"/>
                  <a:ext cx="145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1C64B0-E251-737D-C4E9-924F16D74A7B}"/>
                    </a:ext>
                  </a:extLst>
                </p14:cNvPr>
                <p14:cNvContentPartPr/>
                <p14:nvPr/>
              </p14:nvContentPartPr>
              <p14:xfrm>
                <a:off x="5062065" y="805695"/>
                <a:ext cx="331920" cy="3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1C64B0-E251-737D-C4E9-924F16D74A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55945" y="799575"/>
                  <a:ext cx="344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633596-4C0E-4B1C-77B8-0F6F450A9E84}"/>
                    </a:ext>
                  </a:extLst>
                </p14:cNvPr>
                <p14:cNvContentPartPr/>
                <p14:nvPr/>
              </p14:nvContentPartPr>
              <p14:xfrm>
                <a:off x="5085105" y="825135"/>
                <a:ext cx="151920" cy="32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633596-4C0E-4B1C-77B8-0F6F450A9E8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78985" y="819015"/>
                  <a:ext cx="164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AC1A9D-222C-4CD4-8199-D7DFC7F1865B}"/>
                    </a:ext>
                  </a:extLst>
                </p14:cNvPr>
                <p14:cNvContentPartPr/>
                <p14:nvPr/>
              </p14:nvContentPartPr>
              <p14:xfrm>
                <a:off x="5269065" y="211335"/>
                <a:ext cx="609120" cy="129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AC1A9D-222C-4CD4-8199-D7DFC7F1865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262945" y="205215"/>
                  <a:ext cx="621360" cy="13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5551E7B-6397-FA6B-75B6-E6C568834EAE}"/>
                    </a:ext>
                  </a:extLst>
                </p14:cNvPr>
                <p14:cNvContentPartPr/>
                <p14:nvPr/>
              </p14:nvContentPartPr>
              <p14:xfrm>
                <a:off x="4564905" y="1287735"/>
                <a:ext cx="858240" cy="27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5551E7B-6397-FA6B-75B6-E6C568834EA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58785" y="1281615"/>
                  <a:ext cx="8704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7E70481-C494-FFC8-2E20-EC95370F6AC7}"/>
              </a:ext>
            </a:extLst>
          </p:cNvPr>
          <p:cNvGrpSpPr/>
          <p:nvPr/>
        </p:nvGrpSpPr>
        <p:grpSpPr>
          <a:xfrm>
            <a:off x="5603865" y="3348015"/>
            <a:ext cx="2110320" cy="846720"/>
            <a:chOff x="5603865" y="3348015"/>
            <a:chExt cx="2110320" cy="84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948257-7F5C-2408-4BD0-919A3F679627}"/>
                    </a:ext>
                  </a:extLst>
                </p14:cNvPr>
                <p14:cNvContentPartPr/>
                <p14:nvPr/>
              </p14:nvContentPartPr>
              <p14:xfrm>
                <a:off x="6063225" y="3390855"/>
                <a:ext cx="339480" cy="41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948257-7F5C-2408-4BD0-919A3F67962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57105" y="3384735"/>
                  <a:ext cx="3517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F1B962-BCB0-CC95-6440-EFC41179A5F9}"/>
                    </a:ext>
                  </a:extLst>
                </p14:cNvPr>
                <p14:cNvContentPartPr/>
                <p14:nvPr/>
              </p14:nvContentPartPr>
              <p14:xfrm>
                <a:off x="6596025" y="3574815"/>
                <a:ext cx="40320" cy="36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F1B962-BCB0-CC95-6440-EFC41179A5F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89905" y="3568695"/>
                  <a:ext cx="52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E55FE06-E481-BAC4-0855-9000FAE145EF}"/>
                    </a:ext>
                  </a:extLst>
                </p14:cNvPr>
                <p14:cNvContentPartPr/>
                <p14:nvPr/>
              </p14:nvContentPartPr>
              <p14:xfrm>
                <a:off x="6886185" y="3348015"/>
                <a:ext cx="222480" cy="460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E55FE06-E481-BAC4-0855-9000FAE145E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80065" y="3341895"/>
                  <a:ext cx="2347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418B5BF-34E7-309D-C387-46549AF0AB4A}"/>
                    </a:ext>
                  </a:extLst>
                </p14:cNvPr>
                <p14:cNvContentPartPr/>
                <p14:nvPr/>
              </p14:nvContentPartPr>
              <p14:xfrm>
                <a:off x="7416825" y="3379695"/>
                <a:ext cx="149760" cy="444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418B5BF-34E7-309D-C387-46549AF0AB4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10705" y="3373575"/>
                  <a:ext cx="1620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08FA8B-0CE2-006E-29FF-121A81C85C45}"/>
                    </a:ext>
                  </a:extLst>
                </p14:cNvPr>
                <p14:cNvContentPartPr/>
                <p14:nvPr/>
              </p14:nvContentPartPr>
              <p14:xfrm>
                <a:off x="7433745" y="3580215"/>
                <a:ext cx="280440" cy="54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08FA8B-0CE2-006E-29FF-121A81C85C4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27625" y="3574095"/>
                  <a:ext cx="292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745365A-D607-35CC-A192-3F6EAD3F4B0F}"/>
                    </a:ext>
                  </a:extLst>
                </p14:cNvPr>
                <p14:cNvContentPartPr/>
                <p14:nvPr/>
              </p14:nvContentPartPr>
              <p14:xfrm>
                <a:off x="6808785" y="4090335"/>
                <a:ext cx="273600" cy="104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745365A-D607-35CC-A192-3F6EAD3F4B0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02665" y="4084215"/>
                  <a:ext cx="285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8566247-87F2-D7CA-D4B5-176F32F46C6E}"/>
                    </a:ext>
                  </a:extLst>
                </p14:cNvPr>
                <p14:cNvContentPartPr/>
                <p14:nvPr/>
              </p14:nvContentPartPr>
              <p14:xfrm>
                <a:off x="5603865" y="4063335"/>
                <a:ext cx="1418760" cy="65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8566247-87F2-D7CA-D4B5-176F32F46C6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97745" y="4057215"/>
                  <a:ext cx="1431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FC481C5-7E19-0E6F-1DC6-E1E078BD8A84}"/>
                    </a:ext>
                  </a:extLst>
                </p14:cNvPr>
                <p14:cNvContentPartPr/>
                <p14:nvPr/>
              </p14:nvContentPartPr>
              <p14:xfrm>
                <a:off x="6897705" y="3945255"/>
                <a:ext cx="731880" cy="55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FC481C5-7E19-0E6F-1DC6-E1E078BD8A8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91585" y="3939135"/>
                  <a:ext cx="74412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F737191-279A-CDA7-1FAB-E52E1E893046}"/>
                  </a:ext>
                </a:extLst>
              </p14:cNvPr>
              <p14:cNvContentPartPr/>
              <p14:nvPr/>
            </p14:nvContentPartPr>
            <p14:xfrm>
              <a:off x="8646585" y="4043895"/>
              <a:ext cx="272520" cy="180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F737191-279A-CDA7-1FAB-E52E1E89304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640465" y="4037775"/>
                <a:ext cx="2847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33A58A0-407A-721C-33DE-6E03554B922D}"/>
                  </a:ext>
                </a:extLst>
              </p14:cNvPr>
              <p14:cNvContentPartPr/>
              <p14:nvPr/>
            </p14:nvContentPartPr>
            <p14:xfrm>
              <a:off x="9868425" y="4108695"/>
              <a:ext cx="576360" cy="1000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33A58A0-407A-721C-33DE-6E03554B922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862305" y="4102575"/>
                <a:ext cx="588600" cy="11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17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E36C390-433A-0E89-FF14-BCED94D36BD2}"/>
              </a:ext>
            </a:extLst>
          </p:cNvPr>
          <p:cNvGrpSpPr/>
          <p:nvPr/>
        </p:nvGrpSpPr>
        <p:grpSpPr>
          <a:xfrm>
            <a:off x="1211505" y="893175"/>
            <a:ext cx="3449160" cy="905760"/>
            <a:chOff x="1211505" y="893175"/>
            <a:chExt cx="3449160" cy="90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367FD1-112D-4DDD-3FF3-5819F0DA7AE0}"/>
                    </a:ext>
                  </a:extLst>
                </p14:cNvPr>
                <p14:cNvContentPartPr/>
                <p14:nvPr/>
              </p14:nvContentPartPr>
              <p14:xfrm>
                <a:off x="1211505" y="907575"/>
                <a:ext cx="1169640" cy="891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367FD1-112D-4DDD-3FF3-5819F0DA7A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5385" y="901455"/>
                  <a:ext cx="118188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D4DBF7-60C6-12BF-97B2-4B2B9611177A}"/>
                    </a:ext>
                  </a:extLst>
                </p14:cNvPr>
                <p14:cNvContentPartPr/>
                <p14:nvPr/>
              </p14:nvContentPartPr>
              <p14:xfrm>
                <a:off x="2186385" y="1275855"/>
                <a:ext cx="1076040" cy="385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D4DBF7-60C6-12BF-97B2-4B2B961117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0265" y="1269735"/>
                  <a:ext cx="10882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4CC6F6-F8C2-02F7-C6A4-A2C8ACD6E8B3}"/>
                    </a:ext>
                  </a:extLst>
                </p14:cNvPr>
                <p14:cNvContentPartPr/>
                <p14:nvPr/>
              </p14:nvContentPartPr>
              <p14:xfrm>
                <a:off x="3255225" y="1090455"/>
                <a:ext cx="20880" cy="19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4CC6F6-F8C2-02F7-C6A4-A2C8ACD6E8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49105" y="1084335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D035F3-713D-732F-F9A2-3F1993483BB1}"/>
                    </a:ext>
                  </a:extLst>
                </p14:cNvPr>
                <p14:cNvContentPartPr/>
                <p14:nvPr/>
              </p14:nvContentPartPr>
              <p14:xfrm>
                <a:off x="3440265" y="1194135"/>
                <a:ext cx="189000" cy="295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D035F3-713D-732F-F9A2-3F1993483B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34145" y="1188015"/>
                  <a:ext cx="201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22C7DFC-04D6-44B7-6A47-9D3AB5946A45}"/>
                    </a:ext>
                  </a:extLst>
                </p14:cNvPr>
                <p14:cNvContentPartPr/>
                <p14:nvPr/>
              </p14:nvContentPartPr>
              <p14:xfrm>
                <a:off x="3773985" y="1263975"/>
                <a:ext cx="244800" cy="24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22C7DFC-04D6-44B7-6A47-9D3AB5946A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67865" y="1257855"/>
                  <a:ext cx="257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173051-61DD-B7EA-0B59-DD9C2147B23B}"/>
                    </a:ext>
                  </a:extLst>
                </p14:cNvPr>
                <p14:cNvContentPartPr/>
                <p14:nvPr/>
              </p14:nvContentPartPr>
              <p14:xfrm>
                <a:off x="4304625" y="893175"/>
                <a:ext cx="24120" cy="399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173051-61DD-B7EA-0B59-DD9C2147B2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98505" y="887055"/>
                  <a:ext cx="36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F0D8DA-B58C-BA10-0880-2517ECCB557D}"/>
                    </a:ext>
                  </a:extLst>
                </p14:cNvPr>
                <p14:cNvContentPartPr/>
                <p14:nvPr/>
              </p14:nvContentPartPr>
              <p14:xfrm>
                <a:off x="4154145" y="1049415"/>
                <a:ext cx="506520" cy="353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F0D8DA-B58C-BA10-0880-2517ECCB557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48025" y="1043295"/>
                  <a:ext cx="51876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85DB3E7-F897-0D9F-A4A2-0D8EB25A8138}"/>
                  </a:ext>
                </a:extLst>
              </p14:cNvPr>
              <p14:cNvContentPartPr/>
              <p14:nvPr/>
            </p14:nvContentPartPr>
            <p14:xfrm>
              <a:off x="5370945" y="659535"/>
              <a:ext cx="590040" cy="1218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85DB3E7-F897-0D9F-A4A2-0D8EB25A813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64825" y="653415"/>
                <a:ext cx="602280" cy="12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1E2BFF1-0FB9-D0B5-3F90-470019AAD531}"/>
              </a:ext>
            </a:extLst>
          </p:cNvPr>
          <p:cNvGrpSpPr/>
          <p:nvPr/>
        </p:nvGrpSpPr>
        <p:grpSpPr>
          <a:xfrm>
            <a:off x="6420345" y="533895"/>
            <a:ext cx="3838320" cy="1051920"/>
            <a:chOff x="6420345" y="533895"/>
            <a:chExt cx="3838320" cy="10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55087D-1FDE-7436-7FC1-35BD5AA91855}"/>
                    </a:ext>
                  </a:extLst>
                </p14:cNvPr>
                <p14:cNvContentPartPr/>
                <p14:nvPr/>
              </p14:nvContentPartPr>
              <p14:xfrm>
                <a:off x="6420345" y="735855"/>
                <a:ext cx="60840" cy="489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55087D-1FDE-7436-7FC1-35BD5AA918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14225" y="729735"/>
                  <a:ext cx="730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6D65BA-3C43-C9D2-0281-221CAD85413A}"/>
                    </a:ext>
                  </a:extLst>
                </p14:cNvPr>
                <p14:cNvContentPartPr/>
                <p14:nvPr/>
              </p14:nvContentPartPr>
              <p14:xfrm>
                <a:off x="6531945" y="731175"/>
                <a:ext cx="427680" cy="37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6D65BA-3C43-C9D2-0281-221CAD8541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25825" y="725055"/>
                  <a:ext cx="4399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089E2F-3E2B-B81F-73A3-8A1122758296}"/>
                    </a:ext>
                  </a:extLst>
                </p14:cNvPr>
                <p14:cNvContentPartPr/>
                <p14:nvPr/>
              </p14:nvContentPartPr>
              <p14:xfrm>
                <a:off x="7068705" y="841695"/>
                <a:ext cx="455040" cy="227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089E2F-3E2B-B81F-73A3-8A11227582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62585" y="835575"/>
                  <a:ext cx="467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915E8A-CACE-9E08-0D15-76C63ECC7B10}"/>
                    </a:ext>
                  </a:extLst>
                </p14:cNvPr>
                <p14:cNvContentPartPr/>
                <p14:nvPr/>
              </p14:nvContentPartPr>
              <p14:xfrm>
                <a:off x="7590345" y="597975"/>
                <a:ext cx="32400" cy="55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915E8A-CACE-9E08-0D15-76C63ECC7B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84225" y="591855"/>
                  <a:ext cx="4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275C056-2A69-1BC3-6D09-8830EB4A93D4}"/>
                    </a:ext>
                  </a:extLst>
                </p14:cNvPr>
                <p14:cNvContentPartPr/>
                <p14:nvPr/>
              </p14:nvContentPartPr>
              <p14:xfrm>
                <a:off x="7757385" y="849975"/>
                <a:ext cx="239400" cy="32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275C056-2A69-1BC3-6D09-8830EB4A93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51265" y="843855"/>
                  <a:ext cx="2516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8C84F0-C996-31C6-3393-91E7AEA79808}"/>
                    </a:ext>
                  </a:extLst>
                </p14:cNvPr>
                <p14:cNvContentPartPr/>
                <p14:nvPr/>
              </p14:nvContentPartPr>
              <p14:xfrm>
                <a:off x="8090025" y="855735"/>
                <a:ext cx="275760" cy="316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8C84F0-C996-31C6-3393-91E7AEA798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83905" y="849615"/>
                  <a:ext cx="2880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0836B1-C5AA-04EB-3993-653D6E4DEF04}"/>
                    </a:ext>
                  </a:extLst>
                </p14:cNvPr>
                <p14:cNvContentPartPr/>
                <p14:nvPr/>
              </p14:nvContentPartPr>
              <p14:xfrm>
                <a:off x="8534265" y="533895"/>
                <a:ext cx="428400" cy="639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0836B1-C5AA-04EB-3993-653D6E4DEF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8145" y="527775"/>
                  <a:ext cx="44064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AA75FB-10D8-4D91-0299-C6A906891EAD}"/>
                    </a:ext>
                  </a:extLst>
                </p14:cNvPr>
                <p14:cNvContentPartPr/>
                <p14:nvPr/>
              </p14:nvContentPartPr>
              <p14:xfrm>
                <a:off x="9025665" y="771855"/>
                <a:ext cx="524160" cy="81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AA75FB-10D8-4D91-0299-C6A906891E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19545" y="765735"/>
                  <a:ext cx="53640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255B45-EC4A-26F4-E8A9-AC48CE2B2774}"/>
                    </a:ext>
                  </a:extLst>
                </p14:cNvPr>
                <p14:cNvContentPartPr/>
                <p14:nvPr/>
              </p14:nvContentPartPr>
              <p14:xfrm>
                <a:off x="9642345" y="670695"/>
                <a:ext cx="524880" cy="48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255B45-EC4A-26F4-E8A9-AC48CE2B27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36225" y="664575"/>
                  <a:ext cx="5371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C18974-1DF8-B274-49C5-3253D4752694}"/>
                    </a:ext>
                  </a:extLst>
                </p14:cNvPr>
                <p14:cNvContentPartPr/>
                <p14:nvPr/>
              </p14:nvContentPartPr>
              <p14:xfrm>
                <a:off x="8534625" y="586815"/>
                <a:ext cx="339480" cy="37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C18974-1DF8-B274-49C5-3253D47526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28505" y="580695"/>
                  <a:ext cx="3517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B3C7AD-3F91-3BDC-DCC4-1D1C1821F0EA}"/>
                    </a:ext>
                  </a:extLst>
                </p14:cNvPr>
                <p14:cNvContentPartPr/>
                <p14:nvPr/>
              </p14:nvContentPartPr>
              <p14:xfrm>
                <a:off x="9898665" y="562335"/>
                <a:ext cx="118440" cy="20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B3C7AD-3F91-3BDC-DCC4-1D1C1821F0E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92545" y="556215"/>
                  <a:ext cx="130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47D256-0A2D-861D-EC30-F14A972F8922}"/>
                    </a:ext>
                  </a:extLst>
                </p14:cNvPr>
                <p14:cNvContentPartPr/>
                <p14:nvPr/>
              </p14:nvContentPartPr>
              <p14:xfrm>
                <a:off x="10241025" y="1262535"/>
                <a:ext cx="17640" cy="23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47D256-0A2D-861D-EC30-F14A972F89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34905" y="1256415"/>
                  <a:ext cx="2988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47049F-E603-C938-5F90-625607C8EF34}"/>
              </a:ext>
            </a:extLst>
          </p:cNvPr>
          <p:cNvGrpSpPr/>
          <p:nvPr/>
        </p:nvGrpSpPr>
        <p:grpSpPr>
          <a:xfrm>
            <a:off x="1031145" y="2415975"/>
            <a:ext cx="1072800" cy="933840"/>
            <a:chOff x="1031145" y="2415975"/>
            <a:chExt cx="1072800" cy="93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D07E18-DFFA-A660-1534-3E2BCE256E46}"/>
                    </a:ext>
                  </a:extLst>
                </p14:cNvPr>
                <p14:cNvContentPartPr/>
                <p14:nvPr/>
              </p14:nvContentPartPr>
              <p14:xfrm>
                <a:off x="1599225" y="2637735"/>
                <a:ext cx="27360" cy="334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D07E18-DFFA-A660-1534-3E2BCE256E4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93105" y="2631615"/>
                  <a:ext cx="396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FCFC20B-BA61-CC98-89B6-E323D8C47F9E}"/>
                    </a:ext>
                  </a:extLst>
                </p14:cNvPr>
                <p14:cNvContentPartPr/>
                <p14:nvPr/>
              </p14:nvContentPartPr>
              <p14:xfrm>
                <a:off x="1031145" y="2415975"/>
                <a:ext cx="1072800" cy="933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FCFC20B-BA61-CC98-89B6-E323D8C47F9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5025" y="2409855"/>
                  <a:ext cx="1085040" cy="9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37F12A-7D7A-10CC-CB13-E95FED44180B}"/>
              </a:ext>
            </a:extLst>
          </p:cNvPr>
          <p:cNvGrpSpPr/>
          <p:nvPr/>
        </p:nvGrpSpPr>
        <p:grpSpPr>
          <a:xfrm>
            <a:off x="2955705" y="2392215"/>
            <a:ext cx="3569760" cy="864360"/>
            <a:chOff x="2955705" y="2392215"/>
            <a:chExt cx="3569760" cy="86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97A7AA-E03A-032E-4F48-7377FB4DC3E4}"/>
                    </a:ext>
                  </a:extLst>
                </p14:cNvPr>
                <p14:cNvContentPartPr/>
                <p14:nvPr/>
              </p14:nvContentPartPr>
              <p14:xfrm>
                <a:off x="2955705" y="2594895"/>
                <a:ext cx="83880" cy="612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97A7AA-E03A-032E-4F48-7377FB4DC3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49585" y="2588775"/>
                  <a:ext cx="9612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DD2184-1B01-566B-DDB6-11EA2606E8F0}"/>
                    </a:ext>
                  </a:extLst>
                </p14:cNvPr>
                <p14:cNvContentPartPr/>
                <p14:nvPr/>
              </p14:nvContentPartPr>
              <p14:xfrm>
                <a:off x="3015825" y="2392215"/>
                <a:ext cx="538560" cy="864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DD2184-1B01-566B-DDB6-11EA2606E8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09705" y="2386095"/>
                  <a:ext cx="550800" cy="87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722415B-D051-B240-F0DF-45E7D215186B}"/>
                    </a:ext>
                  </a:extLst>
                </p14:cNvPr>
                <p14:cNvContentPartPr/>
                <p14:nvPr/>
              </p14:nvContentPartPr>
              <p14:xfrm>
                <a:off x="3727185" y="2723055"/>
                <a:ext cx="276120" cy="365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722415B-D051-B240-F0DF-45E7D21518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21065" y="2716935"/>
                  <a:ext cx="2883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6ABD80-106F-A30B-DB3F-6BA7B1913AC3}"/>
                    </a:ext>
                  </a:extLst>
                </p14:cNvPr>
                <p14:cNvContentPartPr/>
                <p14:nvPr/>
              </p14:nvContentPartPr>
              <p14:xfrm>
                <a:off x="4185105" y="2697495"/>
                <a:ext cx="352800" cy="384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6ABD80-106F-A30B-DB3F-6BA7B1913A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78985" y="2691375"/>
                  <a:ext cx="3650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DD8EA2-DCDA-2B43-EDA9-B8C1ACFDFEE0}"/>
                    </a:ext>
                  </a:extLst>
                </p14:cNvPr>
                <p14:cNvContentPartPr/>
                <p14:nvPr/>
              </p14:nvContentPartPr>
              <p14:xfrm>
                <a:off x="4591185" y="2731335"/>
                <a:ext cx="867600" cy="250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DD8EA2-DCDA-2B43-EDA9-B8C1ACFDFE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85065" y="2725215"/>
                  <a:ext cx="87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854E54-6757-1F1A-A678-804A19EA3780}"/>
                    </a:ext>
                  </a:extLst>
                </p14:cNvPr>
                <p14:cNvContentPartPr/>
                <p14:nvPr/>
              </p14:nvContentPartPr>
              <p14:xfrm>
                <a:off x="5599905" y="2496615"/>
                <a:ext cx="689040" cy="459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854E54-6757-1F1A-A678-804A19EA378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93785" y="2490495"/>
                  <a:ext cx="7012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031B683-DA4E-E919-A23B-739381E128A9}"/>
                    </a:ext>
                  </a:extLst>
                </p14:cNvPr>
                <p14:cNvContentPartPr/>
                <p14:nvPr/>
              </p14:nvContentPartPr>
              <p14:xfrm>
                <a:off x="6413145" y="2828175"/>
                <a:ext cx="14040" cy="123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031B683-DA4E-E919-A23B-739381E128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07025" y="2822055"/>
                  <a:ext cx="26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05D125C-872C-B1E2-1633-EF2DA4A2F0F6}"/>
                    </a:ext>
                  </a:extLst>
                </p14:cNvPr>
                <p14:cNvContentPartPr/>
                <p14:nvPr/>
              </p14:nvContentPartPr>
              <p14:xfrm>
                <a:off x="6518265" y="2677695"/>
                <a:ext cx="7200" cy="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05D125C-872C-B1E2-1633-EF2DA4A2F0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12145" y="2671575"/>
                  <a:ext cx="19440" cy="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0202314-5166-FCEC-7D8F-26D95F06C80D}"/>
                  </a:ext>
                </a:extLst>
              </p14:cNvPr>
              <p14:cNvContentPartPr/>
              <p14:nvPr/>
            </p14:nvContentPartPr>
            <p14:xfrm>
              <a:off x="4353585" y="3443775"/>
              <a:ext cx="41400" cy="932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0202314-5166-FCEC-7D8F-26D95F06C80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47465" y="3437655"/>
                <a:ext cx="5364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F14982A3-F315-0DCD-88BB-E61FEB24FE87}"/>
              </a:ext>
            </a:extLst>
          </p:cNvPr>
          <p:cNvGrpSpPr/>
          <p:nvPr/>
        </p:nvGrpSpPr>
        <p:grpSpPr>
          <a:xfrm>
            <a:off x="7112265" y="2379615"/>
            <a:ext cx="3528000" cy="918000"/>
            <a:chOff x="7112265" y="2379615"/>
            <a:chExt cx="3528000" cy="91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E06CB3-AECA-0D5D-B7DA-F3B3899B8718}"/>
                    </a:ext>
                  </a:extLst>
                </p14:cNvPr>
                <p14:cNvContentPartPr/>
                <p14:nvPr/>
              </p14:nvContentPartPr>
              <p14:xfrm>
                <a:off x="7112265" y="2455215"/>
                <a:ext cx="86040" cy="46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E06CB3-AECA-0D5D-B7DA-F3B3899B87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06145" y="2449095"/>
                  <a:ext cx="982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805D5C-545B-AB30-E105-0B8262D043E7}"/>
                    </a:ext>
                  </a:extLst>
                </p14:cNvPr>
                <p14:cNvContentPartPr/>
                <p14:nvPr/>
              </p14:nvContentPartPr>
              <p14:xfrm>
                <a:off x="7191465" y="2418495"/>
                <a:ext cx="1079280" cy="59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805D5C-545B-AB30-E105-0B8262D043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85345" y="2412375"/>
                  <a:ext cx="10915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A383E6-8E73-B6B1-8FD8-321B9EC5B671}"/>
                    </a:ext>
                  </a:extLst>
                </p14:cNvPr>
                <p14:cNvContentPartPr/>
                <p14:nvPr/>
              </p14:nvContentPartPr>
              <p14:xfrm>
                <a:off x="8454705" y="2437215"/>
                <a:ext cx="47160" cy="6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A383E6-8E73-B6B1-8FD8-321B9EC5B6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48585" y="2431095"/>
                  <a:ext cx="59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E3E3EF-E7B0-67CE-FD4B-7B6765C7A1C0}"/>
                    </a:ext>
                  </a:extLst>
                </p14:cNvPr>
                <p14:cNvContentPartPr/>
                <p14:nvPr/>
              </p14:nvContentPartPr>
              <p14:xfrm>
                <a:off x="8569545" y="2690295"/>
                <a:ext cx="206640" cy="306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E3E3EF-E7B0-67CE-FD4B-7B6765C7A1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63425" y="2684175"/>
                  <a:ext cx="218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0BE13F-2707-3CAA-351D-32E112CE0009}"/>
                    </a:ext>
                  </a:extLst>
                </p14:cNvPr>
                <p14:cNvContentPartPr/>
                <p14:nvPr/>
              </p14:nvContentPartPr>
              <p14:xfrm>
                <a:off x="8887425" y="2725575"/>
                <a:ext cx="381240" cy="398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0BE13F-2707-3CAA-351D-32E112CE00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81305" y="2719455"/>
                  <a:ext cx="3934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02E378-6D96-49B8-7CA1-3C8E4BCBD8F4}"/>
                    </a:ext>
                  </a:extLst>
                </p14:cNvPr>
                <p14:cNvContentPartPr/>
                <p14:nvPr/>
              </p14:nvContentPartPr>
              <p14:xfrm>
                <a:off x="9565665" y="2469975"/>
                <a:ext cx="376920" cy="591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02E378-6D96-49B8-7CA1-3C8E4BCBD8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59545" y="2463855"/>
                  <a:ext cx="3891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31A99D-39C1-6442-E088-ACCE0B1FA215}"/>
                    </a:ext>
                  </a:extLst>
                </p14:cNvPr>
                <p14:cNvContentPartPr/>
                <p14:nvPr/>
              </p14:nvContentPartPr>
              <p14:xfrm>
                <a:off x="9602025" y="2379615"/>
                <a:ext cx="39996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31A99D-39C1-6442-E088-ACCE0B1FA2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95905" y="2373495"/>
                  <a:ext cx="4122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25711B-501E-8E96-A228-35547A00FB5C}"/>
                    </a:ext>
                  </a:extLst>
                </p14:cNvPr>
                <p14:cNvContentPartPr/>
                <p14:nvPr/>
              </p14:nvContentPartPr>
              <p14:xfrm>
                <a:off x="10074345" y="2642775"/>
                <a:ext cx="214200" cy="187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25711B-501E-8E96-A228-35547A00FB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68225" y="2636655"/>
                  <a:ext cx="226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B0E9423-056A-D5C9-B7C0-1CD5FD92BCEB}"/>
                    </a:ext>
                  </a:extLst>
                </p14:cNvPr>
                <p14:cNvContentPartPr/>
                <p14:nvPr/>
              </p14:nvContentPartPr>
              <p14:xfrm>
                <a:off x="10202865" y="2669775"/>
                <a:ext cx="275400" cy="627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B0E9423-056A-D5C9-B7C0-1CD5FD92BC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96745" y="2663655"/>
                  <a:ext cx="2876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CBB99D-5B0E-AD3E-8B83-574C3C762FD8}"/>
                    </a:ext>
                  </a:extLst>
                </p14:cNvPr>
                <p14:cNvContentPartPr/>
                <p14:nvPr/>
              </p14:nvContentPartPr>
              <p14:xfrm>
                <a:off x="10505985" y="2701815"/>
                <a:ext cx="134280" cy="231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CBB99D-5B0E-AD3E-8B83-574C3C762FD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99865" y="2695695"/>
                  <a:ext cx="1465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F56467A-399E-0AD3-6371-69BD44C67C01}"/>
              </a:ext>
            </a:extLst>
          </p:cNvPr>
          <p:cNvGrpSpPr/>
          <p:nvPr/>
        </p:nvGrpSpPr>
        <p:grpSpPr>
          <a:xfrm>
            <a:off x="10766265" y="2644935"/>
            <a:ext cx="356040" cy="517320"/>
            <a:chOff x="10766265" y="2644935"/>
            <a:chExt cx="35604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163BF7-AEC7-DA60-1E9E-EBAEE02AD49E}"/>
                    </a:ext>
                  </a:extLst>
                </p14:cNvPr>
                <p14:cNvContentPartPr/>
                <p14:nvPr/>
              </p14:nvContentPartPr>
              <p14:xfrm>
                <a:off x="10766265" y="2644935"/>
                <a:ext cx="51480" cy="198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163BF7-AEC7-DA60-1E9E-EBAEE02AD4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60145" y="2638815"/>
                  <a:ext cx="63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393FC2-2068-FEA0-38AB-FE30087134A8}"/>
                    </a:ext>
                  </a:extLst>
                </p14:cNvPr>
                <p14:cNvContentPartPr/>
                <p14:nvPr/>
              </p14:nvContentPartPr>
              <p14:xfrm>
                <a:off x="10812705" y="2809455"/>
                <a:ext cx="309600" cy="352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393FC2-2068-FEA0-38AB-FE30087134A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06585" y="2803335"/>
                  <a:ext cx="32184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D69B4FE-74EF-7BF1-5467-3987978DDF71}"/>
              </a:ext>
            </a:extLst>
          </p:cNvPr>
          <p:cNvGrpSpPr/>
          <p:nvPr/>
        </p:nvGrpSpPr>
        <p:grpSpPr>
          <a:xfrm>
            <a:off x="847545" y="3755895"/>
            <a:ext cx="1320840" cy="1071000"/>
            <a:chOff x="847545" y="3755895"/>
            <a:chExt cx="1320840" cy="10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223BAB2-C2EB-150E-2A49-C9BD6AB26BD7}"/>
                    </a:ext>
                  </a:extLst>
                </p14:cNvPr>
                <p14:cNvContentPartPr/>
                <p14:nvPr/>
              </p14:nvContentPartPr>
              <p14:xfrm>
                <a:off x="1327785" y="4215975"/>
                <a:ext cx="114840" cy="37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223BAB2-C2EB-150E-2A49-C9BD6AB26BD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21665" y="4209855"/>
                  <a:ext cx="1270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020AC2-BF9A-8412-0633-1D3A741B267D}"/>
                    </a:ext>
                  </a:extLst>
                </p14:cNvPr>
                <p14:cNvContentPartPr/>
                <p14:nvPr/>
              </p14:nvContentPartPr>
              <p14:xfrm>
                <a:off x="1736025" y="4182855"/>
                <a:ext cx="56520" cy="33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020AC2-BF9A-8412-0633-1D3A741B26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29905" y="4176735"/>
                  <a:ext cx="68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266842-EA91-E82C-645F-B87FF4B01DBA}"/>
                    </a:ext>
                  </a:extLst>
                </p14:cNvPr>
                <p14:cNvContentPartPr/>
                <p14:nvPr/>
              </p14:nvContentPartPr>
              <p14:xfrm>
                <a:off x="847545" y="3755895"/>
                <a:ext cx="1320840" cy="1071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266842-EA91-E82C-645F-B87FF4B01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1425" y="3749775"/>
                  <a:ext cx="1333080" cy="10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3A3AFC-CEE8-7FEC-2514-AFCCBD0C0614}"/>
              </a:ext>
            </a:extLst>
          </p:cNvPr>
          <p:cNvGrpSpPr/>
          <p:nvPr/>
        </p:nvGrpSpPr>
        <p:grpSpPr>
          <a:xfrm>
            <a:off x="3145425" y="3820695"/>
            <a:ext cx="3662280" cy="731880"/>
            <a:chOff x="3145425" y="3820695"/>
            <a:chExt cx="3662280" cy="73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0C523F-A6C3-4E24-E7C2-1B07AE8D7F06}"/>
                    </a:ext>
                  </a:extLst>
                </p14:cNvPr>
                <p14:cNvContentPartPr/>
                <p14:nvPr/>
              </p14:nvContentPartPr>
              <p14:xfrm>
                <a:off x="3145425" y="4062615"/>
                <a:ext cx="67680" cy="467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0C523F-A6C3-4E24-E7C2-1B07AE8D7F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39305" y="4056495"/>
                  <a:ext cx="799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DE9F95-9358-549E-68FD-9E1255B89DA9}"/>
                    </a:ext>
                  </a:extLst>
                </p14:cNvPr>
                <p14:cNvContentPartPr/>
                <p14:nvPr/>
              </p14:nvContentPartPr>
              <p14:xfrm>
                <a:off x="3168465" y="4003935"/>
                <a:ext cx="681120" cy="54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DE9F95-9358-549E-68FD-9E1255B89D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62345" y="3997815"/>
                  <a:ext cx="69336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5A65CA-0A00-70CA-2A41-35C7A0B796FD}"/>
                    </a:ext>
                  </a:extLst>
                </p14:cNvPr>
                <p14:cNvContentPartPr/>
                <p14:nvPr/>
              </p14:nvContentPartPr>
              <p14:xfrm>
                <a:off x="4086465" y="3879735"/>
                <a:ext cx="763560" cy="55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5A65CA-0A00-70CA-2A41-35C7A0B796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80345" y="3873615"/>
                  <a:ext cx="77580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5736107-D2D4-A324-9002-0663C3CC3596}"/>
                    </a:ext>
                  </a:extLst>
                </p14:cNvPr>
                <p14:cNvContentPartPr/>
                <p14:nvPr/>
              </p14:nvContentPartPr>
              <p14:xfrm>
                <a:off x="4484985" y="4169175"/>
                <a:ext cx="369360" cy="207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5736107-D2D4-A324-9002-0663C3CC35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78865" y="4163055"/>
                  <a:ext cx="381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9493438-8A83-466C-5646-5B81DC24D315}"/>
                    </a:ext>
                  </a:extLst>
                </p14:cNvPr>
                <p14:cNvContentPartPr/>
                <p14:nvPr/>
              </p14:nvContentPartPr>
              <p14:xfrm>
                <a:off x="5007345" y="3934815"/>
                <a:ext cx="14040" cy="24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9493438-8A83-466C-5646-5B81DC24D31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01225" y="3928695"/>
                  <a:ext cx="26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78F6D72-F648-3BAD-F7B8-92E5E7336E90}"/>
                    </a:ext>
                  </a:extLst>
                </p14:cNvPr>
                <p14:cNvContentPartPr/>
                <p14:nvPr/>
              </p14:nvContentPartPr>
              <p14:xfrm>
                <a:off x="5023905" y="4091415"/>
                <a:ext cx="671760" cy="233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78F6D72-F648-3BAD-F7B8-92E5E7336E9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17785" y="4085295"/>
                  <a:ext cx="684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BF6EBB-514F-1D73-2426-2264BB03D4FE}"/>
                    </a:ext>
                  </a:extLst>
                </p14:cNvPr>
                <p14:cNvContentPartPr/>
                <p14:nvPr/>
              </p14:nvContentPartPr>
              <p14:xfrm>
                <a:off x="5786745" y="4053255"/>
                <a:ext cx="477720" cy="196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BF6EBB-514F-1D73-2426-2264BB03D4F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80625" y="4047135"/>
                  <a:ext cx="489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21BEDF-1D66-CEE0-A911-3D8904B6F3FB}"/>
                    </a:ext>
                  </a:extLst>
                </p14:cNvPr>
                <p14:cNvContentPartPr/>
                <p14:nvPr/>
              </p14:nvContentPartPr>
              <p14:xfrm>
                <a:off x="6408465" y="3820695"/>
                <a:ext cx="11880" cy="2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21BEDF-1D66-CEE0-A911-3D8904B6F3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02345" y="3814575"/>
                  <a:ext cx="24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DEB0AB3-1042-B474-072E-059AB0A2E6D1}"/>
                    </a:ext>
                  </a:extLst>
                </p14:cNvPr>
                <p14:cNvContentPartPr/>
                <p14:nvPr/>
              </p14:nvContentPartPr>
              <p14:xfrm>
                <a:off x="6386865" y="3834015"/>
                <a:ext cx="420840" cy="491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DEB0AB3-1042-B474-072E-059AB0A2E6D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80745" y="3827895"/>
                  <a:ext cx="433080" cy="50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AED19C1-8DF2-FCC8-61FD-5F9C09F3A849}"/>
              </a:ext>
            </a:extLst>
          </p:cNvPr>
          <p:cNvGrpSpPr/>
          <p:nvPr/>
        </p:nvGrpSpPr>
        <p:grpSpPr>
          <a:xfrm>
            <a:off x="7696905" y="3609375"/>
            <a:ext cx="3900960" cy="932760"/>
            <a:chOff x="7696905" y="3609375"/>
            <a:chExt cx="3900960" cy="9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991FEA-852B-DB66-713D-E059073F1A28}"/>
                    </a:ext>
                  </a:extLst>
                </p14:cNvPr>
                <p14:cNvContentPartPr/>
                <p14:nvPr/>
              </p14:nvContentPartPr>
              <p14:xfrm>
                <a:off x="7696905" y="3809535"/>
                <a:ext cx="668520" cy="492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991FEA-852B-DB66-713D-E059073F1A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690785" y="3803415"/>
                  <a:ext cx="6807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294598-AE0D-7154-0963-7569A8466969}"/>
                    </a:ext>
                  </a:extLst>
                </p14:cNvPr>
                <p14:cNvContentPartPr/>
                <p14:nvPr/>
              </p14:nvContentPartPr>
              <p14:xfrm>
                <a:off x="8483865" y="3993135"/>
                <a:ext cx="464760" cy="212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294598-AE0D-7154-0963-7569A846696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77745" y="3987015"/>
                  <a:ext cx="477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7A2A853-FCB0-8CAF-4D72-2953C9A1ED39}"/>
                    </a:ext>
                  </a:extLst>
                </p14:cNvPr>
                <p14:cNvContentPartPr/>
                <p14:nvPr/>
              </p14:nvContentPartPr>
              <p14:xfrm>
                <a:off x="9165705" y="3681735"/>
                <a:ext cx="20880" cy="11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7A2A853-FCB0-8CAF-4D72-2953C9A1ED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59585" y="3675615"/>
                  <a:ext cx="33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DE9E8AB-34D8-8214-C7D9-F198CF35C5CE}"/>
                    </a:ext>
                  </a:extLst>
                </p14:cNvPr>
                <p14:cNvContentPartPr/>
                <p14:nvPr/>
              </p14:nvContentPartPr>
              <p14:xfrm>
                <a:off x="9154185" y="4041375"/>
                <a:ext cx="234720" cy="246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DE9E8AB-34D8-8214-C7D9-F198CF35C5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48065" y="4035255"/>
                  <a:ext cx="246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874C21D-CFA1-1194-499E-988328A2E146}"/>
                    </a:ext>
                  </a:extLst>
                </p14:cNvPr>
                <p14:cNvContentPartPr/>
                <p14:nvPr/>
              </p14:nvContentPartPr>
              <p14:xfrm>
                <a:off x="9394305" y="3957135"/>
                <a:ext cx="282600" cy="346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874C21D-CFA1-1194-499E-988328A2E1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88185" y="3951015"/>
                  <a:ext cx="2948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6331145-3F29-E9D9-B2F9-E594E0D291B9}"/>
                    </a:ext>
                  </a:extLst>
                </p14:cNvPr>
                <p14:cNvContentPartPr/>
                <p14:nvPr/>
              </p14:nvContentPartPr>
              <p14:xfrm>
                <a:off x="9779865" y="3609375"/>
                <a:ext cx="468000" cy="509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6331145-3F29-E9D9-B2F9-E594E0D291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73745" y="3603255"/>
                  <a:ext cx="4802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3B6391-2536-6007-58A6-64D8A70699E9}"/>
                    </a:ext>
                  </a:extLst>
                </p14:cNvPr>
                <p14:cNvContentPartPr/>
                <p14:nvPr/>
              </p14:nvContentPartPr>
              <p14:xfrm>
                <a:off x="10270185" y="3841215"/>
                <a:ext cx="332640" cy="221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3B6391-2536-6007-58A6-64D8A70699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64065" y="3835095"/>
                  <a:ext cx="344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CFA8C2-B885-AD1F-C7CC-988B9C5C617C}"/>
                    </a:ext>
                  </a:extLst>
                </p14:cNvPr>
                <p14:cNvContentPartPr/>
                <p14:nvPr/>
              </p14:nvContentPartPr>
              <p14:xfrm>
                <a:off x="10557105" y="3891975"/>
                <a:ext cx="493560" cy="650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CFA8C2-B885-AD1F-C7CC-988B9C5C61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50985" y="3885855"/>
                  <a:ext cx="50580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7A2D26-5C1C-1C50-73FE-7B3C6CD33C33}"/>
                    </a:ext>
                  </a:extLst>
                </p14:cNvPr>
                <p14:cNvContentPartPr/>
                <p14:nvPr/>
              </p14:nvContentPartPr>
              <p14:xfrm>
                <a:off x="10994505" y="3824655"/>
                <a:ext cx="178560" cy="305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7A2D26-5C1C-1C50-73FE-7B3C6CD33C3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88385" y="3818535"/>
                  <a:ext cx="190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DA47E7-2D37-39AB-AA36-73B981550094}"/>
                    </a:ext>
                  </a:extLst>
                </p14:cNvPr>
                <p14:cNvContentPartPr/>
                <p14:nvPr/>
              </p14:nvContentPartPr>
              <p14:xfrm>
                <a:off x="11391945" y="3734295"/>
                <a:ext cx="103320" cy="132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DA47E7-2D37-39AB-AA36-73B98155009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85825" y="3728175"/>
                  <a:ext cx="115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E119A5-8E72-039F-3C65-231DECBE8D3F}"/>
                    </a:ext>
                  </a:extLst>
                </p14:cNvPr>
                <p14:cNvContentPartPr/>
                <p14:nvPr/>
              </p14:nvContentPartPr>
              <p14:xfrm>
                <a:off x="11260545" y="3939855"/>
                <a:ext cx="337320" cy="321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E119A5-8E72-039F-3C65-231DECBE8D3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54425" y="3933735"/>
                  <a:ext cx="349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92BE830-E10D-835F-4025-2733A7CD03C9}"/>
              </a:ext>
            </a:extLst>
          </p:cNvPr>
          <p:cNvGrpSpPr/>
          <p:nvPr/>
        </p:nvGrpSpPr>
        <p:grpSpPr>
          <a:xfrm>
            <a:off x="1086945" y="4898895"/>
            <a:ext cx="1577520" cy="890640"/>
            <a:chOff x="1086945" y="4898895"/>
            <a:chExt cx="1577520" cy="89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270B9B5-6354-C9BD-AFF7-EA414F77747A}"/>
                    </a:ext>
                  </a:extLst>
                </p14:cNvPr>
                <p14:cNvContentPartPr/>
                <p14:nvPr/>
              </p14:nvContentPartPr>
              <p14:xfrm>
                <a:off x="1482225" y="5197695"/>
                <a:ext cx="126000" cy="283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270B9B5-6354-C9BD-AFF7-EA414F77747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76105" y="5191575"/>
                  <a:ext cx="138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B899381-9EF4-7C31-609F-DDA6A47AFBD0}"/>
                    </a:ext>
                  </a:extLst>
                </p14:cNvPr>
                <p14:cNvContentPartPr/>
                <p14:nvPr/>
              </p14:nvContentPartPr>
              <p14:xfrm>
                <a:off x="1993425" y="5150895"/>
                <a:ext cx="133920" cy="225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B899381-9EF4-7C31-609F-DDA6A47AFBD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7305" y="5144775"/>
                  <a:ext cx="146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3DAABF0-604F-4EEF-186E-17DEFDBA75AB}"/>
                    </a:ext>
                  </a:extLst>
                </p14:cNvPr>
                <p14:cNvContentPartPr/>
                <p14:nvPr/>
              </p14:nvContentPartPr>
              <p14:xfrm>
                <a:off x="2175945" y="5189775"/>
                <a:ext cx="144360" cy="235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3DAABF0-604F-4EEF-186E-17DEFDBA75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69825" y="5183655"/>
                  <a:ext cx="156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842673-E4C5-9A61-D148-F9A6B5DD8680}"/>
                    </a:ext>
                  </a:extLst>
                </p14:cNvPr>
                <p14:cNvContentPartPr/>
                <p14:nvPr/>
              </p14:nvContentPartPr>
              <p14:xfrm>
                <a:off x="1086945" y="4898895"/>
                <a:ext cx="1577520" cy="890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842673-E4C5-9A61-D148-F9A6B5DD868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0825" y="4892775"/>
                  <a:ext cx="1589760" cy="90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6502F69-1335-66A0-2D66-204A4CD0D278}"/>
              </a:ext>
            </a:extLst>
          </p:cNvPr>
          <p:cNvGrpSpPr/>
          <p:nvPr/>
        </p:nvGrpSpPr>
        <p:grpSpPr>
          <a:xfrm>
            <a:off x="3524865" y="4867575"/>
            <a:ext cx="2563560" cy="549000"/>
            <a:chOff x="3524865" y="4867575"/>
            <a:chExt cx="2563560" cy="54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C4678FB-9EB2-F512-646E-6CC870DD703C}"/>
                    </a:ext>
                  </a:extLst>
                </p14:cNvPr>
                <p14:cNvContentPartPr/>
                <p14:nvPr/>
              </p14:nvContentPartPr>
              <p14:xfrm>
                <a:off x="3524865" y="4867575"/>
                <a:ext cx="409320" cy="541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C4678FB-9EB2-F512-646E-6CC870DD70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18745" y="4861455"/>
                  <a:ext cx="42156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10482E-54B3-BF3F-B3FB-BA5E86688B64}"/>
                    </a:ext>
                  </a:extLst>
                </p14:cNvPr>
                <p14:cNvContentPartPr/>
                <p14:nvPr/>
              </p14:nvContentPartPr>
              <p14:xfrm>
                <a:off x="4117785" y="5050815"/>
                <a:ext cx="1279800" cy="342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10482E-54B3-BF3F-B3FB-BA5E86688B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11665" y="5044695"/>
                  <a:ext cx="12920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B6056A-8E10-577C-B28B-8620E774BD65}"/>
                    </a:ext>
                  </a:extLst>
                </p14:cNvPr>
                <p14:cNvContentPartPr/>
                <p14:nvPr/>
              </p14:nvContentPartPr>
              <p14:xfrm>
                <a:off x="5570745" y="5041815"/>
                <a:ext cx="7200" cy="27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B6056A-8E10-577C-B28B-8620E774BD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64625" y="5035695"/>
                  <a:ext cx="19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1426C4-D2A5-8E1B-691D-2F3D0BF1006C}"/>
                    </a:ext>
                  </a:extLst>
                </p14:cNvPr>
                <p14:cNvContentPartPr/>
                <p14:nvPr/>
              </p14:nvContentPartPr>
              <p14:xfrm>
                <a:off x="5473545" y="5073855"/>
                <a:ext cx="242280" cy="228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1426C4-D2A5-8E1B-691D-2F3D0BF1006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67425" y="5067735"/>
                  <a:ext cx="254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AB3DA76-9414-7208-CB8C-CC19C2188054}"/>
                    </a:ext>
                  </a:extLst>
                </p14:cNvPr>
                <p14:cNvContentPartPr/>
                <p14:nvPr/>
              </p14:nvContentPartPr>
              <p14:xfrm>
                <a:off x="5766225" y="5121015"/>
                <a:ext cx="322200" cy="295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AB3DA76-9414-7208-CB8C-CC19C21880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60105" y="5114895"/>
                  <a:ext cx="33444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8635668-1E42-24DB-A1DD-98FA40910DA0}"/>
              </a:ext>
            </a:extLst>
          </p:cNvPr>
          <p:cNvGrpSpPr/>
          <p:nvPr/>
        </p:nvGrpSpPr>
        <p:grpSpPr>
          <a:xfrm>
            <a:off x="7027665" y="4753095"/>
            <a:ext cx="1671840" cy="566640"/>
            <a:chOff x="7027665" y="4753095"/>
            <a:chExt cx="167184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5B8115-AA06-AABC-F64E-4324A0BADD70}"/>
                    </a:ext>
                  </a:extLst>
                </p14:cNvPr>
                <p14:cNvContentPartPr/>
                <p14:nvPr/>
              </p14:nvContentPartPr>
              <p14:xfrm>
                <a:off x="7027665" y="4792335"/>
                <a:ext cx="65880" cy="397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5B8115-AA06-AABC-F64E-4324A0BADD7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1545" y="4786215"/>
                  <a:ext cx="781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6D2FBA6-26BB-8E29-1933-A7A3B42E4B35}"/>
                    </a:ext>
                  </a:extLst>
                </p14:cNvPr>
                <p14:cNvContentPartPr/>
                <p14:nvPr/>
              </p14:nvContentPartPr>
              <p14:xfrm>
                <a:off x="7160865" y="4753095"/>
                <a:ext cx="351360" cy="378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6D2FBA6-26BB-8E29-1933-A7A3B42E4B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54745" y="4746975"/>
                  <a:ext cx="3636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70672FC-4D83-C804-726C-ED17FEDF9BB6}"/>
                    </a:ext>
                  </a:extLst>
                </p14:cNvPr>
                <p14:cNvContentPartPr/>
                <p14:nvPr/>
              </p14:nvContentPartPr>
              <p14:xfrm>
                <a:off x="7690785" y="5094375"/>
                <a:ext cx="444240" cy="14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70672FC-4D83-C804-726C-ED17FEDF9BB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84665" y="5088255"/>
                  <a:ext cx="456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5C0EEB-B291-496D-FB3C-5F6525C9A903}"/>
                    </a:ext>
                  </a:extLst>
                </p14:cNvPr>
                <p14:cNvContentPartPr/>
                <p14:nvPr/>
              </p14:nvContentPartPr>
              <p14:xfrm>
                <a:off x="8241945" y="4776495"/>
                <a:ext cx="24480" cy="14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5C0EEB-B291-496D-FB3C-5F6525C9A9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35825" y="4770375"/>
                  <a:ext cx="36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A62446F-F5AD-BCB4-15B0-3B6B05A47FC6}"/>
                    </a:ext>
                  </a:extLst>
                </p14:cNvPr>
                <p14:cNvContentPartPr/>
                <p14:nvPr/>
              </p14:nvContentPartPr>
              <p14:xfrm>
                <a:off x="8277585" y="5141535"/>
                <a:ext cx="135000" cy="97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A62446F-F5AD-BCB4-15B0-3B6B05A47FC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71465" y="5135415"/>
                  <a:ext cx="147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EE0B704-9D0D-E749-7FEB-5810AC3BD5E8}"/>
                    </a:ext>
                  </a:extLst>
                </p14:cNvPr>
                <p14:cNvContentPartPr/>
                <p14:nvPr/>
              </p14:nvContentPartPr>
              <p14:xfrm>
                <a:off x="8501865" y="5083575"/>
                <a:ext cx="197640" cy="236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EE0B704-9D0D-E749-7FEB-5810AC3BD5E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95745" y="5077455"/>
                  <a:ext cx="2098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F650E89-39BA-42B6-9DA2-0585C6EFAFC1}"/>
              </a:ext>
            </a:extLst>
          </p:cNvPr>
          <p:cNvGrpSpPr/>
          <p:nvPr/>
        </p:nvGrpSpPr>
        <p:grpSpPr>
          <a:xfrm>
            <a:off x="9499785" y="4527735"/>
            <a:ext cx="2134080" cy="1041840"/>
            <a:chOff x="9499785" y="4527735"/>
            <a:chExt cx="2134080" cy="10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1B29BC-5A24-188A-DF09-309B5E43BC85}"/>
                    </a:ext>
                  </a:extLst>
                </p14:cNvPr>
                <p14:cNvContentPartPr/>
                <p14:nvPr/>
              </p14:nvContentPartPr>
              <p14:xfrm>
                <a:off x="9499785" y="4527735"/>
                <a:ext cx="340560" cy="444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1B29BC-5A24-188A-DF09-309B5E43BC8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93665" y="4521615"/>
                  <a:ext cx="3528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F220A4C-3FD8-18E5-2269-0B06C2731122}"/>
                    </a:ext>
                  </a:extLst>
                </p14:cNvPr>
                <p14:cNvContentPartPr/>
                <p14:nvPr/>
              </p14:nvContentPartPr>
              <p14:xfrm>
                <a:off x="10040505" y="4764615"/>
                <a:ext cx="243360" cy="21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F220A4C-3FD8-18E5-2269-0B06C27311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034385" y="4758495"/>
                  <a:ext cx="255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0B27BF-B7A8-1E35-7362-834204CB289F}"/>
                    </a:ext>
                  </a:extLst>
                </p14:cNvPr>
                <p14:cNvContentPartPr/>
                <p14:nvPr/>
              </p14:nvContentPartPr>
              <p14:xfrm>
                <a:off x="10220145" y="4850655"/>
                <a:ext cx="315360" cy="718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0B27BF-B7A8-1E35-7362-834204CB28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14025" y="4844535"/>
                  <a:ext cx="32760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1247D5B-463A-F15F-33AC-8ABA4CEDEE63}"/>
                    </a:ext>
                  </a:extLst>
                </p14:cNvPr>
                <p14:cNvContentPartPr/>
                <p14:nvPr/>
              </p14:nvContentPartPr>
              <p14:xfrm>
                <a:off x="10685625" y="4878015"/>
                <a:ext cx="189360" cy="244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1247D5B-463A-F15F-33AC-8ABA4CEDEE6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79505" y="4871895"/>
                  <a:ext cx="201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12557C9-CCF9-C702-A824-4FC2C204E4DB}"/>
                    </a:ext>
                  </a:extLst>
                </p14:cNvPr>
                <p14:cNvContentPartPr/>
                <p14:nvPr/>
              </p14:nvContentPartPr>
              <p14:xfrm>
                <a:off x="11134905" y="4629255"/>
                <a:ext cx="65520" cy="25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12557C9-CCF9-C702-A824-4FC2C204E4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128785" y="4623135"/>
                  <a:ext cx="77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E7644CA-D7D1-CF51-B1EF-264A0F251557}"/>
                    </a:ext>
                  </a:extLst>
                </p14:cNvPr>
                <p14:cNvContentPartPr/>
                <p14:nvPr/>
              </p14:nvContentPartPr>
              <p14:xfrm>
                <a:off x="11223825" y="4892415"/>
                <a:ext cx="264600" cy="279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E7644CA-D7D1-CF51-B1EF-264A0F25155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217345" y="4886295"/>
                  <a:ext cx="276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F289D03-B28C-C8E6-FAB6-261BBB70AA00}"/>
                    </a:ext>
                  </a:extLst>
                </p14:cNvPr>
                <p14:cNvContentPartPr/>
                <p14:nvPr/>
              </p14:nvContentPartPr>
              <p14:xfrm>
                <a:off x="11608305" y="5105535"/>
                <a:ext cx="25560" cy="48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F289D03-B28C-C8E6-FAB6-261BBB70AA0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602185" y="5099415"/>
                  <a:ext cx="37800" cy="6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4339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6D27A82-A706-CFEC-D237-27644E37A906}"/>
                  </a:ext>
                </a:extLst>
              </p14:cNvPr>
              <p14:cNvContentPartPr/>
              <p14:nvPr/>
            </p14:nvContentPartPr>
            <p14:xfrm>
              <a:off x="9973545" y="416175"/>
              <a:ext cx="385920" cy="510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6D27A82-A706-CFEC-D237-27644E37A9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7425" y="410055"/>
                <a:ext cx="39816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B38A29C-D5BC-7678-C2EC-2DB7769B1046}"/>
                  </a:ext>
                </a:extLst>
              </p14:cNvPr>
              <p14:cNvContentPartPr/>
              <p14:nvPr/>
            </p14:nvContentPartPr>
            <p14:xfrm>
              <a:off x="10527225" y="653415"/>
              <a:ext cx="925200" cy="662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B38A29C-D5BC-7678-C2EC-2DB7769B10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1105" y="647295"/>
                <a:ext cx="937440" cy="6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46A9AFF-DDA2-90AF-2D80-82C2708CBC68}"/>
                  </a:ext>
                </a:extLst>
              </p14:cNvPr>
              <p14:cNvContentPartPr/>
              <p14:nvPr/>
            </p14:nvContentPartPr>
            <p14:xfrm>
              <a:off x="11660865" y="858975"/>
              <a:ext cx="31320" cy="13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46A9AFF-DDA2-90AF-2D80-82C2708CBC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54745" y="852855"/>
                <a:ext cx="435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49213E-6069-08F7-42B6-69A9A6F342A3}"/>
                  </a:ext>
                </a:extLst>
              </p14:cNvPr>
              <p14:cNvContentPartPr/>
              <p14:nvPr/>
            </p14:nvContentPartPr>
            <p14:xfrm>
              <a:off x="571785" y="397455"/>
              <a:ext cx="81000" cy="37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49213E-6069-08F7-42B6-69A9A6F342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665" y="391335"/>
                <a:ext cx="9324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EEC925-6575-6514-9209-D2E363DAE8D4}"/>
                  </a:ext>
                </a:extLst>
              </p14:cNvPr>
              <p14:cNvContentPartPr/>
              <p14:nvPr/>
            </p14:nvContentPartPr>
            <p14:xfrm>
              <a:off x="216825" y="151215"/>
              <a:ext cx="719640" cy="96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EEC925-6575-6514-9209-D2E363DAE8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0705" y="145095"/>
                <a:ext cx="731880" cy="9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EA384F-ABAB-ED05-207A-CFFC96F6FADC}"/>
                  </a:ext>
                </a:extLst>
              </p14:cNvPr>
              <p14:cNvContentPartPr/>
              <p14:nvPr/>
            </p14:nvContentPartPr>
            <p14:xfrm>
              <a:off x="1331025" y="379095"/>
              <a:ext cx="462600" cy="825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EA384F-ABAB-ED05-207A-CFFC96F6FA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4905" y="372975"/>
                <a:ext cx="47484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FDEDEA-E392-3C63-A1C4-FA8EFC6331C7}"/>
                  </a:ext>
                </a:extLst>
              </p14:cNvPr>
              <p14:cNvContentPartPr/>
              <p14:nvPr/>
            </p14:nvContentPartPr>
            <p14:xfrm>
              <a:off x="2013585" y="801735"/>
              <a:ext cx="233640" cy="342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FDEDEA-E392-3C63-A1C4-FA8EFC6331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07465" y="795615"/>
                <a:ext cx="24588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B25C47-07AA-AE2F-C7C0-C607FFCE7FFA}"/>
                  </a:ext>
                </a:extLst>
              </p14:cNvPr>
              <p14:cNvContentPartPr/>
              <p14:nvPr/>
            </p14:nvContentPartPr>
            <p14:xfrm>
              <a:off x="2492745" y="726495"/>
              <a:ext cx="343440" cy="421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B25C47-07AA-AE2F-C7C0-C607FFCE7F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86625" y="720375"/>
                <a:ext cx="35568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C03F64-ACFC-277F-5B75-9E12BE7D7812}"/>
                  </a:ext>
                </a:extLst>
              </p14:cNvPr>
              <p14:cNvContentPartPr/>
              <p14:nvPr/>
            </p14:nvContentPartPr>
            <p14:xfrm>
              <a:off x="2945265" y="841335"/>
              <a:ext cx="282240" cy="365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C03F64-ACFC-277F-5B75-9E12BE7D78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9145" y="835215"/>
                <a:ext cx="2944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EFB988-608C-7547-95C2-68155FD7EB03}"/>
                  </a:ext>
                </a:extLst>
              </p14:cNvPr>
              <p14:cNvContentPartPr/>
              <p14:nvPr/>
            </p14:nvContentPartPr>
            <p14:xfrm>
              <a:off x="3446025" y="870495"/>
              <a:ext cx="221760" cy="34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EFB988-608C-7547-95C2-68155FD7EB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39905" y="864375"/>
                <a:ext cx="23400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0E650A7-C476-BDF5-365C-A9CFF6631170}"/>
                  </a:ext>
                </a:extLst>
              </p14:cNvPr>
              <p14:cNvContentPartPr/>
              <p14:nvPr/>
            </p14:nvContentPartPr>
            <p14:xfrm>
              <a:off x="3932745" y="545415"/>
              <a:ext cx="959760" cy="632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0E650A7-C476-BDF5-365C-A9CFF66311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26625" y="539295"/>
                <a:ext cx="97200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C01E33B-35D8-4560-CB90-CBDBC28F59A1}"/>
                  </a:ext>
                </a:extLst>
              </p14:cNvPr>
              <p14:cNvContentPartPr/>
              <p14:nvPr/>
            </p14:nvContentPartPr>
            <p14:xfrm>
              <a:off x="4962705" y="517695"/>
              <a:ext cx="50760" cy="23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C01E33B-35D8-4560-CB90-CBDBC28F59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56585" y="511575"/>
                <a:ext cx="63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749E4A8-A0CE-713B-D1F8-ADE5CDA6C2A6}"/>
                  </a:ext>
                </a:extLst>
              </p14:cNvPr>
              <p14:cNvContentPartPr/>
              <p14:nvPr/>
            </p14:nvContentPartPr>
            <p14:xfrm>
              <a:off x="5238105" y="522735"/>
              <a:ext cx="18720" cy="262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749E4A8-A0CE-713B-D1F8-ADE5CDA6C2A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31985" y="516615"/>
                <a:ext cx="309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F7A8B9F-C7B4-242F-FF8A-F06580EA1CC7}"/>
                  </a:ext>
                </a:extLst>
              </p14:cNvPr>
              <p14:cNvContentPartPr/>
              <p14:nvPr/>
            </p14:nvContentPartPr>
            <p14:xfrm>
              <a:off x="5405145" y="851055"/>
              <a:ext cx="165960" cy="272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F7A8B9F-C7B4-242F-FF8A-F06580EA1C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99025" y="844935"/>
                <a:ext cx="1782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2BF8BC6-A6C8-FD8C-6F56-0347EDC24A66}"/>
                  </a:ext>
                </a:extLst>
              </p14:cNvPr>
              <p14:cNvContentPartPr/>
              <p14:nvPr/>
            </p14:nvContentPartPr>
            <p14:xfrm>
              <a:off x="6885105" y="598695"/>
              <a:ext cx="151560" cy="493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2BF8BC6-A6C8-FD8C-6F56-0347EDC24A6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78985" y="592575"/>
                <a:ext cx="1638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E74A17-7373-B9D6-1957-C87E206B96CC}"/>
                  </a:ext>
                </a:extLst>
              </p14:cNvPr>
              <p14:cNvContentPartPr/>
              <p14:nvPr/>
            </p14:nvContentPartPr>
            <p14:xfrm>
              <a:off x="7136745" y="501135"/>
              <a:ext cx="368280" cy="462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E74A17-7373-B9D6-1957-C87E206B96C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30625" y="495015"/>
                <a:ext cx="38052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281CBE-7286-5C35-1111-6D6372A654D4}"/>
                  </a:ext>
                </a:extLst>
              </p14:cNvPr>
              <p14:cNvContentPartPr/>
              <p14:nvPr/>
            </p14:nvContentPartPr>
            <p14:xfrm>
              <a:off x="7679625" y="741255"/>
              <a:ext cx="487440" cy="259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281CBE-7286-5C35-1111-6D6372A654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73505" y="735135"/>
                <a:ext cx="4996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A2A7353-4B52-9B06-2C5D-519091C8E2C3}"/>
                  </a:ext>
                </a:extLst>
              </p14:cNvPr>
              <p14:cNvContentPartPr/>
              <p14:nvPr/>
            </p14:nvContentPartPr>
            <p14:xfrm>
              <a:off x="8303865" y="464055"/>
              <a:ext cx="46080" cy="70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2A7353-4B52-9B06-2C5D-519091C8E2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97745" y="457935"/>
                <a:ext cx="583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CFDC763-4234-E40A-2FAB-36FA2EE06470}"/>
                  </a:ext>
                </a:extLst>
              </p14:cNvPr>
              <p14:cNvContentPartPr/>
              <p14:nvPr/>
            </p14:nvContentPartPr>
            <p14:xfrm>
              <a:off x="8465145" y="822975"/>
              <a:ext cx="226440" cy="255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CFDC763-4234-E40A-2FAB-36FA2EE0647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59025" y="816855"/>
                <a:ext cx="2386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C2D07CA-545B-408D-8B7E-EE39F819486B}"/>
                  </a:ext>
                </a:extLst>
              </p14:cNvPr>
              <p14:cNvContentPartPr/>
              <p14:nvPr/>
            </p14:nvContentPartPr>
            <p14:xfrm>
              <a:off x="8785185" y="780495"/>
              <a:ext cx="182880" cy="283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C2D07CA-545B-408D-8B7E-EE39F81948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79065" y="774375"/>
                <a:ext cx="19512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C218A38-D630-9313-8DC9-83F934067714}"/>
              </a:ext>
            </a:extLst>
          </p:cNvPr>
          <p:cNvGrpSpPr/>
          <p:nvPr/>
        </p:nvGrpSpPr>
        <p:grpSpPr>
          <a:xfrm>
            <a:off x="1301145" y="5123175"/>
            <a:ext cx="4490640" cy="828720"/>
            <a:chOff x="1301145" y="5123175"/>
            <a:chExt cx="4490640" cy="8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F482E29-54E7-CE1F-AF17-93C87D2F2DAE}"/>
                    </a:ext>
                  </a:extLst>
                </p14:cNvPr>
                <p14:cNvContentPartPr/>
                <p14:nvPr/>
              </p14:nvContentPartPr>
              <p14:xfrm>
                <a:off x="1301145" y="5203815"/>
                <a:ext cx="498600" cy="643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F482E29-54E7-CE1F-AF17-93C87D2F2D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5025" y="5197695"/>
                  <a:ext cx="51084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5E4D4C4-8C62-CD89-3BEC-77AB229AD356}"/>
                    </a:ext>
                  </a:extLst>
                </p14:cNvPr>
                <p14:cNvContentPartPr/>
                <p14:nvPr/>
              </p14:nvContentPartPr>
              <p14:xfrm>
                <a:off x="1470705" y="5346375"/>
                <a:ext cx="833760" cy="394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5E4D4C4-8C62-CD89-3BEC-77AB229AD3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4585" y="5340255"/>
                  <a:ext cx="8460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3075BF-A95E-24A3-EFEC-97770EA6A37A}"/>
                    </a:ext>
                  </a:extLst>
                </p14:cNvPr>
                <p14:cNvContentPartPr/>
                <p14:nvPr/>
              </p14:nvContentPartPr>
              <p14:xfrm>
                <a:off x="2427585" y="5353215"/>
                <a:ext cx="802080" cy="598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3075BF-A95E-24A3-EFEC-97770EA6A3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1465" y="5347095"/>
                  <a:ext cx="814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6CC7EA-CF6B-B55F-AFD3-8954BEC123D0}"/>
                    </a:ext>
                  </a:extLst>
                </p14:cNvPr>
                <p14:cNvContentPartPr/>
                <p14:nvPr/>
              </p14:nvContentPartPr>
              <p14:xfrm>
                <a:off x="3562665" y="5470935"/>
                <a:ext cx="54000" cy="63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6CC7EA-CF6B-B55F-AFD3-8954BEC123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6545" y="5464815"/>
                  <a:ext cx="66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FC733DB-B24E-44ED-9A1B-1DBD1F8F2B61}"/>
                    </a:ext>
                  </a:extLst>
                </p14:cNvPr>
                <p14:cNvContentPartPr/>
                <p14:nvPr/>
              </p14:nvContentPartPr>
              <p14:xfrm>
                <a:off x="3485985" y="5341335"/>
                <a:ext cx="583200" cy="416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FC733DB-B24E-44ED-9A1B-1DBD1F8F2B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79865" y="5335215"/>
                  <a:ext cx="5954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A49A041-B5E3-05A7-CC84-547D4C7FDE2B}"/>
                    </a:ext>
                  </a:extLst>
                </p14:cNvPr>
                <p14:cNvContentPartPr/>
                <p14:nvPr/>
              </p14:nvContentPartPr>
              <p14:xfrm>
                <a:off x="4111305" y="5432775"/>
                <a:ext cx="104400" cy="192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A49A041-B5E3-05A7-CC84-547D4C7FDE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05185" y="5426655"/>
                  <a:ext cx="116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A29F69-31F6-3AFF-BF3D-0720C80BB0AE}"/>
                    </a:ext>
                  </a:extLst>
                </p14:cNvPr>
                <p14:cNvContentPartPr/>
                <p14:nvPr/>
              </p14:nvContentPartPr>
              <p14:xfrm>
                <a:off x="4182225" y="5301015"/>
                <a:ext cx="80280" cy="69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A29F69-31F6-3AFF-BF3D-0720C80BB0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76105" y="5294895"/>
                  <a:ext cx="92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5EEB64E-9B4F-4EEC-4A6A-59C88682F605}"/>
                    </a:ext>
                  </a:extLst>
                </p14:cNvPr>
                <p14:cNvContentPartPr/>
                <p14:nvPr/>
              </p14:nvContentPartPr>
              <p14:xfrm>
                <a:off x="4623225" y="5123175"/>
                <a:ext cx="54720" cy="442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5EEB64E-9B4F-4EEC-4A6A-59C88682F6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17105" y="5117055"/>
                  <a:ext cx="66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7DD691D-09B3-CA14-1F0A-D63A313AE5CE}"/>
                    </a:ext>
                  </a:extLst>
                </p14:cNvPr>
                <p14:cNvContentPartPr/>
                <p14:nvPr/>
              </p14:nvContentPartPr>
              <p14:xfrm>
                <a:off x="4335225" y="5311095"/>
                <a:ext cx="1358280" cy="266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7DD691D-09B3-CA14-1F0A-D63A313AE5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29105" y="5304975"/>
                  <a:ext cx="1370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DF0E441-E245-85D2-1134-2CBEED2DA8F9}"/>
                    </a:ext>
                  </a:extLst>
                </p14:cNvPr>
                <p14:cNvContentPartPr/>
                <p14:nvPr/>
              </p14:nvContentPartPr>
              <p14:xfrm>
                <a:off x="5779905" y="5543655"/>
                <a:ext cx="11880" cy="12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DF0E441-E245-85D2-1134-2CBEED2DA8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73785" y="5537535"/>
                  <a:ext cx="2412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934037D-AAE3-9FF2-FBCB-0D47B350A0C4}"/>
              </a:ext>
            </a:extLst>
          </p:cNvPr>
          <p:cNvGrpSpPr/>
          <p:nvPr/>
        </p:nvGrpSpPr>
        <p:grpSpPr>
          <a:xfrm>
            <a:off x="349665" y="1378455"/>
            <a:ext cx="11562840" cy="3490560"/>
            <a:chOff x="349665" y="1378455"/>
            <a:chExt cx="11562840" cy="349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129811-0C25-EB90-0F3B-93E08613B0AF}"/>
                    </a:ext>
                  </a:extLst>
                </p14:cNvPr>
                <p14:cNvContentPartPr/>
                <p14:nvPr/>
              </p14:nvContentPartPr>
              <p14:xfrm>
                <a:off x="9609225" y="1703535"/>
                <a:ext cx="290520" cy="258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129811-0C25-EB90-0F3B-93E08613B0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03105" y="1697415"/>
                  <a:ext cx="302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9710A0-9353-6D64-E372-400ECE1A597F}"/>
                    </a:ext>
                  </a:extLst>
                </p14:cNvPr>
                <p14:cNvContentPartPr/>
                <p14:nvPr/>
              </p14:nvContentPartPr>
              <p14:xfrm>
                <a:off x="10158945" y="1746015"/>
                <a:ext cx="304560" cy="212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9710A0-9353-6D64-E372-400ECE1A59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52825" y="1739895"/>
                  <a:ext cx="316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D5A16A-E0DB-23EF-F7D3-0FBA3030BE35}"/>
                    </a:ext>
                  </a:extLst>
                </p14:cNvPr>
                <p14:cNvContentPartPr/>
                <p14:nvPr/>
              </p14:nvContentPartPr>
              <p14:xfrm>
                <a:off x="10529025" y="1733055"/>
                <a:ext cx="430200" cy="362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D5A16A-E0DB-23EF-F7D3-0FBA3030BE3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22905" y="1726935"/>
                  <a:ext cx="4424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27BFD8-9609-40E6-C8D5-D85194389CF5}"/>
                    </a:ext>
                  </a:extLst>
                </p14:cNvPr>
                <p14:cNvContentPartPr/>
                <p14:nvPr/>
              </p14:nvContentPartPr>
              <p14:xfrm>
                <a:off x="416265" y="1696335"/>
                <a:ext cx="509040" cy="379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27BFD8-9609-40E6-C8D5-D85194389C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0145" y="1690215"/>
                  <a:ext cx="521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2DC26B-4313-9B59-C4D3-73C5E6B9B8CF}"/>
                    </a:ext>
                  </a:extLst>
                </p14:cNvPr>
                <p14:cNvContentPartPr/>
                <p14:nvPr/>
              </p14:nvContentPartPr>
              <p14:xfrm>
                <a:off x="1076505" y="1632255"/>
                <a:ext cx="912240" cy="481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2DC26B-4313-9B59-C4D3-73C5E6B9B8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0385" y="1626135"/>
                  <a:ext cx="9244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455063-CEF7-B3A6-6BA2-A948B5F94AEA}"/>
                    </a:ext>
                  </a:extLst>
                </p14:cNvPr>
                <p14:cNvContentPartPr/>
                <p14:nvPr/>
              </p14:nvContentPartPr>
              <p14:xfrm>
                <a:off x="2071545" y="1883175"/>
                <a:ext cx="501480" cy="27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455063-CEF7-B3A6-6BA2-A948B5F94A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65425" y="1877055"/>
                  <a:ext cx="513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78E693-EA59-F5DF-ED94-5D61D2BE397B}"/>
                    </a:ext>
                  </a:extLst>
                </p14:cNvPr>
                <p14:cNvContentPartPr/>
                <p14:nvPr/>
              </p14:nvContentPartPr>
              <p14:xfrm>
                <a:off x="2693265" y="1936815"/>
                <a:ext cx="117000" cy="178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78E693-EA59-F5DF-ED94-5D61D2BE39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87145" y="1930695"/>
                  <a:ext cx="129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216674-BE98-5B9E-155F-89AAFA105BC0}"/>
                    </a:ext>
                  </a:extLst>
                </p14:cNvPr>
                <p14:cNvContentPartPr/>
                <p14:nvPr/>
              </p14:nvContentPartPr>
              <p14:xfrm>
                <a:off x="2872905" y="1895055"/>
                <a:ext cx="280800" cy="264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216674-BE98-5B9E-155F-89AAFA105BC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66785" y="1888935"/>
                  <a:ext cx="293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46D0F83-1926-D7B0-9647-FB6F4769D75A}"/>
                    </a:ext>
                  </a:extLst>
                </p14:cNvPr>
                <p14:cNvContentPartPr/>
                <p14:nvPr/>
              </p14:nvContentPartPr>
              <p14:xfrm>
                <a:off x="4105185" y="1664295"/>
                <a:ext cx="1563120" cy="78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46D0F83-1926-D7B0-9647-FB6F4769D7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99065" y="1658175"/>
                  <a:ext cx="157536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91E5A8-60AE-144C-E0AD-54A52465C305}"/>
                    </a:ext>
                  </a:extLst>
                </p14:cNvPr>
                <p14:cNvContentPartPr/>
                <p14:nvPr/>
              </p14:nvContentPartPr>
              <p14:xfrm>
                <a:off x="6098505" y="1378455"/>
                <a:ext cx="508320" cy="107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91E5A8-60AE-144C-E0AD-54A52465C3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92385" y="1372335"/>
                  <a:ext cx="52056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6F8C0E-41B7-C57A-D2E2-248E6CB23C11}"/>
                    </a:ext>
                  </a:extLst>
                </p14:cNvPr>
                <p14:cNvContentPartPr/>
                <p14:nvPr/>
              </p14:nvContentPartPr>
              <p14:xfrm>
                <a:off x="6671625" y="1732335"/>
                <a:ext cx="572040" cy="253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6F8C0E-41B7-C57A-D2E2-248E6CB23C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65505" y="1726215"/>
                  <a:ext cx="584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E637F3-F0A0-5192-E670-C74D63C1BC4E}"/>
                    </a:ext>
                  </a:extLst>
                </p14:cNvPr>
                <p14:cNvContentPartPr/>
                <p14:nvPr/>
              </p14:nvContentPartPr>
              <p14:xfrm>
                <a:off x="7550745" y="1447935"/>
                <a:ext cx="101520" cy="513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E637F3-F0A0-5192-E670-C74D63C1BC4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44625" y="1441815"/>
                  <a:ext cx="11376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D6D14E-0170-C54A-6F99-DF6FEDCC9FD1}"/>
                    </a:ext>
                  </a:extLst>
                </p14:cNvPr>
                <p14:cNvContentPartPr/>
                <p14:nvPr/>
              </p14:nvContentPartPr>
              <p14:xfrm>
                <a:off x="7372185" y="1738815"/>
                <a:ext cx="563760" cy="21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D6D14E-0170-C54A-6F99-DF6FEDCC9FD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66065" y="1732695"/>
                  <a:ext cx="576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A9CF78-2A8C-F4D5-B97B-AE03539761D1}"/>
                    </a:ext>
                  </a:extLst>
                </p14:cNvPr>
                <p14:cNvContentPartPr/>
                <p14:nvPr/>
              </p14:nvContentPartPr>
              <p14:xfrm>
                <a:off x="8052225" y="1704615"/>
                <a:ext cx="337680" cy="24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A9CF78-2A8C-F4D5-B97B-AE03539761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46105" y="1698495"/>
                  <a:ext cx="349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F993E3-392A-47FA-EF85-BA8DB744B872}"/>
                    </a:ext>
                  </a:extLst>
                </p14:cNvPr>
                <p14:cNvContentPartPr/>
                <p14:nvPr/>
              </p14:nvContentPartPr>
              <p14:xfrm>
                <a:off x="8392785" y="1730895"/>
                <a:ext cx="387360" cy="297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F993E3-392A-47FA-EF85-BA8DB744B8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86665" y="1724775"/>
                  <a:ext cx="399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A4926D8-647A-74E8-F4A2-1D3F3BAE5AEB}"/>
                    </a:ext>
                  </a:extLst>
                </p14:cNvPr>
                <p14:cNvContentPartPr/>
                <p14:nvPr/>
              </p14:nvContentPartPr>
              <p14:xfrm>
                <a:off x="4798185" y="2731335"/>
                <a:ext cx="240480" cy="276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A4926D8-647A-74E8-F4A2-1D3F3BAE5A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92065" y="2725215"/>
                  <a:ext cx="252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FA3DFF-A686-1278-CED4-283F47D9C221}"/>
                    </a:ext>
                  </a:extLst>
                </p14:cNvPr>
                <p14:cNvContentPartPr/>
                <p14:nvPr/>
              </p14:nvContentPartPr>
              <p14:xfrm>
                <a:off x="5950545" y="2392215"/>
                <a:ext cx="412200" cy="528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FA3DFF-A686-1278-CED4-283F47D9C2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44425" y="2386095"/>
                  <a:ext cx="4244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DBAC06-2141-9E9D-8A2B-A4C076209FDB}"/>
                    </a:ext>
                  </a:extLst>
                </p14:cNvPr>
                <p14:cNvContentPartPr/>
                <p14:nvPr/>
              </p14:nvContentPartPr>
              <p14:xfrm>
                <a:off x="6440865" y="2632695"/>
                <a:ext cx="236520" cy="27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DBAC06-2141-9E9D-8A2B-A4C076209F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34745" y="2626575"/>
                  <a:ext cx="2487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F1D98AA-67DD-A1BD-D116-D06505035AAF}"/>
                    </a:ext>
                  </a:extLst>
                </p14:cNvPr>
                <p14:cNvContentPartPr/>
                <p14:nvPr/>
              </p14:nvContentPartPr>
              <p14:xfrm>
                <a:off x="6807705" y="2660415"/>
                <a:ext cx="266760" cy="243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F1D98AA-67DD-A1BD-D116-D06505035A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01585" y="2654295"/>
                  <a:ext cx="279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618047-2831-9C27-1BE1-6A5A260052F4}"/>
                    </a:ext>
                  </a:extLst>
                </p14:cNvPr>
                <p14:cNvContentPartPr/>
                <p14:nvPr/>
              </p14:nvContentPartPr>
              <p14:xfrm>
                <a:off x="7100025" y="2615055"/>
                <a:ext cx="766080" cy="30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618047-2831-9C27-1BE1-6A5A260052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93905" y="2608935"/>
                  <a:ext cx="7783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BC1405F-F786-CF5E-9894-ED890FBB8387}"/>
                    </a:ext>
                  </a:extLst>
                </p14:cNvPr>
                <p14:cNvContentPartPr/>
                <p14:nvPr/>
              </p14:nvContentPartPr>
              <p14:xfrm>
                <a:off x="7920105" y="2423895"/>
                <a:ext cx="562320" cy="437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BC1405F-F786-CF5E-9894-ED890FBB83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13985" y="2417775"/>
                  <a:ext cx="5745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4086F4-B48E-68BB-6B4D-65BE5D53029C}"/>
                    </a:ext>
                  </a:extLst>
                </p14:cNvPr>
                <p14:cNvContentPartPr/>
                <p14:nvPr/>
              </p14:nvContentPartPr>
              <p14:xfrm>
                <a:off x="8686545" y="2451615"/>
                <a:ext cx="58680" cy="151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4086F4-B48E-68BB-6B4D-65BE5D53029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80425" y="2445495"/>
                  <a:ext cx="70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BB9259-5A3E-5D2F-D4D3-73483CE4FC8D}"/>
                    </a:ext>
                  </a:extLst>
                </p14:cNvPr>
                <p14:cNvContentPartPr/>
                <p14:nvPr/>
              </p14:nvContentPartPr>
              <p14:xfrm>
                <a:off x="8494665" y="2592375"/>
                <a:ext cx="232920" cy="323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BB9259-5A3E-5D2F-D4D3-73483CE4FC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88545" y="2586255"/>
                  <a:ext cx="2451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EB0F74-AE80-3AE5-B030-88B7E5C96066}"/>
                    </a:ext>
                  </a:extLst>
                </p14:cNvPr>
                <p14:cNvContentPartPr/>
                <p14:nvPr/>
              </p14:nvContentPartPr>
              <p14:xfrm>
                <a:off x="8871945" y="2407335"/>
                <a:ext cx="5040" cy="48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EB0F74-AE80-3AE5-B030-88B7E5C9606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65825" y="2401215"/>
                  <a:ext cx="17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54A3BE-9B92-3FE2-93E7-8309BA2DF2BA}"/>
                    </a:ext>
                  </a:extLst>
                </p14:cNvPr>
                <p14:cNvContentPartPr/>
                <p14:nvPr/>
              </p14:nvContentPartPr>
              <p14:xfrm>
                <a:off x="8978145" y="2533695"/>
                <a:ext cx="59760" cy="20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54A3BE-9B92-3FE2-93E7-8309BA2DF2B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72025" y="2527575"/>
                  <a:ext cx="72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591C45-D309-2DD2-3FC9-EF77226ABEE2}"/>
                    </a:ext>
                  </a:extLst>
                </p14:cNvPr>
                <p14:cNvContentPartPr/>
                <p14:nvPr/>
              </p14:nvContentPartPr>
              <p14:xfrm>
                <a:off x="9038625" y="2763735"/>
                <a:ext cx="231480" cy="272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591C45-D309-2DD2-3FC9-EF77226ABE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32505" y="2757615"/>
                  <a:ext cx="2437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0CE350-3586-02FE-670D-A06431A2293A}"/>
                    </a:ext>
                  </a:extLst>
                </p14:cNvPr>
                <p14:cNvContentPartPr/>
                <p14:nvPr/>
              </p14:nvContentPartPr>
              <p14:xfrm>
                <a:off x="9848985" y="2320575"/>
                <a:ext cx="848520" cy="527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0CE350-3586-02FE-670D-A06431A2293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42865" y="2314455"/>
                  <a:ext cx="86076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65750CA-BC41-3477-A024-15825AEE1CBC}"/>
                    </a:ext>
                  </a:extLst>
                </p14:cNvPr>
                <p14:cNvContentPartPr/>
                <p14:nvPr/>
              </p14:nvContentPartPr>
              <p14:xfrm>
                <a:off x="10650705" y="2394375"/>
                <a:ext cx="96120" cy="1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65750CA-BC41-3477-A024-15825AEE1CB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44585" y="2388255"/>
                  <a:ext cx="108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C8683D-0F49-DEEF-48D8-D635565BB009}"/>
                    </a:ext>
                  </a:extLst>
                </p14:cNvPr>
                <p14:cNvContentPartPr/>
                <p14:nvPr/>
              </p14:nvContentPartPr>
              <p14:xfrm>
                <a:off x="10773825" y="2497335"/>
                <a:ext cx="244800" cy="311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C8683D-0F49-DEEF-48D8-D635565BB0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67705" y="2491215"/>
                  <a:ext cx="2570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3B7FB4-4C54-C06A-DDD1-B88D89360CB0}"/>
                    </a:ext>
                  </a:extLst>
                </p14:cNvPr>
                <p14:cNvContentPartPr/>
                <p14:nvPr/>
              </p14:nvContentPartPr>
              <p14:xfrm>
                <a:off x="11309505" y="2244615"/>
                <a:ext cx="138960" cy="600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3B7FB4-4C54-C06A-DDD1-B88D89360CB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03385" y="2238495"/>
                  <a:ext cx="1512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7A3EC0-C831-DB98-8237-AAEA3283899D}"/>
                    </a:ext>
                  </a:extLst>
                </p14:cNvPr>
                <p14:cNvContentPartPr/>
                <p14:nvPr/>
              </p14:nvContentPartPr>
              <p14:xfrm>
                <a:off x="11297265" y="2589495"/>
                <a:ext cx="264240" cy="25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7A3EC0-C831-DB98-8237-AAEA3283899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91145" y="2583375"/>
                  <a:ext cx="276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47E70A-30CA-191C-02E1-A665BC02BAC1}"/>
                    </a:ext>
                  </a:extLst>
                </p14:cNvPr>
                <p14:cNvContentPartPr/>
                <p14:nvPr/>
              </p14:nvContentPartPr>
              <p14:xfrm>
                <a:off x="11517945" y="2594535"/>
                <a:ext cx="308880" cy="232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47E70A-30CA-191C-02E1-A665BC02BA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11825" y="2588415"/>
                  <a:ext cx="321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9CDBDCE-BAC9-255E-5E59-C2E0BFEF4219}"/>
                    </a:ext>
                  </a:extLst>
                </p14:cNvPr>
                <p14:cNvContentPartPr/>
                <p14:nvPr/>
              </p14:nvContentPartPr>
              <p14:xfrm>
                <a:off x="11907465" y="2482575"/>
                <a:ext cx="5040" cy="10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9CDBDCE-BAC9-255E-5E59-C2E0BFEF42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901345" y="2476455"/>
                  <a:ext cx="1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145DDC1-63CE-7987-E078-844B3111A1CF}"/>
                    </a:ext>
                  </a:extLst>
                </p14:cNvPr>
                <p14:cNvContentPartPr/>
                <p14:nvPr/>
              </p14:nvContentPartPr>
              <p14:xfrm>
                <a:off x="493665" y="2398695"/>
                <a:ext cx="652320" cy="1094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145DDC1-63CE-7987-E078-844B3111A1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7545" y="2392575"/>
                  <a:ext cx="664560" cy="11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57B6CC-ABD4-BD3B-E4A1-3CCB7138BC53}"/>
                    </a:ext>
                  </a:extLst>
                </p14:cNvPr>
                <p14:cNvContentPartPr/>
                <p14:nvPr/>
              </p14:nvContentPartPr>
              <p14:xfrm>
                <a:off x="1311945" y="2449815"/>
                <a:ext cx="913320" cy="62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57B6CC-ABD4-BD3B-E4A1-3CCB7138BC5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05825" y="2443695"/>
                  <a:ext cx="92556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DA95A9-FEA5-78B9-39E7-CC814F1C0C97}"/>
                    </a:ext>
                  </a:extLst>
                </p14:cNvPr>
                <p14:cNvContentPartPr/>
                <p14:nvPr/>
              </p14:nvContentPartPr>
              <p14:xfrm>
                <a:off x="2294025" y="2724135"/>
                <a:ext cx="417960" cy="280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DA95A9-FEA5-78B9-39E7-CC814F1C0C9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87905" y="2718015"/>
                  <a:ext cx="430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D6B1305-06A5-8EFB-6527-2DE9854F8391}"/>
                    </a:ext>
                  </a:extLst>
                </p14:cNvPr>
                <p14:cNvContentPartPr/>
                <p14:nvPr/>
              </p14:nvContentPartPr>
              <p14:xfrm>
                <a:off x="2802345" y="2768415"/>
                <a:ext cx="35640" cy="160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D6B1305-06A5-8EFB-6527-2DE9854F83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96225" y="2762295"/>
                  <a:ext cx="47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139046-CB2C-6923-B151-B55832D2643E}"/>
                    </a:ext>
                  </a:extLst>
                </p14:cNvPr>
                <p14:cNvContentPartPr/>
                <p14:nvPr/>
              </p14:nvContentPartPr>
              <p14:xfrm>
                <a:off x="2994585" y="2525775"/>
                <a:ext cx="20880" cy="71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139046-CB2C-6923-B151-B55832D2643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88465" y="2519655"/>
                  <a:ext cx="33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17BFE7E-725C-A497-119B-1B8871F7E354}"/>
                    </a:ext>
                  </a:extLst>
                </p14:cNvPr>
                <p14:cNvContentPartPr/>
                <p14:nvPr/>
              </p14:nvContentPartPr>
              <p14:xfrm>
                <a:off x="3016185" y="2691015"/>
                <a:ext cx="765000" cy="798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17BFE7E-725C-A497-119B-1B8871F7E3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10065" y="2684895"/>
                  <a:ext cx="77724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094DBE4-9A6D-58CE-BDDE-644120959414}"/>
                    </a:ext>
                  </a:extLst>
                </p14:cNvPr>
                <p14:cNvContentPartPr/>
                <p14:nvPr/>
              </p14:nvContentPartPr>
              <p14:xfrm>
                <a:off x="349665" y="3766335"/>
                <a:ext cx="482760" cy="90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094DBE4-9A6D-58CE-BDDE-6441209594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3545" y="3760215"/>
                  <a:ext cx="495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B08713D-0F8F-228A-A225-5004CE668E35}"/>
                    </a:ext>
                  </a:extLst>
                </p14:cNvPr>
                <p14:cNvContentPartPr/>
                <p14:nvPr/>
              </p14:nvContentPartPr>
              <p14:xfrm>
                <a:off x="1086945" y="3343335"/>
                <a:ext cx="943200" cy="430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B08713D-0F8F-228A-A225-5004CE668E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0825" y="3337215"/>
                  <a:ext cx="9554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20DF79D-F1F8-36C4-89BE-D313DE7D0E2A}"/>
                    </a:ext>
                  </a:extLst>
                </p14:cNvPr>
                <p14:cNvContentPartPr/>
                <p14:nvPr/>
              </p14:nvContentPartPr>
              <p14:xfrm>
                <a:off x="1901625" y="3488775"/>
                <a:ext cx="277920" cy="174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20DF79D-F1F8-36C4-89BE-D313DE7D0E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95505" y="3482655"/>
                  <a:ext cx="290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79DBF1B-3FEA-EDFB-807C-2707A5889B89}"/>
                    </a:ext>
                  </a:extLst>
                </p14:cNvPr>
                <p14:cNvContentPartPr/>
                <p14:nvPr/>
              </p14:nvContentPartPr>
              <p14:xfrm>
                <a:off x="2293665" y="3330015"/>
                <a:ext cx="52920" cy="37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79DBF1B-3FEA-EDFB-807C-2707A5889B8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87545" y="3323895"/>
                  <a:ext cx="65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9248F7B-0B38-E470-B301-84A2909F6940}"/>
                    </a:ext>
                  </a:extLst>
                </p14:cNvPr>
                <p14:cNvContentPartPr/>
                <p14:nvPr/>
              </p14:nvContentPartPr>
              <p14:xfrm>
                <a:off x="2355945" y="3449895"/>
                <a:ext cx="205200" cy="275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9248F7B-0B38-E470-B301-84A2909F69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49825" y="3443775"/>
                  <a:ext cx="217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2915475-6AD6-F72F-3532-A5B67CB020A6}"/>
                    </a:ext>
                  </a:extLst>
                </p14:cNvPr>
                <p14:cNvContentPartPr/>
                <p14:nvPr/>
              </p14:nvContentPartPr>
              <p14:xfrm>
                <a:off x="2595345" y="3485535"/>
                <a:ext cx="300960" cy="28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2915475-6AD6-F72F-3532-A5B67CB020A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89225" y="3479415"/>
                  <a:ext cx="313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85BEE2-F6A9-ACD2-BE12-20103BD9914D}"/>
                    </a:ext>
                  </a:extLst>
                </p14:cNvPr>
                <p14:cNvContentPartPr/>
                <p14:nvPr/>
              </p14:nvContentPartPr>
              <p14:xfrm>
                <a:off x="3109785" y="3547455"/>
                <a:ext cx="233280" cy="433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85BEE2-F6A9-ACD2-BE12-20103BD991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03665" y="3541335"/>
                  <a:ext cx="2455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0BA0D02-7364-F674-B806-65C998650226}"/>
                    </a:ext>
                  </a:extLst>
                </p14:cNvPr>
                <p14:cNvContentPartPr/>
                <p14:nvPr/>
              </p14:nvContentPartPr>
              <p14:xfrm>
                <a:off x="3375105" y="3920415"/>
                <a:ext cx="228960" cy="215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0BA0D02-7364-F674-B806-65C9986502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68985" y="3914295"/>
                  <a:ext cx="24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13AC2E-AF8A-CB0C-F62C-9A6480825C2B}"/>
                    </a:ext>
                  </a:extLst>
                </p14:cNvPr>
                <p14:cNvContentPartPr/>
                <p14:nvPr/>
              </p14:nvContentPartPr>
              <p14:xfrm>
                <a:off x="5178705" y="3284655"/>
                <a:ext cx="200520" cy="552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13AC2E-AF8A-CB0C-F62C-9A6480825C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72585" y="3278535"/>
                  <a:ext cx="2127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8A4747-D2A6-67B1-4133-C92A828DD773}"/>
                    </a:ext>
                  </a:extLst>
                </p14:cNvPr>
                <p14:cNvContentPartPr/>
                <p14:nvPr/>
              </p14:nvContentPartPr>
              <p14:xfrm>
                <a:off x="5062065" y="3489495"/>
                <a:ext cx="1767240" cy="407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8A4747-D2A6-67B1-4133-C92A828DD77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55945" y="3483375"/>
                  <a:ext cx="17794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BAFF83-4267-D7A7-4602-10E2BAB1D793}"/>
                    </a:ext>
                  </a:extLst>
                </p14:cNvPr>
                <p14:cNvContentPartPr/>
                <p14:nvPr/>
              </p14:nvContentPartPr>
              <p14:xfrm>
                <a:off x="7534185" y="3605775"/>
                <a:ext cx="357120" cy="22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BAFF83-4267-D7A7-4602-10E2BAB1D79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28065" y="3599655"/>
                  <a:ext cx="369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26130C5-9E15-3AC2-E11C-FC2DE9B23D85}"/>
                    </a:ext>
                  </a:extLst>
                </p14:cNvPr>
                <p14:cNvContentPartPr/>
                <p14:nvPr/>
              </p14:nvContentPartPr>
              <p14:xfrm>
                <a:off x="7634265" y="3494175"/>
                <a:ext cx="568080" cy="310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26130C5-9E15-3AC2-E11C-FC2DE9B23D8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28145" y="3488055"/>
                  <a:ext cx="5803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B26957E-E819-E0E9-8DC6-C74564C63E95}"/>
                    </a:ext>
                  </a:extLst>
                </p14:cNvPr>
                <p14:cNvContentPartPr/>
                <p14:nvPr/>
              </p14:nvContentPartPr>
              <p14:xfrm>
                <a:off x="8249865" y="3541695"/>
                <a:ext cx="452880" cy="282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B26957E-E819-E0E9-8DC6-C74564C63E9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3745" y="3535575"/>
                  <a:ext cx="465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91CAB2A-9ED6-9CEA-A6FD-5C47C0D43672}"/>
                    </a:ext>
                  </a:extLst>
                </p14:cNvPr>
                <p14:cNvContentPartPr/>
                <p14:nvPr/>
              </p14:nvContentPartPr>
              <p14:xfrm>
                <a:off x="8959425" y="3445935"/>
                <a:ext cx="422640" cy="381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91CAB2A-9ED6-9CEA-A6FD-5C47C0D436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53305" y="3439815"/>
                  <a:ext cx="4348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58C9835-2F20-3E1A-0C89-BE71C71D5B7B}"/>
                    </a:ext>
                  </a:extLst>
                </p14:cNvPr>
                <p14:cNvContentPartPr/>
                <p14:nvPr/>
              </p14:nvContentPartPr>
              <p14:xfrm>
                <a:off x="9545145" y="3178095"/>
                <a:ext cx="1021320" cy="590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58C9835-2F20-3E1A-0C89-BE71C71D5B7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9025" y="3171975"/>
                  <a:ext cx="103356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BBDFFAB-A26D-B3B7-5936-E6C67CAB726B}"/>
                    </a:ext>
                  </a:extLst>
                </p14:cNvPr>
                <p14:cNvContentPartPr/>
                <p14:nvPr/>
              </p14:nvContentPartPr>
              <p14:xfrm>
                <a:off x="1300425" y="4250895"/>
                <a:ext cx="39240" cy="517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BBDFFAB-A26D-B3B7-5936-E6C67CAB72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94305" y="4244775"/>
                  <a:ext cx="514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84CCB7-5748-0778-033A-AA8F79E484F7}"/>
                    </a:ext>
                  </a:extLst>
                </p14:cNvPr>
                <p14:cNvContentPartPr/>
                <p14:nvPr/>
              </p14:nvContentPartPr>
              <p14:xfrm>
                <a:off x="1029705" y="4505415"/>
                <a:ext cx="645120" cy="244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84CCB7-5748-0778-033A-AA8F79E484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3585" y="4499295"/>
                  <a:ext cx="657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E391D4F-EA63-6190-1999-B4C67BFBEB09}"/>
                    </a:ext>
                  </a:extLst>
                </p14:cNvPr>
                <p14:cNvContentPartPr/>
                <p14:nvPr/>
              </p14:nvContentPartPr>
              <p14:xfrm>
                <a:off x="2353425" y="4374375"/>
                <a:ext cx="1256400" cy="270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E391D4F-EA63-6190-1999-B4C67BFBEB0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47305" y="4368255"/>
                  <a:ext cx="1268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72EDE2A-ACFB-4A49-A217-00B61894E1C9}"/>
                    </a:ext>
                  </a:extLst>
                </p14:cNvPr>
                <p14:cNvContentPartPr/>
                <p14:nvPr/>
              </p14:nvContentPartPr>
              <p14:xfrm>
                <a:off x="4437105" y="4303815"/>
                <a:ext cx="447840" cy="430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72EDE2A-ACFB-4A49-A217-00B61894E1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30985" y="4297695"/>
                  <a:ext cx="4600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B8D36B7-5230-9FE2-43C4-EFBC4BF14B08}"/>
                    </a:ext>
                  </a:extLst>
                </p14:cNvPr>
                <p14:cNvContentPartPr/>
                <p14:nvPr/>
              </p14:nvContentPartPr>
              <p14:xfrm>
                <a:off x="4951905" y="4488135"/>
                <a:ext cx="259200" cy="266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B8D36B7-5230-9FE2-43C4-EFBC4BF14B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45785" y="4482015"/>
                  <a:ext cx="271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811D2B9-8E35-B127-9AF1-9C491EF2E224}"/>
                    </a:ext>
                  </a:extLst>
                </p14:cNvPr>
                <p14:cNvContentPartPr/>
                <p14:nvPr/>
              </p14:nvContentPartPr>
              <p14:xfrm>
                <a:off x="5330625" y="4458615"/>
                <a:ext cx="299880" cy="228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811D2B9-8E35-B127-9AF1-9C491EF2E2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24505" y="4452495"/>
                  <a:ext cx="312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F931F9E-8C6E-7BE6-4AC3-5553C4E2BEA8}"/>
                    </a:ext>
                  </a:extLst>
                </p14:cNvPr>
                <p14:cNvContentPartPr/>
                <p14:nvPr/>
              </p14:nvContentPartPr>
              <p14:xfrm>
                <a:off x="5631945" y="4304535"/>
                <a:ext cx="998640" cy="344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F931F9E-8C6E-7BE6-4AC3-5553C4E2BEA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25825" y="4298415"/>
                  <a:ext cx="10108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D2837F-93D7-8365-70D7-656C5A7AD02A}"/>
                    </a:ext>
                  </a:extLst>
                </p14:cNvPr>
                <p14:cNvContentPartPr/>
                <p14:nvPr/>
              </p14:nvContentPartPr>
              <p14:xfrm>
                <a:off x="6692145" y="4259895"/>
                <a:ext cx="67680" cy="2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D2837F-93D7-8365-70D7-656C5A7AD0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86025" y="4253775"/>
                  <a:ext cx="79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E172936-53BF-8B22-E1F3-BB7E2A71B1A3}"/>
                    </a:ext>
                  </a:extLst>
                </p14:cNvPr>
                <p14:cNvContentPartPr/>
                <p14:nvPr/>
              </p14:nvContentPartPr>
              <p14:xfrm>
                <a:off x="6740025" y="4515135"/>
                <a:ext cx="112320" cy="212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E172936-53BF-8B22-E1F3-BB7E2A71B1A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33905" y="4509015"/>
                  <a:ext cx="124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A1D652-B25D-0C33-FBD5-CB195CF7215C}"/>
                    </a:ext>
                  </a:extLst>
                </p14:cNvPr>
                <p14:cNvContentPartPr/>
                <p14:nvPr/>
              </p14:nvContentPartPr>
              <p14:xfrm>
                <a:off x="7611225" y="4340895"/>
                <a:ext cx="689400" cy="419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A1D652-B25D-0C33-FBD5-CB195CF721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05105" y="4334775"/>
                  <a:ext cx="7016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1EC3F7F-7AB0-CCDF-80CF-85BF764666AE}"/>
                    </a:ext>
                  </a:extLst>
                </p14:cNvPr>
                <p14:cNvContentPartPr/>
                <p14:nvPr/>
              </p14:nvContentPartPr>
              <p14:xfrm>
                <a:off x="8519145" y="4470855"/>
                <a:ext cx="355320" cy="205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1EC3F7F-7AB0-CCDF-80CF-85BF764666A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13025" y="4464735"/>
                  <a:ext cx="367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C28CBE-4C2F-75A7-5B1B-6BB47F134023}"/>
                    </a:ext>
                  </a:extLst>
                </p14:cNvPr>
                <p14:cNvContentPartPr/>
                <p14:nvPr/>
              </p14:nvContentPartPr>
              <p14:xfrm>
                <a:off x="9027105" y="4185015"/>
                <a:ext cx="84960" cy="66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C28CBE-4C2F-75A7-5B1B-6BB47F1340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20985" y="4178895"/>
                  <a:ext cx="97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0B79EF4-8723-2C90-B164-35AB908FCC3A}"/>
                    </a:ext>
                  </a:extLst>
                </p14:cNvPr>
                <p14:cNvContentPartPr/>
                <p14:nvPr/>
              </p14:nvContentPartPr>
              <p14:xfrm>
                <a:off x="9102345" y="4558335"/>
                <a:ext cx="173160" cy="121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0B79EF4-8723-2C90-B164-35AB908FCC3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96225" y="4552215"/>
                  <a:ext cx="185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160D9AE-1171-CCFE-7FDC-D364DF57D21F}"/>
                    </a:ext>
                  </a:extLst>
                </p14:cNvPr>
                <p14:cNvContentPartPr/>
                <p14:nvPr/>
              </p14:nvContentPartPr>
              <p14:xfrm>
                <a:off x="9369105" y="4469775"/>
                <a:ext cx="283680" cy="264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160D9AE-1171-CCFE-7FDC-D364DF57D2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62985" y="4463655"/>
                  <a:ext cx="295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F12FF7C-D7F4-08BD-4F15-C582E6DBBFA1}"/>
                    </a:ext>
                  </a:extLst>
                </p14:cNvPr>
                <p14:cNvContentPartPr/>
                <p14:nvPr/>
              </p14:nvContentPartPr>
              <p14:xfrm>
                <a:off x="10297185" y="4129935"/>
                <a:ext cx="423360" cy="470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F12FF7C-D7F4-08BD-4F15-C582E6DBBF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91065" y="4123815"/>
                  <a:ext cx="4356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87BF38-A6EF-4BF6-156A-94EDC43EC776}"/>
                    </a:ext>
                  </a:extLst>
                </p14:cNvPr>
                <p14:cNvContentPartPr/>
                <p14:nvPr/>
              </p14:nvContentPartPr>
              <p14:xfrm>
                <a:off x="10770945" y="4321455"/>
                <a:ext cx="231840" cy="198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87BF38-A6EF-4BF6-156A-94EDC43EC77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64825" y="4315335"/>
                  <a:ext cx="244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D46AA7D-F0DD-12DF-6D2F-52C63907433F}"/>
                    </a:ext>
                  </a:extLst>
                </p14:cNvPr>
                <p14:cNvContentPartPr/>
                <p14:nvPr/>
              </p14:nvContentPartPr>
              <p14:xfrm>
                <a:off x="10970745" y="4248735"/>
                <a:ext cx="906840" cy="620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D46AA7D-F0DD-12DF-6D2F-52C63907433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964625" y="4242615"/>
                  <a:ext cx="91908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6CEB787-3149-7E04-80B2-CB99AE83829B}"/>
                    </a:ext>
                  </a:extLst>
                </p14:cNvPr>
                <p14:cNvContentPartPr/>
                <p14:nvPr/>
              </p14:nvContentPartPr>
              <p14:xfrm>
                <a:off x="11697225" y="4195095"/>
                <a:ext cx="87120" cy="101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6CEB787-3149-7E04-80B2-CB99AE8382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691105" y="4188975"/>
                  <a:ext cx="99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CF4052-B6C8-2518-3928-E5B4D2A1BC5A}"/>
                    </a:ext>
                  </a:extLst>
                </p14:cNvPr>
                <p14:cNvContentPartPr/>
                <p14:nvPr/>
              </p14:nvContentPartPr>
              <p14:xfrm>
                <a:off x="6755865" y="2600655"/>
                <a:ext cx="1997640" cy="275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CF4052-B6C8-2518-3928-E5B4D2A1BC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749745" y="2594535"/>
                  <a:ext cx="2009880" cy="28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325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1AAB5C0-F0E3-15F8-4BA6-AC66D1715BD7}"/>
              </a:ext>
            </a:extLst>
          </p:cNvPr>
          <p:cNvGrpSpPr/>
          <p:nvPr/>
        </p:nvGrpSpPr>
        <p:grpSpPr>
          <a:xfrm>
            <a:off x="679065" y="841170"/>
            <a:ext cx="3436920" cy="802080"/>
            <a:chOff x="679065" y="841170"/>
            <a:chExt cx="3436920" cy="80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AE84C3-9D34-6B05-5702-F1516D44B8E1}"/>
                    </a:ext>
                  </a:extLst>
                </p14:cNvPr>
                <p14:cNvContentPartPr/>
                <p14:nvPr/>
              </p14:nvContentPartPr>
              <p14:xfrm>
                <a:off x="711105" y="1184970"/>
                <a:ext cx="37800" cy="415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AE84C3-9D34-6B05-5702-F1516D44B8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985" y="1178850"/>
                  <a:ext cx="500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3AB548-DDEE-B6E2-9EA1-314423F74AA5}"/>
                    </a:ext>
                  </a:extLst>
                </p14:cNvPr>
                <p14:cNvContentPartPr/>
                <p14:nvPr/>
              </p14:nvContentPartPr>
              <p14:xfrm>
                <a:off x="679065" y="841170"/>
                <a:ext cx="524880" cy="802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3AB548-DDEE-B6E2-9EA1-314423F74A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2945" y="835050"/>
                  <a:ext cx="53712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4AA399-E4AE-47DD-E61D-F962051D0EE4}"/>
                    </a:ext>
                  </a:extLst>
                </p14:cNvPr>
                <p14:cNvContentPartPr/>
                <p14:nvPr/>
              </p14:nvContentPartPr>
              <p14:xfrm>
                <a:off x="1440825" y="1092450"/>
                <a:ext cx="630360" cy="449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4AA399-E4AE-47DD-E61D-F962051D0E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34705" y="1086330"/>
                  <a:ext cx="6426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229409-5E56-F66F-89CD-CC4256CA3086}"/>
                    </a:ext>
                  </a:extLst>
                </p14:cNvPr>
                <p14:cNvContentPartPr/>
                <p14:nvPr/>
              </p14:nvContentPartPr>
              <p14:xfrm>
                <a:off x="1969305" y="1194330"/>
                <a:ext cx="524880" cy="235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229409-5E56-F66F-89CD-CC4256CA30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63185" y="1188210"/>
                  <a:ext cx="537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582B4F-817A-F847-A220-7741EB0C74DE}"/>
                    </a:ext>
                  </a:extLst>
                </p14:cNvPr>
                <p14:cNvContentPartPr/>
                <p14:nvPr/>
              </p14:nvContentPartPr>
              <p14:xfrm>
                <a:off x="2791545" y="1140330"/>
                <a:ext cx="183600" cy="380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582B4F-817A-F847-A220-7741EB0C74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85425" y="1134210"/>
                  <a:ext cx="1958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A555EA-4FF1-0732-8274-4EB48D51BD81}"/>
                    </a:ext>
                  </a:extLst>
                </p14:cNvPr>
                <p14:cNvContentPartPr/>
                <p14:nvPr/>
              </p14:nvContentPartPr>
              <p14:xfrm>
                <a:off x="3227505" y="925050"/>
                <a:ext cx="604800" cy="65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A555EA-4FF1-0732-8274-4EB48D51BD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1385" y="918930"/>
                  <a:ext cx="61704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E958F61-6842-DBC4-770A-B5DFC7E1DB03}"/>
                    </a:ext>
                  </a:extLst>
                </p14:cNvPr>
                <p14:cNvContentPartPr/>
                <p14:nvPr/>
              </p14:nvContentPartPr>
              <p14:xfrm>
                <a:off x="3617385" y="1187130"/>
                <a:ext cx="498600" cy="65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E958F61-6842-DBC4-770A-B5DFC7E1DB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11265" y="1181010"/>
                  <a:ext cx="5108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52A6EF-358C-824D-9025-97EC346A76BD}"/>
              </a:ext>
            </a:extLst>
          </p:cNvPr>
          <p:cNvGrpSpPr/>
          <p:nvPr/>
        </p:nvGrpSpPr>
        <p:grpSpPr>
          <a:xfrm>
            <a:off x="734145" y="2051130"/>
            <a:ext cx="705960" cy="986040"/>
            <a:chOff x="734145" y="2051130"/>
            <a:chExt cx="705960" cy="9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66C320E-0095-013F-4627-C2E604642B08}"/>
                    </a:ext>
                  </a:extLst>
                </p14:cNvPr>
                <p14:cNvContentPartPr/>
                <p14:nvPr/>
              </p14:nvContentPartPr>
              <p14:xfrm>
                <a:off x="734145" y="2051130"/>
                <a:ext cx="522000" cy="986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66C320E-0095-013F-4627-C2E604642B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8025" y="2045010"/>
                  <a:ext cx="534240" cy="9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E52C81-CF60-066F-C8C5-8B6D69207281}"/>
                    </a:ext>
                  </a:extLst>
                </p14:cNvPr>
                <p14:cNvContentPartPr/>
                <p14:nvPr/>
              </p14:nvContentPartPr>
              <p14:xfrm>
                <a:off x="1410225" y="2699130"/>
                <a:ext cx="29880" cy="186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E52C81-CF60-066F-C8C5-8B6D692072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04105" y="2693010"/>
                  <a:ext cx="4212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DCD183-CA82-7C54-4645-82CEEE5570DA}"/>
              </a:ext>
            </a:extLst>
          </p:cNvPr>
          <p:cNvGrpSpPr/>
          <p:nvPr/>
        </p:nvGrpSpPr>
        <p:grpSpPr>
          <a:xfrm>
            <a:off x="3397785" y="2015490"/>
            <a:ext cx="1046160" cy="849960"/>
            <a:chOff x="3397785" y="2015490"/>
            <a:chExt cx="1046160" cy="84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BDF955-5E2E-F70D-DEA6-85F6EEF1A8B0}"/>
                    </a:ext>
                  </a:extLst>
                </p14:cNvPr>
                <p14:cNvContentPartPr/>
                <p14:nvPr/>
              </p14:nvContentPartPr>
              <p14:xfrm>
                <a:off x="3397785" y="2015490"/>
                <a:ext cx="618840" cy="84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BDF955-5E2E-F70D-DEA6-85F6EEF1A8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1665" y="2009370"/>
                  <a:ext cx="63108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8A1C54-3AE4-247F-6F86-9443534B96C9}"/>
                    </a:ext>
                  </a:extLst>
                </p14:cNvPr>
                <p14:cNvContentPartPr/>
                <p14:nvPr/>
              </p14:nvContentPartPr>
              <p14:xfrm>
                <a:off x="4115625" y="2350650"/>
                <a:ext cx="328320" cy="309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8A1C54-3AE4-247F-6F86-9443534B96C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09505" y="2344530"/>
                  <a:ext cx="3405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EEDD6D-537F-CAE5-3C39-272AB3D74F18}"/>
              </a:ext>
            </a:extLst>
          </p:cNvPr>
          <p:cNvGrpSpPr/>
          <p:nvPr/>
        </p:nvGrpSpPr>
        <p:grpSpPr>
          <a:xfrm>
            <a:off x="6724185" y="1829370"/>
            <a:ext cx="754560" cy="1013040"/>
            <a:chOff x="6724185" y="1829370"/>
            <a:chExt cx="754560" cy="10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8181D3-0F9B-B0F7-F8F5-DD65B25B57FE}"/>
                    </a:ext>
                  </a:extLst>
                </p14:cNvPr>
                <p14:cNvContentPartPr/>
                <p14:nvPr/>
              </p14:nvContentPartPr>
              <p14:xfrm>
                <a:off x="6724185" y="1829370"/>
                <a:ext cx="396000" cy="1013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8181D3-0F9B-B0F7-F8F5-DD65B25B57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18065" y="1823250"/>
                  <a:ext cx="408240" cy="10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9B196B-90CE-04C9-9726-BA1B59E3337B}"/>
                    </a:ext>
                  </a:extLst>
                </p14:cNvPr>
                <p14:cNvContentPartPr/>
                <p14:nvPr/>
              </p14:nvContentPartPr>
              <p14:xfrm>
                <a:off x="7309185" y="2271450"/>
                <a:ext cx="169560" cy="317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9B196B-90CE-04C9-9726-BA1B59E333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03065" y="2265330"/>
                  <a:ext cx="18180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0B85D2-F3E3-6B69-F02E-111CCCA075A0}"/>
              </a:ext>
            </a:extLst>
          </p:cNvPr>
          <p:cNvGrpSpPr/>
          <p:nvPr/>
        </p:nvGrpSpPr>
        <p:grpSpPr>
          <a:xfrm>
            <a:off x="682305" y="3420210"/>
            <a:ext cx="889560" cy="742320"/>
            <a:chOff x="682305" y="3420210"/>
            <a:chExt cx="889560" cy="74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47FCDE-F9C0-85C7-481E-ED25829645B4}"/>
                    </a:ext>
                  </a:extLst>
                </p14:cNvPr>
                <p14:cNvContentPartPr/>
                <p14:nvPr/>
              </p14:nvContentPartPr>
              <p14:xfrm>
                <a:off x="682305" y="3420210"/>
                <a:ext cx="356400" cy="74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47FCDE-F9C0-85C7-481E-ED25829645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6185" y="3414090"/>
                  <a:ext cx="3686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2A61B1-F234-7DF4-7126-0C6E2CE2EE01}"/>
                    </a:ext>
                  </a:extLst>
                </p14:cNvPr>
                <p14:cNvContentPartPr/>
                <p14:nvPr/>
              </p14:nvContentPartPr>
              <p14:xfrm>
                <a:off x="1102785" y="3551250"/>
                <a:ext cx="469080" cy="389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2A61B1-F234-7DF4-7126-0C6E2CE2EE0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96665" y="3545130"/>
                  <a:ext cx="48132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1A3D28-00D3-D75E-0A4F-CF11B3E8C10E}"/>
              </a:ext>
            </a:extLst>
          </p:cNvPr>
          <p:cNvGrpSpPr/>
          <p:nvPr/>
        </p:nvGrpSpPr>
        <p:grpSpPr>
          <a:xfrm>
            <a:off x="859425" y="4621170"/>
            <a:ext cx="854280" cy="1544040"/>
            <a:chOff x="859425" y="4621170"/>
            <a:chExt cx="854280" cy="154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935FE00-CAB5-858A-E49B-38677A90D64E}"/>
                    </a:ext>
                  </a:extLst>
                </p14:cNvPr>
                <p14:cNvContentPartPr/>
                <p14:nvPr/>
              </p14:nvContentPartPr>
              <p14:xfrm>
                <a:off x="859425" y="4621170"/>
                <a:ext cx="746280" cy="64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935FE00-CAB5-858A-E49B-38677A90D64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3305" y="4615050"/>
                  <a:ext cx="7585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B3E625-AC84-4D70-6AF9-D2C9442506DA}"/>
                    </a:ext>
                  </a:extLst>
                </p14:cNvPr>
                <p14:cNvContentPartPr/>
                <p14:nvPr/>
              </p14:nvContentPartPr>
              <p14:xfrm>
                <a:off x="979305" y="5484090"/>
                <a:ext cx="696600" cy="317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B3E625-AC84-4D70-6AF9-D2C9442506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3185" y="5477970"/>
                  <a:ext cx="708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5778A27-0DD1-A447-F6C4-5E108CC7197D}"/>
                    </a:ext>
                  </a:extLst>
                </p14:cNvPr>
                <p14:cNvContentPartPr/>
                <p14:nvPr/>
              </p14:nvContentPartPr>
              <p14:xfrm>
                <a:off x="1108905" y="5927250"/>
                <a:ext cx="604800" cy="237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5778A27-0DD1-A447-F6C4-5E108CC719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02785" y="5921130"/>
                  <a:ext cx="6170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F8D40CC-7315-9639-8459-70419742A3B6}"/>
              </a:ext>
            </a:extLst>
          </p:cNvPr>
          <p:cNvGrpSpPr/>
          <p:nvPr/>
        </p:nvGrpSpPr>
        <p:grpSpPr>
          <a:xfrm>
            <a:off x="3676785" y="3096210"/>
            <a:ext cx="842760" cy="565200"/>
            <a:chOff x="3676785" y="3096210"/>
            <a:chExt cx="84276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72DF4B-E1EC-7F85-5D93-80283D7FFEB1}"/>
                    </a:ext>
                  </a:extLst>
                </p14:cNvPr>
                <p14:cNvContentPartPr/>
                <p14:nvPr/>
              </p14:nvContentPartPr>
              <p14:xfrm>
                <a:off x="3676785" y="3096210"/>
                <a:ext cx="140040" cy="56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72DF4B-E1EC-7F85-5D93-80283D7FFE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70665" y="3090090"/>
                  <a:ext cx="1522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2CA85B-A5D1-F758-66CD-70EAF05765EB}"/>
                    </a:ext>
                  </a:extLst>
                </p14:cNvPr>
                <p14:cNvContentPartPr/>
                <p14:nvPr/>
              </p14:nvContentPartPr>
              <p14:xfrm>
                <a:off x="3781905" y="3208530"/>
                <a:ext cx="737640" cy="299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2CA85B-A5D1-F758-66CD-70EAF05765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75785" y="3202410"/>
                  <a:ext cx="7498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7E2FCF-009F-7EC4-430E-316FFC167818}"/>
              </a:ext>
            </a:extLst>
          </p:cNvPr>
          <p:cNvGrpSpPr/>
          <p:nvPr/>
        </p:nvGrpSpPr>
        <p:grpSpPr>
          <a:xfrm>
            <a:off x="3762465" y="3979290"/>
            <a:ext cx="1014120" cy="841680"/>
            <a:chOff x="3762465" y="3979290"/>
            <a:chExt cx="1014120" cy="84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FFAC340-277C-EBE4-B6B7-B200E3C38884}"/>
                    </a:ext>
                  </a:extLst>
                </p14:cNvPr>
                <p14:cNvContentPartPr/>
                <p14:nvPr/>
              </p14:nvContentPartPr>
              <p14:xfrm>
                <a:off x="3762465" y="3990810"/>
                <a:ext cx="753840" cy="83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FFAC340-277C-EBE4-B6B7-B200E3C388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56345" y="3984690"/>
                  <a:ext cx="766080" cy="8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C7AD17-C5CB-C5DB-77F3-194AFF159578}"/>
                    </a:ext>
                  </a:extLst>
                </p14:cNvPr>
                <p14:cNvContentPartPr/>
                <p14:nvPr/>
              </p14:nvContentPartPr>
              <p14:xfrm>
                <a:off x="4565985" y="3979290"/>
                <a:ext cx="210600" cy="486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C7AD17-C5CB-C5DB-77F3-194AFF1595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59865" y="3973170"/>
                  <a:ext cx="222840" cy="49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3759ACC-F836-9254-BFF1-764FDB4EEEF4}"/>
              </a:ext>
            </a:extLst>
          </p:cNvPr>
          <p:cNvGrpSpPr/>
          <p:nvPr/>
        </p:nvGrpSpPr>
        <p:grpSpPr>
          <a:xfrm>
            <a:off x="3725025" y="5390130"/>
            <a:ext cx="1116000" cy="416880"/>
            <a:chOff x="3725025" y="5390130"/>
            <a:chExt cx="111600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24AEDD-39E3-35EC-8646-AB4ECC4BC516}"/>
                    </a:ext>
                  </a:extLst>
                </p14:cNvPr>
                <p14:cNvContentPartPr/>
                <p14:nvPr/>
              </p14:nvContentPartPr>
              <p14:xfrm>
                <a:off x="3725025" y="5390130"/>
                <a:ext cx="822600" cy="416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24AEDD-39E3-35EC-8646-AB4ECC4BC5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18905" y="5384010"/>
                  <a:ext cx="8348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011A53-974B-1A0C-4286-EB4334283103}"/>
                    </a:ext>
                  </a:extLst>
                </p14:cNvPr>
                <p14:cNvContentPartPr/>
                <p14:nvPr/>
              </p14:nvContentPartPr>
              <p14:xfrm>
                <a:off x="4822305" y="5516850"/>
                <a:ext cx="18720" cy="91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011A53-974B-1A0C-4286-EB43342831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16185" y="5510730"/>
                  <a:ext cx="3096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4F9223F-AF1B-25AC-3241-B61BACBA2579}"/>
              </a:ext>
            </a:extLst>
          </p:cNvPr>
          <p:cNvGrpSpPr/>
          <p:nvPr/>
        </p:nvGrpSpPr>
        <p:grpSpPr>
          <a:xfrm>
            <a:off x="7024785" y="3056970"/>
            <a:ext cx="1364040" cy="505800"/>
            <a:chOff x="7024785" y="3056970"/>
            <a:chExt cx="136404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DD87F8-58E6-6DCB-7083-07EE7E8779F6}"/>
                    </a:ext>
                  </a:extLst>
                </p14:cNvPr>
                <p14:cNvContentPartPr/>
                <p14:nvPr/>
              </p14:nvContentPartPr>
              <p14:xfrm>
                <a:off x="7024785" y="3145170"/>
                <a:ext cx="157680" cy="356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DD87F8-58E6-6DCB-7083-07EE7E8779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18665" y="3139050"/>
                  <a:ext cx="1699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AE4C37-7ADD-6CBA-C527-DEF9B1E21ECA}"/>
                    </a:ext>
                  </a:extLst>
                </p14:cNvPr>
                <p14:cNvContentPartPr/>
                <p14:nvPr/>
              </p14:nvContentPartPr>
              <p14:xfrm>
                <a:off x="7208745" y="3056970"/>
                <a:ext cx="451800" cy="450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AE4C37-7ADD-6CBA-C527-DEF9B1E21E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02625" y="3050850"/>
                  <a:ext cx="4640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3B90A1-49D8-2456-9B59-995A75605FB0}"/>
                    </a:ext>
                  </a:extLst>
                </p14:cNvPr>
                <p14:cNvContentPartPr/>
                <p14:nvPr/>
              </p14:nvContentPartPr>
              <p14:xfrm>
                <a:off x="7735785" y="3067770"/>
                <a:ext cx="653040" cy="495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3B90A1-49D8-2456-9B59-995A75605F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9665" y="3061650"/>
                  <a:ext cx="665280" cy="50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CF133FD-2B1A-B08B-F522-CC1FAA4501F6}"/>
              </a:ext>
            </a:extLst>
          </p:cNvPr>
          <p:cNvGrpSpPr/>
          <p:nvPr/>
        </p:nvGrpSpPr>
        <p:grpSpPr>
          <a:xfrm>
            <a:off x="6512865" y="3935370"/>
            <a:ext cx="1958040" cy="684000"/>
            <a:chOff x="6512865" y="3935370"/>
            <a:chExt cx="1958040" cy="6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F4CBF5-81A8-3BF0-589B-9DAD1F322629}"/>
                    </a:ext>
                  </a:extLst>
                </p14:cNvPr>
                <p14:cNvContentPartPr/>
                <p14:nvPr/>
              </p14:nvContentPartPr>
              <p14:xfrm>
                <a:off x="6512865" y="4072530"/>
                <a:ext cx="117720" cy="546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F4CBF5-81A8-3BF0-589B-9DAD1F3226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06745" y="4066410"/>
                  <a:ext cx="1299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AC6236E-EC4D-11BE-6572-EFD7B46E13D8}"/>
                    </a:ext>
                  </a:extLst>
                </p14:cNvPr>
                <p14:cNvContentPartPr/>
                <p14:nvPr/>
              </p14:nvContentPartPr>
              <p14:xfrm>
                <a:off x="6558225" y="3969570"/>
                <a:ext cx="262080" cy="10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AC6236E-EC4D-11BE-6572-EFD7B46E13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52105" y="3963450"/>
                  <a:ext cx="274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626AC7-D808-49D8-F5E1-56E6EDA48FF1}"/>
                    </a:ext>
                  </a:extLst>
                </p14:cNvPr>
                <p14:cNvContentPartPr/>
                <p14:nvPr/>
              </p14:nvContentPartPr>
              <p14:xfrm>
                <a:off x="6660105" y="4270170"/>
                <a:ext cx="153360" cy="20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626AC7-D808-49D8-F5E1-56E6EDA48F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53985" y="4264050"/>
                  <a:ext cx="165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9E3B65-FF98-1777-68BC-7DCC57E6055D}"/>
                    </a:ext>
                  </a:extLst>
                </p14:cNvPr>
                <p14:cNvContentPartPr/>
                <p14:nvPr/>
              </p14:nvContentPartPr>
              <p14:xfrm>
                <a:off x="6980505" y="3935370"/>
                <a:ext cx="1490400" cy="397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9E3B65-FF98-1777-68BC-7DCC57E605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74385" y="3929250"/>
                  <a:ext cx="150264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4F0AD4F-3F5C-49C8-A638-9A59FA7B447D}"/>
              </a:ext>
            </a:extLst>
          </p:cNvPr>
          <p:cNvGrpSpPr/>
          <p:nvPr/>
        </p:nvGrpSpPr>
        <p:grpSpPr>
          <a:xfrm>
            <a:off x="6926505" y="4898730"/>
            <a:ext cx="1833480" cy="507240"/>
            <a:chOff x="6926505" y="4898730"/>
            <a:chExt cx="183348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E4109A-10EF-8952-94F8-35EEFB04EB7B}"/>
                    </a:ext>
                  </a:extLst>
                </p14:cNvPr>
                <p14:cNvContentPartPr/>
                <p14:nvPr/>
              </p14:nvContentPartPr>
              <p14:xfrm>
                <a:off x="6926505" y="5144250"/>
                <a:ext cx="138600" cy="261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E4109A-10EF-8952-94F8-35EEFB04EB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20385" y="5138130"/>
                  <a:ext cx="150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4CE5CD-F119-0FB1-13C1-6791B0385571}"/>
                    </a:ext>
                  </a:extLst>
                </p14:cNvPr>
                <p14:cNvContentPartPr/>
                <p14:nvPr/>
              </p14:nvContentPartPr>
              <p14:xfrm>
                <a:off x="7078425" y="4898730"/>
                <a:ext cx="267840" cy="90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4CE5CD-F119-0FB1-13C1-6791B03855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2305" y="4892610"/>
                  <a:ext cx="280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83AAE5-624D-C6AD-876D-2ECFE0379C5D}"/>
                    </a:ext>
                  </a:extLst>
                </p14:cNvPr>
                <p14:cNvContentPartPr/>
                <p14:nvPr/>
              </p14:nvContentPartPr>
              <p14:xfrm>
                <a:off x="7188225" y="5168010"/>
                <a:ext cx="178560" cy="67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83AAE5-624D-C6AD-876D-2ECFE0379C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82105" y="5161890"/>
                  <a:ext cx="190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ADB4304-BDFC-A745-0BE1-CE4C6A8017FA}"/>
                    </a:ext>
                  </a:extLst>
                </p14:cNvPr>
                <p14:cNvContentPartPr/>
                <p14:nvPr/>
              </p14:nvContentPartPr>
              <p14:xfrm>
                <a:off x="7544625" y="4949850"/>
                <a:ext cx="1120680" cy="317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ADB4304-BDFC-A745-0BE1-CE4C6A8017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38505" y="4943730"/>
                  <a:ext cx="11329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1B69563-239E-2829-A911-0BC3BEE5FC56}"/>
                    </a:ext>
                  </a:extLst>
                </p14:cNvPr>
                <p14:cNvContentPartPr/>
                <p14:nvPr/>
              </p14:nvContentPartPr>
              <p14:xfrm>
                <a:off x="8738025" y="4921050"/>
                <a:ext cx="21960" cy="3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1B69563-239E-2829-A911-0BC3BEE5FC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31905" y="4914930"/>
                  <a:ext cx="342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B6A1550-67CC-4921-3BBE-6E3985D9DE53}"/>
              </a:ext>
            </a:extLst>
          </p:cNvPr>
          <p:cNvGrpSpPr/>
          <p:nvPr/>
        </p:nvGrpSpPr>
        <p:grpSpPr>
          <a:xfrm>
            <a:off x="10906665" y="5267010"/>
            <a:ext cx="869760" cy="254160"/>
            <a:chOff x="10906665" y="5267010"/>
            <a:chExt cx="86976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8159446-AFAC-8509-941E-4E590C453F8B}"/>
                    </a:ext>
                  </a:extLst>
                </p14:cNvPr>
                <p14:cNvContentPartPr/>
                <p14:nvPr/>
              </p14:nvContentPartPr>
              <p14:xfrm>
                <a:off x="10906665" y="5267010"/>
                <a:ext cx="745560" cy="254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8159446-AFAC-8509-941E-4E590C453F8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00545" y="5260890"/>
                  <a:ext cx="757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F9931F-3494-2DDE-F13A-5705346E6906}"/>
                    </a:ext>
                  </a:extLst>
                </p14:cNvPr>
                <p14:cNvContentPartPr/>
                <p14:nvPr/>
              </p14:nvContentPartPr>
              <p14:xfrm>
                <a:off x="11741865" y="5466450"/>
                <a:ext cx="34560" cy="43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F9931F-3494-2DDE-F13A-5705346E690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35745" y="5460330"/>
                  <a:ext cx="4680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CC2CF2B-438C-B832-D3E8-8E4D4DC32CFA}"/>
              </a:ext>
            </a:extLst>
          </p:cNvPr>
          <p:cNvGrpSpPr/>
          <p:nvPr/>
        </p:nvGrpSpPr>
        <p:grpSpPr>
          <a:xfrm>
            <a:off x="7164105" y="-5025"/>
            <a:ext cx="4905000" cy="1134555"/>
            <a:chOff x="7164105" y="-5025"/>
            <a:chExt cx="4905000" cy="113455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0358A4C-0E07-8E3B-7ED6-C9B2AADE3DB1}"/>
                    </a:ext>
                  </a:extLst>
                </p14:cNvPr>
                <p14:cNvContentPartPr/>
                <p14:nvPr/>
              </p14:nvContentPartPr>
              <p14:xfrm>
                <a:off x="7164105" y="191535"/>
                <a:ext cx="65520" cy="400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0358A4C-0E07-8E3B-7ED6-C9B2AADE3DB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57985" y="185415"/>
                  <a:ext cx="77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1611795-FC5D-07A0-82EA-6925A2D9A31F}"/>
                    </a:ext>
                  </a:extLst>
                </p14:cNvPr>
                <p14:cNvContentPartPr/>
                <p14:nvPr/>
              </p14:nvContentPartPr>
              <p14:xfrm>
                <a:off x="7267065" y="-5025"/>
                <a:ext cx="325080" cy="614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1611795-FC5D-07A0-82EA-6925A2D9A31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60945" y="-11145"/>
                  <a:ext cx="3373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3CC98AC-770C-2903-0275-842582C6E2ED}"/>
                    </a:ext>
                  </a:extLst>
                </p14:cNvPr>
                <p14:cNvContentPartPr/>
                <p14:nvPr/>
              </p14:nvContentPartPr>
              <p14:xfrm>
                <a:off x="7793745" y="355530"/>
                <a:ext cx="178200" cy="236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3CC98AC-770C-2903-0275-842582C6E2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7625" y="349410"/>
                  <a:ext cx="1904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7A7BDC-DBA4-7D5D-E27B-36C34F035A0B}"/>
                    </a:ext>
                  </a:extLst>
                </p14:cNvPr>
                <p14:cNvContentPartPr/>
                <p14:nvPr/>
              </p14:nvContentPartPr>
              <p14:xfrm>
                <a:off x="8130345" y="292170"/>
                <a:ext cx="332640" cy="27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7A7BDC-DBA4-7D5D-E27B-36C34F035A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4225" y="286050"/>
                  <a:ext cx="344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0134385-E36D-9BD0-8E49-C853C8427BED}"/>
                    </a:ext>
                  </a:extLst>
                </p14:cNvPr>
                <p14:cNvContentPartPr/>
                <p14:nvPr/>
              </p14:nvContentPartPr>
              <p14:xfrm>
                <a:off x="8585745" y="377850"/>
                <a:ext cx="1062360" cy="303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0134385-E36D-9BD0-8E49-C853C8427BE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79625" y="371730"/>
                  <a:ext cx="10746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7847B1-B1BA-C03E-C8B2-FCEA74B8E2FC}"/>
                    </a:ext>
                  </a:extLst>
                </p14:cNvPr>
                <p14:cNvContentPartPr/>
                <p14:nvPr/>
              </p14:nvContentPartPr>
              <p14:xfrm>
                <a:off x="9699225" y="631650"/>
                <a:ext cx="20880" cy="61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7847B1-B1BA-C03E-C8B2-FCEA74B8E2F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93105" y="625530"/>
                  <a:ext cx="33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03F7E5-2056-FD5A-DE79-F69078EC8CC5}"/>
                    </a:ext>
                  </a:extLst>
                </p14:cNvPr>
                <p14:cNvContentPartPr/>
                <p14:nvPr/>
              </p14:nvContentPartPr>
              <p14:xfrm>
                <a:off x="9803265" y="460650"/>
                <a:ext cx="30240" cy="1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03F7E5-2056-FD5A-DE79-F69078EC8C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97145" y="454530"/>
                  <a:ext cx="4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29423F-565D-0742-6C2C-8A2B04E95304}"/>
                    </a:ext>
                  </a:extLst>
                </p14:cNvPr>
                <p14:cNvContentPartPr/>
                <p14:nvPr/>
              </p14:nvContentPartPr>
              <p14:xfrm>
                <a:off x="10010265" y="694290"/>
                <a:ext cx="456120" cy="3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29423F-565D-0742-6C2C-8A2B04E953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04145" y="688170"/>
                  <a:ext cx="468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FA2729-481F-AB9B-7470-CA1A53AE993F}"/>
                    </a:ext>
                  </a:extLst>
                </p14:cNvPr>
                <p14:cNvContentPartPr/>
                <p14:nvPr/>
              </p14:nvContentPartPr>
              <p14:xfrm>
                <a:off x="10508505" y="484410"/>
                <a:ext cx="182160" cy="473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FA2729-481F-AB9B-7470-CA1A53AE99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02385" y="478290"/>
                  <a:ext cx="1944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8CB4A55-23F7-26B4-7AE9-A621F2D4BF1C}"/>
                    </a:ext>
                  </a:extLst>
                </p14:cNvPr>
                <p14:cNvContentPartPr/>
                <p14:nvPr/>
              </p14:nvContentPartPr>
              <p14:xfrm>
                <a:off x="10801185" y="932970"/>
                <a:ext cx="10800" cy="3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8CB4A55-23F7-26B4-7AE9-A621F2D4BF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95065" y="926850"/>
                  <a:ext cx="23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FE133C-8C8D-D63D-1111-BD70F3453666}"/>
                    </a:ext>
                  </a:extLst>
                </p14:cNvPr>
                <p14:cNvContentPartPr/>
                <p14:nvPr/>
              </p14:nvContentPartPr>
              <p14:xfrm>
                <a:off x="11050665" y="432570"/>
                <a:ext cx="222480" cy="426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FE133C-8C8D-D63D-1111-BD70F34536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44545" y="426450"/>
                  <a:ext cx="234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21BD94-3F0A-791D-061D-D777416AA727}"/>
                    </a:ext>
                  </a:extLst>
                </p14:cNvPr>
                <p14:cNvContentPartPr/>
                <p14:nvPr/>
              </p14:nvContentPartPr>
              <p14:xfrm>
                <a:off x="11443425" y="813450"/>
                <a:ext cx="114480" cy="185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21BD94-3F0A-791D-061D-D777416AA7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37305" y="807330"/>
                  <a:ext cx="126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E66B8A-A617-A729-483B-664BB295432A}"/>
                    </a:ext>
                  </a:extLst>
                </p14:cNvPr>
                <p14:cNvContentPartPr/>
                <p14:nvPr/>
              </p14:nvContentPartPr>
              <p14:xfrm>
                <a:off x="11914305" y="428970"/>
                <a:ext cx="96840" cy="49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E66B8A-A617-A729-483B-664BB29543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908185" y="422850"/>
                  <a:ext cx="1090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210DAD-4EAE-C20B-A5E2-982E52E8688B}"/>
                    </a:ext>
                  </a:extLst>
                </p14:cNvPr>
                <p14:cNvContentPartPr/>
                <p14:nvPr/>
              </p14:nvContentPartPr>
              <p14:xfrm>
                <a:off x="10826745" y="1021530"/>
                <a:ext cx="1242360" cy="108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210DAD-4EAE-C20B-A5E2-982E52E8688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20625" y="1015410"/>
                  <a:ext cx="125460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D431777-850D-5955-720B-DD8556EE1AA9}"/>
                  </a:ext>
                </a:extLst>
              </p14:cNvPr>
              <p14:cNvContentPartPr/>
              <p14:nvPr/>
            </p14:nvContentPartPr>
            <p14:xfrm>
              <a:off x="5377785" y="2549730"/>
              <a:ext cx="430920" cy="2299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D431777-850D-5955-720B-DD8556EE1AA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71665" y="2543610"/>
                <a:ext cx="443160" cy="231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0D23753-08C0-8A50-2162-742403390BE4}"/>
              </a:ext>
            </a:extLst>
          </p:cNvPr>
          <p:cNvGrpSpPr/>
          <p:nvPr/>
        </p:nvGrpSpPr>
        <p:grpSpPr>
          <a:xfrm>
            <a:off x="9231945" y="1759890"/>
            <a:ext cx="2413800" cy="3090960"/>
            <a:chOff x="9231945" y="1759890"/>
            <a:chExt cx="2413800" cy="30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85606E-109B-FF51-93AD-DC1EADD34284}"/>
                    </a:ext>
                  </a:extLst>
                </p14:cNvPr>
                <p14:cNvContentPartPr/>
                <p14:nvPr/>
              </p14:nvContentPartPr>
              <p14:xfrm>
                <a:off x="9892545" y="1759890"/>
                <a:ext cx="299880" cy="433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85606E-109B-FF51-93AD-DC1EADD342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86425" y="1753770"/>
                  <a:ext cx="3121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738761-6A9A-7351-FAC3-92249C43BC0D}"/>
                    </a:ext>
                  </a:extLst>
                </p14:cNvPr>
                <p14:cNvContentPartPr/>
                <p14:nvPr/>
              </p14:nvContentPartPr>
              <p14:xfrm>
                <a:off x="10116465" y="1796250"/>
                <a:ext cx="367200" cy="84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738761-6A9A-7351-FAC3-92249C43BC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0345" y="1790130"/>
                  <a:ext cx="37944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3AD2C76-D000-8BFB-1865-2B3EA334B721}"/>
                    </a:ext>
                  </a:extLst>
                </p14:cNvPr>
                <p14:cNvContentPartPr/>
                <p14:nvPr/>
              </p14:nvContentPartPr>
              <p14:xfrm>
                <a:off x="10629105" y="1983090"/>
                <a:ext cx="47880" cy="374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3AD2C76-D000-8BFB-1865-2B3EA334B7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22985" y="1976970"/>
                  <a:ext cx="60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295D69-CD88-A64C-B570-90CD85F81403}"/>
                    </a:ext>
                  </a:extLst>
                </p14:cNvPr>
                <p14:cNvContentPartPr/>
                <p14:nvPr/>
              </p14:nvContentPartPr>
              <p14:xfrm>
                <a:off x="10658265" y="2142570"/>
                <a:ext cx="218160" cy="151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295D69-CD88-A64C-B570-90CD85F814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52145" y="2136450"/>
                  <a:ext cx="230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57A883-5715-F18B-FB48-174063EE0C1D}"/>
                    </a:ext>
                  </a:extLst>
                </p14:cNvPr>
                <p14:cNvContentPartPr/>
                <p14:nvPr/>
              </p14:nvContentPartPr>
              <p14:xfrm>
                <a:off x="11034465" y="2184690"/>
                <a:ext cx="27720" cy="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57A883-5715-F18B-FB48-174063EE0C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28345" y="2178570"/>
                  <a:ext cx="399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D0727F7-53DD-D746-3250-2FF9FC8216FC}"/>
                    </a:ext>
                  </a:extLst>
                </p14:cNvPr>
                <p14:cNvContentPartPr/>
                <p14:nvPr/>
              </p14:nvContentPartPr>
              <p14:xfrm>
                <a:off x="10539465" y="2852490"/>
                <a:ext cx="391320" cy="329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D0727F7-53DD-D746-3250-2FF9FC8216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33345" y="2846370"/>
                  <a:ext cx="403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F91530-F954-D2FD-48E2-38C6E7DB45A7}"/>
                    </a:ext>
                  </a:extLst>
                </p14:cNvPr>
                <p14:cNvContentPartPr/>
                <p14:nvPr/>
              </p14:nvContentPartPr>
              <p14:xfrm>
                <a:off x="10782825" y="3072450"/>
                <a:ext cx="351360" cy="194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F91530-F954-D2FD-48E2-38C6E7DB45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76705" y="3066330"/>
                  <a:ext cx="363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749EC3-3646-B9A5-E2CC-110D489AFCCC}"/>
                    </a:ext>
                  </a:extLst>
                </p14:cNvPr>
                <p14:cNvContentPartPr/>
                <p14:nvPr/>
              </p14:nvContentPartPr>
              <p14:xfrm>
                <a:off x="11300505" y="2980290"/>
                <a:ext cx="345240" cy="38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749EC3-3646-B9A5-E2CC-110D489AFC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94385" y="2974170"/>
                  <a:ext cx="3574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D90F00D-8134-5ACD-A774-E8E621990AB4}"/>
                    </a:ext>
                  </a:extLst>
                </p14:cNvPr>
                <p14:cNvContentPartPr/>
                <p14:nvPr/>
              </p14:nvContentPartPr>
              <p14:xfrm>
                <a:off x="10753305" y="3814410"/>
                <a:ext cx="319680" cy="337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D90F00D-8134-5ACD-A774-E8E621990AB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47185" y="3808290"/>
                  <a:ext cx="331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1C2EC4-877C-9478-894A-51B555AB452C}"/>
                    </a:ext>
                  </a:extLst>
                </p14:cNvPr>
                <p14:cNvContentPartPr/>
                <p14:nvPr/>
              </p14:nvContentPartPr>
              <p14:xfrm>
                <a:off x="11243625" y="3836010"/>
                <a:ext cx="349200" cy="343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1C2EC4-877C-9478-894A-51B555AB452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237505" y="3829890"/>
                  <a:ext cx="3614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69DDF7-908C-B4CC-3661-9748569BD774}"/>
                    </a:ext>
                  </a:extLst>
                </p14:cNvPr>
                <p14:cNvContentPartPr/>
                <p14:nvPr/>
              </p14:nvContentPartPr>
              <p14:xfrm>
                <a:off x="10712985" y="4473930"/>
                <a:ext cx="101520" cy="260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69DDF7-908C-B4CC-3661-9748569BD7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06865" y="4467810"/>
                  <a:ext cx="113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06FD36-BB2D-DD24-FD39-7D008E5D964F}"/>
                    </a:ext>
                  </a:extLst>
                </p14:cNvPr>
                <p14:cNvContentPartPr/>
                <p14:nvPr/>
              </p14:nvContentPartPr>
              <p14:xfrm>
                <a:off x="10926825" y="4567170"/>
                <a:ext cx="469440" cy="74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06FD36-BB2D-DD24-FD39-7D008E5D96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920705" y="4561050"/>
                  <a:ext cx="481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EBB3846-33CB-55F3-BDAD-CB6D1B81DA3C}"/>
                    </a:ext>
                  </a:extLst>
                </p14:cNvPr>
                <p14:cNvContentPartPr/>
                <p14:nvPr/>
              </p14:nvContentPartPr>
              <p14:xfrm>
                <a:off x="9231945" y="2357130"/>
                <a:ext cx="554040" cy="2493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EBB3846-33CB-55F3-BDAD-CB6D1B81DA3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25825" y="2351010"/>
                  <a:ext cx="566280" cy="250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F147CB4-06C9-D122-C6DF-3A303B2F78C3}"/>
              </a:ext>
            </a:extLst>
          </p:cNvPr>
          <p:cNvGrpSpPr/>
          <p:nvPr/>
        </p:nvGrpSpPr>
        <p:grpSpPr>
          <a:xfrm>
            <a:off x="2272065" y="3014130"/>
            <a:ext cx="751320" cy="3061800"/>
            <a:chOff x="2272065" y="3014130"/>
            <a:chExt cx="751320" cy="30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B30EE80-19A3-31DF-F110-F8FF9284E442}"/>
                    </a:ext>
                  </a:extLst>
                </p14:cNvPr>
                <p14:cNvContentPartPr/>
                <p14:nvPr/>
              </p14:nvContentPartPr>
              <p14:xfrm>
                <a:off x="2272065" y="3014130"/>
                <a:ext cx="419040" cy="3061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B30EE80-19A3-31DF-F110-F8FF9284E44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65945" y="3008010"/>
                  <a:ext cx="431280" cy="30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539C5EE-5B60-CBC3-FED8-7D825DC59B74}"/>
                    </a:ext>
                  </a:extLst>
                </p14:cNvPr>
                <p14:cNvContentPartPr/>
                <p14:nvPr/>
              </p14:nvContentPartPr>
              <p14:xfrm>
                <a:off x="2971545" y="4278090"/>
                <a:ext cx="51840" cy="21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539C5EE-5B60-CBC3-FED8-7D825DC59B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65425" y="4271970"/>
                  <a:ext cx="64080" cy="3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1324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59AFD14-30AF-8B00-F472-5F0F4452FA9B}"/>
              </a:ext>
            </a:extLst>
          </p:cNvPr>
          <p:cNvGrpSpPr/>
          <p:nvPr/>
        </p:nvGrpSpPr>
        <p:grpSpPr>
          <a:xfrm>
            <a:off x="7270665" y="352095"/>
            <a:ext cx="2270160" cy="600840"/>
            <a:chOff x="7270665" y="352095"/>
            <a:chExt cx="227016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E76CB6-662A-02E1-8610-59537DD03D93}"/>
                    </a:ext>
                  </a:extLst>
                </p14:cNvPr>
                <p14:cNvContentPartPr/>
                <p14:nvPr/>
              </p14:nvContentPartPr>
              <p14:xfrm>
                <a:off x="7270665" y="487815"/>
                <a:ext cx="143280" cy="46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E76CB6-662A-02E1-8610-59537DD03D9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4545" y="481695"/>
                  <a:ext cx="1555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E65A452-8FC0-91DC-3143-CFC2F3E867C5}"/>
                    </a:ext>
                  </a:extLst>
                </p14:cNvPr>
                <p14:cNvContentPartPr/>
                <p14:nvPr/>
              </p14:nvContentPartPr>
              <p14:xfrm>
                <a:off x="7423305" y="455775"/>
                <a:ext cx="1211040" cy="380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E65A452-8FC0-91DC-3143-CFC2F3E867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17185" y="449655"/>
                  <a:ext cx="12232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374CEF-2BA0-B914-1651-1FE60D965120}"/>
                    </a:ext>
                  </a:extLst>
                </p14:cNvPr>
                <p14:cNvContentPartPr/>
                <p14:nvPr/>
              </p14:nvContentPartPr>
              <p14:xfrm>
                <a:off x="8878785" y="352095"/>
                <a:ext cx="73440" cy="67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374CEF-2BA0-B914-1651-1FE60D9651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72665" y="345975"/>
                  <a:ext cx="85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43C95E-CD1E-B939-0BC4-C7F3387E744A}"/>
                    </a:ext>
                  </a:extLst>
                </p14:cNvPr>
                <p14:cNvContentPartPr/>
                <p14:nvPr/>
              </p14:nvContentPartPr>
              <p14:xfrm>
                <a:off x="8934945" y="697695"/>
                <a:ext cx="267480" cy="18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43C95E-CD1E-B939-0BC4-C7F3387E74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8825" y="691575"/>
                  <a:ext cx="279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960E19-1ACD-E679-40C3-B3CF51E6DF20}"/>
                    </a:ext>
                  </a:extLst>
                </p14:cNvPr>
                <p14:cNvContentPartPr/>
                <p14:nvPr/>
              </p14:nvContentPartPr>
              <p14:xfrm>
                <a:off x="9296025" y="696255"/>
                <a:ext cx="244800" cy="256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960E19-1ACD-E679-40C3-B3CF51E6DF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89905" y="690135"/>
                  <a:ext cx="2570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7D1916-AE64-C684-5FCF-2853276CF706}"/>
              </a:ext>
            </a:extLst>
          </p:cNvPr>
          <p:cNvGrpSpPr/>
          <p:nvPr/>
        </p:nvGrpSpPr>
        <p:grpSpPr>
          <a:xfrm>
            <a:off x="10376025" y="368295"/>
            <a:ext cx="1621800" cy="899640"/>
            <a:chOff x="10376025" y="368295"/>
            <a:chExt cx="1621800" cy="89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F3AC94-9C14-BD10-F6C9-A89E1240FD27}"/>
                    </a:ext>
                  </a:extLst>
                </p14:cNvPr>
                <p14:cNvContentPartPr/>
                <p14:nvPr/>
              </p14:nvContentPartPr>
              <p14:xfrm>
                <a:off x="10376025" y="523815"/>
                <a:ext cx="69480" cy="337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F3AC94-9C14-BD10-F6C9-A89E1240FD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69905" y="517695"/>
                  <a:ext cx="81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D5683E-BE85-3E0C-49BD-713B802D07C3}"/>
                    </a:ext>
                  </a:extLst>
                </p14:cNvPr>
                <p14:cNvContentPartPr/>
                <p14:nvPr/>
              </p14:nvContentPartPr>
              <p14:xfrm>
                <a:off x="10444425" y="368295"/>
                <a:ext cx="301680" cy="448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D5683E-BE85-3E0C-49BD-713B802D07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38305" y="362175"/>
                  <a:ext cx="3139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77CD69-D8C6-B7C0-28BF-7DAFD76707B9}"/>
                    </a:ext>
                  </a:extLst>
                </p14:cNvPr>
                <p14:cNvContentPartPr/>
                <p14:nvPr/>
              </p14:nvContentPartPr>
              <p14:xfrm>
                <a:off x="10892625" y="635055"/>
                <a:ext cx="404640" cy="63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77CD69-D8C6-B7C0-28BF-7DAFD76707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86505" y="628935"/>
                  <a:ext cx="41688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152999-284E-BD45-FAEC-C7BEC1867183}"/>
                    </a:ext>
                  </a:extLst>
                </p14:cNvPr>
                <p14:cNvContentPartPr/>
                <p14:nvPr/>
              </p14:nvContentPartPr>
              <p14:xfrm>
                <a:off x="11461065" y="687615"/>
                <a:ext cx="185040" cy="268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152999-284E-BD45-FAEC-C7BEC18671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454945" y="681495"/>
                  <a:ext cx="197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28E2B9-6698-92A0-E3BD-F4778C0D345F}"/>
                    </a:ext>
                  </a:extLst>
                </p14:cNvPr>
                <p14:cNvContentPartPr/>
                <p14:nvPr/>
              </p14:nvContentPartPr>
              <p14:xfrm>
                <a:off x="11768145" y="811815"/>
                <a:ext cx="12960" cy="31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28E2B9-6698-92A0-E3BD-F4778C0D34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762025" y="805695"/>
                  <a:ext cx="25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16539A-B0B6-8203-49AC-15AEE3F9D61B}"/>
                    </a:ext>
                  </a:extLst>
                </p14:cNvPr>
                <p14:cNvContentPartPr/>
                <p14:nvPr/>
              </p14:nvContentPartPr>
              <p14:xfrm>
                <a:off x="11765985" y="591495"/>
                <a:ext cx="83880" cy="16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16539A-B0B6-8203-49AC-15AEE3F9D6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759865" y="585375"/>
                  <a:ext cx="96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D223E7-DC7E-9E7A-7D8C-5A76DC281446}"/>
                    </a:ext>
                  </a:extLst>
                </p14:cNvPr>
                <p14:cNvContentPartPr/>
                <p14:nvPr/>
              </p14:nvContentPartPr>
              <p14:xfrm>
                <a:off x="11737185" y="777255"/>
                <a:ext cx="260640" cy="231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D223E7-DC7E-9E7A-7D8C-5A76DC28144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731065" y="771135"/>
                  <a:ext cx="27288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C485F3-AD73-6F13-AB47-543C41B8372A}"/>
              </a:ext>
            </a:extLst>
          </p:cNvPr>
          <p:cNvGrpSpPr/>
          <p:nvPr/>
        </p:nvGrpSpPr>
        <p:grpSpPr>
          <a:xfrm>
            <a:off x="264345" y="74535"/>
            <a:ext cx="6275160" cy="1983240"/>
            <a:chOff x="264345" y="74535"/>
            <a:chExt cx="6275160" cy="19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169BD1F-54FF-8A74-859D-40DB5F06047D}"/>
                    </a:ext>
                  </a:extLst>
                </p14:cNvPr>
                <p14:cNvContentPartPr/>
                <p14:nvPr/>
              </p14:nvContentPartPr>
              <p14:xfrm>
                <a:off x="453345" y="190095"/>
                <a:ext cx="610920" cy="682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169BD1F-54FF-8A74-859D-40DB5F0604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7225" y="183975"/>
                  <a:ext cx="62316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B679DD3-907B-9A15-BD3B-4414A6D1C3B8}"/>
                    </a:ext>
                  </a:extLst>
                </p14:cNvPr>
                <p14:cNvContentPartPr/>
                <p14:nvPr/>
              </p14:nvContentPartPr>
              <p14:xfrm>
                <a:off x="264345" y="74535"/>
                <a:ext cx="877320" cy="919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B679DD3-907B-9A15-BD3B-4414A6D1C3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8225" y="68415"/>
                  <a:ext cx="88956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C690F1-A9AF-03CC-BA65-F564C8228381}"/>
                    </a:ext>
                  </a:extLst>
                </p14:cNvPr>
                <p14:cNvContentPartPr/>
                <p14:nvPr/>
              </p14:nvContentPartPr>
              <p14:xfrm>
                <a:off x="1652145" y="328335"/>
                <a:ext cx="25920" cy="53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C690F1-A9AF-03CC-BA65-F564C82283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46025" y="322215"/>
                  <a:ext cx="381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75AF57-334C-C105-CA41-DA7F7EECA47E}"/>
                    </a:ext>
                  </a:extLst>
                </p14:cNvPr>
                <p14:cNvContentPartPr/>
                <p14:nvPr/>
              </p14:nvContentPartPr>
              <p14:xfrm>
                <a:off x="1686705" y="237975"/>
                <a:ext cx="645480" cy="677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75AF57-334C-C105-CA41-DA7F7EECA47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80585" y="231855"/>
                  <a:ext cx="65772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7B5E75-3E9A-295D-7D86-6E576D1E67CB}"/>
                    </a:ext>
                  </a:extLst>
                </p14:cNvPr>
                <p14:cNvContentPartPr/>
                <p14:nvPr/>
              </p14:nvContentPartPr>
              <p14:xfrm>
                <a:off x="2609025" y="143295"/>
                <a:ext cx="1054080" cy="61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7B5E75-3E9A-295D-7D86-6E576D1E67C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02905" y="137175"/>
                  <a:ext cx="106632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59A121-33CC-1C3C-6365-4CF15753E819}"/>
                    </a:ext>
                  </a:extLst>
                </p14:cNvPr>
                <p14:cNvContentPartPr/>
                <p14:nvPr/>
              </p14:nvContentPartPr>
              <p14:xfrm>
                <a:off x="3528105" y="484575"/>
                <a:ext cx="462240" cy="158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59A121-33CC-1C3C-6365-4CF15753E8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21985" y="478455"/>
                  <a:ext cx="47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9253B1-DDC5-E888-1EB3-D0763A458F9F}"/>
                    </a:ext>
                  </a:extLst>
                </p14:cNvPr>
                <p14:cNvContentPartPr/>
                <p14:nvPr/>
              </p14:nvContentPartPr>
              <p14:xfrm>
                <a:off x="4103025" y="250215"/>
                <a:ext cx="51840" cy="72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9253B1-DDC5-E888-1EB3-D0763A458F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96905" y="244095"/>
                  <a:ext cx="64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C2EEF7-9777-FD4F-8189-B86F8422954F}"/>
                    </a:ext>
                  </a:extLst>
                </p14:cNvPr>
                <p14:cNvContentPartPr/>
                <p14:nvPr/>
              </p14:nvContentPartPr>
              <p14:xfrm>
                <a:off x="4170705" y="523815"/>
                <a:ext cx="768240" cy="291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C2EEF7-9777-FD4F-8189-B86F842295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64585" y="517695"/>
                  <a:ext cx="780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BA890A-D031-5866-378D-A181D8CAEDEC}"/>
                    </a:ext>
                  </a:extLst>
                </p14:cNvPr>
                <p14:cNvContentPartPr/>
                <p14:nvPr/>
              </p14:nvContentPartPr>
              <p14:xfrm>
                <a:off x="5188065" y="605175"/>
                <a:ext cx="601560" cy="172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BA890A-D031-5866-378D-A181D8CAED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81945" y="599055"/>
                  <a:ext cx="613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ADFC7C-4532-C0E3-37D6-1D583BCF2945}"/>
                    </a:ext>
                  </a:extLst>
                </p14:cNvPr>
                <p14:cNvContentPartPr/>
                <p14:nvPr/>
              </p14:nvContentPartPr>
              <p14:xfrm>
                <a:off x="5879265" y="375495"/>
                <a:ext cx="10224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ADFC7C-4532-C0E3-37D6-1D583BCF29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73145" y="369375"/>
                  <a:ext cx="114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60F4D9-11DB-3E4B-CCA1-8F23AC5C7F60}"/>
                    </a:ext>
                  </a:extLst>
                </p14:cNvPr>
                <p14:cNvContentPartPr/>
                <p14:nvPr/>
              </p14:nvContentPartPr>
              <p14:xfrm>
                <a:off x="6043425" y="384855"/>
                <a:ext cx="496080" cy="47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B60F4D9-11DB-3E4B-CCA1-8F23AC5C7F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37305" y="378735"/>
                  <a:ext cx="50832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5D6D02-15BD-D9D4-728B-60C7BF3A1463}"/>
                    </a:ext>
                  </a:extLst>
                </p14:cNvPr>
                <p14:cNvContentPartPr/>
                <p14:nvPr/>
              </p14:nvContentPartPr>
              <p14:xfrm>
                <a:off x="1409505" y="1046535"/>
                <a:ext cx="464040" cy="729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5D6D02-15BD-D9D4-728B-60C7BF3A14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03385" y="1040415"/>
                  <a:ext cx="47628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882EC6-5D3F-C055-7F92-B18653618526}"/>
                    </a:ext>
                  </a:extLst>
                </p14:cNvPr>
                <p14:cNvContentPartPr/>
                <p14:nvPr/>
              </p14:nvContentPartPr>
              <p14:xfrm>
                <a:off x="1511025" y="1161375"/>
                <a:ext cx="726840" cy="491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882EC6-5D3F-C055-7F92-B1865361852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04905" y="1155255"/>
                  <a:ext cx="7390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BEBA1D-1BAB-7A11-D19B-5071B3F45813}"/>
                    </a:ext>
                  </a:extLst>
                </p14:cNvPr>
                <p14:cNvContentPartPr/>
                <p14:nvPr/>
              </p14:nvContentPartPr>
              <p14:xfrm>
                <a:off x="2336145" y="1354335"/>
                <a:ext cx="614520" cy="703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BEBA1D-1BAB-7A11-D19B-5071B3F458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0025" y="1348215"/>
                  <a:ext cx="62676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1038D3-93FD-FCE1-4932-143C870BA548}"/>
                    </a:ext>
                  </a:extLst>
                </p14:cNvPr>
                <p14:cNvContentPartPr/>
                <p14:nvPr/>
              </p14:nvContentPartPr>
              <p14:xfrm>
                <a:off x="3115545" y="1430655"/>
                <a:ext cx="365040" cy="29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1038D3-93FD-FCE1-4932-143C870BA5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09425" y="1424535"/>
                  <a:ext cx="377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A5CCC90-C59A-FF48-4093-B4BFC37C823A}"/>
                    </a:ext>
                  </a:extLst>
                </p14:cNvPr>
                <p14:cNvContentPartPr/>
                <p14:nvPr/>
              </p14:nvContentPartPr>
              <p14:xfrm>
                <a:off x="3605865" y="1330215"/>
                <a:ext cx="49680" cy="9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A5CCC90-C59A-FF48-4093-B4BFC37C82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9745" y="1324095"/>
                  <a:ext cx="6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A23D55-5300-24E8-06C2-6401156CB294}"/>
                    </a:ext>
                  </a:extLst>
                </p14:cNvPr>
                <p14:cNvContentPartPr/>
                <p14:nvPr/>
              </p14:nvContentPartPr>
              <p14:xfrm>
                <a:off x="4080705" y="1232655"/>
                <a:ext cx="26640" cy="470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A23D55-5300-24E8-06C2-6401156CB2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74585" y="1226535"/>
                  <a:ext cx="388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8B88B6-10A4-4B12-0F5D-C49051EB2683}"/>
                    </a:ext>
                  </a:extLst>
                </p14:cNvPr>
                <p14:cNvContentPartPr/>
                <p14:nvPr/>
              </p14:nvContentPartPr>
              <p14:xfrm>
                <a:off x="3912225" y="1371255"/>
                <a:ext cx="1293120" cy="302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8B88B6-10A4-4B12-0F5D-C49051EB26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06105" y="1365135"/>
                  <a:ext cx="13053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68D846-2347-0D53-628F-9757E93309AD}"/>
              </a:ext>
            </a:extLst>
          </p:cNvPr>
          <p:cNvGrpSpPr/>
          <p:nvPr/>
        </p:nvGrpSpPr>
        <p:grpSpPr>
          <a:xfrm>
            <a:off x="6207225" y="1265055"/>
            <a:ext cx="789480" cy="773280"/>
            <a:chOff x="6207225" y="1265055"/>
            <a:chExt cx="78948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23A8FA-8806-D1A7-4B6E-9FDF1F8D2099}"/>
                    </a:ext>
                  </a:extLst>
                </p14:cNvPr>
                <p14:cNvContentPartPr/>
                <p14:nvPr/>
              </p14:nvContentPartPr>
              <p14:xfrm>
                <a:off x="6207225" y="1686255"/>
                <a:ext cx="551520" cy="35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23A8FA-8806-D1A7-4B6E-9FDF1F8D20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01105" y="1680135"/>
                  <a:ext cx="563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B941DDE-5F67-4A1C-6A79-8093679289B3}"/>
                    </a:ext>
                  </a:extLst>
                </p14:cNvPr>
                <p14:cNvContentPartPr/>
                <p14:nvPr/>
              </p14:nvContentPartPr>
              <p14:xfrm>
                <a:off x="6670545" y="1265055"/>
                <a:ext cx="326160" cy="773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B941DDE-5F67-4A1C-6A79-8093679289B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64425" y="1258935"/>
                  <a:ext cx="338400" cy="78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0C5AB6-1087-CDB6-52CD-92FF5D06A319}"/>
              </a:ext>
            </a:extLst>
          </p:cNvPr>
          <p:cNvGrpSpPr/>
          <p:nvPr/>
        </p:nvGrpSpPr>
        <p:grpSpPr>
          <a:xfrm>
            <a:off x="7556145" y="1284135"/>
            <a:ext cx="2580120" cy="1243080"/>
            <a:chOff x="7556145" y="1284135"/>
            <a:chExt cx="2580120" cy="12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DB07E3-274E-48EE-63FE-066A1B6311EB}"/>
                    </a:ext>
                  </a:extLst>
                </p14:cNvPr>
                <p14:cNvContentPartPr/>
                <p14:nvPr/>
              </p14:nvContentPartPr>
              <p14:xfrm>
                <a:off x="7556145" y="1871295"/>
                <a:ext cx="64440" cy="36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DB07E3-274E-48EE-63FE-066A1B6311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50025" y="1865175"/>
                  <a:ext cx="76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0287C0-8FF5-54E4-EE66-F142FCCCEC3B}"/>
                    </a:ext>
                  </a:extLst>
                </p14:cNvPr>
                <p14:cNvContentPartPr/>
                <p14:nvPr/>
              </p14:nvContentPartPr>
              <p14:xfrm>
                <a:off x="8258505" y="1553415"/>
                <a:ext cx="122760" cy="506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0287C0-8FF5-54E4-EE66-F142FCCCEC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52385" y="1547295"/>
                  <a:ext cx="1350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7A8BE71-B68E-2AAA-DCDA-EDA21689207A}"/>
                    </a:ext>
                  </a:extLst>
                </p14:cNvPr>
                <p14:cNvContentPartPr/>
                <p14:nvPr/>
              </p14:nvContentPartPr>
              <p14:xfrm>
                <a:off x="8163105" y="1284135"/>
                <a:ext cx="402840" cy="153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7A8BE71-B68E-2AAA-DCDA-EDA21689207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56985" y="1278015"/>
                  <a:ext cx="415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5B45F9-4E69-1BAE-046F-99D679826653}"/>
                    </a:ext>
                  </a:extLst>
                </p14:cNvPr>
                <p14:cNvContentPartPr/>
                <p14:nvPr/>
              </p14:nvContentPartPr>
              <p14:xfrm>
                <a:off x="7835145" y="2076135"/>
                <a:ext cx="660960" cy="12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5B45F9-4E69-1BAE-046F-99D6798266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29025" y="2070015"/>
                  <a:ext cx="673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C83201-2E37-B9F0-4CBB-69C813072C65}"/>
                    </a:ext>
                  </a:extLst>
                </p14:cNvPr>
                <p14:cNvContentPartPr/>
                <p14:nvPr/>
              </p14:nvContentPartPr>
              <p14:xfrm>
                <a:off x="8752065" y="1428135"/>
                <a:ext cx="475560" cy="109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C83201-2E37-B9F0-4CBB-69C813072C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45945" y="1422015"/>
                  <a:ext cx="487800" cy="11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661D04-BB81-10CC-0FCB-EFEC91EF430E}"/>
                    </a:ext>
                  </a:extLst>
                </p14:cNvPr>
                <p14:cNvContentPartPr/>
                <p14:nvPr/>
              </p14:nvContentPartPr>
              <p14:xfrm>
                <a:off x="9251745" y="1784895"/>
                <a:ext cx="145080" cy="408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661D04-BB81-10CC-0FCB-EFEC91EF43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45625" y="1778775"/>
                  <a:ext cx="1573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FB3E9E-213E-1FF2-D386-EF957EA44CDB}"/>
                    </a:ext>
                  </a:extLst>
                </p14:cNvPr>
                <p14:cNvContentPartPr/>
                <p14:nvPr/>
              </p14:nvContentPartPr>
              <p14:xfrm>
                <a:off x="9318705" y="1860135"/>
                <a:ext cx="236880" cy="214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FB3E9E-213E-1FF2-D386-EF957EA44C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12585" y="1854015"/>
                  <a:ext cx="249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948E4A-7AFD-87C9-2CDB-34C483ECB1F5}"/>
                    </a:ext>
                  </a:extLst>
                </p14:cNvPr>
                <p14:cNvContentPartPr/>
                <p14:nvPr/>
              </p14:nvContentPartPr>
              <p14:xfrm>
                <a:off x="9842145" y="1825935"/>
                <a:ext cx="294120" cy="37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948E4A-7AFD-87C9-2CDB-34C483ECB1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36025" y="1819815"/>
                  <a:ext cx="3063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3CF20AB-CBBC-1877-FD1D-3170694DE925}"/>
              </a:ext>
            </a:extLst>
          </p:cNvPr>
          <p:cNvGrpSpPr/>
          <p:nvPr/>
        </p:nvGrpSpPr>
        <p:grpSpPr>
          <a:xfrm>
            <a:off x="10603545" y="1407615"/>
            <a:ext cx="1389240" cy="473760"/>
            <a:chOff x="10603545" y="1407615"/>
            <a:chExt cx="138924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3C8FE2-7230-3C9F-6B21-751FFD3322A7}"/>
                    </a:ext>
                  </a:extLst>
                </p14:cNvPr>
                <p14:cNvContentPartPr/>
                <p14:nvPr/>
              </p14:nvContentPartPr>
              <p14:xfrm>
                <a:off x="10603545" y="1407615"/>
                <a:ext cx="861120" cy="70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3C8FE2-7230-3C9F-6B21-751FFD3322A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97425" y="1401495"/>
                  <a:ext cx="873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FF1A39-7B5F-B4CD-870A-C1EC0C54B1BF}"/>
                    </a:ext>
                  </a:extLst>
                </p14:cNvPr>
                <p14:cNvContentPartPr/>
                <p14:nvPr/>
              </p14:nvContentPartPr>
              <p14:xfrm>
                <a:off x="10979385" y="1492935"/>
                <a:ext cx="12960" cy="379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FF1A39-7B5F-B4CD-870A-C1EC0C54B1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73265" y="1486815"/>
                  <a:ext cx="252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FC8992-5269-DFC0-FCA3-B29753A097C9}"/>
                    </a:ext>
                  </a:extLst>
                </p14:cNvPr>
                <p14:cNvContentPartPr/>
                <p14:nvPr/>
              </p14:nvContentPartPr>
              <p14:xfrm>
                <a:off x="11224185" y="1642335"/>
                <a:ext cx="2631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DFC8992-5269-DFC0-FCA3-B29753A097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18065" y="1636215"/>
                  <a:ext cx="275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4323B1-982E-1547-DFF3-0CC9B8CE1978}"/>
                    </a:ext>
                  </a:extLst>
                </p14:cNvPr>
                <p14:cNvContentPartPr/>
                <p14:nvPr/>
              </p14:nvContentPartPr>
              <p14:xfrm>
                <a:off x="11467545" y="1704615"/>
                <a:ext cx="285120" cy="13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4323B1-982E-1547-DFF3-0CC9B8CE19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61425" y="1698495"/>
                  <a:ext cx="297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769EB4-DD0C-A4E6-DE57-A179028C1EF7}"/>
                    </a:ext>
                  </a:extLst>
                </p14:cNvPr>
                <p14:cNvContentPartPr/>
                <p14:nvPr/>
              </p14:nvContentPartPr>
              <p14:xfrm>
                <a:off x="11818545" y="1588335"/>
                <a:ext cx="46080" cy="223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769EB4-DD0C-A4E6-DE57-A179028C1E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812425" y="1582215"/>
                  <a:ext cx="58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4D2DDCE-7C95-A7C8-3A6F-2DECEAB392F6}"/>
                    </a:ext>
                  </a:extLst>
                </p14:cNvPr>
                <p14:cNvContentPartPr/>
                <p14:nvPr/>
              </p14:nvContentPartPr>
              <p14:xfrm>
                <a:off x="11733945" y="1672935"/>
                <a:ext cx="258840" cy="18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4D2DDCE-7C95-A7C8-3A6F-2DECEAB39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27825" y="1666815"/>
                  <a:ext cx="271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1F4D6D-C5D6-D47D-0B04-6EFB711BBDB6}"/>
                    </a:ext>
                  </a:extLst>
                </p14:cNvPr>
                <p14:cNvContentPartPr/>
                <p14:nvPr/>
              </p14:nvContentPartPr>
              <p14:xfrm>
                <a:off x="11978385" y="1691295"/>
                <a:ext cx="5040" cy="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1F4D6D-C5D6-D47D-0B04-6EFB711BBDB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972265" y="1685175"/>
                  <a:ext cx="1728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FEDBC38-269F-475D-13D8-9BE999DE6861}"/>
              </a:ext>
            </a:extLst>
          </p:cNvPr>
          <p:cNvGrpSpPr/>
          <p:nvPr/>
        </p:nvGrpSpPr>
        <p:grpSpPr>
          <a:xfrm>
            <a:off x="1486545" y="2571855"/>
            <a:ext cx="2703960" cy="1609200"/>
            <a:chOff x="1486545" y="2571855"/>
            <a:chExt cx="2703960" cy="16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278837-AA2E-04A7-0A4E-F7D96BF28D4C}"/>
                    </a:ext>
                  </a:extLst>
                </p14:cNvPr>
                <p14:cNvContentPartPr/>
                <p14:nvPr/>
              </p14:nvContentPartPr>
              <p14:xfrm>
                <a:off x="1486545" y="2571855"/>
                <a:ext cx="359640" cy="965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278837-AA2E-04A7-0A4E-F7D96BF28D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80425" y="2565735"/>
                  <a:ext cx="37188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7E47F3-CEF9-08B4-F797-71D7714AA230}"/>
                    </a:ext>
                  </a:extLst>
                </p14:cNvPr>
                <p14:cNvContentPartPr/>
                <p14:nvPr/>
              </p14:nvContentPartPr>
              <p14:xfrm>
                <a:off x="2092065" y="2705775"/>
                <a:ext cx="209160" cy="654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7E47F3-CEF9-08B4-F797-71D7714AA2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85945" y="2699655"/>
                  <a:ext cx="22140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9E14ADC-DA2E-8AE9-F058-1A76BDDE31B9}"/>
                    </a:ext>
                  </a:extLst>
                </p14:cNvPr>
                <p14:cNvContentPartPr/>
                <p14:nvPr/>
              </p14:nvContentPartPr>
              <p14:xfrm>
                <a:off x="2265945" y="2879655"/>
                <a:ext cx="1256760" cy="27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9E14ADC-DA2E-8AE9-F058-1A76BDDE31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59825" y="2873535"/>
                  <a:ext cx="1269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D58372-2425-E00F-7B22-B4E69C8EBBD2}"/>
                    </a:ext>
                  </a:extLst>
                </p14:cNvPr>
                <p14:cNvContentPartPr/>
                <p14:nvPr/>
              </p14:nvContentPartPr>
              <p14:xfrm>
                <a:off x="2636025" y="3742575"/>
                <a:ext cx="108360" cy="438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0D58372-2425-E00F-7B22-B4E69C8EBB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29905" y="3736455"/>
                  <a:ext cx="1206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20D3BC-43D1-8575-0580-D14492BEA617}"/>
                    </a:ext>
                  </a:extLst>
                </p14:cNvPr>
                <p14:cNvContentPartPr/>
                <p14:nvPr/>
              </p14:nvContentPartPr>
              <p14:xfrm>
                <a:off x="2828265" y="3707655"/>
                <a:ext cx="978120" cy="351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20D3BC-43D1-8575-0580-D14492BEA6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22145" y="3701535"/>
                  <a:ext cx="9903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99F76F-B315-4991-1495-8C66B18EFA42}"/>
                    </a:ext>
                  </a:extLst>
                </p14:cNvPr>
                <p14:cNvContentPartPr/>
                <p14:nvPr/>
              </p14:nvContentPartPr>
              <p14:xfrm>
                <a:off x="3997905" y="3403095"/>
                <a:ext cx="88200" cy="118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99F76F-B315-4991-1495-8C66B18EFA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91785" y="3396975"/>
                  <a:ext cx="100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3EB600-6A7B-3A8F-9799-CD2FC091C93E}"/>
                    </a:ext>
                  </a:extLst>
                </p14:cNvPr>
                <p14:cNvContentPartPr/>
                <p14:nvPr/>
              </p14:nvContentPartPr>
              <p14:xfrm>
                <a:off x="4055505" y="3755895"/>
                <a:ext cx="135000" cy="372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3EB600-6A7B-3A8F-9799-CD2FC091C93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49385" y="3749775"/>
                  <a:ext cx="14724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807CB04-7F43-45CB-7425-1D2B1FF650B7}"/>
                  </a:ext>
                </a:extLst>
              </p14:cNvPr>
              <p14:cNvContentPartPr/>
              <p14:nvPr/>
            </p14:nvContentPartPr>
            <p14:xfrm>
              <a:off x="4816545" y="2468175"/>
              <a:ext cx="1365480" cy="6109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807CB04-7F43-45CB-7425-1D2B1FF650B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810425" y="2462055"/>
                <a:ext cx="137772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387A088-9204-0ECF-29A8-79D1BB18904B}"/>
                  </a:ext>
                </a:extLst>
              </p14:cNvPr>
              <p14:cNvContentPartPr/>
              <p14:nvPr/>
            </p14:nvContentPartPr>
            <p14:xfrm>
              <a:off x="6341145" y="2767335"/>
              <a:ext cx="25560" cy="32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387A088-9204-0ECF-29A8-79D1BB18904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335025" y="2761215"/>
                <a:ext cx="37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2939618-C194-BCCE-B51D-8AD99553DE44}"/>
                  </a:ext>
                </a:extLst>
              </p14:cNvPr>
              <p14:cNvContentPartPr/>
              <p14:nvPr/>
            </p14:nvContentPartPr>
            <p14:xfrm>
              <a:off x="6329625" y="2816655"/>
              <a:ext cx="9360" cy="230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2939618-C194-BCCE-B51D-8AD99553DE4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323505" y="2810535"/>
                <a:ext cx="216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64FBEB0-7475-AB14-B3E2-73473858BCB0}"/>
                  </a:ext>
                </a:extLst>
              </p14:cNvPr>
              <p14:cNvContentPartPr/>
              <p14:nvPr/>
            </p14:nvContentPartPr>
            <p14:xfrm>
              <a:off x="6409905" y="2619375"/>
              <a:ext cx="6120" cy="60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64FBEB0-7475-AB14-B3E2-73473858BCB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403785" y="2613255"/>
                <a:ext cx="18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93570F4-A3A1-42BA-B931-EEDAA49C59B4}"/>
                  </a:ext>
                </a:extLst>
              </p14:cNvPr>
              <p14:cNvContentPartPr/>
              <p14:nvPr/>
            </p14:nvContentPartPr>
            <p14:xfrm>
              <a:off x="6400905" y="2541975"/>
              <a:ext cx="470880" cy="8445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93570F4-A3A1-42BA-B931-EEDAA49C59B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94785" y="2535855"/>
                <a:ext cx="483120" cy="85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7E34EEF-D606-9C26-0DD5-E71A3787BCF5}"/>
                  </a:ext>
                </a:extLst>
              </p14:cNvPr>
              <p14:cNvContentPartPr/>
              <p14:nvPr/>
            </p14:nvContentPartPr>
            <p14:xfrm>
              <a:off x="7037385" y="2745735"/>
              <a:ext cx="69120" cy="54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7E34EEF-D606-9C26-0DD5-E71A3787BCF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031265" y="2739615"/>
                <a:ext cx="813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420777C-5E18-BABA-3103-6558330EB6BF}"/>
                  </a:ext>
                </a:extLst>
              </p14:cNvPr>
              <p14:cNvContentPartPr/>
              <p14:nvPr/>
            </p14:nvContentPartPr>
            <p14:xfrm>
              <a:off x="7330425" y="3023655"/>
              <a:ext cx="74160" cy="867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420777C-5E18-BABA-3103-6558330EB6B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324305" y="3017535"/>
                <a:ext cx="864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B5F707F-2DA2-0930-15D2-07A45BD8839C}"/>
                  </a:ext>
                </a:extLst>
              </p14:cNvPr>
              <p14:cNvContentPartPr/>
              <p14:nvPr/>
            </p14:nvContentPartPr>
            <p14:xfrm>
              <a:off x="8835225" y="4173855"/>
              <a:ext cx="496080" cy="4928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B5F707F-2DA2-0930-15D2-07A45BD8839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29105" y="4167735"/>
                <a:ext cx="50832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A350CE8-3AC5-9536-4FBC-E73F99C4B8F0}"/>
                  </a:ext>
                </a:extLst>
              </p14:cNvPr>
              <p14:cNvContentPartPr/>
              <p14:nvPr/>
            </p14:nvContentPartPr>
            <p14:xfrm>
              <a:off x="9563505" y="4262055"/>
              <a:ext cx="136080" cy="3686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A350CE8-3AC5-9536-4FBC-E73F99C4B8F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57385" y="4255935"/>
                <a:ext cx="1483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119F48B-CBFD-0901-4C12-1593DDD85079}"/>
                  </a:ext>
                </a:extLst>
              </p14:cNvPr>
              <p14:cNvContentPartPr/>
              <p14:nvPr/>
            </p14:nvContentPartPr>
            <p14:xfrm>
              <a:off x="9470625" y="4408215"/>
              <a:ext cx="289440" cy="1886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119F48B-CBFD-0901-4C12-1593DDD8507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64505" y="4402095"/>
                <a:ext cx="3016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2D12AFC-504A-091E-51B0-40742DCB4AF4}"/>
                  </a:ext>
                </a:extLst>
              </p14:cNvPr>
              <p14:cNvContentPartPr/>
              <p14:nvPr/>
            </p14:nvContentPartPr>
            <p14:xfrm>
              <a:off x="9720825" y="4385535"/>
              <a:ext cx="445320" cy="122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2D12AFC-504A-091E-51B0-40742DCB4AF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714705" y="4379415"/>
                <a:ext cx="4575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3094199-16DD-294A-9520-0C155BBE2A1C}"/>
                  </a:ext>
                </a:extLst>
              </p14:cNvPr>
              <p14:cNvContentPartPr/>
              <p14:nvPr/>
            </p14:nvContentPartPr>
            <p14:xfrm>
              <a:off x="10271985" y="4411095"/>
              <a:ext cx="203760" cy="144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3094199-16DD-294A-9520-0C155BBE2A1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265865" y="4404975"/>
                <a:ext cx="2160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7FA64B0-36A6-5C18-8271-C90117B4EE37}"/>
                  </a:ext>
                </a:extLst>
              </p14:cNvPr>
              <p14:cNvContentPartPr/>
              <p14:nvPr/>
            </p14:nvContentPartPr>
            <p14:xfrm>
              <a:off x="6880785" y="5149455"/>
              <a:ext cx="416160" cy="3430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7FA64B0-36A6-5C18-8271-C90117B4EE3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874665" y="5143335"/>
                <a:ext cx="4284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68E44F4-C2B4-2ED8-63F7-949B219F16BD}"/>
                  </a:ext>
                </a:extLst>
              </p14:cNvPr>
              <p14:cNvContentPartPr/>
              <p14:nvPr/>
            </p14:nvContentPartPr>
            <p14:xfrm>
              <a:off x="7015785" y="5243775"/>
              <a:ext cx="611640" cy="3193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68E44F4-C2B4-2ED8-63F7-949B219F16B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09665" y="5237655"/>
                <a:ext cx="6238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7825F96-7349-7044-72E5-9B320B5EAD8F}"/>
                  </a:ext>
                </a:extLst>
              </p14:cNvPr>
              <p14:cNvContentPartPr/>
              <p14:nvPr/>
            </p14:nvContentPartPr>
            <p14:xfrm>
              <a:off x="7936305" y="5245575"/>
              <a:ext cx="555120" cy="254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7825F96-7349-7044-72E5-9B320B5EAD8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30185" y="5239455"/>
                <a:ext cx="5673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0F010C8-F74F-AFC2-CC21-4E3722AA42BF}"/>
                  </a:ext>
                </a:extLst>
              </p14:cNvPr>
              <p14:cNvContentPartPr/>
              <p14:nvPr/>
            </p14:nvContentPartPr>
            <p14:xfrm>
              <a:off x="8413305" y="5277975"/>
              <a:ext cx="583200" cy="2246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0F010C8-F74F-AFC2-CC21-4E3722AA42B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407185" y="5271855"/>
                <a:ext cx="5954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074DE66-D094-6734-3D9C-13636BF076A4}"/>
                  </a:ext>
                </a:extLst>
              </p14:cNvPr>
              <p14:cNvContentPartPr/>
              <p14:nvPr/>
            </p14:nvContentPartPr>
            <p14:xfrm>
              <a:off x="9556665" y="4960815"/>
              <a:ext cx="1001520" cy="4125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074DE66-D094-6734-3D9C-13636BF076A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550545" y="4954695"/>
                <a:ext cx="10137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DE5CE67-10C9-CE9F-7F74-6862D75D2517}"/>
                  </a:ext>
                </a:extLst>
              </p14:cNvPr>
              <p14:cNvContentPartPr/>
              <p14:nvPr/>
            </p14:nvContentPartPr>
            <p14:xfrm>
              <a:off x="10910625" y="4652655"/>
              <a:ext cx="629280" cy="4042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DE5CE67-10C9-CE9F-7F74-6862D75D251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904505" y="4646535"/>
                <a:ext cx="64152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9A0B29-3F92-D497-7BF1-2657A93E8767}"/>
                  </a:ext>
                </a:extLst>
              </p14:cNvPr>
              <p14:cNvContentPartPr/>
              <p14:nvPr/>
            </p14:nvContentPartPr>
            <p14:xfrm>
              <a:off x="8124585" y="5783775"/>
              <a:ext cx="1146240" cy="284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9A0B29-3F92-D497-7BF1-2657A93E876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118465" y="5777655"/>
                <a:ext cx="11584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F56C4B3-5BF7-0828-A2EF-F1CF97EE1C42}"/>
                  </a:ext>
                </a:extLst>
              </p14:cNvPr>
              <p14:cNvContentPartPr/>
              <p14:nvPr/>
            </p14:nvContentPartPr>
            <p14:xfrm>
              <a:off x="9685185" y="5647695"/>
              <a:ext cx="335520" cy="2390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F56C4B3-5BF7-0828-A2EF-F1CF97EE1C4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679065" y="5641575"/>
                <a:ext cx="3477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C988598-F881-FEF8-4A30-4DC9196FCE17}"/>
                  </a:ext>
                </a:extLst>
              </p14:cNvPr>
              <p14:cNvContentPartPr/>
              <p14:nvPr/>
            </p14:nvContentPartPr>
            <p14:xfrm>
              <a:off x="10179825" y="5581455"/>
              <a:ext cx="670320" cy="3848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C988598-F881-FEF8-4A30-4DC9196FCE1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173705" y="5575335"/>
                <a:ext cx="68256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61B6AED-2192-240D-5BF1-C29936958511}"/>
                  </a:ext>
                </a:extLst>
              </p14:cNvPr>
              <p14:cNvContentPartPr/>
              <p14:nvPr/>
            </p14:nvContentPartPr>
            <p14:xfrm>
              <a:off x="10886505" y="5635455"/>
              <a:ext cx="195840" cy="2376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61B6AED-2192-240D-5BF1-C2993695851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880385" y="5629335"/>
                <a:ext cx="2080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C9B580D-CDFC-45BD-5D9C-8B701053B2E0}"/>
                  </a:ext>
                </a:extLst>
              </p14:cNvPr>
              <p14:cNvContentPartPr/>
              <p14:nvPr/>
            </p14:nvContentPartPr>
            <p14:xfrm>
              <a:off x="11025465" y="5659935"/>
              <a:ext cx="208440" cy="3564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C9B580D-CDFC-45BD-5D9C-8B701053B2E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019345" y="5653815"/>
                <a:ext cx="220680" cy="36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5733BF8-AE11-9768-4DD3-6BB0FB48EA30}"/>
              </a:ext>
            </a:extLst>
          </p:cNvPr>
          <p:cNvGrpSpPr/>
          <p:nvPr/>
        </p:nvGrpSpPr>
        <p:grpSpPr>
          <a:xfrm>
            <a:off x="4799625" y="3596415"/>
            <a:ext cx="1593360" cy="1948680"/>
            <a:chOff x="4799625" y="3596415"/>
            <a:chExt cx="1593360" cy="19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A4537A-9340-E5A0-E3C0-87E852875BE1}"/>
                    </a:ext>
                  </a:extLst>
                </p14:cNvPr>
                <p14:cNvContentPartPr/>
                <p14:nvPr/>
              </p14:nvContentPartPr>
              <p14:xfrm>
                <a:off x="4799625" y="3852735"/>
                <a:ext cx="929520" cy="106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A4537A-9340-E5A0-E3C0-87E852875BE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93505" y="3846615"/>
                  <a:ext cx="941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9CC69B-0179-911C-F01A-B18C7ACA344A}"/>
                    </a:ext>
                  </a:extLst>
                </p14:cNvPr>
                <p14:cNvContentPartPr/>
                <p14:nvPr/>
              </p14:nvContentPartPr>
              <p14:xfrm>
                <a:off x="5502345" y="3596415"/>
                <a:ext cx="336240" cy="540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9CC69B-0179-911C-F01A-B18C7ACA34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96225" y="3590295"/>
                  <a:ext cx="3484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76913E-E3EE-6254-88B6-A6B81D5EF293}"/>
                    </a:ext>
                  </a:extLst>
                </p14:cNvPr>
                <p14:cNvContentPartPr/>
                <p14:nvPr/>
              </p14:nvContentPartPr>
              <p14:xfrm>
                <a:off x="6272745" y="4028415"/>
                <a:ext cx="79200" cy="36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76913E-E3EE-6254-88B6-A6B81D5EF29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66625" y="4022295"/>
                  <a:ext cx="91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5CFEE4-13E7-3002-B0AA-8DCD0BFA43BA}"/>
                    </a:ext>
                  </a:extLst>
                </p14:cNvPr>
                <p14:cNvContentPartPr/>
                <p14:nvPr/>
              </p14:nvContentPartPr>
              <p14:xfrm>
                <a:off x="5644185" y="3831135"/>
                <a:ext cx="748800" cy="1647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5CFEE4-13E7-3002-B0AA-8DCD0BFA43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38065" y="3825015"/>
                  <a:ext cx="761040" cy="16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6731C6D-6F7D-592B-F54D-545CBF56900B}"/>
                    </a:ext>
                  </a:extLst>
                </p14:cNvPr>
                <p14:cNvContentPartPr/>
                <p14:nvPr/>
              </p14:nvContentPartPr>
              <p14:xfrm>
                <a:off x="6221265" y="5496495"/>
                <a:ext cx="16200" cy="48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6731C6D-6F7D-592B-F54D-545CBF56900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15145" y="5490375"/>
                  <a:ext cx="2844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315378C-9BBD-5991-87EF-3A39146EFD20}"/>
              </a:ext>
            </a:extLst>
          </p:cNvPr>
          <p:cNvGrpSpPr/>
          <p:nvPr/>
        </p:nvGrpSpPr>
        <p:grpSpPr>
          <a:xfrm>
            <a:off x="7062225" y="3652215"/>
            <a:ext cx="1165680" cy="773640"/>
            <a:chOff x="7062225" y="3652215"/>
            <a:chExt cx="1165680" cy="77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4F82590-1FD3-A60F-CF63-A053BC1D9A20}"/>
                    </a:ext>
                  </a:extLst>
                </p14:cNvPr>
                <p14:cNvContentPartPr/>
                <p14:nvPr/>
              </p14:nvContentPartPr>
              <p14:xfrm>
                <a:off x="7149345" y="3652215"/>
                <a:ext cx="475920" cy="636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4F82590-1FD3-A60F-CF63-A053BC1D9A2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43225" y="3646095"/>
                  <a:ext cx="48816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141569-A730-8F2D-EBD8-513C24F97C95}"/>
                    </a:ext>
                  </a:extLst>
                </p14:cNvPr>
                <p14:cNvContentPartPr/>
                <p14:nvPr/>
              </p14:nvContentPartPr>
              <p14:xfrm>
                <a:off x="7689705" y="3859935"/>
                <a:ext cx="252360" cy="285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141569-A730-8F2D-EBD8-513C24F97C9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683585" y="3853815"/>
                  <a:ext cx="264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CBE9DC-2DD0-9CB9-8CB3-BC8B41CEC60B}"/>
                    </a:ext>
                  </a:extLst>
                </p14:cNvPr>
                <p14:cNvContentPartPr/>
                <p14:nvPr/>
              </p14:nvContentPartPr>
              <p14:xfrm>
                <a:off x="8040705" y="3825015"/>
                <a:ext cx="187200" cy="273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CBE9DC-2DD0-9CB9-8CB3-BC8B41CEC6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34585" y="3818895"/>
                  <a:ext cx="199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2379B70-1B7B-0C79-A881-1582A8F50909}"/>
                    </a:ext>
                  </a:extLst>
                </p14:cNvPr>
                <p14:cNvContentPartPr/>
                <p14:nvPr/>
              </p14:nvContentPartPr>
              <p14:xfrm>
                <a:off x="7062225" y="4116975"/>
                <a:ext cx="933480" cy="308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2379B70-1B7B-0C79-A881-1582A8F5090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56105" y="4110855"/>
                  <a:ext cx="9457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396CAAA-4DCA-6CE0-8073-1E73F4078394}"/>
              </a:ext>
            </a:extLst>
          </p:cNvPr>
          <p:cNvGrpSpPr/>
          <p:nvPr/>
        </p:nvGrpSpPr>
        <p:grpSpPr>
          <a:xfrm>
            <a:off x="8721465" y="3570855"/>
            <a:ext cx="1260720" cy="464400"/>
            <a:chOff x="8721465" y="3570855"/>
            <a:chExt cx="126072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D27207-02C0-911A-7CE2-F68068567008}"/>
                    </a:ext>
                  </a:extLst>
                </p14:cNvPr>
                <p14:cNvContentPartPr/>
                <p14:nvPr/>
              </p14:nvContentPartPr>
              <p14:xfrm>
                <a:off x="8721465" y="3570855"/>
                <a:ext cx="450000" cy="252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D27207-02C0-911A-7CE2-F6806856700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15345" y="3564735"/>
                  <a:ext cx="462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E1162C-9414-AB98-9E27-3E6FD2E28ACC}"/>
                    </a:ext>
                  </a:extLst>
                </p14:cNvPr>
                <p14:cNvContentPartPr/>
                <p14:nvPr/>
              </p14:nvContentPartPr>
              <p14:xfrm>
                <a:off x="9341025" y="3677775"/>
                <a:ext cx="124560" cy="124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E1162C-9414-AB98-9E27-3E6FD2E28AC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4905" y="3671655"/>
                  <a:ext cx="136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20A820D-72C0-6232-A48B-ACDB1B6E6A25}"/>
                    </a:ext>
                  </a:extLst>
                </p14:cNvPr>
                <p14:cNvContentPartPr/>
                <p14:nvPr/>
              </p14:nvContentPartPr>
              <p14:xfrm>
                <a:off x="9588705" y="3690015"/>
                <a:ext cx="182880" cy="199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20A820D-72C0-6232-A48B-ACDB1B6E6A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82585" y="3683895"/>
                  <a:ext cx="195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E3200CE-75FA-9BC7-549A-A2F404DA2567}"/>
                    </a:ext>
                  </a:extLst>
                </p14:cNvPr>
                <p14:cNvContentPartPr/>
                <p14:nvPr/>
              </p14:nvContentPartPr>
              <p14:xfrm>
                <a:off x="9440385" y="3875415"/>
                <a:ext cx="541800" cy="159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E3200CE-75FA-9BC7-549A-A2F404DA25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34265" y="3869295"/>
                  <a:ext cx="554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AE2EC4-B7EE-B08F-8D21-CD70F544F4FA}"/>
              </a:ext>
            </a:extLst>
          </p:cNvPr>
          <p:cNvGrpSpPr/>
          <p:nvPr/>
        </p:nvGrpSpPr>
        <p:grpSpPr>
          <a:xfrm>
            <a:off x="10331745" y="3202935"/>
            <a:ext cx="1614960" cy="776880"/>
            <a:chOff x="10331745" y="3202935"/>
            <a:chExt cx="1614960" cy="77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BFD0DC-7B64-AFC0-4A9A-BA572DE54BEE}"/>
                    </a:ext>
                  </a:extLst>
                </p14:cNvPr>
                <p14:cNvContentPartPr/>
                <p14:nvPr/>
              </p14:nvContentPartPr>
              <p14:xfrm>
                <a:off x="10331745" y="3230295"/>
                <a:ext cx="287640" cy="59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BFD0DC-7B64-AFC0-4A9A-BA572DE54BE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25625" y="3224175"/>
                  <a:ext cx="29988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6171D4-5E1B-BCB4-9692-11B096D7FD14}"/>
                    </a:ext>
                  </a:extLst>
                </p14:cNvPr>
                <p14:cNvContentPartPr/>
                <p14:nvPr/>
              </p14:nvContentPartPr>
              <p14:xfrm>
                <a:off x="10423905" y="3225255"/>
                <a:ext cx="136440" cy="754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6171D4-5E1B-BCB4-9692-11B096D7FD1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17785" y="3219135"/>
                  <a:ext cx="1486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914BF1-57C6-7F27-421F-223052462A98}"/>
                    </a:ext>
                  </a:extLst>
                </p14:cNvPr>
                <p14:cNvContentPartPr/>
                <p14:nvPr/>
              </p14:nvContentPartPr>
              <p14:xfrm>
                <a:off x="10874985" y="3202935"/>
                <a:ext cx="53640" cy="601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914BF1-57C6-7F27-421F-223052462A9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68865" y="3196815"/>
                  <a:ext cx="658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DAF56B0-9060-181F-01C6-C587B8F0F91A}"/>
                    </a:ext>
                  </a:extLst>
                </p14:cNvPr>
                <p14:cNvContentPartPr/>
                <p14:nvPr/>
              </p14:nvContentPartPr>
              <p14:xfrm>
                <a:off x="11104665" y="3426855"/>
                <a:ext cx="452160" cy="284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DAF56B0-9060-181F-01C6-C587B8F0F9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98545" y="3420735"/>
                  <a:ext cx="4644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4133A6C-2181-8E09-BAA1-670BF1BD7013}"/>
                    </a:ext>
                  </a:extLst>
                </p14:cNvPr>
                <p14:cNvContentPartPr/>
                <p14:nvPr/>
              </p14:nvContentPartPr>
              <p14:xfrm>
                <a:off x="11604705" y="3551415"/>
                <a:ext cx="195840" cy="156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4133A6C-2181-8E09-BAA1-670BF1BD70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598585" y="3544935"/>
                  <a:ext cx="208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BE0FEC5-7960-8304-39A6-4D0846D64BC3}"/>
                    </a:ext>
                  </a:extLst>
                </p14:cNvPr>
                <p14:cNvContentPartPr/>
                <p14:nvPr/>
              </p14:nvContentPartPr>
              <p14:xfrm>
                <a:off x="11921145" y="3677775"/>
                <a:ext cx="25560" cy="50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BE0FEC5-7960-8304-39A6-4D0846D64BC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915025" y="3671655"/>
                  <a:ext cx="37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815AC7-FD22-DB7B-340C-7A846E15470F}"/>
                    </a:ext>
                  </a:extLst>
                </p14:cNvPr>
                <p14:cNvContentPartPr/>
                <p14:nvPr/>
              </p14:nvContentPartPr>
              <p14:xfrm>
                <a:off x="11633145" y="3603615"/>
                <a:ext cx="282600" cy="82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815AC7-FD22-DB7B-340C-7A846E15470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7025" y="3597495"/>
                  <a:ext cx="294840" cy="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7112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89BA399-28FE-D38D-357A-234507A6B97B}"/>
              </a:ext>
            </a:extLst>
          </p:cNvPr>
          <p:cNvGrpSpPr/>
          <p:nvPr/>
        </p:nvGrpSpPr>
        <p:grpSpPr>
          <a:xfrm>
            <a:off x="865545" y="467295"/>
            <a:ext cx="10616040" cy="5461560"/>
            <a:chOff x="865545" y="467295"/>
            <a:chExt cx="10616040" cy="54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2895522-C250-F0D8-A480-A059E679F9AA}"/>
                    </a:ext>
                  </a:extLst>
                </p14:cNvPr>
                <p14:cNvContentPartPr/>
                <p14:nvPr/>
              </p14:nvContentPartPr>
              <p14:xfrm>
                <a:off x="1514265" y="805695"/>
                <a:ext cx="1375200" cy="284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2895522-C250-F0D8-A480-A059E679F9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8145" y="799575"/>
                  <a:ext cx="1387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7DC636C-E3BD-263A-A70C-BDFCC4EDBBE9}"/>
                    </a:ext>
                  </a:extLst>
                </p14:cNvPr>
                <p14:cNvContentPartPr/>
                <p14:nvPr/>
              </p14:nvContentPartPr>
              <p14:xfrm>
                <a:off x="2035545" y="986055"/>
                <a:ext cx="79200" cy="62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7DC636C-E3BD-263A-A70C-BDFCC4EDBB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9425" y="979935"/>
                  <a:ext cx="914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B2D32B-40D2-67DE-4AAA-30F176D11ED9}"/>
                    </a:ext>
                  </a:extLst>
                </p14:cNvPr>
                <p14:cNvContentPartPr/>
                <p14:nvPr/>
              </p14:nvContentPartPr>
              <p14:xfrm>
                <a:off x="2539905" y="1159215"/>
                <a:ext cx="420480" cy="347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B2D32B-40D2-67DE-4AAA-30F176D11E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33785" y="1153095"/>
                  <a:ext cx="4327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D96FFF-B9B6-9106-F08B-F5E1670468AB}"/>
                    </a:ext>
                  </a:extLst>
                </p14:cNvPr>
                <p14:cNvContentPartPr/>
                <p14:nvPr/>
              </p14:nvContentPartPr>
              <p14:xfrm>
                <a:off x="3007185" y="1177935"/>
                <a:ext cx="359280" cy="7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D96FFF-B9B6-9106-F08B-F5E1670468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01065" y="1171815"/>
                  <a:ext cx="371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96E14C-369F-3212-3B8E-8AE5FDEA2457}"/>
                    </a:ext>
                  </a:extLst>
                </p14:cNvPr>
                <p14:cNvContentPartPr/>
                <p14:nvPr/>
              </p14:nvContentPartPr>
              <p14:xfrm>
                <a:off x="3011505" y="1268655"/>
                <a:ext cx="295200" cy="222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96E14C-369F-3212-3B8E-8AE5FDEA24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5385" y="1262535"/>
                  <a:ext cx="307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369CD93-91FC-6418-62D8-FBF7A15DDAEE}"/>
                    </a:ext>
                  </a:extLst>
                </p14:cNvPr>
                <p14:cNvContentPartPr/>
                <p14:nvPr/>
              </p14:nvContentPartPr>
              <p14:xfrm>
                <a:off x="3704865" y="878775"/>
                <a:ext cx="182520" cy="46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369CD93-91FC-6418-62D8-FBF7A15DDA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98745" y="872655"/>
                  <a:ext cx="1947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AFB5D6-417A-0914-DF9E-E6138CB38EF7}"/>
                    </a:ext>
                  </a:extLst>
                </p14:cNvPr>
                <p14:cNvContentPartPr/>
                <p14:nvPr/>
              </p14:nvContentPartPr>
              <p14:xfrm>
                <a:off x="3571665" y="1094775"/>
                <a:ext cx="534240" cy="12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AFB5D6-417A-0914-DF9E-E6138CB38E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5545" y="1088655"/>
                  <a:ext cx="546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E630C8E-F9F5-A1D8-D196-9736431366DE}"/>
                    </a:ext>
                  </a:extLst>
                </p14:cNvPr>
                <p14:cNvContentPartPr/>
                <p14:nvPr/>
              </p14:nvContentPartPr>
              <p14:xfrm>
                <a:off x="5685945" y="916575"/>
                <a:ext cx="1133280" cy="9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E630C8E-F9F5-A1D8-D196-9736431366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79825" y="910455"/>
                  <a:ext cx="1145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69BD84-EE15-6A05-C5DC-1AC4DCBC1076}"/>
                    </a:ext>
                  </a:extLst>
                </p14:cNvPr>
                <p14:cNvContentPartPr/>
                <p14:nvPr/>
              </p14:nvContentPartPr>
              <p14:xfrm>
                <a:off x="6327465" y="467295"/>
                <a:ext cx="505080" cy="889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69BD84-EE15-6A05-C5DC-1AC4DCBC10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21345" y="461175"/>
                  <a:ext cx="51732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32E94C-8F9E-2F91-E174-A606A2B1B294}"/>
                    </a:ext>
                  </a:extLst>
                </p14:cNvPr>
                <p14:cNvContentPartPr/>
                <p14:nvPr/>
              </p14:nvContentPartPr>
              <p14:xfrm>
                <a:off x="7685745" y="648375"/>
                <a:ext cx="78480" cy="558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32E94C-8F9E-2F91-E174-A606A2B1B2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79625" y="642255"/>
                  <a:ext cx="907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D764F7-0003-E7C0-655D-B15039AEB1EE}"/>
                    </a:ext>
                  </a:extLst>
                </p14:cNvPr>
                <p14:cNvContentPartPr/>
                <p14:nvPr/>
              </p14:nvContentPartPr>
              <p14:xfrm>
                <a:off x="7868985" y="569895"/>
                <a:ext cx="568800" cy="554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D764F7-0003-E7C0-655D-B15039AEB1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62865" y="563775"/>
                  <a:ext cx="5810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5985113-EBC4-6E6C-1380-2D25354ADEE9}"/>
                    </a:ext>
                  </a:extLst>
                </p14:cNvPr>
                <p14:cNvContentPartPr/>
                <p14:nvPr/>
              </p14:nvContentPartPr>
              <p14:xfrm>
                <a:off x="8703105" y="721455"/>
                <a:ext cx="257040" cy="283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5985113-EBC4-6E6C-1380-2D25354ADE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96985" y="715335"/>
                  <a:ext cx="269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B706E5-CDF2-D6F4-DF19-F2E7626A6C0C}"/>
                    </a:ext>
                  </a:extLst>
                </p14:cNvPr>
                <p14:cNvContentPartPr/>
                <p14:nvPr/>
              </p14:nvContentPartPr>
              <p14:xfrm>
                <a:off x="9043305" y="702735"/>
                <a:ext cx="812880" cy="248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B706E5-CDF2-D6F4-DF19-F2E7626A6C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37185" y="696615"/>
                  <a:ext cx="8251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3618C7-6F1F-CA59-0949-441D3CBB56FF}"/>
                    </a:ext>
                  </a:extLst>
                </p14:cNvPr>
                <p14:cNvContentPartPr/>
                <p14:nvPr/>
              </p14:nvContentPartPr>
              <p14:xfrm>
                <a:off x="9905505" y="686175"/>
                <a:ext cx="422280" cy="262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3618C7-6F1F-CA59-0949-441D3CBB56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99385" y="680055"/>
                  <a:ext cx="434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D70765-A66A-69D0-A41B-0DEBE149C870}"/>
                    </a:ext>
                  </a:extLst>
                </p14:cNvPr>
                <p14:cNvContentPartPr/>
                <p14:nvPr/>
              </p14:nvContentPartPr>
              <p14:xfrm>
                <a:off x="10537305" y="496095"/>
                <a:ext cx="105480" cy="56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D70765-A66A-69D0-A41B-0DEBE149C8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31185" y="489975"/>
                  <a:ext cx="11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BFA8E4-8429-8A9F-A9C3-956737CB887A}"/>
                    </a:ext>
                  </a:extLst>
                </p14:cNvPr>
                <p14:cNvContentPartPr/>
                <p14:nvPr/>
              </p14:nvContentPartPr>
              <p14:xfrm>
                <a:off x="10644945" y="543615"/>
                <a:ext cx="651240" cy="440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BFA8E4-8429-8A9F-A9C3-956737CB88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38825" y="537495"/>
                  <a:ext cx="6634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39FFFE-626E-B7E6-0E55-8A8A2812F043}"/>
                    </a:ext>
                  </a:extLst>
                </p14:cNvPr>
                <p14:cNvContentPartPr/>
                <p14:nvPr/>
              </p14:nvContentPartPr>
              <p14:xfrm>
                <a:off x="6450945" y="1746735"/>
                <a:ext cx="659880" cy="52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39FFFE-626E-B7E6-0E55-8A8A2812F0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44825" y="1740615"/>
                  <a:ext cx="6721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9CFC4F-0E27-E6AA-2E7B-4EF2253C8C6A}"/>
                    </a:ext>
                  </a:extLst>
                </p14:cNvPr>
                <p14:cNvContentPartPr/>
                <p14:nvPr/>
              </p14:nvContentPartPr>
              <p14:xfrm>
                <a:off x="6986625" y="1590495"/>
                <a:ext cx="1628280" cy="543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9CFC4F-0E27-E6AA-2E7B-4EF2253C8C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80505" y="1584375"/>
                  <a:ext cx="164052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EBB1C52-A83F-52F8-E60A-54ACF9530AF8}"/>
                    </a:ext>
                  </a:extLst>
                </p14:cNvPr>
                <p14:cNvContentPartPr/>
                <p14:nvPr/>
              </p14:nvContentPartPr>
              <p14:xfrm>
                <a:off x="8790585" y="1973175"/>
                <a:ext cx="55080" cy="38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EBB1C52-A83F-52F8-E60A-54ACF9530AF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84465" y="1967055"/>
                  <a:ext cx="67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A3EE77-FC15-2966-8BCA-956B429C4F8B}"/>
                    </a:ext>
                  </a:extLst>
                </p14:cNvPr>
                <p14:cNvContentPartPr/>
                <p14:nvPr/>
              </p14:nvContentPartPr>
              <p14:xfrm>
                <a:off x="5091945" y="2203215"/>
                <a:ext cx="1136520" cy="75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A3EE77-FC15-2966-8BCA-956B429C4F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85825" y="2197095"/>
                  <a:ext cx="1148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3F3D33-C67F-687B-448C-126C90D6F2C0}"/>
                    </a:ext>
                  </a:extLst>
                </p14:cNvPr>
                <p14:cNvContentPartPr/>
                <p14:nvPr/>
              </p14:nvContentPartPr>
              <p14:xfrm>
                <a:off x="4517385" y="1839615"/>
                <a:ext cx="821880" cy="618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3F3D33-C67F-687B-448C-126C90D6F2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11265" y="1833495"/>
                  <a:ext cx="83412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BB156E-3A64-A76A-D44A-DC7865FA5B29}"/>
                    </a:ext>
                  </a:extLst>
                </p14:cNvPr>
                <p14:cNvContentPartPr/>
                <p14:nvPr/>
              </p14:nvContentPartPr>
              <p14:xfrm>
                <a:off x="865545" y="2236335"/>
                <a:ext cx="125280" cy="68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BB156E-3A64-A76A-D44A-DC7865FA5B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9425" y="2230215"/>
                  <a:ext cx="1375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24473B-929A-6CBB-3773-3C89C1D89AF4}"/>
                    </a:ext>
                  </a:extLst>
                </p14:cNvPr>
                <p14:cNvContentPartPr/>
                <p14:nvPr/>
              </p14:nvContentPartPr>
              <p14:xfrm>
                <a:off x="1103865" y="2174055"/>
                <a:ext cx="560520" cy="609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24473B-929A-6CBB-3773-3C89C1D89A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7745" y="2167935"/>
                  <a:ext cx="5727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DA7C45-ACC6-85E9-249B-32CC44967334}"/>
                    </a:ext>
                  </a:extLst>
                </p14:cNvPr>
                <p14:cNvContentPartPr/>
                <p14:nvPr/>
              </p14:nvContentPartPr>
              <p14:xfrm>
                <a:off x="2008545" y="2176935"/>
                <a:ext cx="748800" cy="498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DA7C45-ACC6-85E9-249B-32CC449673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02425" y="2170815"/>
                  <a:ext cx="7610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51BB6F-C20A-FB35-8EAC-5D80FDDA322E}"/>
                    </a:ext>
                  </a:extLst>
                </p14:cNvPr>
                <p14:cNvContentPartPr/>
                <p14:nvPr/>
              </p14:nvContentPartPr>
              <p14:xfrm>
                <a:off x="2749065" y="2151735"/>
                <a:ext cx="122400" cy="521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51BB6F-C20A-FB35-8EAC-5D80FDDA32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42945" y="2145615"/>
                  <a:ext cx="1346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D26C29-FD93-4F4F-A6BC-76A5726BB6D2}"/>
                    </a:ext>
                  </a:extLst>
                </p14:cNvPr>
                <p14:cNvContentPartPr/>
                <p14:nvPr/>
              </p14:nvContentPartPr>
              <p14:xfrm>
                <a:off x="2811705" y="1913055"/>
                <a:ext cx="244440" cy="602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D26C29-FD93-4F4F-A6BC-76A5726BB6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05585" y="1906935"/>
                  <a:ext cx="25668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C435A0-8307-52FA-C897-1B156F671C5C}"/>
                    </a:ext>
                  </a:extLst>
                </p14:cNvPr>
                <p14:cNvContentPartPr/>
                <p14:nvPr/>
              </p14:nvContentPartPr>
              <p14:xfrm>
                <a:off x="3364665" y="2344695"/>
                <a:ext cx="71280" cy="12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C435A0-8307-52FA-C897-1B156F671C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8545" y="2338575"/>
                  <a:ext cx="83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F9BCC3-88EA-D3EC-7E00-3C1A230BF91E}"/>
                    </a:ext>
                  </a:extLst>
                </p14:cNvPr>
                <p14:cNvContentPartPr/>
                <p14:nvPr/>
              </p14:nvContentPartPr>
              <p14:xfrm>
                <a:off x="915585" y="2670135"/>
                <a:ext cx="2288520" cy="56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F9BCC3-88EA-D3EC-7E00-3C1A230BF9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9465" y="2664015"/>
                  <a:ext cx="230076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7E03EE0-321D-337E-D47D-5CEC0AB60046}"/>
                    </a:ext>
                  </a:extLst>
                </p14:cNvPr>
                <p14:cNvContentPartPr/>
                <p14:nvPr/>
              </p14:nvContentPartPr>
              <p14:xfrm>
                <a:off x="3601905" y="2960655"/>
                <a:ext cx="79200" cy="535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7E03EE0-321D-337E-D47D-5CEC0AB6004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95785" y="2954535"/>
                  <a:ext cx="914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B68D69-CBFC-6A8E-D6DA-A140430DC383}"/>
                    </a:ext>
                  </a:extLst>
                </p14:cNvPr>
                <p14:cNvContentPartPr/>
                <p14:nvPr/>
              </p14:nvContentPartPr>
              <p14:xfrm>
                <a:off x="3276105" y="2734575"/>
                <a:ext cx="722880" cy="972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B68D69-CBFC-6A8E-D6DA-A140430DC3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69985" y="2728455"/>
                  <a:ext cx="73512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7656AE-70E0-0166-5CE3-BC6A5530173F}"/>
                    </a:ext>
                  </a:extLst>
                </p14:cNvPr>
                <p14:cNvContentPartPr/>
                <p14:nvPr/>
              </p14:nvContentPartPr>
              <p14:xfrm>
                <a:off x="3655545" y="4017255"/>
                <a:ext cx="279720" cy="45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7656AE-70E0-0166-5CE3-BC6A553017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49425" y="4011135"/>
                  <a:ext cx="2919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1F5AFA-6C4C-85D9-2E5E-E0F9B0C4057D}"/>
                    </a:ext>
                  </a:extLst>
                </p14:cNvPr>
                <p14:cNvContentPartPr/>
                <p14:nvPr/>
              </p14:nvContentPartPr>
              <p14:xfrm>
                <a:off x="3163785" y="3917175"/>
                <a:ext cx="1011600" cy="81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1F5AFA-6C4C-85D9-2E5E-E0F9B0C405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57665" y="3911055"/>
                  <a:ext cx="102384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AE6E50-26F8-1810-41CF-4366937A6D1B}"/>
                    </a:ext>
                  </a:extLst>
                </p14:cNvPr>
                <p14:cNvContentPartPr/>
                <p14:nvPr/>
              </p14:nvContentPartPr>
              <p14:xfrm>
                <a:off x="4756425" y="2867415"/>
                <a:ext cx="84600" cy="495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AE6E50-26F8-1810-41CF-4366937A6D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50305" y="2861295"/>
                  <a:ext cx="968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92ACB7-A9B7-C776-3C71-A899FD60518C}"/>
                    </a:ext>
                  </a:extLst>
                </p14:cNvPr>
                <p14:cNvContentPartPr/>
                <p14:nvPr/>
              </p14:nvContentPartPr>
              <p14:xfrm>
                <a:off x="4945425" y="2634135"/>
                <a:ext cx="277200" cy="73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92ACB7-A9B7-C776-3C71-A899FD6051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39305" y="2628015"/>
                  <a:ext cx="28944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B6BC63E-E493-53C1-FB2B-C7D32EC2EFFB}"/>
                    </a:ext>
                  </a:extLst>
                </p14:cNvPr>
                <p14:cNvContentPartPr/>
                <p14:nvPr/>
              </p14:nvContentPartPr>
              <p14:xfrm>
                <a:off x="5706825" y="2694975"/>
                <a:ext cx="326520" cy="54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B6BC63E-E493-53C1-FB2B-C7D32EC2EFF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00705" y="2688855"/>
                  <a:ext cx="3387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1EA2FF4-208B-D91E-AE85-0DC5AFB0DCD8}"/>
                    </a:ext>
                  </a:extLst>
                </p14:cNvPr>
                <p14:cNvContentPartPr/>
                <p14:nvPr/>
              </p14:nvContentPartPr>
              <p14:xfrm>
                <a:off x="6359145" y="2747175"/>
                <a:ext cx="366480" cy="429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1EA2FF4-208B-D91E-AE85-0DC5AFB0DC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53025" y="2741055"/>
                  <a:ext cx="3787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DAA6A3-1C87-4F92-30E4-5E63EA5400C1}"/>
                    </a:ext>
                  </a:extLst>
                </p14:cNvPr>
                <p14:cNvContentPartPr/>
                <p14:nvPr/>
              </p14:nvContentPartPr>
              <p14:xfrm>
                <a:off x="7211985" y="2879655"/>
                <a:ext cx="24480" cy="3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DAA6A3-1C87-4F92-30E4-5E63EA5400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05865" y="2873535"/>
                  <a:ext cx="36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B3CB55-D40B-4173-5137-E13F80640CB9}"/>
                    </a:ext>
                  </a:extLst>
                </p14:cNvPr>
                <p14:cNvContentPartPr/>
                <p14:nvPr/>
              </p14:nvContentPartPr>
              <p14:xfrm>
                <a:off x="4873425" y="3804135"/>
                <a:ext cx="622080" cy="97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B3CB55-D40B-4173-5137-E13F80640C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67305" y="3798015"/>
                  <a:ext cx="634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E06E688-8687-F25C-6E22-43E8DC4274C9}"/>
                    </a:ext>
                  </a:extLst>
                </p14:cNvPr>
                <p14:cNvContentPartPr/>
                <p14:nvPr/>
              </p14:nvContentPartPr>
              <p14:xfrm>
                <a:off x="5209665" y="3951375"/>
                <a:ext cx="119160" cy="356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E06E688-8687-F25C-6E22-43E8DC4274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03545" y="3945255"/>
                  <a:ext cx="131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C26941-490A-ED97-DA92-87BEAF9014E0}"/>
                    </a:ext>
                  </a:extLst>
                </p14:cNvPr>
                <p14:cNvContentPartPr/>
                <p14:nvPr/>
              </p14:nvContentPartPr>
              <p14:xfrm>
                <a:off x="5480385" y="3782175"/>
                <a:ext cx="572040" cy="854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C26941-490A-ED97-DA92-87BEAF9014E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74265" y="3776055"/>
                  <a:ext cx="58428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AEEC391-FA25-7CC7-8032-DB8D8C0751D4}"/>
                    </a:ext>
                  </a:extLst>
                </p14:cNvPr>
                <p14:cNvContentPartPr/>
                <p14:nvPr/>
              </p14:nvContentPartPr>
              <p14:xfrm>
                <a:off x="6261225" y="4138575"/>
                <a:ext cx="211680" cy="30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AEEC391-FA25-7CC7-8032-DB8D8C0751D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55105" y="4132455"/>
                  <a:ext cx="223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B3BF8D-5F45-3875-7721-BF188EFC1C6D}"/>
                    </a:ext>
                  </a:extLst>
                </p14:cNvPr>
                <p14:cNvContentPartPr/>
                <p14:nvPr/>
              </p14:nvContentPartPr>
              <p14:xfrm>
                <a:off x="7139265" y="3641775"/>
                <a:ext cx="149760" cy="47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B3BF8D-5F45-3875-7721-BF188EFC1C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33145" y="3635655"/>
                  <a:ext cx="1620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222DDCA-F4FF-386B-917F-4BB8C8BBF2E1}"/>
                    </a:ext>
                  </a:extLst>
                </p14:cNvPr>
                <p14:cNvContentPartPr/>
                <p14:nvPr/>
              </p14:nvContentPartPr>
              <p14:xfrm>
                <a:off x="7209825" y="3373215"/>
                <a:ext cx="281520" cy="163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222DDCA-F4FF-386B-917F-4BB8C8BBF2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3705" y="3367095"/>
                  <a:ext cx="293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D9C1D3-CD6E-D55A-343F-2C3C1848EC20}"/>
                    </a:ext>
                  </a:extLst>
                </p14:cNvPr>
                <p14:cNvContentPartPr/>
                <p14:nvPr/>
              </p14:nvContentPartPr>
              <p14:xfrm>
                <a:off x="6694305" y="4095375"/>
                <a:ext cx="472320" cy="9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D9C1D3-CD6E-D55A-343F-2C3C1848EC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88185" y="4089255"/>
                  <a:ext cx="484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1A0181-95E1-A38A-C257-599F3E20A844}"/>
                    </a:ext>
                  </a:extLst>
                </p14:cNvPr>
                <p14:cNvContentPartPr/>
                <p14:nvPr/>
              </p14:nvContentPartPr>
              <p14:xfrm>
                <a:off x="7707705" y="3369255"/>
                <a:ext cx="1038960" cy="994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1A0181-95E1-A38A-C257-599F3E20A8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01585" y="3363135"/>
                  <a:ext cx="1051200" cy="10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165743-7A70-63E5-F797-B3CC9CFA9DF8}"/>
                    </a:ext>
                  </a:extLst>
                </p14:cNvPr>
                <p14:cNvContentPartPr/>
                <p14:nvPr/>
              </p14:nvContentPartPr>
              <p14:xfrm>
                <a:off x="8886705" y="3871095"/>
                <a:ext cx="34560" cy="5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165743-7A70-63E5-F797-B3CC9CFA9DF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80585" y="3864975"/>
                  <a:ext cx="46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110285F-F32E-ACA4-8D48-FD38E8DFDEEF}"/>
                    </a:ext>
                  </a:extLst>
                </p14:cNvPr>
                <p14:cNvContentPartPr/>
                <p14:nvPr/>
              </p14:nvContentPartPr>
              <p14:xfrm>
                <a:off x="3728265" y="5252775"/>
                <a:ext cx="267480" cy="375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110285F-F32E-ACA4-8D48-FD38E8DFDEE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22145" y="5246655"/>
                  <a:ext cx="2797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4187F52-3227-0EE4-5841-436F5C876941}"/>
                    </a:ext>
                  </a:extLst>
                </p14:cNvPr>
                <p14:cNvContentPartPr/>
                <p14:nvPr/>
              </p14:nvContentPartPr>
              <p14:xfrm>
                <a:off x="3267825" y="4987455"/>
                <a:ext cx="1033920" cy="94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4187F52-3227-0EE4-5841-436F5C8769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61705" y="4981335"/>
                  <a:ext cx="104616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1F41059-BB39-B041-E1B7-615E5978CDB9}"/>
                    </a:ext>
                  </a:extLst>
                </p14:cNvPr>
                <p14:cNvContentPartPr/>
                <p14:nvPr/>
              </p14:nvContentPartPr>
              <p14:xfrm>
                <a:off x="5076105" y="5099415"/>
                <a:ext cx="501480" cy="259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1F41059-BB39-B041-E1B7-615E5978CDB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69985" y="5093295"/>
                  <a:ext cx="5137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6EB5F0-47FA-13B6-F4AE-0DAF12020D09}"/>
                    </a:ext>
                  </a:extLst>
                </p14:cNvPr>
                <p14:cNvContentPartPr/>
                <p14:nvPr/>
              </p14:nvContentPartPr>
              <p14:xfrm>
                <a:off x="5726265" y="5121015"/>
                <a:ext cx="113040" cy="29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6EB5F0-47FA-13B6-F4AE-0DAF12020D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20145" y="5114895"/>
                  <a:ext cx="125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5A6DB8-EABA-04A5-0C3C-5034DD6A73C5}"/>
                    </a:ext>
                  </a:extLst>
                </p14:cNvPr>
                <p14:cNvContentPartPr/>
                <p14:nvPr/>
              </p14:nvContentPartPr>
              <p14:xfrm>
                <a:off x="5913105" y="5011935"/>
                <a:ext cx="413640" cy="36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5A6DB8-EABA-04A5-0C3C-5034DD6A73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06985" y="5005815"/>
                  <a:ext cx="4258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440DD2-499E-7AC4-E59F-ADDA880F440B}"/>
                    </a:ext>
                  </a:extLst>
                </p14:cNvPr>
                <p14:cNvContentPartPr/>
                <p14:nvPr/>
              </p14:nvContentPartPr>
              <p14:xfrm>
                <a:off x="6335745" y="4779375"/>
                <a:ext cx="363960" cy="672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440DD2-499E-7AC4-E59F-ADDA880F440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29625" y="4773255"/>
                  <a:ext cx="37620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5A93FE-8017-50F1-63A5-FD435346A316}"/>
                    </a:ext>
                  </a:extLst>
                </p14:cNvPr>
                <p14:cNvContentPartPr/>
                <p14:nvPr/>
              </p14:nvContentPartPr>
              <p14:xfrm>
                <a:off x="6930825" y="4801695"/>
                <a:ext cx="833760" cy="597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5A93FE-8017-50F1-63A5-FD435346A3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24705" y="4795575"/>
                  <a:ext cx="84600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6727BA2-CCA9-A1F0-C720-8D0782A79403}"/>
                    </a:ext>
                  </a:extLst>
                </p14:cNvPr>
                <p14:cNvContentPartPr/>
                <p14:nvPr/>
              </p14:nvContentPartPr>
              <p14:xfrm>
                <a:off x="7895625" y="4840215"/>
                <a:ext cx="545400" cy="454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6727BA2-CCA9-A1F0-C720-8D0782A794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89505" y="4834095"/>
                  <a:ext cx="5576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74FFB54-6EEE-E875-1027-D214DC38016A}"/>
                    </a:ext>
                  </a:extLst>
                </p14:cNvPr>
                <p14:cNvContentPartPr/>
                <p14:nvPr/>
              </p14:nvContentPartPr>
              <p14:xfrm>
                <a:off x="8412945" y="4830855"/>
                <a:ext cx="366480" cy="398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74FFB54-6EEE-E875-1027-D214DC3801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06825" y="4824735"/>
                  <a:ext cx="3787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458865D-87D9-E7A0-65EA-93EEE2DAA600}"/>
                    </a:ext>
                  </a:extLst>
                </p14:cNvPr>
                <p14:cNvContentPartPr/>
                <p14:nvPr/>
              </p14:nvContentPartPr>
              <p14:xfrm>
                <a:off x="9042225" y="4788375"/>
                <a:ext cx="328320" cy="393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458865D-87D9-E7A0-65EA-93EEE2DAA6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36105" y="4782255"/>
                  <a:ext cx="3405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C31359-A031-7FF5-3108-22EF6B7613C3}"/>
                    </a:ext>
                  </a:extLst>
                </p14:cNvPr>
                <p14:cNvContentPartPr/>
                <p14:nvPr/>
              </p14:nvContentPartPr>
              <p14:xfrm>
                <a:off x="10028625" y="1887495"/>
                <a:ext cx="857160" cy="2992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C31359-A031-7FF5-3108-22EF6B7613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22505" y="1881375"/>
                  <a:ext cx="869400" cy="30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6FED19-6F54-94A3-F02A-F31B275715FA}"/>
                    </a:ext>
                  </a:extLst>
                </p14:cNvPr>
                <p14:cNvContentPartPr/>
                <p14:nvPr/>
              </p14:nvContentPartPr>
              <p14:xfrm>
                <a:off x="11214825" y="4079895"/>
                <a:ext cx="266760" cy="64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6FED19-6F54-94A3-F02A-F31B275715F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08705" y="4073775"/>
                  <a:ext cx="279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20D53B-A9DE-908A-DD07-BD0C3C62B312}"/>
                    </a:ext>
                  </a:extLst>
                </p14:cNvPr>
                <p14:cNvContentPartPr/>
                <p14:nvPr/>
              </p14:nvContentPartPr>
              <p14:xfrm>
                <a:off x="4940025" y="3127335"/>
                <a:ext cx="2124000" cy="476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20D53B-A9DE-908A-DD07-BD0C3C62B31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33905" y="3121215"/>
                  <a:ext cx="2136240" cy="48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6931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7A067FC-B31B-706F-9FDF-9DF317AA2D7A}"/>
              </a:ext>
            </a:extLst>
          </p:cNvPr>
          <p:cNvGrpSpPr/>
          <p:nvPr/>
        </p:nvGrpSpPr>
        <p:grpSpPr>
          <a:xfrm>
            <a:off x="156705" y="246975"/>
            <a:ext cx="1216080" cy="1148400"/>
            <a:chOff x="156705" y="246975"/>
            <a:chExt cx="1216080" cy="11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AD31E31-7F1C-241B-5416-01877D5CACC0}"/>
                    </a:ext>
                  </a:extLst>
                </p14:cNvPr>
                <p14:cNvContentPartPr/>
                <p14:nvPr/>
              </p14:nvContentPartPr>
              <p14:xfrm>
                <a:off x="550905" y="585735"/>
                <a:ext cx="453600" cy="561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AD31E31-7F1C-241B-5416-01877D5CACC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4785" y="579615"/>
                  <a:ext cx="46584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8FCD4CA-11B8-4463-08FA-0E275A5DFA7E}"/>
                    </a:ext>
                  </a:extLst>
                </p14:cNvPr>
                <p14:cNvContentPartPr/>
                <p14:nvPr/>
              </p14:nvContentPartPr>
              <p14:xfrm>
                <a:off x="156705" y="246975"/>
                <a:ext cx="1216080" cy="1148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8FCD4CA-11B8-4463-08FA-0E275A5DFA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585" y="240855"/>
                  <a:ext cx="1228320" cy="11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C7150B-625B-BA7E-7F73-D9F6DCD18F7E}"/>
              </a:ext>
            </a:extLst>
          </p:cNvPr>
          <p:cNvGrpSpPr/>
          <p:nvPr/>
        </p:nvGrpSpPr>
        <p:grpSpPr>
          <a:xfrm>
            <a:off x="1867425" y="219255"/>
            <a:ext cx="3335760" cy="1117800"/>
            <a:chOff x="1867425" y="219255"/>
            <a:chExt cx="3335760" cy="11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9D00F-01ED-F801-5E8D-EECB4519880F}"/>
                    </a:ext>
                  </a:extLst>
                </p14:cNvPr>
                <p14:cNvContentPartPr/>
                <p14:nvPr/>
              </p14:nvContentPartPr>
              <p14:xfrm>
                <a:off x="1867425" y="219255"/>
                <a:ext cx="646200" cy="1117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9D00F-01ED-F801-5E8D-EECB451988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61305" y="213135"/>
                  <a:ext cx="65844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DD70DD-6A21-D252-C2ED-0C58A9F88B8F}"/>
                    </a:ext>
                  </a:extLst>
                </p14:cNvPr>
                <p14:cNvContentPartPr/>
                <p14:nvPr/>
              </p14:nvContentPartPr>
              <p14:xfrm>
                <a:off x="2656185" y="755295"/>
                <a:ext cx="357840" cy="363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DD70DD-6A21-D252-C2ED-0C58A9F88B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50065" y="749175"/>
                  <a:ext cx="3700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8513C1-1FFF-87E6-E1A1-D4645802B4C6}"/>
                    </a:ext>
                  </a:extLst>
                </p14:cNvPr>
                <p14:cNvContentPartPr/>
                <p14:nvPr/>
              </p14:nvContentPartPr>
              <p14:xfrm>
                <a:off x="3263505" y="681135"/>
                <a:ext cx="894240" cy="41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8513C1-1FFF-87E6-E1A1-D4645802B4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7385" y="675015"/>
                  <a:ext cx="9064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7E7EC3D-8932-81F3-AE09-C20B56737D01}"/>
                    </a:ext>
                  </a:extLst>
                </p14:cNvPr>
                <p14:cNvContentPartPr/>
                <p14:nvPr/>
              </p14:nvContentPartPr>
              <p14:xfrm>
                <a:off x="4369425" y="521655"/>
                <a:ext cx="35640" cy="95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7E7EC3D-8932-81F3-AE09-C20B56737D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63305" y="515535"/>
                  <a:ext cx="47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0A800E-55DE-E378-1003-4A88F2890D56}"/>
                    </a:ext>
                  </a:extLst>
                </p14:cNvPr>
                <p14:cNvContentPartPr/>
                <p14:nvPr/>
              </p14:nvContentPartPr>
              <p14:xfrm>
                <a:off x="4397145" y="785175"/>
                <a:ext cx="203760" cy="28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0A800E-55DE-E378-1003-4A88F2890D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91025" y="779055"/>
                  <a:ext cx="216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BE437C-A572-0E8C-87D1-585F9242B707}"/>
                    </a:ext>
                  </a:extLst>
                </p14:cNvPr>
                <p14:cNvContentPartPr/>
                <p14:nvPr/>
              </p14:nvContentPartPr>
              <p14:xfrm>
                <a:off x="4803225" y="821895"/>
                <a:ext cx="136800" cy="248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BE437C-A572-0E8C-87D1-585F9242B7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97105" y="815775"/>
                  <a:ext cx="149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66AC54-E4E1-719D-351F-67D66A349043}"/>
                    </a:ext>
                  </a:extLst>
                </p14:cNvPr>
                <p14:cNvContentPartPr/>
                <p14:nvPr/>
              </p14:nvContentPartPr>
              <p14:xfrm>
                <a:off x="4705665" y="786975"/>
                <a:ext cx="497520" cy="467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66AC54-E4E1-719D-351F-67D66A3490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99545" y="780855"/>
                  <a:ext cx="509760" cy="47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2CCCD3-BC7E-A846-E3F3-16DDA92530D0}"/>
                  </a:ext>
                </a:extLst>
              </p14:cNvPr>
              <p14:cNvContentPartPr/>
              <p14:nvPr/>
            </p14:nvContentPartPr>
            <p14:xfrm>
              <a:off x="5967465" y="989655"/>
              <a:ext cx="405000" cy="102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2CCCD3-BC7E-A846-E3F3-16DDA92530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61345" y="983535"/>
                <a:ext cx="41724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28EBF0F3-EB1C-A007-AB78-CAFDEBC88A66}"/>
              </a:ext>
            </a:extLst>
          </p:cNvPr>
          <p:cNvGrpSpPr/>
          <p:nvPr/>
        </p:nvGrpSpPr>
        <p:grpSpPr>
          <a:xfrm>
            <a:off x="7444545" y="295575"/>
            <a:ext cx="3616200" cy="735840"/>
            <a:chOff x="7444545" y="295575"/>
            <a:chExt cx="361620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26C49D-1740-0D64-2347-94C5A8734607}"/>
                    </a:ext>
                  </a:extLst>
                </p14:cNvPr>
                <p14:cNvContentPartPr/>
                <p14:nvPr/>
              </p14:nvContentPartPr>
              <p14:xfrm>
                <a:off x="7444545" y="295575"/>
                <a:ext cx="1090080" cy="735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26C49D-1740-0D64-2347-94C5A87346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38425" y="289455"/>
                  <a:ext cx="110232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0F551C4-E2F3-471F-FE94-0628D856AFBA}"/>
                    </a:ext>
                  </a:extLst>
                </p14:cNvPr>
                <p14:cNvContentPartPr/>
                <p14:nvPr/>
              </p14:nvContentPartPr>
              <p14:xfrm>
                <a:off x="8664945" y="454695"/>
                <a:ext cx="227520" cy="43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0F551C4-E2F3-471F-FE94-0628D856AF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58825" y="448575"/>
                  <a:ext cx="2397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9EA7FC-5F42-6918-FD51-402166EE7072}"/>
                    </a:ext>
                  </a:extLst>
                </p14:cNvPr>
                <p14:cNvContentPartPr/>
                <p14:nvPr/>
              </p14:nvContentPartPr>
              <p14:xfrm>
                <a:off x="9146265" y="430215"/>
                <a:ext cx="115920" cy="354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9EA7FC-5F42-6918-FD51-402166EE70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40145" y="424095"/>
                  <a:ext cx="1281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8F24F9-E815-AF4C-98B4-F9DE1CFBFE64}"/>
                    </a:ext>
                  </a:extLst>
                </p14:cNvPr>
                <p14:cNvContentPartPr/>
                <p14:nvPr/>
              </p14:nvContentPartPr>
              <p14:xfrm>
                <a:off x="9011265" y="637575"/>
                <a:ext cx="383400" cy="9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8F24F9-E815-AF4C-98B4-F9DE1CFBFE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05145" y="631455"/>
                  <a:ext cx="39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AC9E37A-A24B-E899-DB5C-584B3C8A3737}"/>
                    </a:ext>
                  </a:extLst>
                </p14:cNvPr>
                <p14:cNvContentPartPr/>
                <p14:nvPr/>
              </p14:nvContentPartPr>
              <p14:xfrm>
                <a:off x="9423825" y="596895"/>
                <a:ext cx="270000" cy="268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AC9E37A-A24B-E899-DB5C-584B3C8A37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17705" y="590775"/>
                  <a:ext cx="282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0F5329E-A1E2-BED8-3603-CAD007AB0A7B}"/>
                    </a:ext>
                  </a:extLst>
                </p14:cNvPr>
                <p14:cNvContentPartPr/>
                <p14:nvPr/>
              </p14:nvContentPartPr>
              <p14:xfrm>
                <a:off x="9865185" y="462975"/>
                <a:ext cx="136440" cy="78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0F5329E-A1E2-BED8-3603-CAD007AB0A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59065" y="456855"/>
                  <a:ext cx="148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D1E8DC-72B0-24A1-D2B5-21AE06878A87}"/>
                    </a:ext>
                  </a:extLst>
                </p14:cNvPr>
                <p14:cNvContentPartPr/>
                <p14:nvPr/>
              </p14:nvContentPartPr>
              <p14:xfrm>
                <a:off x="9899025" y="552615"/>
                <a:ext cx="238320" cy="460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D1E8DC-72B0-24A1-D2B5-21AE06878A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92905" y="546495"/>
                  <a:ext cx="2505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ED6136-275C-1F94-6C6A-135948862481}"/>
                    </a:ext>
                  </a:extLst>
                </p14:cNvPr>
                <p14:cNvContentPartPr/>
                <p14:nvPr/>
              </p14:nvContentPartPr>
              <p14:xfrm>
                <a:off x="10334985" y="700575"/>
                <a:ext cx="331920" cy="226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ED6136-275C-1F94-6C6A-1359488624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28865" y="694455"/>
                  <a:ext cx="344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C03E2E-9A36-7065-FE98-20ED9A203D11}"/>
                    </a:ext>
                  </a:extLst>
                </p14:cNvPr>
                <p14:cNvContentPartPr/>
                <p14:nvPr/>
              </p14:nvContentPartPr>
              <p14:xfrm>
                <a:off x="10597785" y="795615"/>
                <a:ext cx="322560" cy="132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C03E2E-9A36-7065-FE98-20ED9A203D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91665" y="789495"/>
                  <a:ext cx="3348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67E716-943D-8FB7-0E9A-2C1F60EF6463}"/>
                    </a:ext>
                  </a:extLst>
                </p14:cNvPr>
                <p14:cNvContentPartPr/>
                <p14:nvPr/>
              </p14:nvContentPartPr>
              <p14:xfrm>
                <a:off x="11037705" y="813975"/>
                <a:ext cx="23040" cy="13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67E716-943D-8FB7-0E9A-2C1F60EF64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031585" y="807855"/>
                  <a:ext cx="3528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343620-A3A4-90DB-9317-136E58EE3CB5}"/>
              </a:ext>
            </a:extLst>
          </p:cNvPr>
          <p:cNvGrpSpPr/>
          <p:nvPr/>
        </p:nvGrpSpPr>
        <p:grpSpPr>
          <a:xfrm>
            <a:off x="611745" y="1623255"/>
            <a:ext cx="2624400" cy="2009520"/>
            <a:chOff x="611745" y="1623255"/>
            <a:chExt cx="2624400" cy="20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0BFD67-2EA8-5B78-E06D-A5D4141E0AE4}"/>
                    </a:ext>
                  </a:extLst>
                </p14:cNvPr>
                <p14:cNvContentPartPr/>
                <p14:nvPr/>
              </p14:nvContentPartPr>
              <p14:xfrm>
                <a:off x="900465" y="2943015"/>
                <a:ext cx="1752480" cy="199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0BFD67-2EA8-5B78-E06D-A5D4141E0A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4345" y="2936895"/>
                  <a:ext cx="17647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0783EC-267F-89B9-7484-78B88D53D254}"/>
                    </a:ext>
                  </a:extLst>
                </p14:cNvPr>
                <p14:cNvContentPartPr/>
                <p14:nvPr/>
              </p14:nvContentPartPr>
              <p14:xfrm>
                <a:off x="835305" y="1873095"/>
                <a:ext cx="2164680" cy="109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0783EC-267F-89B9-7484-78B88D53D2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9185" y="1866975"/>
                  <a:ext cx="217692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CA6724-803C-2B92-14E4-372A1E997F6A}"/>
                    </a:ext>
                  </a:extLst>
                </p14:cNvPr>
                <p14:cNvContentPartPr/>
                <p14:nvPr/>
              </p14:nvContentPartPr>
              <p14:xfrm>
                <a:off x="1821705" y="1900095"/>
                <a:ext cx="138600" cy="126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CA6724-803C-2B92-14E4-372A1E997F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15585" y="1893975"/>
                  <a:ext cx="150840" cy="12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BBDD06-ACAB-B90D-BAE3-191635CC5C9A}"/>
                    </a:ext>
                  </a:extLst>
                </p14:cNvPr>
                <p14:cNvContentPartPr/>
                <p14:nvPr/>
              </p14:nvContentPartPr>
              <p14:xfrm>
                <a:off x="1842585" y="2416695"/>
                <a:ext cx="376200" cy="110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BBDD06-ACAB-B90D-BAE3-191635CC5C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36465" y="2410575"/>
                  <a:ext cx="388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FF7217-58C8-8739-4CAA-F314698938CE}"/>
                    </a:ext>
                  </a:extLst>
                </p14:cNvPr>
                <p14:cNvContentPartPr/>
                <p14:nvPr/>
              </p14:nvContentPartPr>
              <p14:xfrm>
                <a:off x="1089105" y="2330295"/>
                <a:ext cx="563760" cy="10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FF7217-58C8-8739-4CAA-F314698938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2985" y="2324175"/>
                  <a:ext cx="576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69B5A6-54EA-31C8-17C1-C9483047A3A0}"/>
                    </a:ext>
                  </a:extLst>
                </p14:cNvPr>
                <p14:cNvContentPartPr/>
                <p14:nvPr/>
              </p14:nvContentPartPr>
              <p14:xfrm>
                <a:off x="1129065" y="2704695"/>
                <a:ext cx="600480" cy="13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69B5A6-54EA-31C8-17C1-C9483047A3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2945" y="2698575"/>
                  <a:ext cx="612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A5189C-3FBF-EDB3-4FA0-F639C0A53FFB}"/>
                    </a:ext>
                  </a:extLst>
                </p14:cNvPr>
                <p14:cNvContentPartPr/>
                <p14:nvPr/>
              </p14:nvContentPartPr>
              <p14:xfrm>
                <a:off x="1915665" y="2604975"/>
                <a:ext cx="743400" cy="245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A5189C-3FBF-EDB3-4FA0-F639C0A53F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9545" y="2598855"/>
                  <a:ext cx="755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4319DE-C5D2-4B3B-A7AE-8087A2CEAADF}"/>
                    </a:ext>
                  </a:extLst>
                </p14:cNvPr>
                <p14:cNvContentPartPr/>
                <p14:nvPr/>
              </p14:nvContentPartPr>
              <p14:xfrm>
                <a:off x="1280985" y="2545215"/>
                <a:ext cx="340920" cy="2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4319DE-C5D2-4B3B-A7AE-8087A2CEAA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74865" y="2539095"/>
                  <a:ext cx="353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9C5591E-A9E4-187B-2A8A-24B83A473E2F}"/>
                    </a:ext>
                  </a:extLst>
                </p14:cNvPr>
                <p14:cNvContentPartPr/>
                <p14:nvPr/>
              </p14:nvContentPartPr>
              <p14:xfrm>
                <a:off x="1953105" y="2515335"/>
                <a:ext cx="549000" cy="88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9C5591E-A9E4-187B-2A8A-24B83A473E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46985" y="2509215"/>
                  <a:ext cx="561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D7F16B-C355-19FC-3EB8-F973BF8FA49D}"/>
                    </a:ext>
                  </a:extLst>
                </p14:cNvPr>
                <p14:cNvContentPartPr/>
                <p14:nvPr/>
              </p14:nvContentPartPr>
              <p14:xfrm>
                <a:off x="611745" y="1623255"/>
                <a:ext cx="2624400" cy="2009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D7F16B-C355-19FC-3EB8-F973BF8FA4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5625" y="1617135"/>
                  <a:ext cx="2636640" cy="20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744141-6ECC-9F80-28F2-D97BF632861E}"/>
              </a:ext>
            </a:extLst>
          </p:cNvPr>
          <p:cNvGrpSpPr/>
          <p:nvPr/>
        </p:nvGrpSpPr>
        <p:grpSpPr>
          <a:xfrm>
            <a:off x="4405785" y="1545135"/>
            <a:ext cx="781200" cy="802800"/>
            <a:chOff x="4405785" y="1545135"/>
            <a:chExt cx="781200" cy="80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77239B-B6DD-2F5A-56FE-87039ED2A971}"/>
                    </a:ext>
                  </a:extLst>
                </p14:cNvPr>
                <p14:cNvContentPartPr/>
                <p14:nvPr/>
              </p14:nvContentPartPr>
              <p14:xfrm>
                <a:off x="4405785" y="1897935"/>
                <a:ext cx="781200" cy="115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77239B-B6DD-2F5A-56FE-87039ED2A9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99665" y="1891815"/>
                  <a:ext cx="793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F0287F-D372-9E2A-4BE1-FBEAA9F37D35}"/>
                    </a:ext>
                  </a:extLst>
                </p14:cNvPr>
                <p14:cNvContentPartPr/>
                <p14:nvPr/>
              </p14:nvContentPartPr>
              <p14:xfrm>
                <a:off x="4888545" y="1545135"/>
                <a:ext cx="263160" cy="802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F0287F-D372-9E2A-4BE1-FBEAA9F37D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82425" y="1539015"/>
                  <a:ext cx="275400" cy="81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84D474-498C-B7ED-005B-F9EC7C2A3C40}"/>
              </a:ext>
            </a:extLst>
          </p:cNvPr>
          <p:cNvGrpSpPr/>
          <p:nvPr/>
        </p:nvGrpSpPr>
        <p:grpSpPr>
          <a:xfrm>
            <a:off x="5956305" y="1392855"/>
            <a:ext cx="3975480" cy="637200"/>
            <a:chOff x="5956305" y="1392855"/>
            <a:chExt cx="397548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E2EE97-1D0F-547D-5D9A-914898FB742F}"/>
                    </a:ext>
                  </a:extLst>
                </p14:cNvPr>
                <p14:cNvContentPartPr/>
                <p14:nvPr/>
              </p14:nvContentPartPr>
              <p14:xfrm>
                <a:off x="5956305" y="1400055"/>
                <a:ext cx="720000" cy="630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E2EE97-1D0F-547D-5D9A-914898FB74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50185" y="1393935"/>
                  <a:ext cx="7322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F1788C-B387-B9AC-95A7-7E218E2DE97B}"/>
                    </a:ext>
                  </a:extLst>
                </p14:cNvPr>
                <p14:cNvContentPartPr/>
                <p14:nvPr/>
              </p14:nvContentPartPr>
              <p14:xfrm>
                <a:off x="6776745" y="1742775"/>
                <a:ext cx="418680" cy="282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F1788C-B387-B9AC-95A7-7E218E2DE9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70625" y="1736655"/>
                  <a:ext cx="4309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E9F8D2-8348-BB2B-CA10-AEE5B4232AC1}"/>
                    </a:ext>
                  </a:extLst>
                </p14:cNvPr>
                <p14:cNvContentPartPr/>
                <p14:nvPr/>
              </p14:nvContentPartPr>
              <p14:xfrm>
                <a:off x="7503585" y="1392855"/>
                <a:ext cx="66600" cy="521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E9F8D2-8348-BB2B-CA10-AEE5B4232A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97465" y="1386735"/>
                  <a:ext cx="788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812CD5-B895-95EA-1CB7-B44CBF6A6A3D}"/>
                    </a:ext>
                  </a:extLst>
                </p14:cNvPr>
                <p14:cNvContentPartPr/>
                <p14:nvPr/>
              </p14:nvContentPartPr>
              <p14:xfrm>
                <a:off x="7298385" y="1791375"/>
                <a:ext cx="515160" cy="79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812CD5-B895-95EA-1CB7-B44CBF6A6A3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92265" y="1785255"/>
                  <a:ext cx="527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F3DFA9-19A6-6FDF-0538-A437BC480955}"/>
                    </a:ext>
                  </a:extLst>
                </p14:cNvPr>
                <p14:cNvContentPartPr/>
                <p14:nvPr/>
              </p14:nvContentPartPr>
              <p14:xfrm>
                <a:off x="7951785" y="1511295"/>
                <a:ext cx="16200" cy="2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F3DFA9-19A6-6FDF-0538-A437BC4809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45665" y="1505175"/>
                  <a:ext cx="28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5F7415-E829-C6C7-4F68-EFBB1A0F7ABF}"/>
                    </a:ext>
                  </a:extLst>
                </p14:cNvPr>
                <p14:cNvContentPartPr/>
                <p14:nvPr/>
              </p14:nvContentPartPr>
              <p14:xfrm>
                <a:off x="7996065" y="1641975"/>
                <a:ext cx="1628640" cy="303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5F7415-E829-C6C7-4F68-EFBB1A0F7A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89945" y="1635855"/>
                  <a:ext cx="1640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E7C92B-14F3-B144-8221-C4127AB7F171}"/>
                    </a:ext>
                  </a:extLst>
                </p14:cNvPr>
                <p14:cNvContentPartPr/>
                <p14:nvPr/>
              </p14:nvContentPartPr>
              <p14:xfrm>
                <a:off x="9886785" y="1809735"/>
                <a:ext cx="45000" cy="29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E7C92B-14F3-B144-8221-C4127AB7F17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80665" y="1803615"/>
                  <a:ext cx="572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D3CA0B-D6D1-7003-1897-BFAE9D8DDCAE}"/>
              </a:ext>
            </a:extLst>
          </p:cNvPr>
          <p:cNvGrpSpPr/>
          <p:nvPr/>
        </p:nvGrpSpPr>
        <p:grpSpPr>
          <a:xfrm>
            <a:off x="6333945" y="2427135"/>
            <a:ext cx="1728000" cy="903960"/>
            <a:chOff x="6333945" y="2427135"/>
            <a:chExt cx="1728000" cy="90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B9EFB7-29C9-5466-F026-A2141FCB586D}"/>
                    </a:ext>
                  </a:extLst>
                </p14:cNvPr>
                <p14:cNvContentPartPr/>
                <p14:nvPr/>
              </p14:nvContentPartPr>
              <p14:xfrm>
                <a:off x="6333945" y="2427135"/>
                <a:ext cx="536760" cy="708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B9EFB7-29C9-5466-F026-A2141FCB58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27825" y="2421015"/>
                  <a:ext cx="549000" cy="7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C2F8A6-F2EA-2519-0C16-76AF16224BD8}"/>
                    </a:ext>
                  </a:extLst>
                </p14:cNvPr>
                <p14:cNvContentPartPr/>
                <p14:nvPr/>
              </p14:nvContentPartPr>
              <p14:xfrm>
                <a:off x="6451665" y="2525775"/>
                <a:ext cx="1364400" cy="805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C2F8A6-F2EA-2519-0C16-76AF16224BD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45545" y="2519655"/>
                  <a:ext cx="137664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D57BF5F-C8E1-614E-C9B7-7470D523C044}"/>
                    </a:ext>
                  </a:extLst>
                </p14:cNvPr>
                <p14:cNvContentPartPr/>
                <p14:nvPr/>
              </p14:nvContentPartPr>
              <p14:xfrm>
                <a:off x="7933425" y="2690295"/>
                <a:ext cx="128520" cy="253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D57BF5F-C8E1-614E-C9B7-7470D523C0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27305" y="2684175"/>
                  <a:ext cx="14076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8CF1603-939A-77C0-3B50-6B395A1E3B29}"/>
              </a:ext>
            </a:extLst>
          </p:cNvPr>
          <p:cNvGrpSpPr/>
          <p:nvPr/>
        </p:nvGrpSpPr>
        <p:grpSpPr>
          <a:xfrm>
            <a:off x="9009465" y="2289975"/>
            <a:ext cx="3135240" cy="606240"/>
            <a:chOff x="9009465" y="2289975"/>
            <a:chExt cx="3135240" cy="60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E6028F2-E082-02F8-D7BA-F6CA711236C2}"/>
                    </a:ext>
                  </a:extLst>
                </p14:cNvPr>
                <p14:cNvContentPartPr/>
                <p14:nvPr/>
              </p14:nvContentPartPr>
              <p14:xfrm>
                <a:off x="9009465" y="2289975"/>
                <a:ext cx="1479960" cy="46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6028F2-E082-02F8-D7BA-F6CA711236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03345" y="2283855"/>
                  <a:ext cx="14922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5DB01C4-1917-8BA1-8F1A-29C697FD4929}"/>
                    </a:ext>
                  </a:extLst>
                </p14:cNvPr>
                <p14:cNvContentPartPr/>
                <p14:nvPr/>
              </p14:nvContentPartPr>
              <p14:xfrm>
                <a:off x="10618305" y="2631615"/>
                <a:ext cx="307800" cy="264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5DB01C4-1917-8BA1-8F1A-29C697FD49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12185" y="2625495"/>
                  <a:ext cx="320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3184901-6425-7607-923B-D217C258E854}"/>
                    </a:ext>
                  </a:extLst>
                </p14:cNvPr>
                <p14:cNvContentPartPr/>
                <p14:nvPr/>
              </p14:nvContentPartPr>
              <p14:xfrm>
                <a:off x="11170185" y="2334255"/>
                <a:ext cx="370080" cy="21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3184901-6425-7607-923B-D217C258E8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64065" y="2328135"/>
                  <a:ext cx="382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D606B5-879E-A72C-A09F-A5D68F62F781}"/>
                    </a:ext>
                  </a:extLst>
                </p14:cNvPr>
                <p14:cNvContentPartPr/>
                <p14:nvPr/>
              </p14:nvContentPartPr>
              <p14:xfrm>
                <a:off x="11740785" y="2366295"/>
                <a:ext cx="309960" cy="119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D606B5-879E-A72C-A09F-A5D68F62F78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34665" y="2360175"/>
                  <a:ext cx="322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619AEF-960E-55F9-6378-1EED04FE0350}"/>
                    </a:ext>
                  </a:extLst>
                </p14:cNvPr>
                <p14:cNvContentPartPr/>
                <p14:nvPr/>
              </p14:nvContentPartPr>
              <p14:xfrm>
                <a:off x="12137505" y="2446575"/>
                <a:ext cx="7200" cy="3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619AEF-960E-55F9-6378-1EED04FE03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131385" y="2440455"/>
                  <a:ext cx="1944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F6B7BE-2F88-1E1D-860B-ED38F2BD0F5D}"/>
              </a:ext>
            </a:extLst>
          </p:cNvPr>
          <p:cNvGrpSpPr/>
          <p:nvPr/>
        </p:nvGrpSpPr>
        <p:grpSpPr>
          <a:xfrm>
            <a:off x="3017985" y="3826815"/>
            <a:ext cx="1462680" cy="1148400"/>
            <a:chOff x="3017985" y="3826815"/>
            <a:chExt cx="1462680" cy="11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4F59EA-2527-52BB-5A8E-EE47624B9814}"/>
                    </a:ext>
                  </a:extLst>
                </p14:cNvPr>
                <p14:cNvContentPartPr/>
                <p14:nvPr/>
              </p14:nvContentPartPr>
              <p14:xfrm>
                <a:off x="3017985" y="3827535"/>
                <a:ext cx="397440" cy="524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4F59EA-2527-52BB-5A8E-EE47624B981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11865" y="3821415"/>
                  <a:ext cx="4096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4853FBC-93C4-CABC-0578-A9F839B68936}"/>
                    </a:ext>
                  </a:extLst>
                </p14:cNvPr>
                <p14:cNvContentPartPr/>
                <p14:nvPr/>
              </p14:nvContentPartPr>
              <p14:xfrm>
                <a:off x="3622065" y="3953535"/>
                <a:ext cx="314640" cy="411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4853FBC-93C4-CABC-0578-A9F839B689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15945" y="3947415"/>
                  <a:ext cx="3268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516B82-815D-6EF8-77FD-393ACFE3D699}"/>
                    </a:ext>
                  </a:extLst>
                </p14:cNvPr>
                <p14:cNvContentPartPr/>
                <p14:nvPr/>
              </p14:nvContentPartPr>
              <p14:xfrm>
                <a:off x="3331905" y="4573815"/>
                <a:ext cx="121680" cy="401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516B82-815D-6EF8-77FD-393ACFE3D69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25785" y="4567695"/>
                  <a:ext cx="1339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19B964-F9B1-D9E3-2ED4-A1929A05A01B}"/>
                    </a:ext>
                  </a:extLst>
                </p14:cNvPr>
                <p14:cNvContentPartPr/>
                <p14:nvPr/>
              </p14:nvContentPartPr>
              <p14:xfrm>
                <a:off x="3424425" y="4690095"/>
                <a:ext cx="489600" cy="221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19B964-F9B1-D9E3-2ED4-A1929A05A0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18305" y="4683975"/>
                  <a:ext cx="501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A8FAC9E-3769-956F-17CD-20DC014D90C5}"/>
                    </a:ext>
                  </a:extLst>
                </p14:cNvPr>
                <p14:cNvContentPartPr/>
                <p14:nvPr/>
              </p14:nvContentPartPr>
              <p14:xfrm>
                <a:off x="3978465" y="4802055"/>
                <a:ext cx="175680" cy="137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A8FAC9E-3769-956F-17CD-20DC014D90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72345" y="4795935"/>
                  <a:ext cx="187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BFD95AC-51EE-E003-F338-454652FB6DA8}"/>
                    </a:ext>
                  </a:extLst>
                </p14:cNvPr>
                <p14:cNvContentPartPr/>
                <p14:nvPr/>
              </p14:nvContentPartPr>
              <p14:xfrm>
                <a:off x="3363585" y="3826815"/>
                <a:ext cx="1117080" cy="105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BFD95AC-51EE-E003-F338-454652FB6DA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57465" y="3820695"/>
                  <a:ext cx="1129320" cy="107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1886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E8AB49-0AC3-8584-22DC-DB5302DEB836}"/>
                  </a:ext>
                </a:extLst>
              </p14:cNvPr>
              <p14:cNvContentPartPr/>
              <p14:nvPr/>
            </p14:nvContentPartPr>
            <p14:xfrm>
              <a:off x="9703905" y="570975"/>
              <a:ext cx="5040" cy="28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E8AB49-0AC3-8584-22DC-DB5302DEB8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97785" y="564855"/>
                <a:ext cx="1728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59E1448-A841-91AE-533C-297C94A90057}"/>
              </a:ext>
            </a:extLst>
          </p:cNvPr>
          <p:cNvGrpSpPr/>
          <p:nvPr/>
        </p:nvGrpSpPr>
        <p:grpSpPr>
          <a:xfrm>
            <a:off x="1318785" y="70215"/>
            <a:ext cx="7895160" cy="5039640"/>
            <a:chOff x="1318785" y="70215"/>
            <a:chExt cx="7895160" cy="50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FBF4792-3163-3CEE-6671-EBD9ADBC6CF6}"/>
                    </a:ext>
                  </a:extLst>
                </p14:cNvPr>
                <p14:cNvContentPartPr/>
                <p14:nvPr/>
              </p14:nvContentPartPr>
              <p14:xfrm>
                <a:off x="1318785" y="433815"/>
                <a:ext cx="516960" cy="1016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FBF4792-3163-3CEE-6671-EBD9ADBC6C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2665" y="427695"/>
                  <a:ext cx="529200" cy="10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7C50F8-2342-8C93-6CEA-BEE31CDE2746}"/>
                    </a:ext>
                  </a:extLst>
                </p14:cNvPr>
                <p14:cNvContentPartPr/>
                <p14:nvPr/>
              </p14:nvContentPartPr>
              <p14:xfrm>
                <a:off x="2093865" y="395295"/>
                <a:ext cx="312480" cy="1082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7C50F8-2342-8C93-6CEA-BEE31CDE27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7745" y="389175"/>
                  <a:ext cx="324720" cy="10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34BAB4-FB5A-B452-A97C-9549FB4B67DD}"/>
                    </a:ext>
                  </a:extLst>
                </p14:cNvPr>
                <p14:cNvContentPartPr/>
                <p14:nvPr/>
              </p14:nvContentPartPr>
              <p14:xfrm>
                <a:off x="2276745" y="767535"/>
                <a:ext cx="696240" cy="363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34BAB4-FB5A-B452-A97C-9549FB4B67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70625" y="761415"/>
                  <a:ext cx="708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6EE529-6E71-746C-C15A-B0D125B3037F}"/>
                    </a:ext>
                  </a:extLst>
                </p14:cNvPr>
                <p14:cNvContentPartPr/>
                <p14:nvPr/>
              </p14:nvContentPartPr>
              <p14:xfrm>
                <a:off x="3033465" y="616335"/>
                <a:ext cx="473400" cy="425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A6EE529-6E71-746C-C15A-B0D125B303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27345" y="610215"/>
                  <a:ext cx="485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DA218D-985D-D761-93BE-2827A547F931}"/>
                    </a:ext>
                  </a:extLst>
                </p14:cNvPr>
                <p14:cNvContentPartPr/>
                <p14:nvPr/>
              </p14:nvContentPartPr>
              <p14:xfrm>
                <a:off x="3496425" y="565935"/>
                <a:ext cx="1222200" cy="46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DA218D-985D-D761-93BE-2827A547F9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90305" y="559815"/>
                  <a:ext cx="12344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F963C5-A5DC-36D2-79D6-B71597E99A16}"/>
                    </a:ext>
                  </a:extLst>
                </p14:cNvPr>
                <p14:cNvContentPartPr/>
                <p14:nvPr/>
              </p14:nvContentPartPr>
              <p14:xfrm>
                <a:off x="5998425" y="70215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F963C5-A5DC-36D2-79D6-B71597E99A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92305" y="6409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62DAFD-E20E-804A-F7A8-884EF361E111}"/>
                    </a:ext>
                  </a:extLst>
                </p14:cNvPr>
                <p14:cNvContentPartPr/>
                <p14:nvPr/>
              </p14:nvContentPartPr>
              <p14:xfrm>
                <a:off x="5647785" y="285135"/>
                <a:ext cx="75240" cy="691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62DAFD-E20E-804A-F7A8-884EF361E1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41665" y="279015"/>
                  <a:ext cx="874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2160C4-38F5-A02D-EF6D-8BE4C3B55F7C}"/>
                    </a:ext>
                  </a:extLst>
                </p14:cNvPr>
                <p14:cNvContentPartPr/>
                <p14:nvPr/>
              </p14:nvContentPartPr>
              <p14:xfrm>
                <a:off x="5712585" y="143295"/>
                <a:ext cx="1503360" cy="569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2160C4-38F5-A02D-EF6D-8BE4C3B55F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6465" y="137175"/>
                  <a:ext cx="151560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805F34-F04D-4089-68CD-499B6634C3B8}"/>
                    </a:ext>
                  </a:extLst>
                </p14:cNvPr>
                <p14:cNvContentPartPr/>
                <p14:nvPr/>
              </p14:nvContentPartPr>
              <p14:xfrm>
                <a:off x="7562985" y="235815"/>
                <a:ext cx="96120" cy="401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805F34-F04D-4089-68CD-499B6634C3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6865" y="229695"/>
                  <a:ext cx="1083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92D890-43FD-F3BC-AD88-5FF649B265E7}"/>
                    </a:ext>
                  </a:extLst>
                </p14:cNvPr>
                <p14:cNvContentPartPr/>
                <p14:nvPr/>
              </p14:nvContentPartPr>
              <p14:xfrm>
                <a:off x="7372185" y="471615"/>
                <a:ext cx="603720" cy="78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92D890-43FD-F3BC-AD88-5FF649B265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66065" y="465495"/>
                  <a:ext cx="615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A5810F6-3D29-BC56-81DB-74703A11A295}"/>
                    </a:ext>
                  </a:extLst>
                </p14:cNvPr>
                <p14:cNvContentPartPr/>
                <p14:nvPr/>
              </p14:nvContentPartPr>
              <p14:xfrm>
                <a:off x="8055825" y="469095"/>
                <a:ext cx="314640" cy="20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A5810F6-3D29-BC56-81DB-74703A11A2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49705" y="462975"/>
                  <a:ext cx="326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C27E55-D16B-3D53-0D53-044AEA25DE56}"/>
                    </a:ext>
                  </a:extLst>
                </p14:cNvPr>
                <p14:cNvContentPartPr/>
                <p14:nvPr/>
              </p14:nvContentPartPr>
              <p14:xfrm>
                <a:off x="8569905" y="255255"/>
                <a:ext cx="57600" cy="66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C27E55-D16B-3D53-0D53-044AEA25DE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63785" y="249135"/>
                  <a:ext cx="69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0F7D2B-73D5-5B26-6802-6D190DB0A069}"/>
                    </a:ext>
                  </a:extLst>
                </p14:cNvPr>
                <p14:cNvContentPartPr/>
                <p14:nvPr/>
              </p14:nvContentPartPr>
              <p14:xfrm>
                <a:off x="8766465" y="527775"/>
                <a:ext cx="447480" cy="23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0F7D2B-73D5-5B26-6802-6D190DB0A0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60345" y="521655"/>
                  <a:ext cx="4597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ADD186-E52B-88CA-EA56-5C2EF569AE19}"/>
                    </a:ext>
                  </a:extLst>
                </p14:cNvPr>
                <p14:cNvContentPartPr/>
                <p14:nvPr/>
              </p14:nvContentPartPr>
              <p14:xfrm>
                <a:off x="3082065" y="2131575"/>
                <a:ext cx="24840" cy="535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ADD186-E52B-88CA-EA56-5C2EF569AE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5945" y="2125455"/>
                  <a:ext cx="370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51F04B-8EC5-F931-50EB-047710066E31}"/>
                    </a:ext>
                  </a:extLst>
                </p14:cNvPr>
                <p14:cNvContentPartPr/>
                <p14:nvPr/>
              </p14:nvContentPartPr>
              <p14:xfrm>
                <a:off x="3267825" y="2660775"/>
                <a:ext cx="429480" cy="505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51F04B-8EC5-F931-50EB-047710066E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61705" y="2654655"/>
                  <a:ext cx="44172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A44484-FE4A-5C0B-8115-3E2D9A83FCFE}"/>
                    </a:ext>
                  </a:extLst>
                </p14:cNvPr>
                <p14:cNvContentPartPr/>
                <p14:nvPr/>
              </p14:nvContentPartPr>
              <p14:xfrm>
                <a:off x="3003585" y="3817815"/>
                <a:ext cx="558000" cy="445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A44484-FE4A-5C0B-8115-3E2D9A83FC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7465" y="3811695"/>
                  <a:ext cx="5702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10662C-9171-58CF-F87C-BD3CA8ACE8CB}"/>
                    </a:ext>
                  </a:extLst>
                </p14:cNvPr>
                <p14:cNvContentPartPr/>
                <p14:nvPr/>
              </p14:nvContentPartPr>
              <p14:xfrm>
                <a:off x="3054345" y="4529175"/>
                <a:ext cx="286560" cy="55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10662C-9171-58CF-F87C-BD3CA8ACE8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48225" y="4523055"/>
                  <a:ext cx="29880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BFE1E0-2C9C-CC45-93F7-52058E101266}"/>
                    </a:ext>
                  </a:extLst>
                </p14:cNvPr>
                <p14:cNvContentPartPr/>
                <p14:nvPr/>
              </p14:nvContentPartPr>
              <p14:xfrm>
                <a:off x="5156025" y="1957695"/>
                <a:ext cx="93600" cy="36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BFE1E0-2C9C-CC45-93F7-52058E1012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49905" y="1951575"/>
                  <a:ext cx="105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E8BD11-607A-F24F-64A8-CB7CB6C10C5F}"/>
                    </a:ext>
                  </a:extLst>
                </p14:cNvPr>
                <p14:cNvContentPartPr/>
                <p14:nvPr/>
              </p14:nvContentPartPr>
              <p14:xfrm>
                <a:off x="5108865" y="2537655"/>
                <a:ext cx="441360" cy="378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E8BD11-607A-F24F-64A8-CB7CB6C10C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02745" y="2531535"/>
                  <a:ext cx="4536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55E2C0-B6BB-6D40-419A-7F60F7E03D53}"/>
                    </a:ext>
                  </a:extLst>
                </p14:cNvPr>
                <p14:cNvContentPartPr/>
                <p14:nvPr/>
              </p14:nvContentPartPr>
              <p14:xfrm>
                <a:off x="5265465" y="3283935"/>
                <a:ext cx="84600" cy="436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55E2C0-B6BB-6D40-419A-7F60F7E03D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59345" y="3277815"/>
                  <a:ext cx="968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D0144C-F11A-CA28-B8EF-95FE4260D48F}"/>
                    </a:ext>
                  </a:extLst>
                </p14:cNvPr>
                <p14:cNvContentPartPr/>
                <p14:nvPr/>
              </p14:nvContentPartPr>
              <p14:xfrm>
                <a:off x="4940025" y="4298415"/>
                <a:ext cx="520560" cy="41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D0144C-F11A-CA28-B8EF-95FE4260D4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33905" y="4292295"/>
                  <a:ext cx="5328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23CC57-8EA7-766D-7245-FC0DB896706D}"/>
                    </a:ext>
                  </a:extLst>
                </p14:cNvPr>
                <p14:cNvContentPartPr/>
                <p14:nvPr/>
              </p14:nvContentPartPr>
              <p14:xfrm>
                <a:off x="6711585" y="1716135"/>
                <a:ext cx="394560" cy="408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C23CC57-8EA7-766D-7245-FC0DB89670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5465" y="1710015"/>
                  <a:ext cx="4068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F353CC8-2401-DDB6-4747-F30B6EF87EC3}"/>
                    </a:ext>
                  </a:extLst>
                </p14:cNvPr>
                <p14:cNvContentPartPr/>
                <p14:nvPr/>
              </p14:nvContentPartPr>
              <p14:xfrm>
                <a:off x="6743625" y="2630535"/>
                <a:ext cx="57960" cy="624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F353CC8-2401-DDB6-4747-F30B6EF87EC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37505" y="2624415"/>
                  <a:ext cx="702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0E41C7-FDFA-8B3B-0263-A314DEBA7888}"/>
                    </a:ext>
                  </a:extLst>
                </p14:cNvPr>
                <p14:cNvContentPartPr/>
                <p14:nvPr/>
              </p14:nvContentPartPr>
              <p14:xfrm>
                <a:off x="6766305" y="3908175"/>
                <a:ext cx="219960" cy="421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0E41C7-FDFA-8B3B-0263-A314DEBA78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60185" y="3902055"/>
                  <a:ext cx="2322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13645E-FCA5-8137-3530-30951F8B4E08}"/>
                    </a:ext>
                  </a:extLst>
                </p14:cNvPr>
                <p14:cNvContentPartPr/>
                <p14:nvPr/>
              </p14:nvContentPartPr>
              <p14:xfrm>
                <a:off x="1687785" y="1747815"/>
                <a:ext cx="429480" cy="220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13645E-FCA5-8137-3530-30951F8B4E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81665" y="1741695"/>
                  <a:ext cx="441720" cy="22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0F36D1-CB00-2469-5B30-D5C22E5C20D2}"/>
                    </a:ext>
                  </a:extLst>
                </p14:cNvPr>
                <p14:cNvContentPartPr/>
                <p14:nvPr/>
              </p14:nvContentPartPr>
              <p14:xfrm>
                <a:off x="1775265" y="834855"/>
                <a:ext cx="6631200" cy="301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0F36D1-CB00-2469-5B30-D5C22E5C20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9145" y="828735"/>
                  <a:ext cx="6643440" cy="30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D9D8281-4B2F-781D-F689-ED2809B2BAB1}"/>
                    </a:ext>
                  </a:extLst>
                </p14:cNvPr>
                <p14:cNvContentPartPr/>
                <p14:nvPr/>
              </p14:nvContentPartPr>
              <p14:xfrm>
                <a:off x="1583025" y="3507855"/>
                <a:ext cx="6473880" cy="1602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D9D8281-4B2F-781D-F689-ED2809B2BA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76905" y="3501735"/>
                  <a:ext cx="6486120" cy="16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FE69A4-426D-522C-406B-A6AE2B413370}"/>
                    </a:ext>
                  </a:extLst>
                </p14:cNvPr>
                <p14:cNvContentPartPr/>
                <p14:nvPr/>
              </p14:nvContentPartPr>
              <p14:xfrm>
                <a:off x="7880865" y="3630615"/>
                <a:ext cx="218520" cy="65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FE69A4-426D-522C-406B-A6AE2B4133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74745" y="3624495"/>
                  <a:ext cx="230760" cy="66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7460BC-E968-5DE3-E772-5C1EEFC8413D}"/>
                  </a:ext>
                </a:extLst>
              </p14:cNvPr>
              <p14:cNvContentPartPr/>
              <p14:nvPr/>
            </p14:nvContentPartPr>
            <p14:xfrm>
              <a:off x="8954025" y="2264415"/>
              <a:ext cx="327240" cy="156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7460BC-E968-5DE3-E772-5C1EEFC8413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47905" y="2258295"/>
                <a:ext cx="33948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AF62EDC5-418D-4D34-2563-49CA6B7B4A23}"/>
              </a:ext>
            </a:extLst>
          </p:cNvPr>
          <p:cNvGrpSpPr/>
          <p:nvPr/>
        </p:nvGrpSpPr>
        <p:grpSpPr>
          <a:xfrm>
            <a:off x="8868345" y="1414455"/>
            <a:ext cx="1655640" cy="651600"/>
            <a:chOff x="8868345" y="1414455"/>
            <a:chExt cx="1655640" cy="6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246518-F0B0-9D52-D205-83A06A18DD25}"/>
                    </a:ext>
                  </a:extLst>
                </p14:cNvPr>
                <p14:cNvContentPartPr/>
                <p14:nvPr/>
              </p14:nvContentPartPr>
              <p14:xfrm>
                <a:off x="9142665" y="1811535"/>
                <a:ext cx="88200" cy="254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246518-F0B0-9D52-D205-83A06A18DD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36545" y="1805415"/>
                  <a:ext cx="100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455B100-3CDA-75FE-CB8C-CCB4A294DE73}"/>
                    </a:ext>
                  </a:extLst>
                </p14:cNvPr>
                <p14:cNvContentPartPr/>
                <p14:nvPr/>
              </p14:nvContentPartPr>
              <p14:xfrm>
                <a:off x="8868345" y="1515615"/>
                <a:ext cx="306720" cy="258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455B100-3CDA-75FE-CB8C-CCB4A294DE7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2225" y="1509495"/>
                  <a:ext cx="318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58A253F-2C0F-46D7-1629-DDB8A5FD7666}"/>
                    </a:ext>
                  </a:extLst>
                </p14:cNvPr>
                <p14:cNvContentPartPr/>
                <p14:nvPr/>
              </p14:nvContentPartPr>
              <p14:xfrm>
                <a:off x="9506265" y="1751775"/>
                <a:ext cx="596880" cy="312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58A253F-2C0F-46D7-1629-DDB8A5FD76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00145" y="1745655"/>
                  <a:ext cx="609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261B63-E00B-8CF4-AD38-4F035EB47EE5}"/>
                    </a:ext>
                  </a:extLst>
                </p14:cNvPr>
                <p14:cNvContentPartPr/>
                <p14:nvPr/>
              </p14:nvContentPartPr>
              <p14:xfrm>
                <a:off x="10283505" y="1414455"/>
                <a:ext cx="59760" cy="3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261B63-E00B-8CF4-AD38-4F035EB47E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77385" y="1408335"/>
                  <a:ext cx="72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43BAC3-5BB2-1B45-B857-D4FEA8C2979C}"/>
                    </a:ext>
                  </a:extLst>
                </p14:cNvPr>
                <p14:cNvContentPartPr/>
                <p14:nvPr/>
              </p14:nvContentPartPr>
              <p14:xfrm>
                <a:off x="10388625" y="1657095"/>
                <a:ext cx="135360" cy="28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43BAC3-5BB2-1B45-B857-D4FEA8C297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82505" y="1650975"/>
                  <a:ext cx="1476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4CCA16B-E8F2-163D-F7DC-40A373005FD6}"/>
              </a:ext>
            </a:extLst>
          </p:cNvPr>
          <p:cNvGrpSpPr/>
          <p:nvPr/>
        </p:nvGrpSpPr>
        <p:grpSpPr>
          <a:xfrm>
            <a:off x="9796785" y="2337495"/>
            <a:ext cx="2272320" cy="932760"/>
            <a:chOff x="9796785" y="2337495"/>
            <a:chExt cx="2272320" cy="9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4483B72-239C-B3D5-C477-208A04CDBA16}"/>
                    </a:ext>
                  </a:extLst>
                </p14:cNvPr>
                <p14:cNvContentPartPr/>
                <p14:nvPr/>
              </p14:nvContentPartPr>
              <p14:xfrm>
                <a:off x="9796785" y="2337495"/>
                <a:ext cx="1229040" cy="932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4483B72-239C-B3D5-C477-208A04CDBA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90665" y="2331375"/>
                  <a:ext cx="124128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EFF43C-F8AB-9901-87D0-53FB5C15F23E}"/>
                    </a:ext>
                  </a:extLst>
                </p14:cNvPr>
                <p14:cNvContentPartPr/>
                <p14:nvPr/>
              </p14:nvContentPartPr>
              <p14:xfrm>
                <a:off x="11016105" y="2453775"/>
                <a:ext cx="305280" cy="17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EFF43C-F8AB-9901-87D0-53FB5C15F2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09985" y="2447655"/>
                  <a:ext cx="317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701CED-B10F-5692-DEDC-040521DB690D}"/>
                    </a:ext>
                  </a:extLst>
                </p14:cNvPr>
                <p14:cNvContentPartPr/>
                <p14:nvPr/>
              </p14:nvContentPartPr>
              <p14:xfrm>
                <a:off x="11356665" y="2341455"/>
                <a:ext cx="422280" cy="292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701CED-B10F-5692-DEDC-040521DB69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0545" y="2335335"/>
                  <a:ext cx="434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264102A-E1E1-D0C0-AB67-887C4D0EA8D3}"/>
                    </a:ext>
                  </a:extLst>
                </p14:cNvPr>
                <p14:cNvContentPartPr/>
                <p14:nvPr/>
              </p14:nvContentPartPr>
              <p14:xfrm>
                <a:off x="11811705" y="2391855"/>
                <a:ext cx="137520" cy="4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264102A-E1E1-D0C0-AB67-887C4D0EA8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805585" y="2385735"/>
                  <a:ext cx="149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4AF410-60FC-7984-5887-01BDCE5EB812}"/>
                    </a:ext>
                  </a:extLst>
                </p14:cNvPr>
                <p14:cNvContentPartPr/>
                <p14:nvPr/>
              </p14:nvContentPartPr>
              <p14:xfrm>
                <a:off x="12048225" y="2382495"/>
                <a:ext cx="20880" cy="3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F4AF410-60FC-7984-5887-01BDCE5EB8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042105" y="2376375"/>
                  <a:ext cx="33120" cy="4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303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29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90</Words>
  <Application>Microsoft Office PowerPoint</Application>
  <PresentationFormat>Widescreen</PresentationFormat>
  <Paragraphs>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2026-01-05T07:16:16Z</dcterms:created>
  <dcterms:modified xsi:type="dcterms:W3CDTF">2026-01-06T07:44:13Z</dcterms:modified>
</cp:coreProperties>
</file>