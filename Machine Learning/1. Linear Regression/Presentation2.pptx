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35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1720 141 7797,'-18'-8'2215,"1"0"0,-30-22 0,31 20-1261,-1-1 1,1 2-1,-21-8 1,2 5-418,0 3 0,-1 0 1,0 3-1,0 1 0,0 1 1,-1 2-1,1 2 1,-44 5-1,-38 10 155,-131 33 1,114-16-244,2 6-1,-129 55 1,219-74-330,-62 36 1,87-44-84,1 1 0,1 0 1,0 1-1,0 0 0,-24 29 1,38-40-34,1 0 1,-1 0-1,1 1 1,-1-1-1,1 0 0,0 0 1,0 1-1,0-1 1,0 0-1,0 1 1,1-1-1,-1 1 1,1-1-1,-1 1 0,1 0 1,0-1-1,0 1 1,0-1-1,0 1 1,1 0-1,-1-1 1,1 1-1,-1-1 0,1 1 1,0-1-1,0 0 1,0 1-1,0-1 1,1 0-1,-1 0 1,1 0-1,-1 1 0,1-2 1,0 1-1,-1 0 1,1 0-1,0 0 1,4 1-1,7 7 8,0-1 1,1-1-1,0 0 0,26 9 1,-34-14-13,42 17-9,-1 2-1,-1 2 0,50 36 0,-76-45 12,-1 0-1,0 1 0,-1 1 1,-1 1-1,-1 1 0,-1 0 1,0 1-1,22 41 0,-24-34 8,-2 1-1,-1 0 1,-1 0-1,-2 1 1,-1 0-1,-1 0 1,-1 1-1,-2-1 1,-1 32-1,-6 38 14,-22 131 0,23-202-22,-98 450 226,59-310-160,-31 269-1,70-392-88,3 0 0,1 0 0,2 0 0,3 0 0,1-1-1,2 0 1,17 54 0,-24-95 15,42 114-564,-36-101 360,1 0 0,1-1 1,0 0-1,22 27 0,-18-27-447,0-1 0,1 0 0,1-1 0,28 19 0,-39-31 72,0 1 0,0-1 0,1 1 0,-1-1 0,1 0 0,-1-1 0,1 1 0,0-1 0,-1 0 0,1 0 0,-1 0 0,1-1 0,0 0 0,-1 0 0,1 0 0,7-3 0,-8 3 15,34-15-7639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1.2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1 1 2984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39.8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1114 469 8333,'0'-2'58,"0"-1"134,1 0-1,-1 0 1,0 0-1,0 0 0,0 0 1,0 0-1,0 0 0,-1 0 1,1 0-1,-1 0 0,0 1 1,0-1-1,0 0 0,0 0 1,0 1-1,-4-6 0,5 7-121,-1 1-1,1-1 0,-1 0 0,1 0 0,0 0 0,-1 1 0,1-1 0,0 0 0,0 0 0,0 0 1,-1 0-1,1 1 0,0-1 0,0 0 0,0 0 0,1 0 0,-1 0 0,0 1 0,0-1 0,1-1 1,1-29 2737,-2-20-265,0 5-549,-6-54 0,4 92-1916,-1 0-1,0 0 0,0 1 0,0-1 0,-1 1 0,0-1 0,-1 1 1,1 0-1,-2 1 0,1-1 0,0 1 0,-10-8 0,-1-3 151,11 12-205,-1 0 0,0 0-1,0 1 1,0 0 0,-1 0 0,0 1 0,0-1-1,1 1 1,-2 1 0,1-1 0,0 1-1,0 1 1,-1-1 0,1 1 0,-1 0 0,1 1-1,-16 1 1,10 0-13,-1 0-1,1 1 1,-1 1-1,1 0 1,0 1-1,1 0 0,-1 1 1,1 0-1,-17 11 1,8-2-4,2 1 0,0 1 0,0 0 0,2 2 0,0 0 0,1 1 0,1 0 0,1 2 0,-17 30 0,-2 15 44,-46 127-1,51-100-45,3 0 0,5 2 0,-8 100 0,12 66 77,11-111-28,-6 42 69,-25 312 44,15-314-31,-62 427-10,-53 182 1422,124-724-1033,-2 100 0,14-139-310,1 0 0,2 0 0,2 0 0,17 68 0,-8-55-27,2 7 108,2-1-1,29 62 0,-29-77-207,-8-18 138,1 0-1,0-1 1,29 39-1,-36-54-157,1-1-1,0 0 0,0 0 0,0 0 1,1-1-1,0 1 0,0-2 0,0 1 1,0 0-1,0-1 0,1 0 1,0-1-1,-1 0 0,1 0 0,0 0 1,0-1-1,0 0 0,9 1 1,6-3 1,1 0 0,-2-1 0,1-1 0,31-9 0,89-33 18,-110 34-71,293-93-89,-227 78-997,139-19 0,-102 21-1413,20-2-5831,-117 25 2180,-11 1-3572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1.1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1059 207 6341,'-17'-20'3870,"-8"-14"1585,25 33-5357,-1 1 1,1-1 0,-1 0 0,1 0 0,0 0 0,-1 0 0,1 0 0,0 0-1,0 0 1,0 0 0,0 0 0,-1 1 0,1-1 0,0 0 0,1 0 0,-1 0-1,0 0 1,0 0 0,0 0 0,0 0 0,1 0 0,-1 0 0,1 0 0,-1 1-1,0-1 1,1 0 0,-1 0 0,1 0 0,0 1 0,-1-1 0,1 0 0,1 0-1,9-7 217,1 0 1,0 1-1,0 1 0,0 0 0,1 0 0,23-5 0,84-15 276,-80 19-367,75-11 31,0 5 0,0 6-1,218 12 1,-303-3-238,0 1 0,0 1 0,-1 2 0,49 16 0,-69-19-6,-1 0 1,1 1-1,-1 1 0,0-1 1,0 1-1,-1 0 0,0 1 1,0 0-1,0 0 1,0 1-1,-1-1 0,0 1 1,-1 1-1,1-1 0,-1 1 1,-1 0-1,1 0 0,-2 1 1,6 12-1,12 57 487,-2 1 1,-5 1-1,-2 1 0,-4 0 1,-4 0-1,-9 129 0,-1-137-221,-32 347 695,-73 568-289,-19-44-463,102-782-155,24-129-38,-2 0 1,-1-1 0,-14 39-1,-43 88 197,57-142-198,6-14-33,-7 15 26,1 0 0,0 0 0,-3 21 0,8-35-5,1 0 0,-1 0 0,0 0 1,0 0-1,0 0 0,-1 0 0,0 0 0,1-1 0,-1 1 1,0-1-1,-5 4 0,0 2 65,-2 0-40,1 0 0,-2 0 0,1-1 0,-1 0 1,0-1-1,-1 0 0,0-1 0,0-1 0,0 1 0,-17 3 0,-15 3 20,-74 11 0,106-21-49,-285 27 19,15-2-754,173-9-748,0 4-1,-107 38 1,148-35-177,0 2-1,2 2 0,1 4 1,-71 48-1,-11 26-3116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2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10597,'0'0'10525,"2"4"-9616,1 5-535,1 0-59,-1 0 1,0 0-1,0 0 0,-1 0 0,-1 1 0,0-1 1,1 11-1,-2 76 1201,-4 208 607,11-69-2434,0-150-625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4.9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346 82 6609,'1'-2'308,"0"1"-1,-1-1 1,1 0 0,0 1 0,-1-1 0,1 0 0,-1 0 0,0 0 0,1 1 0,-1-1 0,0 0 0,0 0 0,0 0 0,0 1-1,-1-5 1,-1-10 5707,5-3-4161,-3 7 1130,0 11-2893,-1 1 0,0 0 0,0 0 0,1-1 0,-1 1 0,0 0-1,0 0 1,0 0 0,1 0 0,-1 0 0,0 0 0,0 0 0,1 0 0,-1 0 0,0 1 0,0-1 0,1 0-1,-1 0 1,-1 1 0,-1 0 13,0 0 1,0 0-1,0 1 0,1-1 0,-1 1 0,0 0 0,0 0 0,1 0 1,0 0-1,-1 0 0,1 1 0,-3 3 0,-24 38 382,14-21-230,-116 206-3420,62-101-3057,37-63 750,10 4-2991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5.7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17 334 7201,'-7'-30'1628,"5"23"-1216,0 1 0,0-1-1,1 1 1,0-1-1,0 0 1,1 1 0,0-1-1,0 0 1,0 1-1,1-1 1,0 0 0,0 1-1,1-1 1,0 1-1,0 0 1,0-1 0,6-8-1,-2 2-69,1 1 1,1 0-1,0 0 0,1 1 1,0 0-1,1 0 0,0 1 1,0 0-1,14-9 0,-13 11-271,-1 2 1,1-1-1,0 2 0,1-1 1,-1 2-1,1-1 1,0 1-1,0 1 0,1 1 1,-1-1-1,21 0 0,-26 3-54,0 1 1,1-1-1,-1 1 0,0 0 0,0 1 0,0 0 0,0 0 1,0 0-1,0 1 0,-1 0 0,1 1 0,-1-1 0,0 1 0,0 0 1,0 1-1,0-1 0,-1 1 0,0 0 0,0 1 0,0-1 1,-1 1-1,0 0 0,0 0 0,0 0 0,-1 1 0,4 7 1,-3 2 23,0 0 0,-1 0 0,-1 1 0,0-1 0,-1 1 0,-1 0 0,0-1 0,-2 1 1,0 0-1,-8 31 0,-1-5 81,-3-1 1,-36 77-1,12-37 29,-67 131 229,67-140-156,3 1 0,-29 93 0,63-164-200,0 1 0,1 0 0,-1 0-1,1 0 1,-1-1 0,1 1-1,1 0 1,-1 0 0,0 0 0,1 0-1,0-1 1,0 1 0,0 0-1,0-1 1,0 1 0,1-1 0,0 1-1,-1-1 1,1 1 0,1-1-1,-1 0 1,0 0 0,1 0 0,0-1-1,-1 1 1,1 0 0,0-1-1,0 0 1,1 0 0,-1 0 0,0 0-1,1 0 1,-1-1 0,1 1 0,-1-1-1,1 0 1,0 0 0,0 0-1,-1-1 1,1 1 0,6-1 0,22-1-44,-1-1 0,0-1 0,0-1 1,0-2-1,0-2 0,-1 0 0,38-17 1,202-107-3335,-212 101 2004,201-104-7846,-174 92 2238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5.9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198 139 6133,'-30'3'1780,"-3"3"356,19-15-504,-2 3 1424,-1 0-1616,0 3 861,-3-3-1473,-3-3 352,9-3-760,1 0-236,26-12-1632,1 3-588,9 9-3185,17-15-4180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6.2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133 127 11625,'-6'-8'983,"1"0"0,0 0 0,1-1 1,-1 0-1,2 0 0,-1 0 0,2 0 0,-4-16 0,5 23 341,0-1-209,-10-22 414,10 22-1020,-1 5-115,-3 6-282,0-1 1,1 1-1,-1 0 1,1 0-1,1 0 1,0 1-1,0-1 1,1 1-1,-3 16 1,0 13 1,0 41-1,2-11 13,-19 218-658,19-94-2618,16-30-3671,-10-117 1648,6-5-2989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6.4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0 202 7465,'77'-84'1288,"-50"54"-244,6 3-204,-2 9-216,12 2-128,4 4-108,7 0-132,9 9-444,14 3-316,0 0-524,-6 3-2148,2 12-1345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6.6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155 0 11333,'3'67'1956,"-23"-37"-104,10 3-279,4 3-293,-5 0-296,5 9-304,-4 7-32,-4 2-160,4 6-308,-6 1-564,-1 5-836,3 6-876,4 4-3017,-3-7-4064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7.5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73 587 9237,'-8'-57'2176,"7"46"-1628,0 1-1,0 0 1,-1 0-1,-1 1 1,1-1-1,-1 0 1,-6-11-1,1 7 72,1 0 0,1 0-1,1 0 1,0-1 0,-5-23-1,9 30-497,0-1 0,1 1 0,0 0 0,0 0 0,1 0-1,0 0 1,0 0 0,1 0 0,0 0 0,1 1 0,-1-1 0,7-11 0,0 4-24,0 0 0,2 0 0,0 0 0,0 2 1,1-1-1,1 1 0,0 1 0,1 1 0,0 0 1,1 0-1,0 1 0,0 1 0,33-13 0,-36 17-78,0 0 0,0 1 0,0 0 0,0 1 0,1 0 0,0 1-1,-1 1 1,1 0 0,0 1 0,-1 0 0,1 1 0,0 0 0,-1 1-1,1 0 1,-1 1 0,1 1 0,-1 0 0,0 0 0,-1 1 0,18 11-1,-20-10-9,0 1 0,0 1 0,0 0 0,-1 0 0,-1 1 0,0 0 0,0 0 0,0 0 0,-1 1 0,-1 0 0,1 0 0,-2 1 0,7 19 0,-1 9-19,-1 0-1,5 68 1,-10-65 15,19 77 1,-14-91-25,1-1 0,2 0 0,0-1 0,2 0 0,31 42 0,-16-30-29,1-2 1,64 58-1,-85-86 45,21 18-49,-1 1 0,-1 1 1,-1 2-1,24 35 0,-49-62 47,-1 0 1,1 0-1,-1 0 0,0 0 0,0 1 1,0-1-1,0 0 0,-1 0 0,0 1 0,1-1 1,-1 1-1,0-1 0,0 0 0,-1 1 1,1-1-1,-1 0 0,1 0 0,-1 1 1,0-1-1,0 0 0,-1 0 0,-1 4 1,-1-1 0,1 0 0,-1-1 1,0 0-1,0 1 1,0-1-1,-1-1 1,1 1-1,-1-1 1,-1 0-1,-5 4 0,-17 6 9,-1-1 0,0-1-1,0-1 1,-1-2 0,-55 9-1,-11 4-6,69-15-41,0-2 0,-1-1 1,-35 0-1,2-3-2731,61-1 2736,0 0 1,0 0-1,0 1 0,0-1 1,0 0-1,-1 0 0,1 0 1,0 0-1,0-1 0,0 1 1,0 0-1,0 0 1,-1 0-1,1 0 0,0 0 1,0 0-1,0 0 0,0 0 1,0 0-1,0 0 1,-1 0-1,1 0 0,0 0 1,0 0-1,0-1 0,0 1 1,0 0-1,0 0 0,0 0 1,0 0-1,0 0 1,0 0-1,-1 0 0,1-1 1,0 1-1,0 0 0,0 0 1,0 0-1,0 0 1,0 0-1,0-1 0,0 1 1,0 0-1,0 0 0,0 0 1,0 0-1,0 0 0,0-1 1,0 1-1,0 0 1,1 0-1,-2-4-491,1 0 1,0-1-1,1 1 0,-1 0 1,1 0-1,0 0 0,0 0 1,0 0-1,0 0 0,1 0 1,-1 0-1,1 0 0,4-5 1,22-18-6482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7.7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 22 11009,'-19'-20'2132,"19"20"-2034,-1-1 0,1 1 0,-1 0 0,1 0 0,0 0 0,-1 0 1,1 0-1,-1 0 0,1 0 0,-1 0 0,1 0 0,0 0 1,-1 0-1,1 0 0,-1 0 0,1 1 0,0-1 0,-1 0 1,1 0-1,0 0 0,-1 1 0,1-1 0,0 0 0,-1 0 0,1 1 1,0-1-1,-1 0 0,1 0 0,0 1 0,0-1 0,-1 0 1,1 1-1,0-1 0,0 1 0,0-1 0,0 0 0,-1 1 1,1-1-1,0 1 0,-9 18 3270,1 7-1884,0 0 0,2 0-1,-5 51 1,3 86 214,3-22-870,-1-78-597,1-9-829,1 2 0,7 90 1,1-113-363,13 96-2836,-13-111 652,1 0 1,11 27-1,1-11-7019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7.9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74 293 13957,'-33'-46'2224,"16"31"45,7 3-261,-3 3-424,23-9-296,7-6-276,19 9-200,15-6-308,22 6-596,18 6-404,3-6-240,13-3-456,7-1-572,10 7-524,-4-6-833,-3 6-1543,7-3-3657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8.2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353 150 9109,'3'-6'328,"14"-38"2170,-11 7 1928,-6 34-4299,0 1-1,1-1 1,-1 0-1,1 0 0,0 1 1,0-1-1,0 0 0,0 1 1,0-1-1,0 1 0,1-1 1,-1 1-1,1 0 0,0-1 1,0 1-1,0 0 0,0 0 1,0 0-1,0 1 0,0-1 1,1 0-1,-1 1 0,0-1 1,1 1-1,0 0 0,-1 0 1,1 0-1,0 0 0,-1 1 1,1-1-1,4 0 0,-2 1-85,1-1-1,-1 1 1,0 1-1,0-1 0,0 1 1,0 0-1,0 0 0,0 0 1,0 0-1,0 1 0,0 0 1,-1 0-1,1 1 1,-1-1-1,1 1 0,6 6 1,-4-2-6,0 0 0,-1 1 0,0 0 1,0 0-1,-1 0 0,0 1 1,0 0-1,-1 0 0,-1 0 0,1 1 1,-1-1-1,-1 1 0,0 0 1,0 0-1,-1 0 0,0-1 0,-1 21 1,-2 1-7,-2-1 1,0 0 0,-2-1-1,-16 48 1,5-31 16,-1-2-1,-2 0 1,-46 70-1,-93 111 66,81-128 12,35-45-3,1 2 1,-65 114-1,106-166-119,0-1 0,0 1 0,0 0 0,0-1 0,0 1 0,1 0 0,-1 0 1,0-1-1,1 1 0,0 0 0,-1 0 0,1 0 0,0 0 0,0-1 0,0 1 0,0 0 1,0 0-1,0 0 0,1 0 0,-1 0 0,1-1 0,-1 1 0,1 0 0,0 0 0,-1-1 1,1 1-1,0 0 0,0-1 0,0 1 0,1-1 0,-1 1 0,0-1 0,0 0 0,1 1 0,-1-1 1,1 0-1,-1 0 0,1 0 0,-1 0 0,5 1 0,1 1-56,2-1-1,-1 1 1,0-2-1,0 1 1,1-1 0,-1 0-1,11-1 1,13-2-664,1-1 1,-1-2 0,0-1 0,57-18-1,111-52-5840,-163 60 4744,77-31-5488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8.4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1 0 92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8.9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278 333 6385,'-2'0'92,"1"0"1,0 0 0,0-1 0,-1 1-1,1 0 1,0 0 0,0-1 0,-1 1-1,1 0 1,0-1 0,0 1 0,0-1-1,0 0 1,-1 1 0,1-1 0,0 0-1,0 0 1,0 1 0,0-1 0,1 0-1,-1 0 1,0 0 0,0 0 0,0-2-1,0 1 55,1 1-1,0-1 0,0 0 0,0 0 0,0 1 1,0-1-1,0 0 0,0 1 0,1-1 1,-1 0-1,0 0 0,1 1 0,0-1 0,-1 1 1,3-4-1,4-7 856,0 1 1,1 0 0,18-20-1,1 5 246,0 1 1,2 2-1,58-38 0,-71 50-726,-1-1 0,-1-1 0,0 0-1,18-22 1,-30 33 398,-21 19-181,9 2-385,0 0 1,1 1 0,1 0 0,1 0 0,-9 42 0,4-19 58,-13 56 482,-17 148-1,9 106-69,3-25-506,20-249-258,-2 0-1,-4-1 1,-4-1 0,-39 101 0,52-160-49,-1-1 0,-1 0 1,-1-1-1,0 0 0,-1 0 1,-1-1-1,0 0 0,-1-1 0,0-1 1,-30 23-1,41-35-76,-1 1 1,1-1-1,0 0 0,-1 1 0,0-1 1,1 0-1,-1-1 0,1 1 0,-1 0 0,0-1 1,0 0-1,1 1 0,-1-1 0,0 0 1,0 0-1,1-1 0,-6 0 0,6 0 2,1 1-1,-1-1 1,1 1-1,-1-1 0,1 0 1,-1 0-1,1 0 1,0 0-1,-1 0 0,1 0 1,0 0-1,0-1 1,0 1-1,0 0 0,0-1 1,0 1-1,0-1 1,0 1-1,1-1 0,-1 1 1,1-1-1,-1 1 1,1-1-1,-1 0 0,1 1 1,0-1-1,0 0 1,0 1-1,0-3 0,2-23-1589,2 1-1,0-1 0,2 1 0,1 0 0,12-29 1,-8 21-2102,15-42-6794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9.1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31 9049,'-10'-30'10861,"17"51"-19086,3 0-476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49.3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566 1 11957,'-50'33'2216,"27"-24"-208,3 0 213,-7 3-273,0 3-180,-3 3-284,-7 12-280,7-2-224,3-1-240,-7 6-164,1 9-115,0 3-357,2 3-861,1 4-347,-3 2-868,-1 3-644,1 4-3665,-1 5-5672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0.1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 37 11313,'-19'5'2171,"18"-5"-2125,1 0-1,0 0 1,0 0 0,0 0 0,0 0 0,-1 0-1,1 0 1,0 0 0,0 0 0,0 0 0,0 0-1,-1 0 1,1 0 0,0 0 0,0 0 0,0 0-1,0 0 1,-1 0 0,1 0 0,0 0 0,0 0-1,0 0 1,0 0 0,-1 0 0,1 0-1,0 0 1,0 0 0,0 0 0,0-1 0,0 1-1,-1 0 1,1 0 0,0 0 0,0 0 0,0 0-1,0 0 1,0-1 0,0 1 0,0 0 0,0 0-1,0 0 1,-1 0 0,1-1 0,-4-9 1122,-5-8 174,1 7 3306,6 15-4542,-1-1-1,1 0 0,0 1 0,0 0 0,0-1 0,0 1 1,0 0-1,1 0 0,0 0 0,0 0 0,0 0 0,0 0 0,1 0 1,0 0-1,-1 0 0,1 1 0,1-1 0,-1 0 0,1 0 1,1 6-1,3 11-418,1-1 0,15 36 0,-13-38-81,33 68-3488,-9-31-3819,-9-22-1265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0.3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25 12981,'-7'-19'5881,"-10"16"-4581,-3 0 1224,23 21-1644,1 4-868,13-4-188,-1 3-384,1 0-436,7 12-620,-1-9-508,-6 0-3269,3 3-4336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1.5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152 132 6289,'0'-9'1538,"1"0"1,1 0 0,0 0 0,3-12 0,1-1 969,3 3 30,-9 19-2456,1-1 1,-1 0-1,0 1 0,1-1 0,-1 1 0,0-1 0,1 0 1,-1 1-1,0-1 0,0 0 0,1 1 0,-1-1 1,0 0-1,0 1 0,0-1 0,0 0 0,0 0 0,0 1 1,0-1-1,0 0 0,0 1 0,-1-1 0,1 0 1,0 1-1,0-1 0,-1 0 0,1 1 0,0-1 0,-1 0 1,1 1-1,0-1 0,-1 1 0,0-2 0,0 2-33,1-1 1,0 0-1,-1 1 0,1-1 0,0 0 0,-1 1 0,1-1 0,-1 1 1,0-1-1,1 1 0,-1-1 0,1 1 0,-1-1 0,0 1 0,1-1 1,-1 1-1,0 0 0,1-1 0,-1 1 0,0 0 0,0 0 0,1 0 1,-1 0-1,0-1 0,0 1 0,1 0 0,-1 0 0,0 0 0,0 1 1,-1-1-1,0 1 87,0 0 0,0 0 0,0 0 0,0 0 1,0 1-1,1-1 0,-1 1 0,0-1 0,1 1 1,-3 3-1,-4 5 363,1 0 1,-11 23-1,-1 10-32,2 1 1,2 1-1,1 0 1,3 1-1,2 0 0,-4 55 1,11-77-787,2-1 1,1 0-1,1 1 1,1-1-1,0 0 1,2 0-1,1-1 1,11 29-1,-3-17-2092,22 41-1,25 27-7761,-37-69 1405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1.8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4 146 10469,'-1'-9'562,"-1"1"276,2 0 3703,21 5-2642,86-6 130,-61 7-1244,84-17-1,-120 16-533,-1 0 0,1-1 0,-1 0 0,0 0 0,0-1 0,0 0 0,0-1 0,-1 0 0,0-1 0,-1 1 0,1-1 0,-1-1 0,7-9 0,-12 15 2247,-4 4-2164,-6 15-156,1-1 1,1 1-1,0 0 1,1 0-1,-4 27 1,2-11-112,4-19-301,1 1 0,0-1 1,1 1-1,1 0 0,0 0 1,1-1-1,4 19 1,0 24-1608,-3-36 35,1 0 0,8 36 0,8 9-7268,-4-25 869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2.0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 8901,'0'0'5728,"-20"3"-4352,3 3 633,7 6-1453,0 0 288,13 6-908,-3 6-524,0-9-652,4 6-325,-1-6-591,4 0-1832,6 3-2841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2.2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17 136 8705,'10'-51'2048,"-13"26"-488,-1-2 940,1 9-1580,0 3 685,-11 33-15959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2.5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140 9 7149,'18'-9'4553,"-31"15"349,5-3-1071,5 0-3073,-4 6-413,0 0 0,1 0 0,0 1 0,0 0 0,1 0 0,0 0 0,-5 19 0,-8 13-33,10-23-386,1 0 0,1 1 0,1 0 0,1 1 0,-2 27 0,-9 39-2376,13-81 1954,-8 48-1778,9-12-4844,4-9-1381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2.7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172 0 9141,'-7'18'3652,"-7"0"-1992,4-3-224,0 7-287,-3-1-221,-4 3-208,0 15-160,4-12-180,6-12-476,-6 18-568,-7 16-820,10-10-533,0 3-2447,0 3-3453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3.8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813 2219 5701,'-31'-10'364,"10"2"104,-1 1 0,0 1 0,-33-4 0,-37 3 1352,-35-4 537,-39-20 268,-68-9 1304,231 39-3835,0 1-1,1 0 0,-1-1 0,0 1 0,0-1 0,1 0 0,-1 0 0,1 0 1,-1 0-1,1-1 0,-1 1 0,1 0 0,-3-3 0,5 3-78,-1 1 0,1 0 0,0-1 0,-1 1 0,1-1 0,0 1 0,0 0 0,0-1 0,-1 1 0,1-1 0,0 1 0,0-1 0,0 1 0,0-1 0,0 1 0,0-1 0,0 1 0,0-1 0,0 1 0,0-1 0,0 1 0,0-1 0,0 1 0,0-1 0,1 0 0,0 0 5,0-1-1,-1 1 0,1 0 0,1 0 0,-1 0 0,0-1 0,0 1 0,0 0 0,1 1 0,-1-1 0,0 0 0,2-1 1,18-6 83,-1 0 1,1 1 0,1 1 0,-1 1-1,23-3 1,426-56 484,11 23-394,-312 29-129,1083-91 53,-528 44-162,686-58-11,-519 44 28,4924-366 839,-3317 254 374,-1878 139-892,1502-119 706,-14-54-1071,-2070 214 24,495-72-642,-409 53-73,-2-6-1,139-52 0,-147 33-587,-100 42 972,0-1 0,-1-1 0,0 0 0,0-1 0,12-12 0,-21 18 105,1-1 0,-2 1-1,1-1 1,-1 0 0,1 0 0,-1 0-1,0-1 1,2-5 0,-4 8-59,0 0-1,-1 0 1,1 0 0,-1-1 0,1 1 0,-1 0 0,0 0-1,0 0 1,0-1 0,0 1 0,-1 0 0,0 0 0,1 0-1,-1 0 1,-2-5 0,-1 1-1246,0 1 0,0-1 0,0 1 0,-11-11 0,15 17 1575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6.1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2853 11793,'0'0'77,"0"0"-1,-1 0 0,1 0 1,0 0-1,-1 0 1,1-1-1,0 1 1,-1 0-1,1 0 1,0 0-1,0-1 0,-1 1 1,1 0-1,0 0 1,0-1-1,-1 1 1,1 0-1,0 0 1,0-1-1,0 1 0,0 0 1,0-1-1,-1 1 1,1 0-1,0-1 1,0 1-1,0 0 1,0-1-1,0 1 0,0 0 1,0-1-1,0 1 1,0 0-1,0-1 1,0 1-1,0 0 1,0-1-1,0 1 0,1 0 1,-1 0-1,0-1 1,5-3 6516,-7 2-6102,-1 1 0,1-1 0,0 0-1,0 0 1,0-1 0,0 1 0,-3-5 0,5-1-231,1 0 0,0 0 0,1 0 0,-1 1 0,1-1 0,1 0 0,0 1 0,5-11 0,39-60 462,-12 22-425,-11 16-143,133-246 397,-102 143-490,-6-2 0,-7-2 0,-6-1 0,-6-2 0,10-169 0,-27 136-84,-12-194 0,-45-182-66,44 558 90,-1-15-1,-1 2 0,-1-1 0,0 0 0,-1 0 1,-5-14-1,7 29 20,1 1 1,-1-1 0,1 1 0,-1-1-1,1 1 1,-1-1 0,1 1-1,0 0 1,-1 0 0,1 0 0,0 0-1,0 0 1,0 0 0,-2 2-1,-1 1 18,1 1-1,-1-1 1,1 1-1,1 0 1,-1 0-1,1 0 1,-1 0-1,2 0 1,-3 8-1,-8 56 270,6-29-137,-17 109 232,7 2-1,6 0 1,14 227 0,2-306-364,2 0 1,4-1-1,3-1 1,43 126 0,-44-158-44,2-2 0,2 0 0,1-1 0,1-1 1,2 0-1,1-2 0,2-1 0,1-1 0,2-1 0,40 34 1,-52-51-87,1 0 1,0-1 0,0-1 0,2-1 0,-1 0-1,1-2 1,0 0 0,1 0 0,-1-2-1,1-1 1,0 0 0,34 1 0,-26-5-34,-1-1-1,0-2 1,-1 0 0,1-2 0,0-1 0,-1-1-1,0-1 1,-1-1 0,25-13 0,28-20-36,91-63 0,-37 21 1022,-126 80-748,0 0 0,0 1 1,0 0-1,1 1 0,-1-1 1,1 1-1,-1 0 0,10-1 0,-13 3-75,-1 0-1,1 0 0,0 0 1,0 1-1,0-1 0,0 1 1,0 0-1,0-1 0,0 1 1,-1 0-1,1 1 0,0-1 1,-1 0-1,1 1 0,-1 0 1,1-1-1,-1 1 0,0 0 1,0 0-1,0 0 0,0 1 1,2 2-1,7 13-67,0 1-1,-2 0 1,0 0-1,-1 1 1,-1 0-1,8 38 1,-7-25-273,23 55 0,21 39-5420,-37-89 1110,0 1-3486,-4-12-2443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6.2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68 116 10137,'-37'-49'1268,"24"25"420,6 12-1440,-3-3-648,27 9-2080,3-3-636,7 24-1245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6.5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0 565 10589,'3'-13'820,"-1"-1"-1,0 1 1,-1-1-1,0 1 1,-1-1 0,-2-20-1,0 16-38,2 0 0,0 0 0,1 0-1,0 0 1,7-28 0,29-86 2261,-31 114-2498,-1 4-243,1 0 0,0 0-1,1 1 1,1 0 0,0 1 0,0-1 0,1 2-1,1-1 1,0 1 0,17-14 0,-23 22-208,-3 2-70,0 0-1,0 0 1,0 1 0,0-1 0,0 0-1,0 1 1,1-1 0,-1 0 0,0 1-1,0 0 1,0-1 0,1 1 0,1-1-1,-1 2 3,1-1 0,-1 1 0,1-1 0,-1 1 0,0 0 0,1 0 0,-1 0 0,0 0 0,0 0 0,0 1 0,3 2 0,12 8 170,-1 2 1,27 27-1,-40-37-175,1 1 0,-1-1 0,0 1 0,0 0-1,0 0 1,0 0 0,-1 0 0,0 1 0,0-1 0,-1 0 0,0 1 0,1-1 0,-2 1 0,1 0 0,-1-1 0,0 7 0,1 1 16,-1 15 10,0-1-1,-2 0 1,-2 0-1,0 0 1,-9 30 0,-48 129 50,46-143-59,-22 56-108,-26 78-1106,53-144-341,2 0 0,2 0 0,-4 50 0,10-81 991,0 0 0,-1 1 0,1-1 0,1 0-1,-1 1 1,0-1 0,1 0 0,-1 0 0,1 1-1,-1-1 1,1 0 0,0 0 0,0 0 0,0 0-1,0 0 1,1 0 0,2 3 0,9 14-9665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6.7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124 0 13729,'-16'48'2657,"-5"-2"83,-5-10-452,12 3-356,1-3-312,-1 6-340,4 7-280,4 5-199,2 3-245,4 0-36,0 4-128,4 2-264,-1 3-424,4 1-844,3-1-425,3 61-3719,-9-67-1037,6-15-5732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6.9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101 426 13185,'-46'-30'4617,"25"8"-2249,5 1-388,6 6-324,3 3-328,17-9-288,13-12-248,4 9-171,13-3-333,21-3-584,12 5-577,14-8-299,7 0-772,13 0-724,7 0-3529,4 0-5544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7.3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271 277 10793,'1'-27'663,"-1"19"-327,1-1 0,-1 0 0,-1 0 1,0 0-1,0 0 0,-1 1 0,0-1 0,0 1 0,-4-10 0,-6-20 1630,10 30-1262,0 0 0,-1 0 0,0 1 0,0-1 0,0 1 0,-10-14 0,-18-26 3075,31 47-3765,0 0 1,-1 0-1,1 0 1,0 0-1,0 0 1,0 0-1,0 0 1,0-1 0,0 1-1,0 0 1,0 0-1,0 0 1,0 0-1,0 0 1,0 0-1,0 0 1,0 0-1,0 0 1,-1 0-1,1 0 1,0 0 0,0 0-1,0 0 1,0 0-1,0 0 1,0 0-1,0-1 1,0 1-1,0 0 1,-1 0-1,1 0 1,0 0 0,0 0-1,0 0 1,0 0-1,0 1 1,0-1-1,0 0 1,0 0-1,-1 0 1,1 0-1,0 0 1,0 0-1,0 0 1,0 0 0,0 0-1,0 0 1,0 0-1,0 0 1,0 0-1,0 0 1,0 0-1,-1 0 1,1 0-1,0 1 1,0-1-1,0 0 1,0 0 0,0 0-1,0 0 1,0 0-1,0 0 1,0 0-1,0 0 1,0 1-1,0-1 1,0 0-1,-5 6 223,1 0 0,-1 0 0,1 1-1,0 0 1,1 0 0,0 0-1,0 0 1,-2 8 0,-14 68 965,12-48-708,-81 467 979,71-359-978,4 226-1,15-310-497,3 0-1,3 0 1,2-1 0,21 68-1,-20-92-58,1-1-1,1 0 0,2-1 1,1-1-1,2 0 0,1-1 1,1-1-1,33 36 0,-26-38-688,1 0 0,2-2-1,1-1 1,0-2 0,2-1 0,43 21-1,-25-19-2272,0-2 1,1-3-1,100 22 0,0-12-8824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9.3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484 77 6577,'-12'-6'833,"0"0"0,-20-14 1,26 15 305,0 0 1,1 0 0,0 0 0,-7-10-1,11 14-1062,0 0 0,0 1-1,1-1 1,-1 0 0,0 0-1,0 1 1,0-1 0,0 1-1,0-1 1,0 1 0,0-1-1,0 1 1,0 0 0,0-1-1,-1 1 1,1 0 0,0 0-1,0 0 1,0 0 0,0 0-1,0 0 1,0 0 0,-1 0-1,1 0 1,0 1 0,0-1 0,0 0-1,0 1 1,0-1 0,0 1-1,0-1 1,0 1 0,0-1-1,0 1 1,0 0 0,0-1-1,1 1 1,-1 0 0,0 0-1,0 1 1,-7 5 313,1 1-1,0-1 1,-7 12 0,9-12 32,-7 7 45,2 2-1,0-1 1,1 1-1,0 1 1,-7 22-1,-4 5 340,-22 57 627,4 3-1,-38 165 1,52-162-814,-13 141 0,31-175-417,4 0 0,12 141-1,-2-167-374,1 0 0,2-1 0,3 0 0,1-1 0,3-1 0,1 0 0,2-1-1,2-1 1,2-2 0,2 0 0,1-2 0,2-1 0,1-1 0,40 35 0,-24-30-826,2-1 0,1-2 0,2-3 0,64 33 0,-54-37-1511,3-2 0,0-3 1,104 26-1,-14-18-6522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0.4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102 0 7497,'0'1'298,"1"1"0,-1-1 0,1 0 0,-1 1 1,0-1-1,1 0 0,-1 1 0,0-1 0,0 0 1,0 1-1,0-1 0,0 1 0,0-1 0,-1 0 1,1 1-1,0-1 0,-1 2 0,-11 39 4111,4-14-3698,-20 86 1232,-17 92-1152,40-172-2284,2 1 0,1 39 0,3-21-3601,-1 1-3067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0.6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1 11537,'-17'12'1472,"-6"-3"-240,-4 3-260,14 3-188,-1 0-355,-2 3-361,2 0-537,1 3-531,3 3-396,3 6-2540,0 4-2773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0.9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 8529,'28'2'1560,"-22"-1"1623,7 56-341,-11-22-2281,-3 0 0,0 1 1,-3-1-1,0 0 0,-11 36 0,9-45-325,-2 11 56,1 0 1,-1 43-1,7-71-251,1 1 0,0-1 0,1 1-1,0-1 1,0 1 0,1-1 0,0 1 0,1-1-1,0 0 1,1 0 0,0-1 0,0 1-1,9 13 1,-6-15-84,-1 0-1,2 0 0,-1-1 0,1 0 1,-1 0-1,2-1 0,-1 0 0,1-1 1,-1 0-1,1 0 0,0-1 0,18 5 1,0-2-660,0-1 1,0-1-1,37 0 0,-30-3-834,0-1 0,0-2 0,0-1 0,0-2 0,51-14 0,-19-1-4043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1.0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288 0 7701,'0'2'170,"1"0"1,-1-1-1,0 1 1,-1-1 0,1 1-1,0-1 1,0 1-1,-1-1 1,1 1-1,-1-1 1,1 1 0,-1-1-1,1 0 1,-1 1-1,0-1 1,0 0-1,0 1 1,0-1 0,0 0-1,0 0 1,-2 2-1,1 0 136,-1-1 0,1 2 0,0-1 0,0 0 0,0 0 0,-3 7 0,-58 132 4162,-20 46-2638,66-140-1987,-37 107-1821,25-50-5227,18-56-364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8.6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1016 282 6541,'-4'-20'923,"2"10"86,0 0 0,0-1 0,1 1 0,1-1 0,0-13 1,1 21-667,-1-1 0,0 1 0,-1-1 0,1 1 0,-1 0 0,1-1 0,-1 1 0,0 0 0,-2-6 0,-2-9 526,2-26 1123,-2-9-286,0 22 1688,94 268-857,76 235-1155,-141-380-1265,-4 1 1,-4 1-1,5 120 0,-21-163-74,-8 82 0,-37 178-9,39-281-144,0 1-1,-2-1 1,-1 0-1,-2 0 1,0-1-1,-30 51 1,28-57-40,-12 21-293,-2-2 1,-3-1 0,0-1 0,-3-1 0,-45 40 0,8-16-1583,-145 99 0,115-101-1586,-2-4-1,-168 66 1,93-50-4363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7:59.9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399 157 5120,'6'-11'1068,"0"0"-1,-1-1 0,0 1 0,-1-1 0,0 0 0,-1 0 0,-1 0 0,1-1 0,-1-12 0,1 3-17,-2 18 393,32 90 1102,134 580 1509,-153-581-3918,-4 1 1,-4 0-1,-4 0 0,-3 1 1,-24 166-1,8-167-573,-32 103 1,28-130-159,-2-2 0,-3-1 0,-35 57 0,12-31-1628,-5-2 1,-87 101-1,42-71-2795,-9-2-2760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1.4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78 6217,'7'-9'60,"-1"0"794,1 0 1,1 0 0,0 0-1,0 1 1,10-7-1,-17 14-782,0 0-1,0 0 0,0 0 0,1 0 0,-1 1 0,0-1 1,0 0-1,1 1 0,-1-1 0,0 1 0,1 0 0,-1-1 0,0 1 1,1 0-1,-1 0 0,1 0 0,-1 0 0,0 0 0,1 0 1,-1 0-1,1 0 0,-1 1 0,0-1 0,1 0 0,-1 1 1,0-1-1,1 1 0,-1 0 0,0-1 0,0 1 0,1 0 1,-1 0-1,0 0 0,0 0 0,0 0 0,0 0 0,0 0 1,0 0-1,-1 0 0,1 0 0,0 1 0,0 0 0,4 9 102,0-1 0,-1 1 0,-1 0 0,4 18 0,1-1 316,2-6-338,1 1-1,0-2 0,2 1 1,1-2-1,1 0 1,0 0-1,19 17 1,-13-15 29,-1 2 0,-2 0 0,0 1 1,20 39-1,-33-53-89,-1 1 0,-1 0 0,0 0 0,0 0 0,-1 0 0,-1 1 0,0-1 0,-1 0 0,0 1 0,0-1 0,-2 0 0,1 1 0,-2-1 0,0 0 0,0 0 0,-8 17 0,-5 8 136,-2 0-1,-1-1 0,-41 56 1,-23 17-21,52-73-1236,2 1 1,-46 81 0,71-110 370,1-1 0,0 1 1,0 0-1,0 0 0,1 0 1,0 0-1,0 0 1,1 0-1,1 1 0,-1-1 1,1 0-1,2 14 0,9 12-5288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1.6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 12 5985,'-17'-3'1144,"-3"0"-204,7 0 196,-7 0-1580,-1 3-972,-2 3-2945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3.6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0 908 5593,'1'-2'133,"0"1"0,0-1 0,0 0 1,0 1-1,0-1 0,0 1 1,0 0-1,1-1 0,-1 1 1,1 0-1,-1 0 0,1 0 1,-1 0-1,1 0 0,0 0 1,-1 0-1,1 1 0,0-1 1,0 0-1,3 0 0,12-1 4202,3-20-2766,-11 14-1348,1-1 0,-1 2-1,1-1 1,1 1 0,-1 1 0,22-10 0,71-21 80,-83 30-217,467-115-3,-300 80-370,11-4-158,489-110-1437,8 28 294,1407-106-4965,-1778 209 3996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4.7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776 3 8461,'-16'-2'1062,"-1"1"1,1 1-1,0 1 1,-1 1-1,1 0 1,-27 7-1,28-4-620,0 1 1,0 0-1,1 1 0,-15 9 0,-25 21-48,2 2 1,2 2-1,2 2 0,1 2 0,3 2 1,1 2-1,3 2 0,-34 58 0,60-87-354,1 0-1,1 1 1,2 0 0,0 1-1,1 1 1,2-1-1,-7 39 1,12-51-29,0 1 0,1-1 1,1 1-1,0-1 1,1 1-1,0-1 0,1 1 1,0-1-1,1 0 1,0 0-1,1 0 0,1 0 1,-1-1-1,2 0 1,0 0-1,0 0 0,11 13 1,-2-7-11,1-1 0,32 25 0,-41-35 9,16 11 16,31 20 1,98 53 29,-83-48-50,-2 2 1,69 59-1,-123-92-9,0 0-1,0 2 1,-1-1 0,-1 2-1,0-1 1,-1 2 0,11 18 0,-16-24 2,-1 0 1,0 0 0,-1 1-1,0-1 1,0 1 0,-1 0-1,-1 0 1,1 0 0,-1 0-1,-1 0 1,0 0 0,-1 0-1,0 1 1,-2 10 0,-1-6 2,0 1 0,-1-1 0,-1 0 0,0-1 0,-1 1 0,-1-1 0,-15 21 0,8-15-2,-2-1-1,0 0 0,-1-1 1,-25 19-1,-4-3-39,-2-2-1,-2-2 1,-73 33-1,100-52-26,0 0 0,0-2 0,-2 0 0,-30 5 0,54-13 20,0-1 1,0 0 0,0 0 0,0 0 0,0 0 0,0-1-1,0 1 1,0 0 0,0-1 0,0 1 0,0-1 0,1 0-1,-4-2 1,4 3 37,0 0 0,1 0 0,-1-1-1,1 1 1,0 0 0,-1-1 0,1 1 0,-1-1 0,1 1-1,0 0 1,-1-1 0,1 1 0,-1-1 0,1 1 0,0-1-1,0 1 1,-1-1 0,1 1 0,0-1 0,0 0 0,0 1-1,0-1 1,0 1 0,0-1 0,0 1 0,0-1 0,0 0-1,0 1 1,0-1 0,0 1 0,0-1 0,0 1 0,0-1-1,1 0 1,4-7-25,0 0 0,1 1 1,0-1-1,1 2 0,-1-1 0,1 1 0,1 0 0,-1 0 0,1 1 0,0 0 1,0 0-1,0 1 0,1 0 0,0 0 0,0 1 0,0 0 0,0 1 0,18-3 0,-9 3 105,0 0 0,0 1 0,0 1 0,0 1 0,0 1 0,0 0-1,0 1 1,0 1 0,17 7 0,-19-4 6,0 0 0,-1 1 0,0 1 0,-1 1 1,0 0-1,0 1 0,-1 0 0,-1 1 0,0 0 0,0 1 0,-1 1 0,-1 0 1,12 20-1,10 23 58,-2 1 0,25 72 0,-47-111-116,13 36 1,39 83-462,36 26-1827,-80-142 427,1-1 0,1 0 0,1-1 0,40 33 1,-9-16-5681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5.4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7 311 6861,'-2'-6'324,"1"0"0,-1 0 0,1-1 1,1 1-1,-1 0 0,1-1 0,0 1 1,1-1-1,-1 1 0,1 0 1,1-1-1,-1 1 0,1 0 0,3-9 1,0 4 81,0 1 0,1-1 0,0 1 0,0 0 0,1 0 1,0 1-1,10-10 0,-4 6-110,0 2 0,0-1 0,1 2 0,0 0 0,1 0 0,0 2 0,1 0-1,0 0 1,32-9 0,-38 14-215,1 1-1,-1 0 0,1 0 0,-1 1 0,1 1 0,0 0 1,0 0-1,-1 1 0,1 0 0,-1 1 0,1 0 0,-1 1 1,1 0-1,-1 1 0,0 0 0,-1 0 0,16 10 0,-12-5-17,-1 0 0,0 1 0,0 0 0,-1 1 0,0 1 0,-1 0 0,0 0 0,-1 0 0,-1 2 0,0-1 0,-1 1-1,0 0 1,-1 0 0,0 1 0,-2-1 0,1 1 0,-2 1 0,0-1 0,1 29 0,-3-13 17,-1 0 1,-2 0 0,-1-1-1,-2 1 1,0-1 0,-2 0-1,-2-1 1,-1 0 0,-16 36-1,-128 235 185,73-148-138,70-131-108,0 1-1,2 0 0,1 1 1,0 0-1,-7 45 0,14-60-19,0 0 0,0-1-1,1 1 1,0 0-1,0 0 1,1-1-1,0 1 1,0 0 0,1-1-1,0 1 1,0-1-1,1 0 1,0 1 0,0-1-1,1-1 1,0 1-1,0 0 1,0-1-1,1 0 1,0 0 0,1 0-1,6 6 1,2-2-55,1-1 0,0 0 0,1 0 0,-1-2 0,2 0 0,-1-1 0,0-1 0,1 0 0,0-1 0,29 3 0,17-2-314,97-3 1,-154-2 344,50-2-135,0-2 0,71-16 0,-97 14 184,0-2-1,-1-1 1,0-2 0,-1 0-1,49-29 1,-67 35 194,-1-1-1,0-1 1,0 1-1,-1-2 0,13-13 1,-19 19 1007,-7 4-847,-5 2-292,1 0-1,0 1 1,0-1-1,0 2 1,0-1-1,1 1 1,0 0-1,0 1 1,1 0-1,0 0 1,0 1-1,1 0 1,0 0-1,0 1 1,0-1-1,-5 14 1,-6 15 66,2 1-1,1 0 1,2 1-1,2 0 1,1 1 0,2 0-1,-3 67 1,10-56-67,1 0 1,3-1-1,2 1 0,3-1 0,24 85 1,27 38-20,-31-98-22,-5 0-1,26 128 0,-47-181-41,-2-1-1,0 1 0,-1 0 1,-1 0-1,-1 0 1,-1 0-1,-1 0 0,-1-1 1,-1 0-1,-1 0 0,0 0 1,-2-1-1,-12 21 0,5-14-183,-1 0-1,-2-2 0,-1 0 0,-1-1 1,0-1-1,-2-1 0,-1-1 1,-40 27-1,18-18-802,-2-2 1,-64 28-1,-106 31-5455,141-58 2540,-34 13-4673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6.8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2001 11433,'2'-17'5591,"-3"2"-3905,0 12-1571,1 0 0,-1 0 0,1 0 0,0 0 0,0-1 0,0 1 0,1 0 0,0-4 0,16-81 1307,2-6-935,12-28-206,-5-1-1,15-207 1,-32-257-204,-49 164 43,30 350-42,8 56-2,0 0-1,-11-32 0,13 49-64,0-1 0,0 0 0,0 1 1,0-1-1,0 0 0,-1 1 0,1-1 0,0 1 1,-1-1-1,1 0 0,0 1 0,-1-1 1,1 1-1,-1-1 0,1 1 0,-1-1 0,1 1 1,-1 0-1,1-1 0,-1 1 0,1 0 0,-1-1 1,1 1-1,-1 0 0,0-1 0,1 1 1,-1 0-1,0 0 0,1 0 0,-2 0 0,0 0 11,1 1-1,0-1 1,-1 1-1,1-1 1,0 1-1,0 0 1,0 0-1,0 0 1,-1 0-1,1-1 1,0 2-1,0-1 1,-1 2-1,-24 40 436,15-15-148,1-1 0,1 1 1,2 0-1,-7 54 0,9-30 133,4 96 0,8-66-204,4 0-1,4-1 0,39 127 1,-36-157-325,3 0 1,1-1-1,3 0 0,2-3 1,2 0-1,2-1 1,2-2-1,1-2 0,3-1 1,81 70-1,-90-89-149,0-1 0,2-1 0,0-2 0,2-1 0,-1-2 0,2 0 0,0-3-1,1 0 1,42 7 0,-20-8-170,1-3 0,0-3 0,0-2 0,112-9 0,-105 0 222,-11-1 208,0 4 1,1 1-1,56 6 0,-99-3 35,-1 0 1,0 1-1,0 0 0,0 0 0,0 1 0,-1 1 0,1 0 0,-1 0 0,0 0 1,0 1-1,0 1 0,0 0 0,-1 0 0,0 0 0,-1 1 0,1 0 0,10 14 0,-1 6 88,0 0-1,22 53 0,29 47-1732,-64-121 1086,-1 0 0,1 0-1,0-1 1,0 1 0,1-1 0,-1 0-1,1 0 1,7 5 0,13 5-5759,-9-9-1964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6.9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7 7777,'-17'-6'4604,"27"21"-4840,17 9-216,0 0-412,-4 9-540,4 1-1372,0-1-889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7.2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44 340 5697,'0'0'1452,"-4"-1"-58,-32-6 1159,36 7-2532,0 0 0,0 0 0,-1 0-1,1 0 1,0 0 0,0 0-1,0 0 1,0 0 0,0 0 0,0 0-1,0 0 1,-1 0 0,1 0 0,0-1-1,0 1 1,0 0 0,0 0-1,0 0 1,0 0 0,0 0 0,-1 0-1,1 0 1,0 0 0,0 0 0,0 0-1,0 0 1,0-1 0,0 1-1,0 0 1,0 0 0,0 0 0,0 0-1,0 0 1,0 0 0,0 0 0,0-1-1,0 1 1,0 0 0,-1 0-1,1 0 1,0 0 0,0 0 0,1 0-1,-1 0 1,0-1 0,0 1 0,0 0-1,0 0 1,0 0 0,0 0-1,0 0 1,0 0 0,0-1 0,0 1-1,0 0 1,0 0 0,4-21 677,0 0 1,2 0-1,0 1 1,1 0-1,1 0 1,18-32-1,-17 38-493,0-1 0,1 1 0,0 1 0,1 0 0,1 1 1,0 0-1,0 0 0,2 2 0,14-11 0,-24 19-160,0-1 0,0 1 0,1 1 0,-1-1 0,1 1 0,-1-1 0,1 1 0,0 1 0,-1-1 0,1 0 0,0 1-1,-1 0 1,1 0 0,0 1 0,0-1 0,-1 1 0,1 0 0,-1 0 0,1 1 0,6 2 0,-5-1 4,1 1 0,0-1 0,-1 1-1,1 1 1,-1-1 0,-1 1 0,1 0 0,-1 1-1,1-1 1,-1 1 0,7 10 0,-6-4 3,0 0-1,0 0 1,-1 1 0,-1-1-1,0 1 1,-1 0 0,0 0-1,-1 1 1,0-1 0,-1 0-1,0 1 1,-2-1 0,1 0-1,-2 1 1,1-1 0,-2 0-1,-7 23 1,-7 15-111,-3-1-1,-2-2 1,-34 57-1,5-11-971,47-85 848,-20 46-2229,22-30 437,2-24 1885,0 0 0,0 0 0,0-1-1,0 1 1,1 0 0,-1-1 0,0 1 0,1 0 0,-1-1 0,0 1 0,1 0 0,-1-1 0,1 1 0,-1-1 0,1 1 0,-1-1 0,1 1 0,0-1 0,-1 1 0,1-1 0,0 0 0,-1 1 0,1-1 0,0 0 0,0 1 0,0-1-99,1 0-1,-1 1 1,1-1 0,-1 0-1,0 0 1,1 0 0,-1 0-1,1 0 1,-1 0-1,0 0 1,1 0 0,-1-1-1,0 1 1,1-1 0,-1 1-1,0-1 1,1 1 0,-1-1-1,0 0 1,0 0 0,0 1-1,1-1 1,-1 0 0,0 0-1,1-2 1,4-1-567,34-27-4079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7.4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 8705,'1'0'299,"-1"0"0,1-1 0,-1 1 0,1 0 0,-1 0 0,1 0 0,-1 0 0,1 0 0,-1 0 0,1 0 0,-1 0 1,1 0-1,-1 0 0,1 0 0,-1 0 0,1 0 0,-1 1 0,1-1 0,-1 0 0,1 0 0,-1 0 0,1 1 0,-1-1 0,1 1 0,7 13 2469,-3 28-3141,-4-26 1307,45 195 1354,-28-140-1959,50 148-879,3-31-4444,-42-123-521,-6-25-2569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7.5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1 356 10417,'3'-39'1884,"1"18"-228,6 9-40,10-13-315,7 4-285,-1 3-216,15-3-360,12 0-428,4-3-524,10 0-704,7 0-373,-1-15-863,1 5-1420,7 1-2645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7.8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352 1 11637,'-15'8'958,"0"1"0,0 1 0,1 1 0,1 0 0,-1 0 0,2 2 0,0-1 0,0 1 0,1 1 0,-16 27 0,0 4-268,3 1-1,1 1 1,2 1 0,2 1 0,3 1 0,1 1-1,3 0 1,-6 63 0,8-14-317,4 1-1,5 1 1,16 135-1,-8-170-434,3-1-1,36 124 0,-34-156-180,1 0 1,1 0-1,2-1 1,2-1-1,0-1 0,2-1 1,25 28-1,-17-26-337,2-1-1,2-2 1,0-1-1,2-2 1,1-1 0,1-2-1,0-1 1,51 21 0,-27-19-1617,1-2-1,1-3 1,1-2 0,114 14 0,-8-12-6354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08.6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653 39 5112,'2'0'416,"-1"0"-1,0 0 0,0 0 0,0 0 0,-1-1 0,1 1 0,0 0 1,0-1-1,0 1 0,0 0 0,0-1 0,0 1 0,0-1 0,0 0 1,-1 1-1,1-1 0,0 0 0,0 1 0,-1-1 0,1 0 0,0-1 1,5-17 3466,-6 19-3848,1 0 0,-1-1-1,0 1 1,0 0 0,0 0 0,0 0-1,0-1 1,0 1 0,0 0 0,0 0-1,0-1 1,0 1 0,0 0 0,0 0-1,0-1 1,0 1 0,0 0 0,0 0-1,-1-1 1,1 1 0,0 0-1,0 0 1,0-1 0,0 1 0,0 0-1,0 0 1,-1 0 0,1 0 0,0-1-1,0 1 1,0 0 0,-1 0 0,1 0-1,0 0 1,0 0 0,0-1 0,-1 1-1,1 0 1,0 0 0,0 0 0,-1 0-1,1 0 1,-1 0 0,0 1 115,0 0 0,0 1 1,-1-1-1,1 0 0,0 1 0,0-1 0,0 1 1,0 0-1,1-1 0,-1 1 0,0-1 0,0 4 1,-3 6 117,1 0 1,1 1 0,0-1 0,1 0-1,0 1 1,1 22 0,10 76 1295,-8-101-1450,9 60 896,35 117 1,41 65 163,3-23-495,81 216 298,3 76-270,-133-368-562,-5 1 1,14 160-1,-40-214-219,-5 1 0,-4 1 0,-5-1 0,-21 128 0,1-102-819,-5-1 0,-5-2 0,-6-2 1,-5-1-1,-6-2 0,-4-3 0,-5-2 0,-6-3 0,-152 195 1,-92 23-3761,84-135-1279,31-48-2271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11.3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486 521 3728,'18'-20'212,"7"-9"613,2 0 0,50-40 0,-41 44-442,1 1-1,1 2 1,0 2 0,2 2-1,55-19 1,216-46 506,-126 38-79,-88 21-275,87-28 1161,-175 49-1539,47-14 417,-52 16-485,1 0 0,-1 0 0,1 1 0,0-1 0,-1 1 0,1 0 1,0 0-1,0 1 0,-1 0 0,7 1 0,-9-1-30,1 1 0,-1-1 1,1 1-1,-1 0 0,0 0 0,1 0 0,-1 0 1,0 0-1,-1 0 0,1 0 0,0 1 1,-1-1-1,1 1 0,-1-1 0,0 1 0,1 0 1,-1 0-1,0 3 0,13 59 536,-12-56-473,22 205 1238,-3 334-1,-60 728 190,33-1140-1473,-58 640 211,41-624-263,-6 0 0,-7-2 0,-58 150 0,18-105-434,-110 197 0,126-283-8,-5-3 0,-4-3 0,-97 109 0,155-200 378,-175 185-757,161-174 614,-2-2 1,0 0-1,-1-2 1,-1-1-1,-62 27 1,69-36-136,-1-2 1,-45 9 0,-145 15-2572,187-29 1883,0-1-1,0-1 1,-30-4-1,-59-10-4639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10.7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502 187 7789,'-45'-15'535,"21"7"58,1-1 0,1 0 0,-42-25 0,40 20 70,-28-18 1847,-79-33 0,125 65-1464,10 8-578,18 19-414,-3-4 89,0 3-62,-1 2 0,-2 0 0,0 1 0,-2 0 0,17 56 0,-17-39 2,-3 1 0,-2 1 0,5 64 0,-11-10 27,-5 1 0,-3-1 0,-22 110 0,-97 489 222,-12 82 41,119-626-301,8 305-1,12-405-57,2 0 0,3-1-1,3 1 1,1-2 0,4 0 0,1 0 0,27 53 0,-38-95-26,1 0 0,1 0 0,0 0 0,1-1 1,0 0-1,1-1 0,0 0 0,1-1 0,0 0 1,1 0-1,0-1 0,0-1 0,1 0 0,18 8 0,-12-8-191,0-1-1,1-1 0,0-1 0,1 0 0,-1-1 0,0-2 0,1 0 0,0-1 0,38-3 0,-19-3-663,0-1 1,0-2-1,42-15 1,47-25-4408,-39 7-1092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12.1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30 592 4072,'-2'-1'269,"1"0"-1,-1 0 0,0 0 1,0 0-1,1 0 0,-1 0 1,1 0-1,-1 0 0,1-1 1,-1 1-1,1-1 1,0 1-1,0-1 0,0 1 1,0-1-1,0 0 0,0 0 1,0 1-1,0-1 0,1 0 1,-1 0-1,1 0 0,-1 0 1,1 0-1,0 0 0,0 0 1,-1 0-1,2-2 0,0-7-10,0 1 0,1-1 0,0 0 0,1 1 0,0 0 0,1 0 0,0 0 0,1 0 0,0 0 0,0 1 0,1 0-1,14-16 1,2 2-64,2 1 0,1 1 0,1 1 0,0 1 0,2 2 0,0 1 0,33-15 0,18-1-484,121-35 1,97-5-2517,-95 35-1989,-59 16-800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08:12.6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20 121 5216,'-20'21'7203,"31"-22"-6898,1 0 0,-1 0-1,16-6 1,9 0-88,238-19 413,121-19-3611,-248 18-479,8 0-1600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34.0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 1 13397,'1'5'593,"0"0"0,0 0 0,0 1 0,0-1 0,-1 0 0,0 1 0,0-1 0,0 0 0,-1 1 0,-2 9-1,-2 26 1888,6 105-1082,-25 518 7572,-60 115-8970,68-583-2669,13 264-12679,9-387 3582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34.6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54 377 11049,'-16'-34'759,"10"23"-212,0-1-1,1-1 1,0 1 0,1-1 0,1 1 0,0-1 0,-2-17 0,5 23-311,0 0 1,0-1-1,0 1 1,1 0-1,1 0 1,-1 0-1,1 0 1,0 0-1,0 0 1,1 0-1,0 1 1,0-1-1,1 1 0,6-9 1,-3 6-58,1 0-1,0 1 1,1 0 0,0 0 0,0 1-1,1 0 1,0 0 0,16-7 0,-10 7-56,1 0 0,0 2-1,0 0 1,0 1 0,0 1 0,1 0 0,-1 1 0,1 1 0,0 1 0,-1 0 0,1 2 0,0 0 0,29 7 0,-4 2 116,1 3 0,-2 1 0,0 1 0,49 29 1,-38-15 89,-1 3 0,-2 2 1,75 68-1,115 146 531,-158-152-646,-5 3-1,-5 4 1,99 188-1,-140-230-164,-3 2 0,-2 0 0,20 87-1,-37-116-30,-2 1 0,-2 0 0,-1 1 0,-2-1 0,-2 1 0,-1 0 1,-11 69-1,10-97-21,0 1-1,-1-1 1,-1 0 0,1 1 0,-1-2 0,-1 1 0,0 0 0,0-1 0,0 0 0,-8 8 0,12-15-3,0 0-1,0 1 0,0-1 1,-1 0-1,1 0 0,0 0 1,-1-1-1,1 1 0,-1 0 1,1 0-1,-1-1 0,1 1 1,-1-1-1,1 0 0,-1 1 1,1-1-1,-1 0 0,0 0 1,1 0-1,-1 0 0,0 0 1,1 0-1,-1 0 0,1-1 1,-1 1-1,0 0 0,1-1 1,-1 1-1,1-1 0,-1 0 1,1 0-1,0 1 0,-1-1 1,-1-2-1,-2-1-36,0 1 0,1-1 0,0 0 0,0 0 0,0-1 0,0 1 0,1-1 0,0 1 0,-3-7 0,-6-16-195,1-1 0,2 0-1,0-1 1,2 0-1,-5-50 1,0-150-529,14 139 522,4 0 0,33-168 0,-24 192 253,3 1 0,3 0 0,3 1 0,48-89 0,-59 129 110,2 1-1,1 0 0,0 1 1,2 0-1,1 2 0,0 0 1,1 1-1,39-28 1,-42 36 37,0 1 1,0 0 0,1 1 0,0 1 0,1 1 0,0 1-1,0 0 1,0 1 0,1 1 0,-1 1 0,1 1 0,38 1-1,-34 2 28,0 2 0,1 1 0,-1 1 0,-1 1 0,1 1 0,-1 1 0,0 1 0,25 14 0,-19-6 44,0 1-1,-2 1 1,0 1 0,-1 2 0,32 34 0,-18-10 40,-3 1 1,-2 1 0,-2 2 0,-2 2 0,-2 1-1,30 78 1,-28-46-102,-3 2-1,-4 1 1,-4 0-1,11 118 1,-19-49-680,-13 258 0,-2-348 103,-16 231-2703,10-121-1147,16-65-6072,-3-81-366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35.1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116 0 13197,'-8'5'611,"0"-1"0,1 1 0,0 0-1,0 0 1,0 1 0,1 0 0,0 0 0,0 1-1,0 0 1,1 0 0,0 0 0,1 0 0,-6 11-1,5-6-83,1 0 0,0 1 0,1-1 0,0 0-1,1 1 1,0 0 0,1 0 0,1 17 0,3 2-64,1 0 0,1 1 0,2-2 0,1 1 0,2-1 0,19 45 0,-8-29-215,3-1 1,1-1 0,2-2-1,44 56 1,-52-77-350,0 0 1,1-2 0,1 0-1,1-1 1,1-1 0,1-2-1,0 0 1,1-1-1,35 15 1,-48-26-80,-1 0 0,1-1 0,0 0-1,0 0 1,1-1 0,-1-1 0,0 0 0,1-1-1,-1 0 1,0-1 0,1 0 0,14-4 0,-18 2 35,0 1 1,-1-1-1,1-1 0,0 0 1,-1 0-1,0-1 1,0 0-1,0 0 1,-1-1-1,0 1 1,0-2-1,0 1 0,-1-1 1,0 0-1,0-1 1,8-14-1,0-8-103,-1-1 0,-2 0 0,-2 0-1,0-1 1,6-61 0,-8 34 413,-3-66 1,-1 27 1146,-5 55 276,-1 35-478,2 24-411,3 21 61,12 71 0,-9-77-554,37 164 623,-32-162-994,1 0-1,2-1 0,29 54 0,-37-78-141,1 1-1,0-1 0,0 0 1,0 0-1,1 0 0,0-1 1,1 0-1,-1-1 0,2 0 1,-1 0-1,0 0 0,1-1 1,0-1-1,0 1 0,1-1 1,-1-1-1,1 0 0,0 0 1,0-1-1,0 0 0,0-1 1,0 0-1,0 0 0,0-1 1,0-1-1,0 0 0,0 0 1,0-1-1,0 0 0,0-1 1,0 0-1,-1 0 0,1-1 1,13-8-1,-3-1-521,-1-1 1,-1 0-1,0-2 0,-1 0 1,0-1-1,27-37 0,-18 15-1253,-1-1 0,31-66 0,-9-3-2732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35.2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76 11661,'-1'-15'1819,"0"0"-1,-6-28 1,6 41-354,-10 17 1483,8-8-2567,0 0 0,1 0-1,-1 1 1,1-1 0,1 1 0,-1-1 0,2 1-1,-1 11 1,4 70 1265,-1-65-1298,7 365 2474,4 66-4842,3-279-1955,-8-60-5693,-4-66-1458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35.6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0 349 10293,'0'0'4074,"3"-2"-2502,5-3-1129,1 0-1,1 1 0,-1 0 0,1 0 0,-1 1 0,1 0 0,16-2 0,78-5 342,-42 6-385,288-47-422,-183 23-609,-87 14 129,-1-4 0,139-52-1,-187 57 524,-1-1 0,-1-2-1,41-29 1,-45 21 322,-24 17-97,-17 14-101,-4 7-62,0 0 0,1 2 0,0 0 0,1 1 0,-23 30-1,-69 107-46,83-113-152,2 1-1,2 2 1,1 0-1,-26 81 0,46-115 126,0 0-1,0 0 0,1 0 0,1 16 0,0-22 17,1-2 11,0 0 0,0-1 0,0 1 1,0 0-1,0-1 0,1 0 0,-1 1 1,1-1-1,-1 0 0,1 1 0,-1-1 0,1 0 1,-1 0-1,1 0 0,0-1 0,0 1 1,2 1-1,6-2 129,-1 1 1,1-1-1,-1-1 1,1 0-1,-1 0 1,1 0-1,-1-2 1,0 1 0,11-5-1,31-6 351,-44 12-473,0-1 0,1 1 0,0 1 0,-1-1 0,1 1 1,-1 0-1,1 1 0,0 0 0,-1 0 0,0 1 0,1 0 0,-1 0 0,0 1 0,0-1 0,9 6 0,110 64-4277,-121-69 3646,28 14-2625,-5-8-2275,-9-3-769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35.9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51 7601,'-1'-9'673,"1"7"-398,0 0 0,0-1-1,0 1 1,0-1-1,0 1 1,0-1 0,1 1-1,-1-1 1,1 1 0,0 0-1,-1-1 1,1 1 0,0 0-1,5-7 3664,-2 34-1133,5 67-377,-4 0 0,-11 149-1,0-108-1478,20 627 1412,-8-696-2173,19 94 1,-18-131-180,0 0 0,2-1 0,0 0 0,2-1 0,1 0 0,16 24 0,-22-39-76,1-1 1,0 0 0,1 0-1,0-1 1,1 0 0,0 0-1,0-1 1,0 0 0,1 0-1,0-1 1,0-1 0,1 0-1,-1 0 1,21 5 0,-22-8-47,0 0 0,0-1 0,0 0 0,0 0 0,0-1 0,0 0 0,0-1 0,0 0 0,0 0 0,0-1 1,0 0-1,0-1 0,-1 0 0,1 0 0,-1-1 0,0 0 0,0 0 0,0-1 0,8-6 0,-5 2 7,-2-1 0,1 1 0,-1-1 0,0-1 0,-1 0 0,0 0 0,-1-1 0,-1 0 0,0 0 0,0 0 0,-1-1 0,0 0 0,-1 0 0,-1 0 0,0 0 0,-1-1 0,0 1 0,-1-1 0,-2-22 0,1 19 112,-1 0-1,-1 0 0,-1 1 1,-1-1-1,0 0 0,-1 1 1,-1 0-1,0 0 0,-1 1 0,-1-1 1,0 2-1,-1-1 0,-1 1 1,0 0-1,-15-15 0,17 21 26,0 1 0,-1 0 0,1 0 0,-1 1 0,-1 0 0,1 0 0,-1 1 0,0 0 0,-20-6 0,24 10-69,0 0-1,-1 0 1,1 0 0,0 1 0,0 0 0,-1 0 0,1 0 0,0 1 0,0 0 0,0 0 0,0 1 0,0 0 0,0 0 0,0 0 0,0 1-1,1 0 1,-1 0 0,-8 6 0,5-2-437,0 0 0,1 1 0,0 0-1,0 1 1,0 0 0,1 0 0,0 1-1,-5 10 1,7-10-987,0 0 0,1 0-1,0 0 1,1 0 0,-3 13 0,2 12-6696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36.2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1 12569,'-41'196'8752,"33"-122"-6272,3 112 1,18 73-822,-6-155-1180,39 307-3334,-25-251-1405,-20-148 3743,15 88-8047,-3-56-676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36.5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1 413 11397,'6'-3'427,"-5"2"-285,0 0 0,0 0 0,1 0 0,-1 0 0,1 1 1,-1-1-1,1 0 0,-1 1 0,1-1 0,-1 1 0,1-1 0,-1 1 0,1 0 0,0-1 0,-1 1 0,1 0 0,-1 0 1,1 0-1,0 1 0,-1-1 0,1 0 0,-1 1 0,3 0 0,-1 0 1390,1 0-228,9 0-888,0-1 0,0 0 0,0 0 0,0-1 0,0-1 0,0-1 0,0 1 0,18-8 0,-18 6-327,-1-1 1,1-1-1,-1 0 0,0-1 0,0 0 1,-1-1-1,0 0 0,0-1 1,-1 0-1,0 0 0,0-1 1,-1-1-1,10-15 0,-10 11 70,0 0 0,-2 0 0,0-1 0,7-22-1,-12 32-28,-1 0-1,0 0 1,0-1-1,0 1 1,-1 0-1,1-1 1,-2 1-1,1 0 0,-1-1 1,0 1-1,0 0 1,0 0-1,-1 0 1,0 0-1,-3-6 1,3 8 10,0-1 0,-1 1 0,1 0 0,-1 1 0,0-1 1,0 0-1,0 1 0,0 0 0,-1 0 0,1 0 0,-1 0 0,0 0 0,0 1 1,0-1-1,-5-1 0,6 3-56,0 0 0,0 1 1,0-1-1,0 1 0,0-1 0,0 1 1,0 0-1,0 0 0,0 1 1,0-1-1,0 1 0,0-1 0,0 1 1,0 0-1,0 0 0,0 0 0,0 1 1,0-1-1,0 1 0,1-1 0,-1 1 1,1 0-1,-3 3 0,-7 5 78,2 2 1,-1 0-1,2 0 0,-1 1 0,2 0 0,0 0 1,0 1-1,-5 15 0,-4 15 395,-18 63-1,27-76-556,1 0 0,2 0 0,1 1 0,0 44 0,4-57 0,1 0 0,1 0 0,1 0 0,0-1 0,2 1 0,0-1 0,1 0 0,15 31 0,-16-40-145,1 1 1,1-1-1,0 0 1,0-1-1,1 0 1,0 0-1,0-1 1,0 0-1,1 0 1,0-1-1,1 0 0,12 6 1,-2-1-484,2 2-129,1-1-1,0-2 1,1 0-1,31 8 0,93 12-3218,-146-30 3915,67 9-4850,111-1 0,-41-5-4718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36.7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129 320 13737,'-75'-19'2893,"72"18"-2635,0 1 1,-1 0-1,1 0 1,-1 0-1,1 0 1,-1 1 0,1-1-1,0 1 1,-1 0-1,1 0 1,-3 1-1,-4 1 8586,67 2-8210,1-3 0,-1-1 0,77-11 0,-62 4-310,795-102-2238,-769 89 1109,14-2-1297,130-41 0,-234 59 1729,12-3-536,-2-2 0,20-9 0,-31 13-677,0 0 1,-1 0 0,1-1-1,10-11 1,4-8-8917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0.1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279 319 8405,'-33'3'711,"23"-1"-313,-1-2 0,1 1 0,-1-1 0,0-1 0,1 0 0,-14-2 0,11 1 561,-1 2 1,0 0-1,0 0 1,0 1 0,-19 5-1,-23 0 4471,802-41-3477,1-43-1853,-415 41 62,953-132-40,-1261 165-204,-10 2-57,0-1 0,1 2 0,-1 0 0,0 0 0,1 2 0,21 2 0,-35-3 76,0 0 0,0 0-1,0 0 1,1 0 0,-1 0 0,0 1 0,0-1 0,0 0-1,0 1 1,1-1 0,-1 1 0,0-1 0,0 1-1,0 0 1,0-1 0,0 1 0,0 0 0,0 0 0,-1-1-1,1 1 1,0 0 0,0 0 0,-1 0 0,1 0 0,0 0-1,-1 0 1,1 0 0,-1 1 0,1-1 0,-1 0 0,0 0-1,1 0 1,-1 0 0,0 1 0,0-1 0,0 0-1,0 0 1,0 0 0,0 1 0,0-1 0,0 0 0,-1 0-1,1 0 1,0 1 0,-1-1 0,1 0 0,-1 0 0,1 0-1,-1 0 1,0 2 0,-5 6-713,0 0 0,-1-1 0,0 1 0,-13 12 0,-44 37-6685,33-26 637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0.4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768 43 8065,'-20'-36'6107,"-1"32"-2833,20 4-3106,-1-1-1,0 1 0,0-1 1,0 1-1,0-1 0,0 1 1,0 0-1,1 0 0,-1 0 1,0 0-1,0 1 0,0-1 1,0 0-1,0 1 0,0-1 1,1 1-1,-1 0 0,0-1 1,0 1-1,1 0 0,-1 0 1,0 0-1,1 0 0,-1 1 1,1-1-1,0 0 0,-1 1 1,1-1-1,0 1 0,0-1 1,0 1-1,0-1 0,0 1 1,0 0-1,0-1 0,0 1 1,1 0-1,-1 0 0,1 0 1,-1 3-1,-3 16 299,0 0 1,2 1-1,0-1 0,2 1 1,2 25-1,20 109 683,0-15-577,-16-66-454,-3 0 1,-3 0-1,-4 1 0,-19 111 1,12-136-61,-1-2 0,-2 1 0,-3-2 0,-2 0 0,-2-1 1,-1-1-1,-46 68 0,25-56-523,-3-2 0,-2-2-1,-2-2 1,-93 74 0,131-116-121,0 0-1,-1-2 0,-25 14 1,34-20 243,1-1 1,-1 1-1,1-1 1,-1 0-1,1 0 1,-1 0-1,0-1 1,0 1 0,1-1-1,-1 0 1,0 0-1,0 0 1,1 0-1,-1-1 1,0 1-1,0-1 1,1 0-1,-1-1 1,1 1-1,-7-3 1,9 3 101,1 1 0,-1 0 0,0-1 0,1 1 0,-1-1 0,1 1 0,-1-1 0,0 1 0,1-1 0,-1 0 0,1 1 0,-1-1 0,1 0 0,0 1 0,-1-1 0,1 0 0,0 1 0,-1-1 0,1 0 0,0 0 0,0 1 0,0-1 0,0-1 0,3-28-9010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0.6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0 10381,'-6'57'1508,"9"-2"-276,-3-19-264,0-3-156,7 3-352,3 0 40,-7 6-392,0 4-472,4 2-444,6-3-320,-9-3-624,-1-5-1748,7 2-1933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0.8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73 10437,'20'-24'1332,"-17"2"-276,1 4-520,19 12-336,1 3-652,2 3-632,25 6-2440,-15 6-1993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1.1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1 446 9381,'13'-22'972,"-10"17"-675,0 1 0,0-1 1,-1 0-1,1 0 0,-1 0 0,0 0 0,-1 0 1,1 0-1,-1-1 0,0 1 0,-1 0 0,1-7 1,5-28 1739,2 1 0,2 0 0,1 0 0,2 1 0,30-60 0,-41 93-1910,1 1 0,-1-1 0,1 1 1,0 0-1,0 0 0,0 0 0,0 1 0,1-1 0,0 1 0,-1 0 0,1 0 0,6-3 0,-8 4-80,1 1-1,-1 0 1,1 1-1,0-1 0,-1 0 1,1 1-1,0-1 0,-1 1 1,1 0-1,0 0 0,-1 0 1,1 0-1,0 1 0,-1-1 1,1 1-1,4 1 1,-1 1-7,0 0 0,-1 0 0,1 0-1,-1 1 1,0 0 0,0 0 0,0 0 0,-1 1 0,1 0 0,-1 0 0,0 0 0,-1 0 0,1 0 0,-1 1 0,3 7 0,1 4 0,-1 0-1,0 0 1,-1 1-1,-1 0 0,-1 0 1,-1 0-1,0 0 1,-1 0-1,-1 0 0,-5 35 1,-1-17-131,-1 1 0,-3-1 0,0-1-1,-22 47 1,6-20-1126,-20 46-1212,10-36-5225,30-58 1814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1.8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0 11961,'-9'27'394,"-1"-2"856,2-1-1,1 1 1,1 0 0,1 1-1,-2 37 1,6 21 1129,7 211 1481,-4-262-3668,18 180 880,-15-181-978,1-1 1,2 1-1,1-2 0,22 49 0,-28-71-136,0-1-1,1 0 1,1 0-1,-1 0 0,1-1 1,0 0-1,0 0 1,1 0-1,0 0 1,0-1-1,11 8 0,-12-10-26,0-1 0,0 0 0,0 0-1,1 0 1,-1-1 0,0 0-1,1 0 1,-1 0 0,1-1-1,-1 1 1,1-1 0,-1-1 0,1 1-1,-1-1 1,1 0 0,-1 0-1,9-3 1,-3-1-76,-1 1 0,1-1 0,-1-1 0,0 0 0,-1 0 0,0-1-1,0 0 1,10-10 0,6-8-232,28-38 1,-31 32 265,-2 0 0,-1-1 0,21-50 1,-29 57 190,21-20 284,-16 23 169,-14 20 37,0 6-439,0 0 1,-1 0-1,0 1 1,0-1 0,0 1-1,0-1 1,-1 1 0,1-1-1,-1 1 1,-1 7-1,1-9-2,1 167 1147,0-137-1134,1 1 1,3-1-1,11 49 1,-13-70-125,1-1-1,0 1 1,1-1 0,0 0 0,0 0 0,1-1-1,1 0 1,-1 0 0,2 0 0,-1-1 0,2 0-1,16 15 1,-19-21-45,0 0 0,0 0-1,1-1 1,-1 0 0,0 0-1,1-1 1,-1 0 0,1 0-1,-1 0 1,1-1 0,0 0-1,10-1 1,-13 1 2,4-1-59,1 0-1,-1-1 0,1 0 1,-1 0-1,0 0 0,0-1 1,0-1-1,0 1 0,0-1 1,-1-1-1,0 1 0,11-10 1,4-5-251,0-1 1,22-29-1,-43 48 324,21-26-221,21-36 0,-27 38 96,2 1-1,30-35 1,-34 44 174,-12 12-33,0 1 0,-1-1 0,1 1 0,0 0-1,0 0 1,0 0 0,0 0 0,1 0 0,-1 1 0,0-1 0,1 1-1,-1-1 1,1 1 0,-1 0 0,1 0 0,0 0 0,0 0 0,-1 1-1,1-1 1,0 1 0,0 0 0,0-1 0,0 1 0,-1 0 0,1 1-1,3-1 1,9 4 25,-1 0-1,-1 1 0,1 0 0,21 12 0,29 10-19,-51-23 56,0 0 0,1-1 1,-1-1-1,28 2 1,-38-4-14,8-9 56,-10 9-105,-1-1-1,1 0 0,-1 0 1,1 1-1,0-1 0,-1 0 1,1 1-1,0-1 0,0 0 1,0 1-1,-1-1 0,1 1 1,0-1-1,0 1 0,0 0 1,0-1-1,1 1 0,65 53-16,-49-37 13,0-1 0,2 0 0,0-1 0,0-1 0,1-1 0,34 14 0,-36-20-89,1-1-1,-1 0 0,1-1 1,36 2-1,-49-6 56,1 0 0,-1 0 0,1-1 0,-1 0 0,1-1 0,14-4 0,-19 4 22,1 1 0,0-1 0,-1 0 0,1 0-1,-1-1 1,0 1 0,0-1 0,0 1 0,0-1 0,0 0 0,-1 0-1,1 0 1,-1 0 0,3-5 0,-4 4 16,1 0 0,-1-1 0,0 1 0,0-1-1,0 0 1,0 1 0,-1-1 0,0-9 0,0 9-19,0 2 7,-1 1 1,1-1-1,0 0 1,-1 1-1,1-1 1,-1 0-1,0 1 1,0-1-1,0 1 1,0-1-1,0 1 1,-3-5-1,-4-8-14,-4-8-31,0 0-1,-2 1 1,-1 0-1,0 1 1,-2 1-1,-28-28 1,22 25-1954,-42-29 0,55 45-427,0 1 1,-1 0 0,-21-8-1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3.9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322 534 9213,'5'-52'2071,"-2"0"0,-4-66 0,-4 65 2187,-22-99 1,2 46 505,3 121-3788,13-5-853,0 0 1,1 1-1,0 0 0,0 0 1,2 1-1,-1 0 0,-5 16 1,-30 99 303,21-60-261,-10 29 12,4 1 1,-21 148-1,41-188-190,2 1-1,3 0 0,3 0 1,2-1-1,19 104 0,-17-138-88,1 1-1,1-1 0,1-1 1,1 0-1,2 0 0,0-1 1,25 37-1,-25-43-86,1-1 1,0-1 0,1 0-1,1-1 1,0 0-1,0-1 1,1-1 0,1 0-1,0-1 1,30 13-1,-26-15-47,1 0 1,-1-2-1,1 0 0,0-1 0,0-1 0,0-1 1,1-1-1,-1-1 0,0-1 0,1-1 0,-1 0 0,0-2 1,24-7-1,-18 2 65,0-1 1,-1-1-1,0-1 1,-1-1-1,0-2 0,-1 0 1,-1-2-1,0 0 1,28-30-1,-15 9-57,-2-2 0,-1-1 1,-2-2-1,-2-1 0,38-80 0,-26 33-30,-4-1 0,26-103-1,-2-50 148,0 0 482,-42 191-179,-17 51 8,-2 9-113,-5 208 133,3 138-208,3-279-161,4 44-366,-4-103 417,1 0 1,1 0-1,0-1 1,0 1-1,12 24 1,-14-35 74,1 0 0,0 1 0,-1-1 0,1 0-1,0 0 1,1 0 0,-1-1 0,1 1 0,-1 0 0,1-1 0,0 0 0,0 1 0,0-1-1,0 0 1,0-1 0,0 1 0,0 0 0,1-1 0,-1 0 0,1 0 0,-1 0 0,1 0-1,-1 0 1,1-1 0,0 0 0,-1 1 0,1-1 0,0-1 0,-1 1 0,5-1 0,6-2 25,-1-1 1,1-1 0,-1 0 0,0-1 0,0 0 0,17-11 0,16-8 64,2 2 0,0 2 0,2 3 0,0 1 0,1 3 0,0 2 1,80-9-1,19 7-49,-83 10 1,0-4 0,121-29 1,-174 31 24,0 0 0,0-1-1,0 0 1,-1-1 0,0-1 0,-1 0 0,0-1 0,0 0 0,10-12 0,-21 21-31,0 0-1,0 0 1,0 0 0,0-1-1,0 1 1,0 0 0,0-1-1,0 1 1,0-1 0,-1 1-1,1-1 1,0 1 0,0-3-1,-6 3 107,-8 13-103,9-9-162,1 1 1,0 0-1,0 1 1,0-1-1,0 0 1,1 1-1,0 0 1,0-1-1,0 1 0,-2 8 1,7-11 34,0-1 0,0 1 0,0-1 0,0 0-1,0 0 1,0 0 0,6 0 0,-3-1 50,0-2 0,0 1 0,0-1 0,-1 1 0,1-2 0,-1 1 0,1-1 0,-1 1 0,0-1 0,8-6-1,23-11-58,16 1 48,90-19 0,-52 16-228,-73 16 213,0 0 1,0-1 0,-1 0 0,0-1 0,18-13-1,74-60-50,-76 54 668,2 2 0,50-29 0,-75 50-468,0 0 0,1 1 0,-1 0 0,1 0 0,-1 1 0,1 0 0,0 1-1,0 0 1,14 1 0,-20 0-44,17-1-32,-19 1 4,1 0 1,-1-1 0,1 1 0,-1 0 0,0-1 0,1 0 0,-1 0-1,0 0 1,1 0 0,-1 0 0,0 0 0,3-3 0,11-12-34,-15 7 44,-2 5-7,2-2 20,-1 1-1,0-1 0,0 0 0,-1 1 0,1-1 0,-1 0 0,0 1 1,-1-1-1,0 1 0,0 0 0,0-1 0,-5-8 0,-8-24 257,14 36-260,1 1 0,-1-1-1,1 1 1,-1 0 0,1-1 0,-1 1-1,0 0 1,0-1 0,0 1 0,0 0-1,0 0 1,0 0 0,0 0 0,0 0-1,0 0 1,-2-1 0,3 2-11,0 0-1,-1-1 1,1 1 0,-1 0-1,1 0 1,-1 0 0,1 0 0,0 0-1,-1 0 1,1 0 0,-1 0 0,1 0-1,-1 0 1,1 0 0,-1 0 0,1 0-1,0 0 1,-1 0 0,1 0 0,-1 1-1,1-1 1,0 0 0,-1 0-1,1 0 1,-1 1 0,1-1 0,0 0-1,-1 1 1,1-1 0,0 0 0,0 1-1,-1-1 1,1 0 0,0 1 0,0-1-1,-1 0 1,1 1 0,0-1 0,0 1-1,0-1 1,0 0 0,0 1-1,-1 0 1,0 5-15,1 0-1,-1 0 0,1 0 0,0 0 1,1 0-1,-1-1 0,1 1 0,0 0 1,3 8-1,3 31 3,-8 64-150,-27 186 0,8-96-13,-3 20 70,12-160 65,-23 104 16,28-144 33,0-1 1,-1 0-1,-1 0 0,-1-1 1,0 0-1,-17 22 1,22-34 35,0-1 1,0-1-1,0 1 1,0-1 0,-1 1-1,1-1 1,-1-1-1,0 1 1,0-1-1,0 0 1,0 0-1,-6 2 1,9-4-24,0 1-1,0-1 1,0 1-1,0-1 1,0 0-1,0 0 1,0 0-1,0 0 1,0 0-1,0 0 1,0-1-1,0 1 1,0 0 0,0-1-1,0 0 1,0 1-1,0-1 1,1 0-1,-1 0 1,0 0-1,0 0 1,1-1-1,-1 1 1,1 0-1,-1-1 1,1 1-1,0-1 1,-1 1 0,1-1-1,0 0 1,0 1-1,0-1 1,0 0-1,1 0 1,-1 0-1,0 0 1,1 0-1,-1-3 1,-2-10-2,0-1 0,1 0 1,1 0-1,0 0 0,2 0 1,-1 0-1,2 1 0,0-1 0,5-16 1,13-31-504,3 1 0,31-58 0,72-116-846,-116 217 1240,41-68-413,3 2 0,89-107-1,-92 134 84,2 2 0,2 2 0,106-77 0,-127 106 274,72-55-121,-89 56 720,-14 18-280,-1 4 229,-18 15 680,-6 7-337,1 1 1,2 1 0,-33 46 0,42-55-583,4-4-32,-1 1 0,1 1 0,0-1 1,1 1-1,1 0 0,0 1 1,0-1-1,1 1 0,0-1 1,1 1-1,0 0 0,1 0 0,1 12 1,0-17-133,0 0 1,1 0-1,0 0 1,1 0-1,0 0 1,0 0-1,0-1 1,1 1-1,0-1 1,0 0-1,0 0 0,1 0 1,0 0-1,0-1 1,0 1-1,1-1 1,0 0-1,0 0 1,0-1-1,1 1 1,0-1-1,-1-1 1,1 1-1,11 4 1,-1-1-729,0-1 0,0-1 1,0 0-1,1-1 1,-1-1-1,1 0 0,0-2 1,28 0-1,6-3-4235,5 4-2764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5.3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71 10029,'-3'-5'320,"0"2"-36,1 1 0,-1-1 0,1-1 0,0 1 0,0 0 0,1 0 1,-1-1-1,1 1 0,-1-1 0,1 1 0,0-1 0,-1-6 0,2 7 1493,-2 1-262,-5-3-1082,-5-1 1988,12 7-2349,-1-1 0,1 1 1,-1 0-1,1 0 0,-1 0 0,1-1 0,0 1 1,-1 0-1,1 0 0,0 0 0,-1 0 0,1 0 1,0 0-1,0 0 0,0 0 0,0 0 0,0 0 0,0 0 1,0 0-1,1 1 0,0 23 340,1-1 0,9 39 0,0-5-42,37 248 732,12-22-576,-44-231-479,2-1 0,2 0 0,33 60 0,-42-93-81,0-1-1,1 0 1,1-1 0,0 0 0,21 19 0,-25-27 1,1-2 0,-1 1 1,2-1-1,-1-1 0,1 0 0,0 0 0,1-1 1,-1 0-1,1-1 0,16 3 0,-18-6 18,0 0-1,0-1 1,0 0-1,0-1 1,0 0-1,0 0 1,0-1-1,0 0 1,0-1-1,-1 0 1,1-1-1,-1 0 1,0-1-1,13-7 1,4-8-13,0 0 0,-1-2 1,-1-1-1,25-31 0,35-32-149,-83 85 178,0 1 0,0 0 0,0 0 0,0 0 0,0 0 0,0 1 0,0-1 0,0 0 0,1 0 0,-1 1 0,0-1 0,0 0 0,0 1 0,0-1 0,0 1 0,0 0 0,-1-1 0,3 2 0,-3-1 0,3 1-6,0 0 0,0 0-1,0 0 1,-1 1 0,1-1-1,-1 1 1,1 0 0,-1 0 0,0 0-1,0 0 1,-1 0 0,1 0-1,-1 1 1,3 5 0,5 11-13,4 1-27,0 0 1,2-2-1,0 0 0,1 0 1,1-2-1,1 0 1,0-1-1,2-1 0,-1 0 1,2-2-1,0 0 1,0-1-1,26 9 1,-28-13-58,0-2 0,0-1 1,0 0-1,1-1 0,-1-1 1,1-1-1,0-1 0,0 0 1,-1-2-1,1 0 0,0-1 1,-1-1-1,1-1 1,-1-1-1,0-1 0,29-12 1,-27 8 208,-1-2 0,0 0 1,0-1-1,-1-1 1,-1-1-1,0-1 1,-1-1-1,-1 0 0,-1-1 1,0 0-1,-1-1 1,-1-1-1,-1 0 1,-1-1-1,10-26 0,-18 41-1,0 0-1,0 1 0,0-1 1,1 1-1,0-1 0,0 1 1,0 0-1,8-6 0,4-7 92,-13 20-166,-1 0 0,1 0 0,0 1 1,-1-1-1,0 1 0,0-1 0,3 4 0,-4-4-15,7 8-285,-1 1-1,0 0 1,-1 0-1,0 0 1,-1 1 0,-1 0-1,5 16 1,1 11-3411,-3 1-3677,-3-19-1178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5.5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49 4844,'-27'-48'1137,"51"48"-417,-4 0-252,-7 3-396,4 3-528,13-3-3345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5.8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425 1 6229,'-34'26'1752,"1"2"0,-36 39 0,32-24-224,3 2 0,1 1-1,-35 67 1,-35 100-520,100-205-1000,1 0 0,-1 0 0,1 0 1,-1 11-1,2-13 37,1-5-38,1-1 0,-1 1 0,0-1 0,0 1 0,1 0 0,-1-1 0,0 1 0,1-1 0,-1 1 0,1-1 0,-1 0 0,0 1 0,1-1 0,-1 1 0,1-1 0,-1 0 0,1 1 0,-1-1 1,1 0-1,-1 0 0,1 1 0,0-1 0,-1 0 0,1 0 0,-1 0 0,1 0 0,0 0 0,0 0 0,17 3 60,-5-6 10,-1-1 0,1 0 0,-1-1 0,0 0 0,0-1 0,12-8 1,22-11 502,-27 17-363,-3 0 40,1 0-1,0 2 0,0 0 1,1 0-1,19-2 1,-33 7-294,1 1 0,0 0 0,-1 0 0,1 0 0,0 1 0,-1-1 0,1 1 0,-1 0 0,1 0 0,-1 1 0,1-1 0,-1 1 0,0 0 1,0 0-1,0 1 0,0-1 0,0 1 0,0 0 0,-1 0 0,1 0 0,-1 0 0,0 1 0,0-1 0,4 7 0,14 25-2613,-3 3-3975,-1 4-2029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6.3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1 952 9909,'8'-23'1867,"-6"19"1681,-1 2-2116,24-25-377,2 2 0,0 1 0,53-35 0,38-33-371,-77 53-407,-2-1-1,47-63 1,-71 83-174,-1-2-1,-1 1 1,-1-2 0,-1 0-1,0 0 1,-2-1 0,10-40-1,-12 27 389,5-57 0,-11 79-209,-1-1-1,-1 0 0,0 1 1,-1-1-1,0 1 1,-9-26-1,11 39-246,-1 0 0,1 1 0,-1-1 0,1 0 1,-1 1-1,0-1 0,0 1 0,0-1 0,0 1 0,0-1 0,0 1 0,0-1 0,0 1 1,0 0-1,-1 0 0,1 0 0,-1 0 0,-1-2 0,2 3-9,0 0-1,0 0 1,0 0 0,0 0 0,0 0-1,0 0 1,0 0 0,0 1-1,0-1 1,0 0 0,0 0 0,1 1-1,-1-1 1,0 1 0,0-1-1,0 0 1,0 1 0,1 0 0,-1-1-1,0 1 1,0-1 0,1 1-1,-1 0 1,0 0 0,-3 4 54,1 0 0,-1 0 0,1 0 0,0 1-1,1-1 1,-1 1 0,1 0 0,0-1 0,-2 13 0,-2 31 243,2 0 0,2 0 0,8 76 0,30 151 241,-23-189-449,12 72 29,35 331 258,-56-425-373,-4 1 0,-3 0-1,-2 0 1,-4 0 0,-23 92 0,24-131-20,-2 0-1,0-1 1,-2 0-1,-1-1 1,0 0-1,-2-1 0,-34 41 1,38-52-93,-1 0 0,-1 0-1,0-1 1,0-1 0,-1 0 0,-1-1 0,0-1 0,0 0-1,-1-1 1,0 0 0,0-2 0,-1 0 0,-25 6-1,39-12-38,0 1-1,0-1 0,0 0 1,0 0-1,0 0 0,0 0 0,0-1 1,0 0-1,0 1 0,0-1 1,0 0-1,0 0 0,0 0 1,1-1-1,-1 1 0,0-1 0,1 1 1,-1-1-1,1 0 0,0 0 1,-1 0-1,1-1 0,-4-4 1,3 3-127,0 0 1,1-1-1,-1 1 0,1-1 1,0 0-1,0 1 1,0-1-1,0 0 1,1-1-1,0 1 1,0 0-1,0-9 1,2-1-1390,0-1 0,2 0 0,-1 0 1,2 1-1,8-25 0,16-30-9283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6.7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291 0 10729,'-122'85'4794,"104"-73"-3522,6-4-644,0 1-1,1 0 1,0 0 0,1 1 0,0 1 0,-11 14-1,13-12-461,0 0-1,1 0 1,0 1 0,1 0-1,1 0 1,0 0-1,1 1 1,0-1 0,1 1-1,-1 16 1,2 2-262,2 0 0,6 60 0,-6-91 96,0-1 1,0 1 0,1-1 0,-1 1-1,0-1 1,1 1 0,-1-1 0,0 1-1,1-1 1,0 1 0,-1-1-1,1 0 1,0 1 0,0-1 0,0 0-1,0 0 1,0 0 0,0 1 0,0-1-1,0 0 1,0 0 0,0-1 0,1 1-1,-1 0 1,0 0 0,1-1-1,-1 1 1,0 0 0,1-1 0,-1 1-1,1-1 1,-1 0 0,1 0 0,-1 1-1,1-1 1,-1 0 0,1 0-1,-1 0 1,1-1 0,-1 1 0,1 0-1,-1-1 1,1 1 0,-1 0 0,3-2-1,4-1 87,0-1 0,0 0 0,0 0 0,-1-1 0,1 0 0,12-11 0,73-80 3760,-92 96-3817,0-1 1,0 1-1,0 0 0,-1-1 1,1 1-1,0 0 0,0-1 1,0 1-1,0 0 0,0 0 1,0 0-1,0 0 0,0 0 1,0 0-1,0 0 0,0 0 1,-1 0-1,1 0 0,1 1 1,3-1 63,1 1-51,1-1 0,-1 1 1,0 1-1,0-1 0,1 1 0,-1 0 0,0 0 0,10 6 0,47 32-835,-25-15-176,65 36-3271,-22-13-4689,-28-18-1462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7.1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80 616 14265,'1'-5'431,"0"-1"-1,-1 0 1,0 0-1,0 0 1,0 0-1,0 0 1,-1 1-1,0-1 1,0 0-1,-1 0 1,0 1-1,0-1 1,0 1-1,-1-1 1,1 1-1,-1 0 1,0 0-1,-1 0 0,1 1 1,-6-6-1,7 7-245,0 0 0,0 0-1,0 0 1,1 0-1,-1 0 1,1-1-1,0 1 1,0-1-1,0 1 1,0-1 0,1 1-1,-1-1 1,1 0-1,0 1 1,0-1-1,0 1 1,1-6-1,2-5 207,1-1-1,0 1 0,7-15 0,6-26 319,32-221 657,-49 274-1363,0 0 0,1 0 0,-1 0 0,0 1 0,1-1 0,-1 0 0,1 0 0,-1 1 0,1-1 0,0 0 1,0 1-1,0-1 0,1-1 0,-1 3-2,-1-1 0,0 1 0,1 0 0,-1 0-1,1 0 1,-1 0 0,0 0 0,1 0 0,-1 0 0,1 0 0,-1 0 0,0 0 0,1 0 0,-1 0 0,1 1 0,-1-1 0,0 0 0,1 0 0,-1 0 0,0 0 0,1 1 0,-1-1 0,0 0-1,1 0 1,-1 1 0,0-1 0,1 0 0,-1 0 0,0 1 0,0-1 0,1 0 0,-1 1 0,0-1 0,0 1 0,6 8 10,-1 0 0,0 1 0,4 11 1,-3-7-1,16 40 33,-3 2 0,-1 1 1,-4 0-1,-1 1 0,7 104 1,-19-129-18,-1-1 0,-2 1 0,-2-1-1,0 0 1,-2 0 0,-2 0 0,-19 52 0,3-29-95,-2 0 0,-65 100-1,64-116-131,17-27-410,1 1-1,1 0 0,0 0 0,1 1 0,-6 16 0,42-41-2411,6-10 1423,-1-2 0,-1-2 0,0 0 1,40-45-1,112-138-4314,-142 156 3877,40-49-2821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7.5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106 90 10597,'-2'-7'417,"-1"0"-1,2 0 1,-1 0-1,1 0 1,0 0 0,1 0-1,0-12 1,0 18-268,0 0-1,0 0 1,0 0 0,0 0 0,0 0 0,0 0-1,0 0 1,-1 0 0,1 0 0,0 0-1,-1 1 1,1-1 0,0 0 0,-1 0-1,1 0 1,-1 0 0,1 0 0,-1 0 0,-1 0-1,2 0 21,-1 1-1,0 0 1,1 0-1,-1-1 1,0 1-1,1 0 1,-1 0 0,0 0-1,1 0 1,-1 0-1,0 0 1,1 0-1,-1 0 1,0 0-1,1 0 1,-1 0-1,0 0 1,1 0-1,-1 1 1,0-1-1,0 1 1,-2 0 84,0 0 0,1 1 1,-1 0-1,0 0 0,1 0 1,-1 0-1,1 0 0,0 1 0,0-1 1,-3 4-1,-1 5 79,1 0 0,1 0 0,-1 0 0,2 0 0,0 1 0,-4 21 1,-2 73 820,9-102-1108,-1 53 316,2 1 0,2-1-1,3 0 1,19 78-1,-13-89-326,2 0-1,1-2 0,3 1 1,1-2-1,43 69 0,-55-101-116,0 0 0,1-1-1,0 0 1,0-1 0,1 0 0,0 0-1,1-1 1,0 0 0,0-1-1,1 0 1,0 0 0,0-1-1,0-1 1,21 7 0,-28-11 49,0 0-1,0-1 1,1 1 0,-1-1 0,1 0-1,-1-1 1,0 1 0,0-1 0,1 0-1,-1 0 1,0 0 0,0-1 0,0 1-1,0-1 1,0 0 0,0 0 0,0 0-1,-1-1 1,1 1 0,4-6 0,4-4-18,0 0 1,-2 0 0,18-26-1,-24 32 37,11-16 16,0 0 0,12-29 0,-23 43 112,0-1-1,-1 0 1,0 0-1,-1-1 0,0 1 1,-1 0-1,0-1 0,0 1 1,-1-15-1,-2 5 416,1 33 528,1 39-281,3-27-682,2 0 0,0-1 0,2 1 0,0-1 0,2 0 0,22 44 0,-26-61-91,-1-1 0,2 0 0,-1 0 0,1 0 1,0-1-1,0 1 0,1-1 0,-1-1 0,1 0 0,1 0 1,-1 0-1,1-1 0,0 0 0,0 0 0,0-1 0,0 0 1,0 0-1,1-1 0,0 0 0,-1-1 0,12 1 0,4-1-206,-1-1-1,1-1 1,0-2-1,-1 0 1,0-1-1,43-14 1,179-51-6254,-129 38 1916,-10 2-3063,-40 11-295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7.8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287 82 9049,'-5'-6'447,"4"5"-292,0 0 1,0-1-1,0 1 1,-1 0-1,1 0 1,0 0-1,0 0 1,-1 0-1,1 0 1,-1 0-1,1 0 0,-1 0 1,1 1-1,-1-1 1,1 0-1,-1 1 1,1 0-1,-1-1 1,0 1-1,1 0 1,-1 0-1,0 0 1,1 0-1,-1 0 0,-1 0 1,-8 0 835,1 0-1,0-1 1,-1 0 0,1-1-1,0 0 1,0 0 0,0-1 0,-11-6-1,-7 0 1090,-50-20 3171,76 28-4882,-23 24 382,23-14-685,1 0 0,-1 0 0,1 0 1,1 0-1,0 0 0,0 1 0,1-1 0,2 14 1,1 17-2,-2-4-291,0-1 0,12 51-1,-12-75 14,1-1-1,0 0 1,1 1 0,0-1-1,1 0 1,0-1-1,0 1 1,1-1-1,0 0 1,1 0-1,-1-1 1,14 12 0,-7-9-209,0-1 1,0-1-1,1-1 1,0 1 0,29 10-1,-33-15 249,0-1 0,0 0 0,0-1 0,0-1 0,1 1 0,-1-1 0,1-1 0,-1 0 0,0-1 0,19-2 0,1-5-19,0-1 1,-1-1-1,0-1 1,-1-1 0,36-23-1,133-95-386,-118 75 306,-9 5-266,67-62-1,-76 53-1756,-54 54 1343,7-8-320,-9 7-4617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8.4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215 0 9233,'0'1'55,"0"-1"1,-1 1 0,1-1-1,0 1 1,0-1-1,0 1 1,0-1 0,0 1-1,0-1 1,0 1-1,0-1 1,0 1-1,0-1 1,0 1 0,0-1-1,0 1 1,1-1-1,-1 1 1,0-1 0,0 0-1,0 1 1,1-1-1,-1 1 1,0-1 0,1 1-1,3-3 2543,-3-3 2836,19 8-3887,-17-1-1461,1-1-1,0 1 0,-1-1 0,1 1 1,-1 0-1,0 0 0,0 0 1,0 1-1,0-1 0,0 1 1,0 0-1,-1 0 0,1 0 1,-1 0-1,0 0 0,0 0 1,0 1-1,0-1 0,0 1 1,-1-1-1,0 1 0,1 0 1,-1 4-1,2 1-10,-1 0-1,0 1 1,0-1 0,-1 1 0,0-1-1,-1 1 1,0 0 0,-2 16-1,-1-14-79,-1 1-1,0-1 1,0 0-1,-2-1 1,1 1-1,-1-1 1,-1 0-1,-10 14 1,-3-1-683,-1-1 0,-33 28 1,-52 52-5619,76-72 1763,6 4-2489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48.8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67 11677,'-10'12'1712,"20"-24"-280,0 0 2289,0 0-2981,4 0 260,13 3-1236,-1 3-408,1-3-928,3 3-785,4 9-2143,30-3-3489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1:50.2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3893 8585,'-114'-15'1899,"110"15"-1635,1-1 1,-1 0-1,1 1 1,-1-2-1,1 1 1,-1 0-1,1-1 1,0 1-1,0-1 1,-1 0-1,-4-4 1,7 5-195,0 0 0,1 0 0,-1 0 0,0 0 0,1 0 0,-1 0 0,1 0 0,-1 0 0,1 0 0,0 0 0,-1 0 0,1 0 0,0 0 0,0 0 0,0-1 0,0 1 0,0 0 0,0 0 0,0 0 0,0 0 0,0 0 0,0 0 0,1-1 0,-1 0 0,4-4 68,-1 0-1,1 0 1,0 0 0,0 1-1,0-1 1,1 1-1,0 0 1,6-4-1,-6 4-39,14-12 217,1 0 1,0 2-1,1 0 1,33-16-1,100-40 566,-141 66-824,534-186 1316,30 33-715,-143 50-354,64-10-71,1971-412 328,19 58-360,-881 170-148,-113 0 82,-25-70 1234,-947 199-456,-30-46-188,-427 185-736,111-80-1,-153 96-119,-1-1 1,0 0-1,-1-2 0,-1-1 0,-1 0 0,-1-1 0,20-36 0,-33 51 0,0-1-1,-1-1 0,-1 1 0,1 0 1,-1-1-1,-1 0 0,0 0 0,2-19 1,-4 22-46,0 0 0,-1 0 1,0 1-1,0-1 1,0 0-1,-1 1 0,0-1 1,0 1-1,-1-1 0,0 1 1,0 0-1,0 0 1,-1 0-1,-5-6 0,2 3-372,-1 0-1,-1 0 1,0 1-1,-14-10 1,-50-26-4474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06.9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1296 11601,'-13'3'548,"1"-1"334,0-1 4102,14-5-3696,2-3-1139,0 1 1,0 0-1,1 0 0,0 0 0,0 1 0,0-1 1,0 1-1,1 0 0,0 1 0,0-1 1,1 1-1,7-4 0,14-5 156,53-18-1,-55 22-155,715-205 1157,-578 171-1202,1609-374 280,-1380 333-490,577-132-942,-778 170 385,249-66-3863,-388 93 3154,11-2-4556,-38 21-1240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07.1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99 0 10393,'-40'197'10512,"-3"15"-6821,34-113-3741,3 2 1,6-1 0,12 113-1,0-125-2142,3 0-1,3-1 0,54 151 0,-38-161-2686,5-6-2885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07.7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0 382 10709,'0'0'8153,"3"1"-7422,24 9-376,0-2 0,1-1 1,0-1-1,0-2 0,0 0 0,0-2 0,0-1 0,49-5 0,54-16-210,-125 22-122,5 9 9,0 0-1,-1 1 0,-1 0 1,0 0-1,0 1 0,-2 0 1,1 0-1,-2 1 0,9 23 1,0-2 32,2-1 0,2 0 1,43 58-1,-55-82-61,1-1-1,1 0 1,-1 0-1,1-1 0,1-1 1,-1 1-1,1-1 1,1-1-1,-1 0 1,1 0-1,0-1 1,0-1-1,1 0 1,-1 0-1,20 2 0,-23-4-8,0-1 0,1-1-1,-1 1 1,0-1-1,0-1 1,1 0 0,-1 0-1,0 0 1,0-1-1,14-5 1,-8 1-29,-1 0 0,0 0 1,-1-1-1,1-1 0,11-9 0,-6 1-54,-1 0-1,0-2 1,-1 0 0,-1 0-1,-1-1 1,0-1 0,-2-1-1,15-30 1,6-25-248,25-86 0,-31 85 146,-21 59 175,11-32-6,34-68 0,-12 30 222,-38 87-180,1 0 0,-1 0 0,1 1 0,-1-1 0,1 0 0,-1 0 1,1 1-1,-1-1 0,1 1 0,0 0 0,0-1 0,-1 1 0,1 0 0,0 0 1,-1 0-1,1 0 0,0 0 0,-1 0 0,1 1 0,3 0 0,-3 1 6,1 0 0,0 1-1,-1-1 1,0 1-1,0 0 1,0-1-1,0 1 1,0 0 0,0 0-1,-1 0 1,1 1-1,-1-1 1,0 0-1,0 0 1,1 6 0,8 49 136,-1 59 54,-13 221 0,3-272-691,2 0-1,3 0 0,3 0 0,2 0 0,4-1 0,29 89 0,-36-137-135,1-1-1,1 0 0,0 0 0,1-1 1,19 25-1,-17-27-1232,0 0 0,1 0 0,15 11-1,-15-15-3978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08.2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96 379 5621,'-13'-16'2400,"22"35"1330,10 28-1730,-17-35-1845,0 1-1,-1-1 1,-1 1-1,0-1 1,-1 1 0,0-1-1,-3 15 1,-27 89 461,14-58-399,-11 16 2,20-57-150,1 0 0,1 1 0,-7 28 0,15-5 30,-1-40-95,-1 0 0,1 0 0,0 0 0,0 0-1,0 0 1,0 0 0,0 0 0,0 0 0,0 0 0,0 0 0,0-1 0,0 1 0,0 0 0,0-1 0,1 1 0,-1-1 0,0 1-1,1-1 1,-1 0 0,0 1 0,1-1 0,-1 0 0,0 0 0,1 0 0,-1 0 0,2 0 0,4-2-17,-1 0-1,0 0 1,1 0 0,-1 0 0,0-1 0,-1 0-1,1-1 1,0 1 0,-1-1 0,8-7 0,5-5-165,25-31-1,-5 0-311,-3-2 0,49-88 0,42-117-536,-103 206 928,15-42 762,31-118-1,-69 207-619,1 1-1,-1-1 1,0 0-1,0 1 1,0-1 0,0 1-1,1-1 1,-1 1 0,0-1-1,1 1 1,-1-1-1,0 1 1,1-1 0,-1 1-1,0 0 1,1-1-1,-1 1 1,1 0 0,-1-1-1,1 1 1,-1 0-1,1-1 1,-1 1 0,1 0-1,-1 0 1,1 0-1,0-1 1,-1 1 0,1 0-1,-1 0 1,1 0 0,-1 0-1,1 0 1,0 0-1,1 1 5,1-1-1,-1 1 0,0 0 0,0 0 1,-1 0-1,1 0 0,0 0 0,0 0 1,0 1-1,1 0 0,2 3 21,1 0-1,-2 0 0,1 1 1,0-1-1,-1 1 0,4 6 1,11 31 323,-8-17-242,1-1 0,0-1 0,2 0 0,1 0 0,23 26 0,-32-44-143,0-1 0,0 0-1,0 0 1,1 0 0,-1-1 0,1 0-1,0-1 1,0 1 0,0-1 0,1-1 0,-1 1-1,1-1 1,0-1 0,-1 1 0,1-1-1,0-1 1,14 0 0,-18 0-12,-1 0 0,1 0 1,0 0-1,0-1 0,-1 1 0,1-1 1,0 0-1,-1 0 0,1-1 0,-1 1 0,4-2 1,9-1 645,-13 22 180,-2-12-692,0 1 0,-1-1 0,0 1-1,0-1 1,-1 1 0,0-1 0,0 1 0,0-1 0,-4 10 0,2-8-26,1 0 0,0 0 0,1 0 1,0 0-1,0 0 0,1 14 0,1-14-117,0 0 1,1 0-1,0 0 0,0 0 0,1-1 1,0 1-1,0-1 0,1 1 0,-1-1 1,2 0-1,-1-1 0,1 1 0,0-1 1,0 0-1,1 0 0,0 0 0,0-1 1,0 0-1,1 0 0,0-1 0,0 1 1,0-2-1,0 1 0,0-1 1,1 0-1,0 0 0,14 2 0,5 1-970,1-1 0,0-1-1,0-2 1,42-1 0,54-10-5887,-52 0 23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08.4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0 11797,'-17'58'2447,"4"-17"797,-13 72 0,23-74-2731,1 1-1,2 0 1,7 49-1,27 117-997,-8-60-2332,-8-59-532,2-29-2288,-3-16-1873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08.6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1 438 9357,'33'-145'1936,"-3"109"-208,-9-3-244,-8-1-256,10 4-183,8 6-301,-1 3-144,10 0-248,3 3-316,1 9-436,10 6-412,6 0-489,0 15-163,-10 12-388,1 15-1840,-1 18-2313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08.8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38 477 6929,'-37'33'8012,"57"-42"-6355,0 3-321,0-9-296,24-12-244,-11 3-160,14-4-116,7-11-176,6 0-292,10-3-472,11-6-528,90-58-2693,-84 43-1143,6 0-3761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0.8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67 855 3904,'0'0'2803,"1"-3"-1985,4-18 86,-2 14-40,-1-1-1,0 1 1,-1-1-1,2-11 1,-3 18-708,0-1 1,0 1 0,0-1 0,0 1 0,-1-1-1,1 1 1,0 0 0,-1-1 0,1 1 0,-1-1 0,0 1-1,1 0 1,-1-1 0,0 1 0,-1-1 0,2 1-73,0 1 0,-1 0 0,1 0 0,0-1 0,-1 1 0,1 0 0,-1 0 0,1 0 0,-1 0 0,1 0 0,0 0 0,-1 0 0,1-1 0,-1 1 0,1 0 0,-1 1 0,1-1 0,0 0 0,-1 0 0,1 0 0,-1 0 0,1 0 0,-1 0 0,1 0 0,0 1 0,-1-1 0,1 0 0,0 0 0,-1 1 0,1-1 0,-1 0 0,1 0 0,0 1 0,0-1 0,-1 0 0,1 1 0,0-1 0,0 0 0,-1 1 0,1-1 0,0 1 0,0-1 0,0 0 0,0 1 0,-1 0 0,-7 15 127,0 0 1,1 1-1,1 0 1,0 0-1,1 0 1,-3 23 0,3-3 131,-2 74 0,8-87-216,7 42 0,0-7-19,-6-43-76,0 0 1,2-1-1,0 1 1,1-1-1,0 0 1,1-1-1,1 1 1,0-1-1,1 0 1,10 13-1,-17-26-31,0-1 0,0 1 0,0-1 0,0 0 0,0 1 0,0-1 0,0 0 0,0 0 0,1 0 1,-1 0-1,0 1 0,0-2 0,0 1 0,0 0 0,0 0 0,0 0 0,0 0 0,1-1 0,0 0 0,0 1 2,2-1-4,-1 1 1,1-1-1,-1 0 0,1 0 1,-1 0-1,0 0 0,1 0 1,-1-1-1,0 0 0,0 0 1,0 0-1,0 0 0,4-4 1,29-37-18,-13 13-20,6-2-30,-20 20 49,1 0 0,1 1-1,21-18 1,-26 26 13,-1 0-1,1 0 1,-1 0 0,1 0-1,0 1 1,0 0 0,0 0-1,1 1 1,-1-1-1,0 1 1,0 1 0,12-1-1,-4 2-46,0 1 0,0 0 0,0 1 0,0 1 0,15 5 0,36 9-353,-64-18 401,-1 0 1,1 0-1,0 0 0,0 0 0,0 0 0,0 0 1,0 0-1,-1-1 0,1 1 0,0 0 0,0 0 1,0-1-1,-1 1 0,1-1 0,0 1 0,0 0 1,-1-1-1,1 0 0,0 0 0,3-1 0,18-12 5,-18 5-1,-3 4 1,63-118 330,-59 117-289,0 1-1,1-1 0,-1 1 0,1 0 0,0 1 1,0 0-1,1-1 0,9-3 0,6-6 12,31-9 18,-7-10-6,-36 25-68,-8 6 4,-1 0 0,1 0 0,0 0 0,0 1 0,1-1 0,-1 1 0,0-1 0,0 1 0,1 0 0,-1 0 0,1 0 0,-1 0 0,1 0 0,-1 1 0,1-1 0,0 1 0,-1-1 0,1 1 0,0 0 0,-1 0 0,1 0 0,3 1 0,114 39 134,-115-39-151,-1 1 1,1-1-1,0-1 0,0 1 0,-1-1 0,1 1 0,0-1 0,0-1 0,0 1 1,-1-1-1,1 0 0,0 0 0,0 0 0,-1-1 0,1 1 0,-1-1 1,0 0-1,1 0 0,-1-1 0,0 0 0,0 1 0,0-1 0,-1 0 0,1-1 1,-1 1-1,0-1 0,0 0 0,0 1 0,3-6 0,3-6-8,-1 0 0,0 0 0,-1-1 0,-1 0 0,0 0 0,5-28 0,-4 16 40,9-44-31,-15 65-2,1 1 1,0-1 0,0 0-1,6-12 1,-6 17 22,9-30-937,53-30 636,-62 60 297,3-5-21,-5 6 17,0 0 1,1 0-1,-1 0 0,0 0 1,1 0-1,-1 0 1,1 0-1,-1 0 1,1 1-1,0-1 0,-1 0 1,1 0-1,0 1 1,-1-1-1,1 0 1,0 1-1,0-1 0,0 1 1,0-1-1,0 1 1,1-1-1,34 3-26,-32-1 129,-1-2-108,-2 1 4,1-1-23,1 1 0,-1-1 0,1 0 0,-1 1 0,1-1 0,-1 0 0,0-1 0,1 1 0,-1 0 0,0-1 0,0 1 0,0-1 0,0 0 0,0 1 0,0-1 1,-1 0-1,1 0 0,-1 0 0,1-1 0,1-2 0,-2 3-299,23 18-5416,-21-14 6597,-3-4-771,-1 0 1,1 0-1,0-1 1,1 1 0,-1 0-1,0 0 1,1 0-1,-1 0 1,1 0-1,-1 0 1,1 0 0,0 0-1,0 0 1,0 0-1,0 1 1,0-1-1,0 0 1,1 1 0,-1-1-1,3-2 1,5-5 337,-7 7 472,-1-1-411,-1 2-408,0 0 0,0 0 1,1 0-1,-1 0 0,0 0 1,1 0-1,-1 1 0,1-1 1,-1 0-1,1 0 0,0 0 1,-1 0-1,1 1 0,0-1 1,-1 0-1,1 1 0,0-1 1,0 1-1,0-1 0,0 0 1,-1 1-1,1 0 0,0-1 0,0 1 1,0 0-1,0-1 0,1 1 1,0 1-41,-1 0 1,1 0 0,-1 0-1,0 0 1,1 0-1,-1 0 1,0 0-1,0 0 1,0 1-1,0-1 1,0 0 0,0 1-1,0-1 1,0 1-1,-1-1 1,1 1-1,-1 0 1,1 2 0,1 0-3,-1 1 1,0-1 0,0 1-1,-1 0 1,0-1 0,1 6-1,0 13 106,0 25 126,4 61 38,-4-97-254,1 0 1,0-1-1,0 1 0,2 0 0,-1-1 1,9 19-1,-11-29-44,0 0 1,-1 0-1,1 0 0,0 0 1,-1 0-1,1 0 1,0 0-1,0 0 0,0 0 1,0-1-1,0 1 0,0 0 1,0-1-1,0 1 0,0-1 1,0 1-1,0-1 0,1 1 1,-1-1-1,0 0 1,0 0-1,0 1 0,1-1 1,-1 0-1,1 0 0,2-1-1,-1 1 0,0-1 0,0 0-1,1 0 1,-1 0 0,0 0 0,0 0-1,0-1 1,3-2 0,3-2 5,0 0 0,0-1 1,-1 0-1,14-17 0,-8 6-20,17-31 0,-3 3 36,-22 38-30,0 0-1,1 0 1,-1 0-1,2 1 1,-1-1-1,1 2 1,0-1-1,1 1 1,17-9-1,-19 12 3,-1 0-1,1 1 1,0 0 0,0 0-1,1 0 1,-1 1-1,0 1 1,0-1 0,1 1-1,-1 0 1,0 0-1,1 1 1,-1 0-1,12 4 1,12 2 31,-20-4-22,0-1 0,0 2 1,17 7-1,66 27-40,-90-37 40,0-1 0,0 1 0,0-1 0,0 0 1,0 0-1,0 0 0,0-1 0,7-1 0,-2 0 1,-4 1-5,0 0 1,-1-1 0,1 1 0,0-1 0,0 0 0,-1 0-1,7-5 1,-7 5 11,1-1 0,-1 1 0,1-1 0,0 1 0,0 1 0,8-3 0,3 1 48,1 1-1,-1 0 1,1 1-1,-1 1 1,1 1-1,-1 0 1,22 5-1,-28-4-49,1 0-1,-1-1 0,1-1 0,-1 0 0,1 0 1,-1-1-1,17-3 0,5-3 10,32-12 1,-62 18-20,10-3-1,-1-1 1,-1 0-1,1-1 0,-1 0 1,0-1-1,0 0 0,0-1 1,-1 0-1,15-17 0,2-7 98,33-51 0,-58 82-96,0 1 4,-1-1-1,1 1 1,0-1 0,-1 1-1,1-1 1,0 1 0,0-1-1,0 1 1,0-1 0,0 1-1,-1 0 1,1 0-1,0 0 1,0-1 0,0 1-1,0 0 1,0 0 0,1 0-1,3 0 1,8-3 5,1 1 0,0 0-1,0 1 1,0 1 0,0 0 0,14 2 0,-8 0-58,0-1 0,22-3-1,-31 1 10,0-1-1,0-1 0,0 0 1,0 0-1,-1-1 1,0 0-1,0 0 0,0-2 1,0 1-1,-1-1 0,0 0 1,13-12-1,-10 6 25,0-1 0,-1 0 0,0-1 0,-1 0 0,-1-1 0,0 0 0,8-20 0,8-11 283,-24 44-204,14-29 267,-13 36-305,1 1 1,-1 0 0,-1 1-1,1-1 1,-1 0 0,0 0-1,0 10 1,5 23 72,4 13-117,-5-26-435,14 46 0,-13-55-113,0 0 0,2 0 1,-1-1-1,14 20 0,-16-30-2,-1 0 0,1-1 0,0 1-1,0-1 1,11 8 0,-10-9-435,1-1 1,-1 1-1,1-1 1,0 0-1,-1 0 1,14 3 0,23 3-5302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1.0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7953,'3'51'2048,"4"-36"-288,-4 6-140,-3 0-160,0 4-316,0-1-231,4 3-177,2 18-128,-2-30-200,-1 15-252,4 25-504,-7-34-584,3 9-437,4 3-231,-7-6-2588,3 3-3197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1.7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0 860 8529,'31'-20'1580,"-20"12"-560,1 0 0,1 1 0,-1 1 0,23-9 0,112-27 2064,75-26-1238,79-41-313,-244 92-1274,-54 16-89,-2 4-142,-1-1-34,1 0 0,-1 1 0,0-1 0,0 1 0,0-1 1,0 1-1,0-1 0,0 1 0,-1-1 0,1 1 0,-1-1 0,0 0 0,1 1 0,-1-1 0,0 0 0,0 0 0,-1 0 0,1 1 0,0-1 0,-1-1 0,0 1 0,-2 3 0,-9 12-223,9-9 32,0 0 0,0 0 0,1 0 0,0 0 0,1 0 0,0 0 0,0 1 0,0 9 0,1-11 151,0-4-106,11 6-191,-10-8 339,0 0 0,1 0 0,-1-1 0,1 1-1,-1 0 1,1 0 0,-1-1 0,1 1 0,0 0-1,-1-1 1,1 1 0,0-1 0,-1 1 0,1-1-1,0 1 1,0-1 0,0 0 0,0 1 0,-1-1-1,1 0 1,0 1 0,0-1 0,0 0 0,1 0-1,170-131-208,-46 31 72,-42 38 403,-4-5-1,125-133 0,-35 15 1098,-167 182-1113,-2 7-10,3 16-102,-1 1 0,-1 0 1,-1 0-1,-1 0 0,-1-1 1,-1 1-1,-4 21 1,2-8 29,0 57 0,10-14-1,20 93 0,-22-148-124,-1-7-39,0-1 1,0 0 0,2 0-1,0-1 1,0 1 0,2-1-1,-1 0 1,2 0-1,-1-1 1,2 0 0,0 0-1,0-1 1,1-1 0,19 17-1,-26-25-3,0 0 1,0 0-1,1 0 0,-1 0 0,1-1 1,-1 0-1,1 1 0,0-1 0,-1-1 1,1 1-1,0 0 0,0-1 0,-1 0 1,1 0-1,0 0 0,0-1 0,0 1 1,-1-1-1,1 0 0,0 1 0,-1-2 1,8-2-1,-7 2 3,0 0 0,0-1 0,0 1 1,-1-1-1,1 0 0,-1 0 0,1 0 0,-1 0 0,0 0 1,0-1-1,0 0 0,-1 1 0,1-1 0,-1 0 0,0 0 1,0-1-1,0 1 0,1-8 0,-2 4-7,0 1 1,0-1-1,-1 1 1,0-1-1,0 1 0,-1-1 1,0 1-1,0-1 0,-1 1 1,0 0-1,0 0 0,-1-1 1,0 1-1,0 1 0,-8-12 1,0 1-209,-1 1-1,0 1 1,-1 0 0,-25-22-1,34 35-5,0-1 0,0 0-1,0 1 1,0 0 0,-1 0 0,1 0-1,0 1 1,-1-1 0,0 1-1,-4 0 1,-2-2-697,7 2-899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2.0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7177,'1'13'1430,"1"-1"0,0 0 0,1 1 0,5 12 0,1 8 248,2 5-491,2 1 0,32 64-1,52 67-2861,-90-160 1272,0 0-1,1-1 0,0 0 0,1 0 1,0-1-1,0 0 0,1-1 1,0 1-1,0-2 0,1 0 0,0 0 1,20 7-1,-23-10 265,0 0 0,0-1 0,1 0 1,-1 0-1,1-1 0,-1 0 0,1-1 0,0 0 0,-1 0 0,1-1 1,-1 0-1,1 0 0,-1-1 0,1 0 0,-1 0 0,0-1 0,0 0 1,0-1-1,7-4 0,0-1 135,-3 2 190,-1 0-1,21-16 1,150-127 2466,-155 129-2079,35-35 1,-51 46-330,-2-1-1,0 0 1,0 0-1,-1-1 1,13-24 0,-19 32-90,-1 0 1,1 0-1,-1 0 1,0-1 0,0 1-1,-1 0 1,1 0-1,-1-1 1,0-5-1,0 9-102,0 0 0,0 0 0,-1 0 0,1 0 0,0 0 0,0 0 0,-1 0 0,1 0 0,-1 0 0,1 0 0,-1 0 0,1 0 0,-1 0 0,1 0 0,-1 0 0,0 0 0,0 0 0,1 1 0,-1-1 0,0 0 0,0 0 0,0 1 0,0-1 0,0 1 0,0-1 0,0 1 0,0-1 0,0 1 0,0 0 0,0-1 0,0 1 0,0 0 0,0 0 0,0 0 0,-1 0 0,1 0 0,0 0 0,-1 0 0,-8 2 115,1 0 0,0 1 0,-1 0 0,1 0 0,0 1 0,1 0 1,-1 0-1,1 1 0,0 0 0,-11 9 0,-2 3 158,2 0 0,-31 34 0,44-44-299,1 0 0,-1 0 0,1 1-1,1 0 1,-1 0 0,1 0 0,1 1-1,-1-1 1,1 1 0,1 0 0,0-1-1,0 1 1,1 1 0,0-1 0,0 0-1,1 0 1,0 0 0,1 0 0,2 12-1,-1-13-242,0 0-1,1 1 0,0-1 0,1 0 0,0 0 0,0-1 0,0 1 1,1-1-1,0 0 0,1 0 0,-1-1 0,1 1 0,8 5 0,-3-3-1364,0 0 0,1-1 0,0-1 0,22 11 0,12-2-7054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3.1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1181 8209,'0'0'61,"-1"0"1,1 0 0,0 0 0,-1-1-1,1 1 1,0 0 0,-1 0-1,1 0 1,0 0 0,0 0 0,-1-1-1,1 1 1,0 0 0,0 0 0,-1 0-1,1-1 1,0 1 0,0 0-1,-1 0 1,1-1 0,0 1 0,0 0-1,0 0 1,0-1 0,-1 1-1,1 0 1,0-1 0,0 1 0,0 0-1,0-1 1,0 1 0,0 0-1,0-1 1,0 1 0,0 0 0,0-1-1,0 1 1,0 0 0,0-1-1,0 1 1,0 0 0,1-1 0,16-5 2366,-5 3-2719,139-40 1932,605-153 1504,991-116-951,21 84-1551,580 14-190,2 82-245,-2084 118-580,185-7-425,-155 22-3937,-274 1-46,-34 5-2837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3.4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245 1212 8505,'-141'-13'1052,"133"13"-821,0-1-1,0 0 1,0-1 0,1 0 0,-1 0-1,1-1 1,-1 0 0,1 0-1,0-1 1,-11-7 0,18 11-230,-1 0 25,1 0-1,-1 0 0,1-1 0,-1 1 0,1 0 0,-1-1 0,1 1 0,-1 0 0,1-1 0,-1 1 1,1-1-1,-1 1 0,1-1 0,0 1 0,-1-1 0,1 1 0,0-1 0,-1 1 0,1-1 0,0 1 1,0-1-1,0 0 0,-1 1 0,1-1 0,0 1 0,0-1 0,0 0 0,0 1 0,0-1 1,0 0-1,0 1 0,1-2 0,18-21 447,-5 11-295,0 1 0,1 0 0,1 1 0,-1 1 0,2 0 0,22-8 0,116-33 550,-133 43-645,721-154 1406,16 61-913,2174-190-393,42-4-3978,-2634 256 2877,289-36-4116,-392 40 79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5.4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94 63 5705,'-6'-1'233,"-15"-7"413,20 8-626,1 0 0,0 0 1,0 0-1,0 0 0,-1 0 1,1 0-1,0 0 0,0 0 1,-1-1-1,1 1 1,0 0-1,0 0 0,0 0 1,0 0-1,-1 0 0,1-1 1,0 1-1,0 0 0,0 0 1,0 0-1,0 0 0,-1-1 1,1 1-1,0 0 0,0 0 1,0-1-1,0 1 0,0 0 1,0 0-1,0 0 0,0-1 1,0 1-1,0 0 0,0 0 1,0-1-1,0 1 0,0 0 1,0 0-1,0 0 0,0-1 1,0 1-1,0 0 1,0 0-1,0-1 0,1 1 1,-1 0-1,0 0 0,0 0 1,0-1-1,0 1 0,0 0 1,1 0-1,-1 0 0,0 0 1,0 0-1,0-1 0,0 1 1,1 0-1,-1 0 0,3-2 3437,-7 1-2719,-26-9 588,27 9 886,0 1-1903,0 0-227,2 0-63,0 0 1,0 0-1,0 0 0,-1 0 1,1 0-1,0-1 1,0 1-1,0 0 1,0-1-1,0 1 0,0-1 1,0 1-1,0-1 1,0 0-1,0 1 0,0-1 1,0 0-1,0 0 1,-1-1-1,0 0 575,18 2-5260,3-5 908,6-8-1744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6.2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1 929 8981,'0'0'1390,"3"-3"167,17-13-947,0 1-1,1 1 0,0 1 1,42-19-1,104-33 24,-137 54-530,681-183 828,-553 157-909,1235-252-2545,-1339 279 2293,133-25-568,294-65-2213,-303 51-14,-18 3-1068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6.6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0 10381,'79'7'2664,"141"32"0,-200-34-2476,0 1 1,0 0-1,-1 1 0,0 1 0,-1 1 0,0 1 0,0 1 0,-1 0 0,0 1 0,20 19 0,-24-18-137,-1 0 1,-1 0-1,0 1 1,-1 1-1,0 0 1,-2 0 0,1 1-1,-2-1 1,0 2-1,-1-1 1,-1 1-1,6 27 1,-8-16-19,-1 0 0,-1 0 0,-1 0 0,-2-1 1,0 1-1,-2 0 0,-1-1 0,-1 0 0,-19 50 1,-5-2-16,-3-2 1,-50 79-1,-123 163-302,-32 57-4228,236-368 4411,-6 10-725,1 0-1,0 0 0,0 1 0,2-1 0,0 1 1,-5 25-1,10 16-4340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6.7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 73 9485,'-44'-12'1104,"31"9"-324,0-12-164,3 3-200,-4-6-840,-3 6-648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12:19.8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1199 24 2992,'-9'-4'155,"-1"0"0,0 0 0,0 1 0,0 1 0,0 0 0,-1 0 0,1 1 0,0 0 0,-1 0 0,1 2 0,-1-1 0,1 1 0,0 1 0,-1-1 0,1 2 0,0 0 0,0 0 0,1 0-1,-1 2 1,1-1 0,-1 1 0,1 0 0,-16 13 0,5 0-35,0 1 0,2 1 0,0 1 0,2 0 0,0 1-1,-24 46 1,24-41-21,-67 106 179,-110 200 151,162-270-309,-45 131 0,69-171-102,1 0 1,1 1-1,2 0 1,0 0-1,1 0 1,2 0-1,0 0 1,2 0-1,6 35 1,1-21 6,2-1 1,2 0-1,24 50 1,65 99 61,5 12-82,-59-95-116,42 138 1,-74-189 43,-3 1 0,-3 0-1,-1 1 1,1 100 0,-12-100 50,-2 0 0,-3-1 1,-2 1-1,-3-2 0,-1 0 0,-3 0 0,-2-1 0,-3-2 0,-30 55 0,-13 12 65,-125 168 0,-104 87 55,290-367-102,-37 46-15,-66 107 0,105-156 12,0 1 0,0 0 0,1-1-1,-1 1 1,0 0 0,0 0 0,1 0 0,-1-1 0,1 1 0,0 0 0,0 0 0,-1 0 0,1 0 0,0 0 0,0 0 0,1-1 0,-1 1-1,0 0 1,1 0 0,-1 0 0,1 0 0,0-1 0,-1 1 0,1 0 0,0 0 0,0-1 0,0 1 0,0-1 0,0 1 0,1-1 0,-1 1-1,0-1 1,1 0 0,-1 0 0,1 1 0,-1-1 0,1 0 0,2 1 0,5 2 11,1 1-1,0-1 1,-1-1 0,1 0-1,15 3 1,28 5-14,0 3 0,-2 2-1,0 2 1,56 28 0,-82-33 7,-1 1 0,0 1 0,-1 1 0,-1 1-1,0 1 1,-2 1 0,0 1 0,-1 1 0,31 44 0,-32-38 8,-2 0 1,-1 2 0,-2 0-1,19 55 1,-22-43-4,-1 0-1,-2 0 1,3 75 0,-20 348 168,-32-88-61,-24 433 135,73-383-128,19-1 1,87 454 0,-73-665-91,10-2 0,134 359 1,-157-504-6,4-2 1,2-1-1,55 78 1,-59-102-42,1-1-1,2-2 1,2-1-1,2-1 1,66 50 0,181 139-144,-240-183 148,-1 1 1,-2 3-1,-2 1 0,32 52 0,-16-16 14,4-2 1,70 76 0,-86-112 2,2-2 0,1-2 0,2-1 0,81 49 0,-80-56-155,-33-21 7,1-1 0,0 0 1,1-1-1,32 14 0,-45-22 133,-1 1-1,1 1 0,0-1 1,-1 1-1,0-1 1,1 1-1,-1 0 0,-1 0 1,1 0-1,0 1 1,-1-1-1,1 1 1,-1-1-1,0 1 0,0 0 1,0 0-1,-1 0 1,0 0-1,1 0 0,-1 4 1,4 9 53,-2 0-1,0-1 1,1 27 0,-3 7 83,16 212 233,-12-225-355,1-1 1,2 0-1,2 0 1,28 68-1,-33-94-32,1 1-1,0-1 0,1-1 1,0 1-1,0-1 1,1 0-1,0-1 1,1 0-1,-1 0 1,2-1-1,16 11 0,-25-18 19,1 1 0,-1-1-1,0 1 1,1-1-1,-1 1 1,1-1-1,-1 1 1,0-1-1,1 0 1,-1 0-1,1 0 1,-1 0-1,1 0 1,-1 0-1,1 0 1,1-1-1,5 0-17,32-1-234,-28 1 226,0 1 1,0-1-1,0 2 1,0 0-1,0 0 1,0 1-1,21 6 0,94 54-79,-117-57 54,1-1 0,-1 0 1,1-1-1,-1 0 0,1-1 0,0 0 1,13 0-1,1-1-512,0-1-1,39-6 1,36-10-2012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4.6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397 1 12385,'-15'8'771,"0"2"0,0 0 0,1 0 0,-23 23-1,17-14 294,4-5-171,0 2 0,1 0 0,-15 20 0,1 9-62,2 1 1,2 2-1,2 0 1,2 1-1,2 2 1,2 0-1,-18 102 1,31-129-724,2-1 1,1 1-1,1 0 1,1 0-1,1 0 1,0-1-1,2 1 1,1-1-1,15 42 1,-13-47-74,1 0 0,1 0 0,0-1 1,2 0-1,0-1 0,0 0 1,2-1-1,0 0 0,0-1 1,2 0-1,-1-1 0,22 13 1,-10-10-68,1-1 0,1-1 1,1-1-1,-1-2 0,2-1 1,0-2-1,0 0 0,0-2 1,1-1-1,-1-2 0,1-1 1,42-2-1,-39-2 10,0-2 0,0 0 0,-1-3 1,0-1-1,0-1 0,-1-1 0,0-2 0,-1-2 0,0 0 0,-1-2 0,30-22 1,-41 24 11,-2-1 1,0-1-1,0 0 1,-2-1-1,0-1 1,-1 0-1,0-1 1,-2 0 0,0-1-1,-2-1 1,0 0-1,-1 0 1,-1-1-1,-1 0 1,-1 0-1,-1-1 1,-1 1 0,-1-1-1,-1 0 1,-1 0-1,-1 0 1,-3-25-1,0 21-324,-1 1-1,-1-1 1,-1 1 0,-1 0-1,-2 0 1,0 1-1,-2 1 1,-1-1-1,0 2 1,-2-1-1,-1 2 1,-1 0-1,0 1 1,-2 1 0,0 0-1,-2 1 1,0 1-1,-39-27 1,33 29-1492,0 2 0,0 0 0,-1 2 0,-54-17-1,-16 10-7883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47.1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178 34 4108,'-1'0'78,"0"0"-1,0 0 1,0 0 0,0 0-1,0 0 1,0 0-1,0 0 1,0 0-1,0-1 1,0 1-1,0 0 1,0-1-1,0 1 1,0-1 0,1 1-1,-1-1 1,0 1-1,0-1 1,1 0-1,-1 1 1,0-1-1,1 0 1,-1 0-1,0 1 1,1-1 0,-1 0-1,1 0 1,-1 0-1,1 0 1,0 0-1,-1 0 1,1 1-1,0-1 1,0 0-1,0 0 1,0 0 0,-1 0-1,1 0 1,1-1-1,-3-4 368,2 3 2379,-4 3-2237,0 1-482,0 0 1,1 0 0,-1 0-1,0 0 1,0 1 0,1-1 0,-1 1-1,0 0 1,1 0 0,0 0-1,-1 1 1,1-1 0,0 1-1,0 0 1,1 0 0,-1 0-1,0 0 1,1 0 0,0 1 0,0-1-1,0 1 1,-3 6 0,-5 10 100,2 0 1,0 1 0,1 0 0,1 0 0,0 1 0,2 0 0,-3 43 0,6-35-106,1 1 0,2 0 1,0 0-1,2-1 0,11 39 0,-9-47-80,1 0-1,2-1 1,0 0-1,1 0 1,1-1-1,1 0 1,1-1-1,0-1 1,2 0-1,0-1 1,1 0-1,0-1 1,36 26-1,-47-39-10,-1 0 0,0 0 0,1-1 0,-1 0 1,1 0-1,0 0 0,0 0 0,0 0 0,0-1 0,0 0 0,0 0 0,0-1 0,0 1 0,0-1 0,0 0 0,0 0 0,10-2 0,-11 1-6,-1 0-1,1-1 0,-1 1 0,1-1 0,-1 1 0,0-1 0,0 0 0,0 0 0,0-1 0,0 1 1,0 0-1,0-1 0,-1 0 0,1 0 0,-1 1 0,0-2 0,0 1 0,0 0 0,0 0 0,-1-1 0,1 1 1,-1 0-1,0-1 0,2-6 0,-2-1-2,0 0 1,0 0-1,-1-1 0,-1 1 1,1 0-1,-2 0 1,0 0-1,0 1 0,-1-1 1,-4-11-1,-10-21-9,-24-45-1,22 50-12,-1 1-3,-48-66 0,17 29-227,-35-45-1144,30 44-2639,40 56 885,-1 5-1272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44.6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804 76 2328,'-12'-5'185,"9"3"-98,1 1-1,-1 0 1,1 1 0,-1-1 0,1 0-1,-1 1 1,0-1 0,-4 1 0,6 0-58,0 0 1,1 0 0,-1 0 0,0 0 0,1 1-1,-1-1 1,0 0 0,1 1 0,-1-1 0,0 1-1,1-1 1,-1 0 0,1 1 0,-1-1 0,0 1-1,1 0 1,0-1 0,-1 1 0,1-1 0,-1 2 0,0-1-6,1 0 0,-1 0 1,0 0-1,0-1 0,1 1 1,-1 0-1,0 0 1,0-1-1,0 1 0,0 0 1,0-1-1,0 1 0,0-1 1,0 1-1,0-1 1,0 1-1,-1-1 0,-32 5 284,31-4-139,0-1-101,-7 2-270,9-1 249,0-1 0,1 1 0,-1-1 0,0 0 0,0 0 0,1 1 0,-1-1 0,0 0 0,0 0 0,0 0 0,0 0 0,1 0 0,-1 0 0,0 0 0,0 0 0,0 0 0,1 0 0,-1 0 0,0-1 0,0 1 0,0 0 0,1-1 0,-1 1 0,0 0 0,1-1 0,-1 1 0,0-1 0,1 1 0,-1-1 0,0 0 0,1 1 0,-1-1 1,1 1-1,-1-1 0,1 0 0,-1-1 0,-1-1-38,0-1 1,0 1-1,-1 0 1,1 0 0,-1 0-1,1 0 1,-1 0 0,0 1-1,0-1 1,0 1-1,-1 0 1,1 0 0,-1 0-1,1 0 1,-1 1 0,1-1-1,-1 1 1,0 0-1,-5-1 1,-7 0-20,-1 0 0,1 1 0,-24 1 0,16 0 8,-188-3-16,206 4 17,-29-5 68,30 3-30,1 1 0,-1-1 0,1 0-1,0 0 1,0-1 0,-1 0 0,1 1-1,0-1 1,0-1 0,1 1 0,-1 0 0,-5-5-1,7 5 60,-20 8-935,16-3 723,1 0 1,-1 0-1,1 1 1,0 0-1,0 0 1,0 1-1,0-1 1,1 1-1,-1 0 1,1 0-1,-4 8 1,-2 0-9,8-11 19,-1 1 11,0-1-1,0 1 0,-1 0 1,1-1-1,-1 0 1,-6 3-1,-27-10-1654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46.1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 7 3116,'-3'-1'920,"-51"-4"4473,31 5-5494,-15 25 853,25-18-612,10-6 934,6 0-1015,9 4 2,-7-3-23,1 0 1,-1 0-1,1 0 0,-1-1 0,1 1 0,0-1 0,0-1 0,0 1 0,0-1 0,9-1 0,18-2 73,1 2-1,44 3 0,-9 0-74,-59-2-25,21 1-2,59 7-1,213 7 98,-137-11-14,-115-2-72,119 10 262,-167-12 109,17 1-223,-6 1-102,-11-2 14,2 0-8,346-11 248,-205 2-92,-142 8-235,0 1 30,79-3 793,-39-14-512,-30 14-278,-12 2-37,2 0-26,29-6 121,-29 6-92,13 1-71,-4-2-148,-11-2-1232,-17-5-2928,7 5 2893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46.5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375 109 3188,'0'0'992,"-2"-5"57,-7-18 277,7 18-470,2 1-136,0-6-15,-1 0 0,0-1 0,0 1 0,-5-17 0,5 24 1568,-12 21-1358,12-15-798,-4 10 156,0 0 1,-5 25-1,-5 16 109,-112 222-147,82-190-3982,-56 157-1,71-149-2171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48.2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8 2960,'0'0'3487,"-3"-1"-2773,-1 0-1070,-13-5 2775,15 7-927,11 4-1028,5 1-406,1 0 0,-1-1 0,1-1 0,0 0 1,1-1-1,-1-1 0,0 0 0,19-1 1,5 2 19,1219 67 495,3-75-488,-495-45-9,-716 44-106,0-2 0,65-20 0,-254 112-4762,98-59 2623,6 4-312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48.6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211 149 3048,'2'-6'281,"-1"1"0,0 0 1,0 0-1,-1-1 0,1 1 0,-1-1 0,0 1 0,-1 0 0,1-1 0,-1 1 0,0 0 1,-4-10-1,5 14-221,-1 0 0,1 0 1,0 0-1,0 1 1,0-1-1,0 0 0,0 0 1,0 0-1,0 0 0,0 1 1,0-1-1,0 0 1,0 0-1,0 0 0,0 0 1,1 1-1,-1-1 0,0 0 1,1 0-1,-1 1 1,1-1-1,-1 0 0,1-1 1,0 2 23,0-1 1,-1 0-1,1 0 1,-1 0-1,1 0 1,-1 0-1,0 0 1,1 0-1,-1 0 1,0 0-1,0 0 1,1 0-1,-1 0 1,0 0-1,0-1 1,-1 0-1,-5-28 3820,6 35-3433,-36 192 961,9-63-1020,6-11-2125,-44 142 0,30-144-2129,8 8-1713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49.4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7 326 3964,'-1'-2'1172,"0"1"-963,1-1-1,-1 1 1,0 0 0,1 0 0,-1 0-1,1-1 1,0 1 0,-1 0 0,1-1-1,0 1 1,0 0 0,0-1 0,0 1-1,0 0 1,0-1 0,0 1-1,0 0 1,1-1 0,-1 1 0,0 0-1,1 0 1,-1-1 0,2 0 0,0-1-40,1 1 0,-1 0 1,1 0-1,0 0 0,0 0 1,0 0-1,0 1 0,0-1 1,6-1-1,25-9-71,0 1 1,1 2-1,43-6 0,112-4 105,-62 7-156,1007-89 140,-395 40-178,-568 50 6,67-8-926,-249 35-33,5-10 667,-1 0 0,-1-1 0,1 0 0,-1 0 0,0 0 0,0-1 1,-1 0-1,1-1 0,-11 4 0,-16 9-1581,-18 10-1369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49.8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40 4084,'20'-9'1100,"-10"-4"-175,4 4-177,3 6-68,3-3 400,3 6-708,1 6 200,-8 9-304,-2 7 132,-8 5-196,4 3-16,-10-12-3348,0 27-1317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52.0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1 405 5905,'39'-25'1366,"-39"24"-1318,1 1-1,-1 0 1,1 0 0,-1 0-1,0 0 1,1-1-1,-1 1 1,1 0-1,-1 0 1,0-1-1,1 1 1,-1 0-1,0-1 1,1 1 0,-1 0-1,0-1 1,1 1-1,-1-1 1,0 1-1,0 0 1,0-1-1,1 1 1,-1-1-1,0 1 1,0-1-1,0 1 1,0-1 0,0 0-1,1-7 283,0 0 0,1-1 1,0 1-1,0 0 0,1 0 0,0 0 0,0 1 0,1-1 1,0 1-1,0-1 0,1 1 0,0 0 0,0 1 0,1-1 0,11-10 1,11-3 326,0 0 1,2 2-1,0 1 1,58-23-1,-65 29-444,32-12 242,1 3 1,1 2-1,0 2 1,110-15-1,-145 29-387,-1 0-1,1 2 0,0 1 0,0 0 1,0 1-1,0 2 0,-1 0 0,33 11 0,-44-11-51,0 0 1,0 0-1,0 1 0,-1 0 0,0 0 0,0 1 0,0 1 0,-1 0 0,0 0 0,0 0 0,0 1 0,-1 0 0,-1 0 0,1 1 0,-1 0 0,-1 0 0,1 1 0,-2-1 1,6 14-1,-5-1 2,0 0 0,-1 0 0,-1 0 0,-1 1 0,-1-1 0,-1 1 1,-1-1-1,-6 36 0,-1-15 28,-2 0-1,-2 0 1,-25 58 0,2-24 9,-4-1 1,-2-2 0,-79 103 0,-178 189 19,209-262-75,-69 84 86,156-186-79,0 1 0,0-1 1,1 0-1,-1 1 1,1 0-1,0-1 0,0 1 1,-2 4-1,3-6-4,0 0 0,0 0 0,-1 0-1,1 0 1,0 0 0,0 0 0,0 0-1,1 0 1,-1 0 0,0 0 0,0-1-1,0 1 1,1 0 0,-1 0 0,0 0 0,1 0-1,-1 0 1,1-1 0,0 2 0,1 0 0,0 0-1,1-1 1,-1 0 0,1 1 0,-1-1 0,0 0 0,1 0 0,0 0 0,-1 0 0,1-1 0,0 1 0,-1-1 0,1 0 0,0 1 0,0-1 0,3-1 0,39-1-11,0-3 1,-1-1 0,62-18 0,34-16 52,142-37 33,174-43-210,-140 32-385,151-37-4440,-346 93-1548,-76 19-33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54.3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1401 91 2696,'0'-1'263,"0"-1"0,0 0 0,-1 1 0,1-1 0,-1 1 0,1-1 0,-1 1 0,0-1 0,1 1 0,-1-1 0,0 1 0,0 0 0,0-1 0,0 1-1,0 0 1,0 0 0,0 0 0,-1 0 0,1 0 0,-2-1 0,-30-16-86,26 15 352,5 2-317,0-2-141,0 0 1,-1 0-1,1 0 1,-1 1-1,0-1 1,1 1 0,-1-1-1,0 1 1,0 0-1,-1 0 1,1 1 0,-4-3-1,4 3-38,0 0 0,0 0 1,0 0-1,-1 0 0,1 0 0,0 1 0,-1-1 0,1 1 0,0 0 0,-1 0 0,1 0 0,-1 1 0,1-1 1,0 1-1,-1 0 0,1-1 0,0 2 0,0-1 0,-5 2 0,-4 4 11,0 0 1,1 1-1,-17 13 0,9-5-5,-12 9 50,2 1-1,0 1 0,-35 46 0,-66 102 95,118-158-171,-232 349 220,-1 14-87,174-253-86,-62 151 0,98-191-23,4 2 0,-34 164-1,53-182-13,3 1 0,3 0 0,4 0 0,8 95 0,0-114-86,3 1-1,3-1 0,1 0 0,3-2 0,33 73 0,-18-57-436,4-1-1,3-1 0,63 82 0,-67-106-819,2-1 0,40 34 1,-2-9-1542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55.0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188 140 3368,'7'-3'1114,"-9"0"-259,-18-3 358,-40-7 1207,59 13-2290,-33-2 1055,30 2-679,1 0-7,-8 0-20,0 1-1,-1 1 1,1 0-1,-12 4 1,21-5-163,7-1-33,640-57 834,-346 21-1337,-77 6-2172,-216 29 2156,-1 1 0,1 0 0,-1 0 0,0 1 0,8 1 0,7-1-4744,-46 4 1573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1:55.2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155 7 4980,'31'-5'1692,"-25"4"1310,-9 2-1796,1-1-974,0 1 0,0 0 1,0 0-1,0 0 0,0 0 0,0 0 0,0 0 0,0 0 0,0 1 0,1-1 0,-1 1 0,0-1 0,-1 4 0,0-1 30,2 1-1,-1-1 0,0 1 1,1-1-1,0 1 0,-1 6 1,-47 219 2270,-13 76-3751,48-226-190,4-27-1860,-4 70 0,15-39-3072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09.4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590 793 9301,'-196'2'1659,"140"-2"-178,-69-10-1,99 6-570,0-1-1,0-2 0,-43-17 0,62 22-716,0-1 0,0-1 0,0 1 1,1-1-1,0 0 0,-9-8 0,14 11-161,0-1 1,-1 0-1,1 1 1,1-1-1,-1 0 1,0 0-1,0 1 0,1-1 1,-1 0-1,1 0 1,-1 0-1,1 0 1,0 0-1,0 0 1,0 0-1,0 0 1,0 0-1,0 0 1,0 0-1,1 0 1,-1 1-1,1-1 0,0 0 1,-1 0-1,2-2 1,1-3 6,0 1 1,1 0 0,-1 0-1,1 0 1,6-7-1,4 0-27,1 0-1,0 1 1,0 1 0,1 0-1,1 1 1,25-11-1,-33 17-21,410-184-1497,16 29-2370,-157 60-1227,-71 21-1486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07.8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230 480 4388,'-32'-4'604,"8"1"1316,-1 0 0,-37-12 0,56 13-1474,0 0 1,1 0 0,-1-1-1,1 1 1,-1-1 0,1 0-1,0-1 1,0 1 0,1-1-1,-1 0 1,1 0 0,-1-1-1,1 1 1,1-1 0,-1 0-1,-3-6 1,7 9-399,-1 0-1,1 0 1,0-1 0,0 1-1,-1 0 1,1-1-1,1 1 1,-1 0 0,0 0-1,1-1 1,-1 1 0,1 0-1,-1 0 1,1 0 0,0 0-1,0 0 1,0 0-1,0 0 1,1 0 0,-1 0-1,1 0 1,-1 0 0,1 1-1,-1-1 1,3-1 0,4-5 43,0 0 1,1 0 0,0 1 0,11-6 0,29-13 47,1 3 0,0 2 0,67-18 1,-62 21-211,48-13-1051,166-27 1,115 6-6840,-376 51 7696,150-19-6811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09.1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616 200 3100,'0'0'955,"-2"-2"-71,-47-45 4191,47 45-4538,-1 0-304,-3-1-47,-1-1 1,0 1-1,-1 1 1,1-1 0,0 1-1,-1 0 1,-10-1-1,15 3 463,-18 0-413,11-1-243,4 1 106,0-1 0,1 1-1,-1 1 1,0-1-1,0 1 1,-6 1 0,10-1 7,-18-4-267,5-1 1069,20-6 318,1 2-1587,-2 2 372,1 1 0,0-1 1,1 1-1,-1 0 0,1 0 0,0 1 0,0 0 0,1 0 0,-1 0 0,10-3 0,1-1-22,1 2 1,35-9-1,-18 8 29,0 2 0,70-2-1,-98 7-14,0 1 0,-1-1 1,1 1-1,0 1 0,-1-1 0,1 1 0,-1 0 1,1 0-1,-1 1 0,0 0 0,0 0 0,0 1 0,0-1 1,-1 1-1,0 1 0,1-1 0,-1 1 0,-1 0 0,1 0 1,-1 0-1,0 0 0,0 1 0,0 0 0,-1 0 0,0 0 1,3 8-1,0 3 48,0 0 0,-1 0 0,-1 1 0,-1 0 0,-1 0 0,0 0 0,-1 0 0,-3 34 0,-4-7 28,-2 1 1,-2-1-1,-2 0 0,-2-1 1,-1-1-1,-3 0 1,-2-1-1,-26 41 0,-30 38 393,-116 141-1,34-69 52,-121 169 332,273-353-835,0 0 0,1 0 0,0 1-1,0-1 1,1 1 0,-4 16 0,7-23-13,1 0-1,0-1 1,-1 1 0,1 0 0,0 0 0,1-1 0,-1 1 0,0 0 0,1-1 0,-1 1 0,1 0-1,0-1 1,0 1 0,0-1 0,0 1 0,1-1 0,-1 1 0,1-1 0,-1 0 0,1 0-1,0 0 1,0 0 0,0 0 0,0 0 0,0 0 0,0-1 0,0 1 0,1-1 0,-1 1 0,4 0-1,9 5-28,0-2 1,0 1-1,0-2 0,0 0 0,1-1 0,0-1 0,-1 0 0,19-1 0,133-10-943,-146 8 799,-18 0 131,71-6-1670,142-32 1,71-33-4256,-136 29 38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09.7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63 5116,'-4'-4'210,"0"1"0,-1 0 0,0 1 0,0-1-1,1 1 1,-1 0 0,-1 0 0,-5-1 0,7 2 1019,4-2-657,0 2-526,1-1 1,-1 1-1,0-1 0,1 0 1,-1 1-1,1-1 0,0 1 1,-1-1-1,1 1 0,0-1 1,0 1-1,0 0 0,0-1 1,0 1-1,0 0 0,0 0 1,1 0-1,-1 0 0,0 0 0,1 0 1,-1 0-1,0 0 0,1 1 1,-1-1-1,1 0 0,-1 1 1,1-1-1,0 1 0,-1 0 1,1-1-1,0 1 0,-1 0 1,1 0-1,-1 0 0,1 0 1,0 0-1,-1 1 0,1-1 1,0 0-1,-1 1 0,1-1 0,-1 1 1,1-1-1,-1 1 0,1 0 1,-1 0-1,0 0 0,3 2 1,19 12-10,-1 2-1,-1 0 1,-1 2 0,-1 0 0,0 1 0,-2 1 0,17 25-1,-4-1-44,-3 2 0,35 79 0,-53-104 15,-1 1 0,-1-1 0,-1 1 0,-1 0 0,-1 1 0,-1-1 1,-1 1-1,-1-1 0,-4 41 0,-1-33 12,-2 0 0,0-1 0,-2 0 0,-2 0 0,0-1 0,-29 54 0,-91 144-652,35-79-4254,71-108 1841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06.3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1 199 5008,'47'-30'901,"3"24"-333,51-12 116,-44 6-464,13 0-20,10 0-40,11-6-48,2-4-84,5 7-328,2 3-40,-13-3-308,7 0-1293,6 3 273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06.8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27 320 8261,'-27'12'9838,"44"-25"-8223,-1 3-1352,0 1-1,1 0 1,20-5-1,-7 1-21,36-11-40,0 3 0,2 3 0,120-17 0,-100 20-381,382-51-3124,-48 8-5206,-268 31 1679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07.0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781 73 11297,'-38'-59'6371,"37"58"-6227,1 0 0,-1 0 0,1 0 1,0 1-1,-1-1 0,0 0 0,1 0 1,-1 1-1,1-1 0,-1 1 0,0-1 1,0 0-1,1 1 0,-1-1 0,0 1 1,0 0-1,1-1 0,-1 1 0,0 0 1,0-1-1,0 1 0,0 0 0,0 0 1,0 0-1,1 0 0,-1 0 1,0 0-1,0 0 0,0 0 0,0 0 1,0 0-1,0 0 0,0 0 0,1 1 1,-2-1-1,-1 2 9,1-1 1,0 1-1,-1 0 0,1 0 1,0-1-1,0 1 0,0 1 1,0-1-1,-1 3 0,-9 14 322,0 1 1,2 1-1,0 0 0,1 0 0,1 1 1,-6 29-1,-22 141 886,10 15-505,-17 109-341,-28 71-1966,-30-8-1444,-38-19-1835,31-127-2810,15-48-3313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1.4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884 88 6649,'-13'-20'760,"-8"-15"248,-2 3 5502,19 35-5138,-28 24-260,1 1-1,1 2 0,-30 39 0,-73 110 890,124-166-1815,-65 97 465,5 2 0,6 3 0,4 3 0,6 2 0,4 2 0,7 3 0,-41 193 0,69-238-765,3 2 1,4-1-1,4 1 0,3 0 0,4-1 1,3 1-1,4-1 0,3-1 0,4 0 0,3-1 1,4-1-1,3-1 0,3-1 0,50 84 0,-51-110-553,3-1-1,2-2 1,1-1-1,3-2 0,2-2 1,1-1-1,86 62 1,-79-69-1094,1-3 1,2-2 0,1-2-1,82 28 1,63 4-7546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2.0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360 9 10997,'-14'-8'7435,"6"12"-2876,2 2-5321,5-6 500,-10 12 767,0 0 0,1 0 0,0 1-1,1 1 1,1-1 0,-10 22 0,-36 96 767,20-19-1833,-34 198 0,32-128-1269,-10 164-3893,39-279 4047,-1 63-3582,12-8-2922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2.3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630 1 6081,'-14'28'1926,"13"-27"-1692,0 0 0,0 1-1,0-1 1,0 0 0,0 0-1,0 0 1,0 0 0,-1 0-1,1 0 1,0 0 0,-1 0-1,1 0 1,-1 0 0,1-1-1,-1 1 1,1-1 0,-1 1-1,-2 0 1,-5 2 854,-14 12 176,2 1 0,0 1 0,0 0 0,-24 29 0,24-24-775,-34 32 36,-141 150-357,109-93-3503,65-79-383,-26 54 0,28-35-3564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2.7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196 7 6297,'5'0'1140,"10"-2"-648,-9 1-300,1-1 1,-1 2-1,0-1 1,0 1-1,0 0 0,1 0 1,-1 0-1,0 1 0,0 0 1,0 1-1,0-1 1,0 1-1,0 0 0,0 0 1,0 1-1,-1 0 0,11 7 1,-7-1-100,0 1-1,-1 1 1,0 0 0,0 0 0,-2 0 0,1 1 0,-1 0-1,-1 0 1,0 1 0,-1-1 0,0 1 0,-1 0 0,3 22-1,-3 0 8,0 0 1,-2 0-1,-2 0 0,-5 39 0,-3-22 172,-1 1-1,-3-1 1,-3-1 0,-40 94 0,-117 182 1650,57-118-453,112-200-1388,-1 0 47,0 0 0,1 1 0,-5 14 0,9-22-100,-1 1 0,1-1 1,-1 1-1,1 0 0,0-1 0,0 1 1,0-1-1,0 1 0,0 0 0,1-1 1,-1 1-1,1-1 0,0 1 0,-1-1 1,1 1-1,0-1 0,1 0 0,2 5 1,-1-3-12,1 0 0,1 0 0,-1 0 1,1 0-1,-1-1 0,1 0 0,0 0 0,0 0 1,0-1-1,0 1 0,1-1 0,-1 0 0,1-1 1,-1 0-1,10 2 0,10 0-146,1-1-1,32-2 1,-7-4-760,0-2-1,0-1 1,0-4-1,-2-1 1,1-2-1,61-28 0,12-9-2641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3.0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901 83 4348,'0'-3'303,"1"-1"-1,0 0 0,0 1 0,0-1 1,0 1-1,0-1 0,1 1 1,-1 0-1,1-1 0,0 1 0,0 0 1,0 0-1,1 0 0,-1 1 0,5-5 1,-2 3-26,1 1 1,-1 0 0,1 0 0,0 1-1,0-1 1,0 1 0,0 1 0,10-3-1,-12 4-240,-1-1-1,1 1 0,-1-1 0,1 1 0,-1 0 1,1 0-1,-1 1 0,1-1 0,0 1 0,-1 0 1,0 0-1,1 0 0,-1 0 0,0 0 0,1 1 1,-1 0-1,0 0 0,0-1 0,0 2 1,0-1-1,-1 0 0,1 1 0,-1-1 0,1 1 1,-1 0-1,0-1 0,0 1 0,0 0 0,0 0 1,0 1-1,1 5 0,1 1 9,-1 0-1,0 0 1,0 1 0,-1-1 0,-1 1-1,0-1 1,0 1 0,-1-1 0,0 1-1,-3 18 1,-21 88 251,10-59-172,3 1 0,3 1 0,-2 77 0,18-16 41,-2-68 18,-3 66 1,-4-101-79,-1 0 0,0 1 0,-2-1-1,0 0 1,-1 0 0,0-1 0,-12 25 0,2-15 59,-1 0 1,-2-2-1,0 0 0,-1-1 0,-2 0 1,0-2-1,-37 30 0,-183 120 428,68-65-291,64-41-1773,-118 93 0,215-150 322,1 0 0,1 1 0,0 0-1,-14 18 1,14-10-4876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3.3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2114 10 8277,'-15'-5'1246,"23"1"83,-6 4-1173,-1-1 1,1 1-1,0 0 0,-1 0 0,1 0 0,0 0 0,-1 1 1,1-1-1,0 0 0,-1 1 0,1-1 0,0 1 1,-1-1-1,1 1 0,-1 0 0,1-1 0,-1 1 1,0 0-1,3 2 0,3 9 319,0-1 1,-1 1-1,-1 1 1,0-1-1,-1 1 1,4 15-1,-4-14-201,26 98 928,-4 0 0,19 207 0,-40-233-1017,-4 0 1,-3 0-1,-5-1 0,-24 123 1,4-94-101,-5-2 0,-5 0 0,-83 173 0,49-147-326,-7-3-1,-115 151 1,-234 221-1696,-43-42-1359,-129 22-4627,400-346 2336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3.8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1318 212 3656,'-3'-3'119,"0"0"0,0 0 0,0-1 0,0 1 0,0 0-1,1-1 1,-1 0 0,1 0 0,0 0 0,0 0 0,1 0-1,-1 0 1,1 0 0,0 0 0,0 0 0,0-1 0,1 1 0,-1-1-1,1-4 1,-10-45 1513,7 44-1165,1 0 1,0 0 0,-1-17 0,2 25-378,0 1 0,0-1 0,0 1 0,0 0 0,-1-1 0,1 1 0,0 0 0,-1 0 0,1 0 0,-1 0 0,1 0 0,-1 1 0,0-1 0,1 0 0,-1 1 0,0-1 0,-3 0 0,-3 5 80,1 0 1,0 0-1,0 0 1,1 1 0,-1 0-1,1 1 1,0-1-1,0 1 1,-5 8-1,6-9-29,-23 27 761,2 1 1,-26 44 0,1-2 217,-182 256 2239,21 15-1155,-92 294 64,245-486-1890,6 3 0,-42 211 1,79-275-572,3 2 1,4 0 0,5 0-1,4 1 1,4-1-1,25 146 1,-15-168-661,4-1-1,3-1 1,45 101-1,-40-116-829,3-2 0,2-1 0,2-1 0,64 76 0,55 29-7904,-152-156 9538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4.2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271 346 8697,'-92'-14'1986,"88"13"-1721,-1 1-1,0 0 1,0-1 0,1 1-1,-1 1 1,0-1-1,0 1 1,1 0 0,-6 1-1,-2 1 356,-6 1 492,0 1 0,1 1 0,-1 0 0,-23 13 0,38-17-461,8-1-67,13 4-373,1 0 0,0-1 0,0-1 0,29 1 0,86-7 53,-77 1-132,755-37 460,-370 15-480,561-22 33,1041-59-45,-812-21-43,-941 76-179,-274 44-162,-37 6-246,-57 15-729,-379 112-9395,309-74 3286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6.6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3099 4728,'12'-10'1901,"-16"1"-1599,-3-1 3144,6-5 6586,6 0-9932,1 1 0,0 0 0,1 0 0,0 1 0,2 0 0,-1 0 0,1 1 0,18-19 0,6-9-2,193-221 164,-63 77-165,347-497-1366,-48-35-1857,-231 352 1048,78-160-5104,-227 378 2055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7.1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724 491 7729,'-1'-2'120,"1"1"0,-1-1 0,0 1 1,0-1-1,0 1 0,-1-1 0,1 1 1,0 0-1,-1-1 0,1 1 0,0 0 1,-1 0-1,1 0 0,-1 0 0,0 0 0,-3-1 1,-10 4 5107,-3 19-3916,13-14-1152,1 1-1,0 0 1,0 0-1,1 0 0,0 0 1,-4 17-1,-7 60 664,9-53-600,-5 41 140,3 1 0,4 0 0,7 96 0,0-121-281,3 0 0,2-1 0,2 0 0,2-1 0,2 0 0,21 45 0,-21-63-57,0 0 0,2-1 1,1-1-1,1-1 0,1-1 1,1 0-1,37 32 0,-44-45-26,0 0-1,0-2 1,1 1-1,0-2 1,1 0 0,0-1-1,1 0 1,-1-2-1,2 0 1,-1 0-1,0-2 1,1 0-1,0-1 1,34 1-1,-38-5-26,1 0 0,-1-1 0,0 0 0,-1-1 0,1-1 0,0 0 0,-1-1 0,0 0 0,0-1-1,-1-1 1,1 0 0,-1-1 0,-1 0 0,21-19 0,-17 12-2,0-1 1,-1 0-1,-2-1 1,1-1-1,-2 0 0,0-1 1,-1 0-1,-2 0 0,9-25 1,-2-5-15,-3 1-1,-2-1 1,-2-1 0,-2 0-1,-2 0 1,-3 0 0,-1 0-1,-3 0 1,-2 0 0,-22-92-1,12 84 30,-2 2 0,-3 0 0,-2 1-1,-3 1 1,-2 2 0,-2 0 0,-3 2-1,-73-88 1,78 108 11,-2 1-1,-1 1 1,-1 2-1,-1 1 1,-2 1-1,0 2 1,-1 2-1,-2 1 1,1 1-1,-2 3 1,-47-14-1,58 22-96,0 1 0,0 2 0,-1 1 0,0 0 0,1 3 0,-1 0 0,-41 6 1,47-2-170,-1 1 0,1 1 0,0 1 0,0 0 0,1 2 0,0 1 0,1 0 0,0 2 0,-33 25 0,23-11-746,1 1 0,2 1 0,1 2-1,1 0 1,2 2 0,-25 43 0,-16 39-4665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7.6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1951 8941,'-9'-20'1672,"8"16"-202,1 1-156,4-11-722,-1 1 0,2 0 1,0 1-1,0-1 0,2 1 0,-1 0 0,1 0 0,1 1 0,13-16 0,13-11-365,47-42-1,-54 55 123,772-660 71,-286 232-4824,-193 127-2426,-156 149 508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7.8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634 4 10953,'-18'-1'627,"8"-1"432,-1 2 0,1 0 1,-15 1-1,23-1-874,-1 1 1,1-1-1,-1 1 0,1-1 0,0 1 0,-1 0 1,1 0-1,0 0 0,-1 0 0,1 1 0,0-1 1,0 0-1,0 1 0,0 0 0,0-1 0,1 1 1,-1 0-1,0 0 0,-1 3 0,-5 12 470,0 1 1,1 1-1,1 0 0,-7 29 0,2-4 8,-74 388 2348,52-238-2486,-73 428-865,-28 148-5461,63-405-2909,38-192-451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8.4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2225 5513,'0'0'267,"-1"1"1,0 0 0,0 0 0,0-1 0,1 1 0,-1-1 0,0 1 0,0-1-1,0 1 1,0-1 0,0 1 0,0-1 0,0 0 0,0 1 0,0-1 0,0 0 0,0 0-1,0 0 1,0 0 0,0 0 0,0 0 0,0 0 0,0 0 0,0 0 0,-2-1 0,3 0-164,-1 0 0,1 0 1,-1 0-1,1 0 1,-1 0-1,1 0 1,0-1-1,-1 1 1,1 0-1,0 0 0,0 0 1,0 0-1,0 0 1,0 0-1,0-1 1,0 1-1,0 0 0,1-2 1,3-11 214,0 0 0,8-19 0,0 1 217,2 1 1,2 0 0,27-40 0,28-35 395,99-114 0,103-57-307,-101 107-507,358-424-3005,-208 171-4519,-187 230 510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8.7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198 106 7001,'50'-66'1631,"-48"63"-1490,1 0-1,0 0 0,0 0 1,-1 0-1,2 0 1,-1 1-1,0-1 0,0 1 1,1 0-1,-1 0 1,1 0-1,0 0 0,0 1 1,-1 0-1,1-1 1,0 1-1,0 1 0,0-1 1,0 1-1,0-1 1,0 1-1,1 0 0,-1 1 1,0-1-1,0 1 1,0-1-1,0 1 0,0 1 1,-1-1-1,1 0 1,0 1-1,0 0 0,-1 0 1,1 0-1,-1 0 1,0 0-1,0 1 0,1 0 1,-2-1-1,1 1 1,0 0-1,3 6 0,1 2 16,-1 1 0,-1 0 0,1 0 0,-2 1-1,0-1 1,-1 1 0,0 0 0,0 0 0,-2 0 0,0 1-1,0 19 1,-4 14 221,-15 87 0,17-129-358,-20 96 327,-35 105-1,-50 99 133,-6 19-259,105-303-202,-102 385 275,105-383-261,0 0-1,2-1 1,0 1-1,2 0 1,0 0-1,7 44 1,-5-59-23,0 0 1,0 0 0,1 0-1,0-1 1,0 1 0,0-1-1,1 1 1,1-1 0,-1 0-1,1-1 1,0 1 0,1-1 0,-1 0-1,1 0 1,0-1 0,1 1-1,-1-1 1,1-1 0,0 1-1,1-1 1,-1-1 0,9 4-1,2-1-37,0-1-1,0 0 0,0-2 0,1 0 0,-1-1 1,1-1-1,-1-1 0,1 0 0,0-1 0,-1-2 0,1 1 1,-1-2-1,0-1 0,19-7 0,-6 0-270,-1-1 1,-1-1-1,0-2 0,-2-1 1,1-2-1,-2 0 0,31-30 1,-18 11-390,-2-1 0,-1-3 1,-3-1-1,35-57 1,-55 81 448,19-33-1291,-1-2 0,36-91 0,-55 119 784,45-109-3824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9.1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1165 0 3592,'-207'88'1246,"185"-77"-964,0 1 0,1 0 0,0 2-1,1 1 1,1 0 0,-30 31-1,32-29-66,-50 50 682,3 4-1,4 3 1,3 1 0,3 4 0,-86 168 0,78-112-226,6 3 1,6 2-1,-34 160 0,60-193-307,5 2 0,4 1-1,6 0 1,4 1 0,11 123-1,2-142-155,4 0 0,5-1 1,3 0-1,4-2 0,4-1 0,58 125 0,-67-173-146,2-1 1,2-2-1,1 0 1,2-1-1,1-1 0,2-2 1,56 51-1,-63-66-42,2 0-1,0-1 1,0-2-1,2-1 1,0 0-1,0-2 1,1-1 0,1-1-1,0-2 1,0 0-1,0-2 1,46 4-1,-49-9-10,-1-1-1,1-1 0,-1-1 1,0-2-1,43-10 1,270-89 33,-304 92-37,-1-2-1,0-1 0,-1-2 1,-1-1-1,-1-1 0,0-1 1,-1-2-1,38-37 0,-49 43-5,45-44 9,-2-3-1,-3-3 0,-3-1 0,51-83 1,-26 18-93,91-201 1,-127 230 66,42-140 0,-65 166 30,-2-1 0,12-140 0,-27 166-53,-2 0-1,-2 0 1,-3 0-1,-2 0 1,-15-61 0,12 76-71,-3 0 1,-1 1 0,-1 0 0,-2 1 0,-1 1 0,-2 0 0,-43-56-1,43 67-152,-1 0 0,-2 1 0,0 1 0,-1 1 0,-1 1 0,0 1 0,-1 1 0,-1 1 0,-1 2 0,-41-16 0,32 17-632,0 2 0,-1 1 0,0 1 0,0 2 1,-1 2-1,0 2 0,-72 4 0,-18 16-4393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19.3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54 170 9653,'-33'-58'1168,"36"43"-364,-10-3-368,4 0-456,-4-12-1864,1 0-1144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34.1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329 31 3784,'-24'-21'4734,"13"17"-4724,-2-2 781,9 7 3357,-10 30-3888,1 1 1,2 0 0,2 0 0,-6 35 0,5-23-70,-58 261-862,-39 444 0,82-455-4812,20-146 330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35.4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2641 4072,'-2'-2'1022,"1"2"-937,-1-1 1,1 0 0,0 0 0,0 0-1,0 0 1,0 0 0,0 0-1,0 0 1,0-1 0,1 1-1,-1 0 1,0 0 0,1-1-1,-1 1 1,1 0 0,-1-1-1,1 1 1,0-1 0,-1 1-1,1 0 1,0-1 0,0-1 0,1-1 76,1 1 1,-1-1 0,1 1 0,0-1-1,0 1 1,0 0 0,6-6 0,2-5-63,26-31 746,68-66-1,54-33 345,404-316 661,35-31-1729,-27-27-1563,-24-30-3406,-324 303 798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36.0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2364 3504,'-10'0'274,"7"0"-156,0 0 0,0 0 0,0 1 0,0-1-1,0 0 1,0 1 0,0 0 0,1 0 0,-1 0 0,0 0-1,0 0 1,1 0 0,-1 1 0,-4 3 5963,9-5-5646,10-5-265,0 1-1,0-1 1,-1-1-1,0 0 1,0-1-1,17-14 0,6-2 41,143-79 341,212-89 0,-185 95-420,1041-575-527,-19-143-3823,-935 599 1254,3 3-1044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37.4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 52 4828,'3'-14'448,"-2"9"-181,0 0 0,0 1 0,0-1 0,1 1 0,0 0 0,3-7 4017,-2 15-3521,3 7-515,-1 1-1,0 0 1,-1 1-1,0-1 1,-1 1 0,0-1-1,-1 1 1,0 0-1,-1 0 1,-1 17 0,-1 25 291,-10 56 0,11-111-538,-56 372 1138,-7 65-2775,32-119-5252,21-213 1529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38.2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2116 88 3348,'-14'-11'237,"-1"1"0,0 1 0,0 0 1,-1 1-1,0 0 0,-1 2 0,0 0 0,0 1 0,0 0 0,-1 2 0,1 0 0,-1 0 0,0 2 0,1 0 0,-1 2 0,0 0 0,0 0 0,1 2 0,-1 0 0,1 1 1,-1 1-1,2 1 0,-1 0 0,0 1 0,1 1 0,-30 19 0,6 1 49,1 3 0,1 1 0,2 2 0,-55 65 1,-107 172 410,182-247-655,-597 929 968,515-778-916,8 4-1,8 4 1,-97 319-1,143-370-25,-29 198-1,59-282-76,3 0 1,1 0-1,2 0 1,3 1-1,2-1 1,1-1-1,24 86 1,-24-115-21,1 1 0,1-1 0,0 0-1,1-1 1,1 0 0,1-1 0,0 0 0,1 0 0,1-1 0,0-1 0,24 20-1,-23-23-4,1-1 0,0-1-1,1 0 1,-1-1-1,2-1 1,-1 0-1,1-1 1,0-1-1,0 0 1,1-1-1,-1-2 1,35 3-1,-18-6-7,-1-1 0,0-2-1,1-1 1,-2-1-1,1-2 1,-1-1 0,0-2-1,-1-1 1,0-2-1,30-17 1,24-19-9,-3-4 1,85-73-1,-4-6 48,-6-6 1,-6-8 0,199-249-1,-293 320 97,-4-3-1,-3-3 1,76-168-1,-97 175-12,-2-2 1,-4 0-1,-3-1 0,-4-1 0,6-82 0,-16 86-39,-3 1 0,-4-1 0,-2 0 1,-19-104-1,15 142-55,-2 0 0,-1 0 0,-2 1 1,-2 1-1,-1 0 0,-1 1 0,-2 0 1,-2 2-1,0 0 0,-40-45 0,49 64-154,-1 0-1,-1 1 1,0 1 0,-1 0-1,0 1 1,0 0 0,-1 1-1,0 1 1,-1 1-1,0 0 1,0 0 0,0 2-1,-1 0 1,0 1-1,0 1 1,0 0 0,0 1-1,-1 1 1,1 1 0,0 0-1,-25 5 1,-45 14-2509,0 7-857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22:38.7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33 8133,'-13'-33'2560,"26"48"-10269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5:58.9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1492 716 6249,'0'-19'637,"1"1"1,1 0 0,1 0 0,7-26 0,-6 27 154,-1-1 0,-1 1-1,0-1 1,-1 0 0,-1 1-1,-5-35 1,-26-105 3107,23 123-3496,3 15-118,1-3 110,-2 0-1,-9-23 1,11 38-307,1-1 1,-1 1-1,0 1 0,0-1 0,-1 0 0,0 1 0,0 0 0,-1 0 1,-10-8-1,3 5 12,0 1 0,0 0 0,-1 1 0,0 0 0,-1 1 0,1 1 0,-1 0 0,0 1 0,0 1 0,0 0 0,-1 1 0,1 1 1,-1 0-1,1 1 0,-1 1 0,-26 4 0,1 3 90,0 1 1,1 2-1,0 2 1,0 2-1,-38 20 1,-7 9 67,1 3-1,3 4 1,2 3-1,2 4 1,3 3 0,-89 95-1,140-130-203,0 1-1,1 0 1,2 2-1,1 0 1,-24 53-1,35-65-29,1 0-1,1 1 0,1 0 1,1 0-1,0 0 1,1 0-1,1 1 1,1-1-1,1 1 1,0-1-1,1 1 0,5 23 1,-1-20 6,2 0 0,0 0 0,1 0 0,1-1 0,1-1 0,21 34 0,-11-26-22,1 0 0,1-2 0,48 43 0,5-7-109,3-4-1,102 56 0,-148-94 54,276 159-514,134 86-196,-362-211 530,-2 4-1,-3 4 1,85 89 0,-131-119 153,0 1 0,-3 2 0,-1 0 1,-1 2-1,-2 1 0,25 59 0,-37-69 39,0 1-1,-1 0 0,-2 1 1,-1 0-1,-2 0 1,-1 0-1,-1 0 0,-1 1 1,-2-1-1,-5 34 1,-1-20-17,-3-1 0,-1 1 0,-2-2 0,-32 70 0,17-54-3,-3-3 0,-65 91 0,14-45-5,-4-4-1,-163 143 1,86-99-1,-289 193 0,437-325 58,-1 0 0,0-1 0,-1 0 0,-18 5 0,34-13 2,0 1 0,0-1 1,0 1-1,0-1 1,0 0-1,-1 0 0,1 0 1,0 1-1,0-1 0,0 0 1,0 0-1,-1-1 0,1 1 1,0 0-1,0 0 0,-2-1 1,2 0-1,1 1 1,0 0 0,-1-1-1,1 1 1,0-1 0,-1 1-1,1 0 1,0-1 0,0 1-1,0-1 1,-1 1 0,1-1-1,0 1 1,0-1 0,0 1-1,0-1 1,0 1 0,0-1-1,0 1 1,0-1 0,0 0-1,0 1 1,0-1 0,0 1-1,0-1 1,2-5-1,0 1 1,0 0-1,0 0 0,1 0 1,4-8-1,6-4 5,1-1 1,0 2-1,1 0 0,1 1 0,31-24 1,98-57-11,-85 60-11,124-52 0,-157 77 23,2 2 0,-1 0 1,1 2-1,0 1 0,0 2 1,1 0-1,33 1 0,-51 4 19,-1 0 1,1 0-1,0 1 0,-1 0 0,1 1 0,-1 1 0,0 0 0,0 0 0,0 1 0,-1 0 0,11 8 0,-14-8 1,0 0 0,0 1 0,-1 0 0,0 0 0,0 1 0,-1-1 0,0 1 0,0 0 0,0 1 0,-1-1 0,0 1 0,-1 0 0,0 0 0,0 0 0,3 15 0,-1 8 95,-2-1 1,-1 1-1,-1 0 0,-2 0 1,-1 0-1,-1 0 0,-11 42 1,-70 214 1268,62-223-1165,-153 515 1209,49 12-891,116-510-814,3 1 1,4 0-1,3 1 0,4-1 1,4 0-1,21 94 0,-14-107-680,4-2-1,3 0 1,2-1-1,3-1 1,4-1-1,1-2 1,64 89-1,-71-118-1044,1-2 0,54 51 0,78 40-7567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2.3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412 9 13525,'-20'-6'2816,"0"3"3549,0 9-4721,0 0-260,0 16-328,-7 14-211,-3 3-37,-4 6-300,1 9-252,-1 13-480,11 11-852,-10 10-397,-1 5-891,1 6-872,2 10-2937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1.5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401 114 9161,'-12'-20'1118,"8"11"-391,-1 1 0,0 0 0,0 0 0,-1 0 0,0 1 0,0 0 0,-1 0 0,-13-10 0,19 16-591,-1 0 0,1 0 0,-1 1 0,1-1 0,-1 1 0,1 0 0,-1-1 0,0 1 0,1 0-1,-1 0 1,1 0 0,-1 0 0,0 0 0,1 0 0,-1 0 0,1 1 0,-1-1 0,1 1 0,-1-1 0,1 1 0,-1-1 0,1 1-1,-1 0 1,1 0 0,0-1 0,-1 1 0,1 0 0,0 0 0,-2 3 0,-4 3 20,1 0 0,0 1 0,-10 15 0,14-20 1,-9 15 310,1 0 0,-15 35 1,-14 68 845,-74 337 1492,73-104-1817,37-272-771,4 0 0,15 111 1,-8-139-138,3-1 0,2-1 0,2 0 1,33 74-1,-30-87-46,2-1 0,2-1 0,1-2-1,1 0 1,3-1 0,41 42 0,-47-56-54,0 0 1,1-2-1,1 0 1,0-2-1,1 0 1,1-2-1,0-1 0,1-1 1,1-1-1,0-1 1,0-1-1,1-2 1,0-1-1,0-1 1,1-1-1,-1-1 1,1-2-1,-1-1 1,1-1-1,30-6 1,-23 1-61,0-1 1,0-2 0,-1-2 0,0-1 0,0-2-1,-2-1 1,0-2 0,0-1 0,-2-1 0,-1-2-1,0-1 1,-1-2 0,-2 0 0,0-2 0,-2-1-1,-1-1 1,-1-1 0,-2-1 0,0-1 0,-2-1-1,-2-1 1,-1 0 0,-1-1 0,11-41-1,-11 21 4,-3 0 0,-2-1 0,-3 0 0,-2-1 0,-2 1 0,-3-1-1,-2 0 1,-10-59 0,1 52 24,-2 1 1,-3 1-1,-2 0 1,-3 1-1,-3 1 0,-57-102 1,35 85-6,-3 2 1,-73-83 0,91 122 15,-1 1 1,-2 1-1,-2 3 0,0 0 1,-79-46-1,100 68-54,0 1 1,-1 0-1,0 1 0,0 0 1,-1 2-1,1 0 0,-19-2 1,29 5 0,1 0 1,-1 1-1,1 0 1,-1 0-1,1 0 1,-1 1-1,0-1 1,1 2 0,0-1-1,-1 0 1,1 1-1,0 0 1,0 0-1,0 1 1,0-1-1,0 1 1,0 0 0,1 0-1,-1 1 1,1-1-1,0 1 1,0 0-1,1 0 1,-1 1-1,-3 5 1,0 3-315,1 0 0,1 0-1,0 1 1,1 0 0,0 0 0,1 0-1,1 0 1,0 1 0,1 26 0,2 8-3133,13 76 0,5-6-4753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1.8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486 13 14461,'-34'-12'2477,"7"24"-45,-13 9-288,10 0-292,0 3-292,0 9-324,-7-2-284,4 14-187,-4 9-161,7 12-188,-4 10-228,7 5-580,0 16-668,7 5-317,4-2-711,2 2-704,1-2-3533,6-13-5744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2.0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 25 13365,'-25'-20'2261,"20"16"1585,-8 16-437,12-9-3237,0 0 1,0 0-1,0 0 0,0 0 0,1 1 0,-1-1 0,1 0 0,0 0 0,0 1 0,0-1 0,0 0 0,0 0 0,2 5 0,13 48 908,-6-28-598,26 117 307,-7 1-1,18 273 1,-36 307-6900,-13-610 3111,-21 135-1,-2-79-2522,13-7-3076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6.7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12 5436,'-5'-10'1027,"7"8"146,15 11 765,-7-4-1610,-7-4 547,6 16 472,-4-10-1063,6 10 297,14 21 404,-3 0 0,-1 1 0,-2 1 0,20 59 0,-18-16-426,-3 0 1,-4 1-1,6 141 1,-19-71-774,-21 177 0,-110 559-4909,56-512 168,19-100-1707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7.5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54 109 2532,'-34'-51'248,"17"30"-716,14 3-228,3 0 140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0.7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387 269 5973,'-1'-2'237,"0"0"1,0 0 0,0 0-1,1 0 1,-1 0 0,1 0 0,-1 0-1,1-1 1,0 1 0,0 0 0,0 0-1,0 0 1,0 0 0,1 0 0,-1 0-1,1 0 1,-1 0 0,1 0-1,0 0 1,0 0 0,0 0 0,1-2-1,-1 1 495,14-23 2695,50-44 2276,43-30-6077,-87 81 766,-19 17-401,1 4-100,-2-2 107,0 1 0,1 0 0,-1-1-1,0 1 1,0 0 0,0 0 0,0 0 0,1-1 0,-1 1 0,0 0 0,-1 1-1,1-1 1,0 0 0,0 0 0,0 0 0,-1 0 0,1 1 0,0-1 0,-1 0-1,1 1 1,-1-1 0,0 0 0,1 1 0,-1 1 0,-1 2-5,1 0-1,-1 0 1,-1 0 0,1 0-1,-1 0 1,-2 6 0,3-10 6,-14 33-133,-2-1 0,-1-1 0,-44 59 0,-65 65-376,109-137 441,-90 98-277,43-48 92,29-30 96,8-9-88,-41 55-1,63-75 174,0-1 0,0 1 0,1 0 0,0 1 1,0-1-1,2 1 0,-1 0 0,1 0 0,1 0 0,-2 19 0,4-26 47,0 0 0,0-1 0,1 1 0,-1 0 0,1-1 0,0 1 0,0 0 0,0-1 0,1 1 0,-1-1 0,1 0 0,0 1 0,0-1 0,0 0 0,0 0 0,1 0 0,-1 0 0,1-1 0,0 1 0,-1-1 0,1 0 0,0 1 0,1-1 0,-1 0 0,0-1 0,5 3 0,5 1-25,1 1-1,1-2 1,-1 0 0,1-1 0,15 2 0,7-1-24,1-1 0,-1-3 0,56-5 0,114-25-74,-130 17 56,179-43-1560,-300 57 177,7-1 946,-186 31-4944,132-19 1213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5:59.9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0 125 4936,'27'-22'414,"-15"12"-135,0 1-1,0 0 0,1 0 1,0 2-1,0-1 0,24-8 1,-9 7 157,1 2 0,0 1 1,1 0-1,-1 3 0,1 0 1,0 2-1,0 1 0,0 2 1,0 1-1,-1 1 0,1 1 1,-1 2-1,38 14 0,-37-11-192,0 2 0,-1 2 0,-1 0 0,0 2 0,-1 1-1,-1 1 1,0 1 0,-2 1 0,0 2 0,-1 0 0,-1 2 0,26 35 0,-28-27-22,-1 1 1,-1 0-1,-2 1 1,-1 1-1,-2 1 1,12 50 0,-14-33 52,-2 0 1,-3 0-1,0 105 1,-13-50 60,-5 0 0,-5-1 0,-59 202 0,-45 57 82,-14 48-17,111-326-319,4 1 1,-13 158 0,30-207-59,3 0 0,1 0 0,2 0 0,2 0 0,1-1 0,21 68 0,-19-82-16,1-1 1,2 0 0,1 0 0,0-2 0,2 1-1,0-2 1,2 0 0,0 0 0,2-2-1,0 0 1,26 21 0,-7-12-3,1-3 0,1-1 0,1-2 0,1-1 0,1-2 0,0-3 0,50 14 0,-11-10 13,0-3 0,2-4 0,84 3 0,-96-12-19,0-4 0,0-3 1,0-2-1,0-4 0,-1-3 0,0-3 0,-1-3 1,-1-3-1,70-32 0,-104 38 4,-1-3 0,-2 0-1,35-27 1,-53 36 12,-1-2 0,1 0-1,-2 0 1,0-1 0,0 0 0,-1-1-1,-1 0 1,0-1 0,10-19 0,-17 28 2,0-1 0,0 1 1,-1-1-1,1 1 0,-1-1 0,0 1 1,-1-1-1,1 1 0,-1-1 0,0 0 1,-1 1-1,0-1 0,1 0 1,-4-10-1,2 13-2,1-1 1,-1 1-1,1 0 1,-1-1-1,0 1 1,-1 0-1,1 0 1,0 0-1,-1 0 1,0 1-1,0-1 1,1 1-1,-2-1 1,1 1-1,0 0 1,0 0-1,-1 0 1,1 1-1,-1-1 1,1 1-1,-1 0 1,1 0-1,-5-1 1,-6 1 31,-1 0 0,0 1 1,1 0-1,-1 1 0,1 0 0,0 2 1,-1-1-1,1 2 0,0 0 0,0 1 1,1 0-1,-1 1 0,-23 14 0,9-3 55,0 2 0,0 1 0,2 1 1,-46 48-1,43-37-16,1 1 1,2 1 0,2 1 0,1 1 0,1 1 0,3 1 0,0 1 0,3 1 0,1 0 0,3 1-1,-11 53 1,10-2 25,5 0-1,3 1 0,4 0 0,13 104 1,72 368 166,-82-553-275,27 150 53,54 384 139,-78-469-270,-2-1 0,-5 1 1,-2-1-1,-4 0 0,-20 91 0,17-122-165,-2 0 0,-1-1 0,-3 0 0,-1-1 0,-2-1 1,-2-1-1,-2-1 0,-46 59 0,9-30-867,-2-2 0,-4-3 0,-115 86 1,65-68-3156,-203 107 0,102-79-3451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2.9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30 850 7893,'-7'-13'426,"4"9"-223,0-1 0,1 1-1,-1-1 1,1 0 0,0 0 0,0-1 0,0 1-1,1 0 1,0 0 0,0-1 0,1 1-1,-1-1 1,1 1 0,0-1 0,0 1 0,2-8-1,2 1 206,1 0-1,0 1 0,1-1 1,0 1-1,1 0 0,0 1 1,1 0-1,0 0 0,0 0 1,1 1-1,1 1 0,18-15 1,7 0 251,0 1 0,59-27 0,227-77 761,13 27-710,-252 76-539,402-109 488,-409 112-584,178-45 116,-212 55-751,0 1 0,84-5 0,-120 14 229,-1 0 0,1 1 0,0 0 1,-1 0-1,1 0 0,0 0 0,-1 1 0,0 0 1,1-1-1,5 5 0,13 14-5213,-23-19 4943,1 0 0,0 1 0,-1-1-1,1 0 1,-1 1 0,0-1-1,1 0 1,-1 1 0,0-1-1,0 0 1,0 1 0,0-1 0,0 2-1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3.1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250 1 11065,'-28'7'1652,"23"-6"-1137,0 0-1,0 0 1,0 0-1,0 1 1,0-1 0,0 2-1,0-1 1,1 0-1,-1 1 1,1 0-1,-1 0 1,-5 6-1,2 0 20,1 0 0,1 0 0,0 1-1,0 0 1,1 1 0,0-1 0,1 1-1,-4 12 1,-18 97 1829,18-78-1946,-18 119 255,6 0-1,1 179 0,22-135-4438,37 255 1,-29-388-711,20 72-1,-4-49-5054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3.9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1 117 10965,'15'-70'1902,"-10"42"397,4 18-579,-1 5-1160,-7 5-474,1-1 0,-1 0-1,0 1 1,0 0 0,0-1-1,1 1 1,-1 0 0,0-1 0,1 1-1,-1 0 1,0 0 0,1 0-1,-1 0 1,0 0 0,0 1-1,1-1 1,-1 0 0,2 1 0,3 0 157,2 1-135,0 0-1,0 0 0,0 1 0,-1 0 0,1 0 0,-1 1 0,0-1 0,0 2 0,0-1 1,0 1-1,-1 0 0,0 1 0,0-1 0,0 1 0,8 12 0,7 9 96,-1 2 1,21 40-1,-25-39-128,-1 0-1,-1 0 1,-1 2 0,-2-1-1,-1 2 1,-2-1 0,-1 1-1,-1 1 1,1 66 0,-6-66-43,-3 1 0,0-1 0,-3 0 0,0 0 0,-3 0 0,-21 62 0,0-16 42,51-85-67,2-7-80,0-1-1,-2-1 1,41-33 0,-11 8-84,211-150-229,145-100-209,-388 275 601,-5 3 14,0 1-1,23-12 0,-35 20-16,1 0 0,-1 1 0,0-1-1,1 1 1,-1 0 0,0 0 0,1 1 0,-1-1 0,1 1 0,-1-1-1,1 1 1,-1 0 0,1 1 0,0-1 0,-1 0 0,0 1 0,1 0-1,5 2 1,-6-2 4,0 1 0,0 1-1,0-1 1,-1 0 0,1 1-1,-1-1 1,1 1 0,-1 0-1,0 0 1,0 0 0,0 0-1,0 0 1,2 7 0,16 51 69,-12-32-64,5 14 4,-7-20-7,1-1 1,1 0-1,14 29 1,-21-49-8,0-1 1,0 1 0,1 0-1,-1-1 1,0 1 0,0-1 0,1 1-1,-1-1 1,1 0 0,-1 0-1,1 0 1,0 0 0,-1 0 0,1 0-1,0 0 1,0 0 0,0-1-1,0 1 1,0 0 0,-1-1 0,1 0-1,0 0 1,0 1 0,0-1-1,0 0 1,0-1 0,0 1 0,0 0-1,0 0 1,0-1 0,0 1-1,0-1 1,0 0 0,0 0 0,-1 1-1,1-1 1,3-2 0,7-4-5,0-1 1,-1 0 0,0-1-1,12-11 1,-12 9 29,25-20-46,-21 16 14,0 2 0,1 0 1,0 0-1,1 2 0,0 0 0,1 1 0,27-11 0,-39 19 9,1 0 0,0 0 0,0 1 0,0 0 0,0 1 0,0-1 0,0 1 0,0 1 0,0-1 0,0 1 0,0 1 0,0-1 0,0 1 0,-1 0 0,1 1 0,0-1 0,8 6 1,2 3-358,0 1 0,0 1 0,-1 0 0,22 25 0,-35-36 128,0 1 0,0-1 0,0 0 0,0-1 0,0 1 0,0 0 0,1-1 0,-1 0 0,0 0 0,1 0 0,-1 0 0,1-1 0,0 1 0,-1-1 0,1 0 0,-1 0 0,1 0 0,-1 0 1,1-1-1,-1 1 0,1-1 0,-1 0 0,6-2 0,6-2-437,0-1 1,0-1 0,23-15 0,143-93-73,-134 83 1566,-9 7-197,0-1-1,-2-2 0,-1-2 1,48-53-1,-78 77-513,15-18 1402,30-48 0,-48 69-712,-27 8-259,19-2-520,1 0-1,0 0 1,0 0 0,1 1-1,-1 0 1,1 0 0,-1 0-1,1 0 1,1 1 0,-1-1-1,0 1 1,1 0 0,0 0-1,0 0 1,1 1-1,-4 8 1,-1 4-22,1 0 0,1 1 0,0-1 0,-2 22 0,6-30-177,1 1-1,0-1 0,0 1 1,1-1-1,0 1 0,1-1 1,0 1-1,1-1 0,0 0 1,1 0-1,-1 0 0,2-1 1,0 1-1,0-1 0,11 14 1,-8-12-553,1-1-1,1 0 1,0 0 0,0-1 0,1 0-1,0-1 1,0 0 0,1-1 0,0 0 0,0-1-1,20 7 1,21 3-5429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4.1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 6597,'-6'15'1336,"-1"0"-56,0 6-352,-3 0-256,7-3-152,-7 63 360,7-47-1260,3 20-292,-4-21-720,1 3-1504,0 3-993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4.3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0 6553,'4'9'1604,"-21"-3"-320,14 12-136,-1 3-200,1 9-164,-4 25-156,1-4 0,-4 9-236,6 7-92,1 8-332,3 0-296,0-5-300,-7 141-4784,4-154 527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4.4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1 323 4700,'43'-115'1613,"-19"76"-421,-1 3-248,1 3-200,3 6-144,6 3-132,4 3 20,6 5-396,1 4-292,6 12-292,-6 6-452,-4 9-1760,-3 10-813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04.9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1 782 4512,'298'-392'7583,"-195"253"-6751,-69 103-604,-38 63-100,-4-2-108,0 1 0,-22 43 0,6-17 14,-31 74 18,55-125-49,0 0 0,0 1 0,-1-1 0,1 0 0,0 1 0,0-1 0,0 0 0,1 0 0,-1 1 0,0-1 0,0 0 0,1 0 0,-1 1 0,1-1 0,-1 0 0,1 0 0,-1 0 0,1 0 0,0 0 0,-1 0 0,1 0 0,0 0 0,1 2 0,3-6-7,0 0 0,0 0 1,0 0-1,0-1 0,-1 1 1,0-1-1,0 0 0,0-1 1,3-4-1,26-32 21,45-75 1,-55 77 18,2 2 0,1 1 0,38-40 0,-56 68-67,0 0 0,0 1 0,1 0 1,1 0-1,-1 1 0,1 0 0,0 1 1,0 0-1,0 1 0,1 0 0,0 0 0,-1 1 1,1 1-1,16-2 0,36-5-661,-62 9 683,0 0-1,1-1 1,-1 1-1,0 0 1,0-1 0,0 1-1,0-1 1,0 0-1,-1 1 1,1-1-1,0 0 1,0 0 0,0 1-1,0-1 1,-1 0-1,1 0 1,0-1-1,0 1 9,-1 1 0,0-1 0,1 1 0,-1-1 0,1 0 0,-1 1 0,1-1 0,-1 1 0,1-1 0,0 1 0,-1-1 0,1 1 0,-1 0 0,1-1 0,0 1 0,0 0 0,-1-1 0,1 1 0,0 0 0,0 0 0,-1-22 498,-1 14 33,1-1 1,1 0 0,2-16 0,15 34-187,-8 0-575,0 1-1,-1 0 1,0 0 0,0 0 0,-1 1-1,11 19 1,-6-10-693,12 25-2877,-4 2-2133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1.6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5753,'9'1'340,"-1"0"0,1 1 1,-1 0-1,0 0 1,0 1-1,0 0 1,0 0-1,0 1 1,-1 0-1,1 0 1,-1 1-1,0 0 1,8 7-1,13 13 1360,43 48 0,-50-49-1205,35 37 754,49 54 860,171 145 0,130 30-859,20-31-2803,-380-233 914,192 104-2683,-207-116 1971,1-2 0,0-1 0,0-1 1,1-1-1,65 7 0,-43-15-3177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1.8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1595 16 5328,'-43'-5'375,"5"0"211,1 1 0,-1 2 0,-50 5 0,51 0 0,1 2-1,0 2 1,0 1-1,1 2 1,0 1-1,1 2 1,-41 21-1,10 3-97,1 4 1,2 2-1,2 3 0,1 2 0,-96 106 0,81-68-681,4 3-1,4 3 1,-69 129-1,12 41-2657,98-202 1502,-14 38-1922,10-6-1160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2.1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0 9729,'-3'18'1604,"13"10"-160,20-10-116,-3 3-252,6 3-196,11 6-167,13 3-93,6 6-160,8 1-80,2 5-104,8 3-244,-1-3-232,-3 6-632,4-8-433,-4-4-255,-10-6-416,0-9-1784,0-6-2365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2.2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2094 1 6793,'-181'45'1960,"108"-12"-156,-11 9-400,-10 1-164,7 2-132,-3 12-216,-14 16-156,-7 14-75,-6 21-145,-10 19-116,-4 24-132,-6 18-288,-11 11-580,1-2-449,13-3-283,10-9-468,14-9-1972,16-13-2453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2.4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 93 12133,'34'-48'1744,"-48"27"-396,1 0 1333,-7 18-3093,3 3-572,4 15-533,-11 12-2819,4 3-3337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4.5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919 21 11041,'-72'-9'620,"39"4"-61,-2 1 0,1 2 0,-55 3 0,44 3 76,1 1 1,0 3-1,0 1 0,1 3 0,-44 17 0,59-18-464,0 2-1,1 0 1,1 2-1,0 1 0,1 1 1,1 1-1,0 1 0,-28 31 1,43-41-152,0 2 0,1 0 0,0 0 0,0 0 0,1 1-1,1 0 1,0 0 0,1 1 0,0 0 0,1 0 0,0 0 0,1 0 0,0 1 0,1-1 0,1 1 0,0-1 0,1 1 0,1 0 0,0-1 0,0 1 0,1-1 0,1 1 0,1-1 0,0 0 0,8 19-1,0-8-45,0 0 0,2-1 0,0 0 0,2-2 0,1 1 0,0-2 0,1-1 0,37 31 0,12 3-209,105 62 1,423 205-1655,-287-164 754,30 13-257,-327-163 1342,0 0-1,-1 1 1,0 0-1,0 1 1,-1 0 0,9 11-1,-16-17 40,0 0-1,0 0 1,0 0-1,-1 0 1,1 0 0,-1 0-1,1 1 1,-1-1-1,0 1 1,0-1-1,0 1 1,0-1-1,0 1 1,-1-1 0,1 1-1,-1 0 1,0-1-1,0 1 1,0 0-1,0-1 1,0 1 0,-1 0-1,1-1 1,-1 1-1,1 0 1,-1-1-1,0 1 1,0-1 0,0 1-1,-1-1 1,1 0-1,0 1 1,-1-1-1,-2 3 1,-3 2 12,0-1 1,-1 0-1,0-1 0,0 1 1,0-1-1,-1-1 1,1 0-1,-1 0 0,0 0 1,0-1-1,-1-1 1,-12 3-1,4-2-514,-1-1-1,1 0 1,-1-1-1,1-2 1,-32-3-1,32-1-2664,1-1-1382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5.0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22 8277,'-8'-18'1125,"6"15"462,4 6-1052,14 26 77,2 0-1,1-2 0,34 39 0,11 14 258,-19-12-468,-2 1 0,-4 2 0,-2 2 1,-4 1-1,25 83 0,-30-63-204,-4 1 0,-4 0 0,13 187 0,-55 470 323,-2-371-525,22-326 52,1-1 0,3 1 1,13 79-1,-13-119-90,2 1-1,0-1 1,0-1 0,2 1-1,0-1 1,0 0 0,1 0-1,1-1 1,0 1 0,1-2-1,1 1 1,0-2 0,0 1-1,1-1 1,0-1 0,1 0-1,13 9 1,-5-8-167,1-1 1,0-1-1,0 0 1,1-2-1,0 0 1,0-2-1,1 0 1,-1-2-1,1 0 1,35-1-1,24-5-1026,127-19 0,-190 19 1089,514-89-2831,-46 5 2005,-483 87 980,106-12 373,-97 12-218,-1 0-1,1 1 1,-1 0 0,1 1 0,-1 1 0,20 6 0,-29-8-104,0 0 0,-1 0 0,1 0 0,0 0 0,-1 1 0,0-1 0,1 1 0,-1 0 0,0 0 0,0 0 0,0 0 0,0 0 0,0 0 0,0 0 0,-1 1 1,1-1-1,-1 0 0,1 1 0,-1 0 0,0-1 0,0 1 0,0 0 0,0-1 0,-1 1 0,1 0 0,-1 0 0,0 0 0,1 0 0,-2-1 0,1 1 0,0 0 0,0 0 0,-1 0 0,1 0 1,-1-1-1,-2 6 0,-2 7 130,-1-1 0,-1 0-1,0 0 1,-1 0 0,-14 19 0,-272 346 823,282-365-1076,-234 272-2448,79-103-2538,85-94 776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4.1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1228 477 7037,'-13'-21'303,"-1"0"306,0 0 0,-2 1 0,-33-36 0,25 31 537,2-1 0,-26-41 0,31 42-176,-1 0 0,-2 0-1,-30-29 1,-44-33 1641,91 84-2180,16 17-165,39 37-167,-4-7-23,-2 3-1,-2 1 0,42 63 1,-60-69-101,-1 0 0,-3 2 0,-2 0 1,-1 2-1,-3 0 0,16 71 0,-20-58-51,-4 0 0,-2 1 0,-2 0 0,-9 112 0,-5-90 21,-3-1 1,-4-1-1,-3 0 0,-4-2 0,-3 0 0,-3-2 0,-4-1 0,-48 77 0,16-47 8,-5-4 0,-5-2 0,-144 145 0,-296 226 208,467-428-159,37-31 20,-20 20 88,32-31-109,0 0 0,0 0 0,0 0 0,0 0 0,0 0 0,0 0 0,0 0 0,0 0 0,0 0 0,1 0 0,-1 0 0,0 0 0,0 0 0,0 0 0,0 0 0,0 0 0,0 0 0,0 0 0,0 0 0,1 0 0,-1 0 0,0 0 0,0 0 0,0 0 0,0 0 0,0 0 0,0 0 0,0 0 0,0 0 1,0 0-1,0 1 0,0-1 0,1 0 0,-1 0 0,0 0 0,0 0 0,0 0 0,0 0 0,0 0 0,0 0 0,0 0 0,0 0 0,0 0 0,0 1 0,0-1 0,0 0 0,0 0 0,0 0 0,0 0 0,0 0 0,0 0 0,0 0 0,0 0 0,0 0 0,0 1 0,0-1 0,0 0 0,22 0-2,-1-1 0,1-2 0,-1 0 0,0-1-1,0-1 1,36-13 0,2 1-41,378-78-152,-379 88 160,0 2 1,1 2-1,-1 3 0,1 3 0,94 16 1,-125-13 30,-1 2 0,1 0 1,-1 2-1,-1 1 0,0 1 1,-1 2-1,0 0 0,-1 2 1,-1 0-1,0 2 0,-1 0 1,-1 2-1,-1 0 0,-1 1 1,0 1-1,-2 1 0,-1 0 1,-1 1-1,0 1 0,-2 1 1,-1 0-1,-1 0 0,-2 1 1,0 0-1,-2 1 0,-1 0 1,4 44-1,-6 25 10,-4-51-178,2-1-1,2 0 0,18 77 1,-21-116 26,0-1 0,1 1 0,0-1 0,0 0 1,1 1-1,-1-1 0,1 0 0,0-1 0,0 1 0,1 0 1,-1-1-1,1 0 0,0 0 0,0 0 0,1 0 0,-1-1 1,1 1-1,0-1 0,0 0 0,0-1 0,0 1 1,0-1-1,0 0 0,1 0 0,-1-1 0,8 2 0,10-1-893,0 0 0,0-2-1,0 0 1,0-2 0,26-5-1,59-9-4556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5.5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159 1276 8713,'-103'-52'1071,"99"50"-976,0-1-1,0 0 0,1 1 1,-1-1-1,1 0 1,-1-1-1,1 1 0,0-1 1,0 1-1,1-1 1,-1 0-1,1 0 0,0 0 1,0-1-1,0 1 1,0 0-1,1-1 0,0 1 1,0-1-1,0 1 1,0-1-1,1 1 0,0-1 1,0-8-1,1 3-23,1 0 0,0-1 0,0 1 0,1 0 1,1 0-1,0 0 0,0 1 0,7-12 0,6-7 2,2 2-1,1 0 1,0 1 0,2 1-1,1 1 1,38-29 0,-1 6-267,112-63 1,-40 39-548,258-96 0,159-9-1219,405-63-599,-934 234 2655,0 1 0,0 1 0,29 0 0,-43 2-36,0 0 0,1 1 0,-1 0 0,0 0 0,0 0 0,0 1 0,0 0 0,0 0 0,0 0 1,0 1-1,-1 0 0,1 0 0,-1 0 0,9 8 0,-10-6-5,0 1 1,-1-1-1,1 1 0,-1 0 1,-1-1-1,1 1 0,-1 1 1,0-1-1,-1 0 0,1 0 1,-1 1-1,0 6 0,3 6 33,43 247 552,28 109-514,2-106-764,21 77-1894,-66-218 708,4-1 39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09:36:15.7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161 130 6241,'-44'15'1168,"28"-24"-192,2 3-152,-2 0-12,2 0 48,-6 0-600,3 3-4,7-6-512,0-3-432,20-12-764,7-13-1180,13 10-753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721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31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662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660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56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64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30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24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988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393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357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3426CB6-0803-4E5E-9114-26416BC4DB1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ECDDEDF-FA70-4D82-9985-68E50317B0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438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image" Target="../media/image20.png"/><Relationship Id="rId47" Type="http://schemas.openxmlformats.org/officeDocument/2006/relationships/customXml" Target="../ink/ink24.xml"/><Relationship Id="rId63" Type="http://schemas.openxmlformats.org/officeDocument/2006/relationships/customXml" Target="../ink/ink32.xml"/><Relationship Id="rId68" Type="http://schemas.openxmlformats.org/officeDocument/2006/relationships/image" Target="../media/image33.png"/><Relationship Id="rId84" Type="http://schemas.openxmlformats.org/officeDocument/2006/relationships/image" Target="../media/image41.png"/><Relationship Id="rId89" Type="http://schemas.openxmlformats.org/officeDocument/2006/relationships/customXml" Target="../ink/ink45.xml"/><Relationship Id="rId112" Type="http://schemas.openxmlformats.org/officeDocument/2006/relationships/image" Target="../media/image55.png"/><Relationship Id="rId16" Type="http://schemas.openxmlformats.org/officeDocument/2006/relationships/customXml" Target="../ink/ink8.xml"/><Relationship Id="rId107" Type="http://schemas.openxmlformats.org/officeDocument/2006/relationships/customXml" Target="../ink/ink54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customXml" Target="../ink/ink19.xml"/><Relationship Id="rId53" Type="http://schemas.openxmlformats.org/officeDocument/2006/relationships/customXml" Target="../ink/ink27.xml"/><Relationship Id="rId58" Type="http://schemas.openxmlformats.org/officeDocument/2006/relationships/image" Target="../media/image28.png"/><Relationship Id="rId74" Type="http://schemas.openxmlformats.org/officeDocument/2006/relationships/image" Target="../media/image36.png"/><Relationship Id="rId79" Type="http://schemas.openxmlformats.org/officeDocument/2006/relationships/customXml" Target="../ink/ink40.xml"/><Relationship Id="rId102" Type="http://schemas.openxmlformats.org/officeDocument/2006/relationships/image" Target="../media/image50.png"/><Relationship Id="rId5" Type="http://schemas.openxmlformats.org/officeDocument/2006/relationships/image" Target="../media/image2.png"/><Relationship Id="rId90" Type="http://schemas.openxmlformats.org/officeDocument/2006/relationships/image" Target="../media/image44.png"/><Relationship Id="rId95" Type="http://schemas.openxmlformats.org/officeDocument/2006/relationships/customXml" Target="../ink/ink48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customXml" Target="../ink/ink22.xml"/><Relationship Id="rId48" Type="http://schemas.openxmlformats.org/officeDocument/2006/relationships/image" Target="../media/image23.png"/><Relationship Id="rId64" Type="http://schemas.openxmlformats.org/officeDocument/2006/relationships/image" Target="../media/image31.png"/><Relationship Id="rId69" Type="http://schemas.openxmlformats.org/officeDocument/2006/relationships/customXml" Target="../ink/ink35.xml"/><Relationship Id="rId113" Type="http://schemas.openxmlformats.org/officeDocument/2006/relationships/customXml" Target="../ink/ink57.xml"/><Relationship Id="rId80" Type="http://schemas.openxmlformats.org/officeDocument/2006/relationships/image" Target="../media/image39.png"/><Relationship Id="rId85" Type="http://schemas.openxmlformats.org/officeDocument/2006/relationships/customXml" Target="../ink/ink43.xml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customXml" Target="../ink/ink17.xml"/><Relationship Id="rId38" Type="http://schemas.openxmlformats.org/officeDocument/2006/relationships/image" Target="../media/image18.png"/><Relationship Id="rId59" Type="http://schemas.openxmlformats.org/officeDocument/2006/relationships/customXml" Target="../ink/ink30.xml"/><Relationship Id="rId103" Type="http://schemas.openxmlformats.org/officeDocument/2006/relationships/customXml" Target="../ink/ink52.xml"/><Relationship Id="rId108" Type="http://schemas.openxmlformats.org/officeDocument/2006/relationships/image" Target="../media/image53.png"/><Relationship Id="rId54" Type="http://schemas.openxmlformats.org/officeDocument/2006/relationships/image" Target="../media/image26.png"/><Relationship Id="rId70" Type="http://schemas.openxmlformats.org/officeDocument/2006/relationships/image" Target="../media/image34.png"/><Relationship Id="rId75" Type="http://schemas.openxmlformats.org/officeDocument/2006/relationships/customXml" Target="../ink/ink38.xml"/><Relationship Id="rId91" Type="http://schemas.openxmlformats.org/officeDocument/2006/relationships/customXml" Target="../ink/ink46.xml"/><Relationship Id="rId9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image" Target="../media/image17.png"/><Relationship Id="rId49" Type="http://schemas.openxmlformats.org/officeDocument/2006/relationships/customXml" Target="../ink/ink25.xml"/><Relationship Id="rId57" Type="http://schemas.openxmlformats.org/officeDocument/2006/relationships/customXml" Target="../ink/ink29.xml"/><Relationship Id="rId106" Type="http://schemas.openxmlformats.org/officeDocument/2006/relationships/image" Target="../media/image52.png"/><Relationship Id="rId114" Type="http://schemas.openxmlformats.org/officeDocument/2006/relationships/image" Target="../media/image5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65" Type="http://schemas.openxmlformats.org/officeDocument/2006/relationships/customXml" Target="../ink/ink33.xml"/><Relationship Id="rId73" Type="http://schemas.openxmlformats.org/officeDocument/2006/relationships/customXml" Target="../ink/ink37.xml"/><Relationship Id="rId78" Type="http://schemas.openxmlformats.org/officeDocument/2006/relationships/image" Target="../media/image38.png"/><Relationship Id="rId81" Type="http://schemas.openxmlformats.org/officeDocument/2006/relationships/customXml" Target="../ink/ink41.xml"/><Relationship Id="rId86" Type="http://schemas.openxmlformats.org/officeDocument/2006/relationships/image" Target="../media/image42.png"/><Relationship Id="rId94" Type="http://schemas.openxmlformats.org/officeDocument/2006/relationships/image" Target="../media/image46.png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customXml" Target="../ink/ink20.xml"/><Relationship Id="rId109" Type="http://schemas.openxmlformats.org/officeDocument/2006/relationships/customXml" Target="../ink/ink55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8.xml"/><Relationship Id="rId76" Type="http://schemas.openxmlformats.org/officeDocument/2006/relationships/image" Target="../media/image37.png"/><Relationship Id="rId97" Type="http://schemas.openxmlformats.org/officeDocument/2006/relationships/customXml" Target="../ink/ink49.xml"/><Relationship Id="rId104" Type="http://schemas.openxmlformats.org/officeDocument/2006/relationships/image" Target="../media/image51.png"/><Relationship Id="rId7" Type="http://schemas.openxmlformats.org/officeDocument/2006/relationships/image" Target="../media/image3.png"/><Relationship Id="rId71" Type="http://schemas.openxmlformats.org/officeDocument/2006/relationships/customXml" Target="../ink/ink36.xml"/><Relationship Id="rId92" Type="http://schemas.openxmlformats.org/officeDocument/2006/relationships/image" Target="../media/image4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image" Target="../media/image19.png"/><Relationship Id="rId45" Type="http://schemas.openxmlformats.org/officeDocument/2006/relationships/customXml" Target="../ink/ink23.xml"/><Relationship Id="rId66" Type="http://schemas.openxmlformats.org/officeDocument/2006/relationships/image" Target="../media/image32.png"/><Relationship Id="rId87" Type="http://schemas.openxmlformats.org/officeDocument/2006/relationships/customXml" Target="../ink/ink44.xml"/><Relationship Id="rId110" Type="http://schemas.openxmlformats.org/officeDocument/2006/relationships/image" Target="../media/image54.png"/><Relationship Id="rId61" Type="http://schemas.openxmlformats.org/officeDocument/2006/relationships/customXml" Target="../ink/ink31.xml"/><Relationship Id="rId82" Type="http://schemas.openxmlformats.org/officeDocument/2006/relationships/image" Target="../media/image4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customXml" Target="../ink/ink18.xml"/><Relationship Id="rId56" Type="http://schemas.openxmlformats.org/officeDocument/2006/relationships/image" Target="../media/image27.png"/><Relationship Id="rId77" Type="http://schemas.openxmlformats.org/officeDocument/2006/relationships/customXml" Target="../ink/ink39.xml"/><Relationship Id="rId100" Type="http://schemas.openxmlformats.org/officeDocument/2006/relationships/image" Target="../media/image49.png"/><Relationship Id="rId105" Type="http://schemas.openxmlformats.org/officeDocument/2006/relationships/customXml" Target="../ink/ink53.xml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72" Type="http://schemas.openxmlformats.org/officeDocument/2006/relationships/image" Target="../media/image35.png"/><Relationship Id="rId93" Type="http://schemas.openxmlformats.org/officeDocument/2006/relationships/customXml" Target="../ink/ink47.xml"/><Relationship Id="rId98" Type="http://schemas.openxmlformats.org/officeDocument/2006/relationships/image" Target="../media/image48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image" Target="../media/image22.png"/><Relationship Id="rId67" Type="http://schemas.openxmlformats.org/officeDocument/2006/relationships/customXml" Target="../ink/ink34.xml"/><Relationship Id="rId20" Type="http://schemas.openxmlformats.org/officeDocument/2006/relationships/customXml" Target="../ink/ink10.xml"/><Relationship Id="rId41" Type="http://schemas.openxmlformats.org/officeDocument/2006/relationships/customXml" Target="../ink/ink21.xml"/><Relationship Id="rId62" Type="http://schemas.openxmlformats.org/officeDocument/2006/relationships/image" Target="../media/image30.png"/><Relationship Id="rId83" Type="http://schemas.openxmlformats.org/officeDocument/2006/relationships/customXml" Target="../ink/ink42.xml"/><Relationship Id="rId88" Type="http://schemas.openxmlformats.org/officeDocument/2006/relationships/image" Target="../media/image43.png"/><Relationship Id="rId111" Type="http://schemas.openxmlformats.org/officeDocument/2006/relationships/customXml" Target="../ink/ink56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0.xml"/><Relationship Id="rId21" Type="http://schemas.openxmlformats.org/officeDocument/2006/relationships/image" Target="../media/image66.png"/><Relationship Id="rId42" Type="http://schemas.openxmlformats.org/officeDocument/2006/relationships/customXml" Target="../ink/ink78.xml"/><Relationship Id="rId47" Type="http://schemas.openxmlformats.org/officeDocument/2006/relationships/image" Target="../media/image79.png"/><Relationship Id="rId63" Type="http://schemas.openxmlformats.org/officeDocument/2006/relationships/image" Target="../media/image87.png"/><Relationship Id="rId68" Type="http://schemas.openxmlformats.org/officeDocument/2006/relationships/customXml" Target="../ink/ink91.xml"/><Relationship Id="rId84" Type="http://schemas.openxmlformats.org/officeDocument/2006/relationships/customXml" Target="../ink/ink99.xml"/><Relationship Id="rId89" Type="http://schemas.openxmlformats.org/officeDocument/2006/relationships/image" Target="../media/image100.png"/><Relationship Id="rId16" Type="http://schemas.openxmlformats.org/officeDocument/2006/relationships/customXml" Target="../ink/ink65.xml"/><Relationship Id="rId11" Type="http://schemas.openxmlformats.org/officeDocument/2006/relationships/image" Target="../media/image61.png"/><Relationship Id="rId32" Type="http://schemas.openxmlformats.org/officeDocument/2006/relationships/customXml" Target="../ink/ink73.xml"/><Relationship Id="rId37" Type="http://schemas.openxmlformats.org/officeDocument/2006/relationships/image" Target="../media/image74.png"/><Relationship Id="rId53" Type="http://schemas.openxmlformats.org/officeDocument/2006/relationships/image" Target="../media/image82.png"/><Relationship Id="rId58" Type="http://schemas.openxmlformats.org/officeDocument/2006/relationships/customXml" Target="../ink/ink86.xml"/><Relationship Id="rId74" Type="http://schemas.openxmlformats.org/officeDocument/2006/relationships/customXml" Target="../ink/ink94.xml"/><Relationship Id="rId79" Type="http://schemas.openxmlformats.org/officeDocument/2006/relationships/image" Target="../media/image95.png"/><Relationship Id="rId5" Type="http://schemas.openxmlformats.org/officeDocument/2006/relationships/image" Target="../media/image58.png"/><Relationship Id="rId90" Type="http://schemas.openxmlformats.org/officeDocument/2006/relationships/customXml" Target="../ink/ink102.xml"/><Relationship Id="rId14" Type="http://schemas.openxmlformats.org/officeDocument/2006/relationships/customXml" Target="../ink/ink64.xml"/><Relationship Id="rId22" Type="http://schemas.openxmlformats.org/officeDocument/2006/relationships/customXml" Target="../ink/ink68.xml"/><Relationship Id="rId27" Type="http://schemas.openxmlformats.org/officeDocument/2006/relationships/image" Target="../media/image69.png"/><Relationship Id="rId30" Type="http://schemas.openxmlformats.org/officeDocument/2006/relationships/customXml" Target="../ink/ink72.xml"/><Relationship Id="rId35" Type="http://schemas.openxmlformats.org/officeDocument/2006/relationships/image" Target="../media/image73.png"/><Relationship Id="rId43" Type="http://schemas.openxmlformats.org/officeDocument/2006/relationships/image" Target="../media/image77.png"/><Relationship Id="rId48" Type="http://schemas.openxmlformats.org/officeDocument/2006/relationships/customXml" Target="../ink/ink81.xml"/><Relationship Id="rId56" Type="http://schemas.openxmlformats.org/officeDocument/2006/relationships/customXml" Target="../ink/ink85.xml"/><Relationship Id="rId64" Type="http://schemas.openxmlformats.org/officeDocument/2006/relationships/customXml" Target="../ink/ink89.xml"/><Relationship Id="rId69" Type="http://schemas.openxmlformats.org/officeDocument/2006/relationships/image" Target="../media/image90.png"/><Relationship Id="rId77" Type="http://schemas.openxmlformats.org/officeDocument/2006/relationships/image" Target="../media/image94.png"/><Relationship Id="rId8" Type="http://schemas.openxmlformats.org/officeDocument/2006/relationships/customXml" Target="../ink/ink61.xml"/><Relationship Id="rId51" Type="http://schemas.openxmlformats.org/officeDocument/2006/relationships/image" Target="../media/image81.png"/><Relationship Id="rId72" Type="http://schemas.openxmlformats.org/officeDocument/2006/relationships/customXml" Target="../ink/ink93.xml"/><Relationship Id="rId80" Type="http://schemas.openxmlformats.org/officeDocument/2006/relationships/customXml" Target="../ink/ink97.xml"/><Relationship Id="rId85" Type="http://schemas.openxmlformats.org/officeDocument/2006/relationships/image" Target="../media/image98.png"/><Relationship Id="rId3" Type="http://schemas.openxmlformats.org/officeDocument/2006/relationships/image" Target="../media/image57.png"/><Relationship Id="rId12" Type="http://schemas.openxmlformats.org/officeDocument/2006/relationships/customXml" Target="../ink/ink63.xml"/><Relationship Id="rId17" Type="http://schemas.openxmlformats.org/officeDocument/2006/relationships/image" Target="../media/image64.png"/><Relationship Id="rId25" Type="http://schemas.openxmlformats.org/officeDocument/2006/relationships/image" Target="../media/image68.png"/><Relationship Id="rId33" Type="http://schemas.openxmlformats.org/officeDocument/2006/relationships/image" Target="../media/image72.png"/><Relationship Id="rId38" Type="http://schemas.openxmlformats.org/officeDocument/2006/relationships/customXml" Target="../ink/ink76.xml"/><Relationship Id="rId46" Type="http://schemas.openxmlformats.org/officeDocument/2006/relationships/customXml" Target="../ink/ink80.xml"/><Relationship Id="rId59" Type="http://schemas.openxmlformats.org/officeDocument/2006/relationships/image" Target="../media/image85.png"/><Relationship Id="rId67" Type="http://schemas.openxmlformats.org/officeDocument/2006/relationships/image" Target="../media/image89.png"/><Relationship Id="rId20" Type="http://schemas.openxmlformats.org/officeDocument/2006/relationships/customXml" Target="../ink/ink67.xml"/><Relationship Id="rId41" Type="http://schemas.openxmlformats.org/officeDocument/2006/relationships/image" Target="../media/image76.png"/><Relationship Id="rId54" Type="http://schemas.openxmlformats.org/officeDocument/2006/relationships/customXml" Target="../ink/ink84.xml"/><Relationship Id="rId62" Type="http://schemas.openxmlformats.org/officeDocument/2006/relationships/customXml" Target="../ink/ink88.xml"/><Relationship Id="rId70" Type="http://schemas.openxmlformats.org/officeDocument/2006/relationships/customXml" Target="../ink/ink92.xml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88" Type="http://schemas.openxmlformats.org/officeDocument/2006/relationships/customXml" Target="../ink/ink101.xml"/><Relationship Id="rId91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0.xml"/><Relationship Id="rId15" Type="http://schemas.openxmlformats.org/officeDocument/2006/relationships/image" Target="../media/image63.png"/><Relationship Id="rId23" Type="http://schemas.openxmlformats.org/officeDocument/2006/relationships/image" Target="../media/image67.png"/><Relationship Id="rId28" Type="http://schemas.openxmlformats.org/officeDocument/2006/relationships/customXml" Target="../ink/ink71.xml"/><Relationship Id="rId36" Type="http://schemas.openxmlformats.org/officeDocument/2006/relationships/customXml" Target="../ink/ink75.xml"/><Relationship Id="rId49" Type="http://schemas.openxmlformats.org/officeDocument/2006/relationships/image" Target="../media/image80.png"/><Relationship Id="rId57" Type="http://schemas.openxmlformats.org/officeDocument/2006/relationships/image" Target="../media/image84.png"/><Relationship Id="rId10" Type="http://schemas.openxmlformats.org/officeDocument/2006/relationships/customXml" Target="../ink/ink62.xml"/><Relationship Id="rId31" Type="http://schemas.openxmlformats.org/officeDocument/2006/relationships/image" Target="../media/image71.png"/><Relationship Id="rId44" Type="http://schemas.openxmlformats.org/officeDocument/2006/relationships/customXml" Target="../ink/ink79.xml"/><Relationship Id="rId52" Type="http://schemas.openxmlformats.org/officeDocument/2006/relationships/customXml" Target="../ink/ink83.xml"/><Relationship Id="rId60" Type="http://schemas.openxmlformats.org/officeDocument/2006/relationships/customXml" Target="../ink/ink87.xml"/><Relationship Id="rId65" Type="http://schemas.openxmlformats.org/officeDocument/2006/relationships/image" Target="../media/image88.png"/><Relationship Id="rId73" Type="http://schemas.openxmlformats.org/officeDocument/2006/relationships/image" Target="../media/image92.png"/><Relationship Id="rId78" Type="http://schemas.openxmlformats.org/officeDocument/2006/relationships/customXml" Target="../ink/ink96.xml"/><Relationship Id="rId81" Type="http://schemas.openxmlformats.org/officeDocument/2006/relationships/image" Target="../media/image96.png"/><Relationship Id="rId86" Type="http://schemas.openxmlformats.org/officeDocument/2006/relationships/customXml" Target="../ink/ink100.xml"/><Relationship Id="rId4" Type="http://schemas.openxmlformats.org/officeDocument/2006/relationships/customXml" Target="../ink/ink59.xml"/><Relationship Id="rId9" Type="http://schemas.openxmlformats.org/officeDocument/2006/relationships/image" Target="../media/image60.png"/><Relationship Id="rId13" Type="http://schemas.openxmlformats.org/officeDocument/2006/relationships/image" Target="../media/image62.png"/><Relationship Id="rId18" Type="http://schemas.openxmlformats.org/officeDocument/2006/relationships/customXml" Target="../ink/ink66.xml"/><Relationship Id="rId39" Type="http://schemas.openxmlformats.org/officeDocument/2006/relationships/image" Target="../media/image75.png"/><Relationship Id="rId34" Type="http://schemas.openxmlformats.org/officeDocument/2006/relationships/customXml" Target="../ink/ink74.xml"/><Relationship Id="rId50" Type="http://schemas.openxmlformats.org/officeDocument/2006/relationships/customXml" Target="../ink/ink82.xml"/><Relationship Id="rId55" Type="http://schemas.openxmlformats.org/officeDocument/2006/relationships/image" Target="../media/image83.png"/><Relationship Id="rId76" Type="http://schemas.openxmlformats.org/officeDocument/2006/relationships/customXml" Target="../ink/ink95.xml"/><Relationship Id="rId7" Type="http://schemas.openxmlformats.org/officeDocument/2006/relationships/image" Target="../media/image59.png"/><Relationship Id="rId71" Type="http://schemas.openxmlformats.org/officeDocument/2006/relationships/image" Target="../media/image91.png"/><Relationship Id="rId2" Type="http://schemas.openxmlformats.org/officeDocument/2006/relationships/customXml" Target="../ink/ink58.xml"/><Relationship Id="rId29" Type="http://schemas.openxmlformats.org/officeDocument/2006/relationships/image" Target="../media/image70.png"/><Relationship Id="rId24" Type="http://schemas.openxmlformats.org/officeDocument/2006/relationships/customXml" Target="../ink/ink69.xml"/><Relationship Id="rId40" Type="http://schemas.openxmlformats.org/officeDocument/2006/relationships/customXml" Target="../ink/ink77.xml"/><Relationship Id="rId45" Type="http://schemas.openxmlformats.org/officeDocument/2006/relationships/image" Target="../media/image78.png"/><Relationship Id="rId66" Type="http://schemas.openxmlformats.org/officeDocument/2006/relationships/customXml" Target="../ink/ink90.xml"/><Relationship Id="rId87" Type="http://schemas.openxmlformats.org/officeDocument/2006/relationships/image" Target="../media/image99.png"/><Relationship Id="rId61" Type="http://schemas.openxmlformats.org/officeDocument/2006/relationships/image" Target="../media/image86.png"/><Relationship Id="rId82" Type="http://schemas.openxmlformats.org/officeDocument/2006/relationships/customXml" Target="../ink/ink98.xml"/><Relationship Id="rId19" Type="http://schemas.openxmlformats.org/officeDocument/2006/relationships/image" Target="../media/image65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5.xml"/><Relationship Id="rId21" Type="http://schemas.openxmlformats.org/officeDocument/2006/relationships/image" Target="../media/image111.png"/><Relationship Id="rId42" Type="http://schemas.openxmlformats.org/officeDocument/2006/relationships/customXml" Target="../ink/ink123.xml"/><Relationship Id="rId47" Type="http://schemas.openxmlformats.org/officeDocument/2006/relationships/image" Target="../media/image124.png"/><Relationship Id="rId63" Type="http://schemas.openxmlformats.org/officeDocument/2006/relationships/image" Target="../media/image132.png"/><Relationship Id="rId68" Type="http://schemas.openxmlformats.org/officeDocument/2006/relationships/customXml" Target="../ink/ink136.xml"/><Relationship Id="rId84" Type="http://schemas.openxmlformats.org/officeDocument/2006/relationships/customXml" Target="../ink/ink144.xml"/><Relationship Id="rId16" Type="http://schemas.openxmlformats.org/officeDocument/2006/relationships/customXml" Target="../ink/ink110.xml"/><Relationship Id="rId11" Type="http://schemas.openxmlformats.org/officeDocument/2006/relationships/image" Target="../media/image106.png"/><Relationship Id="rId32" Type="http://schemas.openxmlformats.org/officeDocument/2006/relationships/customXml" Target="../ink/ink118.xml"/><Relationship Id="rId37" Type="http://schemas.openxmlformats.org/officeDocument/2006/relationships/image" Target="../media/image119.png"/><Relationship Id="rId53" Type="http://schemas.openxmlformats.org/officeDocument/2006/relationships/image" Target="../media/image127.png"/><Relationship Id="rId58" Type="http://schemas.openxmlformats.org/officeDocument/2006/relationships/customXml" Target="../ink/ink131.xml"/><Relationship Id="rId74" Type="http://schemas.openxmlformats.org/officeDocument/2006/relationships/customXml" Target="../ink/ink139.xml"/><Relationship Id="rId79" Type="http://schemas.openxmlformats.org/officeDocument/2006/relationships/image" Target="../media/image140.png"/><Relationship Id="rId5" Type="http://schemas.openxmlformats.org/officeDocument/2006/relationships/image" Target="../media/image103.png"/><Relationship Id="rId19" Type="http://schemas.openxmlformats.org/officeDocument/2006/relationships/image" Target="../media/image110.png"/><Relationship Id="rId14" Type="http://schemas.openxmlformats.org/officeDocument/2006/relationships/customXml" Target="../ink/ink109.xml"/><Relationship Id="rId22" Type="http://schemas.openxmlformats.org/officeDocument/2006/relationships/customXml" Target="../ink/ink113.xml"/><Relationship Id="rId27" Type="http://schemas.openxmlformats.org/officeDocument/2006/relationships/image" Target="../media/image114.png"/><Relationship Id="rId30" Type="http://schemas.openxmlformats.org/officeDocument/2006/relationships/customXml" Target="../ink/ink117.xml"/><Relationship Id="rId35" Type="http://schemas.openxmlformats.org/officeDocument/2006/relationships/image" Target="../media/image118.png"/><Relationship Id="rId43" Type="http://schemas.openxmlformats.org/officeDocument/2006/relationships/image" Target="../media/image122.png"/><Relationship Id="rId48" Type="http://schemas.openxmlformats.org/officeDocument/2006/relationships/customXml" Target="../ink/ink126.xml"/><Relationship Id="rId56" Type="http://schemas.openxmlformats.org/officeDocument/2006/relationships/customXml" Target="../ink/ink130.xml"/><Relationship Id="rId64" Type="http://schemas.openxmlformats.org/officeDocument/2006/relationships/customXml" Target="../ink/ink134.xml"/><Relationship Id="rId69" Type="http://schemas.openxmlformats.org/officeDocument/2006/relationships/image" Target="../media/image135.png"/><Relationship Id="rId77" Type="http://schemas.openxmlformats.org/officeDocument/2006/relationships/image" Target="../media/image139.png"/><Relationship Id="rId8" Type="http://schemas.openxmlformats.org/officeDocument/2006/relationships/customXml" Target="../ink/ink106.xml"/><Relationship Id="rId51" Type="http://schemas.openxmlformats.org/officeDocument/2006/relationships/image" Target="../media/image126.png"/><Relationship Id="rId72" Type="http://schemas.openxmlformats.org/officeDocument/2006/relationships/customXml" Target="../ink/ink138.xml"/><Relationship Id="rId80" Type="http://schemas.openxmlformats.org/officeDocument/2006/relationships/customXml" Target="../ink/ink142.xml"/><Relationship Id="rId85" Type="http://schemas.openxmlformats.org/officeDocument/2006/relationships/image" Target="../media/image143.png"/><Relationship Id="rId3" Type="http://schemas.openxmlformats.org/officeDocument/2006/relationships/image" Target="../media/image102.png"/><Relationship Id="rId12" Type="http://schemas.openxmlformats.org/officeDocument/2006/relationships/customXml" Target="../ink/ink108.xml"/><Relationship Id="rId17" Type="http://schemas.openxmlformats.org/officeDocument/2006/relationships/image" Target="../media/image109.png"/><Relationship Id="rId25" Type="http://schemas.openxmlformats.org/officeDocument/2006/relationships/image" Target="../media/image113.png"/><Relationship Id="rId33" Type="http://schemas.openxmlformats.org/officeDocument/2006/relationships/image" Target="../media/image117.png"/><Relationship Id="rId38" Type="http://schemas.openxmlformats.org/officeDocument/2006/relationships/customXml" Target="../ink/ink121.xml"/><Relationship Id="rId46" Type="http://schemas.openxmlformats.org/officeDocument/2006/relationships/customXml" Target="../ink/ink125.xml"/><Relationship Id="rId59" Type="http://schemas.openxmlformats.org/officeDocument/2006/relationships/image" Target="../media/image130.png"/><Relationship Id="rId67" Type="http://schemas.openxmlformats.org/officeDocument/2006/relationships/image" Target="../media/image134.png"/><Relationship Id="rId20" Type="http://schemas.openxmlformats.org/officeDocument/2006/relationships/customXml" Target="../ink/ink112.xml"/><Relationship Id="rId41" Type="http://schemas.openxmlformats.org/officeDocument/2006/relationships/image" Target="../media/image121.png"/><Relationship Id="rId54" Type="http://schemas.openxmlformats.org/officeDocument/2006/relationships/customXml" Target="../ink/ink129.xml"/><Relationship Id="rId62" Type="http://schemas.openxmlformats.org/officeDocument/2006/relationships/customXml" Target="../ink/ink133.xml"/><Relationship Id="rId70" Type="http://schemas.openxmlformats.org/officeDocument/2006/relationships/customXml" Target="../ink/ink137.xml"/><Relationship Id="rId75" Type="http://schemas.openxmlformats.org/officeDocument/2006/relationships/image" Target="../media/image138.png"/><Relationship Id="rId83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5.xml"/><Relationship Id="rId15" Type="http://schemas.openxmlformats.org/officeDocument/2006/relationships/image" Target="../media/image108.png"/><Relationship Id="rId23" Type="http://schemas.openxmlformats.org/officeDocument/2006/relationships/image" Target="../media/image112.png"/><Relationship Id="rId28" Type="http://schemas.openxmlformats.org/officeDocument/2006/relationships/customXml" Target="../ink/ink116.xml"/><Relationship Id="rId36" Type="http://schemas.openxmlformats.org/officeDocument/2006/relationships/customXml" Target="../ink/ink120.xml"/><Relationship Id="rId49" Type="http://schemas.openxmlformats.org/officeDocument/2006/relationships/image" Target="../media/image125.png"/><Relationship Id="rId57" Type="http://schemas.openxmlformats.org/officeDocument/2006/relationships/image" Target="../media/image129.png"/><Relationship Id="rId10" Type="http://schemas.openxmlformats.org/officeDocument/2006/relationships/customXml" Target="../ink/ink107.xml"/><Relationship Id="rId31" Type="http://schemas.openxmlformats.org/officeDocument/2006/relationships/image" Target="../media/image116.png"/><Relationship Id="rId44" Type="http://schemas.openxmlformats.org/officeDocument/2006/relationships/customXml" Target="../ink/ink124.xml"/><Relationship Id="rId52" Type="http://schemas.openxmlformats.org/officeDocument/2006/relationships/customXml" Target="../ink/ink128.xml"/><Relationship Id="rId60" Type="http://schemas.openxmlformats.org/officeDocument/2006/relationships/customXml" Target="../ink/ink132.xml"/><Relationship Id="rId65" Type="http://schemas.openxmlformats.org/officeDocument/2006/relationships/image" Target="../media/image133.png"/><Relationship Id="rId73" Type="http://schemas.openxmlformats.org/officeDocument/2006/relationships/image" Target="../media/image137.png"/><Relationship Id="rId78" Type="http://schemas.openxmlformats.org/officeDocument/2006/relationships/customXml" Target="../ink/ink141.xml"/><Relationship Id="rId81" Type="http://schemas.openxmlformats.org/officeDocument/2006/relationships/image" Target="../media/image141.png"/><Relationship Id="rId4" Type="http://schemas.openxmlformats.org/officeDocument/2006/relationships/customXml" Target="../ink/ink104.xml"/><Relationship Id="rId9" Type="http://schemas.openxmlformats.org/officeDocument/2006/relationships/image" Target="../media/image105.png"/><Relationship Id="rId13" Type="http://schemas.openxmlformats.org/officeDocument/2006/relationships/image" Target="../media/image107.png"/><Relationship Id="rId18" Type="http://schemas.openxmlformats.org/officeDocument/2006/relationships/customXml" Target="../ink/ink111.xml"/><Relationship Id="rId39" Type="http://schemas.openxmlformats.org/officeDocument/2006/relationships/image" Target="../media/image120.png"/><Relationship Id="rId34" Type="http://schemas.openxmlformats.org/officeDocument/2006/relationships/customXml" Target="../ink/ink119.xml"/><Relationship Id="rId50" Type="http://schemas.openxmlformats.org/officeDocument/2006/relationships/customXml" Target="../ink/ink127.xml"/><Relationship Id="rId55" Type="http://schemas.openxmlformats.org/officeDocument/2006/relationships/image" Target="../media/image128.png"/><Relationship Id="rId76" Type="http://schemas.openxmlformats.org/officeDocument/2006/relationships/customXml" Target="../ink/ink140.xml"/><Relationship Id="rId7" Type="http://schemas.openxmlformats.org/officeDocument/2006/relationships/image" Target="../media/image104.png"/><Relationship Id="rId71" Type="http://schemas.openxmlformats.org/officeDocument/2006/relationships/image" Target="../media/image136.png"/><Relationship Id="rId2" Type="http://schemas.openxmlformats.org/officeDocument/2006/relationships/customXml" Target="../ink/ink103.xml"/><Relationship Id="rId29" Type="http://schemas.openxmlformats.org/officeDocument/2006/relationships/image" Target="../media/image115.png"/><Relationship Id="rId24" Type="http://schemas.openxmlformats.org/officeDocument/2006/relationships/customXml" Target="../ink/ink114.xml"/><Relationship Id="rId40" Type="http://schemas.openxmlformats.org/officeDocument/2006/relationships/customXml" Target="../ink/ink122.xml"/><Relationship Id="rId45" Type="http://schemas.openxmlformats.org/officeDocument/2006/relationships/image" Target="../media/image123.png"/><Relationship Id="rId66" Type="http://schemas.openxmlformats.org/officeDocument/2006/relationships/customXml" Target="../ink/ink135.xml"/><Relationship Id="rId61" Type="http://schemas.openxmlformats.org/officeDocument/2006/relationships/image" Target="../media/image131.png"/><Relationship Id="rId82" Type="http://schemas.openxmlformats.org/officeDocument/2006/relationships/customXml" Target="../ink/ink143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png"/><Relationship Id="rId18" Type="http://schemas.openxmlformats.org/officeDocument/2006/relationships/customXml" Target="../ink/ink153.xml"/><Relationship Id="rId26" Type="http://schemas.openxmlformats.org/officeDocument/2006/relationships/customXml" Target="../ink/ink157.xml"/><Relationship Id="rId39" Type="http://schemas.openxmlformats.org/officeDocument/2006/relationships/image" Target="../media/image162.png"/><Relationship Id="rId21" Type="http://schemas.openxmlformats.org/officeDocument/2006/relationships/image" Target="../media/image153.png"/><Relationship Id="rId34" Type="http://schemas.openxmlformats.org/officeDocument/2006/relationships/customXml" Target="../ink/ink161.xml"/><Relationship Id="rId42" Type="http://schemas.openxmlformats.org/officeDocument/2006/relationships/customXml" Target="../ink/ink165.xml"/><Relationship Id="rId47" Type="http://schemas.openxmlformats.org/officeDocument/2006/relationships/image" Target="../media/image166.png"/><Relationship Id="rId50" Type="http://schemas.openxmlformats.org/officeDocument/2006/relationships/customXml" Target="../ink/ink169.xml"/><Relationship Id="rId7" Type="http://schemas.openxmlformats.org/officeDocument/2006/relationships/image" Target="../media/image146.png"/><Relationship Id="rId2" Type="http://schemas.openxmlformats.org/officeDocument/2006/relationships/customXml" Target="../ink/ink145.xml"/><Relationship Id="rId16" Type="http://schemas.openxmlformats.org/officeDocument/2006/relationships/customXml" Target="../ink/ink152.xml"/><Relationship Id="rId29" Type="http://schemas.openxmlformats.org/officeDocument/2006/relationships/image" Target="../media/image157.png"/><Relationship Id="rId11" Type="http://schemas.openxmlformats.org/officeDocument/2006/relationships/image" Target="../media/image148.png"/><Relationship Id="rId24" Type="http://schemas.openxmlformats.org/officeDocument/2006/relationships/customXml" Target="../ink/ink156.xml"/><Relationship Id="rId32" Type="http://schemas.openxmlformats.org/officeDocument/2006/relationships/customXml" Target="../ink/ink160.xml"/><Relationship Id="rId37" Type="http://schemas.openxmlformats.org/officeDocument/2006/relationships/image" Target="../media/image161.png"/><Relationship Id="rId40" Type="http://schemas.openxmlformats.org/officeDocument/2006/relationships/customXml" Target="../ink/ink164.xml"/><Relationship Id="rId45" Type="http://schemas.openxmlformats.org/officeDocument/2006/relationships/image" Target="../media/image165.png"/><Relationship Id="rId53" Type="http://schemas.openxmlformats.org/officeDocument/2006/relationships/image" Target="../media/image169.png"/><Relationship Id="rId5" Type="http://schemas.openxmlformats.org/officeDocument/2006/relationships/image" Target="../media/image145.png"/><Relationship Id="rId10" Type="http://schemas.openxmlformats.org/officeDocument/2006/relationships/customXml" Target="../ink/ink149.xml"/><Relationship Id="rId19" Type="http://schemas.openxmlformats.org/officeDocument/2006/relationships/image" Target="../media/image152.png"/><Relationship Id="rId31" Type="http://schemas.openxmlformats.org/officeDocument/2006/relationships/image" Target="../media/image158.png"/><Relationship Id="rId44" Type="http://schemas.openxmlformats.org/officeDocument/2006/relationships/customXml" Target="../ink/ink166.xml"/><Relationship Id="rId52" Type="http://schemas.openxmlformats.org/officeDocument/2006/relationships/customXml" Target="../ink/ink170.xml"/><Relationship Id="rId4" Type="http://schemas.openxmlformats.org/officeDocument/2006/relationships/customXml" Target="../ink/ink146.xml"/><Relationship Id="rId9" Type="http://schemas.openxmlformats.org/officeDocument/2006/relationships/image" Target="../media/image147.png"/><Relationship Id="rId14" Type="http://schemas.openxmlformats.org/officeDocument/2006/relationships/customXml" Target="../ink/ink151.xml"/><Relationship Id="rId22" Type="http://schemas.openxmlformats.org/officeDocument/2006/relationships/customXml" Target="../ink/ink155.xml"/><Relationship Id="rId27" Type="http://schemas.openxmlformats.org/officeDocument/2006/relationships/image" Target="../media/image156.png"/><Relationship Id="rId30" Type="http://schemas.openxmlformats.org/officeDocument/2006/relationships/customXml" Target="../ink/ink159.xml"/><Relationship Id="rId35" Type="http://schemas.openxmlformats.org/officeDocument/2006/relationships/image" Target="../media/image160.png"/><Relationship Id="rId43" Type="http://schemas.openxmlformats.org/officeDocument/2006/relationships/image" Target="../media/image164.png"/><Relationship Id="rId48" Type="http://schemas.openxmlformats.org/officeDocument/2006/relationships/customXml" Target="../ink/ink168.xml"/><Relationship Id="rId8" Type="http://schemas.openxmlformats.org/officeDocument/2006/relationships/customXml" Target="../ink/ink148.xml"/><Relationship Id="rId51" Type="http://schemas.openxmlformats.org/officeDocument/2006/relationships/image" Target="../media/image168.png"/><Relationship Id="rId3" Type="http://schemas.openxmlformats.org/officeDocument/2006/relationships/image" Target="../media/image144.png"/><Relationship Id="rId12" Type="http://schemas.openxmlformats.org/officeDocument/2006/relationships/customXml" Target="../ink/ink150.xml"/><Relationship Id="rId17" Type="http://schemas.openxmlformats.org/officeDocument/2006/relationships/image" Target="../media/image151.png"/><Relationship Id="rId25" Type="http://schemas.openxmlformats.org/officeDocument/2006/relationships/image" Target="../media/image155.png"/><Relationship Id="rId33" Type="http://schemas.openxmlformats.org/officeDocument/2006/relationships/image" Target="../media/image159.png"/><Relationship Id="rId38" Type="http://schemas.openxmlformats.org/officeDocument/2006/relationships/customXml" Target="../ink/ink163.xml"/><Relationship Id="rId46" Type="http://schemas.openxmlformats.org/officeDocument/2006/relationships/customXml" Target="../ink/ink167.xml"/><Relationship Id="rId20" Type="http://schemas.openxmlformats.org/officeDocument/2006/relationships/customXml" Target="../ink/ink154.xml"/><Relationship Id="rId41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7.xml"/><Relationship Id="rId15" Type="http://schemas.openxmlformats.org/officeDocument/2006/relationships/image" Target="../media/image150.png"/><Relationship Id="rId23" Type="http://schemas.openxmlformats.org/officeDocument/2006/relationships/image" Target="../media/image154.png"/><Relationship Id="rId28" Type="http://schemas.openxmlformats.org/officeDocument/2006/relationships/customXml" Target="../ink/ink158.xml"/><Relationship Id="rId36" Type="http://schemas.openxmlformats.org/officeDocument/2006/relationships/customXml" Target="../ink/ink162.xml"/><Relationship Id="rId49" Type="http://schemas.openxmlformats.org/officeDocument/2006/relationships/image" Target="../media/image16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11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09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65A867-5A15-1A1D-2B0B-A0464FEAE8B2}"/>
                  </a:ext>
                </a:extLst>
              </p14:cNvPr>
              <p14:cNvContentPartPr/>
              <p14:nvPr/>
            </p14:nvContentPartPr>
            <p14:xfrm>
              <a:off x="2286475" y="1077500"/>
              <a:ext cx="619200" cy="1213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65A867-5A15-1A1D-2B0B-A0464FEAE8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2155" y="1073180"/>
                <a:ext cx="627840" cy="12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A6CD126-5471-1A20-B357-CBF233DF6449}"/>
                  </a:ext>
                </a:extLst>
              </p14:cNvPr>
              <p14:cNvContentPartPr/>
              <p14:nvPr/>
            </p14:nvContentPartPr>
            <p14:xfrm>
              <a:off x="8888515" y="2986940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A6CD126-5471-1A20-B357-CBF233DF64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82395" y="298082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0B9F9FF1-9BB7-2B00-1FC5-58D1B81FD1C6}"/>
              </a:ext>
            </a:extLst>
          </p:cNvPr>
          <p:cNvGrpSpPr/>
          <p:nvPr/>
        </p:nvGrpSpPr>
        <p:grpSpPr>
          <a:xfrm>
            <a:off x="2393755" y="110180"/>
            <a:ext cx="8206200" cy="2672280"/>
            <a:chOff x="2393755" y="110180"/>
            <a:chExt cx="8206200" cy="267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E73E633-A54F-9506-9AE4-430D29FE07AC}"/>
                    </a:ext>
                  </a:extLst>
                </p14:cNvPr>
                <p14:cNvContentPartPr/>
                <p14:nvPr/>
              </p14:nvContentPartPr>
              <p14:xfrm>
                <a:off x="2393755" y="257420"/>
                <a:ext cx="601560" cy="1693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E73E633-A54F-9506-9AE4-430D29FE07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87635" y="251300"/>
                  <a:ext cx="613800" cy="17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AB82835-4DFA-EAA6-B7B2-C28BC6504E50}"/>
                    </a:ext>
                  </a:extLst>
                </p14:cNvPr>
                <p14:cNvContentPartPr/>
                <p14:nvPr/>
              </p14:nvContentPartPr>
              <p14:xfrm>
                <a:off x="9549475" y="257060"/>
                <a:ext cx="856080" cy="1632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AB82835-4DFA-EAA6-B7B2-C28BC6504E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543355" y="250940"/>
                  <a:ext cx="868320" cy="16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06E7671-391B-E46E-CCA9-5C09AB420E67}"/>
                    </a:ext>
                  </a:extLst>
                </p14:cNvPr>
                <p14:cNvContentPartPr/>
                <p14:nvPr/>
              </p14:nvContentPartPr>
              <p14:xfrm>
                <a:off x="3217795" y="788420"/>
                <a:ext cx="12240" cy="294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06E7671-391B-E46E-CCA9-5C09AB420E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11675" y="782300"/>
                  <a:ext cx="244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DBE0B4D-8F8D-7496-3BED-D83BB5D06E59}"/>
                    </a:ext>
                  </a:extLst>
                </p14:cNvPr>
                <p14:cNvContentPartPr/>
                <p14:nvPr/>
              </p14:nvContentPartPr>
              <p14:xfrm>
                <a:off x="3405715" y="1076060"/>
                <a:ext cx="127080" cy="211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DBE0B4D-8F8D-7496-3BED-D83BB5D06E5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99595" y="1069940"/>
                  <a:ext cx="139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62F59E8-D581-94ED-4151-8B097ECEB6FC}"/>
                    </a:ext>
                  </a:extLst>
                </p14:cNvPr>
                <p14:cNvContentPartPr/>
                <p14:nvPr/>
              </p14:nvContentPartPr>
              <p14:xfrm>
                <a:off x="4007635" y="692300"/>
                <a:ext cx="407880" cy="449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62F59E8-D581-94ED-4151-8B097ECEB6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01515" y="686180"/>
                  <a:ext cx="42012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8E5B8C8-6F1F-80D8-E785-3E1DC5E0D0DA}"/>
                    </a:ext>
                  </a:extLst>
                </p14:cNvPr>
                <p14:cNvContentPartPr/>
                <p14:nvPr/>
              </p14:nvContentPartPr>
              <p14:xfrm>
                <a:off x="4603075" y="875180"/>
                <a:ext cx="71640" cy="53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8E5B8C8-6F1F-80D8-E785-3E1DC5E0D0D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96955" y="869060"/>
                  <a:ext cx="83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4DBA2E3-64EA-5856-2589-E57F3E3BCCC8}"/>
                    </a:ext>
                  </a:extLst>
                </p14:cNvPr>
                <p14:cNvContentPartPr/>
                <p14:nvPr/>
              </p14:nvContentPartPr>
              <p14:xfrm>
                <a:off x="4913755" y="555140"/>
                <a:ext cx="47880" cy="363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4DBA2E3-64EA-5856-2589-E57F3E3BCC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07635" y="549020"/>
                  <a:ext cx="601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9BD2768-51C5-F409-5DCF-9EEFBBCFD680}"/>
                    </a:ext>
                  </a:extLst>
                </p14:cNvPr>
                <p14:cNvContentPartPr/>
                <p14:nvPr/>
              </p14:nvContentPartPr>
              <p14:xfrm>
                <a:off x="4997635" y="317540"/>
                <a:ext cx="242640" cy="73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9BD2768-51C5-F409-5DCF-9EEFBBCFD6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91515" y="311420"/>
                  <a:ext cx="254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F301FCA-CA7F-3DD4-A9A1-AD86AF29A09B}"/>
                    </a:ext>
                  </a:extLst>
                </p14:cNvPr>
                <p14:cNvContentPartPr/>
                <p14:nvPr/>
              </p14:nvContentPartPr>
              <p14:xfrm>
                <a:off x="5362675" y="912260"/>
                <a:ext cx="56880" cy="272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F301FCA-CA7F-3DD4-A9A1-AD86AF29A0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56555" y="906140"/>
                  <a:ext cx="691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AC6E60B-6B5E-9D15-7C8F-673D32BF5930}"/>
                    </a:ext>
                  </a:extLst>
                </p14:cNvPr>
                <p14:cNvContentPartPr/>
                <p14:nvPr/>
              </p14:nvContentPartPr>
              <p14:xfrm>
                <a:off x="6362755" y="438500"/>
                <a:ext cx="400320" cy="483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AC6E60B-6B5E-9D15-7C8F-673D32BF593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56635" y="432380"/>
                  <a:ext cx="41256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882A1A6-6D7A-81B8-D333-F31B1C59BE9F}"/>
                    </a:ext>
                  </a:extLst>
                </p14:cNvPr>
                <p14:cNvContentPartPr/>
                <p14:nvPr/>
              </p14:nvContentPartPr>
              <p14:xfrm>
                <a:off x="7160155" y="418340"/>
                <a:ext cx="37080" cy="389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882A1A6-6D7A-81B8-D333-F31B1C59BE9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54035" y="412220"/>
                  <a:ext cx="493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7EC33A5-C3B4-188E-7CF5-AB1DCBCEE507}"/>
                    </a:ext>
                  </a:extLst>
                </p14:cNvPr>
                <p14:cNvContentPartPr/>
                <p14:nvPr/>
              </p14:nvContentPartPr>
              <p14:xfrm>
                <a:off x="6973675" y="531380"/>
                <a:ext cx="388800" cy="105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7EC33A5-C3B4-188E-7CF5-AB1DCBCEE50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67555" y="525260"/>
                  <a:ext cx="4010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E5D494-688D-60E7-57BA-17589EF4EB8C}"/>
                    </a:ext>
                  </a:extLst>
                </p14:cNvPr>
                <p14:cNvContentPartPr/>
                <p14:nvPr/>
              </p14:nvContentPartPr>
              <p14:xfrm>
                <a:off x="7564435" y="327620"/>
                <a:ext cx="242640" cy="47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E5D494-688D-60E7-57BA-17589EF4EB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58315" y="321500"/>
                  <a:ext cx="254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22B0092-12CC-41EA-328E-28B4ADDA7EE5}"/>
                    </a:ext>
                  </a:extLst>
                </p14:cNvPr>
                <p14:cNvContentPartPr/>
                <p14:nvPr/>
              </p14:nvContentPartPr>
              <p14:xfrm>
                <a:off x="8085355" y="471620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22B0092-12CC-41EA-328E-28B4ADDA7E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79235" y="4655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AE87C86-15A7-8830-FC42-D48B4BADF94E}"/>
                    </a:ext>
                  </a:extLst>
                </p14:cNvPr>
                <p14:cNvContentPartPr/>
                <p14:nvPr/>
              </p14:nvContentPartPr>
              <p14:xfrm>
                <a:off x="8012275" y="288020"/>
                <a:ext cx="203760" cy="699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AE87C86-15A7-8830-FC42-D48B4BADF94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06155" y="281900"/>
                  <a:ext cx="216000" cy="71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6C30CE3-2CD5-EFA0-3271-6BBC68DF7750}"/>
                    </a:ext>
                  </a:extLst>
                </p14:cNvPr>
                <p14:cNvContentPartPr/>
                <p14:nvPr/>
              </p14:nvContentPartPr>
              <p14:xfrm>
                <a:off x="8238715" y="110180"/>
                <a:ext cx="6480" cy="15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6C30CE3-2CD5-EFA0-3271-6BBC68DF775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232595" y="104060"/>
                  <a:ext cx="18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284156-55CF-2AAA-EDA0-F13C9CAF49B4}"/>
                    </a:ext>
                  </a:extLst>
                </p14:cNvPr>
                <p14:cNvContentPartPr/>
                <p14:nvPr/>
              </p14:nvContentPartPr>
              <p14:xfrm>
                <a:off x="8303875" y="878420"/>
                <a:ext cx="204120" cy="230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284156-55CF-2AAA-EDA0-F13C9CAF49B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97755" y="872300"/>
                  <a:ext cx="2163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236AE0-1586-12EB-893F-5249AD4FDD5D}"/>
                    </a:ext>
                  </a:extLst>
                </p14:cNvPr>
                <p14:cNvContentPartPr/>
                <p14:nvPr/>
              </p14:nvContentPartPr>
              <p14:xfrm>
                <a:off x="9013075" y="628940"/>
                <a:ext cx="50760" cy="136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236AE0-1586-12EB-893F-5249AD4FDD5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006955" y="622820"/>
                  <a:ext cx="63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0364DF-D4B8-7F35-713C-5F533E7DBE69}"/>
                    </a:ext>
                  </a:extLst>
                </p14:cNvPr>
                <p14:cNvContentPartPr/>
                <p14:nvPr/>
              </p14:nvContentPartPr>
              <p14:xfrm>
                <a:off x="9169675" y="774380"/>
                <a:ext cx="51120" cy="75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0364DF-D4B8-7F35-713C-5F533E7DBE6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163555" y="768260"/>
                  <a:ext cx="63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2EACA55-7F19-84E8-5DD0-B9AB05478323}"/>
                    </a:ext>
                  </a:extLst>
                </p14:cNvPr>
                <p14:cNvContentPartPr/>
                <p14:nvPr/>
              </p14:nvContentPartPr>
              <p14:xfrm>
                <a:off x="9438235" y="723620"/>
                <a:ext cx="65520" cy="332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2EACA55-7F19-84E8-5DD0-B9AB0547832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32115" y="717500"/>
                  <a:ext cx="777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67D7E3C-0169-6F9E-124E-482A320CD043}"/>
                    </a:ext>
                  </a:extLst>
                </p14:cNvPr>
                <p14:cNvContentPartPr/>
                <p14:nvPr/>
              </p14:nvContentPartPr>
              <p14:xfrm>
                <a:off x="9464875" y="807860"/>
                <a:ext cx="156960" cy="202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67D7E3C-0169-6F9E-124E-482A320CD04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458755" y="801740"/>
                  <a:ext cx="169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21D52CD-7D37-B136-E221-6D0D93AB8586}"/>
                    </a:ext>
                  </a:extLst>
                </p14:cNvPr>
                <p14:cNvContentPartPr/>
                <p14:nvPr/>
              </p14:nvContentPartPr>
              <p14:xfrm>
                <a:off x="9686995" y="940340"/>
                <a:ext cx="20880" cy="57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21D52CD-7D37-B136-E221-6D0D93AB858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80875" y="934220"/>
                  <a:ext cx="33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7ADBFC-F6E8-E60F-C652-FB75D5A5E2CA}"/>
                    </a:ext>
                  </a:extLst>
                </p14:cNvPr>
                <p14:cNvContentPartPr/>
                <p14:nvPr/>
              </p14:nvContentPartPr>
              <p14:xfrm>
                <a:off x="9773755" y="608420"/>
                <a:ext cx="10080" cy="49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7ADBFC-F6E8-E60F-C652-FB75D5A5E2C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67635" y="602300"/>
                  <a:ext cx="22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E89C8C3-FDCD-70C6-FD91-BB0448135006}"/>
                    </a:ext>
                  </a:extLst>
                </p14:cNvPr>
                <p14:cNvContentPartPr/>
                <p14:nvPr/>
              </p14:nvContentPartPr>
              <p14:xfrm>
                <a:off x="9882475" y="701660"/>
                <a:ext cx="56880" cy="187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E89C8C3-FDCD-70C6-FD91-BB044813500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876355" y="695540"/>
                  <a:ext cx="69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B536A6-BF3E-8600-4DB4-E651B1394E3A}"/>
                    </a:ext>
                  </a:extLst>
                </p14:cNvPr>
                <p14:cNvContentPartPr/>
                <p14:nvPr/>
              </p14:nvContentPartPr>
              <p14:xfrm>
                <a:off x="10013515" y="683300"/>
                <a:ext cx="61920" cy="146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B536A6-BF3E-8600-4DB4-E651B1394E3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07395" y="677180"/>
                  <a:ext cx="74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17C57FA-86BB-9182-017B-4A86A4D71A24}"/>
                    </a:ext>
                  </a:extLst>
                </p14:cNvPr>
                <p14:cNvContentPartPr/>
                <p14:nvPr/>
              </p14:nvContentPartPr>
              <p14:xfrm>
                <a:off x="3382315" y="1983260"/>
                <a:ext cx="7217640" cy="799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17C57FA-86BB-9182-017B-4A86A4D71A2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76195" y="1977140"/>
                  <a:ext cx="7229880" cy="81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6156007-C0B9-CFDD-4BAE-E99D552F3567}"/>
              </a:ext>
            </a:extLst>
          </p:cNvPr>
          <p:cNvGrpSpPr/>
          <p:nvPr/>
        </p:nvGrpSpPr>
        <p:grpSpPr>
          <a:xfrm>
            <a:off x="2682475" y="3921140"/>
            <a:ext cx="1482120" cy="1027080"/>
            <a:chOff x="2682475" y="3921140"/>
            <a:chExt cx="1482120" cy="10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1D55050-A446-2D04-F2E5-62462B82B134}"/>
                    </a:ext>
                  </a:extLst>
                </p14:cNvPr>
                <p14:cNvContentPartPr/>
                <p14:nvPr/>
              </p14:nvContentPartPr>
              <p14:xfrm>
                <a:off x="2682475" y="3921140"/>
                <a:ext cx="727560" cy="1027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1D55050-A446-2D04-F2E5-62462B82B13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676355" y="3915020"/>
                  <a:ext cx="739800" cy="10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600935-8B9B-FB9F-A442-781467782525}"/>
                    </a:ext>
                  </a:extLst>
                </p14:cNvPr>
                <p14:cNvContentPartPr/>
                <p14:nvPr/>
              </p14:nvContentPartPr>
              <p14:xfrm>
                <a:off x="3395995" y="4181780"/>
                <a:ext cx="24480" cy="41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600935-8B9B-FB9F-A442-78146778252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389875" y="4175660"/>
                  <a:ext cx="36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7FB92BC-74E9-CF93-275C-A0A7EC96330F}"/>
                    </a:ext>
                  </a:extLst>
                </p14:cNvPr>
                <p14:cNvContentPartPr/>
                <p14:nvPr/>
              </p14:nvContentPartPr>
              <p14:xfrm>
                <a:off x="3624235" y="4491020"/>
                <a:ext cx="117000" cy="406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7FB92BC-74E9-CF93-275C-A0A7EC96330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18115" y="4484900"/>
                  <a:ext cx="1292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01D1AE8-6890-7C14-25A2-AABBE23EB40A}"/>
                    </a:ext>
                  </a:extLst>
                </p14:cNvPr>
                <p14:cNvContentPartPr/>
                <p14:nvPr/>
              </p14:nvContentPartPr>
              <p14:xfrm>
                <a:off x="4022035" y="4277540"/>
                <a:ext cx="45000" cy="367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01D1AE8-6890-7C14-25A2-AABBE23EB40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015915" y="4271420"/>
                  <a:ext cx="572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536F14-0EA5-1890-7595-0A0E5D5210AB}"/>
                    </a:ext>
                  </a:extLst>
                </p14:cNvPr>
                <p14:cNvContentPartPr/>
                <p14:nvPr/>
              </p14:nvContentPartPr>
              <p14:xfrm>
                <a:off x="3892795" y="4530260"/>
                <a:ext cx="271800" cy="153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536F14-0EA5-1890-7595-0A0E5D5210A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886675" y="4524140"/>
                  <a:ext cx="28404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8F32C6D-00BB-5E6A-1EE4-269DD5E5B032}"/>
              </a:ext>
            </a:extLst>
          </p:cNvPr>
          <p:cNvGrpSpPr/>
          <p:nvPr/>
        </p:nvGrpSpPr>
        <p:grpSpPr>
          <a:xfrm>
            <a:off x="4720435" y="3445220"/>
            <a:ext cx="3043800" cy="2908800"/>
            <a:chOff x="4720435" y="3445220"/>
            <a:chExt cx="3043800" cy="29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23F142E-201A-D3CE-3431-8A5592C2DDC3}"/>
                    </a:ext>
                  </a:extLst>
                </p14:cNvPr>
                <p14:cNvContentPartPr/>
                <p14:nvPr/>
              </p14:nvContentPartPr>
              <p14:xfrm>
                <a:off x="4720435" y="4020500"/>
                <a:ext cx="341280" cy="792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23F142E-201A-D3CE-3431-8A5592C2DDC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714315" y="4014380"/>
                  <a:ext cx="35352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100F153-A45E-5BB1-9CEE-53303B06FECB}"/>
                    </a:ext>
                  </a:extLst>
                </p14:cNvPr>
                <p14:cNvContentPartPr/>
                <p14:nvPr/>
              </p14:nvContentPartPr>
              <p14:xfrm>
                <a:off x="5078995" y="3923300"/>
                <a:ext cx="428760" cy="889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100F153-A45E-5BB1-9CEE-53303B06FEC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072875" y="3917180"/>
                  <a:ext cx="441000" cy="90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2861A6C-378D-4D94-82B7-6054540485EB}"/>
                    </a:ext>
                  </a:extLst>
                </p14:cNvPr>
                <p14:cNvContentPartPr/>
                <p14:nvPr/>
              </p14:nvContentPartPr>
              <p14:xfrm>
                <a:off x="5570035" y="4261340"/>
                <a:ext cx="38160" cy="24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2861A6C-378D-4D94-82B7-6054540485E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563915" y="4255220"/>
                  <a:ext cx="50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09CE6CF-4AC0-FBC4-DE45-5C9E11CA1EBB}"/>
                    </a:ext>
                  </a:extLst>
                </p14:cNvPr>
                <p14:cNvContentPartPr/>
                <p14:nvPr/>
              </p14:nvContentPartPr>
              <p14:xfrm>
                <a:off x="5795755" y="4452140"/>
                <a:ext cx="58320" cy="75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09CE6CF-4AC0-FBC4-DE45-5C9E11CA1EB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89635" y="4446020"/>
                  <a:ext cx="705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087ED64-D406-9D4F-B6D0-8D088E022AA9}"/>
                    </a:ext>
                  </a:extLst>
                </p14:cNvPr>
                <p14:cNvContentPartPr/>
                <p14:nvPr/>
              </p14:nvContentPartPr>
              <p14:xfrm>
                <a:off x="6214075" y="4084220"/>
                <a:ext cx="225720" cy="259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087ED64-D406-9D4F-B6D0-8D088E022AA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207955" y="4078100"/>
                  <a:ext cx="2379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96DB6DC-EA9A-6EF8-67E6-2F01F14606B2}"/>
                    </a:ext>
                  </a:extLst>
                </p14:cNvPr>
                <p14:cNvContentPartPr/>
                <p14:nvPr/>
              </p14:nvContentPartPr>
              <p14:xfrm>
                <a:off x="6557875" y="4146140"/>
                <a:ext cx="104040" cy="269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96DB6DC-EA9A-6EF8-67E6-2F01F14606B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551755" y="4140020"/>
                  <a:ext cx="1162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CAB3F4C-B93E-E861-FB3D-F81D34850DBA}"/>
                    </a:ext>
                  </a:extLst>
                </p14:cNvPr>
                <p14:cNvContentPartPr/>
                <p14:nvPr/>
              </p14:nvContentPartPr>
              <p14:xfrm>
                <a:off x="7188235" y="3574820"/>
                <a:ext cx="473760" cy="1009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CAB3F4C-B93E-E861-FB3D-F81D34850DB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82115" y="3568700"/>
                  <a:ext cx="486000" cy="10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B0D3756-5E2E-1CDB-3936-F9E8CE28636D}"/>
                    </a:ext>
                  </a:extLst>
                </p14:cNvPr>
                <p14:cNvContentPartPr/>
                <p14:nvPr/>
              </p14:nvContentPartPr>
              <p14:xfrm>
                <a:off x="7035235" y="3445220"/>
                <a:ext cx="243360" cy="920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B0D3756-5E2E-1CDB-3936-F9E8CE28636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29115" y="3439100"/>
                  <a:ext cx="25560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0A193A5-425C-60F8-CA4E-692FEB5A2EAE}"/>
                    </a:ext>
                  </a:extLst>
                </p14:cNvPr>
                <p14:cNvContentPartPr/>
                <p14:nvPr/>
              </p14:nvContentPartPr>
              <p14:xfrm>
                <a:off x="6851995" y="3897020"/>
                <a:ext cx="146520" cy="482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0A193A5-425C-60F8-CA4E-692FEB5A2EA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845875" y="3890900"/>
                  <a:ext cx="15876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C2A6734-CD12-9A0E-6FF4-6708E5E97492}"/>
                    </a:ext>
                  </a:extLst>
                </p14:cNvPr>
                <p14:cNvContentPartPr/>
                <p14:nvPr/>
              </p14:nvContentPartPr>
              <p14:xfrm>
                <a:off x="7036315" y="4287260"/>
                <a:ext cx="41400" cy="4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C2A6734-CD12-9A0E-6FF4-6708E5E9749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030195" y="4281140"/>
                  <a:ext cx="536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4B56884-D1E1-864F-5B11-B05AC8F81FC1}"/>
                    </a:ext>
                  </a:extLst>
                </p14:cNvPr>
                <p14:cNvContentPartPr/>
                <p14:nvPr/>
              </p14:nvContentPartPr>
              <p14:xfrm>
                <a:off x="5677675" y="4753820"/>
                <a:ext cx="1787400" cy="326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4B56884-D1E1-864F-5B11-B05AC8F81FC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671555" y="4747700"/>
                  <a:ext cx="17996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6356AA7-9741-0CC7-F8C3-01C98E832609}"/>
                    </a:ext>
                  </a:extLst>
                </p14:cNvPr>
                <p14:cNvContentPartPr/>
                <p14:nvPr/>
              </p14:nvContentPartPr>
              <p14:xfrm>
                <a:off x="5598475" y="5278340"/>
                <a:ext cx="423000" cy="1075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6356AA7-9741-0CC7-F8C3-01C98E83260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592355" y="5272220"/>
                  <a:ext cx="435240" cy="10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F5A8657-7F12-68CD-7E4D-143C7F6EBFE7}"/>
                    </a:ext>
                  </a:extLst>
                </p14:cNvPr>
                <p14:cNvContentPartPr/>
                <p14:nvPr/>
              </p14:nvContentPartPr>
              <p14:xfrm>
                <a:off x="7306675" y="4990340"/>
                <a:ext cx="457560" cy="1308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F5A8657-7F12-68CD-7E4D-143C7F6EBFE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00555" y="4984220"/>
                  <a:ext cx="469800" cy="13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6233104-290D-C126-BE3E-E97BCA84AB11}"/>
              </a:ext>
            </a:extLst>
          </p:cNvPr>
          <p:cNvGrpSpPr/>
          <p:nvPr/>
        </p:nvGrpSpPr>
        <p:grpSpPr>
          <a:xfrm>
            <a:off x="2969755" y="5664260"/>
            <a:ext cx="2248920" cy="931680"/>
            <a:chOff x="2969755" y="5664260"/>
            <a:chExt cx="2248920" cy="93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5F6FAAE-5EB5-8AD9-8A1B-22ACDCD8A684}"/>
                    </a:ext>
                  </a:extLst>
                </p14:cNvPr>
                <p14:cNvContentPartPr/>
                <p14:nvPr/>
              </p14:nvContentPartPr>
              <p14:xfrm>
                <a:off x="2969755" y="5843900"/>
                <a:ext cx="708840" cy="752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5F6FAAE-5EB5-8AD9-8A1B-22ACDCD8A68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63635" y="5837780"/>
                  <a:ext cx="721080" cy="76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EEA4E03-9A91-C9C8-A037-EA2DB149B5AA}"/>
                    </a:ext>
                  </a:extLst>
                </p14:cNvPr>
                <p14:cNvContentPartPr/>
                <p14:nvPr/>
              </p14:nvContentPartPr>
              <p14:xfrm>
                <a:off x="3792715" y="5972420"/>
                <a:ext cx="51120" cy="59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EEA4E03-9A91-C9C8-A037-EA2DB149B5A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786595" y="5966300"/>
                  <a:ext cx="63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5BEC69-CBB6-BABD-4CF8-05F960ADD115}"/>
                    </a:ext>
                  </a:extLst>
                </p14:cNvPr>
                <p14:cNvContentPartPr/>
                <p14:nvPr/>
              </p14:nvContentPartPr>
              <p14:xfrm>
                <a:off x="3943555" y="6242060"/>
                <a:ext cx="148320" cy="282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5BEC69-CBB6-BABD-4CF8-05F960ADD11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937435" y="6235940"/>
                  <a:ext cx="1605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C984F44-BE59-02D5-A913-0B01E2A14BAF}"/>
                    </a:ext>
                  </a:extLst>
                </p14:cNvPr>
                <p14:cNvContentPartPr/>
                <p14:nvPr/>
              </p14:nvContentPartPr>
              <p14:xfrm>
                <a:off x="4339195" y="5973140"/>
                <a:ext cx="101520" cy="313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C984F44-BE59-02D5-A913-0B01E2A14BA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333075" y="5967020"/>
                  <a:ext cx="1137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798AA4A-D638-8819-23AD-2ABB92C1271D}"/>
                    </a:ext>
                  </a:extLst>
                </p14:cNvPr>
                <p14:cNvContentPartPr/>
                <p14:nvPr/>
              </p14:nvContentPartPr>
              <p14:xfrm>
                <a:off x="4393195" y="6146300"/>
                <a:ext cx="219960" cy="128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798AA4A-D638-8819-23AD-2ABB92C1271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387075" y="6140180"/>
                  <a:ext cx="2322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74321C0-D8AE-6739-5CAB-87F0EE012693}"/>
                    </a:ext>
                  </a:extLst>
                </p14:cNvPr>
                <p14:cNvContentPartPr/>
                <p14:nvPr/>
              </p14:nvContentPartPr>
              <p14:xfrm>
                <a:off x="4794955" y="5664260"/>
                <a:ext cx="423720" cy="790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74321C0-D8AE-6739-5CAB-87F0EE01269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788835" y="5658140"/>
                  <a:ext cx="435960" cy="80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55C30BE-853C-C053-5101-8208F9185067}"/>
                  </a:ext>
                </a:extLst>
              </p14:cNvPr>
              <p14:cNvContentPartPr/>
              <p14:nvPr/>
            </p14:nvContentPartPr>
            <p14:xfrm>
              <a:off x="7938475" y="4553300"/>
              <a:ext cx="497520" cy="18828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55C30BE-853C-C053-5101-8208F918506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932355" y="4547180"/>
                <a:ext cx="509760" cy="18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B154D76-E014-5ECC-0674-172F54DA72F1}"/>
                  </a:ext>
                </a:extLst>
              </p14:cNvPr>
              <p14:cNvContentPartPr/>
              <p14:nvPr/>
            </p14:nvContentPartPr>
            <p14:xfrm>
              <a:off x="10268035" y="2903780"/>
              <a:ext cx="688320" cy="19321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B154D76-E014-5ECC-0674-172F54DA72F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261915" y="2897660"/>
                <a:ext cx="700560" cy="19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F1C65905-A21B-78E8-BD25-31FE0AD809E1}"/>
              </a:ext>
            </a:extLst>
          </p:cNvPr>
          <p:cNvGrpSpPr/>
          <p:nvPr/>
        </p:nvGrpSpPr>
        <p:grpSpPr>
          <a:xfrm>
            <a:off x="8815435" y="3195380"/>
            <a:ext cx="618480" cy="1411200"/>
            <a:chOff x="8815435" y="3195380"/>
            <a:chExt cx="618480" cy="141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F37E946-E483-A163-CC93-8E37618C8E21}"/>
                    </a:ext>
                  </a:extLst>
                </p14:cNvPr>
                <p14:cNvContentPartPr/>
                <p14:nvPr/>
              </p14:nvContentPartPr>
              <p14:xfrm>
                <a:off x="8815435" y="3214100"/>
                <a:ext cx="341280" cy="1392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F37E946-E483-A163-CC93-8E37618C8E2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809315" y="3207980"/>
                  <a:ext cx="353520" cy="14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36FB349-0B51-472D-2E0D-BD0B5899DB59}"/>
                    </a:ext>
                  </a:extLst>
                </p14:cNvPr>
                <p14:cNvContentPartPr/>
                <p14:nvPr/>
              </p14:nvContentPartPr>
              <p14:xfrm>
                <a:off x="8993635" y="3195380"/>
                <a:ext cx="440280" cy="213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36FB349-0B51-472D-2E0D-BD0B5899DB5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987515" y="3189260"/>
                  <a:ext cx="4525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EB01745-34C4-2A2F-B210-9767739798F0}"/>
                    </a:ext>
                  </a:extLst>
                </p14:cNvPr>
                <p14:cNvContentPartPr/>
                <p14:nvPr/>
              </p14:nvContentPartPr>
              <p14:xfrm>
                <a:off x="8910475" y="4425140"/>
                <a:ext cx="384840" cy="51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EB01745-34C4-2A2F-B210-9767739798F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904355" y="4419020"/>
                  <a:ext cx="397080" cy="6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1432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06A2639F-A4D9-B8E7-E353-9270D9903207}"/>
              </a:ext>
            </a:extLst>
          </p:cNvPr>
          <p:cNvGrpSpPr/>
          <p:nvPr/>
        </p:nvGrpSpPr>
        <p:grpSpPr>
          <a:xfrm>
            <a:off x="104155" y="422660"/>
            <a:ext cx="11468880" cy="5391000"/>
            <a:chOff x="104155" y="422660"/>
            <a:chExt cx="11468880" cy="539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5079C91-B5A9-16C9-EB77-B7833AF4665B}"/>
                    </a:ext>
                  </a:extLst>
                </p14:cNvPr>
                <p14:cNvContentPartPr/>
                <p14:nvPr/>
              </p14:nvContentPartPr>
              <p14:xfrm>
                <a:off x="1533355" y="1031420"/>
                <a:ext cx="49320" cy="874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5079C91-B5A9-16C9-EB77-B7833AF4665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27235" y="1025300"/>
                  <a:ext cx="6156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C0C0A5-3BF9-4BE4-6659-39E7408283A2}"/>
                    </a:ext>
                  </a:extLst>
                </p14:cNvPr>
                <p14:cNvContentPartPr/>
                <p14:nvPr/>
              </p14:nvContentPartPr>
              <p14:xfrm>
                <a:off x="1361995" y="865460"/>
                <a:ext cx="1090440" cy="998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C0C0A5-3BF9-4BE4-6659-39E7408283A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5875" y="859340"/>
                  <a:ext cx="110268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B1A7FA4-2310-C372-8275-D127344CBC5E}"/>
                    </a:ext>
                  </a:extLst>
                </p14:cNvPr>
                <p14:cNvContentPartPr/>
                <p14:nvPr/>
              </p14:nvContentPartPr>
              <p14:xfrm>
                <a:off x="2673475" y="1225820"/>
                <a:ext cx="592920" cy="357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B1A7FA4-2310-C372-8275-D127344CBC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67355" y="1219700"/>
                  <a:ext cx="6051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9636B0-EECE-FDFC-A517-77FBB71EE3D3}"/>
                    </a:ext>
                  </a:extLst>
                </p14:cNvPr>
                <p14:cNvContentPartPr/>
                <p14:nvPr/>
              </p14:nvContentPartPr>
              <p14:xfrm>
                <a:off x="3361795" y="943580"/>
                <a:ext cx="20160" cy="501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9636B0-EECE-FDFC-A517-77FBB71EE3D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55675" y="937460"/>
                  <a:ext cx="3240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110FFD5-F810-4FE8-3E74-C2BD9163F8F4}"/>
                    </a:ext>
                  </a:extLst>
                </p14:cNvPr>
                <p14:cNvContentPartPr/>
                <p14:nvPr/>
              </p14:nvContentPartPr>
              <p14:xfrm>
                <a:off x="3232195" y="1104860"/>
                <a:ext cx="521280" cy="277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110FFD5-F810-4FE8-3E74-C2BD9163F8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26075" y="1098740"/>
                  <a:ext cx="5335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1A90104-953E-D070-5B15-ED078E3344B9}"/>
                    </a:ext>
                  </a:extLst>
                </p14:cNvPr>
                <p14:cNvContentPartPr/>
                <p14:nvPr/>
              </p14:nvContentPartPr>
              <p14:xfrm>
                <a:off x="3991435" y="760340"/>
                <a:ext cx="214560" cy="680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1A90104-953E-D070-5B15-ED078E3344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85315" y="754220"/>
                  <a:ext cx="22680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C16CE5-2842-543A-E50D-7BF9357939B0}"/>
                    </a:ext>
                  </a:extLst>
                </p14:cNvPr>
                <p14:cNvContentPartPr/>
                <p14:nvPr/>
              </p14:nvContentPartPr>
              <p14:xfrm>
                <a:off x="4476355" y="865460"/>
                <a:ext cx="42840" cy="556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C16CE5-2842-543A-E50D-7BF9357939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70235" y="859340"/>
                  <a:ext cx="5508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B6603E-649A-6F64-BCEE-F2A692B69A29}"/>
                    </a:ext>
                  </a:extLst>
                </p14:cNvPr>
                <p14:cNvContentPartPr/>
                <p14:nvPr/>
              </p14:nvContentPartPr>
              <p14:xfrm>
                <a:off x="4699555" y="1150940"/>
                <a:ext cx="345240" cy="334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B6603E-649A-6F64-BCEE-F2A692B69A2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93435" y="1144820"/>
                  <a:ext cx="3574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30EAFC-BA70-6DAA-0156-542D5AF9D512}"/>
                    </a:ext>
                  </a:extLst>
                </p14:cNvPr>
                <p14:cNvContentPartPr/>
                <p14:nvPr/>
              </p14:nvContentPartPr>
              <p14:xfrm>
                <a:off x="5546995" y="1143380"/>
                <a:ext cx="664920" cy="115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30EAFC-BA70-6DAA-0156-542D5AF9D5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40875" y="1137260"/>
                  <a:ext cx="677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1C8C454-05C1-7F0A-E007-5D98DFEFCE91}"/>
                    </a:ext>
                  </a:extLst>
                </p14:cNvPr>
                <p14:cNvContentPartPr/>
                <p14:nvPr/>
              </p14:nvContentPartPr>
              <p14:xfrm>
                <a:off x="6896275" y="633620"/>
                <a:ext cx="1182960" cy="119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1C8C454-05C1-7F0A-E007-5D98DFEFCE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90155" y="627500"/>
                  <a:ext cx="11952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A5F305-0932-BB2A-BC29-9A41B1E5EB9B}"/>
                    </a:ext>
                  </a:extLst>
                </p14:cNvPr>
                <p14:cNvContentPartPr/>
                <p14:nvPr/>
              </p14:nvContentPartPr>
              <p14:xfrm>
                <a:off x="7323235" y="808940"/>
                <a:ext cx="276840" cy="662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A5F305-0932-BB2A-BC29-9A41B1E5EB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17115" y="802820"/>
                  <a:ext cx="289080" cy="6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D3A689-0CC8-B1E0-D6BA-2D3B1ECB1228}"/>
                    </a:ext>
                  </a:extLst>
                </p14:cNvPr>
                <p14:cNvContentPartPr/>
                <p14:nvPr/>
              </p14:nvContentPartPr>
              <p14:xfrm>
                <a:off x="7880515" y="1195580"/>
                <a:ext cx="23400" cy="199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D3A689-0CC8-B1E0-D6BA-2D3B1ECB122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74395" y="1189460"/>
                  <a:ext cx="35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C790A73-1423-03C1-9C8D-20658892B6B1}"/>
                    </a:ext>
                  </a:extLst>
                </p14:cNvPr>
                <p14:cNvContentPartPr/>
                <p14:nvPr/>
              </p14:nvContentPartPr>
              <p14:xfrm>
                <a:off x="7926235" y="994700"/>
                <a:ext cx="68040" cy="26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C790A73-1423-03C1-9C8D-20658892B6B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20115" y="988580"/>
                  <a:ext cx="80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1CD35E-B7E4-06A3-14CA-1D0DC3BE445C}"/>
                    </a:ext>
                  </a:extLst>
                </p14:cNvPr>
                <p14:cNvContentPartPr/>
                <p14:nvPr/>
              </p14:nvContentPartPr>
              <p14:xfrm>
                <a:off x="8095075" y="1143380"/>
                <a:ext cx="121320" cy="285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1CD35E-B7E4-06A3-14CA-1D0DC3BE445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88955" y="1137260"/>
                  <a:ext cx="1335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73B09A-C08C-FE30-C61D-E2C6F2A36302}"/>
                    </a:ext>
                  </a:extLst>
                </p14:cNvPr>
                <p14:cNvContentPartPr/>
                <p14:nvPr/>
              </p14:nvContentPartPr>
              <p14:xfrm>
                <a:off x="8501875" y="825500"/>
                <a:ext cx="731880" cy="466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73B09A-C08C-FE30-C61D-E2C6F2A3630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95755" y="819380"/>
                  <a:ext cx="74412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67C9DD1-71FE-1B19-BD33-195A82674B1D}"/>
                    </a:ext>
                  </a:extLst>
                </p14:cNvPr>
                <p14:cNvContentPartPr/>
                <p14:nvPr/>
              </p14:nvContentPartPr>
              <p14:xfrm>
                <a:off x="9967795" y="422660"/>
                <a:ext cx="1605240" cy="573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67C9DD1-71FE-1B19-BD33-195A82674B1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61675" y="416540"/>
                  <a:ext cx="161748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6C80DCE-8DB6-2ECC-27C5-45582888E469}"/>
                    </a:ext>
                  </a:extLst>
                </p14:cNvPr>
                <p14:cNvContentPartPr/>
                <p14:nvPr/>
              </p14:nvContentPartPr>
              <p14:xfrm>
                <a:off x="4796395" y="2373500"/>
                <a:ext cx="714240" cy="479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6C80DCE-8DB6-2ECC-27C5-45582888E4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90275" y="2367380"/>
                  <a:ext cx="7264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DED6950-F74D-F582-DF39-4CCFFA799A53}"/>
                    </a:ext>
                  </a:extLst>
                </p14:cNvPr>
                <p14:cNvContentPartPr/>
                <p14:nvPr/>
              </p14:nvContentPartPr>
              <p14:xfrm>
                <a:off x="5508835" y="2382500"/>
                <a:ext cx="37800" cy="17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DED6950-F74D-F582-DF39-4CCFFA799A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02715" y="2376380"/>
                  <a:ext cx="500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905AB64-84A6-263C-4160-F1DD69BFE757}"/>
                    </a:ext>
                  </a:extLst>
                </p14:cNvPr>
                <p14:cNvContentPartPr/>
                <p14:nvPr/>
              </p14:nvContentPartPr>
              <p14:xfrm>
                <a:off x="5600635" y="2512820"/>
                <a:ext cx="172440" cy="252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905AB64-84A6-263C-4160-F1DD69BFE75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94515" y="2506700"/>
                  <a:ext cx="1846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4131D22-E486-3B18-331E-F8D49F30607A}"/>
                    </a:ext>
                  </a:extLst>
                </p14:cNvPr>
                <p14:cNvContentPartPr/>
                <p14:nvPr/>
              </p14:nvContentPartPr>
              <p14:xfrm>
                <a:off x="6807355" y="1882820"/>
                <a:ext cx="223920" cy="804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4131D22-E486-3B18-331E-F8D49F30607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01235" y="1876700"/>
                  <a:ext cx="236160" cy="8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8D02E0-AB69-3B21-45C4-F82075DDEDB6}"/>
                    </a:ext>
                  </a:extLst>
                </p14:cNvPr>
                <p14:cNvContentPartPr/>
                <p14:nvPr/>
              </p14:nvContentPartPr>
              <p14:xfrm>
                <a:off x="7352755" y="2050580"/>
                <a:ext cx="232560" cy="225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8D02E0-AB69-3B21-45C4-F82075DDED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46635" y="2044460"/>
                  <a:ext cx="244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DFE447-9C4D-CEC8-6E87-C77F7567450D}"/>
                    </a:ext>
                  </a:extLst>
                </p14:cNvPr>
                <p14:cNvContentPartPr/>
                <p14:nvPr/>
              </p14:nvContentPartPr>
              <p14:xfrm>
                <a:off x="8153395" y="1821260"/>
                <a:ext cx="197640" cy="440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DFE447-9C4D-CEC8-6E87-C77F756745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147275" y="1815140"/>
                  <a:ext cx="2098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E5333C-B329-8BA4-76D7-BD0F87C14DDA}"/>
                    </a:ext>
                  </a:extLst>
                </p14:cNvPr>
                <p14:cNvContentPartPr/>
                <p14:nvPr/>
              </p14:nvContentPartPr>
              <p14:xfrm>
                <a:off x="8564875" y="1667900"/>
                <a:ext cx="555480" cy="408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E5333C-B329-8BA4-76D7-BD0F87C14DD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58755" y="1661780"/>
                  <a:ext cx="5677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811B1BF-143C-4088-9C98-20DFC9A30802}"/>
                    </a:ext>
                  </a:extLst>
                </p14:cNvPr>
                <p14:cNvContentPartPr/>
                <p14:nvPr/>
              </p14:nvContentPartPr>
              <p14:xfrm>
                <a:off x="9251035" y="1874900"/>
                <a:ext cx="404640" cy="192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811B1BF-143C-4088-9C98-20DFC9A3080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44915" y="1868780"/>
                  <a:ext cx="416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AAD525B-9A6C-4DB5-2303-64D02D81AC16}"/>
                    </a:ext>
                  </a:extLst>
                </p14:cNvPr>
                <p14:cNvContentPartPr/>
                <p14:nvPr/>
              </p14:nvContentPartPr>
              <p14:xfrm>
                <a:off x="9177955" y="1746740"/>
                <a:ext cx="113400" cy="204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AAD525B-9A6C-4DB5-2303-64D02D81AC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71835" y="1740620"/>
                  <a:ext cx="125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245D92-44E0-8D6E-DCFC-33639986E54E}"/>
                    </a:ext>
                  </a:extLst>
                </p14:cNvPr>
                <p14:cNvContentPartPr/>
                <p14:nvPr/>
              </p14:nvContentPartPr>
              <p14:xfrm>
                <a:off x="9908755" y="1621820"/>
                <a:ext cx="90720" cy="28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245D92-44E0-8D6E-DCFC-33639986E54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02635" y="1615700"/>
                  <a:ext cx="102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718A0C0-7AA0-B80D-1710-C76BF68A83D8}"/>
                    </a:ext>
                  </a:extLst>
                </p14:cNvPr>
                <p14:cNvContentPartPr/>
                <p14:nvPr/>
              </p14:nvContentPartPr>
              <p14:xfrm>
                <a:off x="4477795" y="2613620"/>
                <a:ext cx="4825800" cy="1401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718A0C0-7AA0-B80D-1710-C76BF68A83D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71675" y="2607500"/>
                  <a:ext cx="4838040" cy="14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A30154-AEFF-2994-1947-5BC57ED419BD}"/>
                    </a:ext>
                  </a:extLst>
                </p14:cNvPr>
                <p14:cNvContentPartPr/>
                <p14:nvPr/>
              </p14:nvContentPartPr>
              <p14:xfrm>
                <a:off x="104155" y="4724660"/>
                <a:ext cx="1807920" cy="469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A30154-AEFF-2994-1947-5BC57ED419B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8035" y="4718540"/>
                  <a:ext cx="182016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8F0AACF-19CE-88FA-3E3E-5524DA9A48FA}"/>
                    </a:ext>
                  </a:extLst>
                </p14:cNvPr>
                <p14:cNvContentPartPr/>
                <p14:nvPr/>
              </p14:nvContentPartPr>
              <p14:xfrm>
                <a:off x="1008115" y="5247740"/>
                <a:ext cx="73080" cy="565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8F0AACF-19CE-88FA-3E3E-5524DA9A48F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1995" y="5241620"/>
                  <a:ext cx="8532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7366394-429D-5FD9-69F7-46B9F91FE43D}"/>
                    </a:ext>
                  </a:extLst>
                </p14:cNvPr>
                <p14:cNvContentPartPr/>
                <p14:nvPr/>
              </p14:nvContentPartPr>
              <p14:xfrm>
                <a:off x="1513915" y="5182940"/>
                <a:ext cx="610560" cy="470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7366394-429D-5FD9-69F7-46B9F91FE43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07795" y="5176820"/>
                  <a:ext cx="6228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6DD7B6F-9FF8-CED9-E622-865AF93BE721}"/>
                    </a:ext>
                  </a:extLst>
                </p14:cNvPr>
                <p14:cNvContentPartPr/>
                <p14:nvPr/>
              </p14:nvContentPartPr>
              <p14:xfrm>
                <a:off x="2161915" y="5096180"/>
                <a:ext cx="538920" cy="340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6DD7B6F-9FF8-CED9-E622-865AF93BE72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55795" y="5090060"/>
                  <a:ext cx="5511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BB987BE-195B-9C97-21AE-6FB75FC30E7E}"/>
                    </a:ext>
                  </a:extLst>
                </p14:cNvPr>
                <p14:cNvContentPartPr/>
                <p14:nvPr/>
              </p14:nvContentPartPr>
              <p14:xfrm>
                <a:off x="3143995" y="4806020"/>
                <a:ext cx="43920" cy="345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BB987BE-195B-9C97-21AE-6FB75FC30E7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37875" y="4799900"/>
                  <a:ext cx="561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4882E3-373F-10B2-CA79-0100E7E77C92}"/>
                    </a:ext>
                  </a:extLst>
                </p14:cNvPr>
                <p14:cNvContentPartPr/>
                <p14:nvPr/>
              </p14:nvContentPartPr>
              <p14:xfrm>
                <a:off x="3109075" y="4597580"/>
                <a:ext cx="228240" cy="157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4882E3-373F-10B2-CA79-0100E7E77C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02955" y="4591460"/>
                  <a:ext cx="240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BF9A8C-80BE-2CAD-8E21-C9D82D92F41A}"/>
                    </a:ext>
                  </a:extLst>
                </p14:cNvPr>
                <p14:cNvContentPartPr/>
                <p14:nvPr/>
              </p14:nvContentPartPr>
              <p14:xfrm>
                <a:off x="3147595" y="5197700"/>
                <a:ext cx="288720" cy="183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BF9A8C-80BE-2CAD-8E21-C9D82D92F41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41475" y="5191580"/>
                  <a:ext cx="3009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DDC9478-B98C-9FB3-9008-F0B6479C54D6}"/>
                    </a:ext>
                  </a:extLst>
                </p14:cNvPr>
                <p14:cNvContentPartPr/>
                <p14:nvPr/>
              </p14:nvContentPartPr>
              <p14:xfrm>
                <a:off x="3627835" y="4452860"/>
                <a:ext cx="1297800" cy="497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DDC9478-B98C-9FB3-9008-F0B6479C54D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21715" y="4446740"/>
                  <a:ext cx="131004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BEE7303-3824-5224-0D4E-1CFF5AFD1DE1}"/>
                    </a:ext>
                  </a:extLst>
                </p14:cNvPr>
                <p14:cNvContentPartPr/>
                <p14:nvPr/>
              </p14:nvContentPartPr>
              <p14:xfrm>
                <a:off x="5086555" y="4330460"/>
                <a:ext cx="18360" cy="169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BEE7303-3824-5224-0D4E-1CFF5AFD1DE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80435" y="4324340"/>
                  <a:ext cx="30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07DA3C6-8CD8-6F6A-C6FB-011919A3FC2D}"/>
                    </a:ext>
                  </a:extLst>
                </p14:cNvPr>
                <p14:cNvContentPartPr/>
                <p14:nvPr/>
              </p14:nvContentPartPr>
              <p14:xfrm>
                <a:off x="4984315" y="4178540"/>
                <a:ext cx="703800" cy="309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07DA3C6-8CD8-6F6A-C6FB-011919A3FC2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78195" y="4172420"/>
                  <a:ext cx="7160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171A710-DEC4-6467-4B6F-12F70E6BA681}"/>
                    </a:ext>
                  </a:extLst>
                </p14:cNvPr>
                <p14:cNvContentPartPr/>
                <p14:nvPr/>
              </p14:nvContentPartPr>
              <p14:xfrm>
                <a:off x="5904115" y="4202660"/>
                <a:ext cx="332280" cy="219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171A710-DEC4-6467-4B6F-12F70E6BA68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97995" y="4196540"/>
                  <a:ext cx="344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671899-A558-A2DF-5807-A2725DFB34D1}"/>
                    </a:ext>
                  </a:extLst>
                </p14:cNvPr>
                <p14:cNvContentPartPr/>
                <p14:nvPr/>
              </p14:nvContentPartPr>
              <p14:xfrm>
                <a:off x="1775275" y="1942580"/>
                <a:ext cx="3667320" cy="425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671899-A558-A2DF-5807-A2725DFB34D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69155" y="1936460"/>
                  <a:ext cx="36795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F50BEC9-34D0-4BCF-6B89-1939D6F7704A}"/>
                    </a:ext>
                  </a:extLst>
                </p14:cNvPr>
                <p14:cNvContentPartPr/>
                <p14:nvPr/>
              </p14:nvContentPartPr>
              <p14:xfrm>
                <a:off x="1954195" y="2102780"/>
                <a:ext cx="3220920" cy="436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F50BEC9-34D0-4BCF-6B89-1939D6F7704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48075" y="2096660"/>
                  <a:ext cx="32331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FC36CE-4085-DEF6-F24A-B1AD9C780FC9}"/>
                    </a:ext>
                  </a:extLst>
                </p14:cNvPr>
                <p14:cNvContentPartPr/>
                <p14:nvPr/>
              </p14:nvContentPartPr>
              <p14:xfrm>
                <a:off x="6369595" y="4348100"/>
                <a:ext cx="34200" cy="23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FC36CE-4085-DEF6-F24A-B1AD9C780F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63475" y="4341980"/>
                  <a:ext cx="46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3107B0-E988-551A-AC3D-E7F0F3804AEA}"/>
                    </a:ext>
                  </a:extLst>
                </p14:cNvPr>
                <p14:cNvContentPartPr/>
                <p14:nvPr/>
              </p14:nvContentPartPr>
              <p14:xfrm>
                <a:off x="7146115" y="3827180"/>
                <a:ext cx="1320840" cy="334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3107B0-E988-551A-AC3D-E7F0F3804AE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39995" y="3821060"/>
                  <a:ext cx="13330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ABDE27F-9D0B-AE5E-BE29-B3E34A1A0859}"/>
                    </a:ext>
                  </a:extLst>
                </p14:cNvPr>
                <p14:cNvContentPartPr/>
                <p14:nvPr/>
              </p14:nvContentPartPr>
              <p14:xfrm>
                <a:off x="8259235" y="3668780"/>
                <a:ext cx="246960" cy="678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ABDE27F-9D0B-AE5E-BE29-B3E34A1A085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253115" y="3662660"/>
                  <a:ext cx="25920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678B618-057D-9BBA-0EEA-70ABD978C705}"/>
                    </a:ext>
                  </a:extLst>
                </p14:cNvPr>
                <p14:cNvContentPartPr/>
                <p14:nvPr/>
              </p14:nvContentPartPr>
              <p14:xfrm>
                <a:off x="9194875" y="3861740"/>
                <a:ext cx="40320" cy="26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678B618-057D-9BBA-0EEA-70ABD978C70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88755" y="3855620"/>
                  <a:ext cx="52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AC093E9-3926-E261-7098-8DA20D5F0163}"/>
                    </a:ext>
                  </a:extLst>
                </p14:cNvPr>
                <p14:cNvContentPartPr/>
                <p14:nvPr/>
              </p14:nvContentPartPr>
              <p14:xfrm>
                <a:off x="204595" y="1195580"/>
                <a:ext cx="1314720" cy="4339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AC093E9-3926-E261-7098-8DA20D5F016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8475" y="1189460"/>
                  <a:ext cx="1326960" cy="435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36318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69664D-FF9F-9A5F-2244-6003373401B6}"/>
              </a:ext>
            </a:extLst>
          </p:cNvPr>
          <p:cNvSpPr txBox="1"/>
          <p:nvPr/>
        </p:nvSpPr>
        <p:spPr>
          <a:xfrm>
            <a:off x="947057" y="157716"/>
            <a:ext cx="6094324" cy="297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b="0" dirty="0" err="1">
                <a:solidFill>
                  <a:srgbClr val="E4B781"/>
                </a:solidFill>
                <a:effectLst/>
                <a:latin typeface="Mono Lisa"/>
              </a:rPr>
              <a:t>nested_tuple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1" dirty="0">
                <a:solidFill>
                  <a:srgbClr val="DF769B"/>
                </a:solidFill>
                <a:effectLst/>
                <a:latin typeface="Mono Lisa"/>
              </a:rPr>
              <a:t>=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((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1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2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3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US" b="0" dirty="0">
                <a:solidFill>
                  <a:srgbClr val="49E9A6"/>
                </a:solidFill>
                <a:effectLst/>
                <a:latin typeface="Mono Lisa"/>
              </a:rPr>
              <a:t>"a"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49E9A6"/>
                </a:solidFill>
                <a:effectLst/>
                <a:latin typeface="Mono Lisa"/>
              </a:rPr>
              <a:t>"b"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49E9A6"/>
                </a:solidFill>
                <a:effectLst/>
                <a:latin typeface="Mono Lisa"/>
              </a:rPr>
              <a:t>"c"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True</a:t>
            </a:r>
            <a:r>
              <a:rPr lang="en-US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US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b="0" dirty="0">
                <a:solidFill>
                  <a:srgbClr val="7060EB"/>
                </a:solidFill>
                <a:effectLst/>
                <a:latin typeface="Mono Lisa"/>
              </a:rPr>
              <a:t>False</a:t>
            </a:r>
            <a:r>
              <a:rPr lang="en-US" b="0" dirty="0">
                <a:solidFill>
                  <a:srgbClr val="BECFDA"/>
                </a:solidFill>
                <a:effectLst/>
                <a:latin typeface="Mono Lisa"/>
              </a:rPr>
              <a:t>))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0616D5C-F54A-81C8-6780-62142E794423}"/>
                  </a:ext>
                </a:extLst>
              </p14:cNvPr>
              <p14:cNvContentPartPr/>
              <p14:nvPr/>
            </p14:nvContentPartPr>
            <p14:xfrm>
              <a:off x="7867915" y="5433108"/>
              <a:ext cx="454320" cy="4572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0616D5C-F54A-81C8-6780-62142E7944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1795" y="5426988"/>
                <a:ext cx="466560" cy="46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56C365FD-58B5-3582-8B39-7A2ACB3B0E9B}"/>
              </a:ext>
            </a:extLst>
          </p:cNvPr>
          <p:cNvGrpSpPr/>
          <p:nvPr/>
        </p:nvGrpSpPr>
        <p:grpSpPr>
          <a:xfrm>
            <a:off x="1815235" y="280428"/>
            <a:ext cx="9411840" cy="4768200"/>
            <a:chOff x="1815235" y="280428"/>
            <a:chExt cx="9411840" cy="47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7784247-83BB-0531-C384-753882FE92F7}"/>
                    </a:ext>
                  </a:extLst>
                </p14:cNvPr>
                <p14:cNvContentPartPr/>
                <p14:nvPr/>
              </p14:nvContentPartPr>
              <p14:xfrm>
                <a:off x="2827195" y="1260348"/>
                <a:ext cx="147240" cy="293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7784247-83BB-0531-C384-753882FE92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21075" y="1254228"/>
                  <a:ext cx="1594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D50AF7F-708C-CD17-C750-E1B81BD0CC31}"/>
                    </a:ext>
                  </a:extLst>
                </p14:cNvPr>
                <p14:cNvContentPartPr/>
                <p14:nvPr/>
              </p14:nvContentPartPr>
              <p14:xfrm>
                <a:off x="2596795" y="533508"/>
                <a:ext cx="289800" cy="36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D50AF7F-708C-CD17-C750-E1B81BD0CC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90675" y="527388"/>
                  <a:ext cx="302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61FBE1C-841C-1076-4CB2-0797298F0CEE}"/>
                    </a:ext>
                  </a:extLst>
                </p14:cNvPr>
                <p14:cNvContentPartPr/>
                <p14:nvPr/>
              </p14:nvContentPartPr>
              <p14:xfrm>
                <a:off x="2574835" y="509388"/>
                <a:ext cx="680040" cy="34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61FBE1C-841C-1076-4CB2-0797298F0CE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68715" y="503268"/>
                  <a:ext cx="692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B1729FC-6B22-1DB1-8DD7-A618F8CA23C2}"/>
                    </a:ext>
                  </a:extLst>
                </p14:cNvPr>
                <p14:cNvContentPartPr/>
                <p14:nvPr/>
              </p14:nvContentPartPr>
              <p14:xfrm>
                <a:off x="2875435" y="629988"/>
                <a:ext cx="135360" cy="302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B1729FC-6B22-1DB1-8DD7-A618F8CA23C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69315" y="623868"/>
                  <a:ext cx="1476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F1B65EA-606C-54C5-2632-12F2399FF4EB}"/>
                    </a:ext>
                  </a:extLst>
                </p14:cNvPr>
                <p14:cNvContentPartPr/>
                <p14:nvPr/>
              </p14:nvContentPartPr>
              <p14:xfrm>
                <a:off x="3517315" y="469788"/>
                <a:ext cx="1332360" cy="55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F1B65EA-606C-54C5-2632-12F2399FF4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11195" y="463668"/>
                  <a:ext cx="13446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45F64E-80D1-2E48-4FBE-75B13F9F1F65}"/>
                    </a:ext>
                  </a:extLst>
                </p14:cNvPr>
                <p14:cNvContentPartPr/>
                <p14:nvPr/>
              </p14:nvContentPartPr>
              <p14:xfrm>
                <a:off x="4018435" y="728628"/>
                <a:ext cx="78480" cy="351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45F64E-80D1-2E48-4FBE-75B13F9F1F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12315" y="722508"/>
                  <a:ext cx="907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6C83AE9-537C-024E-D07B-1A094412B8A7}"/>
                    </a:ext>
                  </a:extLst>
                </p14:cNvPr>
                <p14:cNvContentPartPr/>
                <p14:nvPr/>
              </p14:nvContentPartPr>
              <p14:xfrm>
                <a:off x="4946875" y="483468"/>
                <a:ext cx="1016640" cy="117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6C83AE9-537C-024E-D07B-1A094412B8A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40755" y="477348"/>
                  <a:ext cx="1028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E5D39B-F9F2-5D69-6848-FECF6A3AFBB6}"/>
                    </a:ext>
                  </a:extLst>
                </p14:cNvPr>
                <p14:cNvContentPartPr/>
                <p14:nvPr/>
              </p14:nvContentPartPr>
              <p14:xfrm>
                <a:off x="5464195" y="914388"/>
                <a:ext cx="63000" cy="5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3E5D39B-F9F2-5D69-6848-FECF6A3AFB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58075" y="908268"/>
                  <a:ext cx="75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297A32-24AF-45E9-5FA7-F6436D335804}"/>
                    </a:ext>
                  </a:extLst>
                </p14:cNvPr>
                <p14:cNvContentPartPr/>
                <p14:nvPr/>
              </p14:nvContentPartPr>
              <p14:xfrm>
                <a:off x="5224075" y="864348"/>
                <a:ext cx="860040" cy="637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297A32-24AF-45E9-5FA7-F6436D3358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17955" y="858228"/>
                  <a:ext cx="872280" cy="64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A0AED5-A590-A610-27EE-D5E09ED8CCEB}"/>
                    </a:ext>
                  </a:extLst>
                </p14:cNvPr>
                <p14:cNvContentPartPr/>
                <p14:nvPr/>
              </p14:nvContentPartPr>
              <p14:xfrm>
                <a:off x="2205835" y="280428"/>
                <a:ext cx="504360" cy="1223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A0AED5-A590-A610-27EE-D5E09ED8CC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9715" y="274308"/>
                  <a:ext cx="516600" cy="12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FFD8A7-717A-B5C6-7F3F-A7A9EB10E7E2}"/>
                    </a:ext>
                  </a:extLst>
                </p14:cNvPr>
                <p14:cNvContentPartPr/>
                <p14:nvPr/>
              </p14:nvContentPartPr>
              <p14:xfrm>
                <a:off x="2445955" y="1193028"/>
                <a:ext cx="443520" cy="50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FFD8A7-717A-B5C6-7F3F-A7A9EB10E7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39835" y="1186908"/>
                  <a:ext cx="4557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ABCC2BF-7EAA-E3D7-CFB9-EBDE85FD29E7}"/>
                    </a:ext>
                  </a:extLst>
                </p14:cNvPr>
                <p14:cNvContentPartPr/>
                <p14:nvPr/>
              </p14:nvContentPartPr>
              <p14:xfrm>
                <a:off x="2568715" y="1160628"/>
                <a:ext cx="69480" cy="336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ABCC2BF-7EAA-E3D7-CFB9-EBDE85FD29E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62595" y="1154508"/>
                  <a:ext cx="817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822E3D1-F855-FC2F-B9A0-B457E6560F98}"/>
                    </a:ext>
                  </a:extLst>
                </p14:cNvPr>
                <p14:cNvContentPartPr/>
                <p14:nvPr/>
              </p14:nvContentPartPr>
              <p14:xfrm>
                <a:off x="1815235" y="3224868"/>
                <a:ext cx="545400" cy="286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822E3D1-F855-FC2F-B9A0-B457E6560F9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09115" y="3218748"/>
                  <a:ext cx="5576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B298546-3511-9A42-14B3-D42C1BC123BE}"/>
                    </a:ext>
                  </a:extLst>
                </p14:cNvPr>
                <p14:cNvContentPartPr/>
                <p14:nvPr/>
              </p14:nvContentPartPr>
              <p14:xfrm>
                <a:off x="3453595" y="2750388"/>
                <a:ext cx="474840" cy="172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B298546-3511-9A42-14B3-D42C1BC123B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47475" y="2744268"/>
                  <a:ext cx="4870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9A626A-C805-93F0-44F5-929A78ACD66B}"/>
                    </a:ext>
                  </a:extLst>
                </p14:cNvPr>
                <p14:cNvContentPartPr/>
                <p14:nvPr/>
              </p14:nvContentPartPr>
              <p14:xfrm>
                <a:off x="4172875" y="2396508"/>
                <a:ext cx="401760" cy="669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9A626A-C805-93F0-44F5-929A78ACD66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66755" y="2390388"/>
                  <a:ext cx="41400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28890F-D852-71F6-E71D-A4A7A6D3FE9C}"/>
                    </a:ext>
                  </a:extLst>
                </p14:cNvPr>
                <p14:cNvContentPartPr/>
                <p14:nvPr/>
              </p14:nvContentPartPr>
              <p14:xfrm>
                <a:off x="3050035" y="2705388"/>
                <a:ext cx="145080" cy="487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28890F-D852-71F6-E71D-A4A7A6D3FE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43915" y="2699268"/>
                  <a:ext cx="1573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3DD9E0A-A4DE-411D-0D80-DF0B61860C21}"/>
                    </a:ext>
                  </a:extLst>
                </p14:cNvPr>
                <p14:cNvContentPartPr/>
                <p14:nvPr/>
              </p14:nvContentPartPr>
              <p14:xfrm>
                <a:off x="5242075" y="2762628"/>
                <a:ext cx="384840" cy="72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3DD9E0A-A4DE-411D-0D80-DF0B61860C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35955" y="2756508"/>
                  <a:ext cx="3970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5D3B481-35AD-90FE-D837-07B0F5057869}"/>
                    </a:ext>
                  </a:extLst>
                </p14:cNvPr>
                <p14:cNvContentPartPr/>
                <p14:nvPr/>
              </p14:nvContentPartPr>
              <p14:xfrm>
                <a:off x="5425675" y="2313348"/>
                <a:ext cx="596160" cy="119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5D3B481-35AD-90FE-D837-07B0F505786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19555" y="2307228"/>
                  <a:ext cx="608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F3A08E1-765F-FA53-B597-A9BFEF45E196}"/>
                    </a:ext>
                  </a:extLst>
                </p14:cNvPr>
                <p14:cNvContentPartPr/>
                <p14:nvPr/>
              </p14:nvContentPartPr>
              <p14:xfrm>
                <a:off x="6229915" y="1859388"/>
                <a:ext cx="281160" cy="884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F3A08E1-765F-FA53-B597-A9BFEF45E19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23795" y="1853268"/>
                  <a:ext cx="29340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3596D2-13F7-E678-36EA-E1D5C63EE46F}"/>
                    </a:ext>
                  </a:extLst>
                </p14:cNvPr>
                <p14:cNvContentPartPr/>
                <p14:nvPr/>
              </p14:nvContentPartPr>
              <p14:xfrm>
                <a:off x="6131275" y="3555708"/>
                <a:ext cx="418320" cy="1234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3596D2-13F7-E678-36EA-E1D5C63EE46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25155" y="3549588"/>
                  <a:ext cx="430560" cy="12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BEA8EFA-0AAE-EECB-1F01-BE59C273584C}"/>
                    </a:ext>
                  </a:extLst>
                </p14:cNvPr>
                <p14:cNvContentPartPr/>
                <p14:nvPr/>
              </p14:nvContentPartPr>
              <p14:xfrm>
                <a:off x="7100035" y="3665508"/>
                <a:ext cx="129600" cy="548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BEA8EFA-0AAE-EECB-1F01-BE59C273584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93915" y="3659388"/>
                  <a:ext cx="1418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F8E3E2D-02E1-69BB-ADFF-7E4B8CF05394}"/>
                    </a:ext>
                  </a:extLst>
                </p14:cNvPr>
                <p14:cNvContentPartPr/>
                <p14:nvPr/>
              </p14:nvContentPartPr>
              <p14:xfrm>
                <a:off x="7379035" y="4094988"/>
                <a:ext cx="227160" cy="259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F8E3E2D-02E1-69BB-ADFF-7E4B8CF0539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72915" y="4088868"/>
                  <a:ext cx="2394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17873A-420C-7040-C70F-A353C5C89377}"/>
                    </a:ext>
                  </a:extLst>
                </p14:cNvPr>
                <p14:cNvContentPartPr/>
                <p14:nvPr/>
              </p14:nvContentPartPr>
              <p14:xfrm>
                <a:off x="8108035" y="3584868"/>
                <a:ext cx="268560" cy="532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17873A-420C-7040-C70F-A353C5C893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01915" y="3578748"/>
                  <a:ext cx="2808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701ABC5-1F5D-4C8B-016A-2091F9671B94}"/>
                    </a:ext>
                  </a:extLst>
                </p14:cNvPr>
                <p14:cNvContentPartPr/>
                <p14:nvPr/>
              </p14:nvContentPartPr>
              <p14:xfrm>
                <a:off x="8689795" y="3489108"/>
                <a:ext cx="398520" cy="682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701ABC5-1F5D-4C8B-016A-2091F9671B9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83675" y="3482988"/>
                  <a:ext cx="41076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63A11D-5EEC-30E5-225D-8BF2A91A2349}"/>
                    </a:ext>
                  </a:extLst>
                </p14:cNvPr>
                <p14:cNvContentPartPr/>
                <p14:nvPr/>
              </p14:nvContentPartPr>
              <p14:xfrm>
                <a:off x="8919835" y="3108588"/>
                <a:ext cx="825840" cy="1440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63A11D-5EEC-30E5-225D-8BF2A91A234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13715" y="3102468"/>
                  <a:ext cx="838080" cy="14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968635-3EC1-B5EF-BE2F-AA77B111A75B}"/>
                    </a:ext>
                  </a:extLst>
                </p14:cNvPr>
                <p14:cNvContentPartPr/>
                <p14:nvPr/>
              </p14:nvContentPartPr>
              <p14:xfrm>
                <a:off x="6570475" y="3325668"/>
                <a:ext cx="474840" cy="1431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968635-3EC1-B5EF-BE2F-AA77B111A75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64355" y="3319548"/>
                  <a:ext cx="487080" cy="14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FA201E3-7793-9DE7-C2DE-3701E6572114}"/>
                    </a:ext>
                  </a:extLst>
                </p14:cNvPr>
                <p14:cNvContentPartPr/>
                <p14:nvPr/>
              </p14:nvContentPartPr>
              <p14:xfrm>
                <a:off x="7202995" y="4903908"/>
                <a:ext cx="2217960" cy="144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FA201E3-7793-9DE7-C2DE-3701E657211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96875" y="4897788"/>
                  <a:ext cx="22302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8250F7C-73F9-C851-67A6-564AED27E3AE}"/>
                    </a:ext>
                  </a:extLst>
                </p14:cNvPr>
                <p14:cNvContentPartPr/>
                <p14:nvPr/>
              </p14:nvContentPartPr>
              <p14:xfrm>
                <a:off x="7359595" y="2338188"/>
                <a:ext cx="756360" cy="1116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8250F7C-73F9-C851-67A6-564AED27E3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53475" y="2332068"/>
                  <a:ext cx="768600" cy="11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423612A-0392-1A1E-CF99-F44F04024302}"/>
                    </a:ext>
                  </a:extLst>
                </p14:cNvPr>
                <p14:cNvContentPartPr/>
                <p14:nvPr/>
              </p14:nvContentPartPr>
              <p14:xfrm>
                <a:off x="8295235" y="1389948"/>
                <a:ext cx="560160" cy="651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423612A-0392-1A1E-CF99-F44F0402430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89115" y="1383828"/>
                  <a:ext cx="57240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7F40F2-F71A-77A6-73E4-CBCACFF39C5E}"/>
                    </a:ext>
                  </a:extLst>
                </p14:cNvPr>
                <p14:cNvContentPartPr/>
                <p14:nvPr/>
              </p14:nvContentPartPr>
              <p14:xfrm>
                <a:off x="8436355" y="2198148"/>
                <a:ext cx="723960" cy="702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7F40F2-F71A-77A6-73E4-CBCACFF39C5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30235" y="2192028"/>
                  <a:ext cx="73620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22A3A39-C827-EB32-BAC6-DDB2EB11B011}"/>
                    </a:ext>
                  </a:extLst>
                </p14:cNvPr>
                <p14:cNvContentPartPr/>
                <p14:nvPr/>
              </p14:nvContentPartPr>
              <p14:xfrm>
                <a:off x="9707155" y="1103028"/>
                <a:ext cx="228240" cy="990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22A3A39-C827-EB32-BAC6-DDB2EB11B01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01035" y="1096908"/>
                  <a:ext cx="240480" cy="10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146038C-5360-7F97-5336-55AA15D04A20}"/>
                    </a:ext>
                  </a:extLst>
                </p14:cNvPr>
                <p14:cNvContentPartPr/>
                <p14:nvPr/>
              </p14:nvContentPartPr>
              <p14:xfrm>
                <a:off x="9462355" y="2009508"/>
                <a:ext cx="640800" cy="804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146038C-5360-7F97-5336-55AA15D04A2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56235" y="2003388"/>
                  <a:ext cx="653040" cy="8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28BDBD-C9BA-973F-4F38-576A801DA00B}"/>
                    </a:ext>
                  </a:extLst>
                </p14:cNvPr>
                <p14:cNvContentPartPr/>
                <p14:nvPr/>
              </p14:nvContentPartPr>
              <p14:xfrm>
                <a:off x="10738195" y="772188"/>
                <a:ext cx="398160" cy="769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28BDBD-C9BA-973F-4F38-576A801DA00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32075" y="766068"/>
                  <a:ext cx="41040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96F4B88-1887-6B63-C117-15FF08E1B04C}"/>
                    </a:ext>
                  </a:extLst>
                </p14:cNvPr>
                <p14:cNvContentPartPr/>
                <p14:nvPr/>
              </p14:nvContentPartPr>
              <p14:xfrm>
                <a:off x="10289995" y="516228"/>
                <a:ext cx="893160" cy="1294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96F4B88-1887-6B63-C117-15FF08E1B0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83875" y="510108"/>
                  <a:ext cx="905400" cy="13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083C6DE-98F5-A1B8-9F59-291952608E8F}"/>
                    </a:ext>
                  </a:extLst>
                </p14:cNvPr>
                <p14:cNvContentPartPr/>
                <p14:nvPr/>
              </p14:nvContentPartPr>
              <p14:xfrm>
                <a:off x="11207275" y="955428"/>
                <a:ext cx="19800" cy="61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083C6DE-98F5-A1B8-9F59-291952608E8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201155" y="949308"/>
                  <a:ext cx="32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526EFBE-D588-1B83-EC4B-EEAD9A8AA761}"/>
                    </a:ext>
                  </a:extLst>
                </p14:cNvPr>
                <p14:cNvContentPartPr/>
                <p14:nvPr/>
              </p14:nvContentPartPr>
              <p14:xfrm>
                <a:off x="7034155" y="3599988"/>
                <a:ext cx="118440" cy="624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526EFBE-D588-1B83-EC4B-EEAD9A8AA76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28035" y="3593868"/>
                  <a:ext cx="13068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DC59C71-9034-B4C8-E0BA-9C10D37BDAA1}"/>
                    </a:ext>
                  </a:extLst>
                </p14:cNvPr>
                <p14:cNvContentPartPr/>
                <p14:nvPr/>
              </p14:nvContentPartPr>
              <p14:xfrm>
                <a:off x="7278595" y="2576868"/>
                <a:ext cx="1017360" cy="951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DC59C71-9034-B4C8-E0BA-9C10D37BDAA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72475" y="2570748"/>
                  <a:ext cx="1029600" cy="9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094195-6DCE-7D9C-1F76-5F3791ADEC95}"/>
                    </a:ext>
                  </a:extLst>
                </p14:cNvPr>
                <p14:cNvContentPartPr/>
                <p14:nvPr/>
              </p14:nvContentPartPr>
              <p14:xfrm>
                <a:off x="8681155" y="1829148"/>
                <a:ext cx="1425600" cy="856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094195-6DCE-7D9C-1F76-5F3791ADEC9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75035" y="1823028"/>
                  <a:ext cx="143784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88A7648-9E05-B2A5-EDAB-E444848A61CB}"/>
                    </a:ext>
                  </a:extLst>
                </p14:cNvPr>
                <p14:cNvContentPartPr/>
                <p14:nvPr/>
              </p14:nvContentPartPr>
              <p14:xfrm>
                <a:off x="10485115" y="1136868"/>
                <a:ext cx="62280" cy="560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88A7648-9E05-B2A5-EDAB-E444848A61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478995" y="1130748"/>
                  <a:ext cx="7452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1DD64C1-0DDD-CC30-EE41-D5FB29C8AF43}"/>
                    </a:ext>
                  </a:extLst>
                </p14:cNvPr>
                <p14:cNvContentPartPr/>
                <p14:nvPr/>
              </p14:nvContentPartPr>
              <p14:xfrm>
                <a:off x="10040515" y="836268"/>
                <a:ext cx="867240" cy="1375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1DD64C1-0DDD-CC30-EE41-D5FB29C8AF4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34395" y="830148"/>
                  <a:ext cx="879480" cy="13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469CED9-DF52-EFBD-917C-F2A092AEF466}"/>
                    </a:ext>
                  </a:extLst>
                </p14:cNvPr>
                <p14:cNvContentPartPr/>
                <p14:nvPr/>
              </p14:nvContentPartPr>
              <p14:xfrm>
                <a:off x="10517515" y="2482548"/>
                <a:ext cx="5040" cy="12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469CED9-DF52-EFBD-917C-F2A092AEF4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11395" y="2476428"/>
                  <a:ext cx="17280" cy="2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8809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DA6074-FC4B-8F2F-9607-FBD6C24A060F}"/>
                  </a:ext>
                </a:extLst>
              </p14:cNvPr>
              <p14:cNvContentPartPr/>
              <p14:nvPr/>
            </p14:nvContentPartPr>
            <p14:xfrm>
              <a:off x="2290075" y="394188"/>
              <a:ext cx="712800" cy="2757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DA6074-FC4B-8F2F-9607-FBD6C24A06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3955" y="388068"/>
                <a:ext cx="725040" cy="27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62362EB-E18D-C735-60E7-FC666BFB538A}"/>
                  </a:ext>
                </a:extLst>
              </p14:cNvPr>
              <p14:cNvContentPartPr/>
              <p14:nvPr/>
            </p14:nvContentPartPr>
            <p14:xfrm>
              <a:off x="5699275" y="1590468"/>
              <a:ext cx="148680" cy="267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62362EB-E18D-C735-60E7-FC666BFB53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93155" y="1584348"/>
                <a:ext cx="160920" cy="27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924668E-13ED-70A2-9FE2-5ABB6FD5762A}"/>
              </a:ext>
            </a:extLst>
          </p:cNvPr>
          <p:cNvGrpSpPr/>
          <p:nvPr/>
        </p:nvGrpSpPr>
        <p:grpSpPr>
          <a:xfrm>
            <a:off x="3684715" y="923388"/>
            <a:ext cx="1558800" cy="2280240"/>
            <a:chOff x="3684715" y="923388"/>
            <a:chExt cx="1558800" cy="228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187F26-EF8A-C071-882A-FA823FD06A85}"/>
                    </a:ext>
                  </a:extLst>
                </p14:cNvPr>
                <p14:cNvContentPartPr/>
                <p14:nvPr/>
              </p14:nvContentPartPr>
              <p14:xfrm>
                <a:off x="3684715" y="923388"/>
                <a:ext cx="589680" cy="822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187F26-EF8A-C071-882A-FA823FD06A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78595" y="917268"/>
                  <a:ext cx="601920" cy="83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DFD76F9-5CED-5E76-17D4-4A5FCC0E071F}"/>
                    </a:ext>
                  </a:extLst>
                </p14:cNvPr>
                <p14:cNvContentPartPr/>
                <p14:nvPr/>
              </p14:nvContentPartPr>
              <p14:xfrm>
                <a:off x="4380235" y="1554468"/>
                <a:ext cx="175320" cy="379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DFD76F9-5CED-5E76-17D4-4A5FCC0E071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74115" y="1548348"/>
                  <a:ext cx="1875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C939AA7-6121-453B-2B97-AEFC167091CC}"/>
                    </a:ext>
                  </a:extLst>
                </p14:cNvPr>
                <p14:cNvContentPartPr/>
                <p14:nvPr/>
              </p14:nvContentPartPr>
              <p14:xfrm>
                <a:off x="5050915" y="938148"/>
                <a:ext cx="52920" cy="822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C939AA7-6121-453B-2B97-AEFC167091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44795" y="932028"/>
                  <a:ext cx="6516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B2C3A4-349B-C7CA-739A-4B4B5AAE3703}"/>
                    </a:ext>
                  </a:extLst>
                </p14:cNvPr>
                <p14:cNvContentPartPr/>
                <p14:nvPr/>
              </p14:nvContentPartPr>
              <p14:xfrm>
                <a:off x="3918355" y="2189508"/>
                <a:ext cx="100800" cy="1014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B2C3A4-349B-C7CA-739A-4B4B5AAE37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12235" y="2183388"/>
                  <a:ext cx="113040" cy="10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681B8CA-763C-2105-64BB-B920545F5058}"/>
                    </a:ext>
                  </a:extLst>
                </p14:cNvPr>
                <p14:cNvContentPartPr/>
                <p14:nvPr/>
              </p14:nvContentPartPr>
              <p14:xfrm>
                <a:off x="4704595" y="2076468"/>
                <a:ext cx="19800" cy="39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681B8CA-763C-2105-64BB-B920545F50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98475" y="2070348"/>
                  <a:ext cx="32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8CBD5F-8CC4-54B1-1007-EDCC807E4DDE}"/>
                    </a:ext>
                  </a:extLst>
                </p14:cNvPr>
                <p14:cNvContentPartPr/>
                <p14:nvPr/>
              </p14:nvContentPartPr>
              <p14:xfrm>
                <a:off x="4918795" y="2034348"/>
                <a:ext cx="324720" cy="370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8CBD5F-8CC4-54B1-1007-EDCC807E4D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12675" y="2028228"/>
                  <a:ext cx="33696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A710252-61AB-0AF2-6DA3-34B7FFE11D19}"/>
              </a:ext>
            </a:extLst>
          </p:cNvPr>
          <p:cNvGrpSpPr/>
          <p:nvPr/>
        </p:nvGrpSpPr>
        <p:grpSpPr>
          <a:xfrm>
            <a:off x="6468955" y="63348"/>
            <a:ext cx="4010040" cy="2657160"/>
            <a:chOff x="6468955" y="63348"/>
            <a:chExt cx="4010040" cy="265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E5A1E84-4F1E-3DC9-9187-CF20AAE1B545}"/>
                    </a:ext>
                  </a:extLst>
                </p14:cNvPr>
                <p14:cNvContentPartPr/>
                <p14:nvPr/>
              </p14:nvContentPartPr>
              <p14:xfrm>
                <a:off x="9490435" y="63348"/>
                <a:ext cx="988560" cy="2657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E5A1E84-4F1E-3DC9-9187-CF20AAE1B5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484315" y="57228"/>
                  <a:ext cx="1000800" cy="266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60C18B-E4CF-691A-1627-BB5E42146D45}"/>
                    </a:ext>
                  </a:extLst>
                </p14:cNvPr>
                <p14:cNvContentPartPr/>
                <p14:nvPr/>
              </p14:nvContentPartPr>
              <p14:xfrm>
                <a:off x="6468955" y="720348"/>
                <a:ext cx="762120" cy="306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60C18B-E4CF-691A-1627-BB5E42146D4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62835" y="714228"/>
                  <a:ext cx="7743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9BBED8-CBA2-877A-FDF6-4C33EA35B203}"/>
                    </a:ext>
                  </a:extLst>
                </p14:cNvPr>
                <p14:cNvContentPartPr/>
                <p14:nvPr/>
              </p14:nvContentPartPr>
              <p14:xfrm>
                <a:off x="6945595" y="954348"/>
                <a:ext cx="90000" cy="699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9BBED8-CBA2-877A-FDF6-4C33EA35B20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39475" y="948228"/>
                  <a:ext cx="10224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A9C36D3-A43D-32E6-09CA-F3742FCEA5AC}"/>
                    </a:ext>
                  </a:extLst>
                </p14:cNvPr>
                <p14:cNvContentPartPr/>
                <p14:nvPr/>
              </p14:nvContentPartPr>
              <p14:xfrm>
                <a:off x="7277515" y="1199148"/>
                <a:ext cx="1031400" cy="349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A9C36D3-A43D-32E6-09CA-F3742FCEA5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71395" y="1193028"/>
                  <a:ext cx="10436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D8CBA2F-C990-97BB-8328-534E334CBB31}"/>
                    </a:ext>
                  </a:extLst>
                </p14:cNvPr>
                <p14:cNvContentPartPr/>
                <p14:nvPr/>
              </p14:nvContentPartPr>
              <p14:xfrm>
                <a:off x="8625715" y="1226868"/>
                <a:ext cx="20880" cy="132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D8CBA2F-C990-97BB-8328-534E334CBB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19595" y="1220748"/>
                  <a:ext cx="331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7A89B58-1D0E-D3EE-48FA-E9F0E2C29264}"/>
                    </a:ext>
                  </a:extLst>
                </p14:cNvPr>
                <p14:cNvContentPartPr/>
                <p14:nvPr/>
              </p14:nvContentPartPr>
              <p14:xfrm>
                <a:off x="8916235" y="967668"/>
                <a:ext cx="24480" cy="290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7A89B58-1D0E-D3EE-48FA-E9F0E2C292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10115" y="961548"/>
                  <a:ext cx="367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35B314-BF70-4924-1BDA-27E09946A50B}"/>
                    </a:ext>
                  </a:extLst>
                </p14:cNvPr>
                <p14:cNvContentPartPr/>
                <p14:nvPr/>
              </p14:nvContentPartPr>
              <p14:xfrm>
                <a:off x="9051235" y="766788"/>
                <a:ext cx="169200" cy="116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B35B314-BF70-4924-1BDA-27E09946A5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45115" y="760668"/>
                  <a:ext cx="181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E0BCA22-3F11-0D43-9DA9-93965B006C38}"/>
                    </a:ext>
                  </a:extLst>
                </p14:cNvPr>
                <p14:cNvContentPartPr/>
                <p14:nvPr/>
              </p14:nvContentPartPr>
              <p14:xfrm>
                <a:off x="9127195" y="917268"/>
                <a:ext cx="368280" cy="281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E0BCA22-3F11-0D43-9DA9-93965B006C3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21075" y="911148"/>
                  <a:ext cx="3805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4F1D851-B17F-F06F-6D54-023AEC419B1D}"/>
                    </a:ext>
                  </a:extLst>
                </p14:cNvPr>
                <p14:cNvContentPartPr/>
                <p14:nvPr/>
              </p14:nvContentPartPr>
              <p14:xfrm>
                <a:off x="7773235" y="1821588"/>
                <a:ext cx="757440" cy="499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4F1D851-B17F-F06F-6D54-023AEC419B1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67115" y="1815468"/>
                  <a:ext cx="76968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7862E08-E83C-CE06-3C12-4C23D0B12F8E}"/>
                    </a:ext>
                  </a:extLst>
                </p14:cNvPr>
                <p14:cNvContentPartPr/>
                <p14:nvPr/>
              </p14:nvContentPartPr>
              <p14:xfrm>
                <a:off x="7908235" y="1938588"/>
                <a:ext cx="574200" cy="527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7862E08-E83C-CE06-3C12-4C23D0B12F8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02115" y="1932468"/>
                  <a:ext cx="58644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2FCC27A-E6D8-51EF-61AA-72F71970E80C}"/>
                    </a:ext>
                  </a:extLst>
                </p14:cNvPr>
                <p14:cNvContentPartPr/>
                <p14:nvPr/>
              </p14:nvContentPartPr>
              <p14:xfrm>
                <a:off x="9016315" y="1658868"/>
                <a:ext cx="362160" cy="215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FCC27A-E6D8-51EF-61AA-72F71970E8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10195" y="1652748"/>
                  <a:ext cx="374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D92A0D0-96EA-4890-E6EA-89C1A363EC0C}"/>
                    </a:ext>
                  </a:extLst>
                </p14:cNvPr>
                <p14:cNvContentPartPr/>
                <p14:nvPr/>
              </p14:nvContentPartPr>
              <p14:xfrm>
                <a:off x="8775115" y="1476348"/>
                <a:ext cx="753840" cy="713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D92A0D0-96EA-4890-E6EA-89C1A363EC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68995" y="1470228"/>
                  <a:ext cx="76608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9ED9D29-5CDE-3077-CD1B-D645CB39E434}"/>
                    </a:ext>
                  </a:extLst>
                </p14:cNvPr>
                <p14:cNvContentPartPr/>
                <p14:nvPr/>
              </p14:nvContentPartPr>
              <p14:xfrm>
                <a:off x="9749635" y="1713228"/>
                <a:ext cx="43920" cy="33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9ED9D29-5CDE-3077-CD1B-D645CB39E4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43515" y="1707108"/>
                  <a:ext cx="5616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4E07A1-CA7B-E958-69A3-98ADE8B665F8}"/>
              </a:ext>
            </a:extLst>
          </p:cNvPr>
          <p:cNvGrpSpPr/>
          <p:nvPr/>
        </p:nvGrpSpPr>
        <p:grpSpPr>
          <a:xfrm>
            <a:off x="4915195" y="3413508"/>
            <a:ext cx="978840" cy="1439280"/>
            <a:chOff x="4915195" y="3413508"/>
            <a:chExt cx="978840" cy="143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870E08E-F121-D68F-4668-400F3CE0082C}"/>
                    </a:ext>
                  </a:extLst>
                </p14:cNvPr>
                <p14:cNvContentPartPr/>
                <p14:nvPr/>
              </p14:nvContentPartPr>
              <p14:xfrm>
                <a:off x="4915195" y="3457068"/>
                <a:ext cx="642240" cy="664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870E08E-F121-D68F-4668-400F3CE008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09075" y="3450948"/>
                  <a:ext cx="65448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D5D6B39-C8E4-45FA-A6C7-4601D6B701A7}"/>
                    </a:ext>
                  </a:extLst>
                </p14:cNvPr>
                <p14:cNvContentPartPr/>
                <p14:nvPr/>
              </p14:nvContentPartPr>
              <p14:xfrm>
                <a:off x="4984315" y="3413508"/>
                <a:ext cx="909720" cy="1439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D5D6B39-C8E4-45FA-A6C7-4601D6B701A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78195" y="3407388"/>
                  <a:ext cx="921960" cy="145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F3FAB47-A47B-9168-77E6-FB4B523991AD}"/>
              </a:ext>
            </a:extLst>
          </p:cNvPr>
          <p:cNvGrpSpPr/>
          <p:nvPr/>
        </p:nvGrpSpPr>
        <p:grpSpPr>
          <a:xfrm>
            <a:off x="2672035" y="3917148"/>
            <a:ext cx="1701360" cy="1668600"/>
            <a:chOff x="2672035" y="3917148"/>
            <a:chExt cx="1701360" cy="166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6CF6217-59DA-71CF-BD7B-E140EF9434A9}"/>
                    </a:ext>
                  </a:extLst>
                </p14:cNvPr>
                <p14:cNvContentPartPr/>
                <p14:nvPr/>
              </p14:nvContentPartPr>
              <p14:xfrm>
                <a:off x="2672035" y="4178508"/>
                <a:ext cx="743760" cy="1407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6CF6217-59DA-71CF-BD7B-E140EF9434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5915" y="4172388"/>
                  <a:ext cx="756000" cy="14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4339AA4-88FE-A1FD-426A-989B13BF0029}"/>
                    </a:ext>
                  </a:extLst>
                </p14:cNvPr>
                <p14:cNvContentPartPr/>
                <p14:nvPr/>
              </p14:nvContentPartPr>
              <p14:xfrm>
                <a:off x="2878315" y="3917148"/>
                <a:ext cx="1109160" cy="594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4339AA4-88FE-A1FD-426A-989B13BF002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72195" y="3911028"/>
                  <a:ext cx="112140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0852DCF-1992-E909-47BC-AAD4F8D9B857}"/>
                    </a:ext>
                  </a:extLst>
                </p14:cNvPr>
                <p14:cNvContentPartPr/>
                <p14:nvPr/>
              </p14:nvContentPartPr>
              <p14:xfrm>
                <a:off x="4315075" y="4644348"/>
                <a:ext cx="58320" cy="52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0852DCF-1992-E909-47BC-AAD4F8D9B85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08955" y="4638228"/>
                  <a:ext cx="70560" cy="6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529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326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737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460</TotalTime>
  <Words>25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Mono Lisa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2026-03-11T09:07:07Z</dcterms:created>
  <dcterms:modified xsi:type="dcterms:W3CDTF">2026-03-11T16:47:51Z</dcterms:modified>
</cp:coreProperties>
</file>