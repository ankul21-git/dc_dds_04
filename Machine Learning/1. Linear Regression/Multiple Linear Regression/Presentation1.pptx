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1.8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772 121 6925,'-17'-12'1750,"17"10"-1549,0 1 1,0-1-1,0 1 1,0-1-1,0 1 1,0-1-1,1 1 1,-1 0-1,0-1 1,1 1 0,-1-1-1,1 1 1,0 0-1,-1-1 1,1 1-1,0 0 1,0 0-1,0-1 1,1 0-1,-1 1 47,10-14 646,-2 2 1453,0-1 0,10-20 1,-18 32-232,-16 15-906,-10 10-518,0 1 0,2 0 0,-39 56 0,-51 97 536,70-106-878,-60 113 167,-157 389 0,227-487-461,3 1 1,4 2 0,-23 152-1,47-224-45,0-6-5,0 0 1,1 0-1,1 1 0,0-1 0,3 22 0,-3-30-5,1 0-1,0 0 1,0 0 0,0-1-1,1 1 1,-1 0-1,1-1 1,-1 1-1,1-1 1,0 1-1,0-1 1,0 0 0,0 0-1,0 0 1,1 0-1,-1 0 1,0-1-1,1 1 1,0-1-1,-1 1 1,1-1-1,0 0 1,0 0 0,-1 0-1,1 0 1,0-1-1,6 1 1,14 2-1,0-2 0,0 0 1,1-1-1,36-6 1,97-25-49,-83 15 41,461-105-74,-484 105 91,-28 8 1,41-9 0,-44 8-10,-4 3-8,-1-19-84,-10 19-680,-1 1 1,1 0-1,0 0 0,0 0 1,0 1-1,10-7 1,5-9-10299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2.2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244 15 8877,'7'12'1648,"-9"-15"-338,-6-21 6810,9 29-7176,0 7-441,-1 0 1,0 0 0,0 1-1,-1-1 1,-1 0 0,-5 22 0,-30 69 1143,2-10-802,15-35-363,-31 59 0,-14 37-1903,58-132-478,1 0 0,-5 37 0,11-50-2470,4-1 1991,-2-5 471,8 12-7218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2.4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30 6733,'-20'-30'8080,"40"33"-8860,3 3-500,-2 6-2432,12 9-2345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2.9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154 1 8993,'0'0'9778,"0"4"-8830,-8 36 595,-20 59 0,14-52-1080,-8 47 256,15-58-561,-2 0 0,-16 41 1,13-46 94,1 0 1,-6 34-1,16-62 217,5-4-344,9-4-98,-1-1-1,0 0 1,0 0 0,-1-1 0,0-1 0,17-14-1,62-67 54,-30 28 0,266-209 1106,-319 265-1046,1 0 0,-1 0-1,1 1 1,0 0 0,0 0-1,0 0 1,0 1 0,0 1-1,1-1 1,0 2 0,-1-1-1,1 1 1,11 0 0,-14 1-23,1 1 0,-1 0 0,0 0 0,0 0 1,0 1-1,1 0 0,-2 0 0,1 1 1,0-1-1,0 1 0,-1 0 0,1 1 1,-1 0-1,0 0 0,0 0 0,-1 0 0,1 1 1,6 8-1,0 2 80,0 1-1,-2 0 1,1 1 0,-2 0-1,9 27 1,23 95-172,4 12-207,-37-134-609,1 0 1,0-1 0,1 0 0,1 0 0,0-1-1,20 23 1,-20-28-1275,1 0-1,0 0 1,0-1-1,1-1 1,18 10 0,12-1-9649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3.4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146 175 12217,'0'0'3875,"2"1"-866,1 1-2739,7 3 53,-1 0 0,1 0-1,-1-1 1,1 0 0,0 0 0,1-1-1,-1-1 1,0 0 0,13 1 0,21 1 23,-10 0-111,1-2-1,50-3 0,-76 1-216,-1-1-1,0 0 1,0-1 0,0 0 0,0 0-1,0 0 1,-1-1 0,1-1-1,-1 1 1,1-1 0,-1 0-1,-1-1 1,1 1 0,0-1-1,-1-1 1,6-5 0,-10 8-13,1 0 0,-1 0 0,0 0 0,0 0 0,-1-1 0,1 1 0,0 0 0,-1-1 0,0 1 0,0-1 0,0 0 0,0 1 0,-1-1 0,1 0 0,-1 1 0,0-1 0,0 0 1,0 0-1,-1 1 0,1-1 0,-1 0 0,0 1 0,0-1 0,0 1 0,-1-1 0,1 1 0,-1-1 0,0 1 0,-3-5 0,2 4 73,-1-1 0,0 1 0,0 0 0,-1 0 0,1 0-1,-1 0 1,0 1 0,1-1 0,-2 1 0,1 1 0,0-1 0,-1 1 0,1 0 0,-1 0 0,1 0 0,-1 1 0,0 0-1,-11-1 1,3 2 96,0 0 0,0 1 0,0 1 0,0 0 0,0 1 0,1 0 0,0 1 0,-1 1 0,1 0 1,0 1-1,1 0 0,0 1 0,0 0 0,0 1 0,1 0 0,-16 16 0,2-1 57,2 1 0,1 1 0,0 1 0,2 1 0,1 1 0,2 1 0,0 0 0,2 1 0,-13 39 0,22-52-162,-4 13 69,1 1 1,1 0-1,-7 56 0,15-77-136,-1 0 0,1 0-1,1-1 1,0 1-1,1 0 1,-1-1-1,2 1 1,-1-1 0,1 0-1,1 1 1,0-2-1,0 1 1,1 0 0,0-1-1,0 0 1,12 14-1,-8-13-60,1 0 0,-1 0 0,1-1 0,0 0-1,1-1 1,0 0 0,0-1 0,1 0 0,15 5-1,-8-4-36,0-2 0,0 0 0,1-1 0,0-1 0,28 0 0,-6-3-132,-1-3 1,1-1 0,-1-2 0,0-2 0,45-14 0,-25 2-107,-1-2 1,-1-4 0,-1-1 0,-1-3 0,-2-3 0,-1-2-1,-2-2 1,-2-3 0,-1-1 0,49-56 0,-84 82 238,-2-1 0,0 0 0,11-18 0,-22 32 98,0 0 0,0 0-1,-1 1 1,1-1 0,0 0 0,-1 0 0,1 0 0,-1 0 0,1 0 0,-1 0 0,0 1 0,0-1 0,0 0 0,0 0 0,0 0 0,0 0 0,0 0 0,-1 0 0,1 0 0,-1 0 0,0 0-1,1 0 1,-1 1 0,0-1 0,0 0 0,0 0 0,0 1 0,0-1 0,-1 1 0,1-1 0,0 1 0,-1 0 0,1-1 0,-1 1 0,1 0 0,-1 0 0,0 0 0,1 0 0,-1 0 0,0 0 0,0 1-1,0-1 1,0 0 0,0 1 0,1 0 0,-1-1 0,0 1 0,0 0 0,0 0 0,0 0 0,-3 1 0,-17 1 64,-1 1 0,1 1 0,1 1 0,-1 1 0,1 1 0,0 1 0,0 1 0,1 1 0,-34 22 0,16-7 51,1 2 0,1 2 1,-59 62-1,85-80-109,0 0 1,2 1-1,-12 18 0,18-27 3,0 1-1,0 0 0,0-1 0,1 1 0,-1 0 0,1 0 0,0 0 0,0 0 0,0 0 1,0 0-1,1 1 0,0-1 0,0 0 0,0 0 0,0 0 0,2 6 0,-1-8-3,1 1-1,0-1 1,0 0-1,1 0 0,-1 0 1,0 0-1,1 0 1,-1 0-1,1 0 0,-1-1 1,1 1-1,0-1 0,0 0 1,3 1-1,-1 0 1,2 0 13,0 0-1,1 0 1,-1-1 0,0 0-1,1-1 1,-1 0-1,0 0 1,1 0 0,-1-1-1,0 0 1,10-3 0,2 1 33,61-11 491,-54 8-177,1 2-1,46-3 0,-65 7-370,1 0 0,-1 1 0,1 0 0,-1 1-1,0-1 1,1 2 0,-1-1 0,0 1 0,0 0 0,-1 1 0,1 0-1,12 9 1,15 16-1447,5 9-3599,-5-5-4098,-20-21-694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3.8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0 11897,'2'2'2088,"2"2"-1473,0 0 0,0 1 0,-1-1 0,1 1 0,-1 0 0,0 0 0,-1 0-1,1 0 1,-1 1 0,0-1 0,2 10 0,2 3-343,7 19 334,-3 0-1,-1 0 1,-1 1 0,-3 0 0,-1 0-1,-1 53 1,-5-35-273,-3 1 0,-2-1 0,-23 91 0,26-136-298,-1 13 129,-1-1 1,-1-1-1,-2 0 1,-19 40-1,22-54 99,1 1-1,1 1 1,-1-1-1,-2 11 0,5-16 167,2-7-26,1-7-309,0 0 0,0 1 0,1-1 0,1 0 0,-1 1 0,1 0-1,1 0 1,0 0 0,7-13 0,9-9 10,27-36 0,-28 41-52,48-63-47,4 3-1,102-97 1,-128 142-1144,2 1-1,1 3 1,2 2 0,2 2 0,98-46-1,-72 50-3042,-26 15-1810,6 3-5436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4.6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527 67 12233,'4'-9'1187,"1"1"0,-1-1 0,1 1 0,1 0 0,-1 0 0,10-8 6511,-18 17-6792,-2 4-690,0-1 1,0 1 0,0 0 0,0 0 0,1 0 0,0 0-1,0 1 1,0 0 0,1 0 0,0 0 0,0 0-1,1 1 1,-4 11 0,-8 16 429,-159 309 475,162-321-1115,-36 66-6,-20 35 0,-72 189 0,136-302-8,-43 137-1398,43-132 1155,0-1 1,1 1-1,1 0 1,0 0-1,1 0 0,1 0 1,0-1-1,4 21 0,-4-32-36,0 1-1,1 0 1,-1-1-1,1 1 0,-1-1 1,1 1-1,0-1 1,1 0-1,-1 1 1,0-1-1,1-1 0,0 1 1,0 0-1,0-1 1,0 1-1,0-1 0,0 0 1,1 0-1,-1 0 1,1 0-1,-1-1 1,6 2-1,-5-2-393,0 0 0,0 0 1,0-1-1,1 0 0,-1 0 1,0 0-1,0 0 0,0 0 0,0-1 1,0 0-1,1 0 0,-1 0 0,0 0 1,4-3-1,38-18-8607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5.0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274 205 6745,'0'-6'460,"0"0"0,1 0 0,-1 0 0,1 1 0,0-1 0,0 0-1,1 1 1,0-1 0,0 1 0,0-1 0,1 1 0,5-9 0,2 0 1231,0 0-1,1 1 0,16-15 0,-23 24-1433,1 0 0,0 0 0,0 0 0,0 0 0,0 1-1,1-1 1,-1 2 0,12-6 0,-7 4 136,-3 2-167,0-1-1,0 1 0,0 0 1,1 1-1,-1 0 1,0 0-1,1 0 1,-1 1-1,0 0 1,11 2-1,-1 1 43,1 1-1,25 8 1,-36-9-207,4 1-34,0 0 0,-1 1 0,1 0 0,-1 0 0,0 1 1,-1 1-1,1 0 0,-1 0 0,-1 1 0,1 0 0,-1 0 0,-1 1 0,1 0 0,-2 1 0,1-1 0,-1 1 0,-1 1 0,0-1 0,0 1 0,-1-1 0,0 1 0,-1 1 0,0-1 0,-1 0 0,0 1 0,-1-1 0,-1 1 0,1 0 0,-2-1 0,-2 17 0,-4 5-236,-3-1-1,-1 0 0,-1 0 0,-1-1 0,-2-1 0,-1 0 0,-2-2 1,-31 41-1,-21 16-764,-101 93 0,134-141 647,-11 12-260,-3-3-1,-98 71 0,101-90 291,45-27 282,1 0 0,-1 0 1,0 0-1,1-1 1,-1 1-1,1-1 0,-1 1 1,1-1-1,-1 0 1,1 0-1,0 0 1,-1 0-1,1-1 0,-4-2 1,5 3 22,-1-1-1,1 0 1,0 1 0,0-1-1,0 0 1,0 0 0,1 0-1,-1 0 1,0 0 0,1 0-1,-1 0 1,1 0 0,0 0-1,0 0 1,0 0 0,0 0 0,0-2-1,6-42 497,-3 21-39,-2 23-402,-1 0 1,0 0-1,1 1 1,-1-1-1,1 0 1,0 0-1,0 0 1,-1 0-1,1 1 1,0-1-1,1 0 1,-1 1-1,0-1 1,0 1-1,2-2 1,-2 3-37,0-1-1,-1 1 1,1-1 0,0 1-1,-1 0 1,1-1 0,0 1-1,0 0 1,0 0 0,-1-1 0,1 1-1,0 0 1,0 0 0,0 0-1,-1 0 1,1 0 0,0 0-1,0 0 1,0 1 0,0-1 0,-1 0-1,1 0 1,0 1 0,0-1-1,-1 0 1,1 1 0,0-1-1,-1 1 1,1-1 0,0 1-1,-1-1 1,1 1 0,0-1 0,-1 1-1,1 0 1,-1-1 0,1 1-1,-1 0 1,0-1 0,1 1-1,-1 1 1,7 9 240,0 0-1,-1 1 1,0 0-1,-1 0 0,6 25 1,10 68 663,-3-10-509,-4-42-852,3-1 0,32 69 0,-33-87-1104,2-2 0,28 39 1,-37-58 48,1-2 0,1 1 0,0-2 0,0 1 0,22 14 0,25 12-6841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5.8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202 400 10341,'132'11'6795,"-93"-8"-6214,0-2 1,0-2-1,43-6 1,-54 3-383,-1-1 1,0-2-1,0 0 1,-1-2 0,34-15-1,-54 21-151,0-1 0,0 1 1,-1-2-1,1 1 0,-1 0 0,0-1 0,0 0 0,0 0 0,-1-1 0,1 1 0,-2-1 0,1 0 1,0 0-1,-1 0 0,0-1 0,-1 1 0,1-1 0,-1 0 0,-1 1 0,1-1 0,-1 0 1,0 0-1,-1 0 0,1 0 0,-1 0 0,-1 0 0,0 0 0,0 0 0,0 0 0,0 0 0,-1 1 1,0-1-1,-1 1 0,0-1 0,0 1 0,0 0 0,-1 0 0,1 0 0,-9-9 0,7 10 22,0 1 0,-1 0 0,0 0 0,0 0 0,0 1 0,0 0 0,0 0 0,-1 1 0,1 0 0,-11-3 0,8 3 40,0 0 35,-1 0 0,0 1 0,0 0 0,0 1 0,0 0-1,0 1 1,0 0 0,1 0 0,-1 1 0,-11 4 0,8-3 24,-12 3 131,0 2 0,1 1 0,0 1 1,1 1-1,0 1 0,1 1 1,-39 29-1,8 1 343,-79 85-1,110-106-510,2 2-1,1 1 0,-17 28 0,28-41-92,2 0 0,0 0-1,0 1 1,1 0 0,0 0-1,2 0 1,-1 0-1,1 1 1,-1 17 0,4-25-67,0 0 1,1 0 0,-1 0 0,1 0-1,0 0 1,1 0 0,-1 0-1,1 0 1,0-1 0,1 1 0,-1-1-1,1 0 1,0 1 0,1-1-1,-1 0 1,1-1 0,0 1 0,0-1-1,0 0 1,1 0 0,-1 0-1,1 0 1,0-1 0,0 0 0,0 0-1,6 2 1,10 4-306,0-1-1,1-1 1,-1-1 0,1-1-1,36 3 1,-9-3 44,-1-3 0,0-2 1,1-2-1,-1-2 0,0-2 0,0-2 1,-1-3-1,0-1 0,-1-2 0,48-23 1,-35 11 179,-2-4 0,-1-1 0,-2-3 0,-1-2 0,-1-3 0,-3-2 0,49-51 0,-64 57 103,-1-1 0,-2-2 0,-1-1 0,-3-2 0,32-59-1,-57 96 27,0 0 0,-1 0 0,1 0 0,-1 0 0,0 0 0,0 0 0,0-1 0,-1 1 0,1 0 0,-1 0 0,0-1 0,0 1 0,-1-5 0,0 8-11,1-1-1,-1 0 1,0 1-1,0-1 0,1 1 1,-1-1-1,0 0 0,0 1 1,0 0-1,-1-1 1,1 1-1,0 0 0,-1-1 1,1 1-1,0 0 0,-1 0 1,1 0-1,-1 0 1,0 1-1,1-1 0,-1 0 1,0 1-1,1-1 0,-1 1 1,0-1-1,0 1 1,1 0-1,-1 0 0,0 0 1,0 0-1,-2 0 0,-8 1 29,0 0 0,1 1 0,-1 1-1,1 0 1,-1 0 0,1 1 0,0 1-1,0 0 1,1 0 0,0 1 0,0 0 0,-15 12-1,3 0 10,1 1 1,0 1-1,1 1 0,-18 25 0,34-39-31,-1 0-1,1 0 1,1 0-1,-1 0 1,1 1-1,0 0 1,1-1-1,0 1 1,-2 13-1,4-19-10,0-1 1,-1 1-1,1 0 0,0-1 0,0 1 1,0-1-1,0 1 0,0-1 1,0 1-1,0 0 0,1-1 0,-1 1 1,0-1-1,1 1 0,0-1 0,-1 1 1,1-1-1,0 1 0,0-1 1,-1 0-1,1 0 0,0 1 0,0-1 1,1 0-1,-1 0 0,0 0 0,0 0 1,0 0-1,1 0 0,-1 0 1,0 0-1,1-1 0,-1 1 0,1-1 1,-1 1-1,1-1 0,-1 1 0,1-1 1,0 0-1,-1 1 0,1-1 0,-1 0 1,1 0-1,-1-1 0,1 1 1,0 0-1,-1 0 0,1-1 0,-1 1 1,3-1-1,6-2 110,-1 0 0,1-1 0,-1 0 0,0 0 0,0-1 0,0 0 0,-1-1 0,0 0 0,0 0 0,0-1 0,-1 0 0,0 0 0,0-1 0,-1 1 0,0-2 0,0 1 0,-1-1 0,0 1 0,0-1 0,-1-1 0,4-12-1,22-40 1660,-22 87-1415,-5-9-305,-1 0 1,0 0 0,-1 0-1,0 0 1,-2 0 0,-4 32-1,-27 101 131,20-99-141,-160 689 361,50-318-331,-29-11 84,65-199 253,79-196-265,6-13 119,3-7-178,24-61-10,44-82 0,-52 114-50,65-118-394,154-214-1,-63 155-2839,-151 186 1593,34-28 0,87-60-8197,-117 94 4007,30-16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6.2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128 124 13085,'-26'-49'2167,"25"47"-1981,0 0 1,1 1-1,-1-1 0,1 0 1,-1 0-1,1 1 0,0-1 1,-1 0-1,1 0 0,0 0 1,0 1-1,0-1 0,1 0 0,-1 0 1,0 0-1,1 1 0,-1-1 1,1 0-1,-1 1 0,1-1 1,0 0-1,0 1 0,0-1 1,0 1-1,0-1 0,0 1 1,0 0-1,0-1 0,1 1 1,-1 0-1,0 0 0,3-2 0,0 0 111,0 1-1,0 0 0,0-1 1,0 1-1,1 1 0,-1-1 1,0 1-1,1 0 0,8-2 1,-4 3-182,0 1 1,0-1 0,0 2 0,0-1 0,0 1 0,0 0-1,0 1 1,-1 0 0,0 1 0,1 0 0,-1 0-1,-1 0 1,1 1 0,0 0 0,-1 1 0,0 0 0,-1 0-1,1 0 1,5 8 0,-3-2-66,0-1 0,0 2 0,-1-1 0,-1 1 1,0 0-1,-1 1 0,-1 0 0,0 0 0,0 0 0,4 29 0,-6-18-5,-2 0 0,0-1 1,-2 1-1,0 0 0,-2-1 0,-1 1 0,-8 29 0,1-20-43,-1-1 1,-1-1-1,-1 0 1,-30 46-1,4-18 171,-4-3 1,-1-1-1,-3-3 0,-77 67 1,123-118 174,3-4-335,-1 1 0,1-1 0,-1 1 0,1 0 0,0-1 0,-1 1 0,1 0 0,0 0 0,0-1 0,0 1 0,2-2 0,4-4 26,243-286-19,25 15-2990,-187 191 1233,73-63-2728,-44 63-2618,-24 30-2712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7.0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164 809 7813,'3'-1'311,"-1"0"0,1 0 0,-1 0 0,1 0 0,-1 0 0,1 0 0,-1 0 1,0-1-1,0 1 0,1-1 0,-1 0 0,0 0 0,3-4 0,30-22 2030,102-62 1346,-111 71-3044,-2-1 0,0-1 1,32-37-1,-51 52-500,0-1 0,0 1 0,-1-1 0,0 0 0,-1 0 0,1-1 0,2-8 1,-5 13-108,-1 1 0,1 0 0,-1-1 0,1 1 0,-1-1 0,0 1 1,0-1-1,0 1 0,0-1 0,0 1 0,-1-1 0,1 1 0,-1-1 0,0 1 1,1 0-1,-1-1 0,0 1 0,-1 0 0,1 0 0,0 0 0,0-1 1,-1 1-1,0 1 0,1-1 0,-1 0 0,0 0 0,0 1 0,-3-3 0,1 1 52,-1 1-1,1 0 0,-1 0 0,0 1 0,0-1 0,1 1 0,-1 0 0,0 0 1,0 1-1,0-1 0,0 1 0,0 0 0,0 1 0,-7 0 0,-2 2 168,1-1-1,-1 2 0,-23 9 0,17-4-2,1 0 0,1 2 0,0 0 1,1 1-1,0 1 0,-28 28 0,19-14 80,2 1-1,-41 60 1,52-68-231,1 0-1,1 0 1,1 2 0,1-1-1,1 1 1,1 0-1,-8 42 1,13-56-86,1 0 1,0 0-1,1 0 1,0 0-1,0 1 1,1-1-1,0 0 0,0 0 1,1 0-1,0-1 1,1 1-1,0 0 1,0-1-1,0 1 0,1-1 1,0 0-1,0 0 1,1-1-1,0 1 1,0-1-1,0 0 1,1 0-1,0-1 0,0 0 1,14 9-1,-8-7-34,0-1 0,1-1 0,0 0 0,0 0 0,1-1 0,-1-1 0,1 0 0,0-1 0,0-1 0,0 0 1,0-1-1,0 0 0,0-1 0,15-3 0,0-1-13,0-2 1,-1-1 0,0-1 0,0-1 0,47-25-1,-35 11-2,-1-1-1,-1-3 0,-1 0 0,58-60 0,114-151-9,-155 172 189,-3-1-1,55-98 1,-73 110 145,3-7 584,74-99-1,-107 158-795,0 1-1,-1 0 1,1 0 0,0 0-1,1 0 1,-1 1 0,0-1-1,6-2 1,-3 25 151,8 176 55,-7-71-212,-5-36-69,-12 74-47,7-130 55,-1 0 0,-2 0 1,-1 0-1,-2-1 0,-13 33 0,9-31-9,-2-1-1,-2 0 1,-29 45-1,-72 83 20,22-31 119,95-128-139,0-1-1,-1 1 1,1-1-1,0 1 1,0-1 0,0 1-1,1 0 1,-1-1-1,0 1 1,1 0 0,-1 0-1,1-1 1,-1 1-1,1 0 1,0 0 0,0 0-1,0 0 1,0-1-1,0 1 1,0 2-1,1-3-2,0 0 0,0 0 0,-1 0 0,1 0 0,0-1 0,0 1 0,0 0 0,0-1 0,0 1 0,0 0 0,0-1 0,0 1 0,0-1 0,0 0 0,0 1 0,0-1 0,1 0 0,-1 1 0,0-1 0,0 0 0,0 0 0,2 0 0,8-1-22,-1 0 0,0 0 0,0-1 0,0 0 0,15-5 0,10-7-73,-1-1-1,-1-2 1,49-32 0,82-77-233,85-129-40,-157 153 279,252-315 11,-313 375 128,14-19 393,51-90 0,-90 138-401,-2 8 14,-1-1 0,0 1 0,-1-1 0,1 1 0,-1-1 0,0 0 0,0 0-1,-1 0 1,1-10 0,-4 16-38,0 1-1,-1-1 1,1 1 0,0 0-1,-1-1 1,1 1-1,0 0 1,0 0-1,0 1 1,0-1-1,-3 3 1,-2 5-16,1 1 0,1 0 0,-1 0 0,2 1 0,0-1 0,0 1 0,0 0 0,2 0 0,-1 1 0,1-1 0,1 0 0,0 18 0,2 13 0,12 85 0,-13-126 0,10 82 0,7 72 0,-6-3 0,-11-124 0,-2 1 0,-8 38 0,6-48 0,-2-1 0,0-1 0,-1 1 0,-1-1 0,0 0 0,-2 0 0,0-1 0,0-1 0,-2 0 0,0 0 0,0-1 0,-1-1 0,-23 19 0,5-8 0,0-1 0,-1-1 0,-2-2 0,0-1 0,-54 21 0,71-33-291,14-6-1208,7-6-3378,5-6 2643,1 1 1,0 0 0,1 0 0,23-15-1,22-7-9715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7.2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365 4 12981,'-4'-1'427,"0"1"0,-1-1-1,1 0 1,-1 1 0,1 0-1,0 0 1,-1 0 0,1 1 0,-1-1-1,1 1 1,0 0 0,-1 1-1,1-1 1,0 1 0,0-1 0,0 1-1,0 0 1,0 1 0,1-1-1,-1 1 1,1 0 0,-1 0 0,1 0-1,0 0 1,-4 5 0,-3 7 555,0 1 0,1-1 0,1 2 0,-12 32 1,17-43-904,-96 299 3602,46-130-3843,41-135-1254,-12 65 0,20-78-1878,-1 47 0,6-64 1231,-1 0 0,2 0 0,-1 0 0,5 13 0,1-6-7803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7.4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52 11729,'-3'-18'2428,"6"3"-252,1-3 5641,19 24-8805,0 0-860,-13 9-1100,7 15-2537,0 0-4412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7.8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191 112 14285,'0'3'323,"-1"0"0,0-1-1,0 1 1,0 0-1,0 0 1,0 0-1,-1-1 1,1 1 0,-1 0-1,0-1 1,1 0-1,-1 1 1,0-1 0,-4 3-1,-16 25 1843,13-8-680,2 0-1,-8 38 0,-2 6-62,-44 149 1119,49-162-2182,2 1 1,-3 60-1,12-95-282,1 0 1,1 1-1,0-1 0,2 0 1,0 0-1,7 25 1,-8-37-54,0-1 1,1 1 0,0-1-1,0 0 1,0 1 0,1-1-1,0 0 1,0-1-1,0 1 1,1-1 0,-1 0-1,1 0 1,1 0 0,-1-1-1,1 0 1,0 0 0,0 0-1,0-1 1,0 0 0,10 4-1,-6-4-12,-1-1-1,0 0 0,1 0 1,-1-1-1,1-1 0,-1 1 1,1-1-1,-1-1 0,1 0 1,-1 0-1,1-1 0,11-4 0,-8 1 5,0 0-1,0-1 0,-1-1 0,0 0 1,0 0-1,-1-1 0,19-17 0,-8 2-12,-1 0-1,0-2 0,-2 0 0,-1-1 0,-1-1 1,24-53-1,-23 40 44,-3-1 1,-1 0-1,-2-1 0,-1 0 0,-3-1 1,5-59-1,-12 77-10,-1-1 0,-1 1 1,-2 0-1,0 0 0,-9-31 0,8 39-25,-2 1 0,0-1 0,-1 1 0,-1 0 0,0 1 0,-1 0 0,-1 0 0,-15-17 0,19 25-19,-1 0 0,1 1 0,-1 0 0,0 0 0,-1 1 0,0 0 0,0 0 0,0 1 0,0 0 0,-1 0 0,1 1 0,-10-3 0,15 6-121,-1-1 1,1 1-1,0 0 1,0 0-1,0 1 1,0-1-1,-1 1 1,1-1-1,0 1 0,0 0 1,0 0-1,0 0 1,0 1-1,1-1 1,-1 1-1,0 0 0,1-1 1,-1 1-1,-3 4 1,2-2-162,0 0-1,0 0 1,1 0 0,-1 0 0,1 1 0,0 0 0,0 0-1,1 0 1,0 0 0,-3 5 0,3-2-379,1 1 1,-1-1-1,1 0 1,1 0 0,0 1-1,0-1 1,0 0-1,2 10 1,12 41-6503,8 4-3558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8.2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161 160 13269,'1'-7'339,"1"-10"1283,-1 1-1,-1-32 1,-7 21 4790,4 24-3567,3 14-1525,1 18-917,-1-1 0,-1 1 0,-1-1 0,-7 33 0,-32 112 181,-6-42-262,33-95-256,1 0 0,-15 69 1,27-102 11,3-3-75,-1-1 1,0 1-1,1-1 0,-1 1 0,1-1 0,-1 0 0,0 0 0,1 0 1,-1 0-1,0 0 0,2-2 0,5-3-9,12-9 13,0-2 0,0-1-1,-2 0 1,19-24-1,0 0 27,21-20 28,2 2-1,3 3 0,2 3 1,3 3-1,82-47 0,-138 91-53,181-93 44,-169 90-51,0 0 0,1 2 1,0 1-1,0 1 0,1 1 0,31-2 0,-52 6 0,0 1 0,0 1 0,0-1 0,0 1 0,0-1 0,0 1 0,0 1 0,0-1 0,0 1 0,-1 0 0,1 0 0,-1 0 0,1 1 0,4 3 0,7 4 0,-1 1 0,-1 0 0,22 22 0,-29-26 0,-1 1 0,0-1 0,-1 1 0,0 0 0,0 0 0,0 0 0,-1 1 0,-1 0 0,1 0 0,-2 0 0,1 0 0,1 12 0,-1 11 0,-2 0 0,-1 1 0,-1-1 0,-2 1 0,-10 47 0,-52 157 0,-13-46 25,48-124-89,-26 87 0,51-138-591,1 0 0,1 1 0,-1 29 0,4-39-129,0-1-1,0 1 1,1-1-1,0 1 1,3 8 0,-3-12-32,0 1 1,1-1 0,-1 0-1,1 0 1,0 0 0,0 0 0,0 0-1,0 0 1,0 0 0,5 4 0,33 16-12571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8.4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21 15269,'-61'-15'15742,"81"9"-14810,-3 6-312,-7 12-580,0 0-588,0 3-1012,7 6-508,-14-6-965,7 28-287,-3 8-3201,3-3-6048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8.5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76 11753,'-10'21'12273,"17"-39"-10781,0 0-348,9 12-347,8 3-497,9 0-805,24-6-463,-13 3-744,6-3-1004,7 0 432,7 3-3537,6-3-4948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09:58.7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47 251 14105,'-40'-100'3185,"33"76"-373,27 0-288,4 3-420,-14 12-252,20-6-439,24-3-273,-4 3-216,10 9-168,7-6-136,4 9-544,9 0-416,10 9-892,1 6-480,-1-3-965,-9 6-1187,-8 12-2549,8 3-5876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2.2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177 137 8757,'11'-45'2496,"-11"44"-2422,0 1 0,0 0 0,1-1 0,-1 1 0,0-1 1,0 1-1,0 0 0,0-1 0,0 1 0,1-1 0,-1 1 0,0-1 0,0 1 0,0-1 0,0 1 1,0 0-1,-1-1 0,1 1 0,0-1 0,0 1 0,0-1 0,0 1 0,0 0 0,0-1 0,-1 1 0,1-1 1,0 1-1,0 0 0,-1-1 0,1 1 0,-46-64 8335,45 63-8145,1 0-1,-1 0 1,1 0 0,-1 0 0,0 0 0,1 0 0,-1 0 0,0 0 0,0 0-1,0 1 1,0-1 0,0 0 0,0 0 0,-1 0 0,1 1-142,1 0 0,0 0 0,-1 0 0,1 0 0,0 0 0,-1 0 0,1 0 0,-1 0 0,1 0 0,0 0 0,-1 0 0,1 0 0,0 0 0,-1 1 0,1-1 1,0 0-1,-1 0 0,1 0 0,0 1 0,0-1 0,-1 0 0,1 0 0,0 1 0,0-1 0,-1 0 0,1 0 0,0 1 0,0-1 0,-1 1 0,0 2 207,0 1 1,-1-1-1,1 1 0,0-1 0,1 1 0,-1-1 0,0 6 1,1 18-162,1 1 1,7 43 0,2 22-120,-34 666-49,17-654 0,-8 142 0,-42 700 0,31 0 0,89-39 0,-60-885 0,23 160 0,-20-157 0,0 1 0,2-1 0,1 0 0,21 41 0,15 8 0,-26-44 0,0 0 0,-2 2 0,12 34 0,-19-43 0,-7-20 0,1-2 0,-4-2 1,0 0 0,1 1 0,-1-1 0,0 0 0,0 0 0,0 1 0,1-1 0,-1 0 1,0 0-1,0 0 0,0 1 0,1-1 0,-1 0 0,0 0 0,1 0 0,-1 0 0,0 0 0,0 0 0,1 0 0,-1 1 0,0-1 0,0 0 0,1 0 0,-1 0 0,0 0 1,1 0-1,-1 0 0,0 0 0,1 0 0,-1-1 0,0 1 0,0 0 0,1 0 0,-1 0 0,0 0 0,0 0 0,1 0 0,-1 0 0,0-1 0,0 1 0,1 0 0,-1 0 1,0 0-1,0-1 0,0 1 0,1 0 0,-1 0 0,0-1 0,0 1 0,0 0 0,0 0 0,0-1 0,1 1 0,4-17-146,-5 14-7,59-201-9369,-32 112 1808,0-5-4596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3.1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1 3640,'0'0'17677,"-13"3"-15302,-31 22 1561,41-23-3080,7 0 20,6 3-623,0 0 0,1-1 0,-1 0 0,1 0 0,0-1-1,0-1 1,19 3 0,88-1 313,-52-3-300,1180 8 286,-1121-12-552,380-15 0,-476 16-44,52-11 1,-78 13-542,-21 0-4362,3 3-420,30 3-2189,3 0-3685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3.9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1360 11313,'-1'15'2149,"1"-14"-2070,0-1 0,-1 0 1,1 0-1,0 0 0,-1 0 0,1 0 0,0 0 0,-1 0 0,1 0 1,0 0-1,-1 0 0,1 0 0,-1 0 0,1 0 0,0 0 1,-1 0-1,1 0 0,0 0 0,-1 0 0,1 0 0,0 0 0,-1-1 1,1 1-1,0 0 0,-1 0 0,1 0 0,0-1 0,-1 1 0,-2-2 2162,-20 2 1845,22 0-3871,0 1 0,0-1 0,0 0 0,0 0 1,0 0-1,1 0 0,-1 0 0,0 0 0,0-1 0,0 1 0,0 0 0,0 0 0,0-1 1,1 1-1,-1 0 0,0-1 0,0 1 0,0-1 0,1 1 0,-1-1 0,0 0 0,1 1 1,-1-1-1,0 0 0,1 1 0,-2-2 0,2-27 4660,3 14-4875,0 0 0,1 0 0,1 0 0,0 1 0,1 0 0,13-23 0,12-30 0,17-66 0,-6-2 0,29-169 0,-63 263 0,32-205 0,-35 198 0,-2 1 0,-3-1 0,-6-58 0,7 105 0,-1-1 0,-1 1 0,1-1 0,0 0 0,0 1 0,-1-1 0,1 1 0,-1-1 0,1 1 0,-1-1 0,0 1 0,1 0 0,-1-1 0,0 1 0,0 0 0,0-1 0,0 1 0,0 0 0,0 0 0,0 0 0,-1 0 0,0-1 0,0 2 0,0-1 0,1 1 0,-1 0 0,1 0 0,-1 0 0,0 0 0,1 0 0,-1 0 0,1 0 0,-1 0 0,1 1 0,-1-1 0,0 0 0,1 1 0,-1 0 0,1-1 0,-3 2 0,-4 3 0,1 0 0,-1 1 0,1 0 0,0 0 0,0 0 0,-6 9 0,-8 14 0,2 1 0,2 0 0,1 2 0,1-1 0,-14 44 0,17-40 0,0 2 0,2 0 0,2 0 0,2 1 0,-4 71 0,10-78 0,2 0 0,0-1 0,2 1 0,1-1 0,2 0 0,1 0 0,21 50 0,-5-27 0,3-2 0,48 68 0,79 86 0,32 49 0,-162-219 0,-3 1 0,-1 1 0,-1 0 0,-2 2 0,14 48 0,-28-75 0,0 0 0,-1 0 0,0 0 0,-1 0 0,0 0 0,-1 0 0,0 1 0,-1-1 0,0 0 0,-1 0 0,-1 0 0,0 0 0,0 0 0,-1-1 0,-1 0 0,0 1 0,0-1 0,-1-1 0,0 1 0,-1-1 0,-1 0 0,-11 12 0,0-4 0,-1 0 0,-1-1 0,-1-2 0,-1 0 0,0-1 0,-44 20 0,4-9 0,-97 27 0,135-45 0,-43 10 0,62-16 0,0 0 0,0-1 0,-1 1 0,1-1 0,0-1 0,-1 1 0,1-1 0,-10-3 0,15 4 0,0 0 0,0 0 0,1 0 0,-1-1 0,0 1 0,1 0 0,-1 0 0,1-1 0,-1 1 0,0-1 0,1 1 0,-1-1 0,1 1 0,-1-1 0,1 1 0,-1-1 0,1 1 0,0-1 0,-1 1 0,1-1 0,0 0 0,-1 1 0,1-1 0,0 0 0,0 1 0,-1-1 0,1 0 0,0 1 0,0-1 0,0 0 0,0 1 0,0-1 0,0 0 0,0 0 0,0 1 0,0-1 0,1-1 0,0-1 0,1-1 0,-1 0 0,1 1 0,0-1 0,0 1 0,1 0 0,4-6 0,7-6 0,1 1 0,22-18 0,85-53-734,166-86-1,-141 88 326,213-143-81,-124 72 2858,-235 153-2368,-1 1 0,1-1 0,-1 1 0,1 0 0,0-1 0,-1 1 0,1 0 0,0-1 0,-1 1 0,1 0 0,0 0 0,0 0 0,-1-1 0,1 1 0,0 0 0,0 0 0,-1 0 0,1 0 0,0 0 0,-1 1 0,1-1 0,0 0 0,0 0 0,-1 0 0,1 1 0,0-1 0,-1 0 0,1 1 0,0-1 0,-1 0 0,1 1 0,0-1 0,-1 1 0,1-1 0,-1 1 0,1-1 0,-1 1 0,1 0 0,-1-1 0,0 1 0,1-1 0,-1 1 0,0 0 0,1-1 0,-1 1 0,0 0 0,0 0 0,0-1 0,1 1 0,-1 0 0,0 0 0,0-1 0,0 1 0,0 0 0,-1 1 0,1-2 0,2 14 0,-2-1 0,0 0 0,0 0 0,-1 0 0,-4 16 0,1 11 0,2-18 1,-1 10-215,1 0-1,1 1 0,5 34 1,11 52-7407,-11-83 3058,6 11-1935,8-10-3746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4.0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8345,'37'15'3624,"-30"3"-2980,-4 3-824,7-9-588,0 3-2660,7 3-1825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4.8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1 746 12161,'0'-1'3356,"4"-10"-1516,2 4 766,-6 7-2062,0 0 0,1 0 0,-1-1 1,1 1-1,-1 0 0,1 0 1,-1 0-1,1 0 0,-1-1 0,1 1 1,-1 0-1,1 0 0,0 0 0,-1 0 1,1 0-1,-1 1 0,1-1 1,-1 0-1,1 0 0,-1 0 0,1 0 1,-1 0-1,1 1 0,0-1 0,4 3 1150,1 0-4263,2 2 2576,-1-1-1,0 1 1,0 1 0,0-1 0,0 1 0,-1 0 0,0 1 0,0-1 0,-1 1-1,0 1 1,0-1 0,6 14 0,4 11-12,20 64 0,-16-39-1,-14-40 6,-1 0 0,4 27 0,0 2 0,-8-44 0,0-1 0,1 0 0,-1 1 0,0-1 0,1 0 0,-1 1 0,1-1 0,-1 0 0,1 0 0,0 0 0,0 1 0,1 1 0,-1-3 0,0 1 0,0-1 0,1 1 0,-1-1 0,0 0 0,0 1 0,0-1 0,0 0 0,0 0 0,1 0 0,-1 0 0,0 0 0,0 0 0,0 0 0,0 0 0,1-1 0,-1 1 0,0 0 0,0-1 0,0 1 0,0-1 0,0 1 0,0-1 0,0 1 0,2-3 0,1 1 0,-1-1 0,1 0 0,-1-1 0,0 1 0,0 0 0,4-6 0,143-189 0,-132 178 0,1 0 0,1 1 0,1 1 0,0 1 0,1 1 0,1 1 0,28-14 0,-39 23-7,1 1 1,1 0-1,-1 1 1,0 1-1,1 0 1,18-1-1,-24 3 1,1 1 0,-1 0-1,0 0 1,1 1 0,-1 0-1,0 1 1,0 0 0,0 0 0,0 1-1,0 0 1,12 6 0,-1 3-61,0 1 1,-1 1 0,18 17-1,-23-21 90,-11-8-4,1-2 14,61-20-195,-3 1-217,-39 16 283,0 1-1,0 1 0,0 1 1,0 1-1,0 0 1,0 2-1,0 1 0,31 9 1,-4 3-139,-28-9 61,1-1 0,24 5 1,-40-10 111,1 0 1,-1-1 0,0 0 0,1 0 0,-1 0 0,0-1 0,1 0 0,-1 0-1,0 0 1,0-1 0,0 0 0,7-3 0,-5-1-6,0 0 0,0-1 0,-1 1 0,0-1 0,0-1 0,0 1 0,-1-1-1,0-1 1,5-9 0,51-89-212,54-128 0,-90 179 223,20-45 906,44-146-1,-81 225-48,-7 29-136,-5 43 193,2-43-772,-30 216 363,4-22-449,17-109 0,4 176 0,7-221 0,6 78-1036,24 131 0,-26-223-393,0 6-3506,0-15-4951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5.0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1 11125,'0'0'7998,"3"1"-6905,9 4-902,0 0 0,-1 1 0,0 1 0,0 0 0,0 1 1,-1 0-1,0 0 0,0 1 0,-1 0 0,0 1 0,-1 0 0,0 0 0,0 1 0,-1 0 1,-1 1-1,0-1 0,0 1 0,-2 0 0,7 21 0,-9-21-171,0 0 1,0 0-1,-1 1 0,-1-1 0,0 0 0,-1 0 0,0 0 1,-1 0-1,-1 0 0,1 0 0,-2 0 0,0 0 0,0-1 1,-1 0-1,0 0 0,-1 0 0,0 0 0,-1-1 0,0 0 1,-1-1-1,0 0 0,0 0 0,-15 11 0,-128 109-920,149-127-388,15-16-8952,11-6 1130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5.2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0 12353,'-17'33'2544,"24"-3"93,-7 22-373,-10-4-324,3-3-292,0 6-316,7 4-256,-3 2-256,-4 9-168,4-3-287,0 4-441,-1-4-689,-2 3-211,-4-2-608,3-4-780,0-6-352,0 1-2989,7-10-4756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5.5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0 190 8497,'25'-4'1682,"-19"3"-1140,0 0 0,0 0 0,0 0 1,0 1-1,1 0 0,5 1 0,33 5 2092,73 1-1,-113-7-2583,0 0 0,-1-1 0,1 1 0,0-1 0,0 0 0,0 0 0,-1-1 0,1 1 0,-1-1 0,1 0 0,-1 0 0,0-1 0,1 1 0,-1-1 0,0 0 1,-1 0-1,1 0 0,-1-1 0,1 1 0,-1-1 0,0 0 0,0 0 0,-1 0 0,1 0 0,-1 0 0,0-1 0,0 1 0,0-1 0,0 1 0,-1-1 0,1-7 0,-1 8 49,-1 0 0,1-1 0,-1 1-1,-1 0 1,1 0 0,0 0 0,-1 0 0,0 0 0,0 0 0,0 0 0,0 0 0,-1 0-1,-2-3 1,3 4 17,0 0 0,0 1-1,-1 0 1,1-1 0,-1 1-1,1 0 1,-1 0 0,0 0-1,0 0 1,0 0 0,0 0-1,-1 0 1,1 1 0,0-1 0,-1 1-1,1 0 1,-1 0 0,1 0-1,-1 0 1,-4-1 0,0 2 69,0 0 1,0 1-1,0-1 1,0 2-1,0-1 0,0 1 1,0 0-1,1 0 1,-1 1-1,1 0 1,-1 0-1,1 1 1,0-1-1,1 2 1,-1-1-1,1 0 1,-1 1-1,1 0 1,0 0-1,-6 10 1,-9 11 417,2 1 0,0 1 0,-14 31 0,30-55-546,-9 18 193,2 0 0,0 1 0,1 0 0,1 0 0,-6 41 0,10-47-231,2-1-1,0 1 0,1 0 0,0 0 1,2 0-1,0-1 0,0 1 0,2-1 1,5 18-1,-6-28-122,-1 0 1,1 0 0,0 0-1,1-1 1,-1 1-1,1-1 1,0 0-1,1 0 1,-1 0-1,1 0 1,0-1-1,7 5 1,-3-3-238,1 0 0,-1-1 0,1 0 0,1-1 0,-1 0 0,18 4 0,6-2-1236,0-1 0,0-2 0,57-2 0,107-19-8438,-78 1 351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6.6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1605 11481,'8'-8'2628,"3"-6"6648,5-6 1200,-2 9-12558,0 3 2148,-1 0 0,0 0 0,0-2-1,-1 0 1,-1 0 0,1-1 0,-2 0 0,1-1 0,-2 0 0,0 0-1,0-1 1,-1-1 0,0 0 0,8-21 0,1-12-66,18-84 0,-13 44 0,71-326 0,-46 187 0,33-163 0,-79 383 0,0 1 0,-1 0 0,1-1 0,-1 1 0,-1-10 0,1 8 0,-1 4 0,2 2 0,-1 0 0,0 0 0,0 0 0,-1-1 0,1 1 0,0 0 0,0 0 0,0 0 0,-1 0 0,1 0 0,0 0 0,-1 0 0,1 0 0,-1 0 0,0-1 0,-1 2 0,1-1 0,0 1 0,-1 0 0,1 0 0,0 0 0,0 0 0,-1 0 0,1 1 0,0-1 0,-1 0 0,1 1 0,0-1 0,0 0 0,0 1 0,-1-1 0,1 1 0,0 0 0,0-1 0,0 1 0,0 0 0,0 0 0,0 0 0,-1 2 0,-26 26 0,15-8 0,1 1 0,1 0 0,1 1 0,1 0 0,-11 41 0,6-18 0,-26 73 0,-78 263 0,96-294 0,4 1 0,-10 126 0,26-188 0,2 1 0,1 0 0,1 0 0,1-1 0,1 1 0,2-1 0,16 47 0,-17-61 0,0 1 0,2-1 0,-1-1 0,1 1 0,1-1 0,0-1 0,1 1 0,0-2 0,1 1 0,0-1 0,1 0 0,0-1 0,0-1 0,1 1 0,0-2 0,26 13 0,-22-14 0,1 0 0,-1-1 0,1-1 0,1-1 0,-1 0 0,0-1 0,1-1 0,-1 0 0,1-2 0,29-3 0,-24-1 0,0 0 0,0-2 0,-1 0 0,0-2 0,0 0 0,-1-2 0,25-15 0,-9 0 0,-1-1 0,-2-2 0,-1-1 0,-1-2 0,-2-1 0,-1-2 0,47-72 0,12-55-87,-6 10 19,-81 151 70,-1 0 0,0 0 0,1 1 0,-1-1 0,1 0 0,-1 0 0,1 0 0,-1 0 1,1 0-1,0 1 0,-1-1 0,1 0 0,0 0 0,0 1 0,-1-1 0,1 1 0,0-1 1,0 0-1,0 1 0,0 0 0,0-1 0,0 1 0,0 0 0,0-1 0,0 1 0,0 0 0,0 0 1,0 0-1,0 0 0,0 0 0,0 0 0,0 0 0,0 0 0,0 0 0,0 1 0,0-1 0,0 0 1,0 1-1,1 0 0,0 0 2,0 0 0,-1 1 0,1 0 1,-1-1-1,0 1 0,0 0 0,1 0 0,-1 0 1,0 0-1,-1 0 0,1 0 0,0 0 0,0 0 0,-1 0 1,0 0-1,1 4 0,14 113-4,40 158 0,-46-231-773,-8-36 282,0-1 0,1 1 0,0-1-1,1 0 1,0 1 0,0-1 0,1 0 0,0-1-1,1 1 1,0-1 0,8 11 0,15 14-10924,-7-25-286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6.7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12257,'10'27'5933,"-6"-2"-6301,9 11-848,1-9-469,-1 12-2627,4 3-3313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7.5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1 344 10929,'0'-10'667,"0"6"-168,0 0 0,0 0 0,0 0-1,1-1 1,-1 1 0,1 0 0,0 0 0,2-5-1,-1-3 3129,-4-7-2331,0 5 2757,18 46-1717,-9-6-2018,-2 0-1,0 1 1,-2 0-1,0 53 1,-3-51-185,2 216 442,-3-141-370,1-103-201,1 0 1,-1-1-1,0 1 1,1 0-1,-1-1 0,1 1 1,-1-1-1,1 1 0,-1-1 1,1 1-1,0-1 0,-1 1 1,1-1-1,0 1 1,-1-1-1,1 0 0,0 0 1,-1 1-1,1-1 0,0 0 1,0 0-1,-1 0 1,1 0-1,1 1 0,16 0 72,-10-4-48,-1 0-1,0-1 0,0-1 0,0 1 0,0-1 0,-1 0 0,0-1 0,11-11 0,-6 6 15,47-44 84,113-102 276,-145 136-185,1 2 0,1 0 0,0 2 0,56-25 0,-79 40-202,0 1-1,0-1 0,0 1 1,0 0-1,1 0 0,-1 0 1,0 1-1,0 0 0,1 0 1,-1 0-1,0 1 0,0 0 1,0 0-1,0 0 0,0 1 1,0-1-1,0 1 1,0 0-1,0 1 0,-1-1 1,1 1-1,-1 0 0,1 0 1,-1 0-1,0 1 0,3 4 1,9 9 60,-1 1 1,-1 1 0,0 0 0,16 31-1,-15-24-56,-7-12-148,1 0 0,1-1-1,0 0 1,0 0 0,2-1 0,-1-1-1,2 0 1,-1-1 0,27 17 0,-30-22 49,0-1 0,1 0 0,-1 0 0,1-1 0,-1-1 0,1 1 0,0-1 0,0-1 0,0 0 0,0 0 0,0-1 1,0-1-1,0 1 0,0-2 0,0 1 0,0-1 0,14-5 0,-7 0 16,0 0 1,0-1-1,-1-1 1,0-1-1,0 0 0,-1-1 1,-1-1-1,0 0 1,0 0-1,-1-2 0,-1 0 1,21-30-1,2-12-13,-2-1 0,32-82 0,-18 39-131,54-118-207,-115 227 365,7-1 46,0 1 0,1-1 0,0 1 0,0 1 0,1-1 0,1 1 1,-5 11-1,-22 76-7,31-96 11,-6 18 5,1 0 0,0 1-1,2 0 1,1 0 0,0 0-1,2 35 1,1-47-3,0 0-1,1-1 0,0 1 1,0 0-1,0-1 0,1 1 1,0-1-1,1 0 1,-1 0-1,1 0 0,1 0 1,-1-1-1,1 0 1,1 0-1,-1 0 0,1-1 1,0 1-1,0-1 0,0-1 1,8 5-1,-2-3-68,0 0-1,0 0 1,1-2-1,0 0 1,0 0-1,0-1 0,0-1 1,1 0-1,14 0 1,10-1-500,74-8 0,-93 5 407,0-1 1,32-10 0,102-42-404,-133 47 502,-1-1 1,0-1-1,0 0 1,-1-2-1,-1 0 1,0-1-1,0-1 1,18-20-1,-22 21 27,13-13-11,-1-1 0,-1-1 0,29-45 0,-41 53 71,0 1-1,-2-2 0,-1 1 1,0-1-1,-1-1 1,7-37-1,-14 57-7,0-1 1,-1 1-1,0-1 0,1 1 0,-1-1 1,0 1-1,0-1 0,0 0 0,-1 1 0,1-1 1,-1 1-1,1-1 0,-1 1 0,-2-4 1,3 5-15,-1 0 0,0 0 0,1 1 0,-1-1 0,0 0 0,0 1 0,1-1 0,-1 0 1,0 1-1,0-1 0,0 1 0,0-1 0,0 1 0,0 0 0,0-1 0,0 1 0,0 0 0,0 0 1,0 0-1,0 0 0,0 0 0,0 0 0,0 0 0,-1 0 0,-3 1 2,1 0 0,-1 1 0,1-1 0,-1 1-1,1 0 1,0 0 0,0 1 0,0-1 0,0 1 0,0 0 0,1 0 0,-1 0-1,-3 5 1,-22 26 6,1 1 0,-44 77 0,60-91-101,1 1 0,1 0 0,2 1 0,0 0 0,1 1 0,-7 47 0,13-66 50,1 1 0,0 0 0,0-1 0,1 1 0,-1-1 0,1 1 0,0-1 0,1 0 1,-1 1-1,1-1 0,0 0 0,1 0 0,2 5 0,-4-8 31,0 0 0,1 0 0,-1-1 0,0 1 0,1 0 0,-1-1 0,1 1 0,0-1 0,-1 0 0,1 1 0,0-1 0,0 0 0,0 0 0,0 0 0,0 0 0,0-1 0,0 1 0,0-1 0,0 1 0,1-1 0,-1 1 0,0-1 1,0 0-1,0 0 0,1 0 0,-1-1 0,0 1 0,0 0 0,0-1 0,0 1 0,0-1 0,4-2 0,9-4 62,-1-1 1,-1-1-1,1 0 1,-1-1-1,-1 0 1,0-1-1,12-14 1,-18 19 82,0 0 0,1 0 1,-1 1-1,14-8 0,-12 8-46,-6 5-61,1-1 0,-1 1 0,0-1 1,1 1-1,-1 0 0,1 0 0,-1 0 1,1 1-1,-1-1 0,0 0 0,1 1 0,-1 0 1,0-1-1,1 1 0,-1 0 0,3 2 1,-2-1-25,0 0 0,0 0-1,0 1 1,0-1 0,-1 1 0,1-1 0,-1 1 0,0 0 0,1 0 0,-1 0 0,-1 1 0,1-1 0,0 0 0,-1 1-1,0-1 1,0 1 0,1 4 0,1 7-451,0 0 0,0 28 0,-3-28-124,7 47-3121,4-22-4636,-2-24-560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7.8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1 9153,'25'24'808,"-13"-13"-333,0 0 0,-1 1 0,-1 0 0,0 0 0,0 1 1,-2 1-1,10 16 0,-9-9-4,-1 0 1,-1 0 0,-1 1-1,-1 0 1,0 0-1,-2 0 1,1 33-1,-6-8-123,-2 0 0,-2 0 0,-1-1 0,-3 0 0,-23 65 1,-101 211 1084,132-317-1394,-21 29 799,12-20-439,8-29 432,4 7-718,1-1-1,-1 1 1,2 0-1,-1 0 1,1 1 0,0-1-1,8-12 1,37-54 375,-23 38-305,-15 20-115,47-71-9,100-119-1,46-6-1783,-93 116-1472,8 11-4475,-53 47-1670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8.5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1 308 11221,'2'-2'2576,"17"-23"2517,0 55 1034,113 58-828,-106-67-5110,-1 1-1,-1 0 1,0 2-1,-2 1 1,-1 1-1,-1 0 1,-1 2-1,-2 0 1,0 1-1,-2 1 1,-2 0-1,20 63 1,-19-38-189,-3-1 0,-2 2 0,-3-1 0,-2 1 0,-2 0 0,-3 0 0,-13 89 0,4-99 0,28-94 0,2 2 0,2 0 0,2 2 0,43-60 0,144-176 0,-187 250 0,246-288-1821,-209 258 465,3 2 0,2 4 1,96-62-1,49-13-9162,-192 118 7513,1 2 0,-1 0 0,33-10-1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9.2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1 257 10169,'167'-41'3422,"-113"29"-1712,-3 1-109,0-3-1,92-37 1,-138 49-1479,0-1 1,0 0 0,0 0 0,0 0-1,-1-1 1,1 0 0,-1 0 0,0 0 0,0 0-1,-1 0 1,7-11 0,-9 14-93,0 0 0,-1-1 0,1 1 0,-1-1 0,1 1 0,-1-1 0,0 0 0,1 1 0,-1-1 0,0 1 0,0-1 0,0 1 0,0-1 0,0 0 0,-1 1-1,1-1 1,0 1 0,-2-3 0,1 2 4,0 0-1,0 0 0,-1 0 0,1 1 1,-1-1-1,0 0 0,1 1 0,-1-1 1,0 1-1,0-1 0,0 1 0,0 0 1,0 0-1,0 0 0,-5-2 0,-6-1 178,0 0-1,0 1 1,-1 1-1,0 0 1,1 0-1,-1 2 1,0 0-1,0 0 1,1 1-1,-1 1 1,0 0-1,1 1 1,0 0-1,-1 2 1,-23 10-1,19-8-31,1 2-1,1 0 1,-1 1 0,2 1-1,-1 0 1,2 1-1,-1 1 1,2 0 0,0 1-1,0 0 1,-12 20 0,19-24-127,0 0 1,1 0 0,1 0 0,-1 1 0,2 0-1,-1-1 1,2 1 0,-1 1 0,2-1 0,-1 0 0,2 0-1,-1 1 1,1-1 0,1 0 0,0 1 0,1-1-1,3 14 1,0-9-27,1 0-1,0 0 1,1 0-1,1-1 1,0 0-1,1-1 1,1 0-1,0 0 1,1-1 0,24 23-1,-14-18-104,1-1 1,0-1-1,1-1 0,1-1 1,0-1-1,1-1 1,0-2-1,45 14 0,-34-15-49,0-1-1,1-2 0,-1-2 0,1-1 1,73-4-1,-85-1 110,1-2 0,0-1 0,-1-1 0,0-1 0,0-1 0,0-1 0,-2-2 0,1 0 0,-1-1 0,-1-2-1,0 0 1,29-25 0,-34 24 60,-1 0-1,0-2 0,-1 0 0,-1 0 0,-1-1 0,0-1 0,-1 0 0,-2-1 0,0 0 0,0-1 1,-2 1-1,-1-2 0,-1 1 0,6-37 0,-10 46-22,-1 1 0,-1-1 0,0 0-1,0 1 1,-2-1 0,1 1 0,-4-13 0,4 21-17,1 0-1,-1 1 1,0-1 0,0 1-1,0-1 1,0 1 0,0-1-1,0 1 1,0 0 0,-1 0-1,0 0 1,1-1 0,-1 1-1,0 1 1,0-1 0,0 0-1,0 0 1,0 1 0,0-1-1,-1 1 1,1 0 0,0 0-1,-1-1 1,1 2 0,-1-1-1,1 0 1,-1 0 0,1 1 0,-1-1-1,0 1 1,1 0 0,-1 0-1,0 0 1,1 0 0,-1 1-1,-3 0 1,-2 1-57,1 0 0,0 0 0,0 1 0,0 0 0,0 0 0,1 0 0,-1 1 0,1 0 0,0 1 0,0-1 1,0 1-1,1 0 0,0 1 0,0-1 0,-6 9 0,-2 7-471,1-1 0,1 2 0,-12 31 0,-4 10-583,26-60 1018,0 1 1,0-1-1,0 1 1,1-1-1,-1 1 1,1 0 0,0-1-1,0 1 1,0 0-1,0-1 1,1 1-1,0 0 1,-1-1-1,1 1 1,1-1-1,-1 1 1,0-1-1,1 0 1,0 1-1,3 5 1,-1-4-53,-3-2 94,1 0-1,0 0 1,0 0-1,0-1 1,0 1 0,0-1-1,1 1 1,-1-1-1,1 0 1,0 0 0,0 0-1,-1-1 1,1 1-1,0-1 1,1 1-1,-1-1 1,0 0 0,0 0-1,0 0 1,1-1-1,-1 1 1,0-1 0,1 1-1,-1-1 1,0-1-1,5 1 1,0-1 61,0 0 1,0-1 0,-1 0-1,1 0 1,0-1-1,-1 0 1,1 0-1,10-7 1,8-8 840,31-28-1,-31 25 10,5 2 84,-30 20-884,1-1 0,-1 1 0,0-1 1,0 1-1,0 0 0,-1-1 1,1 1-1,0 0 0,0 0 1,0 0-1,0 0 0,-1 0 1,1 0-1,0 0 0,-1 0 0,1 0 1,-1 0-1,1 0 0,-1 2 1,1-1 51,2 5 2,0 1 0,0 0-1,-1 0 1,0 0 0,-1 0 0,1 0-1,-2 0 1,1 14 0,-10 73 445,4-53-380,-24 496 662,24-374-810,-1 2-108,-14 282-994,7-308 285,-36 163 0,39-260 542,-29 77-1,30-98 147,-2 1 0,0-2 0,-1 1 0,-29 36 0,37-53 84,-1 0 1,1 0-1,-1-1 1,0 1-1,0-1 1,0 0-1,-1-1 1,1 1-1,-1-1 1,0 0-1,-11 3 1,13-5 38,0 0 1,0 0-1,0-1 1,1 1-1,-1-1 1,0 0 0,0-1-1,0 1 1,0-1-1,0 1 1,0-1-1,0 0 1,0-1-1,0 1 1,1-1-1,-1 1 1,1-1-1,-1 0 1,1 0-1,-5-4 1,-1-3 97,-1 0 0,1-1 0,1 0-1,0-1 1,0 1 0,1-1 0,0-1 0,1 0 0,0 0 0,1 0 0,-4-15 0,1 2 35,2 0 1,1 0 0,0-1 0,0-46 0,6 28-112,2 0 1,2 1 0,1 0-1,3 0 1,2 0 0,1 2-1,2-1 1,2 1 0,36-65 0,-13 39-1078,3 2 1,2 2 0,3 2 0,91-91 0,-89 105-3693,93-69 0,-41 48-5726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09.5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111 223 12037,'81'-51'4331,"-76"48"-4073,0 0-1,0 1 0,0 0 1,1 0-1,-1 0 0,0 1 1,1 0-1,-1 0 1,1 0-1,-1 1 0,1-1 1,0 1-1,-1 1 0,1-1 1,-1 1-1,1 0 0,-1 0 1,0 1-1,1-1 1,-1 1-1,0 0 0,0 1 1,0-1-1,0 1 0,7 6 1,-3-3-110,1 2-1,-1 0 1,-1 0 0,1 0-1,-1 1 1,-1 1 0,0-1-1,0 1 1,-1 0 0,9 21-1,-9-16-71,-2 0 0,0 1-1,-1 0 1,-1 0 0,0 0 0,-1 0-1,-1 0 1,-2 23 0,-2 3 2,-3-1 0,-12 43 0,5-35-129,-2-1 0,-2 0 1,-3-1-1,-1-1 0,-2-1 0,-3-1 0,-1-2 0,-2-1 0,-56 61 0,82-98 75,0 1-1,0-1 1,-1 0 0,1 0 0,-1-1 0,0 1-1,0-1 1,0 0 0,-1-1 0,1 1-1,-1-1 1,1 0 0,-10 2 0,14-4 15,-1 0 0,0 0 1,0 0-1,0 0 0,0-1 1,0 1-1,0 0 0,0-1 1,0 1-1,1-1 0,-1 0 1,0 1-1,0-1 0,1 0 1,-1 0-1,0 0 0,1-1 0,-1 1 1,1 0-1,-1 0 0,1-1 1,0 1-1,0-1 0,0 1 1,-1-1-1,1 0 0,1 1 1,-1-1-1,0 0 0,0 0 1,0-3-1,-1-1 59,0 0 0,0-1 0,1 1 0,0 0 0,1-1 0,-1 1 0,1 0 0,0-1 0,2-8 0,3-8 81,1 1 0,1 0 0,1 0 0,1 1 0,1 0 0,15-23 0,86-112 347,-46 78-895,131-120-1,94-48-4177,-225 193 2901,-51 42 1218,20-18-2649,2 1 0,63-37 0,-3 22-6789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0.4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0 456 6701,'12'-8'852,"0"1"0,0 0 0,0 1 0,1 0 0,0 1 1,0 1-1,1 0 0,18-3 0,-25 6-325,-1 0 0,0-1 0,1 0 0,-1-1 0,0 1 0,0-1 0,0 0 0,-1-1 0,1 1 0,9-10 0,-11 10-390,-1-1 0,0-1-1,0 1 1,0 0 0,-1-1 0,1 1 0,-1-1-1,0 0 1,0 0 0,-1 0 0,1 0-1,-1 0 1,0-8 0,1 2 128,-1 0-1,-1-1 1,0 1-1,0 0 1,-2-1-1,1 1 1,-4-12-1,4 18-138,-1 0-1,1 1 1,-1-1-1,0 1 1,0 0-1,0-1 0,-1 1 1,0 0-1,0 0 1,0 1-1,0-1 1,0 1-1,-1-1 1,1 1-1,-1 0 1,0 0-1,0 1 1,-6-4-1,8 6-76,0-1 0,1 1 0,-1 0 1,0 0-1,0 0 0,1 0 0,-1 0 0,0 0 0,0 0 0,1 1 0,-1-1 0,0 1 0,1-1 0,-1 1 0,0 0 0,-1 0 0,-4 2 98,1-1-62,0 1 1,0-1-1,0 1 1,0 0-1,1 1 1,-1-1 0,1 1-1,0 0 1,0 1-1,0-1 1,1 1 0,-8 9-1,6-4-2,0-1-1,1 1 1,0 0-1,1 0 1,0 0-1,0 1 1,-2 12-1,2-2-11,1 0 0,1 1 0,1-1 0,0 1 0,2 0 0,1-1 0,6 34 0,-1-26-65,1 0 1,1-1-1,2 0 0,1-1 0,1 0 0,1 0 0,1-2 0,19 25 0,-30-46-25,-1 0-1,1 1 1,0-1 0,0-1 0,0 1-1,0 0 1,1-1 0,-1 0-1,1 0 1,0-1 0,0 1-1,0-1 1,0 0 0,0 0-1,1-1 1,-1 1 0,0-1-1,1 0 1,-1-1 0,1 1-1,-1-1 1,1 0 0,0-1 0,-1 1-1,1-1 1,-1 0 0,0 0-1,1-1 1,-1 0 0,0 0-1,8-4 1,9-8-4,0-2 0,-1 0 0,0-1 1,-1-1-1,27-34 0,80-114-19,-124 162 40,150-199-42,-119 164 20,1 1 0,78-63 0,-108 97 20,1 0 0,-1 0-1,1 0 1,0 1 0,0 0 0,1 0 0,-1 1 0,1-1 0,-1 2 0,1-1 0,0 1 0,0 0 0,0 0 0,12 0 0,-14 2 4,0 0 0,-1 0 0,1 0 0,-1 0 1,1 1-1,-1 0 0,0 0 0,1 0 0,-1 0 1,0 1-1,-1-1 0,1 1 0,0 0 0,-1 0 0,1 1 1,-1-1-1,0 1 0,0 0 0,-1-1 0,1 1 1,-1 0-1,4 9 0,0 1 2,-1 0 0,0 1 1,-1 0-1,-1 0 0,0 0 0,-2 0 0,1 1 1,-2-1-1,0 1 0,-3 23 0,-5 16 18,-25 85 0,19-83-44,-61 191 65,57-207-17,17-37 52,15-24-65,288-351 350,-153 198-303,28-44 490,-159 194-419,-13 16-67,0 1 1,0 0 0,0 0-1,1 0 1,0 1 0,0-1-1,0 2 1,1-1 0,8-5-1,-13 10-46,-1 0-1,1 0 0,0 0 1,-1 0-1,1 0 1,0 0-1,-1 1 0,1-1 1,0 0-1,-1 1 1,1-1-1,-1 1 1,1 0-1,-1-1 0,1 1 1,-1 0-1,1 0 1,-1 0-1,0 0 0,0 0 1,1 0-1,-1 1 1,0-1-1,2 3 1,26 36 178,16 31 103,56 98-98,-95-156-191,-1 0 1,0 1 0,-1-1 0,0 1-1,-1 0 1,-1 0 0,0 0-1,-1 0 1,-1 0 0,0 0 0,-1 0-1,0 0 1,-1 0 0,-1 0 0,0 0-1,-9 22 1,-4 6-14,-2 0 1,-1-1-1,-48 71 1,-139 178-12,24-39-529,127-179-975,53-70 225,3-3-523,1 0 1502,-1 0 0,1 0 0,-1 0 0,0-1 0,0 1 0,0 0 0,0-1 0,0 1 0,0-1 0,1-1 0,1-2-461,48-74-8975,-20 45-171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0.6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0 12561,'-4'1'632,"-1"1"0,1-1-1,-1 0 1,1 1 0,0 0-1,-1 0 1,1 0 0,0 1-1,1-1 1,-1 1 0,0 0 0,1 0-1,-1 0 1,1 1 0,0-1-1,0 1 1,0 0 0,1 0-1,0 0 1,-1 0 0,1 0-1,0 0 1,-2 8 0,-56 220 4057,43-114-7550,11 5-4061,7-66-2565,8-37-670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0.7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37 6249,'13'-24'1276,"7"21"-296,-6-3-228,3 3-304,-4 9-348,0 3-428,-6 12-568,3 0-1592,-7 9-621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1.2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119 348 6345,'-12'13'913,"9"-8"-342,-1-1 1,-1 1-1,1-1 1,-1 0-1,-6 4 1,8-5-81,0 0 0,0 0 1,0 0-1,1 0 0,-1 0 0,1 1 1,0-1-1,0 0 0,1 1 0,-4 7 0,-2 5 831,-29 63 2985,36-77-4156,-1 0 1,1 0-1,-1 1 0,1-1 1,0 0-1,0 0 1,0 1-1,0-1 1,1 0-1,-1 0 1,0 1-1,2 2 0,-1-2 144,-1 1 435,3-3-113,8 3-259,-9-3-322,0 0 1,-1 0-1,1-1 0,0 1 1,-1-1-1,1 1 0,0-1 1,0 0-1,0 1 1,-1-1-1,1 0 0,0 0 1,0 0-1,0-1 0,-1 1 1,1 0-1,0-1 0,0 1 1,-1-1-1,1 1 1,0-1-1,-1 0 0,1 0 1,0 0-1,-1 0 0,1 0 1,2-2-1,20-16 15,0 0-1,-1-2 1,0 0-1,-2-2 1,-1 0-1,-1-2 1,-1 0-1,-1 0 1,-1-2-1,-1 0 1,-2-1-1,0-1 1,-2 1-1,-2-2 1,0 0-1,5-40 1,-12 62-275,-1 0 0,0-1 1,-1 1-1,0 0 0,0-1 1,0 1-1,-2-1 0,1 1 1,-4-13-1,6 24 170,0 0-1,0 0 1,0 0 0,1 0 0,-1 0-1,1 0 1,0 0 0,0 0 0,0-1-1,0 1 1,1-1 0,-1 1 0,1-1-1,-1 0 1,1 0 0,0 0-1,0 0 1,-1-1 0,1 1 0,1-1-1,-1 0 1,5 2 0,10 3-189,0 2 0,0 0-1,0 0 1,-1 2 0,-1 0 0,22 18 0,-27-18 48,0 0 0,-1 1 0,-1 0 0,1 1 0,-2 0-1,0 1 1,0-1 0,-1 2 0,-1-1 0,0 1 0,-1 0 0,7 27 0,-10-39 166,0 0 0,0 0 0,0-1 1,0 1-1,0 0 0,1-1 0,-1 1 0,1-1 0,-1 0 0,1 0 0,-1 0 0,1 0 0,4 1 0,-1-2 77,1 0-1,-1 0 0,0-1 0,0 1 0,1-1 0,-1-1 0,0 1 0,0-1 1,0 0-1,10-6 0,59-34 856,-58 31-625,16-11 237,-26 16-332,1 0 0,1 0 1,-1 1-1,1 0 0,0 1 0,0 0 0,0 0 0,1 1 0,-1 0 0,1 0 0,14-1 0,-20 4-162,-1 0 0,0 1 0,0 0 0,0-1 0,1 1-1,-1 0 1,0 0 0,0 1 0,0-1 0,-1 1 0,1-1 0,0 1 0,0 0-1,-1 0 1,1 0 0,-1 0 0,0 1 0,0-1 0,0 1 0,0-1 0,3 6 0,3 5-172,-2 1 0,1 0 0,5 21 1,-6-18-276,25 65-2908,-5-14-3632,-3-6-3029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2.7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38 11381,'0'-3'2154,"0"-3"-831,-1-18-137,3 20 949,5 14 2915,-2 5-4424,-1-1 1,0 1-1,-1 0 1,-1 0 0,0 1-1,-1 25 1,5 35 886,30 151 64,21 150 485,-25-148-2062,29 276 0,-60-490-25,1 29-1234,2-1 0,17 76 0,-1-74-6108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3.0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97 12761,'-8'45'752,"4"-31"-353,1 1-1,1 0 1,0 0 0,1 0 0,1 0-1,0 0 1,1 0 0,0 0 0,2 0-1,6 23 1,19 63 2812,33 88 1011,66 106-1179,-96-235-2539,2-2 0,72 96 0,-89-136-426,0 0-1,0-1 1,2-1-1,0-1 1,1 0-1,0-2 1,1 0-1,1-1 1,0-1-1,42 16 1,-36-18-47,1-2 0,0-1 1,0-1-1,1-1 0,-1-1 0,1-2 0,0-1 1,49-6-1,-17-4-13,0-4 0,0-2 0,-2-3-1,0-2 1,-1-3 0,-1-2 0,-2-3 0,80-55 0,-15-2-27,-4-6 0,152-155 1,125-212-1094,-312 357-690,-19 15-1706,-21 27-6286,-28 46-2212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5.0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91 108 9617,'-3'-20'4244,"-1"0"0,-12-36 0,16 56-4207,0-1 0,0 1 1,0 0-1,0 0 0,0-1 1,0 1-1,0 0 0,0 0 0,0-1 1,0 1-1,-1 0 0,1-1 1,0 1-1,0 0 0,0 0 1,0 0-1,0-1 0,0 1 1,-1 0-1,1 0 0,0-1 0,0 1 1,0 0-1,-1 0 0,1 0 1,0 0-1,0 0 0,-1-1 1,1 1-1,0 0 0,0 0 0,-1 0 1,1 0-1,0 0 0,0 0 1,-1 0-1,1 0 0,-1 0 1,-4 11 964,-3 26 366,-23 315 4092,21-248-5271,5 0 0,4 0 0,5 0-1,4 0 1,27 130 0,-21-176-189,1-1 0,35 81 0,-41-117 0,2 0 0,0 0 0,1-1 0,1 0 0,0-1 0,2-1 0,0 0 0,1-1 0,21 18 0,-29-30 0,-1 0 0,0 0 0,1 0 0,0-1 0,0 0 0,1 0 0,-1-1 0,1 0 0,-1-1 0,1 0 0,0 0 0,0-1 0,0 0 0,0-1 0,0 0 0,0 0 0,0-1 0,11-2 0,-5 0 0,-1-2 0,0 1 0,0-2 0,-1 0 0,1-1 0,-1 0 0,-1-1 0,1 0 0,-1-1 0,13-13 0,-4 4 0,-2-1 0,0-1 0,-2 0 0,0-1 0,-1-1 0,-2-1 0,0 0 0,-1-1 0,-1 0 0,-2-1 0,0-1 0,-1 1 0,6-40 0,-5 12-10,-3 0 0,-2-1 0,-3 0 0,-2 0 1,-2 0-1,-3 0 0,-20-91 0,10 85-20,-2 1-1,-3 2 1,-3 0-1,-2 1 1,-2 1-1,-56-82 1,68 116-72,-1 1 0,-1 0 0,-1 1 0,-1 1-1,0 1 1,-26-18 0,31 26-88,1 0 0,-1 1 1,0 0-1,-1 1 0,0 1 0,0 1 0,0 0 0,0 1 0,-1 0 0,0 1 0,-17-1 0,23 5-128,0 0 0,0 0 0,0 1 0,1 0-1,-1 1 1,1 0 0,-1 0 0,1 1 0,0 0-1,0 1 1,1 0 0,-1 0 0,1 1 0,0 0 0,1 1-1,-1-1 1,1 1 0,-8 11 0,10-11-499,0 0 0,0 0 0,0 1-1,1-1 1,0 1 0,0 0 0,1 1 0,0-1 0,0 0 0,1 1 0,0 0 0,-1 16 0,9 37-9013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5.4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11133,'0'0'10290,"1"3"-9310,6 19-219,-1 0 0,-1 1 0,-1 0 0,2 45 0,-2-23-559,3 86 266,-6-82-299,8 50-1,-9-95-114,5-5-53,-1 1 0,1-1 0,-1 0 0,0 0 0,1 0 0,-1-1 0,0 0 0,0 0 0,0 0-1,0 0 1,7-5 0,-1-1 20,0-1 0,16-17 0,22-25 782,2 2-1,2 2 0,2 3 1,83-52-1,-128 90-629,0 1 0,1 0-1,0 0 1,11-2 0,-16 5-131,-1 1 0,1 1 0,-1-1 1,1 1-1,0-1 0,-1 1 0,1 0 0,0 1 0,-1-1 1,1 1-1,-1 0 0,6 2 0,-3 0-42,0 0 0,0 1 0,-1 0 0,1 0 0,-1 0 0,1 1 0,-1 0 0,-1 0 0,1 1 0,-1-1 0,0 1 0,0 1 0,-1-1 0,1 0 0,-2 1 0,1 0 0,5 14 0,8 24-238,-3 1 1,12 55-1,-1 0-824,-21-90 145,0 0 0,1 0 0,0 0 0,0-1 1,14 19-1,20 14-9659,-24-32-1355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5.7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85 0 14597,'-12'22'1129,"1"0"-1,0 1 0,2 0 1,1 0-1,1 1 0,0 0 1,-4 46-1,2 169 5046,14 0-3603,29 238-2321,-28-420-1863,22 95 0,-19-117-682,2 1 0,1-2 0,29 56 0,-6-34-4335,6-5-3969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6.1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149 1 10141,'-1'5'597,"-1"0"1,-1 0-1,1 0 1,-1 0 0,1 0-1,-1 0 1,-1-1-1,1 0 1,-5 6-1,7-9-459,1 0 0,-1 0-1,1 1 1,0-1 0,0 0-1,0 1 1,0-1 0,0 0-1,0 1 1,0-1 0,0 0 0,0 0-1,1 1 1,-1-1 0,0 0-1,1 2 1,0-1 178,1 5-140,0 0 0,0-1 0,0 1 0,1-1 0,0 0 0,0 0 0,1 0 0,0 0 0,0-1 0,0 1 0,8 6 0,5 5 178,35 27 0,-35-32-558,0-1 0,1 0 0,1-2 0,0 0 0,0-1-1,30 9 1,-15-9-516,-1 0 0,2-3 0,36 3 0,-55-8 604,0-1 0,0 0 0,0-1 0,0 0 0,-1-1 0,1-1 0,-1-1 0,0 0 0,0-1 0,-1 0 0,1-2 0,-1 1 0,13-11 0,11-10 1079,-2-2 0,-1-1 0,34-39 0,-66 65-405,1 0 0,-1 0 0,0-1-1,0 1 1,0-1 0,-1 0 0,3-8 0,-5 11 962,0 8-348,-4 16-574,-14 110 658,5 1 0,8 254 0,32-29-789,7 211-175,-34-490-264,-3 0-1,-23 129 1,17-162-89,-3 0 0,-1 0 0,-2-2 1,-2 0-1,-42 76 0,49-102 27,-1-1 0,0 0-1,-1-1 1,-1 0 0,0-1 0,-1 0 0,-1-1-1,0-1 1,-1 0 0,0-1 0,0-1-1,-1-1 1,-1 0 0,1-1 0,-2-1-1,1-1 1,-1 0 0,0-1 0,0-1-1,0-1 1,-30 1 0,26-3 17,0-2 1,0 0 0,0-1-1,0-1 1,0-2-1,1 0 1,0-1 0,0-1-1,0-1 1,-39-21 0,47 20 19,0 1 1,0-2-1,1 0 1,1-1-1,0 0 1,0-1-1,1 0 1,0-1-1,1 0 1,1 0-1,0-1 1,1-1-1,0 1 1,1-1-1,-9-30 1,10 22-16,2-1-1,1 0 1,0 0 0,2 0-1,1 0 1,1 0 0,1 0 0,1 0-1,1 0 1,1 1 0,1 0-1,16-41 1,-2 17-292,2 2 0,2 0 0,2 2 0,1 0 0,37-42 0,56-53-2492,174-154-1,57 4-7068,-155 157-342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6.5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171 73 11385,'-7'-2'414,"0"-1"-1,1-1 1,-1 1 0,1-1-1,0 0 1,0-1 0,0 0-1,0 0 1,1 0 0,0 0-1,-7-10 1,11 14 5,1 0-1,-1 0 1,0 0 0,0 0 0,1 1-1,-1-1 1,0 0 0,0 1-1,0-1 1,0 0 0,0 1 0,0-1-1,0 1 1,0 0 0,-2-1 0,1 0-274,0 1 0,0 0 0,0 0 1,0 0-1,0 0 0,0 0 0,0 0 1,0 1-1,0-1 0,0 1 0,0-1 0,0 1 1,0 0-1,1-1 0,-1 1 0,-3 2 1,3 2 70,0 0 0,0 0 0,0 0 0,1 0 0,0 1 1,0-1-1,0 0 0,1 1 0,0 9 0,-1 6 276,-15 126 1802,5 164 1,13-257-2295,1 0 1,3 0 0,3-1 0,1 0 0,3 0 0,3-1-1,1-1 1,48 95 0,-56-130-1,0-2 0,1 1 0,1-1 0,1-1 0,17 17 0,-20-22 0,0-1 0,0 0 0,1 0 0,-1-1 0,2 0 0,-1-1 0,0 0 0,20 6 0,-27-11 0,0 1 0,0-1 0,0 1 0,0-1 0,0 0 0,1-1 0,-1 1 0,0 0 0,0-1 0,0 0 0,0 0 0,0 0 0,0 0 0,0 0 0,0 0 0,0-1 0,-1 1 0,1-1 0,-1 0 0,1 0 0,2-3 0,0 0 0,0 0 0,0 0 0,-1 0 0,0-1 0,0 0 0,-1 1 0,1-1 0,2-10 0,1-4 0,-1-1 0,0 0 0,-2 0 0,-1-1 0,0 1 0,-2-1 0,-2-43 0,-7-2 0,-19-81 0,19 109 0,-8-38-243,-4 1-1,-3 0 1,-3 2 0,-3 1-1,-67-119 1,80 169-869,-1 0 0,-31-32 0,24 29-1536,22 23 34,1 8-849,0 25-2767,6 23-3802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7.1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0 230 10577,'3'0'194,"1"1"1,-1-1-1,1 1 1,-1 0-1,0 0 0,1 0 1,-1 1-1,0-1 1,0 1-1,0-1 1,0 1-1,0 0 0,-1 0 1,1 1-1,-1-1 1,1 0-1,-1 1 0,0-1 1,1 1-1,-1 0 1,-1 0-1,1 0 0,0 0 1,-1 0-1,0 0 1,3 7-1,18 51 2305,22 102 1,-33-109-2165,-2 1 1,-3 0-1,-3 1 1,-4 78-1,-14-20 316,10-95-325,4-11 687,15-21-405,4-8-220,-2-1 0,21-37 0,-10 16-109,-8 14-148,108-153 482,-103 151-368,1 2 1,2 1 0,51-42-1,-69 63-149,0 0 0,1 1-1,0 0 1,0 0-1,1 1 1,0 1 0,0 0-1,0 0 1,0 1-1,0 1 1,19-3 0,-20 5 4,0 0 1,0 0-1,0 1 1,0 1-1,0-1 1,0 2-1,-1-1 1,1 1 0,-1 1-1,1 0 1,-1 0-1,-1 1 1,16 10-1,2 4 141,-1 2 0,-1 0 1,40 48-1,53 86 240,13 15-498,-120-159-70,0-1-1,0 0 1,1 0 0,1-1-1,-1-1 1,1 0 0,1-1-1,17 9 1,-24-14 57,1 1 0,-1-1-1,1 0 1,0-1 0,0 0-1,-1 0 1,1 0 0,0-1 0,0 0-1,0 0 1,0-1 0,-1 0-1,1 0 1,0 0 0,0-1 0,-1 0-1,1 0 1,-1-1 0,9-4-1,1-4-11,0 0 0,0-1 0,-2 0 0,1-1-1,-1-1 1,13-18 0,68-100-285,-77 106 203,154-263-1322,-106 174 1038,127-219-371,-192 332 1026,-2 2-195,-1 1 1,0 0-1,0-1 1,1 1 0,-1 0-1,0 0 1,1 0 0,-1 0-1,1 0 1,-1 0-1,1 0 1,-2 2 0,-4 3 97,-1 1-15,0 1 0,1 0 0,0 0 0,0 0 0,1 1 0,0 0 0,1 0 0,-6 12 0,-32 87 1113,38-93-1094,-10 25 172,2 1-1,1 1 1,3 0 0,-8 78 0,16-104-328,1 1-1,0 0 0,2 0 0,-1-1 0,2 1 1,0-1-1,1 0 0,1 1 0,1-2 0,0 1 0,1-1 1,0 0-1,1 0 0,1-1 0,14 19 0,-12-22-334,0 0 1,1 0-1,0-2 0,1 1 0,-1-1 0,2-1 0,-1 0 0,1-1 1,0-1-1,30 9 0,9 0-3139,93 12 1,-140-26 3286,108 14-6894,11-5-4769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7.8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33 13421,'3'-32'2941,"-4"34"-2479,0 0 1,-1 0-1,1 0 1,0 0-1,1 0 0,-1 1 1,0-1-1,1 0 1,-1 0-1,1 1 0,-1 4 1,-1 8 762,1 0 1,1 1 0,0-1 0,0 0 0,2 1-1,3 16 1,4 49 848,34 461-1872,-41-526-202,6 45-2834,21 73 1,-25-122-73,0 0 0,1-1 0,9 18-1,-2-10-9584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8.0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 11209,'0'21'2272,"13"-33"-440,4-3-379,3 21-281,7 3-496,3 0-812,20 6-1500,-6 6-1273,3 9-1111,10 0-2909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8.4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22 13277,'5'-18'2566,"-4"15"-19,2 5-381,13 13-914,-1 1 0,-1 0-1,0 2 1,12 19 0,-9-9-464,-1 1 0,15 39 0,-14-21-483,-2 1 1,-2 0 0,11 76-1,-14-57 25,35 117 0,-45-181-326,1-1 1,0 1 0,0-1-1,0 0 1,0 1 0,0-1-1,0 0 1,1 0 0,-1 0-1,1 0 1,0 0 0,0 0-1,-1 0 1,1-1 0,3 3-1,-3-3 0,0-1-1,0 1 1,-1-1 0,1 1-1,0-1 1,0 0 0,0 1-1,0-1 1,0 0 0,0 0-1,-1 0 1,1-1-1,0 1 1,0 0 0,0-1-1,0 1 1,-1-1 0,1 0-1,0 0 1,0 1 0,-1-1-1,3-2 1,11-7 15,0 0 1,-1-1-1,0-1 0,18-20 0,47-63 82,-37 43-78,283-294 291,-296 319-121,2 1 0,53-34 0,-68 49-138,1 2-1,1 0 0,0 1 1,0 0-1,1 2 0,0 0 1,20-3-1,-30 8-54,-1 0 0,1 0 0,0 1 0,-1 0 0,1 0 0,0 1 0,-1 0 0,1 1 0,-1 0 0,0 0 0,0 1 0,15 7 0,-13-5 0,-1 1 0,0 0 0,0 1 0,-1 0 0,0 1 0,0-1 0,-1 2 0,13 16 0,-2 5 0,-1 0 0,-2 1 0,-1 0 0,-2 1 0,12 47 0,9 44-1297,27 85-5416,-44-164 3805,2-1 0,40 73 0,-19-54-10141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9.2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580 1200 12865,'-15'-15'869,"11"10"-425,0 0 0,0 1-1,-1 0 1,1-1 0,-1 1 0,0 1 0,-1-1 0,1 1-1,-1 0 1,1 0 0,-1 1 0,0-1 0,0 1 0,0 1-1,-8-3 1,-1 2 119,0 0 1,0 1-1,-1 1 0,1 0 0,0 1 0,0 1 1,0 0-1,0 1 0,0 1 0,0 0 0,1 1 1,0 1-1,-14 7 0,11-2-373,0 1 1,1 1-1,0 1 1,2 0-1,-1 1 1,2 1-1,0 0 1,1 1-1,0 0 1,-14 31-1,11-17-97,2 1 1,1 1-1,1 0 1,3 0-1,-8 53 1,12-50-61,2-1 0,2 0 1,1 1-1,11 65 1,-10-96-64,-1 1 0,1-1 0,0 1 0,0-1 0,0 0 0,1 0 0,0 0 0,4 5 0,-2-3-57,-5-7 82,0 1 1,0-1-1,0 0 0,0 0 0,0 0 0,0 1 0,1-1 1,-1 0-1,0 0 0,0 0 0,0 0 0,0 0 0,0 1 1,1-1-1,-1 0 0,0 0 0,0 0 0,0 0 1,1 0-1,-1 0 0,0 0 0,0 0 0,0 0 0,1 1 1,-1-1-1,0 0 0,0 0 0,0 0 0,1 0 0,-1 0 1,0 0-1,0 0 0,0 0 0,1-1 0,-1 1 0,0 0 1,0 0-1,0 0 0,1 0 0,-1 0 0,0 0 1,6-1-26,0 0 0,0 0 0,0-1 0,0 0 0,-1 0 1,1 0-1,-1-1 0,1 0 0,-1 0 0,0 0 1,0 0-1,0-1 0,-1 0 0,1 0 0,-1 0 0,0-1 1,7-9-1,29-46-125,-4-1 0,40-88 0,43-142-47,-116 282 193,244-769-768,-110 281 692,-136 493 331,-5 34 238,1-11-316,-16 217 1324,17-131-1126,5-1 0,4 0 0,39 189 0,49 26-361,-78-275-5,2-1 0,3 0-1,0-1 1,56 74 0,-67-103-54,0 0 1,0-1-1,1 0 0,1-1 1,0 0-1,0-1 0,1 0 1,1-2-1,16 9 0,-23-13 15,1-1 0,0 0-1,0-1 1,0 0-1,0 0 1,0-1-1,0 0 1,0 0-1,0-1 1,0 0-1,0-1 1,1 0 0,-1-1-1,0 1 1,0-2-1,-1 1 1,1-1-1,8-5 1,8-5-245,-2-1 1,1-1-1,-2-1 0,0-1 1,-1-1-1,-1-1 0,-1 0 1,33-44-1,-15 11-538,-2-2-1,48-101 0,-62 109 496,-2 0 0,-2-1 1,-3-1-1,10-51 0,-23 94 285,0 1 0,-1-1 0,0 1 0,0-1 1,0 1-1,0-1 0,-2-8 0,2 13 41,-1-1-1,1 0 1,0 0-1,0 1 1,-1-1-1,1 0 1,0 1 0,-1-1-1,1 0 1,-1 1-1,1-1 1,-1 1-1,1-1 1,-1 0-1,0 1 1,1-1-1,-1 1 1,1 0-1,-1-1 1,0 1-1,0 0 1,1-1 0,-1 1-1,0 0 1,1 0-1,-1-1 1,0 1-1,0 0 1,0 0-1,1 0 1,-1 0-1,0 0 1,0 0-1,1 0 1,-1 0-1,0 1 1,0-1 0,1 0-1,-1 0 1,0 1-1,0-1 1,0 1-1,-5 2 23,1 0-1,0 1 1,-1 0-1,1 0 1,1 0-1,-1 0 1,1 1-1,0-1 1,0 1-1,0 0 1,0 1-1,1-1 1,0 1-1,0-1 1,-2 8-1,-6 15 92,-13 51 0,23-76-107,-6 23 48,1 0 0,1 0 0,1 0 0,1 0 0,1 1 0,2-1 1,4 45-1,-2-49-79,2 0-1,1 0 1,0 0 0,2-1 0,0 0 0,1 0 0,21 36 0,-24-49-23,1 0-1,0 0 1,0-1 0,0 0 0,1 0 0,0-1 0,1 0-1,-1 0 1,1 0 0,0-1 0,0-1 0,1 1-1,-1-1 1,1 0 0,0-1 0,0 0 0,1-1-1,-1 0 1,0 0 0,1-1 0,-1 0 0,13-1 0,4-1-55,1-2 0,-1 0 1,1-2-1,-1-1 1,0-1-1,-1-2 0,0 0 1,0-1-1,-1-2 1,29-18-1,-13 3 25,-2-2-1,-1-1 1,-1-3-1,51-59 1,-43 37 20,-2-2 0,53-97-1,-42 51 182,-4-3 0,45-142 0,33-232 4014,-127 480-4088,0-1 1,0 0-1,0 1 0,0-1 1,0 0-1,0 1 0,0-1 0,0 0 1,0 1-1,1-1 0,-1 1 1,0-1-1,0 0 0,0 1 0,1-1 1,-1 1-1,0-1 0,1 0 0,-1 1 1,1-1-1,-1 1 0,0-1 1,1 1-1,-1 0 0,1-1 0,-1 1 1,1-1-1,1 0 0,6 23 934,-6-12-783,-1 0-1,0-1 0,0 1 1,-1 0-1,-2 14 0,-97 540 2140,-31 107-2338,23-104 0,93-498-1435,-8 91-1,21-135 741,0-1-1,1 0 1,2 0-1,1 1 1,0-1 0,2 0-1,10 33 1,-11-48-1281,-1-1-1,2 1 1,7 13 0,20 17-11468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19.4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24 12745,'5'-3'317,"-1"0"0,1 0 1,0 1-1,0-1 0,0 1 0,1 1 0,-1-1 0,0 1 0,1 0 1,-1 0-1,1 0 0,-1 1 0,1 0 0,-1 0 0,1 0 0,-1 1 1,7 1-1,21 5 188,1 2 0,-1 1 0,0 2 0,-1 1 0,0 1 0,-1 2 0,-1 1 0,-1 2 0,0 0 0,29 28 1,-53-43-466,0 1 1,0 0 0,-1 0 0,1 0 0,-1 0-1,0 1 1,-1 0 0,1 0 0,-1 0 0,0 0-1,-1 1 1,1-1 0,-1 1 0,-1-1 0,1 1 0,0 13-1,-2-13-10,-1-1-1,1 0 0,-1 0 0,-1 0 0,1 0 0,-1 0 1,0 0-1,-1-1 0,1 1 0,-1-1 0,0 1 1,0-1-1,-1 0 0,0 0 0,0 0 0,0-1 0,0 1 1,-1-1-1,-6 5 0,-5 2-26,-1 0-1,0-2 1,-1 1 0,-36 12-1,-11 6-526,-13 5-2308,28-21-7346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20.0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187 358 6561,'38'-7'638,"-26"5"-284,0 0 0,0-1 0,0 0 0,0-1 0,0 0 0,-1-1 0,19-10 0,-11 3 497,0 0 0,0-1-1,-1-1 1,-1-1 0,0 0 0,-1-1 0,18-24 0,-31 36-712,0 0 1,-1 0-1,0-1 1,0 1-1,0-1 1,0 1-1,-1-1 1,0 0-1,0 1 1,0-1-1,0 0 1,-1 0 0,0 0-1,0 1 1,0-1-1,-1 0 1,1 0-1,-1 0 1,0 1-1,-1-1 1,1 0-1,-1 1 1,0-1-1,0 1 1,0 0 0,-1 0-1,1 0 1,-1 0-1,0 0 1,0 0-1,-1 1 1,1-1-1,-1 1 1,0 0-1,1 0 1,-1 0-1,-1 1 1,1-1 0,0 1-1,-1 0 1,1 0-1,-1 1 1,1-1-1,-1 1 1,0 0-1,1 0 1,-1 1-1,0-1 1,0 1-1,0 0 1,-4 1 0,-9 3 82,2 0 1,-1 1 0,0 0-1,1 2 1,0 0 0,1 0-1,-1 2 1,2 0 0,-1 1-1,1 0 1,1 1 0,-1 0-1,2 1 1,0 1 0,-19 26-1,13-15-82,1 1 0,2 0 1,0 1-1,2 1 0,1 1 0,1 0 0,1 0 0,-9 48 0,16-57-126,0 0 0,2 1-1,0-1 1,2 0 0,0 0-1,1 1 1,0-1 0,2 0-1,0-1 1,2 1 0,10 26-1,-12-36-103,0 1-1,1-1 1,1 0-1,-1-1 0,1 1 1,0-1-1,1 0 0,0-1 1,1 1-1,-1-1 1,1-1-1,0 0 0,1 0 1,0 0-1,0-1 0,0-1 1,0 1-1,1-1 1,0-1-1,-1 0 0,1 0 1,20 2-1,-18-5 15,0 0 0,0-1 0,0 0 0,0-1-1,0 0 1,0-1 0,0-1 0,0 0 0,-1 0 0,0-1 0,0 0-1,0-1 1,-1 0 0,1-1 0,12-12 0,5-4-14,-2-1 1,-1-1-1,-1-2 1,22-30-1,47-80-115,-2 3 65,-71 107 120,27-31-1,-40 51 6,1 0-1,0 1 0,0-1 0,0 2 1,15-9-1,-18 12 12,-1-1-1,1 1 1,0 0 0,0 0-1,0 0 1,0 1 0,0 0 0,0 0-1,0 0 1,0 1 0,1-1-1,-1 1 1,0 0 0,0 1-1,0-1 1,1 1 0,-1 0 0,0 1-1,0-1 1,0 1 0,0 0-1,-1 0 1,1 1 0,4 2-1,-1 1-1,0 0-1,-1 1 0,0 0 0,-1 0 1,1 0-1,-1 1 0,-1 0 0,0 0 1,0 0-1,0 1 0,6 17 0,-3-3 1,-2-1-1,0 2 1,-1-1-1,-2 0 1,0 1-1,-1 0 1,-2-1-1,-2 28 1,1-22-13,-5 40 164,5-66-84,4-4-19,0-1 1,0 0-1,0 0 1,0 0-1,-1 0 1,1 0-1,-1-1 1,0 1-1,1-1 1,-1 1-1,0-1 1,1-4-1,0 3 37,56-80 965,-42 56-765,2 0 0,0 2 1,2 0-1,1 2 1,1 0-1,33-26 0,-35 35-167,0 2 1,1 0-1,0 1 0,1 1 0,0 2 0,1 0 1,44-10-1,-56 16-68,0 1 0,0 1-1,0 0 1,0 0 0,0 1 0,0 1 0,0 0-1,0 0 1,0 1 0,0 1 0,0 0 0,-1 0 0,1 2-1,-1-1 1,0 1 0,0 1 0,-1 0 0,12 8-1,-15-8-20,-1 1 0,1-1 0,-1 1-1,0 0 1,-1 0 0,9 15 0,59 114 143,-57-100-527,-2 0 1,18 67-1,-13-34-742,25 88-3525,-6-16-5393,-12-68-638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28.0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1186 1502 6637,'4'-8'1074,"-1"0"0,-1 0 1,1 0-1,-1 0 1,-1-1-1,0 1 0,0 0 1,0-1-1,-1 1 0,-2-14 1,2 9-147,0 0 1,1-1-1,2-14 1,-3 24-711,0 1 1,0 0 0,0 0-1,-1 0 1,1 0 0,-1 0-1,0 0 1,0 0 0,-2-3-1,1-2 337,0 3-155,1 0 0,-2 0 0,1 0 1,0 0-1,-1 0 0,0 0 0,-5-5 1,1-2 164,1 5-388,1-1-1,-1 1 1,0 1-1,-1-1 1,0 1-1,0 0 1,0 1-1,0-1 1,-1 1-1,0 1 1,0 0-1,-1 0 1,-9-3-1,-16-5 448,-70-13-1,79 20-419,-13-1-186,-1 1 0,0 2 0,0 1 0,0 2 0,-1 2 0,1 2 0,1 1 0,-72 19 0,74-13-17,1 1-1,1 1 1,0 2-1,1 2 1,0 1 0,2 1-1,0 2 1,1 1-1,-40 38 1,59-48-1,-1 0 0,2 0 0,0 1 0,0 1 0,1 0 0,1 0 0,1 0 0,-8 20 0,12-26 0,0 1 0,1-1 0,0 1 0,1-1 0,0 1 0,0 0 0,1-1 0,0 1 0,1 0 0,-1 0 0,2-1 0,-1 1 0,1-1 0,0 1 0,1-1 0,7 15 0,0-7-61,0 0 0,1-1 0,1 0 0,1 0 0,0-2 0,1 0 0,0 0-1,1-1 1,0-1 0,1 0 0,0-1 0,1-1 0,0-1 0,0 0 0,1-1 0,35 9 0,-42-14-5,1-1-1,0 0 1,0 0-1,0-1 1,0 0 0,0-1-1,0-1 1,0 0-1,0 0 1,-1-1 0,17-7-1,-13 3 26,1 0-1,-1-1 0,-1-1 0,1-1 1,-1 0-1,-1-1 0,15-15 0,-2-3 17,-1-1-1,-1-1 0,-2-1 1,-2-1-1,0-1 0,19-48 1,-8 4-18,26-98 0,7-86-9,-28 108 46,17-86 2,41-149 323,-79 334-219,-10 35-16,1 0 1,1 1 0,10-22-1,-6 29 224,-11 12-295,0-1 0,1 1 0,-1 0 0,0 0 0,1 0 0,-1 0 0,0 0-1,1 0 1,-1 0 0,0 1 0,1-1 0,-1 0 0,0 0 0,1 0 0,-1 0 0,0 0 0,1 0 0,-1 1 0,0-1 0,0 0 0,1 0 0,-1 0 0,0 1 0,0-1 0,1 0 0,-1 0-1,0 1 1,0-1 0,2 3 51,-1 0-1,1-1 1,-1 1-1,0 0 1,0 0-1,0 0 0,-1 0 1,1 4-1,1 26 25,-2 0 0,-1 0 0,-2 0 0,-9 47 0,-2 15-43,-13 146-74,-22 222-298,40-312-133,11 159-1,0-268-1376,9 43 0,6-24-2321,9-3-4345,-2-19-3668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28.8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166 1077 10505,'1'-1'111,"-1"1"-1,1 0 1,0-1-1,-1 1 1,1 0-1,-1 0 1,1-1-1,0 1 1,-1 0 0,1 0-1,0 0 1,-1 0-1,1 0 1,-1 0-1,1 0 1,0 0-1,-1 0 1,1 0-1,0 0 1,-1 0 0,1 0-1,0 0 1,-1 1-1,1-1 1,-1 0-1,1 0 1,0 1-1,-1-1 1,1 0 0,-1 1-1,1-1 1,-1 1-1,1-1 1,-1 1-1,1-1 1,-1 1-1,1 0 1,0 1 1615,20-8-997,1 0-1,-1-1 0,0-2 1,-1 0-1,0-1 0,0-1 1,-1-1-1,32-26 0,-43 31-640,1-1 1,-2 0-1,1-1 0,-1 0 0,0 0 0,-1 0 0,0-1 0,-1 0 1,1 0-1,-2-1 0,0 1 0,0-1 0,-1 0 0,0 0 1,-1 0-1,0 0 0,-1-1 0,0 1 0,-2-18 0,1 20-23,-1 1 0,0 0 0,-1-1-1,0 1 1,0 0 0,-1 0 0,0 0-1,0 1 1,-1-1 0,-6-10 0,7 14 1,-1-1 1,0 1 0,0 0-1,0 0 1,0 1-1,0-1 1,-1 1-1,1 0 1,-1 0 0,0 0-1,0 1 1,0-1-1,-1 1 1,1 1-1,0-1 1,-1 1 0,-6-1-1,0 1 41,0 1 1,1 0-1,-1 1 1,0 0-1,0 1 0,0 0 1,1 1-1,-1 0 0,1 1 1,0 0-1,0 1 0,0 1 1,1-1-1,0 1 0,0 1 1,-18 15-1,12-8-23,2-1-1,-1 2 1,2 0 0,0 1-1,0 0 1,2 1 0,0 0-1,1 1 1,-10 23 0,14-24-47,0 0 0,1 1-1,1 0 1,0 0 0,1 0 0,1 0 0,1 1 0,1-1 0,2 26 0,0-32-42,0 0 0,1 0 0,0 0 1,1 0-1,0-1 0,1 1 0,0-1 0,1 0 1,0-1-1,1 1 0,0-1 0,0-1 0,1 1 0,1-1 1,10 9-1,-7-9-42,0 1 1,0-2-1,1 1 1,0-2-1,1 0 1,0 0-1,0-2 1,0 1-1,1-2 1,0 0-1,0-1 1,0 0 0,0-1-1,0-1 1,0 0-1,1-1 1,-1-1-1,0 0 1,0-1-1,0-1 1,0 0-1,0-1 1,14-6-1,91-37-100,-94 33 128,1 0 0,-2-2 1,0-1-1,-1 0 0,-1-2 0,-1-1 1,33-38-1,9-6 7,-12 13-48,49-42 77,-97 90-19,-1 1-1,1-1 1,-1 1-1,1 0 0,0 0 1,0 0-1,0 0 1,0 1-1,0 0 1,0 0-1,0 0 0,0 0 1,1 1-1,-1-1 1,0 1-1,1 0 1,-1 1-1,0-1 1,0 1-1,1-1 0,-1 1 1,0 1-1,0-1 1,0 0-1,0 1 1,0 0-1,0 0 0,5 4 1,9 7 0,-1 0 1,-1 1-1,0 0 1,21 26-1,-12-12-17,42 42-613,-23-22-571,78 65 0,-110-104 1013,0 0 0,0-1 1,26 13-1,-31-18 150,0 0-1,1-1 1,-1 0-1,1 0 1,-1-1-1,1 0 1,0-1-1,0 1 1,12-2-1,-4-1-19,1-1-1,-1 0 1,0-1 0,-1 0-1,1-2 1,-1 0-1,25-13 1,-17 5 13,-1 0 1,0-2-1,-2 0 1,23-23-1,9-17 10,-3-3 0,54-81 0,-39 37 16,77-165 0,-110 204 9,144-320 1048,-174 382-1015,6-12 352,0-1 1,13-16-1,-18 28 467,-12 19 765,1 14-1026,0 1 0,2 0 0,-6 60 1,5-29-104,-59 525 969,63-533-2726,5 97 0,2-121-613,1 0 0,11 39 0,-14-66 1447,-1-1 1,1 0-1,0 0 1,-1 0-1,1 0 0,0 0 1,1 0-1,-1 0 1,0-1-1,0 1 1,1 0-1,-1-1 0,1 1 1,0-1-1,-1 1 1,1-1-1,0 0 1,2 2-1,2 1-1290,26 17-8636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28.9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0 10953,'-33'21'2588,"13"-33"5169,100 33-4681,-23-15-1984,13 3-244,17 0-288,17 1-460,17-4-708,6 6-308,0-3-672,4-3-704,-7-6-420,-3 3-2909,-1 3-4632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29.1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88 8233,'-27'-24'7628,"34"12"-6415,0 0 975,10-3-2268,3 3-584,0 6-3065,0 0-535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32.7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25 13997,'0'0'2004,"10"-12"-363,7 0-373,7 18-328,13 12-272,-1-6-464,5 3-652,5 3-864,5 6-752,2 6-2917,4 9-3952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31.8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0 482 12165,'2'-1'387,"0"-1"1,0 1-1,-1 0 1,1-1-1,0 1 0,0 0 1,0 0-1,0 0 1,1 0-1,-1 0 0,0 1 1,0-1-1,0 1 0,1-1 1,-1 1-1,0 0 1,0 0-1,4 0 0,1 1 868,0 1 0,0 0-1,-1 0 1,13 6 0,-9-4-187,24 11-675,-1 1 1,0 1-1,-2 2 0,0 1 1,-1 2-1,-1 1 0,-2 1 1,0 1-1,-1 1 0,-2 2 1,-1 0-1,-1 2 0,-1 0 1,25 51-1,-26-37-393,20 67 0,11 27 0,-49-133 0,0-1 0,0 0 0,0 0 0,1 0 0,-1 0 0,1 0 0,0 0 0,1-1 0,-1 1 0,0-1 0,1 0 0,0 0 0,0 0 0,0-1 0,0 1 0,0-1 0,8 3 0,-6-4 0,0 0 0,0 0 0,0 0 0,-1-1 0,1 0 0,0 0 0,0-1 0,0 1 0,0-1 0,-1-1 0,1 1 0,8-4 0,11-7 0,0 0 0,-1-2 0,-1-1 0,40-32 0,-62 47 0,111-97 0,174-196 0,-238 241 0,82-97 0,42-44 0,-110 129-342,174-164-3566,-224 218 2938,0 1-1,0 0 0,24-12 0,-8 11-2677,0 5-3519,-1 4-3668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32.2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882 0 10621,'-88'15'4654,"64"-12"-3197,-1 1 1,1 1-1,-26 8 1,-34 23 781,3 4 1,-119 76 0,135-71-1600,-83 74-1,111-87-464,-16 18 131,51-48-184,4-5-77,3-4 14,1 0 1,0 1-1,0 0 1,1 0-1,0 0 1,0 1-1,9-5 0,60-32 459,-73 41-508,1-2-7,1 1-1,0 0 1,0 0-1,0 0 1,1 1-1,-1 0 0,0 0 1,0 0-1,1 1 1,-1-1-1,0 1 1,1 1-1,-1-1 1,1 1-1,-1 0 1,0 0-1,0 0 1,0 1-1,0 0 1,0 0-1,0 0 1,0 1-1,0-1 1,-1 1-1,1 0 1,-1 1-1,0-1 0,0 1 1,0-1-1,-1 1 1,1 1-1,-1-1 1,0 0-1,4 8 1,7 13-1212,1 0 0,0-1 0,25 27 0,-29-38-1174,1-1 0,1 0-1,-1-1 1,17 10 0,7-2-8722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32.5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0 122 12333,'6'6'321,"4"6"717,1-1 0,0 0-1,1 0 1,0-1 0,17 10-1,-23-15-824,-1-1 0,1 1 1,-1 0-1,0 0 0,0 0 0,0 1 0,-1-1 0,1 1 0,2 7 0,2 2 196,-2 0 0,10 26 1,-14-33-276,-1 0-1,-1 1 1,0-1 0,0 1 0,0-1 0,-1 1 0,0 0 0,-1-1-1,-2 14 1,2-17 16,0 0 0,0 0 1,-1 0-1,1 0 0,-1-1 0,0 1 0,0-1 0,0 1 0,-1-1 0,0 0 0,0 0 1,0 0-1,0 0 0,0-1 0,-1 1 0,-7 5 0,9-8-3,1-1-1,-1 1 1,0-1-1,1 1 1,-1-1-1,0 1 1,1-1 0,-1 0-1,0 0 1,1 0-1,-1 0 1,-2 0-1,4 0-113,-1-1-1,0 1 1,1 0-1,-1 0 0,1 0 1,-1 0-1,0-1 1,1 1-1,-1 0 0,1 0 1,-1-1-1,1 1 1,-1 0-1,1-1 0,-1 1 1,1-1-1,-1 1 1,1 0-1,0-1 1,-1 1-1,1-1 0,0 1 1,-1-1-1,1 0 1,0 1-1,0-1 0,-1 1 1,1-1-1,0 0 1,0 1-1,0-1 1,0 1-1,0-1 0,0 0 1,0 1-1,0-1 1,0 0-1,2-3 31,-1 1-1,1-1 1,0 1-1,1 0 1,-1 0-1,0 0 1,1 0-1,0 0 1,0 0 0,4-3-1,0 0 23,37-37-216,1 2 0,3 2-1,1 3 1,66-39 0,-31 33-2774,2 4 1,1 3-1,103-25 1,-74 29-4904,-63 19 835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32.6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201 0 11173,'-17'30'1900,"-3"-9"16,-7 13-191,1-4-257,16-18-152,-11 12-476,-9 15-156,14-9-144,2 0-280,7-11-344,1 5-588,-1 0-820,10 0-848,4 18-2757,6-12-4056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33.1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785 1 10693,'-21'11'698,"15"-8"-408,0 0 0,0 0 1,0 0-1,-1-1 0,1 1 0,0-1 0,-1-1 0,0 0 0,1 0 0,-1 0 0,0 0 1,-10-2-1,4 2 316,0-1 0,0 2-1,0 0 1,0 0 0,0 2 0,0-1 0,1 1 0,-18 9 0,-97 58 1843,76-41-1948,-4 1-296,2 2-1,0 3 0,3 1 1,1 3-1,-46 49 0,95-89-208,-1 0 0,1 0-1,0 0 1,0 1 0,0-1-1,0 0 1,-1 0 0,1 0-1,0 0 1,0 0 0,0 0 0,0 0-1,0 0 1,-1 1 0,1-1-1,0 0 1,0 0 0,0 0-1,0 0 1,0 0 0,0 1-1,0-1 1,0 0 0,-1 0 0,1 0-1,0 1 1,0-1 0,0 0-1,0 0 1,0 0 0,0 0-1,0 1 1,0-1 0,0 0-1,0 0 1,0 0 0,0 1-1,0-1 1,1 0 0,-1 0 0,0 0-1,0 0 1,0 1 0,0-1-1,0 0 1,0 0 0,0 0-1,0 0 1,0 0 0,1 1-1,-1-1 1,0 0 0,0 0 0,0 0-1,0 0 1,1 0 0,-1 0-1,0 0 1,0 0 0,0 0-1,0 1 1,1-1 0,-1 0-1,20-2-69,24-11 78,-18 2 40,0-1-1,36-25 1,-10 7 121,24-13 364,141-72 1515,-185 101-1658,-1 2 0,2 1 0,-1 1 0,1 2 0,40-5 0,-65 12-294,0 1 0,1-1 0,-1 2 0,0-1 0,0 1 0,0 0 0,1 1 0,-1 0 0,0 0 0,-1 0 0,1 1 0,0 1-1,-1-1 1,0 1 0,8 6 0,-9-6-59,0 1-1,-1 0 0,0 0 1,0 1-1,0 0 0,-1-1 0,0 2 1,0-1-1,0 0 0,-1 1 1,0 0-1,0 0 0,-1 0 1,0 0-1,0 0 0,2 14 1,0 13-331,-2-12-412,0 0 1,2 0 0,9 29 0,-11-46 342,-1 1 0,2-1 0,-1 0 0,0-1 1,1 1-1,0 0 0,0-1 0,0 0 0,1 1 1,0-1-1,0 0 0,0-1 0,0 1 0,0-1 1,0 0-1,1 0 0,0 0 0,8 3 0,5 0-2715,1-1 0,19 3 0,14 1-6235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33.4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358 56 13157,'-12'-15'966,"8"9"-264,0 0 0,-1 1 1,0 0-1,0 0 0,-10-8 0,14 14-444,0 0 1,0 0-1,1 0 0,-1 0 0,1 0 0,-1 0 0,1 0 0,-1 0 0,1 0 0,0 0 0,0 0 0,-1 0 0,1 1 1,0-1-1,0 1 0,0-1 89,-171 750 9607,142-656-9954,-39 144 0,57-193 0,3 0 0,2 0 0,-1 59 0,7-89 0,1 0 0,0 0 0,1 0 0,1 0 0,0 0 0,1-1 0,1 1 0,0-1 0,14 27 0,-13-32 0,0-1 0,1 0 0,0 0 0,0-1 0,1 0 0,0 0 0,0-1 0,1 0 0,0 0 0,0-1 0,1 0 0,0 0 0,0-1 0,0-1 0,11 4 0,-3-3 0,1 0 0,-1-2 0,1 0 0,0-1 0,0 0 0,-1-2 0,1 0 0,0-1 0,0-1 0,0-1 0,29-9 0,-27 6 0,0-1 0,-1-1 0,0-1 0,0-1 0,-1 0 0,0-2 0,-1 0 0,0-1 0,27-27 0,-39 34 0,0 0 0,-1 0 0,0-1 0,-1 0 0,1 0 0,-1 0 0,-1 0 0,1 0 0,-1-1 0,0 0 0,-1 1 0,3-17 0,-4 18 0,-1 0 0,0 0 0,0-1 0,0 1 0,-1 0 0,0 0 0,0 0 0,-1 0 0,1 0 0,-2 0 0,1 1 0,0-1 0,-1 0 0,0 1 0,0 0 0,-1 0 0,-6-8 0,-2 0-170,-1 2-1,0-1 1,0 2-1,-1 0 1,0 0-1,-1 1 1,0 1-1,-1 1 1,0 0 0,0 1-1,0 0 1,0 1-1,-23-2 1,17 3-216,-1 1 1,0 1-1,0 1 1,0 1 0,0 1-1,0 2 1,0 0-1,1 1 1,-33 10-1,18 3-4015,18-2-2367,6-2-5605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33.6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389 23 13117,'-20'-20'2594,"20"20"-2501,0-1 0,0 1 0,-1 0-1,1 0 1,0 0 0,-1-1 0,1 1 0,0 0-1,0 0 1,-1 0 0,1 0 0,0 0-1,-1-1 1,1 1 0,0 0 0,-1 0-1,1 0 1,0 0 0,-1 0 0,1 0-1,0 0 1,-1 0 0,1 0 0,0 0 0,-1 0-1,1 1 1,0-1 0,-1 0 0,1 0-1,0 0 1,-1 0 0,1 0 0,0 1-1,0-1 1,-1 0 0,1 0 0,0 0-1,0 1 1,-1-1 0,1 0 0,0 1 0,0-1-1,0 0 1,-1 0 0,1 1 0,-11 21 1531,-11 55 3121,-18 106-1,25-106-3771,3-19-649,-52 230 104,40-202-467,-43 107 1,46-142-132,2-8-2294,2-1-1,-21 84 0,33-74-1693,10-19-2365,9-2-4988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33.9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1 398 10829,'0'0'4282,"0"3"-2363,1 0-1673,1 0 0,-1 0 0,1 0 0,-1 0 1,1 0-1,0 0 0,0-1 0,0 1 1,0-1-1,0 0 0,1 1 0,-1-1 1,1 0-1,-1 0 0,1-1 0,0 1 0,0 0 1,0-1-1,0 0 0,0 0 0,0 0 1,0 0-1,6 1 0,11 2 494,0 0 0,33 1 1,4-3-89,0-2 1,-1-3 0,68-11 0,-83 7-349,0-2 1,-1-2-1,0-2 0,0-1 1,38-21-1,-60 26-94,0-1-1,-1-1 1,-1 0-1,0-1 0,0-1 1,-1 0-1,-1-2 1,0 1-1,-1-2 0,-1 0 1,0 0-1,-1-1 1,-1 0-1,13-32 0,-22 48-207,3-10 5,0 1-1,0-2 1,-1 1 0,2-14 0,-5 23-7,0 0 0,1 0 0,-1 1-1,0-1 1,0 0 0,0 1 0,0-1 0,0 0 0,0 0-1,-1 1 1,1-1 0,-1 0 0,1 1 0,-1-1-1,1 0 1,-1 1 0,0-1 0,0 1 0,0-1-1,0 1 1,0 0 0,0-1 0,0 1 0,0 0 0,0 0-1,-1-1 1,1 1 0,-1 0 0,1 0 0,-1 1-1,1-1 1,-1 0 0,1 0 0,-1 1 0,0-1 0,1 1-1,-1-1 1,-2 1 0,-3 0 0,0 0 0,-1 0 0,1 1 0,0 0 0,-1 0 0,1 0 0,0 1 0,0 1 0,0-1 0,0 1 0,-12 7 0,-7 6 0,-39 30 0,34-22 0,1 2 0,2 1 0,1 2 0,-32 42 0,43-49 0,1 0 0,1 2 0,1 0 0,0 1 0,2 0 0,1 0 0,-6 29 0,13-46-20,1 0 1,1 0-1,-1-1 0,1 1 0,1 0 1,0 0-1,0 0 0,0 0 0,1 0 1,0 0-1,1 0 0,0 0 1,0 0-1,0-1 0,1 1 0,0-1 1,1 0-1,0 0 0,0 0 0,0 0 1,1-1-1,0 1 0,0-1 0,0 0 1,1-1-1,12 10 0,6 1-993,0 0 1,1-2-1,1-1 0,0-1 0,0-1 0,32 8 0,6-2-4694,104 14 1,-59-17-5041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34.0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221 154 11705,'-64'-75'4464,"44"63"-1807,-3 0-281,-1 0-232,11 3-244,0 0 805,3-3-1633,-4 0-204,-6 15-15722,0 0 2801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1.0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10 297 6869,'14'-22'854,"23"-46"4854,-34 60-4798,-1 0 0,0 0 0,-1-1 0,1 1 0,-2 0 0,1-1 0,-2-14 0,0 16-59,1 0 1,0 0 0,0 0 0,1-1 0,0 1 0,0 0 0,0 0 0,1 0 0,0 0 0,1 0 0,4-9 0,6-8 807,-13 18-1485,0 6-174,0 1 0,1-1 0,-1 0 0,0 0 0,0 0 0,0 0 0,0 0 0,0 1 0,0-1 0,1 0 0,-1 0 0,0 0 0,0 0 0,0 0 0,0 0 0,0 0 0,1 0 0,-1 1 0,0-1 0,0 0 0,0 0 0,1 0 0,-1 0 0,0 0 0,0 0 0,0 0 0,0 0 0,1 0 0,-1 0 0,0 0 0,0 0 0,0 0 0,1 0 0,-1 0 0,0-1 0,0 1 0,0 0 0,0 0 0,1 0 0,-1 0 0,0 0 0,0 0 0,0 0 0,0 0 0,0-1 0,0 1 0,1 0 0,-1 0 0,0 0 0,0 0 0,0-1 0,0 1 0,0 0 0,0 0 0,0 0 0,0 0 0,0-1 0,0 1 0,6 18 0,-6-17 0,9 41 0,-1 0 0,-3 1 0,-1-1 0,-4 82 0,-7-38 0,-26 122 0,11-94-889,-25 113-5185,27-144-2408,8-6-5856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1.3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 17766,'14'10'3691,"-2"7"-2294,-6-6-352,3 1-473,-2 1 1,0 0-1,0 0 1,-1 1-1,-1 0 1,0 0-1,-1 1 1,3 15-1,-1 10 1286,2 71 0,-10-52-2511,-3 1-1,-2-1 1,-21 82 0,4-19-963,1-27-4675,7-37-1810,11-29-3061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1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1746 72 13465,'-49'-21'761,"30"12"-290,1 1 0,-1 1 0,0 0 0,-1 2 0,1 0 0,-1 1 0,-25-1 0,17 4 46,0 1-1,0 2 1,0 0-1,1 2 0,-1 1 1,1 1-1,0 1 1,1 2-1,0 1 0,0 0 1,1 2-1,0 1 1,1 1-1,1 1 1,0 2-1,1 0 0,1 1 1,0 1-1,-28 34 1,11-5 8,1 1 0,-34 64 1,-52 117 468,73-132-656,-368 820 576,360-756-759,7 2 1,7 2-1,-41 318 1,78-418-168,4 1 1,2 0-1,3-1 1,3 1-1,23 106 1,-21-143-16,1 1 1,2-2-1,1 1 1,2-2-1,0 1 1,2-2-1,1 0 0,1-1 1,1 0-1,2-2 1,0 0-1,2-1 1,0-1-1,27 19 1,-17-18-255,2-3 0,0 0 1,0-2-1,2-2 1,0-1-1,1-2 0,39 8 1,-7-6-414,0-2 1,140 5 0,-128-18 326,0-4 0,1-3 1,-2-3-1,0-5 0,145-44 0,-132 26 150,0-4 0,-3-4 0,-1-3-1,117-80 1,-133 73 176,-3-2-1,-2-4 0,-3-2 0,-2-3 1,-3-3-1,-3-2 0,-2-3 1,-4-2-1,-3-2 0,-4-2 0,-3-3 1,-3 0-1,41-126 0,-56 123 62,-3-1-1,-4-1 1,-3 0 0,-5-1-1,-3 0 1,-3 0 0,-4 0-1,-4 0 1,-18-86-1,10 100-30,-3 1-1,-3 1 0,-3 0 1,-3 2-1,-2 1 0,-4 1 1,-3 1-1,-2 2 1,-3 2-1,-93-107 0,109 141-186,-1 1-1,-1 1 0,-1 1 1,-2 2-1,0 0 0,-1 2 1,-38-18-1,52 31-221,0 0-1,0 0 1,0 2-1,-1 0 1,0 1-1,0 0 1,-18 1-1,20 2-314,1 1-1,0 0 0,0 1 0,0 1 1,0 0-1,0 1 0,0 0 0,1 1 1,-18 9-1,-48 35-8142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2.3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98 200 11877,'5'-9'1012,"-1"0"-1,0 0 1,-1 0 0,0-1-1,0 0 1,-1 1 0,2-19-1,-3 19 269,1 0 0,1 0-1,-1 0 1,1 0 0,1 0-1,0 1 1,0 0 0,0-1-1,11-12 1,-15 21-1280,0-1 0,0 1 0,0 0 0,0-1 0,0 1 0,0 0 0,1 0 0,-1-1 0,0 1 0,0 0 0,0-1 0,0 1 0,1 0 0,-1 0 0,0-1 0,0 1 0,1 0 0,-1 0 0,0 0 0,0 0 0,1-1 0,-1 1 0,0 0 0,0 0 0,1 0 0,-1 0 0,0 0 0,1 0 0,-1 0 0,0 0 0,1-1 0,-1 1 0,0 0 0,1 0 0,-1 1 0,0-1 0,1 0 0,-1 0 0,0 0 0,0 0 0,1 0 0,-1 0 0,0 0 0,1 0 0,-1 1 0,0-1 0,0 0 0,1 0 0,-1 0 0,0 1 0,0-1 0,1 0 0,3 17 0,-3-13 0,6 30 0,-2 1 0,-2 0 0,0 42 0,-11 111 0,6-157 0,-1 21 0,-47 486 0,-36 7 0,74-464-665,-16 87-4844,16-110-3208,10-3-6175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2.8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73 384 9541,'0'-3'145,"1"2"4,0-1 1,-1 1-1,1-1 0,0 0 0,-1 1 0,1-1 1,-1 0-1,0 1 0,0-1 0,0 0 1,0 0-1,0 1 0,0-1 0,0 0 0,0 1 1,-1-1-1,1 0 0,0 1 0,-1-1 1,0 0-1,1 1 0,-1-1 0,0 1 0,0-1 1,0 1-1,0-1 0,0 1 0,0 0 1,0-1-1,-3-1 0,2 1 212,-1 0-1,1 0 1,0 0 0,0-1-1,0 1 1,1-1 0,-1 1-1,0-1 1,1 1 0,0-1-1,-2-6 1,1 6 100,1 0-1,0-1 1,-1 1 0,0 0-1,0 0 1,0 0 0,-3-4-1,3 5-176,-1 0-1,1-1 1,0 1-1,0-1 1,0 1 0,1-1-1,-1 0 1,1 0-1,0 0 1,-1 0-1,1 0 1,-1-4-1,2 5-142,0 0-1,0 0 0,0 0 1,0 0-1,0 0 1,1 0-1,-1 0 1,0 0-1,1 1 0,0-1 1,-1 0-1,1 0 1,0 0-1,0 1 0,0-1 1,1-2-1,1 1-11,1 0-1,-1 0 0,1 0 1,-1 0-1,1 1 0,0-1 0,0 1 1,0 0-1,0 0 0,1 0 1,-1 1-1,0 0 0,1-1 1,-1 1-1,1 1 0,8-1 0,3 1 4,1 1-1,-1 0 1,1 1-1,-1 1 1,0 1-1,0 0 0,0 1 1,-1 1-1,1 0 1,23 15-1,-9-4-15,-2 1-1,0 1 1,-2 2-1,33 32 1,-44-38-107,0 1-1,-2 1 1,0 1-1,0 0 1,-2 0 0,-1 1-1,0 1 1,-1-1 0,-1 2-1,-1-1 1,-1 1-1,7 38 1,-10-30-75,0 0 1,-3 0-1,0 0 0,-2 0 0,0-1 1,-3 1-1,0 0 0,-1-1 0,-12 30 1,-10 20-110,-4-2 1,-3-1 0,-3-2-1,-74 108 1,105-172 160,3-9 0,5-20 22,1 5 15,1-1 0,1 1 0,0 0 0,11-24 0,34-64 78,-24 53-36,245-460 491,-206 407-531,5 2 1,141-158 0,-190 237 22,0 1 0,2 1 0,0 2 0,2 0 0,0 1 0,51-27 0,-67 40-35,1 0 0,-1 1 0,1 0 0,-1 1 0,1-1 0,0 2 0,0-1 0,0 1 0,-1 1 0,1 0 0,0 0 0,0 0 0,0 1 0,0 1 0,0 0 0,0 0 0,-1 0 0,1 1 0,-1 0 0,0 1 0,1 0 0,-2 0 0,1 1 0,0 0 0,-1 0 0,11 11 0,-6-4-13,-1 0 0,0 1 0,-1 1 0,0 0 0,-1 0 0,0 1 0,9 24 0,-1 5 0,17 68 0,-18-40 0,-3 1 0,-3 1 0,1 104 0,-24 225 0,-86 356 0,96-745-28,-9 57-2658,-6 89 1,17-141 1638,1 0 0,1 1 1,0-1-1,1 0 1,2 0-1,0 0 0,0 0 1,2-1-1,14 32 1,12 2-12872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3.8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215 121 5641,'0'0'3711,"-1"-3"-1841,-2-46 6564,3 37-6776,-13-44 8237,-37 218-8337,-67 223-1558,113-372 0,-3 10 0,1 0 0,-6 46 0,11-65 0,0 0 0,1 1 0,0-1 0,0 0 0,0 1 0,1-1 0,-1 1 0,1-1 0,0 0 0,0 0 0,1 1 0,-1-1 0,1 0 0,0 0 0,0 0 0,0-1 0,1 1 0,-1 0 0,1-1 0,0 0 0,0 1 0,5 3 0,-4-5 0,1 0 0,-1 0 0,1 0 0,0 0 0,0-1 0,0 0 0,0 0 0,0 0 0,0 0 0,0-1 0,0 0 0,0 0 0,1-1 0,-1 1 0,5-2 0,14-3 0,42-14 0,-55 15 0,43-15 0,-1-3 0,-2-3 0,74-45 0,136-111 0,-87 57 0,-167 119 0,0 0 0,1 1 0,-1 0 0,1 0 0,16-4 0,-21 7 0,-1 0 0,1 1 0,0-1 0,0 1 0,0 0 0,-1 0 0,1 0 0,0 0 0,0 1 0,-1-1 0,1 1 0,0 0 0,0 0 0,-1 0 0,1 0 0,-1 0 0,1 0 0,-1 1 0,1-1 0,-1 1 0,0-1 0,3 4 0,9 10 0,-2 1 0,0 0 0,-1 1 0,18 34 0,-16-27 0,0-1 0,23 29 0,-27-40-151,2 0 0,-1-1 1,1 0-1,1-1 0,0 0 0,1-1 0,14 9 1,-23-16 80,0 0 1,1 0 0,-1 0 0,0-1-1,1 0 1,-1 0 0,0 0 0,1 0 0,-1 0-1,1-1 1,-1 0 0,1 0 0,0 0-1,-1-1 1,1 1 0,-1-1 0,1 0 0,-1 0-1,0-1 1,0 1 0,1-1 0,-1 0 0,0 0-1,0-1 1,0 1 0,-1-1 0,1 0-1,-1 0 1,4-3 0,-1 0-666,0 0 0,-1 0 0,0-1 0,0 0-1,8-14 1,-11 16-791,0 0-1,0 0 1,0 0-1,-1-1 0,0 1 1,1-10-1,1-11-9876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4.3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59 193 11533,'-27'-97'3151,"15"52"2217,8 18 502,8 13-1604,9 5-2985,-12 9-654,1 5-544,0 0 1,-1 1 0,1-1-1,-1 1 1,0-1 0,-1 1-1,1 9 1,0 5-82,17 270-2,-17-254 0,-24 418 0,4-214 0,10-114 0,1-51 0,4 1 0,4 0 0,9 86 0,-6-141-1159,1 0 1,1 0-1,1-1 0,15 35 1,-18-47 419,1 0 0,0-1 0,1 0 0,0 0 0,0 0 0,0 0 0,1-1 0,0 0 0,0 0 0,1 0 0,-1-1 0,1 0 0,0 0 0,16 7 0,32 5-12166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4.5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329 49 15125,'0'-4'400,"-1"2"-130,0 0-1,1 1 0,-1-1 0,1 0 1,0 0-1,-1 0 0,1 0 0,0 1 1,0-1-1,0 0 0,1 0 1,-1 0-1,0 0 0,1 0 0,-1 1 1,1-1-1,-1 0 0,1 0 0,0 1 1,0-1-1,4-4 2835,0 9 499,5 3-2550,-7-2-915,-1 0 0,1 0 1,0 1-1,-1-1 0,0 1 0,0-1 1,0 1-1,-1 0 0,0 0 0,0 0 0,0 0 1,0-1-1,-1 1 0,1 6 0,-1 19 656,-4 35 0,1-34-628,-7 75-166,-35 153 0,-46 102 0,63-257 0,-36 120-31,-14 51-343,58-193-213,-11 114 0,30-182-627,0 0 0,1 1 0,1-1 0,3 26 0,-2-31-625,1 0 1,-1 0-1,1-1 0,8 15 1,11 9-11103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4.8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3 234 11397,'-2'-3'2203,"5"5"23,-2-1-1998,1 0 0,0-1-1,-1 1 1,1-1 0,0 1 0,0-1-1,-1 0 1,1 1 0,0-1 0,0 0-1,2-1 1,36-3 1008,44-10 1,-12 1-720,802-174 1415,-848 180-1872,-21 4 44,0 1 1,1 1 0,0-1 0,-1 1-1,1 0 1,0 0 0,0 1 0,-1-1-1,1 1 1,0 1 0,0-1 0,8 2-1,-11-1-10,1 0-1,0 1 1,-1-1-1,1 0 0,-1 1 1,0 0-1,1 0 1,-1 0-1,0 0 0,0 1 1,0-1-1,-1 1 1,1 0-1,0 0 1,-1 0-1,0 0 0,0 0 1,0 0-1,0 0 1,0 1-1,-1-1 0,1 1 1,-1-1-1,0 1 1,0 0-1,0 5 1,3 17 199,-2 0 0,-1 1 1,-1-1-1,-1 1 1,-1-1-1,-9 42 1,-4 62-1784,14-98 469,-1 55-3241,3-30-4539,4-18-2120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4.9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34 13529,'10'-33'5645,"20"42"-5149,-7 0-572,1 6-896,16 18-876,-10-6-3093,-3 4-3908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5.1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341 25 13821,'-50'-20'3363,"40"16"-599,10 9-435,0 98 293,-3 0 1,-6-1-1,-24 119 1,-28 53-2623,-40 171 0,77-355-1496,4 2 0,-9 101 0,28-176-59,1 0 1,3 25 0,7 7-5688,3 0-6148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5.4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98 145 12849,'-2'-7'434,"1"0"0,-1 0-1,1 0 1,0-1 0,1 1-1,0 0 1,0 0 0,3-14 0,-3 18-237,1 0 1,0-1 0,1 1 0,-1 0 0,1 0 0,-1 1-1,1-1 1,0 0 0,0 0 0,0 1 0,0-1 0,0 1-1,1 0 1,-1 0 0,1 0 0,-1 0 0,1 0 0,0 0-1,0 1 1,0-1 0,0 1 0,5-2 0,4 0 41,0 1 0,0 0 0,0 0 0,0 1 0,0 1 0,1 0 0,-1 1 0,0 0 0,0 1 0,0 0 0,0 1 1,19 7-1,3 3 32,-1 1 0,-1 2 0,33 21 0,-51-28-283,1 1 0,-2 1 0,1 0 0,-1 0-1,-1 2 1,0-1 0,-1 2 0,-1-1 0,12 20 0,-17-24-43,0 0-1,0 1 1,-1 0 0,0-1 0,-1 2-1,0-1 1,-1 0 0,0 1 0,0-1 0,-1 1-1,-1 0 1,0-1 0,0 1 0,-1-1-1,0 1 1,-4 13 0,1-11 8,-1-1 0,-1 1 1,0-1-1,0-1 0,-1 1 0,-1-1 1,0-1-1,0 1 0,-1-1 1,0-1-1,-1 1 0,-20 14 0,-5 0-66,-1-1 1,-67 31-1,46-30-1064,-1-3 1,-1-2-1,-70 12 0,129-31 1155,-36 10-2305,13-1-3310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5.9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1 14949,'1'2'858,"0"1"0,-1-1 0,0 1 0,1-1 0,-1 1-1,0 0 1,0-1 0,0 1 0,-1 2 0,-13 31 1834,4-14-1260,3 2-449,2 0 0,1 0 0,1 0-1,-1 40 1,2-13-797,-18 322-171,22-139-15,0-201 0,3 1 0,0-1 0,2 0 0,23 62 0,-26-84 0,1 0 0,1-1 0,0 0 0,0 0 0,1-1 0,0 1 0,0-1 0,1-1 0,0 0 0,14 11 0,-16-15 0,0 0 0,0 0 0,0-1 0,0 0 0,1 0 0,0 0 0,0-1 0,-1 0 0,1 0 0,0-1 0,1 0 0,-1 0 0,0 0 0,0-1 0,0 0 0,0-1 0,14-2 0,1-3-82,0-1 0,-1-1 0,0-1 0,0-1 0,-1 0 1,0-2-1,-1 0 0,-1-1 0,0-2 0,0 1 0,15-18 0,4-9-188,-1-1-1,-2-2 1,40-66-1,-19 18 165,-4-2-1,70-183 1,-120 276 135,0-1 1,-1 1 0,1-1-1,-1 1 1,1-1-1,-1 1 1,1-1 0,-1 0-1,0 1 1,0-1-1,0 1 1,0-1-1,0 0 1,0 1 0,0-1-1,-1 1 1,1-1-1,0 1 1,-1-1 0,1 1-1,-1-1 1,0 1-1,1-1 1,-1 1 0,-2-3-1,2 4-4,0-1 0,0 1-1,0-1 1,0 1 0,0 0-1,-1 0 1,1-1 0,0 1-1,0 0 1,0 0 0,-1 0-1,1 0 1,0 0 0,0 1-1,0-1 1,-1 0 0,1 1-1,0-1 1,0 0 0,0 1-1,0-1 1,0 1 0,0 0-1,0-1 1,0 1 0,0 0-1,0 0 1,-1 0 0,-18 17 70,1 0 0,0 1 0,2 1 0,0 1 0,-22 35 0,19-22-13,1 1 0,1 0 1,-13 42-1,26-62-80,1 1 1,0-1-1,1 1 1,0 0-1,1 0 1,1 0-1,1 0 1,0 0-1,4 24 0,-2-30-9,0 1-1,1-1 1,0 0-1,1 0 0,0 0 1,0 0-1,1-1 0,0 0 1,1 0-1,0 0 0,0-1 1,1 0-1,0 0 0,1 0 1,10 8-1,0-4-471,1 0 0,1-1 0,0-1 0,1 0 0,-1-2 0,2-1 0,-1 0 0,43 7 0,4-5-2974,109 3-1,-49-12-3516,5-2-4527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7.4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260 456 8249,'16'-40'2596,"2"-1"0,25-41 0,-38 73-2005,-1-1 0,0 0 0,0 0-1,-1 0 1,3-20 0,0 1 327,10-40 2190,-15 56-2292,2 0-1,0 0 0,0 1 1,1-1-1,0 1 1,1 0-1,9-15 0,-9 56 1602,-5-5-2364,-2 1 0,0 0 1,-1-1-1,-10 36 1,-36 100-83,24-86 10,-19 64 19,-201 719 0,210-671 0,30-153 0,3 1 0,0 0 0,6 52 0,-3-73 0,1-1 0,1 0 0,0 0 0,0 0 0,1 0 0,1 0 0,0-1 0,9 16 0,-9-20 0,1 1 0,-1-1 0,1 0 0,1-1 0,-1 1 0,1-1 0,0 0 0,1-1 0,-1 0 0,1 0 0,0 0 0,10 3 0,11 2 0,2 0 0,-1-2 0,1-1 0,0-2 0,1-1 0,-1-1 0,1-2 0,39-3 0,13-5 0,153-34 0,-199 32 0,0-1 0,-1-2 0,0-2 0,-1-1 0,-1-2 0,0-1 0,63-46 0,-78 47-1567,-1-2-1,20-23 1,-14 14-58,-1-1-2454,1 0-4251,0 3-2717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7.9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4 145 15237,'10'-18'3237,"-24"12"4811,18-18-5919,-1 3 1043,4 3-2228,-1 2-944,1 7-1300,3-3-1252,0 0-845,-3 3 5,20 18-3145,0 3-6068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8.5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276 649 13645,'-6'31'2136,"6"-31"-2061,0 0-1,0 1 1,0-1-1,0 0 0,0 0 1,0 1-1,0-1 0,0 0 1,0 1-1,0-1 0,0 0 1,-1 1-1,1-1 1,0 0-1,0 0 0,0 1 1,0-1-1,-1 0 0,1 1 1,0-1-1,0 0 0,0 0 1,-1 0-1,1 1 1,0-1-1,0 0 0,-1 0 1,1 0-1,-1 1 0,-2 0 348,0 1-124,0-1-1,-1 1 1,1-1 0,1 1-1,-1 0 1,0 0 0,0 0 0,1 0-1,-1 1 1,1-1 0,0 1-1,0 0 1,0-1 0,0 1-1,0 0 1,1 0 0,-1 0-1,1 0 1,-2 5 0,-169 699 8081,162-643-8379,5-28 0,-11 36 0,11-58 0,2-14 0,1-15 0,2 13 0,-1-21 0,2 1 0,0-1 0,1 1 0,2-1 0,0 1 0,1 0 0,16-40 0,74-149 0,-91 203 0,113-217 0,226-325 0,-290 475-48,3 1 1,103-101-1,-152 167 31,1 0 0,0 1 0,0 0-1,1 0 1,0 1 0,1 0 0,-1 1-1,1 0 1,0 1 0,0 0 0,0 0-1,1 1 1,13-3 0,-21 6 12,-1 0 0,1 0 1,-1 0-1,1 1 0,0-1 0,-1 1 0,1-1 1,-1 1-1,1 0 0,-1 0 0,0 0 1,1 0-1,-1 0 0,0 1 0,0-1 0,0 1 1,0-1-1,0 1 0,2 2 0,1 1-5,-1 1 0,0 0 0,0 0 0,5 10 0,-9-15 9,3 5-3,0 0 0,-1 0-1,0 0 1,0 1 0,0-1 0,-1 0-1,0 1 1,-1 0 0,1 11-1,-3 1-18,-6 37 0,4-34 3,-2 6-60,-1-1 1,-1 0 0,-2 0-1,0-1 1,-2 0-1,-28 45 1,14-31-172,-2-2 1,-2-1-1,-45 43 1,46-53-118,-38 26 0,-108 74-1072,6-22 125,127-81 1468,-75 56 0,115-78-113,0-1 0,1 0 0,-1 1 1,0-1-1,1 1 0,-1 0 0,1-1 0,0 1 1,0 0-1,-1 0 0,1 0 0,0 0 0,0 0 1,1 0-1,-1 0 0,0 0 0,1 0 1,-1 0-1,1 0 0,0 1 0,0 1 0,1 1 43,0 1-1,0-1 0,0 0 1,1 0-1,0 0 1,0 0-1,5 7 0,12 18 199,1-2-1,1 0 1,1-1-1,1-1 1,30 24-1,13 17-52,114 112-2148,-136-141-533,1-1 0,69 40 0,-38-33-4507,-2-1-4655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8.7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47 143 14833,'-23'-31'3241,"3"19"-581,16-12-264,4 3 2765,4-3-4109,-1 3-28,11 18-1360,2-3-1020,8 12-681,6-3-1015,-13 6-920,16 6-1857,1 0-4972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9.1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171 235 7937,'-3'-1'468,"-1"0"1,0-1 0,1 1-1,-1-1 1,1 0-1,-1 0 1,1 0 0,0-1-1,0 1 1,0-1-1,0 0 1,0 1 0,1-1-1,-1-1 1,1 1-1,0 0 1,-4-7 0,3 5 213,0 0 1,-1 0-1,0 0 1,0 0-1,0 1 1,-1-1-1,1 1 1,-8-5-1,-3 1 1110,-1 1-1,-22-8 4475,44 0-5862,-6 13-404,0 2 0,0-1 0,1 0 0,-1 1 0,0-1 0,0 0 0,1 1 0,-1-1 0,0 1 0,1-1 0,-1 0 0,0 1 0,1-1 0,-1 1 0,1-1 0,-1 1 0,1 0 0,-1-1 0,2 0 0,3 0 0,1 0 0,-1 1 0,1-1 0,-1 1 0,0 0 0,1 1 0,-1-1 0,10 3 0,0 0 0,341 28 0,439-16 0,-702-18-2159,169-29 0,-246 28 804,0 0 0,-1-1 0,1-1 0,-1 0 1,0-1-1,16-11 0,-30 17 1105,0 1-1,0-1 1,0 1-1,-1-1 1,1 0-1,0 1 1,0-1-1,-1 0 1,1 0-1,0 0 1,-1 0 0,1 1-1,-1-1 1,1 0-1,-1 0 1,0 0-1,1 0 1,-1 0-1,0 0 1,0 0-1,0 0 1,1 0-1,-1 0 1,0 0 0,0 0-1,-1 0 1,1 0-1,0 0 1,0 0-1,0 0 1,-1-2-1,-2-13-7715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9.4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537 112 6465,'-23'-8'2046,"1"-2"1,0-1 0,1-1 0,-33-23 0,22 13 1060,6 9 160,26 13-3200,0 0 0,0 0 1,0 0-1,-1 0 1,1 0-1,0 0 0,0 0 1,0 0-1,-1 0 1,1 0-1,0 0 1,0 0-1,0 0 0,0 0 1,0 0-1,-1 1 1,1-1-1,0 0 0,0 0 1,0 0-1,0 0 1,0 0-1,0 0 1,-1 1-1,1-1 0,0 0 1,0 0-1,0 0 1,0 0-1,0 1 0,0-1 1,0 0-1,0 0 1,0 0-1,0 0 1,0 1-1,0-1 0,0 0 1,0 0-1,0 0 1,0 0-1,0 1 0,0-1 1,0 0-1,0 0 1,0 0-1,0 0 0,0 1 1,0-1-1,0 0 1,1 0-1,-1 0 1,0 0-1,0 0 0,0 1 1,0-1-1,0 0 1,1 0-1,28 43 4934,-19-29-5623,-1-2 744,25 34 182,-2 2 0,-3 0 0,26 56 0,-34-53-304,-2 0 0,-2 2 0,-3 0 0,-1 0 0,-4 1 0,6 101 0,-14-120 0,-2 1 0,-2-1 0,-1 0 0,-1 0 0,-2-1 0,-2 1 0,-1-2 0,-2 1 0,-1-1 0,-1-1 0,-32 52 0,21-48-496,-2-1 1,-51 53-1,-72 52-2565,50-50 1193,29-17-2794,33-23-1806,10 6-5769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49.5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91 13393,'6'-15'2372,"-2"0"2285,-21 6-2929,0 0 1380,10-12-8444,1 0-581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2.3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17 171 11301,'-2'-37'1780,"2"22"-200,-1 0-1,0 1 1,-1-1-1,0 1 1,-6-15-1,7 26 479,12-23 2348,-10 23-3636,3 8-492,0 0 1,-1 0-1,0 0 0,0 0 1,0 0-1,0 0 0,-1 1 0,3 7 1,0-1-22,12 33-200,-2 0 1,-1 1 0,9 66-1,-11-53-74,4 34 17,-4 2 0,1 104 0,-22 191 0,-4-257 0,-6 0 0,-53 197 0,65-301-591,1 0 1,2 0-1,-1 56 0,8-55-4623,3-13-2459,2 4-6860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2.9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0 500 14341,'9'-11'621,"1"0"0,0 0 0,0 1 0,1 0 0,0 0 0,1 2 0,0-1 0,0 1 0,27-12 0,30-5 839,1 3 0,130-24 1,-106 26-1003,896-144-3437,-697 152 1797,-289 12 1448,1 0-152,0 1 0,-1 0 0,1 0 0,0 1 0,0 0 0,-1-1 0,1 2 0,-1-1 0,5 3 0,-5-1-36,0-1 0,0 1 0,0 0-1,0 1 1,0-1 0,-1 1 0,0-1 0,0 1 0,0 0 0,-1 0 0,1 0 0,-1 1 0,0-1 0,-1 0 0,0 1 0,2 10 0,-1 8 76,-1-1 1,-3 44 0,1-40-47,-4 177 280,5-199-373,0-1 1,0 1 0,0-1 0,1 1 0,-1-1-1,1 0 1,0 1 0,0-1 0,1 0 0,-1 1 0,4 6-1,-4-10-13,0 1 1,1-1-1,-1 0 0,0 1 0,1-1 0,-1 0 0,1 1 0,-1-1 0,1 0 0,-1 0 1,1 0-1,0-1 0,0 1 0,-1 0 0,1-1 0,0 1 0,0-1 0,0 1 1,0-1-1,-1 0 0,1 0 0,0 0 0,0 0 0,0 0 0,0 0 0,0-1 0,0 1 1,0-1-1,-1 1 0,4-2 0,48-16-60,61-32 1,4-2-129,-59 31 206,1 2 0,1 3 0,0 3 0,1 2 0,0 3 0,1 3 0,76 3 0,-94 3 120,-19 2 88,-1-2 1,1-1-1,0-1 0,-1-2 1,1 0-1,26-8 0,-50 11-197,1-1-1,-1 0 1,0 0-1,0 0 1,1 0-1,-1 0 1,0 0-1,0-1 1,0 1-1,-1-1 1,1 1-1,0-1 1,0 0-1,-1 0 1,1 1-1,-1-1 1,0 0-1,1-1 1,-1 1-1,0 0 1,0 0-1,0 0 1,-1-1-1,1 1 1,0 0-1,-1-1 0,0 1 1,1-1-1,-1 1 1,0 0-1,0-1 1,-1-2-1,0-1 25,0 0 0,-1 0 0,0 0-1,0 1 1,0-1 0,-1 1-1,1-1 1,-1 1 0,-1 0 0,1 0-1,-1 0 1,0 1 0,-4-5 0,-64-65 247,68 71-449,1 0 1,0-1-1,1 1 1,-1-1-1,1 1 1,-1-1-1,1 0 1,0 0-1,0 0 0,1 0 1,-1 0-1,1-1 1,0 1-1,0 0 1,1-1-1,-1 1 1,1 0-1,0-1 1,0 1-1,0-1 1,1-5-1,1 5-432,-1-1-1,0 0 1,1 1-1,0 0 0,0-1 1,6-7-1,-6 8-406,1 2 0,0-1 0,0 0 0,0 0 0,0 1 1,1 0-1,6-6 0,17-5-9709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3.2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91 12409,'-2'4'2950,"-2"12"-1483,1 0 1,0 1-1,1-1 1,1 1-1,1-1 1,0 1 0,5 29-1,0-9-900,2-1 0,2 0 0,1 0-1,2-1 1,2-1 0,0 0 0,3-1-1,0 0 1,32 42 0,-36-57-567,1-1 0,1 0 0,0-1 0,1 0 0,22 16 0,-32-28 0,0 1 0,1-1 0,-1 0 0,1-1 0,0 0 0,0 0 0,0 0 0,1-1 0,-1 0 0,0 0 0,1-1 0,0 0 0,-1 0 0,1-1 0,-1 0 0,1 0 0,0-1 0,-1 1 0,10-4 0,-10 2 0,1-1 0,0-1 0,-1 1 0,0-1 0,0-1 0,0 1 0,0-1 0,-1 0 0,0-1 0,0 1 0,0-1 0,-1-1 0,0 1 0,0-1 0,0 1 0,-1-1 0,0-1 0,-1 1 0,4-10 0,3-9 0,-2-1 0,-1 0 0,-2-1 0,0 1 0,-2-1 0,-1 0 0,-1 0 0,-1 0 0,-2 0 0,-1 0 0,-9-42 0,7 51 0,-1-1 0,0 1 0,-2 0 0,0 1 0,-1-1 0,-1 2 0,-15-22 0,15 28 0,1-1 0,-1 1 0,-1 1 0,0 0 0,0 0 0,-1 1 0,0 0 0,-1 1 0,0 1 0,-22-9 0,24 11-408,-1 1 1,0 1-1,0 0 1,0 1 0,0 0-1,-23 0 1,22 2-422,1 1 0,0 0 0,0 1 0,0 0 0,0 1 0,0 0 0,0 1 0,1 0 0,0 1 0,-1 0 0,2 1 0,-1 0 0,1 1 0,0 0 0,0 0 0,1 1 1,0 1-1,-14 15 0,0 17-10352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3.7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322 172 14821,'-48'-14'6235,"48"14"-6125,0 0 1,-1 0 0,1 0-1,0 0 1,-1 0-1,1 0 1,-1 0-1,1 0 1,0 0-1,-1 0 1,1 1-1,0-1 1,-1 0-1,1 0 1,0 0-1,-1 0 1,1 1-1,0-1 1,-1 0-1,1 0 1,0 1 0,-1-1-1,1 0 1,0 0-1,0 1 1,-1-1-1,1 0 1,0 1-1,0-1 1,-1 1-1,0 0 176,-6 5 515,1 0 0,0 0 0,0 1 0,0-1 0,1 2-1,0-1 1,1 0 0,-5 10 0,-35 84-402,7-19-269,3 2 1,-35 139 0,59-166-131,3 0 0,2 0 0,3 1 0,2 0 0,3 0 0,2-1 0,17 78 0,-19-121 0,1 0 0,0 0 0,1 0 0,1-1 0,0 0 0,0 0 0,1 0 0,1-1 0,1 0 0,-1 0 0,2-1 0,15 15 0,-18-19 0,1-1 0,0 0 0,1-1 0,-1 1 0,1-2 0,0 1 0,0-1 0,1-1 0,-1 1 0,1-2 0,-1 1 0,1-1 0,0-1 0,0 0 0,0 0 0,0-1 0,0 0 0,18-3 0,-12-1 0,0 0 0,0-1 0,-1-1 0,0 0 0,0-1 0,0-1 0,-1 0 0,0-1 0,-1-1 0,0 0 0,0 0 0,-1-1 0,-1-1 0,19-24 0,-4 2 0,-2-1 0,-2-1 0,-1-1 0,25-64 0,-32 64 0,-2-1 0,-2 0 0,-1 0 0,-2-1 0,-2 0 0,-2-1 0,-1 1 0,-2-1 0,-1 1 0,-3 0 0,-1-1 0,-16-62 0,11 67 0,-1-1 0,-2 1 0,-1 1 0,-2 0 0,-1 1 0,-1 1 0,-2 1 0,-2 0 0,0 2 0,-2 0 0,-1 2 0,-2 0 0,-44-34 0,57 51-444,0 1-1,-1 0 1,0 0 0,-1 2 0,-22-8-1,33 13 188,0 0 0,-1 1 0,1-1 0,0 1-1,-1 1 1,1-1 0,-1 1 0,1 0-1,-1 0 1,1 0 0,-1 1 0,1 0-1,0 0 1,-1 0 0,1 1 0,0-1 0,0 1-1,0 1 1,0-1 0,-8 6 0,-10 13-7775,8-7-5652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4.0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1 163 12177,'57'20'823,"92"36"2108,-130-48-2499,0 2-1,-1 0 1,-1 0 0,1 2-1,-2 0 1,0 1-1,0 1 1,-2 0-1,24 29 1,-26-27-295,-1 1 1,0 1 0,-1 0-1,-1 0 1,-1 0 0,-1 1 0,0 1-1,-2-1 1,0 1 0,-1 0-1,-1 0 1,-1 1 0,0-1 0,-2 0-1,-3 34 1,0-31-41,-2 0 0,0-1 0,-2 0-1,0 0 1,-1-1 0,-1 0 0,-14 22 0,14-27 459,-1 0 1,-1 0 0,-1-1-1,0-1 1,-17 16-1,27-29 271,1-1-760,1 0 1,-1 0 0,0 0 0,1-1 0,-1 1 0,0 0 0,1-1 0,-1 1 0,0 0 0,1-1 0,-1 1 0,1-1 0,-1 1 0,1-1 0,-1 1 0,1-1 0,-1 0 0,1 1 0,-1-1 0,1 1 0,0-1 0,-1 0 0,1 1 0,0-1 0,0 0 0,-1 0 0,1 1 0,0-2 0,-1-20 498,6 6-305,2 0 0,0 0 0,0 1 0,2 0 0,16-23 0,-15 22-107,51-72-508,4 4 0,116-119 0,173-125-9323,-255 246 2900,1 8-4371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5.0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3 143 12413,'-1'-71'2673,"-1"21"8413,4 35-9947,-1 12 787,13-1 1105,-12 4-3013,1 0 1,0 0 0,0 0 0,0 1 0,-1-1-1,1 1 1,0-1 0,-1 1 0,1 0 0,0 0 0,-1 0-1,1 0 1,-1 1 0,0-1 0,1 1 0,-1-1-1,0 1 1,0 0 0,0 0 0,0 0 0,0 0-1,0 0 1,-1 0 0,2 3 0,7 7-12,-2 1 0,0 0 1,7 15-1,-8-12-7,-1 0 0,-1 0 0,0 1 0,4 32 0,2 69 0,-11-109 0,1 38 0,-13 91 0,2-35 0,9-82 0,-1 9 0,2 55 0,1-79 0,-1 1 0,1 0 0,1 0 0,-1-1 0,1 1 0,0-1 0,0 1 0,1-1 0,0 0 0,0 0 0,1 0 0,0 0 0,7 9 0,-8-13 0,1 1 0,-1-1 0,1 0 0,0 0 0,0 0 0,0 0 0,0-1 0,0 1 0,0-1 0,0 0 0,1 0 0,-1-1 0,0 1 0,1-1 0,-1 0 0,0 0 0,1 0 0,-1-1 0,5-1 0,7-1 0,-1 0 0,0-2 0,22-8 0,-6-2 0,-1-1 0,-1-2 0,0-1 0,37-32 0,-29 22 0,50-39 0,-15 10 0,2 3 0,101-56 0,-152 98 0,0 2 0,1 0 0,0 2 0,1 0 0,0 2 0,0 1 0,1 1 0,-1 1 0,1 1 0,0 1 0,0 1 0,46 6 0,-50-1 0,1 2 0,-1 1 0,-1 1 0,1 1 0,-1 1 0,-1 0 0,0 2 0,0 0 0,-1 1 0,-1 1 0,0 1 0,-1 1 0,30 34 0,-23-10 0,-22-35 0,0 0 0,1-1 0,0 1 0,0-1 0,0 0 0,0 0 0,6 5 0,-7-8 0,0 1 0,0-1 0,0 0 0,0 0 0,0 0 0,0 0 0,1-1 0,-1 1 0,0-1 0,1 1 0,-1-1 0,0 0 0,1 0 0,-1 0 0,0 0 0,1 0 0,-1-1 0,0 1 0,1-1 0,3-1 0,20-6 0,-1-2 0,44-22 0,-43 18 0,1 2 0,32-11 0,-31 16 0,0 1 0,1 1 0,-1 1 0,58 0 0,114 20 0,-191-15 0,14 1 0,1 0 0,0-2 0,0-1 0,-1 0 0,1-2 0,0-1 0,-1-1 0,0 0 0,0-2 0,-1-1 0,1-1 0,-2 0 0,1-2 0,-2-1 0,23-16 0,-29 18 0,1 1 0,0 0 0,0 1 0,1 0 0,27-9 0,-38 16 0,0 0 0,0 0 0,0 0 0,1 0 0,-1 1 0,0 0 0,1 0 0,-1 0 0,0 1 0,0 0 0,1 0 0,-1 0 0,0 1 0,0 0 0,0-1 0,0 2 0,-1-1 0,1 1 0,0-1 0,-1 1 0,0 1 0,5 3 0,51 49 0,-18-16 0,1-2 0,2-1 0,53 32 0,-84-61 0,1 1 0,1-2 0,-1 0 0,1-1 0,0 0 0,0-2 0,1 0 0,-1 0 0,1-2 0,0 0 0,0-1 0,0 0 0,0-2 0,0 0 0,18-3 0,-19 1 0,-1-1 0,0 0 0,0-1 0,0 0 0,0-2 0,-1 1 0,19-14 0,-25 15 0,-1-1 0,0 0 0,0 0 0,-1-1 0,0 1 0,0-2 0,0 1 0,-1-1 0,0 1 0,-1-1 0,0-1 0,0 1 0,-1-1 0,3-9 0,-3 8 0,0-1 0,-1 1 0,-1-1 0,0 1 0,0-1 0,-1 0 0,0 1 0,-1-1 0,0 0 0,-1 1 0,0-1 0,-1 1 0,0 0 0,-1 0 0,0 0 0,0 0 0,-1 1 0,-7-12 0,4 10 0,-1 0 0,0 1 0,0 0 0,-1 1 0,0 0 0,0 0 0,-1 1 0,0 0 0,-1 1 0,0 1 0,0 0 0,0 0 0,-1 1 0,-13-3 0,10 3-905,0 2 0,0 0 0,0 0 0,0 2 0,-1 0 1,-28 2-1,36 0 96,-1 0 0,1 1 0,1 0 0,-1 0 0,0 1 0,0 1 1,1-1-1,0 1 0,0 1 0,0-1 0,0 1 0,1 1 1,-11 9-1,5-1-11316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5.3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67 16466,'0'-1'137,"-1"0"0,1 1 0,-1-1 0,1 0 0,0 0 0,-1 1 0,1-1 0,0 0 0,0 0 1,0 0-1,0 0 0,-1 1 0,1-1 0,0 0 0,0 0 0,1 0 0,-1 0 0,0 1 0,0-1 1,0 0-1,1 0 0,-1 0 0,0 0 0,1 1 0,-1-1 0,0 0 0,1 0 0,-1 1 1,1-1-1,-1 0 0,1 1 0,0-1 0,-1 1 0,1-1 0,0 1 0,-1-1 0,1 1 0,1-1 1,0 1 219,1-1 0,0 1 1,0 0-1,0 1 1,-1-1-1,1 0 1,0 1-1,0 0 1,-1 0-1,1-1 1,0 2-1,-1-1 1,1 0-1,2 2 0,4 3-133,-1-1-1,0 1 0,0 1 0,-1-1 0,0 1 0,0 1 0,-1-1 0,0 1 0,0 0 0,0 1 1,4 11-1,9 18 1097,18 54 0,-21-49-1045,0 2-275,-1 2 0,-3-1 0,11 93 0,-9 147 0,-14-261 0,0-25 0,0 0 0,0 0 0,-1 0 0,1 0 0,0 1 0,0-1 0,0 0 0,0 0 0,0 0 0,0 0 0,0 0 0,0 0 0,0 1 0,-1-1 0,1 0 0,0 0 0,0 0 0,0 0 0,0 1 0,0-1 0,0 0 0,0 0 0,0 0 0,0 0 0,0 1 0,0-1 0,0 0 0,0 0 0,0 0 0,0 0 0,1 0 0,-1 1 0,0-1 0,0 0 0,0 0 0,0 0 0,0 0 0,0 0 0,0 0 0,0 1 0,0-1 0,1 0 0,-1 0 0,0 0 0,0 0 0,0 0 0,0 0 0,0 0 0,1 0 0,-1 0 0,0 1 0,0-1 0,0 0 0,0 0 0,0 0 0,1 0 0,-1 0 0,0 0 0,0 0 0,1 0 0,7-13 0,10-29 0,-15 37 0,11-26 0,2 2 0,38-54 0,49-48 0,-46 62-865,3 4 1,3 2-1,2 2 1,141-99-1,-63 76-4380,-46 34-3287,-35 24-3151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5.6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131 207 6913,'19'23'1985,"-19"-23"-1929,1 0 0,-1 1 0,0-1 0,0 0 0,0 1 0,0-1 0,1 0 0,-1 0 0,0 0 0,0 1 0,1-1 0,-1 0 0,0 0 0,0 0 0,1 1 0,-1-1 0,0 0-1,1 0 1,-1 0 0,0 0 0,1 0 0,-1 0 0,0 0 0,0 0 0,1 0 0,-1 0 0,0 0 0,1 0 0,-1 0 0,0 0 0,1 0 0,71-4 3275,-47 4-2252,1-2-1,-1 0 1,0-1 0,0-2-1,37-11 1,-58 14-917,0 0 1,-1-1-1,1 1 0,0-1 1,-1 1-1,0-1 0,1 0 1,-1 0-1,0-1 0,-1 1 1,1-1-1,-1 1 0,1-1 1,-1 0-1,0 0 0,0 0 1,-1 0-1,1 0 0,-1-1 1,0 1-1,0 0 0,0 0 1,-1-1-1,0 1 0,0-1 1,0 1-1,0-1 0,0 1 1,-1 0-1,-2-9 0,0 6 24,0 0 214,0 0 0,-1 0-1,0 0 1,0 0 0,0 1 0,-9-11-1,11 15-291,0 1-1,0-1 1,0 1-1,-1 0 0,1 0 1,0 0-1,0 0 0,-1 0 1,1 0-1,0 0 1,-1 1-1,1-1 0,-1 1 1,1 0-1,-1 0 0,1 0 1,-1 0-1,1 0 1,-1 0-1,1 0 0,0 1 1,-1 0-1,1-1 0,-1 1 1,1 0-1,-3 2 1,-6 2-16,0 0 0,1 1 1,0 1-1,0 0 0,1 0 1,0 1-1,0 0 0,-9 11 1,-9 14 151,-23 36 1,25-34-206,-2 2-39,2 1 0,2 2 0,1 0 0,-29 76 0,46-100 0,0 0 0,2 0 0,0 0 0,0 1 0,2 0 0,0-1 0,1 19 0,2-23 0,-1-1 0,1 0 0,1 0 0,0 0 0,1 0 0,0 0 0,0-1 0,1 1 0,0-1 0,1-1 0,11 15 0,-7-13-50,1 0 0,0 0 0,1-1 0,1 0-1,0-1 1,0 0 0,0-1 0,1-1 0,0 0 0,1-1 0,-1 0 0,18 3 0,9 2-524,1-3 0,0-1 0,54 2 0,86-9-5254,-58-7-951,52-4-7450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6.0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295 70 13009,'30'-58'3298,"-24"47"7996,-7 31-7690,-2-7-3021,-11 74-106,-44 144-1,21-98-450,-44 205-26,-52 487 0,130-538-8260,3-270 7551,6 32-7178,4-5-5040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6.7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0 790 6021,'216'26'3376,"-154"-24"-2455,1-2 0,-1-2 1,0-4-1,104-22 0,-116 16-713,-1-2 0,0-3 0,-2-1 0,0-3-1,-1-1 1,-1-3 0,48-34 0,-12-1 394,-2-4 1,114-120 0,53-74 1677,-243 255-2198,0 0 0,0 0 0,0 0 1,0 1-1,1-1 0,-1 1 0,1 0 1,-1 0-1,6-2 0,-8 4-66,-1 0 0,1 0 0,-1 0 0,0 0 0,1 0 0,-1 0 0,1 0 0,-1 0 0,1 0 0,-1 0 0,0 0 0,1 0 0,-1 0 0,1 0 0,-1 0 0,1 1 0,-1-1 0,0 0 0,1 0 0,-1 0 0,0 1 0,1-1 0,-1 0 0,0 0 0,1 1 0,-1-1 0,0 0 0,1 1 0,-1 0 0,1 0 11,-1 1-1,1 0 0,-1-1 1,0 1-1,1 0 0,-1 0 0,0-1 1,0 1-1,0 0 0,-1-1 1,0 4-1,-7 42 365,-3-1 1,-33 87-1,-55 91 247,14-32-356,33-72-60,27-66-107,2 1 0,-29 105 0,51-155-101,0-1 1,0 0 0,1 0-1,-1 1 1,1-1-1,0 1 1,0-1 0,1 0-1,1 6 1,-2-8-11,1-1 1,-1 1 0,1-1-1,0 0 1,0 0-1,-1 1 1,1-1-1,0 0 1,0 0-1,0 0 1,1 0-1,-1 0 1,0 0 0,0 0-1,0 0 1,1 0-1,-1-1 1,0 1-1,1 0 1,-1-1-1,1 1 1,-1-1-1,1 0 1,-1 1 0,1-1-1,-1 0 1,3 0-1,10 1 24,0-1 1,0-1-1,0 0 0,0-1 1,19-6-1,73-25 129,-41 11-104,-5 3 374,1 3 1,82-10-1,-121 23-220,0 2 1,0 0-1,0 1 0,-1 1 1,1 2-1,0 0 1,0 1-1,-1 1 0,0 1 1,27 11-1,104 62 586,-105-51-672,2-3 0,95 35 0,-118-52-177,0-2 0,0-1 0,0-1 0,1-1 0,-1-2 0,1 0 0,0-2 0,-1-1 0,1-1 0,-1-1 0,1-2 0,-2 0 0,1-2 0,-1 0 0,0-2 0,0-1 0,-2-1 0,37-24 0,-4-3 6,-1-2 0,-3-2-1,-2-3 1,-1-2 0,69-88-1,-108 122 33,0 0 0,13-28 0,-22 41 14,-1 0 0,1 0 0,-1-1 0,1 1 1,-1 0-1,1 0 0,-1 0 0,0-1 0,0 1 0,1 0 0,-1 0 0,0 0 0,0-1 0,0 1 0,-1 0 0,1 0 0,0-1 0,0 1 0,-1 0 0,1 0 0,0 0 1,-1-1-1,1 1 0,-1 0 0,0 0 0,1 0 0,-1 0 0,0 0 0,0 0 0,1 0 0,-1 0 0,0 1 0,-1-2 0,-1 0 5,1 1-1,-1 0 0,1 0 1,-1 0-1,0 0 1,0 1-1,1-1 0,-1 1 1,0-1-1,0 1 0,1 0 1,-1 0-1,-3 1 1,-8 1-30,0 1 1,0 1 0,0 0 0,0 1 0,1 0 0,-1 1 0,2 1 0,-1 0 0,1 1 0,0 0 0,0 1-1,-17 17 1,10-7-258,2 0 0,0 1 1,1 0-1,1 2 0,0 0 0,-12 28 0,25-47 251,1 0 0,-1-1 0,1 1 0,0 0 0,0 0 1,0 0-1,1 0 0,-1 0 0,1 0 0,0 0 0,-1 0 0,1 0 1,0 0-1,1 0 0,-1 0 0,1 0 0,-1-1 0,1 1 0,0 0 1,0 0-1,0 0 0,0 0 0,3 3 0,-1-2 8,1 0 1,-1 0-1,1 0 0,0 0 1,1-1-1,-1 0 0,1 0 1,-1 0-1,1 0 0,5 1 1,-3-1 43,0-1 0,1-1 0,-1 1 0,1-1 0,-1 0 0,1-1 0,-1 0 0,1 0 0,-1-1 0,1 0 0,12-3 0,14 0 464,-2 0 36,-21 2-289,0 1 0,1-1 0,-1 2 0,0 0 0,1 0 0,-1 1 0,1 0 0,-1 1 0,13 4 1,-15-2-139,0 1 0,0 0 0,0 0 1,-1 1-1,0 0 0,0 1 1,-1-1-1,1 2 0,-2-1 0,1 1 1,5 8-1,60 87-4073,-20-34-7675,-27-39 1357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7.1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0 9573,'6'5'949,"0"0"0,0 0 1,0 0-1,-1 0 0,1 1 1,-1 0-1,-1 0 0,1 0 1,-1 1-1,4 8 0,-4-6-456,0 0-1,-1 0 1,-1 1-1,1-1 1,-1 1 0,-1-1-1,1 15 1,-2-7-319,-1 0 0,-1 0 1,0 0-1,-1-1 0,-1 1 1,-1-1-1,0 1 0,-1-1 1,-8 15-1,-53 130 503,62-146-634,0 1-1,-4 25 0,6-26 22,-1 0-1,-9 27 1,12-39 242,19-15 523,5-8-180,-2 0 0,29-36 1,12-12 530,-40 47-1083,20-20 253,2 1 1,49-34 0,-80 64-300,1 1 0,0 1 0,0 1 0,0 0-1,1 0 1,0 2 0,1 0 0,-1 0 0,1 2 0,0 0-1,-1 1 1,24-1 0,-29 4-51,0 0 0,0 1 0,0 0 0,-1 0 0,1 1 0,-1 1 0,1-1 0,-1 2 0,-1-1 0,1 1 0,0 0 0,-1 1 0,0 0 0,-1 0 0,1 1 0,-1 0 0,0 0 0,6 11 0,7 8 0,-2 1 0,-1 1 0,-2 1 0,16 37 0,-9-8-47,-3 0 0,-2 1 0,-3 0 0,11 102 0,-23-90-1957,-8 2-3455,0 4-3897,4-16-3373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7.8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58 2412,'-20'-24'-160,"16"6"-532,1 3 156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7.9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20 382 8449,'-7'-184'4855,"1"126"-2165,3 35-197,0 1 0,2-1 0,1 0 0,3-26 0,-2 49-2249,1 1-1,-1-1 0,0 1 1,0-1-1,0 1 1,1-1-1,-1 1 0,0 0 1,0-1-1,0 1 1,0 0-1,0 0 0,0 0 1,0 0-1,0 1 1,8 10-197,-1 1 1,-1-1 0,-1 1-1,1 1 1,-2-1-1,0 1 1,-1 0 0,4 22-1,-1-12-62,19 90 15,21 210 0,-21 121 0,-25-421 0,7 123-587,2 161-4857,-12-213-3373,7-11-6118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8.5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0 697 13389,'18'-4'268,"149"-41"2824,327-81 940,-231 66-3652,-157 33-230,350-93-80,-10-34 992,-389 133 32,-56 21-1024,0 1-1,0-1 0,-1 0 0,1 1 0,0-1 0,-1 1 0,1-1 1,0 1-1,-1 0 0,1-1 0,0 1 0,-1-1 0,1 1 0,-1 0 0,0 0 1,1-1-1,-1 1 0,1 0 0,-1 0 0,0 1 0,1-2 40,1 7 70,0 0 0,0 0 0,-1 0 0,0 0 0,0 0 0,-1 0 1,0 1-1,0-1 0,0 0 0,-1 0 0,-3 13 0,0 9 219,1 10-174,1 0 1,2 0-1,2 0 1,2 0 0,1 0-1,2-1 1,20 65-1,-20-82-217,-5-15-33,0 1-1,0-1 1,1 0-1,-1 0 1,2 0-1,6 10 1,-8-14-1,1 0 1,-1 0-1,0 0 0,1-1 1,-1 1-1,1-1 1,-1 1-1,1-1 0,0 0 1,-1 0-1,1 0 1,0-1-1,0 1 0,0 0 1,0-1-1,0 0 0,-1 0 1,1 0-1,6-1 1,12-2-111,0-2 0,0 0 1,-1-1-1,0-2 0,0 0 1,0 0-1,24-17 0,21-7-53,83-25-106,-118 48 247,7-2 103,0 2 0,1 2 0,0 1 0,0 2 0,60 2-1,-55 1 15,0-1-1,69-12 1,-96 10-30,0 0 1,-1-1 0,1 0-1,-1-2 1,0 0 0,27-17-1,-35 19 8,0 0-1,-1 0 1,1-1-1,-1 0 0,0 0 1,-1-1-1,1 0 1,-1 0-1,-1 0 1,1 0-1,-1-1 1,-1 0-1,1 0 0,3-16 1,14-107-156,-4 13-3129,-16 112 2584,1 0-1,0 0 1,1 0-1,-1 0 1,6-9-1,21-25-8960,-13 19 918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8.8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110 183 12053,'-4'0'359,"0"-1"-1,0 1 0,1 0 1,-1 0-1,0 1 1,0-1-1,1 1 1,-1 0-1,0 0 1,1 0-1,-1 0 0,1 1 1,-1-1-1,1 1 1,0 0-1,0 0 1,0 0-1,0 1 1,0-1-1,0 1 0,0-1 1,1 1-1,-1 0 1,1 0-1,0 0 1,0 0-1,0 1 1,0-1-1,1 0 0,-1 1 1,1 0-1,0-1 1,-1 6-1,-2 11 653,1-1 0,1 0 0,0 0 0,1 1-1,2-1 1,0 1 0,3 18 0,2-14-977,1-1 1,1 0-1,0 0 1,2 0-1,1-2 1,1 1-1,0-1 1,2-1 0,0 0-1,1-1 1,23 22-1,-23-27-32,0 0-1,0-1 1,1-1 0,1 0 0,0-1-1,0-1 1,1-1 0,1 0 0,-1-2-1,1 0 1,1-1 0,-1 0 0,1-2-1,22 2 1,-36-5-2,0-1 0,0 0 0,0 0 0,0 0 0,0-1 0,-1 0 0,1 0 0,0-1 0,0 0 0,-1 0 0,1 0 0,-1 0 0,0-1 0,1 0 0,5-5 0,-5 3 0,0 0 0,-1-1 0,0 1 0,0-1 0,-1 0 0,0-1 0,0 1 0,0-1 0,-1 0 0,5-12 0,-2-3 0,0 0 0,-2 0 0,-1-1 0,0 1 0,-2-1 0,0 0 0,-3-24 0,-2 9 0,-1 1 0,-1-1 0,-2 1 0,-2 1 0,-1 0 0,-2 0 0,-2 1 0,0 1 0,-42-65 0,47 86-133,0 0 0,-1 1 0,-1 0-1,0 1 1,-1 0 0,-25-17 0,35 26-309,0 1 0,0-1 1,-1 1-1,1-1 0,0 1 1,-1 0-1,1 0 0,-1 0 0,1 1 1,-1-1-1,1 1 0,-1 0 0,0 0 1,1 0-1,-1 1 0,1-1 1,-1 1-1,1 0 0,-7 2 0,7-2-526,0 0 0,0 1 0,0 0 0,0 0 0,1-1 0,-1 2 0,-4 2 0,-22 29-11304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9.3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 4 14273,'-16'-1'1267,"0"0"316,1 0 2702,15 5 437,0 9-3613,0-12-298,3 60 1500,-1-38-1509,-2 0 0,-3 37 0,-40 262-802,32-230 35,-15 203-1453,23-238-4579,1-20-1424,1 9-7561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9.4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 14137,'57'-6'1940,"-27"3"-331,1 3-385,-1 6-340,-4-3-584,25 6-1072,-4 9-1088,-4 3-3317,4 3-4124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0:59.8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97 13781,'-5'-51'3127,"4"41"2318,0 9-5352,1-1 0,0 1 0,0-1 0,0 1 0,0 0 0,0-1 0,1 1 0,-1-1 0,0 1 0,1-1 0,-1 1 0,1 0 0,-1-1 0,1 1 0,0 0 0,-1 0 0,1-1 0,0 1 0,0 0 0,0 0 0,0 0 1,0 0-1,0 0 0,2-1 0,-1 1 126,0 1-1,0-1 1,0 1 0,0 0 0,0-1 0,0 1 0,0 0 0,0 0 0,0 0 0,0 1-1,0-1 1,0 0 0,0 1 0,0 0 0,2 0 0,7 4 698,-1 0 0,1 0 1,-1 1-1,15 11 0,-8-1-917,0 0 0,-1 2 0,-1 0 0,-1 0 0,0 1 0,-2 1 0,19 37 0,-21-35 0,-1 0 0,-1 1 0,-1 0 0,-1 0 0,-1 0 0,-1 1 0,-1 0 0,-1-1 0,-1 1 0,-1 0 0,-5 34 0,4-12 0,-1 2 0,2-48 0,0 0 0,0 0 0,0 0 0,0 0 0,0 0 0,0 0 0,0 0 0,0 0 0,0 0 0,0 0 0,0 0 0,1-1 0,-1 1 0,0 0 0,0 0 0,0 0 0,0 0 0,0 0 0,0 0 0,0 0 0,0 0 0,0 0 0,0 0 0,0 0 0,1 0 0,-1 0 0,0 0 0,0 0 0,0 0 0,0 1 0,0-1 0,0 0 0,0 0 0,0 0 0,0 0 0,0 0 0,0 0 0,0 0 0,1 0 0,-1 0 0,0 0 0,0 0 0,0 0 0,0 0 0,0 0 0,0 0 0,0 0 0,0 1 0,0-1 0,0 0 0,0 0 0,0 0 0,0 0 0,0 0 0,0 0 0,0 0 0,0 0 0,0 0 0,0 0 0,0 1 0,0-1 0,0 0 0,0 0 0,0 0 0,0 0 0,0 0 0,0 0 0,0 0 0,10-8 0,14-17 0,-19 19 0,320-305 0,-280 274 0,1 3 0,2 2 0,1 2 0,1 2 0,93-37 0,-124 58 0,0 1 0,0 1 0,0 0 0,0 2 0,1 0 0,33 0 0,-43 4 0,0 0 0,0 0 0,0 0 0,0 2 0,-1-1 0,1 1 0,-1 0 0,1 1 0,-1 0 0,0 1 0,-1 0 0,1 0 0,-1 1 0,0 0 0,14 14 0,-9-8 0,-1 1 0,-1 0 0,0 1 0,-1 0 0,0 1 0,-1 0 0,-1 1 0,9 20 0,5 36-108,19 108 1,4 17-1165,-4-71-5868,-6-47-1107,6-11-4662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0.3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491 1090 15053,'-12'-36'5315,"-12"-64"0,22 94-4762,2 2-252,-1 1 0,0 0 0,0 0 1,0 0-1,0 0 0,-1 0 0,1 0 1,-1 0-1,1 1 0,-1-1 0,0 0 0,0 1 1,-1-1-1,-3-2 0,5 4-221,-1 0 0,0 0 0,0 0 0,0 0 0,0 0 0,0 1 0,0-1 0,1 1 0,-2-1 0,1 1 0,0 0 0,0 0-1,0 0 1,0 0 0,0 0 0,0 0 0,0 0 0,0 1 0,0-1 0,0 1 0,0 0 0,0-1 0,-3 3 0,-9 5-67,-1 1 0,1 1 0,1 0 0,0 0 0,0 2 0,1-1 0,0 2 0,-16 22 1,0 5-26,-41 77 0,44-72 12,2 2 0,2 0 0,2 2 0,2 0 0,-12 59 0,25-84 0,1 0 0,-1 44 0,4-59 0,1 1 0,0-1 0,0 0 0,1 0 0,0 0 0,1 0 0,-1-1 0,2 1 0,0-1 0,6 11 0,-9-16 0,1-1 0,0 0 0,0 0 0,0 0 0,0 0 0,0-1 0,1 1 0,-1-1 0,0 1 0,1-1 0,-1 0 0,1 0 0,-1 0 0,1 0 0,0 0 0,-1 0 0,1-1 0,0 1 0,0-1 0,-1 0 0,5 0 0,0 0 0,0-1 0,0 0 0,0 0 0,0 0 0,0-1 0,12-5 0,-2-1 0,-2-1 0,1 0 0,-1-1 0,-1-1 0,1 0 0,-2-1 0,0-1 0,0 0 0,10-15 0,11-17 0,43-76 0,-32 36-17,-2-1 1,36-110-1,44-191-63,-75 225 63,102-371-251,-148 515 266,-14 38 107,3 8-55,0 0 1,2 1-1,1 0 0,2 1 0,-2 41 1,2-33-41,-5 78-168,5 1 0,5 0-1,5 0 1,6-1 0,4 0 0,40 144 0,-29-173-2984,56 120 0,-73-185 771,23 33 0,0-8-3818,8 7-5272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0.8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1257 10677,'74'-27'1947,"-67"25"-1569,-1 1 1,1-1-1,0 2 1,0-1-1,0 1 1,0 0-1,0 0 1,10 3-1,15 0 749,-5-3-331,3 0-13,-1 0 1,55-9-1,-69 6-617,2 0 59,0-1 0,0 0 0,18-8 1,-32 11-157,-1 0 0,1 0 0,-1 0 1,1 0-1,-1 0 0,0-1 1,0 1-1,1-1 0,-1 1 0,0-1 1,0 0-1,0 0 0,-1 0 1,1 0-1,0 0 0,-1 0 0,0 0 1,1-1-1,-1 1 0,0 0 0,0-1 1,0 1-1,0-1 0,-1 1 1,1-1-1,-1 0 0,1-4 0,-2 3 49,0 0 0,0 0 0,0 0 0,0 1 0,-1-1 0,0 0 0,0 1 0,0 0 0,0-1 0,0 1 0,0 0 0,-1 0 0,0 0 0,0 0 0,0 1 0,0-1 0,0 1 0,0-1-1,0 1 1,-1 0 0,1 1 0,-1-1 0,0 0 0,-6-1 0,0 0 127,-1 0 1,1 0-1,-1 2 0,1-1 1,-1 1-1,0 0 0,-20 2 1,20 1-162,-1 0 0,1 1-1,0 0 1,0 0 0,0 1 0,0 1 0,1 0 0,0 0 0,0 1 0,-12 9 0,9-4 136,0 0 0,1 0 0,0 2 0,1-1 0,1 1-1,-15 24 1,13-16-30,1 0-1,1 1 1,1 0-1,1 1 0,1 0 1,1 0-1,1 0 1,1 1-1,1-1 1,0 26-1,3-30-216,1-1 0,1 0 0,1 1 0,1-1 0,0 0 0,1-1 0,1 1 0,1-1 0,0 0 0,2-1 0,0 0 0,0 0 0,19 23 0,-19-28-9,1-1 0,0 0 0,0 0 0,1-1-1,0 0 1,0-1 0,1-1 0,0 0 0,1 0 0,-1-1 0,1-1 0,0 0 0,1-1-1,-1 0 1,1-1 0,0 0 0,0-1 0,21 0 0,-1-4-308,0-1 1,-1-1-1,1-2 0,-1-1 0,0-2 1,61-25-1,-39 9 10,0-2 0,-3-3 0,52-37 0,-76 46 205,-1-1 0,36-38-1,137-158-301,-168 180 480,-2-1-1,-2-1 0,39-75 0,-46 77 30,220-430 1261,16-27 782,-198 399-1136,-59 96-967,0-1 0,0 1 0,0-1 0,1 1 0,-1 0 0,0-1 0,0 1 0,0-1 0,1 1 0,-1 0 0,0-1 0,0 1 0,1 0 0,-1-1 0,0 1 0,1 0 0,-1-1 0,0 1 1,1 0-1,-1 0 0,1-1 0,-1 1 0,0 0 0,1 0 0,-1 0 0,1 0 0,-1-1 0,1 1 0,-1 0 0,1 0 0,-1 0 0,0 0 0,1 0 0,0 0 0,2 19 204,-2-14-207,0 28-2,-2-1-1,-1 0 1,-7 41-1,-27 103-18,18-96 3,-55 245 3,-62 339 0,60 56 0,73-682-1391,2 0 0,2 0 0,12 69 0,-12-94 659,1-1 0,0 1-1,1-1 1,1 0 0,0 0 0,0 0-1,2-1 1,-1 0 0,1 0 0,1-1-1,0 1 1,0-2 0,1 1 0,17 14-1,-6-10-12502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1.0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61 13133,'70'-20'1617,"-41"10"-289,0 2 1,1 1 0,0 1 0,50-3-1,-47 9-82,-1 1 0,54 9 0,-74-8-1023,-1 1 0,1 0 0,-1 0 0,1 1-1,-1 0 1,0 1 0,0 1 0,-1-1 0,0 2 0,0 0-1,10 8 1,-18-13-185,-1 0 0,1 0 0,-1-1 0,0 1 0,0 0 0,0 0 0,0 0 0,0 0 0,0 0 0,0 1 0,-1-1 0,1 0 0,-1 0 0,0 0 0,0 1 0,1-1 0,-1 0 0,-1 0 0,1 1 1,0-1-1,0 0 0,-1 0 0,1 0 0,-1 1 0,0-1 0,0 0 0,0 0 0,-1 2 0,-1 2 19,-1 0 1,0 0 0,0-1-1,0 1 1,0-1-1,-1 0 1,-10 8 0,-12 7 85,-2-1 1,0-2-1,-37 17 1,-100 34-120,7-2-3631,158-66 3295,-1 1-1,0 0 1,1 0-1,-1-1 0,1 1 1,-1 1-1,1-1 1,-1 0-1,1 0 0,0 0 1,-1 1-1,1-1 0,0 1 1,0-1-1,0 1 1,0-1-1,0 1 0,1 0 1,-1-1-1,0 1 1,1 0-1,-1 0 0,1-1 1,0 1-1,-1 0 0,1 0 1,0 0-1,0 0 1,0-1-1,0 1 0,1 0 1,-1 0-1,0 0 1,1-1-1,-1 1 0,1 0 1,0 0-1,0-1 0,0 1 1,1 1-1,23 20-10246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1.6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61 431 7897,'209'-73'9099,"-203"71"-8830,-1-1 1,0 0 0,1 0 0,-1 0 0,0-1 0,0 0 0,-1 0 0,1 0 0,-1-1-1,0 1 1,0-1 0,-1 0 0,1 0 0,-1 0 0,0-1 0,0 1 0,-1-1-1,0 1 1,0-1 0,0 0 0,-1 0 0,1 0 0,-1 0 0,0-8 0,-1-8 495,-1 0 1,-1 0 0,-1 0 0,0 1 0,-9-28-1,10 41-498,-1-1-1,0 0 0,-7-14 1,9 22-222,1-1 1,-1 1-1,0-1 0,1 1 0,-1-1 1,0 1-1,0 0 0,0-1 1,0 1-1,-1 0 0,1 0 1,0 0-1,0 0 0,-1 0 1,1 0-1,0 0 0,-1 0 0,1 1 1,-1-1-1,1 1 0,-1-1 1,0 1-1,1-1 0,-1 1 1,1 0-1,-1 0 0,0 0 1,1 0-1,-1 0 0,-2 0 1,-6 5 67,-1 1 1,1 0 0,0 0 0,1 1 0,0 0-1,0 0 1,0 1 0,1 1 0,-10 12 0,-3 5-45,2 1 0,0 1 0,2 0 1,1 1-1,2 1 0,-12 33 0,17-38-31,1 0-1,2 0 1,0 1-1,2 0 0,0 0 1,2 1-1,1-1 1,3 29-1,-1-43-81,0-1 1,2 0-1,-1 1 0,1-1 0,1 0 1,0-1-1,1 1 0,0-1 0,0 0 1,11 15-1,-12-20 17,0 0 0,1 0 0,-1-1 1,1 0-1,0 1 0,0-2 0,0 1 1,1-1-1,-1 1 0,1-1 0,0-1 1,0 1-1,0-1 0,0 0 0,0-1 0,0 1 1,1-1-1,-1 0 0,0-1 0,11 0 1,-4-1-8,-1-1 1,1 0 0,-1-1 0,1-1 0,-1 0 0,0 0 0,-1-2 0,1 1 0,-1-1 0,0-1 0,0 0-1,10-9 1,17-16-25,61-66 0,-61 59 91,-12 12-81,52-39 1,-67 58 47,1 0 0,1 0 0,0 1 1,0 1-1,0 0 0,1 1 1,18-5-1,-22 9-8,-1 0 0,0 1 0,1 0 0,-1 0 0,1 1 1,-1 1-1,0-1 0,0 1 0,0 1 0,0 0 0,0 0 0,0 1 1,9 5-1,-16-8 6,10 6-4,0 0 1,-1 0 0,0 1-1,-1 1 1,0 0 0,0 0-1,-1 1 1,16 20-1,4 4-59,15 24-9,-42-56 72,-1-1 1,1 0 0,-1 0-1,1 0 1,-1 0-1,1 0 1,0 0-1,-1 0 1,1-1-1,0 1 1,0-1 0,-1 1-1,1-1 1,0 0-1,0 0 1,0 1-1,0-1 1,-1 0 0,1-1-1,0 1 1,0 0-1,0 0 1,0-1-1,-1 1 1,1-1-1,3-1 1,6-3 5,0 1 1,19-13-1,-22 12 4,124-80 658,-7 4 297,-94 62-919,0 2-1,2 1 1,0 2 0,1 1-1,56-14 1,-79 25-38,0 0-1,0 1 1,0 1 0,1 0 0,-1 0 0,0 1 0,1 0 0,-1 1 0,17 5 0,-20-4-5,0 0 0,0 1 1,0 0-1,-1 1 0,1 0 0,-1 0 1,0 0-1,0 1 0,-1 0 1,0 0-1,0 1 0,0 0 1,8 13-1,-5-3-82,0 1 0,-1 1 1,-1-1-1,-1 1 0,7 34 0,-8-29-350,2 1-1,16 39 0,-6-24-1795,-13-28-228,1 0 0,0 0 0,1 0 1,1-1-1,14 20 0,22 15-8592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2.2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593 1277 12453,'-8'-19'629,"-2"-4"1706,0-1 1,-16-24-1,24 44-1991,-1 0 0,0 0 0,0 0-1,0 0 1,0 1 0,-1-1 0,0 1 0,1 0 0,-1 0 0,0 0 0,0 1 0,-1-1 0,1 1 0,0 0-1,-1 0 1,1 1 0,-1-1 0,0 1 0,0 0 0,-6-1 0,4 2-176,0 1 0,0-1 0,1 1-1,-1 1 1,0-1 0,1 1 0,-1 0 0,1 0 0,0 1 0,0 0 0,0 0-1,0 1 1,0-1 0,-7 8 0,-25 19 108,1 3 1,3 0-1,0 3 0,2 0 0,-38 58 1,57-73-179,0-1 1,1 2-1,1 0 1,1 0-1,1 1 1,1 0 0,1 0-1,1 1 1,2 0-1,0 0 1,1 0-1,1 41 1,3-55-208,0 0 0,0 0-1,1 0 1,1-1 0,-1 1 0,2-1 0,-1 1 0,1-1-1,1 0 1,0-1 0,9 15 0,-10-19 35,-1 0 1,1 0-1,0 0 0,0 0 1,1-1-1,-1 0 0,1 0 1,0 0-1,-1 0 0,1-1 1,0 1-1,1-1 0,-1-1 1,0 1-1,0-1 0,1 0 1,-1 0-1,1 0 0,-1-1 1,1 0-1,-1 0 0,7-1 1,3-1-113,0-2 0,-1 1 1,1-2-1,-1 0 0,0-1 0,0 0 1,-1-1-1,0 0 0,0-1 1,0-1-1,-1 0 0,11-11 0,-1-1 19,0-2 0,-2 0-1,0-1 1,30-51 0,72-144-212,181-455 1,-278 609 321,229-617 2013,-246 662-1381,-8 20-543,0 0 1,0 0-1,0 0 0,0 0 1,0 0-1,1 0 0,-1 0 1,0 0-1,0 0 0,0 0 1,0 0-1,0 0 0,0 0 1,0 0-1,0 0 0,0 0 1,0 0-1,0 0 0,0 0 1,0 0-1,0 0 0,0 0 1,0 0-1,1 0 0,-1 0 1,0 0-1,0 0 0,0 0 1,0 0-1,0 0 0,0 0 1,0 0-1,0 0 0,-7 37 1098,-74 260 342,4-26-635,59-192-837,-61 288 0,64-273 0,-6 187 0,21-264 0,1 0 0,0 0 0,1 0 0,1 0 0,1 0 0,1 0 0,0-1 0,1 0 0,0 0 0,2 0 0,12 20 0,-15-29 0,0 0 0,0 0 0,1-1 0,0 0 0,0 0 0,1 0 0,-1-1 0,1 0 0,0 0 0,1-1 0,-1 0 0,1 0 0,0 0 0,0-1 0,0-1 0,0 1 0,1-1 0,-1-1 0,1 1 0,-1-2 0,1 1 0,-1-1 0,1 0 0,12-2 0,-2-2 0,0 0 0,0-2 0,0 0 0,-1-1 0,1 0 0,-2-2 0,1 0 0,-1-1 0,-1-1 0,0 0 0,0-1 0,-1-1 0,19-22 0,2-4 0,-2-2 0,-2-2 0,46-79 0,-59 88-18,-1 0 0,-1-1-1,-3-1 1,0-1 0,14-64 0,-28 99 21,1 0 0,-1 0 1,0-1-1,0 1 1,0 0-1,0 0 0,0 0 1,0 0-1,-1 0 1,1 0-1,-1-1 1,1 1-1,-1 0 0,0 0 1,0 0-1,0 1 1,0-1-1,-2-2 0,3 3-1,-1 0-1,0 1 0,0-1 0,1 0 1,-1 1-1,0-1 0,0 1 1,0-1-1,0 1 0,0 0 0,0-1 1,0 1-1,0 0 0,0 0 0,0 0 1,0 0-1,0 0 0,0 0 1,0 0-1,0 0 0,0 0 0,0 0 1,0 0-1,0 1 0,0-1 0,0 0 1,0 1-1,0-1 0,0 1 1,1-1-1,-1 1 0,0-1 0,0 1 1,-1 0-1,-5 6-1,-1 0 0,1 0 0,0 0 0,1 1 0,-1 0 0,2 1 0,-1-1 0,1 1 0,0 0 0,1 1 0,0-1 0,-3 13 0,-2 9 0,2 0 0,-6 54 0,10-61-43,2 1-1,1-1 1,1 0-1,1 0 1,1 1 0,1-1-1,1-1 1,1 1-1,1-1 1,17 37 0,-15-41-74,1-1 0,1 0 0,0-1 1,1 0-1,1-1 0,1 0 1,0-1-1,1 0 0,1-2 0,0 1 1,1-2-1,32 18 0,-12-12-1983,0-1 0,59 17-1,25-2-7443,-39-14-2399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3.3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0 324 10009,'11'-23'2593,"-5"24"1365,6 12-2555,-10-10-676,196 199 6341,236 234-6710,-351-340-1730,-78-89 1270,-2-4 16,-1-1 0,-1 1 0,1 0 0,0 0 1,-1 0-1,1 0 0,-1 0 0,0 0 1,0 0-1,0 0 0,0 0 0,-1 1 0,1-1 1,-1 6-1,-20-18-122,18 7 206,-1 0 1,1 0-1,0 0 1,0 0 0,0-1-1,0 1 1,0 0-1,1-1 1,-1 1-1,1-1 1,-1 0-1,1 0 1,0 1-1,0-1 1,0 0-1,0 0 1,1 0 0,-1 0-1,1 0 1,0 0-1,0-4 1,0-12 70,0 0 0,5-24 0,-4 31-17,5-18 108,2 1 1,0 0-1,2 0 0,27-52 1,-25 54-99,3-3 149,1 1 0,1 1 0,34-41 0,-12 3-25,-37 64-312,-2 3 94,0 0 1,0-1-1,1 1 0,-1 0 0,0-1 0,0 1 0,1-1 0,-1 1 0,1 0 0,-1-1 1,0 1-1,1-1 0,-1 1 0,1-1 0,-1 1 0,1-1 0,-1 0 0,1 1 0,0 0 0,0-1-25,0 1 0,0-1 0,0 1 0,0 0 0,0 0 0,0 0 0,-1-1 0,1 1 0,0 0 0,-1 0 0,1 0 0,0 0 0,-1 0 0,0 0 0,1 0 0,0 2 0,0 4-266,1 0 0,-1 0-1,0 1 1,0-1-1,-1 0 1,0 1 0,0-1-1,-1 1 1,0-1-1,0 0 1,-1 0 0,1 1-1,-6 9 1,6-14 213,-1-1 1,0 0 0,0 1-1,0-1 1,-1 0-1,1 0 1,-5 2 0,-1 3-82,6-6 177,0 0 0,-1 0 0,1 0 0,0 0 0,-1 0 0,1 0 0,-1-1 0,0 1 0,1-1 0,-1 1 0,1-1 0,-1 0 0,0 0 0,1-1 0,-4 1 0,-61-17 754,65 16-218,-18-5-406,-47-28 999,55 29-704,1-1-1,0-1 1,0 0 0,0 0 0,1-1 0,0-1 0,0 0 0,-12-15 0,-13-11 1711,19 21-598,21 18 186,24 27-805,-9-1-824,-2 1 1,-1 0-1,-1 1 0,-2 1 1,-1 1-1,-1-1 0,-3 2 0,0 0 1,-2 0-1,-2 0 0,-1 1 1,-2-1-1,-1 1 0,-2 0 1,-10 65-1,4-71-73,-7 50 31,14-78-37,1 11-15,13-20 9,-13 6 5,26-16-2,-2-2-1,0-1 0,26-28 1,34-27-25,-72 65 32,53-41 7,2 3 1,84-45-1,-127 79-10,24-12 2,1 1 0,68-22 1,-98 40 71,0 1 1,1 1-1,0 1 0,0 1 0,0 0 1,0 2-1,30 1 0,-42 1-44,1 0-1,-1 1 0,0 0 0,0 0 0,0 1 1,0 0-1,0 0 0,0 1 0,-1 1 0,1-1 1,-1 1-1,-1 1 0,1-1 0,-1 1 0,0 1 0,0-1 1,0 1-1,9 13 0,-8-7-32,-1 1 0,0 0 0,0 0 0,-2 0 0,0 1 0,0 0 0,3 23 0,9 113 0,-16-133 0,6 80 0,8 94 0,-15-183-42,2-1 0,-1 1 0,1-1 1,1 1-1,-1-1 0,2 0 0,5 12 0,-7-17 11,-1-1 0,1 0 0,-1 0-1,1 0 1,0 0 0,0 0 0,0 0-1,0 0 1,0-1 0,0 1 0,1-1 0,-1 1-1,1-1 1,-1 0 0,1 0 0,-1 0 0,1 0-1,-1-1 1,1 1 0,0-1 0,-1 1-1,1-1 1,0 0 0,0 0 0,-1 0 0,1-1-1,5 0 1,9-4-441,0 0 0,0-1-1,0 0 1,-1-1 0,0-1 0,-1-1-1,1 0 1,22-20 0,109-106-1400,-120 109 1679,564-644-1363,-569 644 1554,152-192 850,38-45 1894,-130 175-670,-82 87-2032,1 0 0,-1 1 0,0-1 0,1 1 0,-1-1 0,0 1 0,1-1 0,-1 1 0,1 0 0,-1-1 0,1 1 0,-1 0 0,1-1 0,-1 1 0,1 0 0,0-1 0,-1 1 0,1 0 0,-1 0 0,1 0 0,0 0 0,-1 0 0,1-1 0,-1 1 0,1 0 0,0 0 0,-1 1 0,1-1 0,0 0 0,-1 0 0,1 0 0,-1 0 0,1 0 0,0 1 0,-1-1 0,1 0 0,-1 0 0,1 1 0,-1-1 0,1 1 0,-1-1 0,1 0 0,-1 1 0,1-1 0,-1 1 0,0-1 0,1 1 0,-1-1 0,0 1 0,1-1 0,-1 1 0,0-1 0,0 1 0,1 0 0,-1-1 0,0 1 0,0 0 0,0-1 0,0 1-1,0 0 1,3 42 786,-8-1-792,-1 0 0,-3-1 0,-1 1 0,-19 46 1,7-19-51,-105 316-3091,34-112-243,70-187-1668,12-31-1129,1 7-6014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3.4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 17650,'80'-19'3416,"-23"25"-436,10 7-552,17 5-559,9-3-377,8 6-308,16 0-680,10 3-856,14 0-944,3 3-648,0-3-977,7 7-55,13 8-3533,4 0-6032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4.4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67 269 13901,'-3'0'240,"-1"1"0,1 0 0,-1 0 0,1 1 0,-1-1 0,1 1 0,0 0 0,0 0 0,0 0 0,0 0 0,0 0 0,0 0 0,0 1 0,1 0 0,-3 3-1,2-1 186,1 0-1,0 0 0,0 1 1,1-1-1,-1 1 0,1-1 0,1 1 1,-1-1-1,1 12 0,0 151 5696,17 85-2151,-11-173-3363,4 46-576,5 1-1,60 229 1,-65-323-30,27 60 0,-32-83 0,-1-1 0,1-1 0,1 1 0,-1-1 0,2 0 0,-1 0 0,1 0 0,0-1 0,1 0 0,13 10 0,-17-16 0,-1 1 0,1-1 0,-1 0 0,1 0 0,0 0 0,0 0 0,0-1 0,-1 1 0,1-1 0,0 0 0,0 0 0,0 0 0,0-1 0,7-1 0,43-16 0,-54 18 0,21-11 0,0-1 0,-1-1 0,0-1 0,-1 0 0,-1-1 0,17-18 0,-8 8 0,49-48-28,-4-3 0,81-108 1,105-186-322,74-91-706,-329 457 936,162-185-4611,-136 161 2342,0 0-1,2 3 0,0 0 0,41-23 0,12 7-9114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4.7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525 21 11273,'-23'-6'849,"5"2"1049,0 0 1,-28-2 0,39 6-1594,0 0 0,0 0 0,0 1 0,0 0 0,0 0 0,1 0 0,-1 1 0,0 0 0,1 1 0,-11 4 0,-5 7-34,0 1-1,1 0 0,0 2 1,1 0-1,1 2 0,-23 27 1,-2 10-152,-43 69 1,77-110-8,2 1 1,-11 26 0,20-41 16,-1 1-1,1-1 1,-1 0 0,1 1-1,0-1 1,-1 0 0,1 1 0,0-1-1,0 0 1,0 0 0,0 1-1,0-1 1,0 0 0,0 0-1,0 0 1,1-1 0,-1 1 0,0 0-1,1 0 1,1 0 0,9 1 778,0-2 0,0 1-1,0-1 1,21-4 0,-10 2-63,15 2-770,-1 1 0,1 2 0,69 14 0,35 4-5583,-114-19 3808,48 2-9623,-22-1 822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5.0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22 13181,'-2'-3'13,"-2"-12"3248,4 15-3130,1-1 0,-1 1 1,1 0-1,0-1 0,-1 1 1,1 0-1,0 0 0,-1-1 1,1 1-1,-1 0 0,1 0 1,0 0-1,0 0 1,-1 0-1,1 0 0,0 0 1,-1 0-1,1 0 0,0 0 1,-1 0-1,1 0 0,0 0 1,-1 1-1,1-1 0,-1 0 1,2 1-1,4 1 189,-1 1 1,1-1-1,-1 1 0,1 0 0,-1 0 1,0 1-1,0 0 0,-1 0 0,1 0 1,-1 0-1,0 1 0,0-1 0,6 11 1,7 11 570,20 40 0,-30-52-652,12 22-28,-2 1 0,-1 0 0,-3 1 0,0 1 0,-3 0 0,-1 1 0,-2 0 0,-2 0-1,-2 1 1,-1-1 0,-2 1 0,-2-1 0,-9 58 0,-35 95 974,45-189-588,10-28 658,11-18-1194,2 2 0,2 0 1,30-37-1,99-105-35,-102 131-1378,1 2 0,3 3 0,2 2 1,1 2-1,2 3 0,2 3 0,94-40 0,-113 57-100,-4 1-2622,70-21-1,-21 22-5292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5.2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258 0 12285,'-117'43'3596,"94"-28"-291,9 9-309,-16 15-392,13-15-512,4 6-387,0 7-321,3 5-276,-4 0-244,8 0-456,6 3-660,10-2-764,10-1-676,0-3-569,10 0-827,-3-3-532,-4 3-2441,11-5-5312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5.3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46 7861,'57'-33'1340,"-20"21"-312,9 12-472,-5 9-296,2 9-616,4 6-440,0 3-836,0 12-748,13 7-517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5.8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577 163 7641,'-28'-2'826,"13"0"43,1 1 0,-1 1-1,-28 3 1,5 1 666,1 2-1,-1 2 0,2 2 0,-55 20 0,70-21-1266,0 1 0,0 0 1,1 2-1,1 0 0,0 2 0,1 0 0,0 0 0,-27 32 0,42-43-236,1 1-1,0-1 1,0 1 0,0-1-1,1 1 1,-1 0 0,1 0-1,0 0 1,-1 7-1,1-10-23,1 1-1,0-1 0,0 0 1,-1 1-1,1-1 1,0 0-1,0 1 0,0-1 1,0 0-1,1 1 0,-1-1 1,0 0-1,1 1 0,-1-1 1,1 0-1,-1 1 0,1-1 1,-1 0-1,1 0 0,0 0 1,0 0-1,-1 0 0,1 0 1,0 0-1,0 0 0,0 0 1,0 0-1,0 0 0,1 0 1,1 1-1,6-1 8,-1 0 0,1 0 0,-1-1 1,1 0-1,14-1 0,-10 0-4,26-4 33,0-2-1,0-1 1,-1-2-1,39-16 0,8-2-43,727-179-124,-707 188-23,165-52 0,-261 68 240,-1-1 1,0 0 0,1 0-1,-2 0 1,1-1-1,0 0 1,-1-1 0,0 0-1,11-12 1,-16 16 465,-16 18 1285,4-6-1312,2 1-402,0 0 0,1 1 0,1 0 0,0 0 0,0 1 0,1-1 1,1 1-1,0 0 0,0 0 0,2 1 0,0-1 0,0 1 0,1-1 0,1 1 1,0 0-1,1-1 0,0 1 0,1-1 0,1 1 0,0-1 0,1 0 0,0 0 1,8 16-1,-1-7-237,0 0-1,2 0 1,1-1 0,0-1 0,2 0 0,0-2 0,1 1 0,1-2-1,0 0 1,2-1 0,-1-1 0,25 13 0,2-1-425,1-1-1,1-3 1,1-2 0,1-2 0,60 14-1,-98-31 476,0-1 0,0 0 0,0-1 0,0 0 0,0-1-1,0 0 1,13-4 0,-25 5 56,3 0 9,0-1-1,0 1 1,0-1-1,0 0 1,0 0-1,0 0 1,0 0-1,0 0 1,-1-1 0,1 1-1,0-1 1,-1 0-1,1 0 1,-1 0-1,0 0 1,0 0-1,0 0 1,0-1-1,0 1 1,0-1-1,0 1 1,-1-1-1,0 0 1,1 0 0,-1 0-1,0 0 1,0 1-1,0-1 1,-1-1-1,1 1 1,-1 0-1,0 0 1,0 0-1,0-6 1,-1 5-28,1 1 1,-1-1 0,0 0-1,0 0 1,0 0-1,-1 1 1,1-1-1,-1 0 1,0 1 0,0-1-1,0 1 1,-1 0-1,1 0 1,-1 0 0,0 0-1,0 0 1,0 1-1,0-1 1,0 1-1,0 0 1,-1 0 0,1 0-1,-1 0 1,1 0-1,-8-1 1,3 2-690,-1 0 0,0 0 1,0 1-1,0 1 0,0-1 0,-12 4 1,19-4 382,-6 3-3852,2 4 2099,3-4 379,-10 12-6251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6.4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0 14413,'-1'3'294,"0"-1"-1,1 1 1,-1 0-1,1-1 1,0 1-1,0 0 1,0-1-1,0 1 1,0-1-1,1 1 0,-1 0 1,1-1-1,-1 1 1,1-1-1,2 5 1,25 32 3732,-2-6-1427,6 17-841,-2 1 0,-2 1 1,29 75-1,-54-118-1777,63 160-5688,-57-151 4801,1 0 1,0-1-1,1 0 0,1 0 1,1-2-1,27 27 0,-28-30-259,2 0 0,0-1 0,0-1 0,31 16 0,-37-22 872,1-1 0,0 0 0,0 0 0,0-1 0,1 0 0,-1-1 0,0 0 0,1-1 0,-1 1 0,1-2 0,11-1 0,207-40 554,-151 21 1281,0-2 1,102-48-1,-156 60-949,0 0 1,-1-2-1,-1-1 0,28-23 0,-37 26-181,0-1 0,0 0 0,-1 0 0,-1-1 0,-1-1 0,1 1 0,10-25 0,-19 37-311,0-1 0,-1 0 0,1 0 0,0 0 0,-1 1 0,1-1 0,-1 0 0,0 0 0,0 0 0,0 0 0,0 0-1,0 0 1,0 0 0,0 0 0,-1 0 0,1 0 0,-1 0 0,1 1 0,-1-1 0,0 0 0,0 0 0,0 1 0,0-1 0,0 0 0,0 1 0,0-1 0,0 1 0,-1-1 0,1 1 0,-3-3-1,1 2 16,0 1-1,1-1 0,-1 0 0,0 1 0,0 0 1,0-1-1,0 1 0,0 0 0,0 1 0,0-1 0,0 0 1,-1 1-1,1 0 0,0 0 0,0 0 0,0 0 1,-1 0-1,-3 2 0,-2 0 15,0 2 1,0-1-1,0 1 1,1 1-1,-1-1 1,1 2 0,0-1-1,0 1 1,1 0-1,0 0 1,0 1-1,0 0 1,1 1-1,0-1 1,0 1-1,1 0 1,0 1-1,1-1 1,0 1-1,0 0 1,0 0-1,1 0 1,1 0-1,-3 15 1,4-15-104,1 0 0,0 0 0,1 0 0,0 0 0,0 0 0,1 0 0,0-1 0,0 1 0,1 0 0,0-1 0,1 0 0,-1 0 0,2 0 0,9 15 0,-7-15-134,1 1-1,0-1 0,0 0 1,0-1-1,1 0 1,0 0-1,0-1 1,1 0-1,12 5 0,-5-4-208,0 0 0,1-2 0,0 0 0,0-1 0,19 2 0,8-2-502,1-2 0,0-3 1,74-9-1,-40-1 103,143-11-457,-193 21 889,0 1 0,0 2-1,-1 1 1,1 1 0,40 12 0,-55-11-494,0 1-1,0 0 1,26 16 0,8 15-6976,-18-4-68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6.5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0 118 8261,'50'-15'4268,"-56"-3"-2532,2 6 1525,1-9-3041,-4 6-816,4-3-2809,0 0-563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09.6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8 353 11633,'-2'-13'676,"-1"-1"1,2 1-1,0 0 1,0-1-1,2 1 1,-1 0-1,2-1 1,2-13-1,0-15 2337,-4 34-2515,0 0 1,0-1-1,1 1 1,1 0 0,-1 0-1,1 0 1,1 0 0,-1 0-1,1 0 1,1 1 0,-1-1-1,6-7 1,-4 9-376,-1 1 0,1 0 1,0 0-1,0 0 0,0 0 1,1 1-1,-1 0 0,1 0 1,0 1-1,1-1 0,-1 1 1,0 1-1,1-1 0,0 1 1,-1 0-1,1 1 0,12-2 1,-14 3-105,0 0 0,0 1 1,0-1-1,0 1 1,1 0-1,-1 0 0,0 1 1,-1-1-1,1 1 0,0 0 1,0 1-1,-1-1 1,1 1-1,-1 0 0,0 0 1,0 0-1,0 1 0,0-1 1,-1 1-1,1 0 1,-1 0-1,0 0 0,0 1 1,3 6-1,3 10-33,-1 0 1,0 0-1,-2 0 0,-1 1 1,0 0-1,-2 0 0,2 24 1,-3-19-125,1 0 0,2-1 0,1 1 0,12 34 0,-12-49 96,1 0-1,-1 1 0,2-2 1,0 1-1,0-1 0,14 13 1,67 58-129,-8-9 110,-81-72 61,11 9-23,-1 1-1,-1 0 1,13 21-1,-19-28 20,-1-1-1,-1 1 1,1 0-1,0 0 1,-1 0-1,0 0 1,0 1-1,0-1 1,-1 0-1,1 0 1,-1 1 0,0-1-1,0 0 1,-1 0-1,1 1 1,-1-1-1,-1 5 1,-2 0 2,1 0 0,-1-1 0,-1 0 0,0 1 0,0-1 0,0-1 0,-1 1 0,0-1 0,-1 0 0,0-1 0,0 1 0,-11 7 0,-14 8-97,-62 31 0,36-20-238,-25 10-783,18-10-2802,24-8-6162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0.1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682 1 12317,'-115'9'2150,"103"-7"-1679,0 0 0,0 1 0,0 0 0,0 1 1,1 0-1,-1 1 0,1 0 0,1 1 0,-1 0 1,1 1-1,0 0 0,0 0 0,-11 13 0,3-1 358,1 1 0,1 0 0,1 2 0,-20 38 0,17-24-93,1 0 0,2 1 1,-13 50-1,-20 123 1071,44-191-1670,-62 321 1198,-34 541 0,96-777-1335,17 173 1,-8-229-2,3 0 0,2-1 0,2-1 1,1 0-1,38 83 0,-41-109-107,1-1 0,1-1-1,1 0 1,0 0 0,1-1 0,1-1 0,0 0-1,1-2 1,1 1 0,0-2 0,1 0-1,1-1 1,0-1 0,0-1 0,1-1 0,0 0-1,1-2 1,0 0 0,31 5 0,-5-5-124,0-1-1,1-3 1,-1-2 0,1-2 0,0-2 0,-1-2-1,79-19 1,-39 1 12,-1-4 0,-1-4-1,94-48 1,-105 41 148,-2-3 0,-1-4 0,-3-2 0,-2-3 0,99-98 0,-114 95 159,-2-3-1,-3-1 0,-2-3 0,-3-2 0,-3-1 1,48-108-1,-57 102 93,-3-1-1,-3-1 1,-3-1 0,-4-1 0,10-96-1,-23 124-98,-1 0 0,-2 0 0,-2 0 0,-3 0-1,-1 0 1,-2 1 0,-2 0 0,-2 1-1,-2 0 1,-21-45 0,21 59-41,-3 1 0,0 0 0,-2 1 0,0 1 0,-2 1 1,-1 1-1,-1 0 0,-32-24 0,33 30-180,-2 1 1,0 1-1,0 1 1,-2 2 0,0 0-1,0 1 1,-1 2-1,0 1 1,-44-9-1,53 15-419,-1 1 0,0 1 0,1 1-1,-1 1 1,0 0 0,1 1-1,-34 9 1,40-8-342,0 1 0,0 0 1,1 0-1,0 2 0,0-1 0,0 1 0,1 1 0,0 0 1,0 0-1,1 1 0,-1 0 0,-11 15 0,14-13-2327,0 1-1,-10 21 1,17-32 3178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0.5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374 233 14597,'-13'-31'1552,"-13"-45"-1,25 73-1328,0-1-1,1 1 0,0-1 0,-1 1 0,1-1 1,0 1-1,1-1 0,-1 1 0,1-1 0,0 1 1,-1-1-1,1 1 0,1 0 0,-1-1 1,0 1-1,3-4 0,5-12 1738,4-24 4209,-12 41-4554,0 8-326,-1 30-1233,-2-1-1,-1 1 1,-1-1 0,-18 64-1,9-38-77,-188 806 22,196-846-3,-90 407-1255,85-363 616,3 2 0,3-1-1,2 1 1,12 100 0,-8-150-1162,1 0-1,1 0 1,0 0 0,2-1 0,0 0 0,9 18 0,17 22-10878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0.7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532 124 14001,'11'-75'2489,"-11"72"-2113,1 0 1,0 0-1,0 0 1,1 0-1,-1 1 1,1-1 0,-1 0-1,1 1 1,0-1-1,0 1 1,0-1 0,0 1-1,1 0 1,-1 0-1,0 0 1,1 0 0,0 0-1,3-1 1,0 3-199,0 0-1,0 0 1,0 1 0,-1 0 0,1 0 0,0 1-1,-1 0 1,1 0 0,10 5 0,-10-4-45,19 9 58,0 1 1,-1 2 0,-1 0-1,0 2 1,-1 0 0,0 2-1,-2 0 1,0 1 0,-2 1-1,0 1 1,-1 1 0,14 25-1,-25-39-162,-1 1 1,0 0-1,0 0 0,-1 0 0,-1 1 0,1-1 0,-2 1 0,1 0 1,-2 0-1,1 0 0,-2 0 0,1 0 0,-1 0 0,-1 0 0,0 0 0,-1 0 1,0 0-1,0 0 0,-1-1 0,-1 1 0,0-1 0,0 0 0,-7 12 1,-3 0 45,-2 0 0,0-1 0,-1-1 0,-1 0 0,-1-1 0,-31 23 1,-138 88 271,137-98-282,14-9-37,-86 56-1178,-153 128 0,247-183 31,15-13 411,0 0 1,1 1-1,-19 23 1,29-32 275,1 0 1,0 0-1,-1 0 1,2 0-1,-1 1 1,0-1-1,1 1 1,-1-1-1,1 1 1,0 0-1,0-1 1,1 1 0,-1 0-1,1 0 1,0 0-1,0-1 1,0 1-1,0 0 1,1 0-1,-1 0 1,1-1-1,2 5 1,17 32-10125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1.0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81 336 14045,'-13'18'1038,"1"1"0,0 0 0,2 1 0,-9 20 0,16-32-631,0 0 0,1 1 0,0-1 1,0 1-1,1-1 0,0 1 0,1-1 0,0 1 1,0 0-1,0-1 0,1 1 0,1 0 0,4 14 1,0-8-14,0 1 0,2-1 1,0 0-1,0-1 0,1 0 1,1-1-1,1 1 0,22 21 0,-10-15-30,0 0-1,1-2 1,53 31-1,-61-40-248,1-1 0,1-1 0,0 0 0,-1-1 0,2-1 0,-1-1 0,22 2 0,-28-5 35,1 0 0,-1-1 0,0 0 0,1-1 0,-1 0 0,1-1 0,-1 0 0,0-1 0,0-1 0,0 0 0,19-9 0,-23 8-143,-1-1 0,0 1 0,0-1-1,0 0 1,-1-1 0,0 0 0,0 0 0,0 0-1,-1 0 1,0-1 0,-1 0 0,0 0 0,0 0-1,-1-1 1,1 1 0,-2-1 0,0 0 0,0 0-1,1-11 1,1-18-14,-1 0 1,-3-1-1,-4-44 0,4 76 7,-4-40 0,-2 1 0,-2 0 0,-2 1 0,-2 0 0,-1 0 0,-3 1 0,-28-55 0,44 99 0,-7-14-612,-1 1 1,-14-19 0,21 30 470,-1 0 0,1 0 1,-1 0-1,1 0 0,-1 1 0,0-1 0,0 0 1,0 1-1,0-1 0,0 1 0,0 0 0,0 0 1,0 0-1,-1 0 0,1 0 0,0 0 1,-1 0-1,1 1 0,-1-1 0,1 1 0,-1 0 1,1-1-1,-1 1 0,-3 1 0,5 0-351,-1 0-1,1 0 1,-1 1-1,1-1 1,-1 1-1,1-1 1,0 1-1,0-1 1,0 1 0,0 0-1,0-1 1,0 1-1,1 0 1,-1 0-1,0 0 1,1 0-1,-1-1 1,1 1-1,0 0 1,0 0-1,0 0 1,0 0 0,0 3-1,2 28-12117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1.2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164 66 17026,'22'-48'3829,"-13"36"823,3 9-3607,-9 3-176,-2-1-751,-1 1 1,1 0-1,-1 0 1,1-1-1,0 1 1,-1 0-1,1 0 1,-1 0-1,1-1 1,0 1-1,-1 0 1,1 0-1,-1 0 1,1 0-1,0 0 1,-1 0-1,1 0 1,-1 1-1,1-1 1,-1 0-1,1 0 1,0 0 0,-1 0-1,1 1 1,-1-1-1,1 0 1,-1 1-1,1-1 1,-1 0-1,1 1 1,-1-1-1,1 1 1,0 24 1562,-2-17-2000,-9 80 360,-30 116 0,19-111-50,-23 113 9,-63 385 0,100-451-3127,8-104 80,1 1 0,1-1 0,16 64 0,6-26-11421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1.7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515 5 14157,'-1'-1'218,"-1"1"0,1-1 0,0 0-1,-1 1 1,1 0 0,-1-1 0,1 1 0,-1 0-1,1 0 1,-1-1 0,1 1 0,-1 0 0,1 1-1,-1-1 1,1 0 0,-1 0 0,1 1 0,-1-1-1,1 1 1,0-1 0,-1 1 0,-2 1 0,2 0 39,0 1 0,1-1 0,-1 1 1,1-1-1,-1 1 0,1 0 0,0 0 0,0-1 1,0 1-1,0 0 0,0 4 0,-2 2 60,1 1 0,1 0 0,0-1 0,0 1 0,1 0 0,0 0 0,1 0 0,0-1 0,1 1 0,4 17 0,-1-14-95,0 1-1,1-1 1,1 0 0,0 0-1,0-1 1,16 19 0,-1-6-307,2 0 1,0-2-1,2-1 1,0-1 0,44 27-1,-42-32-262,1 0-1,1-1 1,0-2 0,37 10-1,-57-20 290,0-2 0,0 0 0,1 0 0,-1-1 0,0 0 0,0-1 0,1 0 1,-1 0-1,15-5 0,-17 4 47,1 0 110,1-1 0,-1 0 1,0-1-1,0 0 0,0-1 1,0 1-1,-1-1 0,0-1 1,0 0-1,0 0 0,-1-1 1,10-11-1,2-5 692,0-2-1,23-43 1,-3 5 483,24-34 1391,-61 93-2598,0 1-1,1 0 0,0-1 0,-1 1 1,1 0-1,0 0 0,6-3 1,-9 5-63,1 1 1,0-1-1,-1 1 1,1-1-1,0 1 1,0 0-1,-1-1 1,1 1-1,0 0 1,0 0-1,0 0 1,-1 0-1,1-1 1,0 1-1,0 0 1,0 0 0,-1 0-1,1 1 1,0-1-1,0 0 1,0 0-1,-1 0 1,1 1-1,0-1 1,0 0-1,-1 1 1,1-1-1,0 0 1,-1 1-1,1-1 1,0 1-1,-1-1 1,1 1-1,0-1 1,-1 1-1,1 0 1,-1-1-1,1 2 1,3 5-5,-1 0 0,0 0 0,0 0 0,0 0 0,-1 1 0,0-1 0,-1 1 0,1-1 0,-1 16 0,-4 77 0,1-76 0,-9 92-141,-6 0 0,-4-2 0,-6 0 0,-65 176 0,24-122-272,-7-3-1,-120 194 0,109-220-517,-6-3 0,-7-4-1,-4-5 1,-151 142 0,222-239 1087,-47 33 0,66-54 54,0 0 0,-1-2 0,1 1 0,-2-2 0,1 0 0,-28 8 0,42-14-187,-1 0 0,0 1 0,1-1 0,-1 0 0,1 0 1,-1 1-1,0-1 0,1 0 0,-1 0 0,0 0 0,1 0 0,-1 0 1,1 0-1,-1 0 0,0 0 0,1 0 0,-1 0 0,0 0 1,1-1-1,-1 1 0,0 0 0,1 0 0,-1-1 0,1 1 0,-1 0 1,1-1-1,-1 1 0,1 0 0,-1-1 0,1 1 0,-1-1 1,1 1-1,-1-1 0,1 1 0,0-1 0,-1 1 0,1-1 1,0 0-1,-1 1 0,1-2 0,-2-4 133,1 0 0,0 0 0,1-1 0,0 1 0,-1 0 0,2 0-1,-1-1 1,1 1 0,0 0 0,0 0 0,1 0 0,0 0 0,5-11 0,4-10 222,2 1-1,18-27 1,35-49-74,147-171 0,116-63-403,-190 212-2485,263-180 0,-6 69-10345,-233 155 1289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2.4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70 12837,'-8'-21'896,"-4"-19"3503,-12 35 233,13 2-3382,9 2 1345,4 3-1573,7 6-727,0 0 0,-1 0 0,0 0 1,-1 1-1,1 0 0,-2 1 0,1-1 1,-2 1-1,1 1 0,4 13 0,7 20 148,13 57-1,-12-36-241,-8-32-265,-2 1 0,-1 0 1,-2 0-1,-1 0 0,-2 1 1,-2-1-1,-5 55 0,-12 53-382,17-138 432,2-4 15,-1 0 1,1-1 0,0 1 0,-1-1 0,1 1 0,0-1-1,-1 0 1,1 1 0,-1-1 0,3-2 0,7-3 22,20-14 58,0-1 0,-1-1 0,47-46 0,-5 5 40,-59 52-82,178-137 275,-160 127-308,1 1 0,0 2 0,1 1 0,52-18 0,-73 32-5,0-1 1,0 2-1,1-1 1,-1 2-1,1-1 1,-1 2-1,1 0 1,-1 0-1,1 1 1,-1 1-1,1 0 1,18 6-1,-10 0-15,0 0 1,-1 2-1,0 0 0,-1 1 0,0 1 1,20 17-1,18 17-25,41 29-297,-94-72 318,1-1-1,-1 0 1,1 1 0,-1-2-1,1 1 1,0 0 0,0-1-1,0 0 1,0 0-1,0-1 1,0 1 0,0-1-1,1 0 1,-1 0-1,0-1 1,0 0 0,0 0-1,0 0 1,7-3 0,8-3 25,-1-2 0,0 0 1,25-16-1,-10 5 108,-33 20-99,0-1 0,1 1 0,-1 0 0,0-1 0,0 1-1,1 0 1,-1 0 0,0 0 0,1 0 0,-1 0 0,0 0 0,0 1 0,1-1-1,-1 0 1,0 1 0,0-1 0,1 1 0,-1-1 0,2 2 0,1 0 51,0 0-34,0 0 0,0 1 1,0 0-1,0 0 0,-1 0 0,1 0 1,-1 1-1,0-1 0,1 1 1,-2 0-1,1 0 0,0 0 1,2 7-1,6 12 227,12 33 1,-8-16-154,0-5-108,1-1 0,2 0 0,1-1 0,1-1 0,32 36 0,-42-56 0,1 0 0,1-1 0,0-1 0,0 0 0,1-1 0,0 0 0,0-1 0,1 0 0,0-1 0,1-1 0,-1 0 0,1-1 0,0-1 0,1 0 0,21 2 0,-20-4 0,0-1 0,0-1 0,0-1 0,0-1 0,0 0 0,-1-1 0,1-1 0,-1 0 0,1-1 0,-1-1 0,0 0 0,-1-2 0,20-11 0,-15 5 0,0 0 0,-2-1 0,0-1 0,0 0 0,-2-2 0,0 0 0,-1-1 0,-1 0 0,12-21 0,-2-2 0,-2-1 0,29-78 0,-44 101 0,-1-1 0,-1 0 0,0-1 0,-2 1 0,0-1 0,-2 0 0,0 1 0,-3-30 0,0 40 0,0 0 1,0 0-1,-1 1 1,-1-1-1,1 1 1,-2-1-1,0 1 1,0 1-1,0-1 0,-1 1 1,-1 0-1,0 0 1,0 0-1,0 1 1,-1 1-1,-17-14 1,17 16-3,-1-1 0,1 2 0,-1-1 0,0 2 0,0-1 0,0 1 0,0 0 0,-1 1 0,1 0 0,-1 0 1,0 1-1,0 1 0,1-1 0,-1 2 0,0-1 0,1 1 0,-1 1 0,0 0 0,-14 5 0,7-1-471,1 1 0,0 0-1,0 2 1,-19 13 0,14-8-1784,1 2 1,-26 26-1,41-37 976,0 0-1,1 1 0,0-1 1,0 1-1,-5 10 1,-10 36-11646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3.0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37 11353,'2'0'232,"-1"0"1,1 0-1,0 0 0,-1-1 1,1 1-1,0 0 0,-1-1 1,1 1-1,0-1 0,-1 0 1,1 0-1,-1 1 0,1-1 1,-1 0-1,0 0 0,1 0 1,-1 0-1,0 0 0,0-1 1,0 1-1,1 0 0,0-2 1,2-6 4184,-3 0 3556,18 41-5511,-12-3-2198,-2 1 0,0 1 0,-1 51 0,0-15-102,0 1-162,-2-25 0,2 0 0,13 63 0,-9-88 0,-7-17 0,0 0 0,1 0 0,-1 0 0,0 0 0,1 0 0,-1 0 0,1 0 0,-1-1 0,1 1 0,0-1 0,-1 1 0,1-1 0,0 1 0,-1-1 0,1 0 0,0 0 0,-1 0 0,1 0 0,0 0 0,-1 0 0,1 0 0,0 0 0,-1-1 0,1 1 0,0-1 0,-1 1 0,1-1 0,-1 0 0,1 0 0,-1 0 0,1 1 0,-1-1 0,0-1 0,2 0 0,8-6 0,-1-1 0,-1 0 0,13-14 0,-11 12 0,33-35 0,58-53 0,-87 88 0,-1 0 0,2 0 0,-1 2 0,1 0 0,32-13 0,-37 18 0,1 1 0,0 0 0,0 0 0,0 1 0,0 1 0,0 0 0,0 1 0,0 0 0,0 1 0,1 0 0,22 6 0,-19-3 0,0 2 0,-1 0 0,0 0 0,0 2 0,-1 0 0,0 0 0,0 1 0,17 16 0,16 16-76,30 25-179,-69-65 114,0-3 98,1 1 19,-1-1-1,1 0 0,-1 0 1,0-1-1,0 0 0,0-1 1,10-5-1,14-14-26,-4 4-36,45-24-1,-64 38 80,1 1-1,-1 0 0,1 1 1,0 0-1,0 1 0,0-1 1,0 2-1,0 0 1,16 0-1,5 4 33,1 1 0,-1 2 0,1 1 0,36 13 0,31 8-433,-91-26 345,0 0 0,0-1-1,1 0 1,-1 0 0,0-1-1,0-1 1,0 1 0,0-1-1,1 0 1,-1-1 0,0 0-1,-1 0 1,14-6 0,-9 2 11,-1-1 0,0 0-1,-1 0 1,1-1 0,-1-1 0,-1 0 0,0 0 0,10-13 0,48-65 76,-37 47 672,62-65-1,-88 101-634,0 0-1,1 0 0,-1 1 1,1-1-1,0 1 0,0 0 1,0 1-1,0-1 0,0 1 1,1 0-1,-1 0 0,11-1 1,-13 2-42,0 1 1,0 0 0,0 1 0,0-1 0,-1 0-1,1 1 1,0 0 0,0 0 0,0-1 0,0 2-1,-1-1 1,1 0 0,-1 0 0,1 1 0,-1 0-1,1-1 1,-1 1 0,0 0 0,0 0-1,0 0 1,0 0 0,0 1 0,0-1 0,0 1-1,-1-1 1,3 5 0,4 14-354,0 0 0,-1 1-1,-1-1 1,-1 2 0,-1-1 0,1 37 0,4 8-966,-2-19-2729,3 4-5991,-1-1-2064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3.2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12301,'0'0'5225,"14"21"-5381,12 15-1057,-5-9-539,5 9-2388,8 13-3141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3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325 1252 13945,'-37'-46'2334,"37"46"-2223,0-1-1,-1 0 1,1 1-1,0-1 1,-1 1-1,1-1 1,-1 0-1,1 1 1,-1-1-1,1 1 1,-1-1-1,0 1 1,1 0-1,-1-1 1,0 1-1,1-1 1,-1 1-1,0 0 1,0-1-1,-5 0 207,1-1 0,-1 1-1,0 0 1,0 1 0,0-1 0,1 1-1,-1 1 1,0-1 0,0 1 0,1 0-1,-1 0 1,0 0 0,1 1 0,-1 0-1,1 0 1,-1 0 0,1 1 0,0 0-1,0 0 1,-7 6 0,1 0-43,1 1-1,0 0 1,1 0 0,0 1-1,1 1 1,-12 19 0,-32 79 370,49-98-911,-1-1 0,1 1 1,-2 18-1,-3 9-475,8-36 708,0-1 0,0 0 0,1 0-1,-1 0 1,1 0 0,-1 0 0,1 0-1,0 0 1,0 0 0,0 0 0,0 0-1,0 0 1,0 0 0,0 0 0,3 2-1,-2-3 64,0 0-1,1 0 0,-1 0 0,0 0 0,1 0 0,-1 0 1,0 0-1,1-1 0,-1 1 0,4-1 0,17 6 482,-13-3-245,-1 0-1,1 0 1,0-1 0,17 1 0,13 3 161,-38-5-411,58 12 416,1-3 0,88 5 0,-130-15-456,0 0 1,0-1-1,0-1 0,0-1 0,-1-1 1,1 0-1,-1-2 0,0 0 1,0-1-1,-1 0 0,0-1 0,23-16 1,-22 10-117,-1 0 0,-1-1 0,0 0 0,-1-1 1,-1-1-1,-1-1 0,0 0 0,10-20 0,12-28-123,27-74 0,-17 34 43,117-284 449,60-124 2195,-199 466-2000,-13 25-69,2 1 0,0 0 0,27-36 0,-27 47 43,-5 14 35,-6 27 123,-1-25-546,-3 26-9,-1-1 0,-2 1 0,-1-1 0,-11 32 0,13-45 0,-169 561 0,79-302-1662,-62 208-5469,123-341-786,20-6-5139,14-136 13039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4.4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683 0 11993,'0'0'26,"0"8"573,0 0 0,1 0 0,1 0-1,-1 0 1,1-1 0,3 9 0,-4-13-160,-1 0 1,1 1-1,-1-1 1,0 0-1,0 0 1,0 1 0,-1-1-1,1 0 1,-1 0-1,0 0 1,0 1-1,-1 3 1,-53 84 4946,34-49-3376,-33 51 0,-12 23-591,-89 174-1403,14-27-11,22 8-5,102-225-1,2 1 1,2 1 0,2 1-1,2-1 1,3 1-1,1 1 1,3-1 0,2 1-1,11 88 1,-6-110 0,1-2 0,1 1 0,1-1 0,1 0 0,1 0 0,2-1 0,1-1 0,0 0 0,2-1 0,29 36 0,-28-41 0,2-1 0,0 0 0,1-1 0,0-1 0,1-1 0,1 0 0,0-2 0,1 0 0,0-2 0,1 0 0,0-2 0,26 7 0,-17-8-127,0-1-1,1-2 1,-1-1 0,1-1 0,0-2-1,-1-1 1,1-2 0,46-9-1,-38 2-307,-1-1-1,0-3 1,-1-1-1,0-1 1,-1-3-1,38-24 1,-30 14-1577,94-58-8309,-44 25-2935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4.9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310 664 14241,'-99'110'3267,"93"-101"-2732,-1 0 0,2 0 0,-1 1 1,1 0-1,0 1 0,1-1 0,1 1 0,-4 13 0,0 0 622,-14 52 972,-21 140-1,12 80 2322,20-176-3871,3 4-579,-5 35 0,3-106-1163,-4-65 220,11 9 903,0 0 0,1 1 0,0-1 0,0 0 0,0 0 0,0 0 0,0 0 0,0 0 0,1 0 0,0 0 0,-1 0 0,1 0 0,0 0 0,1-4 0,9-49-328,-5 37 240,13-51-123,3 2 0,41-92 0,78-129-11,-86 183 169,227-399 22,-218 410 148,3 4 0,4 2 0,91-88 0,-133 149-7,58-42 0,-74 61-50,0 2-1,1-1 1,0 1 0,0 1 0,0 1 0,1 0-1,-1 0 1,17-2 0,-27 6-12,1 0 1,-1 1-1,0 0 1,1-1-1,-1 1 1,0 1-1,1-1 1,-1 0-1,1 1 1,-1-1-1,0 1 1,0 0-1,1 0 1,-1 1-1,0-1 1,0 1-1,0-1 1,0 1-1,3 3 1,-3-2 0,0 0 0,0 1 0,-1-1 0,1 1-1,-1 0 1,0 0 0,0-1 0,-1 1 0,1 1 0,-1-1 0,1 0 0,-1 0 0,0 5-1,1 9-1,-1 1 0,-1-1-1,-1 0 1,0 0-1,-2 0 1,-4 18 0,-4 10 20,-3-1 0,-1-1 1,-3 0-1,-1-1 0,-36 57 1,19-43-560,-3-2 1,-2-1-1,-57 57 0,78-93 222,0 0 0,-2-1-1,0-2 1,0 0 0,-2-1-1,1-1 1,-2-2-1,0 0 1,0-1 0,-38 8-1,46-13 301,0 0-1,1 1 1,0 0 0,0 1-1,1 1 1,-26 18-1,36-22 118,1-1 0,0 1 0,0 0 0,0 1 0,0-1-1,1 1 1,-1 0 0,1 0 0,0 0 0,1 0-1,-1 0 1,1 0 0,0 1 0,0 0 0,1-1 0,0 1-1,0 0 1,0-1 0,0 1 0,1 0 0,0 0-1,1 0 1,0 7 0,3 3 29,0 0-1,0 0 1,2-1 0,0 0 0,1 0-1,0 0 1,1-1 0,1 0-1,10 12 1,7 8-61,3-1 1,37 33-1,-7-12-1504,132 88 0,-54-58-2511,5-4-4059,-34-24-2270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5.1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85 14173,'54'-42'2140,"-37"18"-79,3 15-369,-4-1-352,82 20 216,-62 5-2004,1 9-708,7 12-796,-1 6-296,-9 12-2825,6 10-4028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5.2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60 7661,'0'0'4808,"30"-3"-3776,3 0-648,-9-3-776,29-9-688,-9 6-876,3-3-1164,20 0-1233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15.4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46 12117,'20'-6'2188,"17"-6"-176,0-3-207,6 6-417,14 6-296,17 3-220,10 0-84,13 6-540,7 0-324,6 0-680,1 0-848,-4 6-664,7 0-3025,-7 0-4236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1.8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55 488,'33'-54'-168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2.5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162 139 10321,'0'-17'2243,"0"-1"0,-1 1 0,-4-24-1,4 37-1663,1 1 0,0-1-1,0 1 1,1 0 0,-1-1-1,1 1 1,-1-1 0,3-3-1,-1-4 6954,1 12-6898,-1-1-624,0 0 0,0 0-1,1 1 1,-1-1 0,0 1-1,0 0 1,0 0 0,0 0-1,0 0 1,0 0 0,0 0-1,2 2 1,-2-1-12,0 1-1,-1 0 1,1 0-1,-1-1 1,0 1-1,0 0 1,0 0-1,0 0 1,1 5-1,5 23 3,-2-1 0,0 1 0,-2 0 0,-3 61 0,-18 66 0,-45 178 0,7-115 0,-1 0 0,45-162 0,-8 102 0,19-159 0,1 0 0,0 0 0,0 0 0,0-1 0,0 1 0,0 0 0,0 0 0,0 0 0,1 0 0,-1 0 0,1 0 0,-1-1 0,1 1 0,0 0 0,0 0 0,0-1 0,0 1 0,0 0 0,0-1 0,0 1 0,0-1 0,1 0 0,-1 1 0,1-1 0,-1 0 0,1 0 0,-1 0 0,1 0 0,0 0 0,-1 0 0,1 0 0,0 0 0,0-1 0,0 1 0,-1-1 0,1 1 0,0-1 0,0 0 0,0 0 0,0 0 0,0 0 0,0 0 0,0 0 0,0 0 0,-1-1 0,1 1 0,0-1 0,0 0 0,2 0 0,15-9 0,-1-1 0,0-1 0,-1 0 0,0-1 0,-1-1 0,28-31 0,77-111 0,-64 79 0,-29 40 0,167-209 0,-144 188 0,2 2 0,64-50 0,-95 87 0,0 2 0,2 1 0,0 1 0,0 0 0,2 2 0,37-13 0,-50 22 0,-1 0 0,1 1 0,-1 1 0,1 0 0,0 1 0,0 0 0,0 1 0,0 0 0,0 1 0,-1 1 0,1 0 0,0 1 0,-1 0 0,1 1 0,-1 0 0,15 8 0,-8-1 0,0 0 0,-1 1 0,0 1 0,-1 1 0,-1 1 0,0 0 0,24 31 0,84 136 0,-65-91 0,-50-77-63,0-1 0,1-1 0,1 1 1,0-2-1,0 0 0,17 13 0,-22-20 26,0 0 0,1 0 0,-1-1 0,0 0 0,1 0 0,0-1 0,0 0 0,0 0 0,0 0 0,0-1 0,0 0 0,0 0 0,0-1 0,0 0 0,0 0 0,13-3 0,11-5-152,-1-2 0,0-1 0,-1-1 0,0-2 0,53-33 0,-43 23 105,2 2 1,47-18-1,-74 35 108,0 0-1,1 2 0,-1-1 0,1 2 0,0 0 0,0 0 1,0 2-1,0-1 0,0 2 0,23 4 0,12 7 86,0 2 0,55 25 0,-70-24-91,1-2 0,0-1-1,1-2 1,1-1 0,50 4 0,-76-12-16,-1-1 1,1-1-1,-1 0 1,1 0 0,-1-1-1,0-1 1,19-6-1,-25 8 4,0-2-1,0 1 0,-1-1 1,1 1-1,-1-1 0,1-1 0,-1 1 1,0-1-1,0 1 0,0-1 0,-1 0 1,1 0-1,-1-1 0,0 1 1,0-1-1,0 0 0,1-5 1,-2 6-10,-1 0 1,0 0 0,-1 0 0,1 0 0,-1-1-1,0 1 1,0 0 0,0 0 0,0-1 0,-1 1-1,0 0 1,-1-5 0,-16-40-9,7 28 7,0 1 0,-1 1-1,-1 0 1,-1 1 0,-1 0 0,0 1-1,-1 0 1,-1 2 0,-1 0-1,-34-22 1,22 18-639,-1 1 0,-1 2 0,-1 1 0,-1 2 0,1 1 0,-43-8 0,53 15-830,1 1 0,-30-1 0,41 5-552,0 0 0,-1 1-1,-16 3 1,-11 9-8961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2.9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26 13173,'8'-22'3332,"-8"22"-3217,0 0 1,0 0 0,0-1 0,0 1 0,1 0 0,-1 0 0,0-1-1,0 1 1,0 0 0,1 0 0,-1-1 0,0 1 0,0 0 0,1 0-1,-1 0 1,0 0 0,1 0 0,-1-1 0,0 1 0,0 0 0,1 0-1,-1 0 1,0 0 0,1 0 0,-1 0 0,0 0 0,1 0 0,-1 0-1,0 0 1,1 0 0,-1 0 0,3 2 281,-1 0-1,0 0 1,0 0 0,0 0-1,0 0 1,0 1 0,0-1 0,-1 1-1,3 4 1,5 8 147,-1 0 0,-1 1 0,0 0 0,-2 0-1,1 0 1,3 27 0,-3-4 11,2 63 1,-9-46-148,-16 110 0,5-80-242,2-33-72,6-38-31,1 0 0,1 0 0,-2 17 0,9-33-41,1 0-19,-1 0-1,1-1 0,-1 0 1,0 0-1,0 0 0,1 0 0,-1-1 1,-1 0-1,1 0 0,0-1 1,6-5-1,49-54 53,-31 31-26,152-142 454,-156 154-325,0 1-1,1 0 1,1 3 0,1 0 0,54-22-1,-70 34-104,0 0 0,0 1 0,0 0 0,1 1 0,-1 0 1,1 1-1,-1 0 0,20 3 0,-25-2-37,0 1 1,0 1 0,-1 0 0,1 0-1,-1 0 1,0 0 0,1 1 0,-1 0-1,0 1 1,-1-1 0,1 1 0,-1 0-1,1 1 1,-1-1 0,-1 1 0,1 0-1,5 7 1,1 5-82,0 0 1,-1 1-1,-1 0 0,-1 1 1,0 0-1,-1 0 1,7 38-1,-3 8-586,3 74 0,-5-32-235,8 67-5594,-8-94-24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3.2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1 308 13637,'36'-33'2680,"-22"18"37,3-3-489,13-7-372,10 7-352,10 6-288,17-6-296,14 3-179,12-6-213,15 6-236,12-3-944,11-9-541,6 0-1107,-3 9-1044,-7 2-2833,7 4-5492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3.7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1968 16994,'-6'-19'1210,"4"15"-884,0 0 1,1 0-1,-1 1 0,1-1 1,0 0-1,1 0 0,-1 0 1,1 0-1,-1 0 1,1 0-1,0 0 0,1 0 1,-1 0-1,1 0 0,-1 0 1,3-5-1,9-30 3706,-9 27-3312,0 1 1,1-1 0,0 1 0,1 0-1,11-17 1,23-26-513,4 2 0,85-82 0,19-22-173,-82 78-35,-5-3 0,-3-3 0,-3-2 0,55-124 0,2-48 0,85-301 0,-282 798 0,-70 292 0,127-404 0,6 0 0,-9 166 0,29-204 0,9 98 0,-3-147 0,3-1 0,1 1 0,2-1 0,25 69 0,-29-95 0,1-1 0,0 1 0,1-1 0,0 0 0,1-1 0,0 0 0,1 0 0,0-1 0,1 0 0,0 0 0,1-1 0,22 15 0,-21-18 0,0 0 0,-1-1 0,2 0 0,-1-1 0,0-1 0,1 0 0,0 0 0,-1-1 0,1-1 0,0 0 0,0-1 0,0 0 0,25-4 0,-13-1 0,0-1 0,0-1 0,-1-1 0,0-1 0,0-1 0,-1-1 0,0-2 0,27-19 0,15-16 0,75-73 0,-30 24 0,-11 9 0,-80 78 0,-18 9 0,1 1 0,-1 0 0,0 0 0,0 0 0,1 0 0,-1 0 0,0 0 0,0 0 0,0 0 0,1 1 0,-1-1 0,0 1 0,0-1 0,0 0 0,0 1 0,1 0 0,-1-1 0,0 1 0,0 0 0,0-1 0,0 1 0,-1 0 0,1 0 0,0 0 0,0 0 0,0 0 0,-1 0 0,1 0 0,0 0 0,-1 0 0,1 0 0,-1 0 0,1 2 0,2 5 0,-1 0 0,0-1 0,2 17 0,-2-14 0,49 195-4431,-49-198 3065,1 0 0,-1 0 0,1 0 0,1-1 0,-1 1 1,1-1-1,0 0 0,5 7 0,20 25-11693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3.9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25 11533,'3'-25'4100,"21"34"-4960,-1 1-640,-13 11-2348,17 12-2593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4.6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10 194 8877,'0'0'6282,"-1"3"-4670,-1 2-1303,1 0 1,-1 0-1,1 1 1,0-1-1,0 1 1,1-1-1,-1 1 0,1-1 1,0 1-1,1-1 1,-1 0-1,1 1 1,0-1-1,1 1 0,-1-1 1,3 6-1,6 18 221,-7-20-335,-1 0 1,2 0-1,-1 0 1,1 0-1,0-1 0,1 1 1,0-1-1,9 10 1,-12-16-107,0 0 0,0 0 0,0-1 1,0 1-1,1-1 0,-1 0 0,1 1 1,-1-1-1,1 0 0,0-1 0,-1 1 1,1 0-1,0-1 0,0 1 1,-1-1-1,1 0 0,0 0 0,0 0 1,-1 0-1,1-1 0,0 1 0,3-2 1,7-2 92,0 0 0,0-1 0,18-11 0,2 0 384,-15 9-309,19-9 602,0 2 0,72-17 1,-97 29-756,-1 0 1,1 1 0,0 0 0,-1 1 0,1 0 0,0 1-1,0 0 1,-1 1 0,1 0 0,-1 1 0,0 1 0,0-1 0,0 2-1,15 7 1,0 4 11,0 1-1,-1 2 1,-1 0 0,39 42-1,-51-49-114,6 8-220,0-2 0,36 27 0,-49-40 155,1-2 0,-1 1 0,1-1 0,0 0 0,0 0 0,1 0 0,-1-1 1,0 0-1,1 0 0,0-1 0,-1 0 0,1 0 0,0 0 0,-1-1 0,13-1 1,2-3 4,0-2 1,-1 0-1,0-1 1,-1-1 0,1-1-1,-1-1 1,-1-1-1,0 0 1,0-1 0,-2-1-1,31-29 1,8-16-21,86-115 1,-135 165 69,66-97-132,-79 119 141,1 0 1,1 0-1,0 1 0,1 0 0,1 0 1,0 0-1,1 0 0,1 0 0,0 1 0,3 19 1,-2-19-48,2-1 1,0 1 0,1-1 0,0 1-1,1-1 1,1 0 0,1 0 0,0-1 0,1 1-1,10 16 1,-8-20-96,0-1 1,0 1-1,1-2 0,1 1 1,-1-1-1,1-1 0,1 0 1,0 0-1,0-2 1,0 1-1,1-1 0,17 5 1,-6-4-95,-1 0 0,1-2-1,1-1 1,-1 0 0,0-2 0,29-1 0,-23-3 125,0-1-1,-1-2 1,0-1-1,0-1 0,0-1 1,-1-2-1,0-1 0,-1-1 1,27-16-1,-20 8 52,-1-2-1,0-1 1,-2-1 0,-1-2-1,-1-1 1,33-40 0,-46 47 64,-1 0 1,0-1 0,17-36 0,-28 50 3,-1 0 1,0 0-1,0-1 1,0 1-1,-1-1 1,0 1-1,-1-1 0,0 0 1,0 0-1,0 1 1,-1-1-1,0 0 1,-1 0-1,0 0 1,-3-13-1,2 16-5,-1 0 1,1 1-1,-1 0 0,0-1 0,0 1 0,0 0 1,-1 1-1,1-1 0,-1 0 0,0 1 0,0 0 1,0 0-1,-1 0 0,1 1 0,-1-1 0,1 1 1,-1 0-1,0 0 0,0 1 0,0-1 0,0 1 1,0 0-1,0 1 0,-7-1 0,-2 0 11,0 1 1,0 0-1,-1 1 0,1 0 0,0 1 0,0 1 0,-23 7 1,18-2-28,1 0 1,0 1-1,1 0 1,0 1-1,0 2 1,1-1-1,0 2 1,1 0-1,-22 25 0,31-30-29,-1 1 0,1 0 0,0 0 0,1 0 0,0 0 0,1 1 0,-1 0 0,-3 17 0,6-20 0,1 0 0,0 0 0,1 1 0,-1-1-1,1 0 1,1 0 0,-1 0 0,1 1 0,1-1 0,-1 0 0,1 0-1,1-1 1,5 14 0,-5-15 9,0 1 0,1-1 0,0 1 0,0-1 0,1 0 0,0-1 0,-1 1 0,2-1 0,-1 0 0,0 0 1,1 0-1,-1-1 0,1 0 0,0 0 0,0 0 0,13 3 0,5 0-36,1-1 0,49 4-1,-73-8 68,230 3-222,-31-1 250,-184-2 29,0 1 1,0 0-1,0 2 0,0 0 1,27 11-1,-35-11-548,1 0 1,0 1-1,-1 0 1,11 9-1,-14-10-836,0 1 0,0 0-1,0 0 1,0 1 0,-1-1 0,6 11-1,0 0-6964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4.9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107 61 8933,'34'-50'2286,"-27"40"36,3 23 2117,0 0-3835,6 20-84,-2-1 1,-1 2-1,-2 0 1,13 62 0,-17-56-378,-2 1-1,-1 0 1,-3-1 0,-4 60 0,-5-29-57,-27 118-1,23-142-125,-2-1 0,-26 60 0,28-81-1,-1 0 0,-1-1 0,0-1-1,-2 0 1,-27 30 0,14-30 292,20-22-58,10-16-20,8-5-91,2 0 0,0 1 0,1 1 0,1 0 0,0 0 0,21-19 0,-17 17-40,51-56-477,3 3-1,126-100 1,-118 114-4164,100-56-1,-47 42-4849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5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0 136 12713,'2'0'180,"-1"0"-1,1-1 1,-1 1 0,1 0-1,0-1 1,-1 1-1,0-1 1,1 1 0,-1-1-1,1 0 1,-1 0 0,0 1-1,1-1 1,-1 0-1,0 0 1,0 0 0,0-1-1,0 1 1,0 0-1,0 0 1,0-1 0,0 1-1,0 0 1,-1-1 0,1 1-1,-1 0 1,1-1-1,-1 1 1,1-1 0,0-2-1,0 0 237,0 4-235,0 0-1,1 0 1,-1 0 0,0 0-1,0 0 1,0 0-1,0 1 1,1-1 0,-1 0-1,0 1 1,0-1-1,0 1 1,2 1 0,-3-2-47,6 2 94,-1 0 0,1 1 1,-1 0-1,0 0 0,0 1 0,0-1 0,0 1 0,-1 0 1,1 0-1,-1 1 0,0 0 0,0-1 0,-1 1 0,1 0 1,3 8-1,2 6 1157,-1 1 1,-1 0-1,5 24 0,-6-21-277,16 37-1,131 234-1107,-84-170 0,79 201 0,-134-287 0,-2 0 0,-1 1 0,6 48 0,-15-74 0,-1 0 0,0 0 0,-1 1 0,0-1 0,-1 0 0,-1 1 0,0-1 0,-1 0 0,0 0 0,-1-1 0,-1 1 0,0-1 0,-8 16 0,11-25 0,0-1 0,0 1 0,0-1 0,-1 0 0,1 0 0,0 0 0,-1 0 0,1 0 0,-1 0 0,0 0 0,-5 1 0,7-2 0,1-1 0,-1 1 0,0-1 0,0 0 0,0 0 0,1 1 0,-1-1 0,0 0 0,0 0 0,0 0 0,0 0 0,1 0 0,-1 0 0,0 0 0,0 0 0,0 0 0,0 0 0,1-1 0,-1 1 0,0 0 0,0-1 0,0 1 0,1 0 0,-1-1 0,0 1 0,0-1 0,1 1 0,-1-1 0,1 1 0,-1-1 0,0 0 0,1 1 0,-1-1 0,1 0 0,-1 1 0,1-1 0,0 0 0,-1 0 0,1 1 0,0-1 0,-1 0 0,1 0 0,0 0 0,0 0 0,0-1 0,-1-1 0,1-1 0,0 1 0,0-1 0,0 1 0,0 0 0,0-1 0,1 1 0,0-1 0,-1 1 0,1 0 0,2-4 0,35-64 0,170-236 0,-5 40 71,-135 185-300,94-86 0,173-112-5049,-89 119-1347,-97 88-111,2 13-4021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6.8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521 1730 8533,'75'-42'2569,"-71"40"-2144,0-1-1,0 1 0,0-1 1,-1 0-1,1 0 0,-1-1 1,1 1-1,-1 0 0,0-1 1,0 0-1,3-6 0,1-1 531,-4 6-623,-1-1 0,1 1 1,-1-1-1,1 1 0,-2-1 1,3-11-1,-2 11-98,-2 2-53,1-1-1,-1 1 1,1-1-1,-1 1 1,-1-1-1,1 1 1,-1 0-1,1-1 1,-1 1-1,-1 0 1,1-1-1,0 1 1,-1 0-1,0 0 1,0 0-1,0 0 1,-1 1-1,1-1 1,-6-5-1,4 4-31,-1 0 0,0 0 0,0 1-1,0 0 1,0 0 0,-1 0 0,0 1 0,1 0-1,-1 0 1,0 0 0,-1 1 0,-6-2 0,1 1 21,0 1 0,-1 1-1,1 0 1,0 1 0,-1 0 0,1 0 0,0 2 0,-1-1 0,1 2 0,0 0 0,-19 7 0,14-3-33,1 1 1,0 1-1,0 0 0,1 1 1,0 0-1,1 2 1,-16 15-1,1 4-8,2 1-1,2 0 1,1 2-1,1 1 0,2 1 1,-20 48-1,24-47-22,-20 67-1,33-88-83,1 0 0,0-1 0,1 1 0,0 0 0,2 0 1,0 0-1,2 23 0,-1-34-16,0 0 0,0 0 0,0-1 1,1 1-1,-1 0 0,1-1 0,0 1 1,1-1-1,-1 0 0,1 0 0,0 0 1,0 0-1,0 0 0,0 0 0,6 4 1,-3-4-2,-1 0 1,1-1 0,0 0-1,0 0 1,0 0 0,1-1-1,-1 1 1,0-2 0,1 1-1,8 0 1,2 0-6,-1-1 0,1-1 0,0-1 0,-1-1 0,1 0 0,-1-1 0,1 0 0,22-10 0,2-3 4,0-3 1,-2-1-1,-1-2 0,0-1 0,-2-3 0,-1 0 0,59-59 0,2-17-11,92-128 0,-165 202 18,253-369-15,-27-17-20,-241 401 23,285-487-65,-268 458 59,-3 1-14,2 1 0,2 2 0,2 1 0,32-35 0,-59 71 20,-1 0-1,1 1 1,-1-1 0,1 1 0,-1-1-1,1 0 1,0 1 0,-1-1-1,1 1 1,0-1 0,-1 1-1,1 0 1,0-1 0,0 1-1,-1 0 1,1-1 0,0 1-1,0 0 1,0 0 0,0 0 0,-1 0-1,1 0 1,0 0 0,0 0-1,0 0 1,0 0 0,0 0-1,-1 0 1,1 0 0,0 1-1,0-1 1,0 0 0,-1 1 0,1-1-1,0 0 1,-1 1 0,1-1-1,0 1 1,-1-1 0,1 1-1,0 0 1,-1-1 0,1 1-1,-1 0 1,1-1 0,-1 1 0,1 0-1,-1-1 1,0 1 0,1 0-1,-1 1 1,3 4 2,-1-1 0,0 1 0,0 1 0,-1-1 1,2 10-1,-3 8 14,0 1 0,-1-1 0,-8 42 0,5-37 3,-121 619 225,37-220-139,27 4-26,55-290-52,7-127-23,0-1-1,0 0 1,2 0-1,0 0 1,0-1 0,1 1-1,11 23 1,-14-35-3,0 1 0,1 0 1,-1-1-1,1 1 0,0-1 1,0 0-1,-1 1 0,2-1 1,-1 0-1,0 0 0,0 0 1,1-1-1,-1 1 0,1 0 1,-1-1-1,1 0 0,0 1 1,0-1-1,-1 0 0,1-1 0,0 1 1,0 0-1,0-1 0,0 1 1,0-1-1,0 0 0,0 0 1,0 0-1,0-1 0,0 1 1,0-1-1,0 0 0,0 1 1,0-1-1,-1 0 0,6-3 1,4-2-6,0-1 1,-1 0-1,0 0 1,-1-1-1,0 0 1,0-1-1,10-11 1,26-35-121,-2-3 0,52-91 1,12-17-847,-86 134 80,2 1 0,1 1 1,30-27-1,-54 56 348,-2 4-27,-5 11 15,1 1 0,1 0-1,0 0 1,1 0 0,-2 27 0,5-37 511,0 1 0,0-1 0,1 0 0,0 0 0,0 0-1,0 0 1,0 0 0,1 0 0,0 0 0,0-1 0,0 1 0,0 0 0,1-1 0,0 0 0,0 1 0,0-1 0,0-1 0,1 1 0,-1 0 0,1-1 0,7 6 0,7 3 63,0 0 0,1-1 1,0-1-1,1 0 0,0-2 1,1 0-1,0-1 0,0-2 0,0 0 1,0-1-1,1-1 0,0-1 1,32-1-1,-36-2 32,0-1 0,-1-1 0,1-1 0,-1-1 0,0 0 0,0-1 0,0 0 0,20-13 0,-23 10 121,-1-1 1,0-1 0,-1-1 0,0 1 0,20-27 0,41-73 897,-4 5-20,-59 92-871,1 1-1,1 1 0,0 0 0,0 0 0,21-14 1,-18 16-39,1 1 0,0 0 0,1 1 0,0 0 0,0 2 1,0 0-1,1 1 0,0 0 0,26-2 0,-34 6-86,0 1 0,0-1-1,0 2 1,0-1 0,-1 1-1,1 1 1,0 0-1,0 0 1,-1 1 0,1 0-1,-1 1 1,0 0 0,0 1-1,0-1 1,0 2 0,-1-1-1,0 1 1,12 11-1,-12-7-26,1-1 0,-2 1-1,1 0 1,-2 0-1,1 1 1,-1 0-1,-1 0 1,0 1-1,-1 0 1,0-1-1,-1 1 1,0 1-1,-1-1 1,0 0-1,-1 1 1,0-1-1,-1 14 1,-4 18-16,-2 0 0,-1-1 1,-20 63-1,17-67-61,-8 24-56,-10 44-451,29-106 530,-1 0-1,1 1 1,0-1-1,-1 0 1,1 0 0,0 1-1,0-1 1,0 0-1,0 0 1,0 0-1,0 0 1,1 0-1,-1 0 1,0-1-1,0 1 1,1 0-1,-1-1 1,0 1-1,1 0 1,2 0-1,-2-3-5,0 1 1,0-1-1,0 1 1,0-1-1,0 0 0,-1 0 1,1 0-1,0 1 0,-1-2 1,2-2-1,5-6-65,19-20-160,107-134-502,108-169 399,80-115 186,-233 302 251,-56 89 851,79-105 0,-111 161-439,6 19 353,-5-2-717,0 1 0,-1-1 1,-1 0-1,-1 0 1,0 1-1,0-1 1,-7 22-1,0 19 57,7-47-223,-12 179 582,13-165-1123,1 0-1,0 0 1,2 0-1,1-1 1,1 1-1,8 22 1,-12-42-431,19-5-5241,-17 2 5433,9 1 171,-5-6-5334,5-10-1559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7.1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582 229 6541,'6'-14'446,"-1"2"187,-1 0-1,0 0 1,-1 0-1,0 0 1,1-22-1,5-9 2265,0-10 1787,-9 52-4492,-1-1 1,1 1-1,0 0 1,-1 0-1,1-1 1,-1 1-1,0 0 1,1 0-1,-1 0 1,0 0-1,0 0 0,0 0 1,0 0-1,0 0 1,0 0-1,0 0 1,0 0-1,0 1 1,0-1-1,0 0 1,-1 1-1,1-1 0,0 1 1,0 0-1,-2-1 1,-2 4 78,0 1 0,1 0 0,0 0 0,-1 0 1,2 0-1,-1 1 0,0 0 0,1 0 0,-5 9 0,0-2 171,-71 113 2545,-83 172 1,85-126-2968,-102 340 1,164-458-1504,2 0 0,3 1 1,2 0-1,0 70 0,14-47-2930,3-29-1683,1 2-5533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7.3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35 11837,'5'-3'422,"-1"0"1,1 1-1,-1 0 1,1 0-1,0 0 0,0 0 1,0 1-1,0 0 0,0 0 1,0 0-1,1 1 0,5-1 1,21-3 775,30-2 237,1 2-1,114 9 0,-122-2-954,-32-2-161,1 1 0,-1 1 0,0 1 0,0 2 1,38 13-1,-52-16-209,-1 0 0,0 1-1,-1 0 1,1 0 0,-1 1 0,0 0 0,0 0 0,0 1 0,-1 0 0,0 0 0,0 0 0,0 1-1,-1 0 1,0 0 0,0 0 0,-1 1 0,0 0 0,4 10 0,-7-14-68,0 0 0,0-1 1,0 1-1,-1 0 0,1 0 1,-1 0-1,0 0 0,-1 6 1,0 10 34,10 172-1939,4-66-3918,-12-118 4572,0-1 0,1 0 0,-1 0-1,2 0 1,-1 0 0,4 7 0,15 29-7479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7.9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293 1 5080,'-2'10'534,"-1"0"-1,-1 0 0,0 0 0,0 0 0,0-1 0,-2 0 0,1 0 0,-10 12 1,-7 5 1246,-31 30 1,30-34-535,-32 42 1,39-43-799,2 1 1,0 0-1,-18 43 0,29-58-382,0 0 0,1 0 0,0 0 0,0 1 0,0-1 0,1 1 0,0-1 0,1 1 0,-1-1 0,2 1 0,-1-1 0,1 1 0,0-1 0,0 1 0,1-1 0,0 1 0,5 10 0,-4-14-28,0 1 0,0-1 0,1 0 0,-1 0 0,1 0 0,0-1 0,0 1 0,8 4 0,-5-3-20,-6-4-16,0-1 1,0 1 0,0-1 0,1 1-1,-1-1 1,0 0 0,0 0-1,0 1 1,1-1 0,-1 0 0,0 0-1,0 0 1,0 0 0,1-1-1,-1 1 1,0 0 0,0 0 0,0-1-1,3 0 1,0 0 38,0 0 1,-1 0-1,0 0 0,1 0 1,-1-1-1,1 1 1,-1-1-1,0 1 1,0-1-1,0 0 1,0-1-1,0 1 1,-1 0-1,1-1 0,-1 1 1,5-6-1,-2 2 5,-3 2-5,0 0 0,0-1 0,0 1 0,0-1-1,0 0 1,-1 1 0,0-1 0,0 0 0,0 0 0,-1 0 0,0 0 0,1 1 0,-2-1 0,1 0 0,-2-9 0,1 3 38,-3-32 112,-16-72 1,20 112-126,27-20 17,-24 23-82,1 1 0,0-1 0,-1 1 0,1 0 0,-1 1-1,1-1 1,-1 1 0,0-1 0,1 1 0,5 4 0,21 10 9,-25-14-13,-1 0 1,1 1-1,-1-1 1,0 1-1,0 0 1,0 0-1,0 1 1,-1-1-1,1 1 1,-1 0-1,4 5 0,3 3 1,-8-9-26,-2 0 0,0 9-7,1-6 15,-1 0 1,0 0-1,0 0 1,-1-1-1,0 1 1,0 0-1,-4 10 1,2-6-128,-1-1 1,1 1-1,1 0 0,0-1 1,0 1-1,1 0 0,0 0 1,1 0-1,0 0 1,0 0-1,1 0 0,1 0 1,0 0-1,4 12 0,-6-20 142,1-1 0,0 1-1,1-1 1,-1 0 0,0 0-1,0 1 1,1-1-1,-1 0 1,0 0 0,1 0-1,-1 0 1,1-1 0,-1 1-1,1 0 1,0-1-1,-1 1 1,1-1 0,0 1-1,-1-1 1,1 0 0,0 0-1,-1 1 1,1-1-1,0-1 1,0 1 0,-1 0-1,1 0 1,0-1 0,-1 1-1,1 0 1,2-2-1,5-2 160,0 0-1,-1 0 1,0-1-1,0 0 1,0 0-1,-1-1 1,8-7-1,45-48 1428,-47 46-1210,-10 12 116,-2 4-463,-1 0 0,1 0 0,0 0 0,-1 0 0,1 0 0,0 0 0,0 0 0,0 0 0,0-1 0,0 1 0,0 0 0,0-1 0,0 1 0,1 0 0,12 11 65,-13-5-71,1 0 0,-1 0 0,0 0 0,0 0 0,-1 1 1,0-1-1,0 0 0,-1 0 0,-1 8 0,-1 17 8,-6 92-1134,1 8-4849,9-90 922,7 1-2916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9.1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84 370 6989,'-37'3'17643,"14"-7"-13530,-1-1-718,24 1-2837,0-4-554,1 1-1,-1-1 1,1 1-1,1 0 0,-1-1 1,1 1-1,1 0 1,-1 0-1,1 0 1,0 0-1,1 1 1,0-1-1,0 1 0,0 0 1,1 0-1,-1 0 1,1 1-1,1-1 1,9-7-1,26-16-3,1 2 0,2 2 0,0 2 0,1 2 0,1 1 0,1 3 0,0 2 0,2 2 0,63-9 0,-89 19 0,-1 2 0,1 1 0,-1 1 0,1 1 0,33 7 0,-48-8 0,0 1 0,0 0 0,0 1 0,0-1 0,-1 1 0,1 1 0,-1 0 0,0 0 0,0 0 0,0 1 0,-1 0 0,0 0 0,0 1 0,0-1 0,0 1 0,-1 1 0,0-1 0,5 10 0,-6-8 0,-2 0 0,1 0 0,-1 0 0,-1 0 0,1 1 0,-1-1 0,-1 0 0,1 1 0,-2-1 0,1 1 0,-1-1 0,-3 15 0,-4 9 0,-22 56 0,27-80 0,-116 267-54,117-270-59,1 0 1,-1 1-1,1 0 0,0-1 1,1 1-1,-1 0 0,1 8 1,0-8 28,1-5 64,0-1 0,0 1 0,0 0 0,-1-1 0,1 1 0,0-1 0,0 1 0,0-1 0,0 1 0,0-1 0,0 0 0,0 0 0,0 1 0,0-1 0,0 0 0,0 0 0,0 0 0,1 0 1,0 0-30,3 1 30,0-1-1,-1 1 0,1-1 1,0-1-1,0 1 0,0-1 1,-1 0-1,1 0 0,0 0 1,-1 0-1,1-1 1,-1 0-1,1 0 0,-1 0 1,0-1-1,5-3 0,13-9-33,33-30-1,-45 36 26,56-48 17,89-77 259,179-119 0,-282 217-165,-10 8 28,62-34 1,-93 56-93,1 1 1,0 0 0,0 0 0,0 2-1,0-1 1,0 2 0,1-1 0,-1 2-1,1 0 1,22 1 0,-28 0-13,-1 1 1,0 1-1,1-1 1,-1 1 0,0 0-1,0 1 1,0-1-1,0 1 1,0 1-1,-1-1 1,1 1-1,-1 0 1,0 0-1,0 0 1,-1 1-1,1-1 1,-1 1-1,0 0 1,0 1-1,-1-1 1,1 1-1,-1-1 1,0 1-1,-1 0 1,3 8-1,3 13 21,-1 2-1,-1-1 1,-2 1-1,2 39 0,-2-26-41,9 137 293,-13-175-284,0-1-1,1 0 0,-1 1 0,1-1 0,0 0 0,0 0 1,1 0-1,-1 0 0,0 0 0,1 0 0,0 0 1,0 0-1,0-1 0,3 5 0,-3-7 8,-1 1-1,0 0 0,1 0 0,-1-1 1,1 1-1,0-1 0,-1 1 1,1-1-1,-1 0 0,1 1 1,-1-1-1,1 0 0,0 0 1,-1 0-1,1 0 0,0 0 0,-1-1 1,1 1-1,-1-1 0,1 1 1,-1-1-1,1 1 0,-1-1 1,1 0-1,-1 1 0,1-1 0,-1 0 1,0 0-1,1 0 0,-1 0 1,2-3-1,72-66-120,-52 46 76,0 2 0,37-27 0,-55 46 37,1 1 0,-1-1 1,1 1-1,0 0 0,0 0 0,0 0 1,0 1-1,0 0 0,0 0 0,0 1 1,0 0-1,0 0 0,0 0 0,1 1 0,-1 0 1,0 0-1,0 0 0,0 1 0,0 0 1,-1 0-1,1 0 0,8 5 0,10 7-2,0 0 0,-1 1 0,31 28 0,-53-43 9,29 25-147,1-2 0,1-2 0,44 24 0,-59-37-79,1-1 1,0 0 0,0-2 0,1 0-1,0 0 1,0-2 0,0-1-1,30 1 1,-16-4-100,0-1-1,-1-2 0,1-1 1,39-12-1,118-51 14,-174 61 568,1 1 0,0 0 0,0 2 1,0 0-1,1 1 0,-1 1 0,34-1 0,194 10 879,-122-14-5384,-119 7 1900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39.4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186 25 12297,'30'-11'3278,"-25"9"-2890,-1 0-1,1 0 1,0 0 0,0 1-1,1-1 1,-1 1-1,0 1 1,0-1 0,0 1-1,1 0 1,-1 0-1,9 1 1,18 7-128,1 1-1,-1 2 1,-1 1-1,0 2 1,0 1 0,35 24-1,-58-34-245,0 1 0,-1 0 0,0 1 0,0 0 0,-1 0 0,0 0 0,0 1 0,5 8 0,-9-11 10,1 0 1,-1 0-1,0 1 0,0-1 0,0 0 0,-1 1 1,0 0-1,0-1 0,0 1 0,-1-1 1,0 1-1,0 0 0,0-1 0,-1 1 1,-1 6-1,-2 0 168,0 0 0,-1 0 0,0 0 0,-15 21 0,2-2 256,-180 280 2614,-2 3-1817,196-307-1276,-39 74-654,-40 105 0,74-161-280,1 0 0,1 1 0,1 0 1,1 0-1,1 1 0,2-1 0,0 1 0,5 51 0,8-30-4987,7-7-3687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40.0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0 405 9541,'67'-65'2008,"-62"61"-1547,-1-1 0,1 1-1,0-1 1,0 1 0,1 1-1,-1-1 1,1 1 0,6-3 0,1 0 513,-1 1-108,0 0 0,0 1-1,15-4 1,1-1 183,-27 9-995,0-1 1,1 1-1,-1 0 0,0 0 1,0-1-1,1 1 0,-1 0 1,0 0-1,0 0 1,1 1-1,-1-1 0,0 0 1,0 0-1,1 1 0,-1-1 1,0 1-1,0-1 0,2 2 1,2 0 111,15 3 320,-19-5-454,-1 1-1,0 0 1,1 0 0,-1 0 0,0 0 0,1 0 0,-1 0 0,0 0 0,0 0-1,0-1 1,0 1 0,0 0 0,0 0 0,0 0 0,0 0 0,0 0-1,0 0 1,-1 0 0,1 0 0,0 0 0,-1 0 0,0 0 0,1 0 32,-1 5-20,-1-1 1,0 0-1,-1 0 0,1 0 1,-1 0-1,0-1 0,0 1 1,0-1-1,-1 1 0,-6 6 0,-50 38 235,32-27-74,18-14-268,1 0 0,1 1 0,0 0 0,-12 16 0,21-24 49,-1 0-1,1 0 0,0 0 1,-1 0-1,1 0 0,0 0 1,0 0-1,-1 0 0,1 0 1,0-1-1,0 1 1,0 0-1,0-1 0,0 1 1,0-1-1,1 1 0,-1 0-8,3 1-8,1 0 0,-1 0 0,1 0-1,0-1 1,-1 0 0,1 1 0,0-2-1,0 1 1,0-1 0,0 1 0,0-1-1,0-1 1,5 0 0,68-12-156,-77 13 184,67-19-73,-1-4-1,-1-2 0,96-52 1,-22 3 145,-75 37-102,1 3 1,83-29-1,-146 62 30,-1 0-1,1 0 1,0 0 0,0 1-1,0-1 1,-1 1 0,1 0-1,0 0 1,0 0-1,0 0 1,0 0 0,-1 0-1,1 1 1,0 0 0,0-1-1,-1 1 1,1 0 0,4 2-1,-4 0 4,0-1 0,0 1 0,-1-1 0,1 1 0,0 0 0,-1 0 0,0 0-1,0 0 1,0 0 0,0 1 0,0-1 0,-1 0 0,2 8 0,13 54-58,-14-52 51,1 0 0,0 1 0,8 17 0,-10-27-13,1 0-1,0 0 0,1 0 0,-1 0 0,1 0 0,-1-1 0,1 1 0,0-1 0,1 1 0,-1-1 0,0 0 0,1-1 0,0 1 0,6 3 1,-3-3-109,0 0 0,0 0 0,1-1 1,-1 0-1,1 0 0,0-1 1,14 2-1,1-3-165,-1-1-1,1-1 1,0-1-1,39-11 1,-35 7 277,0-1 0,-1-1-1,0-1 1,-1-2 0,-1 0 0,1-2 0,-2 0 0,0-2 0,-1-1 0,-1 0 0,26-28-1,60-61 1155,-67 68-683,-31 31-363,-1-1 0,1 2 1,0-1-1,1 1 0,12-6 0,-13 8-21,-4 1-32,0 1-1,0 0 1,1 0 0,-1 1-1,1-1 1,-1 1 0,1 0-1,-1 1 1,1-1 0,-1 1-1,1 0 1,0 1 0,-1-1-1,10 3 1,-12-2-17,1 0 0,-1 0 0,0 0 0,0 0 0,0 1 0,0-1 0,0 1 0,0 0 0,0 0 0,-1 0 0,1 0 0,0 0 0,-1 1 0,0-1 0,0 1 0,0 0 0,0-1 0,0 1 0,0 0 0,-1 0 0,1 0 0,1 7 0,-1 0 70,-1 0-1,0 0 1,-1 0 0,0 0-1,-1 0 1,0 0 0,0 0-1,-1 0 1,-1 0 0,-6 17-1,-2 2 258,-1-1 0,-23 39 1,10-30-101,-2-1-1,-1-1 1,-37 35 0,6-6-4,-18 20-277,28-33-1888,-48 67 1,93-114 1383,1 1 1,0 0-1,0-1 1,1 1-1,-4 8 1,6-11 51,-1 1 1,1-1-1,-1 1 1,1-1-1,0 1 1,0-1-1,0 0 0,1 1 1,-1-1-1,0 1 1,1-1-1,0 0 1,-1 1-1,1-1 1,2 4-1,21 32-8132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1:40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41 169 10101,'17'-21'2516,"-31"-3"-284,1 0-131,6 5-241,-3 4 532,3-3-1512,1 3-136,6-3-5572,3 3-529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3:58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37 165 13457,'-2'-16'1612,"-1"1"0,-1 0 0,0 0 0,-12-26 0,15 39-1120,0-1 0,0 1 0,0 0 1,0 0-1,1 0 0,-1-1 1,1 1-1,-1 0 0,1-1 0,0 1 1,0 0-1,0-1 0,0 1 0,0-1 1,0 1-1,1 0 0,-1-1 0,1 1 1,0 0-1,1-4 0,-2 6-467,0-1-1,1 1 0,-1-1 1,0 0-1,0 1 1,1-1-1,-1 1 0,0-1 1,1 1-1,-1-1 1,0 1-1,1-1 0,-1 1 1,1 0-1,-1-1 1,1 1-1,-1-1 0,1 1 1,-1 0-1,1 0 1,-1-1-1,1 1 0,-1 0 1,1 0-1,0 0 1,-1-1-1,1 1 0,0 0 1,7 6 174,-7-5-193,1 1-6,0 0 0,0-1 0,0 1 0,-1 0 0,1 0 0,0 0 0,-1 0 0,0 0 0,1 0 0,-1 0 0,0 1 0,0-1 0,1 5 0,7 36 0,-4-19 0,18 92 0,-6 0 0,7 231 0,-44 234 0,19-569 0,-25 271 0,-3 87 0,28-328-1049,3-1 0,1 0 0,2 0-1,19 77 1,-22-111-65,1 0 0,0 0 0,0 0 0,6 9 0,9 5-5394,0-8-5951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3:59.0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21 486 11405,'-17'-23'2347,"13"19"-108,8-12 1710,-3 15-3834,0-1-1,0 1 0,0-1 0,0 1 0,1 0 1,-1-1-1,0 1 0,1 0 0,-1 0 0,0 0 0,1 0 1,-1 0-1,1 0 0,0 0 0,-1 0 0,1 1 1,0-1-1,0 0 0,-1 1 0,3-1 0,42-5 586,-34 5-465,212-19 960,182-25-2208,-341 33 751,0-2 0,-1-3-1,-1-3 1,67-31-1,-109 41 408,-1-2 0,0 0 0,-1-1-1,0-1 1,-1 0 0,25-27 0,-29 28 180,-9 8 56,0 1 0,0-1 1,0 0-1,-1 0 1,1-1-1,-1 1 1,5-11-1,16-36 3501,-23 49-1749,0 5-1917,3 1-214,11 12 0,-15-13-2,-1 1 0,1-1-1,-1 0 1,0 0 0,0 0 0,0 0 0,0 1 0,0-1 0,-1 0 0,1 0 0,-2 4 0,-20 156 0,2-8 0,-36 111 0,45-206-1557,3 1 0,-1 102 1,12-97-3936,5-23-1188,11 9-6261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3:59.3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0 19514,'-1'4'3010,"0"20"-1080,1 0 0,1 0-1,1 0 1,8 42 0,-5-36-1336,6 35-594,21 71 0,-24-110 0,1-2 0,1 1 0,1-1 0,1-1 0,27 39 0,-30-47 0,1-2 0,1 1 0,0-1 0,1-1 0,1 0 0,0-1 0,0 0 0,1-1 0,0-1 0,1 0 0,20 9 0,-29-16 0,0 0 0,1-1 0,-1 0 0,0 0 0,0 0 0,1-1 0,-1 0 0,0 0 0,1 0 0,-1-1 0,0 0 0,0 0 0,0-1 0,1 0 0,-2 0 0,1 0 0,0-1 0,0 0 0,-1 0 0,1 0 0,-1-1 0,0 0 0,0 0 0,0 0 0,-1 0 0,7-9 0,-3 2 0,-1-1 0,-1 0 0,0 0 0,0 0 0,-1-1 0,-1 1 0,0-1 0,-1 0 0,0 0 0,-1-1 0,-1 1 0,0-1 0,0 1 0,-2-1 0,0 1 0,0 0 0,-4-16 0,0 5 0,0 1 0,-2-1 0,-1 2 0,0-1 0,-2 1 0,-1 0 0,0 1 0,-26-35 0,13 27-311,-1 2 1,-37-31-1,51 49 74,-14-3-5387,18 9 3725,24 4-19192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3:59.8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13449,'1'3'2296,"1"2"-1639,-1-1 0,0 1 0,0 0 0,-1 0 0,1 0 0,-1 1 0,0-1 0,0 0 0,-1 0 0,0 0 0,-1 5 0,1-2-237,0 0 0,0 0 0,0 1 0,1-1-1,2 11 1,4 12 95,1 0-1,1-1 0,2 0 0,19 39 1,-20-51-513,0 0 1,1-1-1,1 0 1,1-1-1,0 0 1,2 0-1,28 25 1,-38-38-9,1 0-1,-1 0 1,1-1-1,0 0 1,0 0 0,0 0-1,0 0 1,0-1 0,0 0-1,0 0 1,1 0-1,-1 0 1,0-1 0,1 0-1,-1 0 1,0-1-1,0 1 1,1-1 0,-1 0-1,5-2 1,12-5-11,0 0 1,-1-1-1,27-14 1,-33 14 2,21-10 13,-15 7 17,0 1-1,35-13 0,-50 22 0,0 0 1,1 1-1,-1 0 0,0 0 0,1 0 1,-1 0-1,1 1 0,-1 0 0,0 1 1,1-1-1,-1 1 0,0 1 0,1-1 1,7 4-1,-11-4-8,32 14 24,-1-2 0,2-1 1,-1-2-1,39 6 0,-65-15-15,1 1-1,-1-2 1,0 1-1,1-2 1,-1 1-1,0-1 1,0 0-1,0-1 0,0 0 1,0-1-1,0 1 1,0-2-1,0 1 1,-1-1-1,0-1 1,0 1-1,0-1 1,0-1-1,-1 0 0,0 0 1,12-12-1,15-27 753,-3-1-1,28-51 0,-14 22 160,-40 66-895,1 0 0,1 0 0,0 1 0,0 0 0,11-10 0,-15 15-30,1 1 1,-1-1-1,1 1 1,0-1 0,0 1-1,0 0 1,0 0-1,0 1 1,0 0-1,1-1 1,-1 1-1,0 1 1,1-1-1,-1 0 1,1 1-1,4 0 1,-1 1-3,0 0 0,0 1 0,0-1 0,0 1 0,0 1 0,-1 0 0,1 0 0,-1 0 0,0 1 0,0 0 0,0 0 0,-1 1 0,1 0 0,-1 0 0,0 1 0,0-1 0,-1 1 0,0 0 0,0 1 0,0 0 0,-1-1 0,0 1 0,0 1 0,4 11 0,-5-10 0,-1 0 0,0 0 0,0 1 0,-1-1 0,-1 0 0,1 1 0,-1-1 0,-1 1 0,0-1 0,0 1 0,-1-1 0,0 0 0,-4 9 0,0-1 0,-1 0 0,-1 0 0,0 0 0,-1-1 0,-19 24 0,-2 0-2314,2 2 0,-37 74 1,63-113-1678,29 3-14860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0.1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346 138 10009,'31'-13'2740,"39"-12"-1,-68 24-2345,1 0 0,-1 0 0,1-1 0,-1 1 0,0-1 0,1 1 0,-1-1-1,3-2 1,1-2 531,-3 5 618,-3-2-1376,1 0 0,-1 0 0,-1 0 1,1 0-1,0 0 0,-1 0 1,1 0-1,-1 0 0,0 0 0,0 0 1,0 1-1,0-1 0,-1 0 1,1 1-1,-1-1 0,0 0 0,0 1 1,1 0-1,-1 0 0,-1-1 1,1 1-1,0 0 0,0 1 0,-1-1 1,1 0-1,-1 1 0,0-1 1,1 1-1,-1 0 0,0 0 0,0 0 1,0 0-1,0 0 0,0 1 1,-4-1-1,-3 1 310,1 0-1,-1 0 1,1 1 0,-1 0 0,1 1-1,0 0 1,-1 0 0,1 1 0,0 0-1,-11 6 1,-10 6-477,0 2 0,0 1 0,2 1 0,0 2 0,1 1 0,-45 47 0,66-62 0,0 1 0,0 0 0,1 0 0,0 1 0,0-1 0,1 1 0,1 0 0,-1 0 0,1 0 0,1 1 0,0-1 0,-2 13 0,4-17 0,0 0 0,0 0 0,0 0 0,0 0 0,1 0 0,0 0 0,0 0 0,0 0 0,1 0 0,-1 0 0,1-1 0,0 1 0,1 0 0,-1-1 0,1 0 0,0 0 0,0 0 0,0 0 0,1 0 0,-1 0 0,1-1 0,0 0 0,0 0 0,8 5 0,0-1 0,1-1 0,1-1 0,-1 0 0,1-1 0,-1 0 0,22 3 0,87 3 0,-101-9 0,83 2-1764,1-4 0,122-19 0,-114-2-3415,-43 3-3092,-30 7-2770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1.0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309 10 15885,'10'-3'636,"12"-3"2258,-34 9-1382,11-3-1331,0 0 0,0 1 1,-1-1-1,1 1 0,0-1 1,0 1-1,0 0 0,0-1 1,-1 1-1,1 0 0,0 0 1,0 0-1,1 0 0,-1 0 1,0 0-1,0 0 0,0 0 1,1 0-1,-1 0 0,0 0 1,1 1-1,-1-1 0,0 2 1,-2 37 3505,2-11-2450,-6 25-914,-3 0 0,-27 90 0,-53 101 512,5-10-283,67-179-483,4 1 1,-10 70-1,16-69-615,3 0 1,2 0-1,3 1 1,8 61-1,-6-100 198,1 0 0,2 0 0,0 0-1,0-1 1,2 0 0,1 0 0,0 0-1,1-1 1,1 0 0,1-1 0,0 0 0,2 0-1,-1-2 1,2 1 0,17 14 0,22 10-7668,3-1-5452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1.3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22 13025,'-1'0'112,"1"-1"0,0 1-1,-1-1 1,1 1 0,-1-1-1,1 1 1,0-1 0,0 1-1,-1-1 1,1 0 0,0 1 0,0-1-1,0 1 1,0-1 0,-1 0-1,1 1 1,0-1 0,0 0-1,0 1 1,0-1 0,1 0 0,-1 1-1,0-1 1,0 1 0,0-1-1,1 0 1,15-3 2096,-9 3-2296,15 0 511,-1 1 1,1 1-1,-1 1 0,1 1 1,-1 1-1,0 1 0,26 9 1,4 4-15,82 43 0,-92-39-325,-2 1 1,-1 2-1,-1 2 1,-1 1-1,-1 2 0,-2 1 1,-1 1-1,33 45 0,-56-64-70,0 1-1,0 0 0,-2 0 0,0 1 0,0 0 0,-2 1 0,0-1 0,0 1 1,-2 0-1,0 0 0,0 0 0,-2 0 0,0 1 0,-1-1 0,0 0 1,-2 1-1,0-1 0,-1 0 0,0 0 0,-1 0 0,-1 0 0,0-1 0,-1 0 1,-1 0-1,-1 0 0,0-1 0,-1 0 0,-12 15 0,-14 14 33,-1-2 0,-3-2 0,-71 57 0,-143 86-494,240-173 396,-81 49-928,-32 24-1861,107-68 245,1 2-1,-19 19 1,15-10-6000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1.7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10081,'23'21'726,"-1"0"1,-1 2-1,-1 0 0,-1 2 0,-1 0 1,-1 0-1,-1 2 0,-2 0 1,20 51-1,-21-43-569,-3 0 0,0 0 0,-2 1 0,-2 0-1,-2 0 1,-1 1 0,-3 68 0,-2-87 145,0 0 0,-1-1 0,-1 1 0,0-1 1,-2 0-1,0 0 0,-1-1 0,-13 25 0,19-40-234,1 0 1,-1 0 0,1 0-1,-1 0 1,1 0-1,-1 0 1,0 0-1,0 0 1,1-1-1,-1 1 1,0 0-1,0 0 1,0-1-1,0 1 1,0 0-1,0-1 1,0 1-1,0-1 1,-2 1-1,3-2 9,0 0-1,-1 1 0,1-1 0,0 0 0,0 0 0,-1 0 1,1 0-1,0 0 0,0 0 0,0 1 0,0-1 0,0 0 1,0 0-1,0 0 0,1 0 0,-1 0 0,0 0 0,1 0 1,16-56 1242,-1 27-1108,2 0 0,1 1 1,1 0-1,1 2 0,2 1 0,0 0 1,41-32-1,-46 42-144,2 1-1,-1 2 1,2 0 0,0 1-1,0 1 1,1 1 0,1 0-1,0 2 1,0 1 0,0 1 0,42-6-1,-54 12-69,0 0-1,0 0 1,0 1-1,0 0 0,0 0 1,0 2-1,0-1 1,0 1-1,-1 1 1,0 0-1,1 0 0,-2 1 1,1 1-1,0-1 1,-1 2-1,0-1 1,-1 1-1,10 9 0,-7-4-402,0-1 0,-1 2 0,-1-1 0,0 1 0,7 15 0,-7-11-1204,-1 0-1,-1 0 1,9 36 0,-5-10-4511,1 5-3774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1.8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5260,'77'18'905,"-36"-3"-597,-21-12-1040,6 6-981,18 6 669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2.2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214 0 9969,'0'0'72,"0"1"1,0-1-1,0 0 1,1 0-1,-1 1 0,0-1 1,0 0-1,0 1 1,0-1-1,0 0 1,0 0-1,0 1 0,0-1 1,0 0-1,0 1 1,0-1-1,0 0 1,0 0-1,0 1 0,0-1 1,0 0-1,0 1 1,0-1-1,0 0 1,0 1-1,0-1 0,0 0 1,-1 0-1,1 1 1,0-1-1,0 0 0,0 0 1,-1 1-1,1-1 1,0 0-1,0 0 1,0 0-1,-1 0 0,1 1 1,0-1-1,0 0 1,-1 0-1,1 0 1,0 0-1,-1 0 0,1 0 1,0 1-1,-1-1 1,1 0-1,-1 0 1,-27 11 1954,-6 2 1043,27-8-2536,1 1-1,0 0 1,0 0 0,0 0 0,1 0 0,0 1 0,0 0 0,-5 11 0,0 1 274,1 0 0,-8 24 1,-24 100 1363,36-122-1951,2 1 0,0 0 0,1 0 0,2 37 0,1-51-208,-1-1 1,1 1-1,0-1 0,1 0 1,0 0-1,0 0 1,1 0-1,-1 0 1,1 0-1,1 0 1,-1-1-1,1 0 1,1 1-1,-1-2 1,1 1-1,0 0 0,0-1 1,0 0-1,1 0 1,0-1-1,0 1 1,0-1-1,1-1 1,-1 1-1,1-1 1,0 0-1,0 0 0,0-1 1,0 0-1,0 0 1,0-1-1,11 1 1,0-1-105,0-1 0,1-1 0,-1 0 1,1-1-1,-1-1 0,0-1 0,0-1 0,29-11 1,-19 4-135,-1 0 0,0-3 0,0 0 0,33-26 0,-17 5-37,-3-2 0,-1-1 0,-2-2 0,-2-2 0,49-78 0,-80 116 314,-1-1 0,-1 0 0,1 0 0,-1 0 0,0 0 0,0 0 0,-1 0 0,1-8 0,-1 12-23,-1 1-1,0-1 1,0 1 0,0 0 0,0-1-1,-1 1 1,1-1 0,0 1 0,0 0-1,-1-1 1,1 1 0,-1 0 0,1 0-1,-1-1 1,0 1 0,1 0 0,-1 0-1,-1-1 1,0 1-1,1 0 1,0 0-1,-1 1 1,1-1-1,0 1 0,-1-1 1,1 1-1,-1-1 1,1 1-1,-1 0 0,1 0 1,-1 0-1,1 0 1,-1 0-1,1 0 0,-1 0 1,1 0-1,-1 1 1,1-1-1,-1 0 0,-1 2 1,-5 2 72,-1 0 1,1 1-1,-1 0 1,1 1 0,1 0-1,-10 8 1,17-14-97,-14 14 90,1 0 0,1 0 0,0 1 0,1 0 0,0 1 0,1 1 0,1-1 0,1 2 0,0-1 0,2 1 0,0 0 0,-6 31 0,10-42-116,1 0 0,0 0 0,0 1-1,1-1 1,0 0 0,1 1 0,-1-1 0,1 1-1,1-1 1,-1 0 0,1 0 0,1 0-1,-1 0 1,5 8 0,-1-6-202,0 0 0,1 0 0,0 0 0,0-1 0,1 0 0,0-1 0,1 0 0,17 12 0,-3-5-527,0-1 1,0-1-1,2-1 1,-1-1-1,2-2 1,-1 0-1,1-2 1,35 5-1,11-3-4537,131-3-1,-113-7-1869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2.3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67 10261,'17'6'1676,"-20"-27"-24,-4 3 4749,-6 15-5745,-4 0 372,34-3-1444,-4 3-864,10-7-748,-3 4-3313,-3 3-4284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4.5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1398 9589,'9'8'4358,"-12"-17"3528,-7-10 805,4 9-6448,5 9-2243,1 1 0,-1 0 0,1-1 0,-1 1 0,1-1 0,-1 1 0,1-1 0,-1 0 0,1 1 0,0-1 0,-1 1 0,1-1 0,0 0 0,-1 1 0,1-1 0,0 0 0,0 1 0,0-1 0,0 0 0,-1 1 0,1-1 0,0 0 0,0 1 0,0-1 0,1 0 0,-1 1 0,0-1 0,0 0 0,0 1 0,0-1 0,1 0 0,-1 1 0,0-1 0,1 0 0,-1 1 0,0-1 0,1 1 0,-1-1 0,1 1 0,-1-1 0,1 1 0,0-1 0,0-1 0,54-96 0,-45 80 0,15-33 0,0-2 0,2-2 0,32-96 0,-56 143 0,27-89 0,-3 0 0,15-112 0,0-201 0,-42 406 0,1-6 0,-1 0 0,0 0 0,0 0 0,-4-17 0,4 25 0,-1 1 0,1 0 0,0 0 0,-1 0 0,1-1 0,-1 1 0,1 0 0,-1 0 0,0 0 0,0 0 0,1 0 0,-1 0 0,0 0 0,0 0 0,0 0 0,0 1 0,0-1 0,-2-1 0,2 2 0,-1 0 0,1-1 0,-1 1 0,1 0 0,-1 0 0,1 0 0,-1 0 0,0 0 0,1 1 0,-1-1 0,1 0 0,-1 1 0,1-1 0,-1 1 0,1-1 0,0 1 0,-1 0 0,-2 1 0,-8 6 0,1 0 0,0 0 0,0 1 0,1 1 0,0 0 0,1 0 0,-17 23 0,-48 92 0,73-123 0,-16 28 0,2 2 0,0 0 0,3 1 0,0 0 0,2 0 0,2 1 0,1 1 0,2-1 0,1 1 0,2 0 0,1 0 0,2 0 0,1 0 0,2 0 0,9 39 0,14 20 0,5 0 0,75 152 0,-39-95 0,-28-61 0,-3-9 0,-4 1 0,38 137 0,-67-198-10,0 1 0,-2 0 0,0-1 0,-1 1-1,-1 0 1,-2 0 0,0-1 0,-9 39 0,8-46 3,-2 0-1,0 0 1,0-1 0,-2 0 0,1 0-1,-2-1 1,0 0 0,0 0 0,-1-1-1,0 0 1,-1 0 0,0-1 0,-1 0-1,-13 9 1,2-6 12,0 0 0,-1-1 1,0-2-1,-1 0 0,0-2 0,0 0 0,-1-2 0,-39 6 1,60-12-26,0 1-1,0-1 1,0 0 0,0 0 0,0 0 0,-1-1 0,1 1 0,0-1 0,0 0 0,0 0 0,0-1 0,0 1 0,1-1-1,-1 0 1,0 0 0,-4-4 0,6 5 1,1 0 1,-1 0-1,1 0 0,0-1 0,0 1 0,-1-1 1,1 1-1,0-1 0,0 1 0,1-1 0,-1 0 1,0 1-1,0-1 0,1 0 0,-1 0 0,1 1 0,0-1 1,-1 0-1,1 0 0,0 0 0,0 0 0,0 1 1,0-1-1,1 0 0,-1 0 0,0 0 0,1 1 1,-1-1-1,1 0 0,0 0 0,0 1 0,-1-1 1,1 0-1,0 1 0,0-1 0,0 1 0,2-2 1,8-10-76,0 1 0,0 0 0,1 1 0,1 1 0,0-1 0,0 2 0,23-12 0,111-48-246,-108 53 279,13-6 177,1 3 0,1 1 0,0 4 0,1 1 0,1 3 0,0 3 0,0 1 0,0 4 0,67 4 1,-110-1-25,0 1 0,-1 0 1,1 1-1,0 1 0,-1-1 1,0 2-1,22 10 1,-29-11-80,1-1 1,0 1-1,-1 0 1,0 0 0,0 1-1,0-1 1,-1 1 0,1 1-1,-1-1 1,0 0 0,-1 1-1,1 0 1,-1 0-1,0 0 1,-1 0 0,3 8-1,21 96-4471,-19-76-288,1 1-3631,1-2-3594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4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 12525,'0'-9'4929,"16"12"-3905,4 3-472,-10 6-556,0 3-708,7 6-660,0 3-845,0 3-2027,6 25-3253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5.3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1 251 7781,'3'-11'1071,"0"0"0,1 1 0,1-1 0,-1 1 0,2 0 0,0 0 1,0 1-1,0 0 0,1 0 0,13-13 0,-6 8-291,2 0 0,0 1 0,1 1 0,0 0 0,0 1 1,2 1-1,-1 1 0,1 0 0,40-11 0,-52 18-702,1 1 1,0 0-1,-1 0 1,1 1-1,0 0 1,0 1-1,-1-1 1,1 2-1,0-1 1,-1 1-1,1 0 1,-1 0-1,0 1 1,1 0-1,-1 0 1,-1 1-1,1 0 1,10 8-1,-9-5-45,0 0 1,-1 1-1,1 0 1,-2 0-1,1 1 0,-1 0 1,0 0-1,-1 1 1,0-1-1,-1 1 1,0 0-1,5 17 0,3 18-451,3-2-1,38 80 1,-45-108 50,-2 0 0,1 0 0,-2 1 0,7 26 0,-11-35 293,0 0 1,0 0 0,-1 1-1,0-1 1,0 0 0,-1 0-1,0 0 1,0 0-1,0 0 1,-1 0 0,0 0-1,0-1 1,-1 1 0,-3 6-1,-13 21-109,-1-1-1,-2 0 1,-1-2 0,-46 49-1,144-138 263,266-212-1935,-265 217 1221,111-59 1,-163 99 562,19-9 7,20-13 313,-59 33-161,-1 0-1,1 0 1,1 0 0,-1 0-1,0 1 1,8-2 0,1-1 288,-10 3 1270,-8 0-546,-2 1-877,0-1 0,0 1-1,0 1 1,0-1 0,0 1-1,0 0 1,0 1 0,0-1-1,0 1 1,0 1 0,1-1-1,-1 1 1,1 1-1,0-1 1,0 1 0,0 0-1,0 0 1,1 1 0,0-1-1,0 1 1,-7 9 0,-1 0 90,1 0 1,0 1-1,2 0 0,0 0 1,-10 20-1,17-29-262,1 0 1,-1 0-1,1 0 0,0 0 1,1 0-1,-1 1 0,1-1 0,1 0 1,-1 1-1,1-1 0,0 1 1,1-1-1,-1 1 0,1-1 0,0 0 1,1 0-1,0 1 0,4 10 1,1-5-258,0-1 0,1 0 0,1 0 0,-1-1 0,1 0 0,1 0 0,0-1 0,1 0 0,-1-1 0,1 0 0,1-1 0,0 0 0,0-1 0,20 8 0,15 3-2801,1-2-1,78 14 0,-32-10-3708,8 1-4021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6.4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142 604 10205,'-2'0'414,"1"0"1,-1 0-1,1 0 0,-1 0 1,1 0-1,-1 0 1,1 0-1,0 0 0,-1-1 1,1 1-1,-1 0 1,1-1-1,0 0 0,-1 1 1,1-1-1,0 0 0,0 1 1,-1-1-1,1 0 1,0 0-1,0 0 0,0 0 1,0 0-1,0 0 1,0 0-1,-1-2 0,-3 7 4416,-5 10-4219,10-14-126,-7 11 70,1 0-1,0 1 1,1 0 0,0 0-1,1 0 1,1 0 0,-1 1-1,0 12 1,-2 4-202,-8 29-327,4 1 0,2 0-1,2 0 1,4 87 0,3-115-29,2-1 1,1 1 0,2-1-1,1 0 1,1 0 0,1-1-1,2 0 1,1-1 0,1 0-1,24 37 1,-29-53 2,2 0 0,-1-1 0,1 0 0,0-1 0,15 11 0,-22-18 0,0-1 0,0 1 0,0-1 0,0 0 0,1 0 0,-1 0 0,1 0 0,-1-1 0,1 1 0,0-1 0,0 0 0,0 0 0,-1 0 0,1-1 0,0 0 0,0 1 0,0-1 0,0 0 0,0-1 0,0 1 0,0-1 0,0 0 0,4-1 0,-5-1-8,0 0 0,0 0 0,0 0 0,0 0 0,-1 0 0,1-1 0,-1 1 0,0-1 0,0 1 0,0-1-1,-1 0 1,1 0 0,1-7 0,-1-1-110,0 0-1,0 0 1,-1 0 0,0 0-1,-1 0 1,-2-14-1,-13-76-542,9 71 482,-43-333-1176,48 346 1296,0 1 0,2-1 0,0 1 0,1-1 0,0 1-1,2-1 1,0 1 0,1 0 0,0 1 0,2-1 0,0 1 0,0 0 0,2 1 0,0 0 0,1 0 0,0 1-1,1 0 1,14-13 0,9-5-147,2 1 0,1 2-1,56-33 1,131-61-294,-37 22 242,-107 53 408,123-94 0,-201 140-113,-1 1-1,1-1 1,0 1-1,-1-1 1,0 0-1,1 1 0,-1-1 1,0 0-1,0 0 1,0 0-1,0 0 0,0 0 1,0 0-1,0 0 1,-1-1-1,1 1 1,-1 0-1,0 0 0,0 0 1,0-1-1,0 1 1,0-3-1,0 2 53,0 3-84,0 0 1,0 0 0,0-1 0,0 1 0,0 0 0,0 0 0,0 0 0,0 0-1,0 0 1,0 0 0,0-1 0,0 1 0,0 0 0,0 0 0,0 0 0,0 0-1,0 0 1,0 0 0,0 0 0,0 0 0,-1-1 0,1 1 0,0 0 0,0 0-1,0 0 1,0 0 0,0 0 0,0 0 0,0 0 0,0 0 0,0 0 0,-1 0-1,1 0 1,0 0 0,0 0 0,0 0 0,0 0 0,0 0 0,0 0 0,0 0-1,-1 0 1,1 0 0,0 0 0,0 0 0,0 0 0,0 0 0,0 0 0,0 0-1,0 0 1,-1 0 0,1 0 0,0 0 0,0 0 0,0 0 0,0 0 0,0 0-1,0 0 1,0 0 0,0 0 0,0 0 0,-1 1 0,1-1 0,0 0 0,0 0-1,0 0 1,0 0 0,0 0 0,0 0 0,-7 3 83,0-1-1,0 1 1,0 0 0,1 1 0,-1-1 0,1 1-1,0 1 1,0-1 0,0 1 0,-7 8-1,4-3 46,1 1 0,0 0 0,1 0 0,0 1 0,-8 18-1,-9 31 137,2 1-1,3 1 0,3 0 0,-13 96 1,-1 266 815,-34 758-1085,24-536 0,40-645 0,-1 24-408,1 1 1,1 0 0,9 46 0,-9-66 304,1-1 1,0 0 0,0 1-1,0-1 1,1 0-1,0 0 1,0-1 0,0 1-1,1 0 1,0-1-1,0 0 1,0 0-1,0 0 1,1-1 0,0 1-1,0-1 1,0 0-1,1-1 1,-1 1-1,1-1 1,6 3 0,-8-5-33,0 0 0,0 0-1,0 0 1,0 0 0,0 0 0,0-1 0,0 0 0,0 1 0,0-2 0,0 1 0,0 0 0,0-1 0,0 0 0,0 0 0,0 0 0,6-3 0,-4 1-104,1 0 1,-1-1 0,0 0-1,0-1 1,0 0 0,0 1-1,-1-2 1,8-8-1,-3 0-131,0 0-1,-1 0 1,-1-1-1,0-1 1,-1 1-1,0-1 1,5-22-1,-8 22 269,-1-1-1,0 0 1,-2 0-1,0 0 1,-1 0-1,0 0 1,-2 0-1,0 0 1,0 0-1,-2 0 0,0 1 1,-1-1-1,-1 1 1,0 0-1,-16-27 1,1 10 369,-1 1 1,-1 1-1,-2 1 0,-1 1 1,-56-48-1,-163-119 2964,236 189-3061,-4-2 120,1-1 0,-1 0 0,2-1 0,-17-20-1,26 29-261,0 0 0,1 0 1,-1 0-1,1 0 0,0 0 0,-1 0 0,1-1 0,0 1 0,0 0 0,1-1 0,-1 1 1,0-1-1,1 1 0,0 0 0,-1-1 0,1 0 0,0 1 0,0-1 0,1 1 0,-1-1 0,0 1 1,1-1-1,0 1 0,-1 0 0,1-1 0,0 1 0,0 0 0,0-1 0,1 1 0,-1 0 0,0 0 1,1 0-1,0 0 0,-1 0 0,1 0 0,0 1 0,2-3 0,7-4-158,0 1 0,0-1 1,1 2-1,0 0 0,25-9 0,74-18-1277,-46 14 383,111-36-3368,-59 17-2298,-11 2-3395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7.1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36 365 8341,'6'-13'856,"1"0"1,1 1 0,-1-1-1,2 2 1,0-1 0,18-18-1,-13 14 319,-1 0 1,0-2-1,-2 1 0,12-23 0,3-5 629,-20 33-1027,0 1-1,-1-1 1,0 0 0,4-17 0,0-1 629,-7 27 426,-4 4-1754,0 0-1,0 0 0,0 1 0,1-1 0,-1 0 0,1 1 1,-1-1-1,1 1 0,-1 0 0,1-1 0,0 1 1,-2 3-1,1-1 67,-14 19 156,2 1-1,1 1 1,1 0-1,-9 29 1,-32 114 458,49-153-706,-25 104 34,-26 231 0,49-277-324,2 0 0,8 90 1,-3-153 126,0 1 0,1-1 1,0 1-1,1-1 1,0 0-1,5 11 0,-6-16 29,1 0-1,0 0 0,0 0 0,0-1 0,1 1 0,-1-1 0,1 0 0,0 0 0,1 0 0,-1-1 0,0 1 0,7 3 0,-7-6 17,0 1 0,0-1 0,-1 0 0,1 0 0,0 0 0,0-1 0,0 1-1,0-1 1,0 0 0,0 0 0,0 0 0,0-1 0,0 1 0,4-2-1,52-17-449,-49 15 369,11-5-121,-1-1 0,0-1 0,0 0 0,23-19 0,72-64-577,-33 25 397,-75 63 412,96-71-318,-89 67 318,0 1-1,0 1 0,1 0 0,0 1 1,18-5-1,-21 10 67,-1 0 1,0 2-1,0-1 0,1 1 0,-1 1 1,0 0-1,1 1 0,-1 0 1,0 1-1,0 0 0,-1 1 0,1 0 1,21 12-1,62 35 204,-69-35-192,1-1 0,0-2 0,48 17-1,-58-24-43,0 2-1,0 0 0,-1 0 0,0 2 0,-1 0 0,0 1 0,0 0 0,19 21 0,-19-18 20,1 0 0,1-1 0,0 0-1,0-1 1,1-2 0,1 1 0,24 9-1,-31-17-8,-1 0 0,1 0 0,0-1 0,0-1 0,0 0 0,0-1 0,17-1 0,-24 1-1,1-1 0,-1 1 0,0-1 0,0 0 0,0-1 0,0 1 0,-1-1 0,1 0 0,0 0 0,-1-1 0,1 1 0,-1-1 0,0 0 0,0 0 0,0 0 0,0-1 0,0 1 0,-1-1 0,1 0 0,2-5 0,-5 6 8,1 0-1,-1 0 1,0 0 0,0-1 0,0 1-1,0 0 1,-1-1 0,0 1-1,1 0 1,-1-1 0,0 1-1,-1 0 1,1-1 0,0 1 0,-1 0-1,0-1 1,0 1 0,0 0-1,0 0 1,0 0 0,-4-6-1,-2-3 27,-1 1 0,-1-1 0,-17-18-1,19 22-35,-12-12-59,-1 1 1,-1 0-1,0 2 0,-34-21 1,37 28-1432,0 0 0,-1 1-1,-26-9 1,39 16-1489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07.9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0 118 8377,'6'-3'696,"-1"1"0,1 0 0,0 0 0,0 0 1,0 1-1,0 0 0,0 0 0,0 0 0,1 1 1,9 0-1,-11 1-457,-1 0 0,1 0 0,-1 1 0,0-1 1,1 1-1,-1 0 0,0 0 0,0 0 0,0 1 0,0 0 0,-1-1 1,1 1-1,-1 0 0,1 1 0,3 4 0,1 4-93,0 0 0,0 0 1,-1 1-1,-1 0 0,0 1 0,-1 0 0,-1 0 0,4 14 1,-8-25-99,3-2-11,28 11 0,-28-10-28,15 7-4,-9-5 59,1 1 0,-1 0 0,0 1 0,0 0 0,0 0 0,-1 1 0,8 8 0,-13-13-41,0 0 0,-1-1 1,1 1-1,0-1 0,0 0 0,0 0 1,0 0-1,0 0 0,1 0 1,-1-1-1,0 1 0,0-1 0,0 0 1,0 0-1,1 0 0,-1-1 1,0 1-1,0-1 0,0 1 1,0-1-1,5-2 0,9-3 101,0 0 0,25-13 0,77-55 718,-23 12 137,33-4-351,-93 51-466,-31 13-84,0 1 1,0-1-1,-1 0 0,1 0 1,0 0-1,-1-1 0,0 0 1,1 0-1,-1 0 0,0 0 0,3-5 1,43-41 565,-48 47-442,20-26 185,-21 25-307,5 3-51,1 0 0,-1 0 0,0 1 0,0 0 1,0 0-1,0 0 0,0 0 0,0 1 1,0 0-1,0 1 0,7 3 0,-9-3-9,0 1 0,-1-1 0,1 1 0,-1-1 0,0 1 0,0 0 1,-1 0-1,1 0 0,-1 1 0,0-1 0,0 1 0,0-1 0,0 1 0,-1 0 0,0-1 0,0 1 0,0 0 0,0 7 0,4 75 177,-6-74-176,-1 1 0,0-1 0,0 0 0,-2 0 0,1 0 0,-2 0 0,0-1 0,0 1 0,-1-1 0,0 0 0,-1-1 0,-17 21 0,4-1 7,-37 54-61,56-84 17,1-1 1,-1 1-1,1 0 1,-1 0-1,1 0 1,-1-1-1,1 1 1,0 0-1,-1 0 1,1 0 0,0 0-1,0 0 1,0 0-1,-1 0 1,1 0-1,0 0 1,0 0-1,0 0 1,1 0-1,-1 0 1,0 0-1,0 0 1,0-1-1,1 1 1,-1 0 0,0 0-1,1 0 1,-1 0-1,1 0 1,-1 0-1,1-1 1,0 1-1,-1 0 1,1-1-1,0 1 1,-1 0-1,1-1 1,0 1-1,0 0 1,0-1 0,-1 0-1,1 1 1,0-1-1,0 1 1,0-1-1,0 0 1,0 0-1,0 1 1,0-1-1,0 0 1,0 0-1,0 0 1,1 0 0,9 1-222,-1-1 0,1 0 0,19-2 0,-27 1 215,25-3-280,-1-1 0,0-2 0,0-1 0,0-1 1,-1-1-1,0-1 0,43-26 0,-22 7 4,-1-3-1,79-71 0,-98 79 281,-1-1 0,-1-1 0,-1-2 0,-2 0 0,-1-1 0,22-41 0,-40 64 56,12-10 49,-23 69-259,9-40-276,0 0-1,0 0 0,1 0 1,1 0-1,0 0 0,1 0 1,0-1-1,1 0 0,0 0 1,1 0-1,0-1 0,0 1 1,1-1-1,1-1 1,-1 1-1,2-2 0,-1 1 1,13 9-1,2 1-560,0-2-1,33 19 1,49 21 2456,-101-55-339,10-3-455,0-1 1,0 0 0,0-1 0,-1-1-1,1 0 1,-1-1 0,21-11 0,41-12-116,-21 7-1091,-51 20 24,27-13-3712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0.0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 63 6005,'-1'-1'378,"-1"0"0,1 0 1,0 0-1,0 0 0,0 0 1,0 0-1,0 0 1,0-1-1,0 1 0,0 0 1,1-1-1,-1 1 1,0-1-1,1 1 0,-1-1 1,1 1-1,-1-3 0,2 3-127,-1-1 0,0 1 0,1 0-1,-1-1 1,1 1 0,-1 0 0,1 0-1,0-1 1,0 1 0,-1 0 0,1 0-1,0 0 1,0 0 0,0 0 0,0 0-1,4-3 4910,-7 2-3618,-9-10-230,6 11 978,7 25 2382,1-2-3708,3 57-964,-4 0 0,-12 116 0,2-45 0,-15 142 0,11-173 0,4 0 0,9 125 0,2-211-1166,2 0 0,14 52 0,-14-67 273,1 0 0,1 0-1,1-1 1,0 0 0,1-1 0,14 20 0,-18-30-619,0-1 0,0 1 1,0-1-1,9 6 0,28 15-10962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0.9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249 57 5941,'-40'-27'13321,"40"24"-12360,1-14-486,-1 16-429,0 1 1,0 0 0,1-1-1,-1 1 1,0-1 0,0 1-1,0 0 1,0-1 0,0 1 0,0 0-1,1-1 1,-1 1 0,0-1-1,0 1 1,1 0 0,-1 0-1,0-1 1,0 1 0,1 0 0,-1-1-1,0 1 1,1 0 0,-1 0-1,0 0 1,1-1 0,-1 1-1,0 0 1,1 0 0,-1 0 0,1 0-1,-1 0 1,0 0 0,1 0-1,-1 0 1,0 0 0,1 0-1,51 11 517,-1 3 1,0 3-1,62 29 0,-77-29-402,0 1 0,-2 2 1,0 2-1,-2 1 0,36 32 1,-60-48-130,-1 1 1,0 0 0,0 0 0,0 0 0,-1 1-1,0 0 1,-1 0 0,0 0 0,4 11-1,-7-14-16,0-1 0,-1 1 0,0 0 0,0 0 0,-1 0 0,0 0 0,0 0-1,0 0 1,0-1 0,-1 1 0,0 0 0,-1 0 0,1 0 0,-1-1-1,0 1 1,0-1 0,-6 9 0,0-1-1,0 0 1,-2-1-1,1 0 0,-2-1 0,0 0 0,0-1 1,0 0-1,-27 16 0,8-7-41,-2-1-1,-57 23 1,-7-6-662,-111 25-1,0-16-6857,204-44 4497,20-15-8312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1.3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6785,'11'20'591,"-8"-13"-355,0-1 0,0 0 0,1-1 0,0 1-1,0-1 1,0 1 0,0-1 0,1 0 0,0-1 0,0 1-1,7 3 1,2 4 439,-1 0-1,0 1 0,0 1 1,-1 0-1,-1 1 0,0 0 0,11 22 1,-18-29-522,0-1 0,-1 1 0,0 0 1,-1 0-1,0 0 0,0 0 0,-1 1 0,1-1 1,-2 0-1,0 1 0,0 12 0,-4-1 372,0 0 0,-1 0 0,-9 25 0,10-34-154,4-11-336,0 0 0,0 0 1,0 0-1,0 0 0,0 0 0,1 0 1,-1 0-1,0 0 0,0 0 0,0 0 1,0 0-1,0 0 0,0 0 0,0 0 1,0 0-1,0 0 0,0 0 0,0 0 1,0 0-1,0 0 0,0 0 1,1 0-1,-1 0 0,0 0 0,0 0 1,0 0-1,0 0 0,0 0 0,0 1 1,0-1-1,0 0 0,0 0 0,0 0 1,0 0-1,0 0 0,0 0 0,0 0 1,0 0-1,0 0 0,0 0 0,0 0 1,0 0-1,0 0 0,0 0 0,0 1 1,0-1-1,0 0 0,0 0 0,0 0 1,0 0-1,0 0 0,0 0 1,9-9 985,22-27-461,-3 3-168,-12 18-108,1 1 0,0 1 0,20-12 0,-4 3 194,-14 10-144,0 0 1,1 1-1,0 1 0,1 1 0,41-12 0,-53 19-264,0 0 0,1 1-1,0 0 1,-1 1 0,1 0 0,-1 0-1,1 1 1,-1 0 0,1 1-1,-1 0 1,1 0 0,-1 1 0,0 0-1,0 1 1,-1 0 0,16 9 0,-11-1-413,-1-1 0,0 1 0,-1 1 0,-1 0 0,0 1 0,0 0 0,13 27 0,-3-5-4303,2-3-3815,-10-15-1261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1.5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4580,'30'12'516,"-10"-9"-908,20 3-968,-23 3 1000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1.8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126 1 9161,'-30'2'2446,"28"-1"-2214,1-1-1,-1 1 1,1-1-1,0 1 1,-1 0-1,1 0 1,0-1-1,0 1 1,-1 0-1,1 0 1,0 0-1,0 0 1,0 1-1,0-1 1,0 0 0,0 0-1,1 1 1,-1-1-1,0 0 1,0 3-1,-2 0 518,-7 10 287,1 0 0,0 1 0,0 0 1,2 1-1,-8 19 0,13-30-965,0 1 0,1-1 0,-1 0 0,1 0 0,1 1 0,-1-1 0,1 0-1,0 1 1,0-1 0,0 0 0,1 1 0,0-1 0,0 0 0,0 0 0,1 1 0,-1-1 0,1 0 0,0 0-1,1-1 1,5 10 0,-4-10-49,0 0 0,0-1 0,0 0-1,0 1 1,1-1 0,-1-1-1,1 1 1,0-1 0,0 0 0,0 0-1,0 0 1,8 1 0,5 1-112,0-1 1,26 2-1,-27-5-57,1 0 1,-1-2-1,1 1 0,-1-2 0,0-1 0,28-9 0,-10 0-170,66-35-1,-98 47 262,-5 2-212,-1 1 135,1 0 1,0-1-1,0 1 1,0 0-1,0 0 1,0 0-1,0 1 1,1-1-1,-1 0 1,1 1-1,-2 3 1,4-1-257,9 33-3114,9-15-2994,0-11-1491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1.9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73 7145,'-40'-9'6680,"30"-6"-4960,0 3 2653,13-3-6045,4 0-313,13 9-11292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3.7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1 736 6553,'0'0'5129,"4"-1"-3808,26-4 740,-18 3-1195,0 0 0,1 0 0,-1 1 0,0 1 0,15 1 1,47 12 819,121 38 1,39 8-770,272 0-435,7-37-816,1498-64-1940,-4-124-21,-1911 158 2237,2036-261-979,-1514 146 1219,-20-55 94,-568 168-633,-2-1 0,0-2-1,0-1 1,36-24 0,-61 36-280,0 0 1,0 0-1,0-1 0,-1 1 0,1-1 1,-1 0-1,1 0 0,-1 0 0,0 0 1,3-6-1,5-12-7082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4.0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37 10461,'-2'0'156,"0"-1"0,0 1 0,1 0-1,-1 0 1,0-1 0,1 1 0,-1-1 0,1 0 0,-1 1 0,0-1 0,1 0-1,-1 0 1,1 0 0,0 0 0,-1 0 0,1 0 0,0 0 0,0-1-1,-1 1 1,1 0 0,0-1 0,0 1 0,1-1 0,-1 1 0,0-1 0,0 1-1,1-1 1,-1 0 0,0-1 0,1 1-12,-2-1 1001,-4 31 865,4-17-1794,1 1 0,0 0 0,1 1 0,0-1 1,1 0-1,1 0 0,0-1 0,0 1 0,8 21 0,5 7 189,29 54 0,-36-78-327,22 40 223,68 95 0,54 44 28,-57-76-180,-45-55-87,144 194 101,-137-176-136,54 107 0,-97-162-34,-1 0-1,-2 1 1,0 1 0,-2 0 0,-2 0-1,7 44 1,-12-55-1,-1-1 0,-1 1 0,-1-1 0,0 0 0,-1 1 0,-1-1 0,-1 0-1,0 0 1,-1 0 0,-1-1 0,0 1 0,-14 22 0,7-17-14,-1-2 0,-2 1 0,0-2-1,-1 0 1,0-1 0,-2-1 0,-31 23 0,-158 89-880,155-98 490,-191 102-2565,80-50-4017,74-39-1248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4.7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34 718 8881,'-3'0'2061,"-6"3"-1312,-9 1 3408,14-6-2235,8-6-1063,0 5-708,0-1 0,1 1-1,-1 0 1,1 0 0,-1 1 0,1-1 0,0 1 0,0 0-1,8-2 1,6-3 84,4-4-14,158-80 779,-152 73-911,0 0 1,-2-2 0,50-46 0,-45 32-62,-2-1 1,-1-2-1,-2 0 0,-2-2 0,-1-1 1,-2-2-1,-2 1 0,-1-2 0,16-60 1,-34 99-12,-1 10 10,-43 338 130,32-277-125,-3-1 1,-2-1-1,-3-1 0,-30 67 0,-133 235 88,161-330-112,9-18 9,2 0-1,1 0 1,0 1-1,-11 34 1,20-52-16,-1 1 1,1 0-1,-1 0 1,1 0-1,-1-1 1,1 1-1,0 0 0,0 0 1,0 0-1,0 0 1,0 0-1,0-1 0,1 1 1,-1 0-1,1 0 1,-1 0-1,1-1 1,0 1-1,-1 0 0,1 0 1,0-1-1,0 1 1,0-1-1,1 1 0,-1-1 1,2 3-1,1-2-1,0-1 1,-1 1-1,1-1 0,0 1 0,0-1 1,0-1-1,0 1 0,0 0 0,0-1 1,0 0-1,0 0 0,5-1 0,10-1-23,-1-1-1,1 0 0,-1-2 1,31-11-1,-6 2-21,143-52-58,-64 21 75,-17 6 48,113-34 1285,-214 72-1255,-1 0-1,1 1 1,0-1 0,0 1-1,-1 0 1,1 0-1,0 0 1,0 0 0,-1 1-1,1-1 1,0 1-1,-1 0 1,1 0 0,0 1-1,-1-1 1,0 1-1,1-1 1,-1 1 0,0 0-1,0 0 1,0 1-1,0-1 1,0 1 0,0-1-1,-1 1 1,1 0-1,-1 0 1,0 0 0,3 5-1,0 1-355,2-1 0,-1 0 1,1 0-1,1 0 0,-1-1 0,1 0 0,0 0 0,1-1 0,11 7 0,-11-9-1406,0 1 1,0-2-1,1 1 0,-1-1 0,20 3 0,-2-1-7342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4.8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 5136,'10'-9'833,"21"9"3,-11 0-148,3 3-176,-6 3-156,0-3-148,-4 3-108,4 6-312,-1-3-1012,1-3 64,0 6-1929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5.1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30 4864,'20'5'736,"0"-2"0,0 0-1,0-1 1,0-1 0,0-1-1,0-1 1,21-4 0,53-8 1240,-45 5-903,86-3-1,351 31-4951,-299-15 2261,-138-6 1374,-23 0 468,0-1 1,0-1 0,30-8-1,-51 10 2634,20-8-3335,-17 6-4480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7.2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1151 14629,'-50'3'17567,"47"-5"-17058,-12-5-447,-1-4-62,14 5 0,1 1 0,0-1 0,0 0 0,0 0 0,0 0 0,1 0 0,0 0 0,1 0 0,-1 0 0,1 0 0,0 1 0,2-8 0,4-6 0,0 0 0,17-29 0,3-8 0,203-551 0,-160 322 0,-69 279 0,-2-4 0,-6 12 0,-6 11 0,6-5 0,1 1 0,0 0 0,1 0 0,0 0 0,1 1 0,0-1 0,-5 21 0,-15 80 0,23-106 0,-5 41 0,1 1 0,3 67 0,15 93 0,-5-113 0,-5 124 0,-9-145 0,-3 0 0,-3-1 0,-4-1 0,-43 123 0,32-108 0,27-84 0,-1-1 0,1 1 0,0 0 0,0-1 0,-1 1 0,1-1 0,0 1 0,0 0 0,0-1 0,0 1 0,0-1 0,0 1 0,0 0 0,0-1 0,0 1 0,0-1 0,1 1 0,-1 0 0,0-1 0,0 1 0,0-1 0,1 1 0,-1-1 0,0 1 0,1-1 0,0 1 0,1 0 0,1-1 0,0 0 0,-1 0 0,1-1 0,0 1 0,-1 0 0,1-1 0,0 0 0,-1 1 0,1-1 0,-1 0 0,4-2 0,32-16 0,-14 3-45,0 0 1,26-24-1,-1 1-170,24-15-106,3 3-1,1 4 0,128-58 1,-195 100 409,0 2 1,0-1 0,0 1-1,1 1 1,-1 0 0,1 0 0,0 1-1,-1 1 1,21 1 0,-26-1-59,0 1 0,0 0 0,-1 1-1,1-1 1,-1 1 0,1-1 0,-1 1 0,1 1 0,-1-1 0,0 1 0,0-1 0,0 1 0,-1 0 0,1 1 0,-1-1 0,1 1 0,-1-1-1,0 1 1,0 0 0,-1 0 0,1 0 0,-1 1 0,0-1 0,2 6 0,5 21-440,-1 0 0,7 59 0,-10-52-674,14 50-1,-15-76 835,0-1 0,0 1 0,1-1 0,0-1-1,1 1 1,1-1 0,-1 1 0,13 12 0,-17-21-340,-1-1 0,1 1 0,-1 0 1,1-1-1,0 0 0,0 1 0,0-1 0,0 0 0,0 0 0,0 0 0,0 0 0,0-1 0,0 1 0,1-1 1,3 1-1,0 1-1474,22 4-10567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7.3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54 109 13445,'-40'-51'2204,"30"36"1521,6-1-2377,4-5 68,31 18-1320,-1 0-684,7 9-856,30 6-668,-14 3-3277,1 4-4328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7.8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1 181 9965,'3'-6'419,"0"0"194,0 0 0,0 1 1,-1-2-1,0 1 0,2-9 0,-3 12-380,0 1-1,0-1 1,0 0 0,1 1-1,-1-1 1,1 1-1,0-1 1,0 1-1,-1 0 1,1 0-1,1 0 1,-1 0 0,0 0-1,0 0 1,1 1-1,-1-1 1,5-1-1,52-23 1496,-36 18-1274,-11 2-192,21-8 870,37-11 0,-62 23-960,0 0 1,1 0 0,-1 0 0,1 1 0,-1 1 0,1-1-1,0 1 1,-1 1 0,17 2 0,-23-2-137,-1-1 0,1 1 0,0-1 1,0 1-1,-1-1 0,1 1 0,-1 0 0,1 0 0,-1 0 0,1 0 1,-1 0-1,1 0 0,-1 0 0,0 0 0,0 1 0,0-1 0,1 1 1,-1-1-1,0 0 0,-1 1 0,1 0 0,0-1 0,0 1 1,-1-1-1,1 1 0,-1 0 0,1 0 0,-1-1 0,0 1 0,0 0 1,0 0-1,0-1 0,0 1 0,0 0 0,0 0 0,0-1 1,-1 1-1,0 2 0,-2 7 69,-1-1-1,0 0 1,0 0 0,-11 17 0,15-26-104,-41 63 337,21-32-173,-23 45 1,38-66-234,0 1 0,1 0 0,0 0 0,1 0 0,0 0 0,1 1 1,1-1-1,-1 13 0,3-11-71,0 0-1,0-1 1,2 0 0,-1 1 0,2-1-1,0 0 1,0 0 0,1-1 0,1 1-1,0-1 1,1 0 0,12 17 0,-16-23 91,0-1 1,0 1-1,-1-1 1,3 12-1,7 17-223,-8-35 209,12-4 3,0 0 1,-1-1-1,0 0 0,0-1 1,-1-1-1,24-16 1,80-71-270,-65 49 346,105-104-191,-97 89 848,-27 16 1672,-32 42-1404,-5 4 105,-3 0-919,0 1 0,0 0 0,1 0 0,-1 1 0,1 0 0,0-1 0,0 2 0,0-1 0,0 1 1,0-1-1,1 1 0,-1 1 0,1-1 0,0 1 0,1-1 0,-1 1 0,1 0 0,-5 10 0,-3 7 346,0 0-1,2 1 1,-9 32-1,13-39-474,2 0 0,-1 0 0,2 1 0,0-1 0,1 1 0,1-1 0,0 0 0,6 31 0,-5-39 0,1 0 0,0 1 0,1-1 0,0-1 0,0 1 0,1 0 0,0-1 0,0 0 0,0 0 0,1 0 0,0 0 0,1-1 0,-1 1 0,1-2 0,1 1 0,-1-1 0,1 0 0,0 0 0,8 4 0,-1-2-691,0-1 1,1-1-1,-1 0 0,1-1 0,0-1 1,0 0-1,0-1 0,1 0 0,19-2 1,14-2-5085,77-15 1,-119 16 5420,56-9-10619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8.3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212 447 11909,'-82'4'5202,"77"-4"-4839,0 0 0,1 1 0,-1 0 0,0 0 1,1 0-1,-1 1 0,1-1 0,0 1 0,-1 0 0,1 0 0,0 1 1,0-1-1,0 1 0,1 0 0,-1 0 0,1 0 0,-1 0 0,1 1 0,0 0 1,0-1-1,1 1 0,-1 0 0,-2 7 0,-1 0-7,1 1 1,0 0-1,1 1 0,0-1 1,1 1-1,1 0 0,-2 15 1,3-13-165,0 0 0,1 0-1,1 0 1,1 0 0,0 0 0,1 0 0,6 20 0,-7-29-163,0 1 0,1-1 0,0 0 0,0 0-1,0 0 1,1 0 0,0-1 0,0 0 0,0 1 0,1-1-1,0-1 1,0 1 0,0-1 0,0 1 0,1-2 0,-1 1-1,1-1 1,12 6 0,-15-8-64,0 1-1,0-1 0,0 0 1,0 0-1,0 0 1,0 0-1,1-1 0,-1 1 1,0-1-1,0 0 1,0 0-1,1 0 0,-1 0 1,0-1-1,0 1 1,1-1-1,-1 0 0,0 0 1,0 0-1,0 0 1,0-1-1,0 1 0,-1-1 1,1 1-1,0-1 1,-1 0-1,1 0 0,-1 0 1,1-1-1,1-2 1,4-3-135,-2 0 0,1 0 0,-1-1 0,0 1 1,-1-1-1,0-1 0,0 1 0,-1-1 0,0 0 0,-1 0 0,2-11 1,2-14-399,-3 1 0,1-37 0,0 1-160,-1 34 396,1 1 0,2 0 0,12-36 1,-14 56 169,1 0 0,0 0 0,1 0 1,1 1-1,0 0 0,1 0 0,1 1 1,0 1-1,12-13 0,6 1-175,0 1 0,1 1-1,1 2 1,1 1 0,0 1 0,2 2 0,34-13-1,-57 25 319,1 0 0,0 1 0,0 1 0,1-1 0,-1 2-1,18-1 1,-26 1 56,0 1 0,0 0 0,0 1 0,-1-1 0,1 1 0,0-1 0,0 1 0,-1 0 1,1 0-1,0 0 0,-1 0 0,1 0 0,-1 1 0,1-1 0,-1 1 0,0-1 0,0 1 0,0 0 0,0 0 0,0 0 0,0 0 0,0 0 0,-1 1 0,1-1 0,-1 1 0,1-1 0,-1 1 0,0-1 0,0 1 0,0 0 0,0-1 0,0 4 1,3 31 385,-1 0 1,-2 1-1,-4 37 1,1 3-106,0 37-330,-5-1-1,-5 0 1,-50 205 0,51-276-656,-41 173-1057,35-107-1290,11 0-3887,8-69-400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8.4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34 274 10049,'-14'-33'2452,"7"24"1981,1-9-2289,-1 3 892,24-6-2168,20-3-648,-7 6-392,10-12-696,14 2-984,3-2-1048,10 9-2257,10-6-4112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9.4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 1 14085,'1'0'110,"-1"0"-1,1 1 0,-1-1 1,1 0-1,-1 1 1,1-1-1,-1 0 0,1 1 1,-1-1-1,1 1 1,-1-1-1,1 1 0,-1-1 1,0 1-1,1 0 1,-1-1-1,0 1 0,1-1 1,-1 1-1,0 0 1,0-1-1,0 1 0,0 0 1,0-1-1,1 1 1,-1 0-1,0-1 0,0 1 1,-1 0-1,1-1 1,0 1-1,0-1 0,0 1 1,0 0-1,0-1 1,-1 2-1,-7 24 3068,4-13-1981,0 0 0,1 1 0,1-1 0,0 1 0,-1 19 1,-10 324 432,-1 3 172,15-267-1376,24 170 0,-19-226-425,2 1 0,2-1 0,1-1 0,1 0 0,26 50 0,-32-74 0,2 0 0,0 0 0,0-1 0,1 0 0,0 0 0,1-1 0,20 16 0,-22-20 0,0-1 0,0-1 0,0 1 0,1-1 0,-1 0 0,1-1 0,0 0 0,0-1 0,1 0 0,-1 0 0,0-1 0,18 1 0,-14-3-1,1 0 0,-1 0 1,0-1-1,0-1 0,-1 0 0,1 0 1,-1-2-1,1 1 0,14-10 0,-10 5-2,-1-1 0,0-2 0,-1 1 0,0-2 0,22-23-1,-7 0-6,-2-2 0,-2 0 0,-1-2 0,28-60 0,-33 54-52,-13 30-29,0-1 0,12-17 0,-18 31 81,12 4 10,-1 1 1,0 0-1,1 1 1,-1 0-1,-1 1 0,1 0 1,0 1-1,16 10 1,33 12 12,-27-15-27,0-2 1,1-1-1,48 6 1,-67-13 29,2 1 24,0-2 1,0 0-1,19-2 1,-33 1-19,-5-3-9,0 1-1,0-1 1,0 1 0,0-1-1,-1 1 1,1 0-1,-1 0 1,1 0 0,-1-1-1,0 2 1,0-1-1,0 0 1,0 0 0,0 0-1,0 1 1,-3-2-1,-6-3-6,0 1 0,0 1-1,0 0 1,0 1-1,-1 0 1,-14-2 0,-74-6-1,94 11-5,-56-5-3081,0 3-1,-118 10 1,173-7-832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19.9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97 11857,'-9'-5'1424,"0"1"1,0 0-1,-17-4 4109,26 11-4781,5 13-201,1 1 1,0-1-1,14 24 0,7 18-142,-18-38-299,0-1 1,2 0-1,0 0 1,1-1-1,1-1 1,18 21-1,-26-34-98,0 0 0,1-1 1,-1 1-1,1-1 0,-1 0 0,1-1 0,0 1 0,0-1 0,0 0 0,0-1 0,1 0 0,-1 0 0,0 0 0,10 0 0,1-1 57,0 0 0,-1-1-1,1-1 1,21-5-1,15-9 217,99-42-1,-23 6-137,-107 45-124,41-13 850,-61 20-842,1 1 1,0-1-1,-1 1 1,1-1-1,-1 1 1,1 0-1,-1 0 1,1 0-1,-1 0 1,1 0 0,-1 0-1,0 1 1,0-1-1,1 1 1,2 3-1,6 3 58,2-2-93,-1 0-1,1 0 0,1-1 0,-1-1 0,1 0 1,0-1-1,-1-1 0,1 0 0,0-1 1,20 0-1,2-3-914,0-1 0,65-14 0,42-1-2353,-38 6 863,122-16-1813,-126 17 2706,-15 3 435,-41 5 735,1-2 0,-1-2 1,0-2-1,60-20 0,-93 23 497,0 0 0,0-1 0,-1 0-1,0-1 1,0 0 0,-1-1 0,0 0 0,0-1 0,10-13 0,2-1 120,-17 20-403,0-1 1,1 1 0,0 0-1,0 0 1,9-4 0,17-5-4867,-10 10 495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3.9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198 127 13993,'-12'4'1673,"-1"0"1,1-1-1,-1 0 0,0-1 0,1-1 1,-1 0-1,-24-1 0,25 0-1850,8 0 2213,-18 0-1391,20 0-594,1 0 0,0-1 0,-1 1 0,1 1 0,0-1 0,0 0 0,-1 0-1,1 0 1,0 1 0,0-1 0,-1 1 0,1-1 0,0 1 0,0-1 0,0 1-1,0 0 1,0-1 0,0 1 0,0 0 0,0 0 0,0 0 0,0 0 0,0 0-1,1 0 1,-1 0 0,0 0 0,1 0 0,-1 0 0,1 0 0,-1 2 0,0-1-180,-1 0 129,15 5 11,-11-5-9,-1-1-1,1 0 1,0 0 0,-1 0-1,1 0 1,0 0-1,0 0 1,-1 0-1,1 0 1,0-1 0,3 1-1,19 5-21,-18-4-27,1 0 53,-1-1 0,0 0 0,1 0 0,-1-1 1,0 1-1,1-1 0,11-2 0,-4 1-10,-10 1-1,16 1-105,37 7 63,-54-8 53,32-8-212,-49-12 215,13 18-12,4-6-69,9-15 98,-10 21 127,-1 1-387,-1 1 234,1-1 1,0 1-1,-1-1 1,1 1 0,0-1-1,-1 1 1,1-1-1,0 1 1,0 0-1,-1 0 1,1-1 0,0 1-1,0 0 1,0 0-1,0 0 1,-1 0-1,3 0 1,13-5 96,-13 3-105,-1-1 1,1 1-1,-1-1 0,1 0 0,-1 0 1,0 0-1,0 0 0,0-1 0,-1 1 1,1 0-1,-1-1 0,2-4 0,-3 5 118,3 2-304,0 0 191,-1 0 1,1-1-1,-1 1 1,1-1-1,-1 1 1,0-1-1,0 0 0,0 0 1,0 0-1,0 0 1,0-1-1,0 1 1,-1 0-1,1-1 0,-1 1 1,0-1-1,1-3 1,0 4 80,4-15-148,-1 2-156,-5 15 230,0-1 0,0 0 0,0 1 1,0-1-1,0 1 0,1-1 0,-1 0 1,0 1-1,0-1 0,1 1 0,-1-1 1,0 1-1,1-1 0,-1 1 0,1-1 0,-1 1 1,0 0-1,1-1 0,-1 1 0,1 0 1,-1-1-1,1 1 0,0 0 0,-1-1 1,1 1-1,-1 0 0,1 0 0,-1 0 0,1-1 1,0 1-1,-1 0 0,1 0 0,0 0 1,0 1 27,0 1 1,-1-1 0,1 0-1,0 1 1,-1-1 0,1 1-1,-1-1 1,0 0 0,1 1-1,-1-1 1,0 1 0,0 2-1,-2 61 771,-57 358 78,36-184-3070,22-229 1235,1 0-1,1 0 1,0 0 0,1 0-1,-1 0 1,2 0-1,0 0 1,5 13 0,-7-21-1413,4-3-649,16-7-2276,3-1-3038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4.2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46 9669,'0'-38'2126,"0"30"5271,0 12-6242,3 10-837,1-1 0,0 1 0,1-1 0,0 0 0,1 0 0,1 0 0,10 15 0,68 84 515,-57-77-707,23 27-589,3-3 1,108 93-1,-110-111-1541,102 62 0,-150-100 1919,0-1 1,0 0-1,0 0 0,0 0 0,0-1 0,0 1 0,0-1 1,1 0-1,-1 0 0,0-1 0,1 1 0,-1-1 0,1 0 0,-1 0 1,1 0-1,-1-1 0,0 1 0,1-1 0,-1 0 0,0-1 0,1 1 1,5-4-1,-4 1 85,0 0 1,-1 0 0,0-1-1,1 1 1,-2-1 0,1-1-1,0 1 1,-1-1 0,0 1-1,-1-1 1,1 0 0,-1-1-1,3-8 1,3-6 606,-2-1 0,0 0 0,-2-1 0,0 0 0,-2 0 0,0 0-1,-2 0 1,0 0 0,-2 0 0,0 0 0,-7-34 0,6 57-451,0 1 0,0 0 0,1-1 0,-1 1 0,1 0 0,-1 0 0,1 0-1,-1 0 1,1 0 0,-3 3 0,-2 2-59,1 0 0,0 1 0,0 0 0,0 0 0,1 0 0,0 0 0,0 1 0,1-1 1,0 1-1,0 0 0,1 0 0,0 0 0,1 0 0,-1 0 0,1 16 0,0 13-667,2 0 1,8 49 0,-4-46-548,-1-7-1231,8 32 0,-8-51-254,0-1 0,10 22 0,5-2-6150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4.5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 0 9509,'-2'2'2187,"-3"3"-1372,0 0 1,0 0-1,1 0 0,0 1 1,0-1-1,0 1 1,-4 10-1,6-11-609,0 0 1,0 0-1,1 1 1,0-1-1,0 0 1,0 1-1,0-1 1,1 1-1,0-1 0,0 0 1,1 1-1,0-1 1,-1 1-1,2-1 1,-1 0-1,4 9 1,0-1-66,1 0 0,0-1 0,2 1 0,-1-1 0,1-1 0,1 1 0,0-1 0,0-1 0,1 0 0,1 0 0,0-1 0,0 0 0,20 11 1,-8-2 46,-21-17 114,-2-4-256,0 0-36,0 0 1,0 1-1,-1-1 1,1 0-1,-1 0 1,0 1 0,0-1-1,0 0 1,0 1-1,0-1 1,0 1 0,-1-1-1,1 1 1,-1 0-1,0 0 1,1-1-1,-1 1 1,0 0 0,0 1-1,-1-1 1,1 0-1,0 0 1,-4-1 0,0-2-177,-12-10-537,-25-26-1,18 7-2692,24 31 2469,-1-1 0,0 0 0,1 0 0,0 1 0,0-1-1,0 0 1,-1-6 0,6-12-8197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4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74 206 8857,'-30'-31'2032,"20"13"-280,3 0-356,-3-3 652,4 3-1311,-4 0-341,13-6-1204,-3 0-389,10 12-271,0 0-2500,3 3-2825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5.1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4 196 8637,'0'3'2561,"-2"3"-1905,2 0 1,-1-1 0,1 1-1,-1 0 1,2 0-1,-1 0 1,1 0 0,0-1-1,0 1 1,2 6-1,8 18 417,2-1 0,1 0 0,22 32 0,-28-47-990,0-1 0,1 1 0,1-2-1,20 22 1,-28-33-127,14 5-56,-7-3 105,0-15-25,-6 2 7,-1 1-1,0 0 0,0-1 1,0-15-1,4-18-15,0 10-12,1-1-1,1 2 0,2-1 1,2 1-1,0 1 1,2 0-1,2 1 1,33-50-1,-43 72 25,1 0 0,1 1 0,-1 0 0,15-11-1,-20 16 15,0 1 0,0-1-1,1 1 1,-1 0-1,0 0 1,1 0 0,-1 0-1,1 0 1,0 1-1,4-1 1,-5 1 4,-1 0-1,0 0 0,0 0 1,1 0-1,-1 1 1,0-1-1,0 0 1,0 1-1,1-1 1,-1 1-1,0-1 1,0 1-1,0 0 1,0 0-1,0-1 1,0 1-1,0 0 0,0 0 1,-1 0-1,1 0 1,0 0-1,0 0 1,-1 0-1,2 2 1,-1 2 5,1 0 0,-1 0 1,0 1-1,0-1 0,-1 0 0,1 1 1,-1-1-1,0 0 0,-2 8 0,2-1 4,-4 22 21,-1 0-1,-1-1 0,-21 63 0,-1 7 41,-1 29-111,-17 173 1,42-252-340,3 0-1,1 1 1,3-1 0,3-1 0,1 1-1,20 69 1,2-47-372,-15-88 477,-9 4 308,0 0-1,0 0 1,-1 0-1,0-1 0,0 0 1,-2 0-1,1 0 1,1-13-1,8-27 176,-2 22-305,0 0 0,2 1 0,1 0 0,2 1 0,0 1-1,2 0 1,0 1 0,2 0 0,0 2 0,2 0 0,1 2-1,0 0 1,1 1 0,1 2 0,32-19 0,-11 10-1806,73-29 1,-4 13-3761,-53 26 249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6.0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275 382 11701,'11'-20'2246,"-11"19"-2108,0 0 0,1 0 0,-1 1 0,0-1 0,0 0 0,0 0 0,0 0 0,0 1 1,0-1-1,0 0 0,0 0 0,0 0 0,0 1 0,0-1 0,0 0 0,0 0 0,-1 0 0,1 1 1,0-1-1,-1 0 0,1 0 0,-1 1 0,0-2 0,0 0 381,-2-13 1145,2 12 1301,-1 5-1821,1-2-1112,-2 3 206,-1 0 1,0 1 0,1 0-1,-1-1 1,1 1 0,0 0-1,0 1 1,1-1 0,-1 0-1,1 1 1,-3 7-1,-83 184 1723,56-133-1648,3 2 0,-23 78 0,35-94-194,0 10-23,16-55-72,35-91-68,25-48 48,-27 57-312,4 2 0,78-126 0,-90 169 116,100-136-821,-101 141 696,2 0 0,1 2-1,46-36 1,-64 56 211,0 1 0,0 0-1,1 1 1,16-7 0,-23 11 79,0-1 0,0 0 0,0 1 0,0 0 0,0-1 0,0 1 0,0 0 0,0 0 0,0 0 0,0 0 0,0 1-1,3 0 1,-4-1 19,0 1-1,0-1 1,0 1-1,-1-1 1,1 1-1,0 0 0,0-1 1,-1 1-1,1 0 1,0 0-1,-1-1 1,1 1-1,-1 0 0,1 0 1,-1 0-1,0 0 1,1 0-1,-1 0 0,0 0 1,1 0-1,-1 0 1,0 0-1,0 0 1,0-1-1,0 1 0,0 0 1,0 2-1,-1 8-18,-1 1 1,0-1-1,0 0 0,-1 0 0,0 0 0,-1 0 0,-1 0 0,1-1 0,-10 14 0,-64 92-311,62-95 268,-12 17-54,-111 164-966,137-199 1051,0 1 1,0-1 0,0 1-1,0 0 1,0 0-1,1-1 1,0 1-1,-1 0 1,2 0 0,-1 0-1,0 0 1,1 0-1,0 1 1,-1-1-1,2 0 1,-1 0 0,0 0-1,1 0 1,0 0-1,0 0 1,0 0-1,0 0 1,1 0 0,0-1-1,-1 1 1,2 0-1,-1-1 1,0 1 0,0-1-1,1 0 1,0 0-1,0 0 1,0 0-1,6 4 1,8 5-23,1-1 0,0-1 0,1 0 0,0-2 0,29 10 0,-18-7-18,18 6 62,1-1-1,0-3 1,66 10-1,-100-22 1,1 0 1,-1-1-1,23-4 0,-34 4 48,-3 0-28,-1 1 0,1-1 1,0 0-1,0 1 1,0-1-1,-1 0 1,1 0-1,0 0 0,0 0 1,0 0-1,0 0 1,0 0-1,-1 0 1,1 0-1,0 0 0,0 0 1,0-1-1,0 1 1,-1 0-1,1 0 1,0-1-1,0 1 0,0-1 1,1 0 15,0 0-1,-1 1 1,1-1 0,0 1-1,0-1 1,-1 1 0,1 0-1,0 0 1,0 0 0,-1 0 0,4 0-1,25 5 39,-1-2 0,2-1 0,-1-1 0,33-4-1,-51 2-52,0-1-1,-1 0 0,1-1 0,-1 0 1,0 0-1,0-1 0,0-1 0,-1 0 1,0-1-1,0 1 0,0-2 0,0 0 1,-1 0-1,0 0 0,-1-1 0,1-1 1,9-12-1,21-23 256,-37 42-219,7 3-24,1 0 1,-1 1-1,0 0 1,0 1-1,0-1 1,0 2-1,0-1 1,8 6-1,-4-3-89,-1-1-1,1 0 1,-1-1-1,16 3 0,-18-4-107,-5-2 103,-1 1 0,1-1-1,-1-1 1,1 1-1,0-1 1,0 1-1,-1-1 1,1 0 0,0-1-1,-1 1 1,9-3-1,-6 1-77,0 0-1,1 1 0,-1 0 1,1 0-1,0 1 1,-1 0-1,1 0 0,0 0 1,-1 1-1,1 1 1,-1-1-1,0 1 0,1 0 1,-1 1-1,0 0 1,7 4-1,-2-3-500,-1-1 0,1 0 0,0 0-1,22 1 1,-8-1-507,32 1-4296,-29-4 171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6.6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134 97 10641,'-13'0'1057,"0"-1"0,-1-1-1,1 0 1,-15-5 0,-25-11 15488,60 18-16251,557 30-291,-356-14-3,1044 46 0,-1209-61 0,67 0 0,-96-2 0,1-1 0,-1 0 0,0-1 0,0 0 0,20-8 0,-33 10 0,0 1 0,1 0 0,-1-1 0,0 1 0,0-1 0,1 0 0,-1 1 0,0-1 0,0 0 0,0 0 0,0 0 0,0 0 0,0 1 0,0-2 0,0 1 0,0 0 0,1-2 0,-6-5 0,3 7 0,-1-2-12,0-1 0,0 1 0,-1-1 0,1 1 0,-1 0 0,1 0 0,-1 0 0,0 1 0,0-1 1,-1 1-1,-3-3 0,5 3-42,0 0-666,1 0 0,-1 0 0,0 0 0,1 0 0,-1 0 0,1-1 0,0 1-1,0-1 1,0 1 0,0-1 0,0 1 0,0-1 0,1 0 0,-1 1 0,1-1 0,0 0 0,0 1 0,0-1 0,0 0 0,0 1 0,0-1 0,1 0 0,0 1 0,-1-1 0,1 0 0,0 1 0,0-1 0,2-2 0,11-9-7985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6.9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183 79 9157,'-10'-13'627,"8"10"-422,1 0 0,-2 0 0,1 0 1,0 0-1,-1 0 0,1 1 0,-1-1 1,0 1-1,0 0 0,0 0 0,0 0 1,0 0-1,0 0 0,-1 1 0,1-1 1,0 1-1,-1 0 0,-5-1 0,-82-21 9357,87 23-7896,5 18 1518,1-11-2947,1-1-1,-1 0 1,1 0-1,0 0 1,0 0-1,1-1 1,-1 1-1,1-1 1,10 10-1,52 48 926,-36-37-775,22 21-252,-2 3 0,-3 1 0,73 102 0,-106-129-108,0 0 0,-1 1-1,-2 1 1,0-1 0,7 33-1,-13-39-19,-1 1-1,-1-1 0,-1 1 1,-1-1-1,0 1 1,-2 0-1,0 0 1,-5 24-1,-2-13-6,-1 0 0,-1 0 0,-1-1 0,-2 0 0,-1-1 0,-1 0 0,-21 29 0,-148 175 0,30-42 0,145-179-344,0 1 1,1 0-1,1 1 1,0 0-1,-8 23 1,14-34 229,0 0-1,0 0 1,0 1 0,1-1 0,-1 0 0,1 1 0,0-1 0,-1 1 0,2-1 0,-1 0 0,0 1 0,1-1 0,-1 1 0,1-1-1,0 0 1,0 0 0,0 1 0,1-1 0,-1 0 0,1 0 0,0 0 0,0-1 0,0 1 0,0 0 0,0-1 0,0 1 0,1-1-1,-1 1 1,1-1 0,0 0 0,5 3 0,5 1-2180,1 0 1,0 0-1,1-2 0,25 6 0,22 0-10308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7.4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212 498 12261,'14'-15'1995,"-20"17"319,3 0-1878,0 0 0,0 0 0,0 0 0,1 1 0,-1-1 1,1 1-1,-1 0 0,1-1 0,-2 5 0,2-1 56,1 0-1,-1 0 1,1 1-1,0-1 1,1 1-1,0 11 1,-1 7 554,-39 202 5066,31-184-5496,-7 29-231,-85 373-392,95-414-1446,1 1 0,1 0 1,2 40-1,2-67 304,1-10-830,56-284-836,8-154 2822,-54 358 726,5 0-1,3 1 0,3 1 0,4 0 1,56-118-1,-75 186-569,1 0 0,0 1 0,1 0 0,1 0 0,0 1 0,1 1 0,0-1 0,1 2 0,25-20 0,-29 25-106,0 1 1,0 1-1,0-1 0,1 1 0,0 0 1,0 1-1,0 0 0,0 1 0,0 0 1,0 0-1,1 1 0,-1 0 1,0 1-1,1 0 0,-1 0 0,1 1 1,-1 0-1,17 4 0,-14-1-21,0 1 0,0-1-1,0 2 1,-1 0 0,0 0-1,0 1 1,0 0 0,-1 1 0,0 0-1,0 1 1,-1 0 0,0 0-1,-1 1 1,0 0 0,8 14 0,-12-17-26,0 1 1,0 0 0,0 0-1,-1 1 1,0-1 0,-1 0-1,0 1 1,0 0 0,-1 0 0,0-1-1,0 1 1,-1 0 0,0 0-1,-1 0 1,0 0 0,0 0-1,-1-1 1,0 1 0,-1-1 0,0 1-1,0-1 1,-7 13 0,-2-1 6,-1-1 0,-1 0 0,-1-1 0,0 0 0,-2-1 0,0-1 0,0-1 0,-39 26 0,-10-2-655,-98 45 1,74-41-739,-60 39-2452,125-66-695,-42 36 0,29-15-5828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7.8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0 11433,'-7'23'7023,"12"8"-4074,1-4-1032,-4-13-1390,1-1 0,0 0 0,1 0-1,1 0 1,0 0 0,8 15 0,15 41 428,-24-55-833,-1 1 0,0-1 1,-1 1-1,-1 0 0,0-1 0,-1 1 0,-1 0 0,-2 20 0,-2-14-58,0-1-1,-1 1 1,-1-1 0,-1 0-1,-10 19 1,5-10 22,12-26-17,2-7-48,3-8-17,1 1 0,1-1 0,0 1 0,0 0 0,1 1 0,1-1 1,0 1-1,0 1 0,1 0 0,0 0 0,0 1 0,12-8 0,13-9-3,0 2 1,55-27-1,-69 40-16,16-9 14,54-19 0,-80 34-3,1 1 0,0 0 0,0 1-1,0 0 1,0 1 0,0 0 0,0 0 0,1 1-1,-1 1 1,11 1 0,-17 0 0,-1-1 0,1 0-1,-1 1 1,0 0 0,0 0-1,0 0 1,0 0 0,0 1 0,0-1-1,0 1 1,-1 0 0,0 0 0,1 1-1,-1-1 1,0 1 0,-1-1 0,1 1-1,-1 0 1,1 0 0,-1 0 0,0 1-1,-1-1 1,1 0 0,-1 1-1,0-1 1,0 1 0,0-1 0,0 1-1,-1-1 1,0 1 0,0 0 0,-1 5-1,5 72-2446,9-6-4547,-5-52 314,5-8-3674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8.0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52 6829,'-6'-12'1796,"16"-9"-188,3 12-400,1 3 656,12 3-1624,5 3-552,-1 6-400,7 3-476,-14-6-676,14 12-928,-14 3-901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28.4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150 0 7121,'-33'3'2178,"32"-3"-2055,0 0 1,0 0 0,1 0-1,-1 1 1,0-1 0,1 0-1,-1 1 1,0-1-1,1 0 1,-1 1 0,1-1-1,-1 0 1,1 1-1,-1-1 1,1 1 0,-1-1-1,1 1 1,-1 0 0,1-1-1,-1 1 1,1-1-1,0 1 1,-1 0 0,1-1-1,0 1 1,0 0-1,-1-1 1,1 1 0,0 0-1,0-1 1,0 1 0,0 1-1,0-1 132,0 0-1,0-1 1,-1 1-1,1 0 0,0 0 1,0 0-1,-1 0 1,1 0-1,0-1 1,-1 1-1,1 0 1,-1 0-1,1-1 1,-1 1-1,0 0 1,1-1-1,-1 1 1,0 0-1,-6 4 423,0-1 0,0 1-1,0 1 1,1-1 0,0 1 0,0 0 0,1 1-1,0-1 1,0 1 0,-6 10 0,9-13-574,-1-1 1,1 1-1,0 0 1,0 0 0,0 1-1,0-1 1,1 0-1,-1 1 1,1-1 0,0 0-1,1 1 1,-1 0-1,1-1 1,0 7 0,1-7-87,0 1-1,1-1 1,-1 1 0,1-1 0,0 0 0,0 0 0,0 0 0,1 0 0,0 0 0,-1 0 0,1-1-1,1 1 1,-1-1 0,6 5 0,-3-2-165,1 0-1,0-1 1,0 0 0,0 0-1,1 0 1,0-1 0,0 0-1,0 0 1,0-1 0,1 0-1,-1-1 1,1 0 0,0 0-1,0-1 1,0 0-1,0 0 1,-1-1 0,1 0-1,0-1 1,0 0 0,0 0-1,0-1 1,-1 0 0,1-1-1,-1 1 1,1-2 0,-1 1-1,10-7 1,34-19-514,97-64-1102,-125 75 1986,1 2-1,35-18 1,-58 33 156,-1 1-335,0 1 0,1-1 1,-1 1-1,0 0 0,0-1 0,0 1 0,0 0 1,0-1-1,-1 1 0,1 0 0,0 0 1,0 0-1,0 0 0,-1 0 0,1 0 0,-1 0 1,1 0-1,0 0 0,-1 1 0,0-1 0,1 2 1,5 24 406,-6-9-255,0 0-1,-1-1 1,-6 27 0,3-23-440,-1 38 0,5-53-103,0 1 0,0 0 0,1-1 0,-1 1 0,2-1 0,-1 1 0,4 8 0,-4-12 70,1 0 1,0 0-1,0 0 1,0-1-1,0 1 1,0-1-1,0 1 1,1-1 0,-1 0-1,1 0 1,0 0-1,-1 0 1,1-1-1,0 1 1,0-1-1,6 2 1,0 0-160,0 0 1,1-1-1,0 0 1,-1 0-1,1-1 1,0-1-1,0 0 1,-1 0-1,1-1 1,0 0-1,13-3 1,-15 2 453,-1 0 1,1-1-1,0 1 1,-1-1-1,1-1 1,-1 0-1,0 0 0,0 0 1,0-1-1,-1 0 1,0 0-1,0-1 1,10-11-1,-13 12 330,0 0-1,0 0 1,-1 0 0,0 0 0,2-8-1,5-10 698,-4 11-734,1 0-1,-1-1 1,-1 1-1,5-25 0,-4-19-7554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0.0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29 5913,'0'0'1333,"-1"-3"-65,-1-2-2071,-4-12 6217,9 14-2132,6 7-2254,2 4-494,-1 1 0,17 17 0,-18-16-309,1 0 0,18 13 0,-11-12-95,1-1 0,0-1 0,0-1 0,30 9 0,83 17 228,-100-28-301,623 109 405,11-41-330,-516-58-96,1474 135-195,5-77-1,-987-94-2669,-575 9-2267,-51 8 1384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0.3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145 0 8821,'-10'5'789,"8"-5"-667,1 1-1,0-1 0,-1 1 1,1 0-1,0-1 1,0 1-1,-1 0 0,1 0 1,0 0-1,0 0 1,0 0-1,-1 1 0,1 0-48,1-1 1,0 0-1,0 0 0,-1 1 0,1-1 0,0 0 0,0 0 0,1 0 0,-1 1 0,0-1 0,0 0 0,0 0 0,1 0 0,-1 1 0,1-1 0,-1 0 0,1 0 0,-1 0 0,1 0 0,0 0 0,1 1 0,30 47 1572,60 68 1,-57-76-1343,-1 1 0,48 83 0,-65-94-187,-2 0 1,-1 1-1,-2 1 1,-1 0-1,9 45 1,-17-60-70,-1-1 0,-1 1 1,0 0-1,-1-1 0,-1 1 1,-1 0-1,-1-1 0,0 0 1,-1 1-1,-1-1 0,-1-1 1,-10 25-1,1-14 4,-1 0 1,-1-1-1,-1 0 0,-42 45 0,-100 80-684,45-47-2746,84-69-1062,9-2-2687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0.5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292 0 10293,'-57'82'3372,"27"-46"-2000,3-12-172,7 9-299,0 0-165,-4 10-148,7-1-176,-3 0-80,4 3-236,2 0-296,-3-2-376,7-1-520,0-3-261,10-21-91,-3 12-340,0 0-1948,-1-11-2381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0.8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0 137 5621,'7'-111'4915,"-5"108"-4652,-1 1 0,1 0 0,0 0-1,0 0 1,0 0 0,0 0 0,0 0 0,1 0 0,3-1 0,-4 2-200,-1 1 0,0-1-1,1 1 1,-1 0 0,0-1-1,1 1 1,-1 0 0,0 0-1,1 0 1,-1 0 0,0 0-1,1 0 1,-1 1 0,0-1-1,1 0 1,-1 1 0,0-1-1,2 1 1,3 1 123,5 2-45,0 0 0,0 0 0,0 1 0,-1 0 0,1 1 0,-1 0 0,-1 1 0,1 0 0,-1 1 0,12 13 0,8 10 232,42 56 1,-41-44-358,23 31 248,-47-67-371,0-1-1,0 1 1,0-1 0,1 0 0,0-1 0,0 0-1,12 7 1,-12-10-36,0 0 0,0 0 0,0-1 0,0 0 0,0 0 0,1-1 0,-1 0 0,0 0 0,0-1 0,12-2-1,0 1-79,173-27-1998,-39 4 1061,242-26-18,-251 24-107,-30 4-2160,-55 16 1253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1.0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52 5525,'74'-52'1360,"-40"55"-96,16 3-104,-30-6-172,13 0-184,1 3-236,6-3-128,20 0-108,-9-3-164,6 3-304,-4 0-116,4 0-448,0 0-356,-10 0-656,-3 3-836,9 4-673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3.2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38 971 11981,'-10'-7'2271,"-7"-14"10372,12 14-11365,2 2-2894,3 4 1689,-1 0 0,1 0-1,0 0 1,-1 0 0,1 0 0,0 0-1,0-1 1,0 1 0,0 0 0,0 0 0,0 0-1,0 0 1,0 0 0,1-1 0,-1 1-1,0 0 1,1 0 0,0-1 0,0-3 150,0 0-67,0 0 0,1 0 0,-1 1 1,1-1-1,0 0 0,1 1 0,3-7 1,10-22 723,-12 23-729,0 0-1,1 0 1,0 1-1,0-1 0,8-8 1,12-24 124,5-10-164,2 2 1,40-48 0,-7 11-39,50-93 27,-47 68-85,-58 95-28,-1 0 0,-1-1 1,0 0-1,-2 0 1,8-30-1,-14 45-27,-2 6 8,-1-1 28,0 1 1,0 0-1,0-1 1,1 1-1,-1 0 1,1 0 0,0 1-1,0-1 1,0 0-1,0 1 1,1 0-1,-1-1 1,1 1-1,0 0 1,0-1 0,0 1-1,1 0 1,-1 5-1,-3 61-38,7 104 0,1-112-53,-3 0 0,-13 115 1,2-127 54,-2 0 0,-3-1 0,-28 66 0,-77 135-173,42-96-694,78-154 902,0 0-1,1 0 1,-1 0-1,0 0 1,0 0-1,0 0 1,0 0-1,0 0 1,0 0 0,0 0-1,0 0 1,1 0-1,-1 0 1,0 0-1,0 0 1,0 0-1,0 0 1,0 0 0,0 0-1,0 0 1,1 0-1,-1 0 1,0 0-1,0 0 1,0 0-1,0 0 1,0 0-1,0 0 1,0 0 0,0 0-1,0 0 1,0 0-1,1 0 1,-1 1-1,0-1 1,0 0-1,0 0 1,0 0 0,0 0-1,0 0 1,0 0-1,0 0 1,0 0-1,0 1 1,0-1-1,0 0 1,0 0-1,0 0 1,0 0 0,0 0-1,0 0 1,0 0-1,0 1 1,0-1-1,0 0 1,0 0-1,0 0 1,0 0-1,0 0 1,0 0 0,0 0-1,0 1 1,17-2-233,0 0 1,0-1-1,0-1 1,0 0-1,-1-1 1,1-1-1,-1-1 1,20-9-1,425-157-1028,-285 113 2167,-152 51-748,-12 2 6,1 1 1,1 1 0,-1 0-1,1 0 1,-1 2-1,1 0 1,0 0 0,17 1-1,-29 1-143,-1 0 0,1 1 0,-1-1 0,0 0 0,1 1 0,-1-1-1,0 1 1,1-1 0,-1 1 0,0 0 0,1-1 0,-1 1 0,0 0 0,0 0-1,0 0 1,0 0 0,0 0 0,0 0 0,0 0 0,0 0 0,-1 1 0,1-1-1,0 0 1,-1 1 0,1-1 0,0 0 0,-1 1 0,0-1 0,1 0 0,-1 1-1,0 1 1,0 4-24,0 0 0,0 0-1,-1 0 1,0 0-1,-3 9 1,1 4-378,1 66-3295,-4-27-1019,8-18-4044,-1-23-94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3.7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31 5340,'-9'-25'1447,"8"20"2520,6 6-3917,1 0 1,-1 0 0,1 1-1,-1 0 1,0 0 0,0 0-1,0 1 1,0-1 0,0 1-1,0 0 1,-1 1 0,0-1-1,1 1 1,-1 0 0,-1 0-1,6 7 1,10 8 308,-18-18-316,-1 0 1,1 0 0,-1 0-1,1 0 1,-1 0 0,0 1-1,0-1 1,1 0-1,-1 0 1,0 0 0,0 0-1,0 1 1,0-1 0,0 0-1,-1 0 1,1 2 0,-1 1 99,2 2 179,0 1 1,0 0-1,1-1 1,0 0 0,0 1-1,0-1 1,1 0 0,-1 0-1,2 0 1,-1 0 0,1-1-1,0 1 1,0-1-1,0 0 1,10 8 0,-7-4-114,13 13 308,-1 2 1,18 28 0,-31-43-436,-1 1 1,0-1-1,-1 1 1,0 0 0,0 0-1,-1 1 1,-1-1-1,1 1 1,0 11 0,-1 37 250,-1-26-252,5 32 1,-5-60-141,1 1 0,-1-1 0,2 0 0,-1 0 0,0 0 1,1 0-1,0 0 0,0-1 0,1 1 0,-1-1 1,1 0-1,0 0 0,0 0 0,0 0 0,1-1 0,-1 0 1,10 5-1,-5-3 6,0 0 1,1 0 0,-1-1-1,1-1 1,0 0 0,0 0-1,1-1 1,13 2-1,4-3 63,-1-2-1,1 0 1,-1-2-1,0-1 0,0-1 1,0-1-1,0-2 1,-1 0-1,0-2 0,-1-1 1,0-1-1,41-27 0,-16 9 1764,-57 46-275,-12 12-349,10-17-681,1 1-1,1 0 1,0 0 0,-7 18-1,11-21-332,-1 0-1,2 1 1,-1-1-1,1 1 1,1 0-1,0-1 1,0 1-1,1 0 1,0 0-1,1 0 1,0 0-1,3 11 1,-2-14-121,1 0 0,0 1 0,0-1 0,1 0 0,-1 0 0,2-1 0,-1 1 0,1-1 0,0 0 0,0 0 0,1-1 1,-1 0-1,1 0 0,1 0 0,-1 0 0,8 3 0,3 1-329,1 0 0,0-2 0,0 0 0,0-1 1,1-1-1,0 0 0,35 3 0,-1-5-1595,87-4 0,26-16-2156,-55-2-2212,-27 4-2497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7.2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61 5280,'8'-2'323,"-5"2"-173,0 0-1,-1-1 0,1 0 1,-1 0-1,1 1 1,-1-1-1,1-1 0,-1 1 1,1 0-1,-1-1 1,0 1-1,0-1 0,5-4 6530,4-7-5863,0-3 3224,3 5-2935,-18 21 216,0-1-1540,3-6 1405,2-1-1118,4 3-278,-4-4 268,-1 0 0,1-1 0,0 1 0,0 0 0,-1 0 0,1 0 0,0 0 0,-1 0 1,1 0-1,-1 0 0,1 0 0,-1 0 0,0 0 0,1 0 0,-1 1 0,0-1 0,0 0 0,0 0 0,0 0 0,0 0 0,0 0 0,0 1 0,0-1 0,0 0 0,-1 0 0,1 0 0,0 0 0,-1 0 0,1 0 0,-1 0 0,1 0 0,-1 0 0,1 0 0,-2 1 0,-42 118 1514,-8 20-711,32-94-756,3 1 0,1 0 1,-15 80-1,18-48-1964,-4 121-1,17-179 119,4 44-1,-4-59 1025,1 0 1,0-1-1,0 1 1,1 0-1,0-1 1,0 1-1,0-1 1,0 0-1,1 0 1,0 0-1,0 0 1,0 0-1,5 4 1,5 1-6283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7.7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14 172 6945,'0'0'94,"-1"0"0,1 0 1,-1 0-1,0 0 0,1 0 1,-1 0-1,1 0 1,-1 0-1,1 0 0,-1 0 1,1 0-1,0-1 0,-1 1 1,1 0-1,-1 0 1,1-1-1,-1 1 0,1 0 1,0-1-1,-1 1 0,1 0 1,-1-1-1,1 1 0,0 0 1,-1-1-1,1 1 1,0-1-1,0 1 0,0-1 1,-1 1-1,1-1 0,0 1 1,0-1-1,14-9 4880,9-7-3506,-18 12-1302,0 0 1,1 0-1,0 1 1,0 0-1,1 0 1,-1 0-1,1 1 1,0 0-1,0 0 1,0 1-1,0 0 1,8-1-1,6-2-63,0 2 0,0 1 0,23 0 0,-35 2-93,45-1-58,-1 3 1,65 11-1,5-1-200,-82-10 221,-27-2 5,0-1 0,0-1-1,-1-1 1,1 0 0,0 0 0,-1-1-1,0-1 1,0-1 0,23-12 0,-16 8 18,1 1 0,30-9 0,-44 16-10,0 0 0,1 1-1,-1-1 1,0 2 0,1-1 0,-1 1-1,14 2 1,-17-1 12,1 0 0,-1 0 0,-1 0 0,1 1 0,0 0 0,0 0 0,-1 0 0,1 0 0,-1 0 0,1 1 0,-1-1 1,0 1-1,0 0 0,0 0 0,3 5 0,-2-4-6,0 0 0,0-1 0,0 1 0,0-1 0,1 0 0,-1 0 0,1 0 0,0 0 0,0-1 0,0 0 0,0 0 0,0-1 0,0 1 0,1-1 0,-1 0 0,0 0 0,11-1 0,8 1-177,1-2 0,41-7 0,-43 4 91,2 1 38,39-6-282,70 0 1,-74 10-1566,0-3 0,0-3 1,80-15-1,-130 17 1495,5-2 238,-1 1-1,1 1 1,0 0-1,0 1 1,1 0 0,-1 2-1,0-1 1,23 4-1,71 4 1676,-72-3-780,0-1 0,65-4 0,80-16-2098,-91 7-2110,-44 6 336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7.9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10 100 6705,'14'-8'1208,"-18"13"-139,-13 16 8730,14-57-9170,3 33-585,25-21-1598,-13 17 894,-1 0 1,1 1 0,1 1-1,-1-1 1,1 2 0,15-4-1,21 0-3753,-3 5-1474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8.6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84 6057,'-10'-48'7280,"7"26"-4303,1 9 1820,2 13-4740,1 0-1,-1 0 1,0 0 0,1 0 0,-1 0 0,1 0 0,-1 0 0,1 0 0,-1 0-1,0 0 1,1 0 0,-1 0 0,1 0 0,-1 0 0,0 1 0,1-1 0,-1 0-1,1 0 1,-1 0 0,0 0 0,1 1 0,-1-1 0,0 0 0,1 1 0,-1-1-1,0 0 1,0 0 0,1 1 0,-1-1 0,0 1 0,1-1 0,10 7-267,1 0 0,0-1 0,0-1 1,0 0-1,1-1 0,-1 0 0,20 2 0,-4 1-489,128 25-3906,-93-20 2522,10 8-1086,-62-17 2586,5 0-3128,6 3 293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5:14:38.8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21 2960,'24'-21'-876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10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52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95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5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53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03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35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056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45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32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69827D6-9FF4-4942-AEF3-EED5FAA5D3C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1545A6-5816-4573-ACEC-FCCD4FA0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475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8.xml"/><Relationship Id="rId21" Type="http://schemas.openxmlformats.org/officeDocument/2006/relationships/image" Target="../media/image75.png"/><Relationship Id="rId42" Type="http://schemas.openxmlformats.org/officeDocument/2006/relationships/customXml" Target="../ink/ink86.xml"/><Relationship Id="rId47" Type="http://schemas.openxmlformats.org/officeDocument/2006/relationships/image" Target="../media/image88.png"/><Relationship Id="rId63" Type="http://schemas.openxmlformats.org/officeDocument/2006/relationships/image" Target="../media/image96.png"/><Relationship Id="rId68" Type="http://schemas.openxmlformats.org/officeDocument/2006/relationships/customXml" Target="../ink/ink99.xml"/><Relationship Id="rId84" Type="http://schemas.openxmlformats.org/officeDocument/2006/relationships/customXml" Target="../ink/ink107.xml"/><Relationship Id="rId89" Type="http://schemas.openxmlformats.org/officeDocument/2006/relationships/image" Target="../media/image109.png"/><Relationship Id="rId16" Type="http://schemas.openxmlformats.org/officeDocument/2006/relationships/customXml" Target="../ink/ink73.xml"/><Relationship Id="rId107" Type="http://schemas.openxmlformats.org/officeDocument/2006/relationships/image" Target="../media/image118.png"/><Relationship Id="rId11" Type="http://schemas.openxmlformats.org/officeDocument/2006/relationships/image" Target="../media/image70.png"/><Relationship Id="rId32" Type="http://schemas.openxmlformats.org/officeDocument/2006/relationships/customXml" Target="../ink/ink81.xml"/><Relationship Id="rId37" Type="http://schemas.openxmlformats.org/officeDocument/2006/relationships/image" Target="../media/image83.png"/><Relationship Id="rId53" Type="http://schemas.openxmlformats.org/officeDocument/2006/relationships/image" Target="../media/image91.png"/><Relationship Id="rId58" Type="http://schemas.openxmlformats.org/officeDocument/2006/relationships/customXml" Target="../ink/ink94.xml"/><Relationship Id="rId74" Type="http://schemas.openxmlformats.org/officeDocument/2006/relationships/customXml" Target="../ink/ink102.xml"/><Relationship Id="rId79" Type="http://schemas.openxmlformats.org/officeDocument/2006/relationships/image" Target="../media/image104.png"/><Relationship Id="rId102" Type="http://schemas.openxmlformats.org/officeDocument/2006/relationships/customXml" Target="../ink/ink116.xml"/><Relationship Id="rId5" Type="http://schemas.openxmlformats.org/officeDocument/2006/relationships/image" Target="../media/image67.png"/><Relationship Id="rId90" Type="http://schemas.openxmlformats.org/officeDocument/2006/relationships/customXml" Target="../ink/ink110.xml"/><Relationship Id="rId95" Type="http://schemas.openxmlformats.org/officeDocument/2006/relationships/image" Target="../media/image112.png"/><Relationship Id="rId22" Type="http://schemas.openxmlformats.org/officeDocument/2006/relationships/customXml" Target="../ink/ink76.xml"/><Relationship Id="rId27" Type="http://schemas.openxmlformats.org/officeDocument/2006/relationships/image" Target="../media/image78.png"/><Relationship Id="rId43" Type="http://schemas.openxmlformats.org/officeDocument/2006/relationships/image" Target="../media/image86.png"/><Relationship Id="rId48" Type="http://schemas.openxmlformats.org/officeDocument/2006/relationships/customXml" Target="../ink/ink89.xml"/><Relationship Id="rId64" Type="http://schemas.openxmlformats.org/officeDocument/2006/relationships/customXml" Target="../ink/ink97.xml"/><Relationship Id="rId69" Type="http://schemas.openxmlformats.org/officeDocument/2006/relationships/image" Target="../media/image99.png"/><Relationship Id="rId80" Type="http://schemas.openxmlformats.org/officeDocument/2006/relationships/customXml" Target="../ink/ink105.xml"/><Relationship Id="rId85" Type="http://schemas.openxmlformats.org/officeDocument/2006/relationships/image" Target="../media/image107.png"/><Relationship Id="rId12" Type="http://schemas.openxmlformats.org/officeDocument/2006/relationships/customXml" Target="../ink/ink71.xml"/><Relationship Id="rId17" Type="http://schemas.openxmlformats.org/officeDocument/2006/relationships/image" Target="../media/image73.png"/><Relationship Id="rId33" Type="http://schemas.openxmlformats.org/officeDocument/2006/relationships/image" Target="../media/image81.png"/><Relationship Id="rId38" Type="http://schemas.openxmlformats.org/officeDocument/2006/relationships/customXml" Target="../ink/ink84.xml"/><Relationship Id="rId59" Type="http://schemas.openxmlformats.org/officeDocument/2006/relationships/image" Target="../media/image94.png"/><Relationship Id="rId103" Type="http://schemas.openxmlformats.org/officeDocument/2006/relationships/image" Target="../media/image116.png"/><Relationship Id="rId20" Type="http://schemas.openxmlformats.org/officeDocument/2006/relationships/customXml" Target="../ink/ink75.xml"/><Relationship Id="rId41" Type="http://schemas.openxmlformats.org/officeDocument/2006/relationships/image" Target="../media/image85.png"/><Relationship Id="rId54" Type="http://schemas.openxmlformats.org/officeDocument/2006/relationships/customXml" Target="../ink/ink92.xml"/><Relationship Id="rId62" Type="http://schemas.openxmlformats.org/officeDocument/2006/relationships/customXml" Target="../ink/ink96.xml"/><Relationship Id="rId70" Type="http://schemas.openxmlformats.org/officeDocument/2006/relationships/customXml" Target="../ink/ink100.xml"/><Relationship Id="rId75" Type="http://schemas.openxmlformats.org/officeDocument/2006/relationships/image" Target="../media/image102.png"/><Relationship Id="rId83" Type="http://schemas.openxmlformats.org/officeDocument/2006/relationships/image" Target="../media/image106.png"/><Relationship Id="rId88" Type="http://schemas.openxmlformats.org/officeDocument/2006/relationships/customXml" Target="../ink/ink109.xml"/><Relationship Id="rId91" Type="http://schemas.openxmlformats.org/officeDocument/2006/relationships/image" Target="../media/image110.png"/><Relationship Id="rId96" Type="http://schemas.openxmlformats.org/officeDocument/2006/relationships/customXml" Target="../ink/ink1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8.xml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28" Type="http://schemas.openxmlformats.org/officeDocument/2006/relationships/customXml" Target="../ink/ink79.xml"/><Relationship Id="rId36" Type="http://schemas.openxmlformats.org/officeDocument/2006/relationships/customXml" Target="../ink/ink83.xml"/><Relationship Id="rId49" Type="http://schemas.openxmlformats.org/officeDocument/2006/relationships/image" Target="../media/image89.png"/><Relationship Id="rId57" Type="http://schemas.openxmlformats.org/officeDocument/2006/relationships/image" Target="../media/image93.png"/><Relationship Id="rId106" Type="http://schemas.openxmlformats.org/officeDocument/2006/relationships/customXml" Target="../ink/ink118.xml"/><Relationship Id="rId10" Type="http://schemas.openxmlformats.org/officeDocument/2006/relationships/customXml" Target="../ink/ink70.xml"/><Relationship Id="rId31" Type="http://schemas.openxmlformats.org/officeDocument/2006/relationships/image" Target="../media/image80.png"/><Relationship Id="rId44" Type="http://schemas.openxmlformats.org/officeDocument/2006/relationships/customXml" Target="../ink/ink87.xml"/><Relationship Id="rId52" Type="http://schemas.openxmlformats.org/officeDocument/2006/relationships/customXml" Target="../ink/ink91.xml"/><Relationship Id="rId60" Type="http://schemas.openxmlformats.org/officeDocument/2006/relationships/customXml" Target="../ink/ink95.xml"/><Relationship Id="rId65" Type="http://schemas.openxmlformats.org/officeDocument/2006/relationships/image" Target="../media/image97.png"/><Relationship Id="rId73" Type="http://schemas.openxmlformats.org/officeDocument/2006/relationships/image" Target="../media/image101.png"/><Relationship Id="rId78" Type="http://schemas.openxmlformats.org/officeDocument/2006/relationships/customXml" Target="../ink/ink104.xml"/><Relationship Id="rId81" Type="http://schemas.openxmlformats.org/officeDocument/2006/relationships/image" Target="../media/image105.png"/><Relationship Id="rId86" Type="http://schemas.openxmlformats.org/officeDocument/2006/relationships/customXml" Target="../ink/ink108.xml"/><Relationship Id="rId94" Type="http://schemas.openxmlformats.org/officeDocument/2006/relationships/customXml" Target="../ink/ink112.xml"/><Relationship Id="rId99" Type="http://schemas.openxmlformats.org/officeDocument/2006/relationships/image" Target="../media/image114.png"/><Relationship Id="rId101" Type="http://schemas.openxmlformats.org/officeDocument/2006/relationships/image" Target="../media/image115.png"/><Relationship Id="rId4" Type="http://schemas.openxmlformats.org/officeDocument/2006/relationships/customXml" Target="../ink/ink67.xml"/><Relationship Id="rId9" Type="http://schemas.openxmlformats.org/officeDocument/2006/relationships/image" Target="../media/image69.png"/><Relationship Id="rId13" Type="http://schemas.openxmlformats.org/officeDocument/2006/relationships/image" Target="../media/image71.png"/><Relationship Id="rId18" Type="http://schemas.openxmlformats.org/officeDocument/2006/relationships/customXml" Target="../ink/ink74.xml"/><Relationship Id="rId39" Type="http://schemas.openxmlformats.org/officeDocument/2006/relationships/image" Target="../media/image84.png"/><Relationship Id="rId34" Type="http://schemas.openxmlformats.org/officeDocument/2006/relationships/customXml" Target="../ink/ink82.xml"/><Relationship Id="rId50" Type="http://schemas.openxmlformats.org/officeDocument/2006/relationships/customXml" Target="../ink/ink90.xml"/><Relationship Id="rId55" Type="http://schemas.openxmlformats.org/officeDocument/2006/relationships/image" Target="../media/image92.png"/><Relationship Id="rId76" Type="http://schemas.openxmlformats.org/officeDocument/2006/relationships/customXml" Target="../ink/ink103.xml"/><Relationship Id="rId97" Type="http://schemas.openxmlformats.org/officeDocument/2006/relationships/image" Target="../media/image113.png"/><Relationship Id="rId104" Type="http://schemas.openxmlformats.org/officeDocument/2006/relationships/customXml" Target="../ink/ink117.xml"/><Relationship Id="rId7" Type="http://schemas.openxmlformats.org/officeDocument/2006/relationships/image" Target="../media/image68.png"/><Relationship Id="rId71" Type="http://schemas.openxmlformats.org/officeDocument/2006/relationships/image" Target="../media/image100.png"/><Relationship Id="rId92" Type="http://schemas.openxmlformats.org/officeDocument/2006/relationships/customXml" Target="../ink/ink111.xml"/><Relationship Id="rId2" Type="http://schemas.openxmlformats.org/officeDocument/2006/relationships/customXml" Target="../ink/ink66.xml"/><Relationship Id="rId29" Type="http://schemas.openxmlformats.org/officeDocument/2006/relationships/image" Target="../media/image79.png"/><Relationship Id="rId24" Type="http://schemas.openxmlformats.org/officeDocument/2006/relationships/customXml" Target="../ink/ink77.xml"/><Relationship Id="rId40" Type="http://schemas.openxmlformats.org/officeDocument/2006/relationships/customXml" Target="../ink/ink85.xml"/><Relationship Id="rId45" Type="http://schemas.openxmlformats.org/officeDocument/2006/relationships/image" Target="../media/image87.png"/><Relationship Id="rId66" Type="http://schemas.openxmlformats.org/officeDocument/2006/relationships/customXml" Target="../ink/ink98.xml"/><Relationship Id="rId87" Type="http://schemas.openxmlformats.org/officeDocument/2006/relationships/image" Target="../media/image108.png"/><Relationship Id="rId61" Type="http://schemas.openxmlformats.org/officeDocument/2006/relationships/image" Target="../media/image95.png"/><Relationship Id="rId82" Type="http://schemas.openxmlformats.org/officeDocument/2006/relationships/customXml" Target="../ink/ink106.xml"/><Relationship Id="rId19" Type="http://schemas.openxmlformats.org/officeDocument/2006/relationships/image" Target="../media/image74.png"/><Relationship Id="rId14" Type="http://schemas.openxmlformats.org/officeDocument/2006/relationships/customXml" Target="../ink/ink72.xml"/><Relationship Id="rId30" Type="http://schemas.openxmlformats.org/officeDocument/2006/relationships/customXml" Target="../ink/ink80.xml"/><Relationship Id="rId35" Type="http://schemas.openxmlformats.org/officeDocument/2006/relationships/image" Target="../media/image82.png"/><Relationship Id="rId56" Type="http://schemas.openxmlformats.org/officeDocument/2006/relationships/customXml" Target="../ink/ink93.xml"/><Relationship Id="rId77" Type="http://schemas.openxmlformats.org/officeDocument/2006/relationships/image" Target="../media/image103.png"/><Relationship Id="rId100" Type="http://schemas.openxmlformats.org/officeDocument/2006/relationships/customXml" Target="../ink/ink115.xml"/><Relationship Id="rId105" Type="http://schemas.openxmlformats.org/officeDocument/2006/relationships/image" Target="../media/image117.png"/><Relationship Id="rId8" Type="http://schemas.openxmlformats.org/officeDocument/2006/relationships/customXml" Target="../ink/ink69.xml"/><Relationship Id="rId51" Type="http://schemas.openxmlformats.org/officeDocument/2006/relationships/image" Target="../media/image90.png"/><Relationship Id="rId72" Type="http://schemas.openxmlformats.org/officeDocument/2006/relationships/customXml" Target="../ink/ink101.xml"/><Relationship Id="rId93" Type="http://schemas.openxmlformats.org/officeDocument/2006/relationships/image" Target="../media/image111.png"/><Relationship Id="rId98" Type="http://schemas.openxmlformats.org/officeDocument/2006/relationships/customXml" Target="../ink/ink114.xml"/><Relationship Id="rId3" Type="http://schemas.openxmlformats.org/officeDocument/2006/relationships/image" Target="../media/image66.png"/><Relationship Id="rId25" Type="http://schemas.openxmlformats.org/officeDocument/2006/relationships/image" Target="../media/image77.png"/><Relationship Id="rId46" Type="http://schemas.openxmlformats.org/officeDocument/2006/relationships/customXml" Target="../ink/ink88.xml"/><Relationship Id="rId67" Type="http://schemas.openxmlformats.org/officeDocument/2006/relationships/image" Target="../media/image98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1.xml"/><Relationship Id="rId21" Type="http://schemas.openxmlformats.org/officeDocument/2006/relationships/image" Target="../media/image128.png"/><Relationship Id="rId42" Type="http://schemas.openxmlformats.org/officeDocument/2006/relationships/customXml" Target="../ink/ink139.xml"/><Relationship Id="rId47" Type="http://schemas.openxmlformats.org/officeDocument/2006/relationships/image" Target="../media/image141.png"/><Relationship Id="rId63" Type="http://schemas.openxmlformats.org/officeDocument/2006/relationships/image" Target="../media/image149.png"/><Relationship Id="rId68" Type="http://schemas.openxmlformats.org/officeDocument/2006/relationships/hyperlink" Target="https://www.google.com/search?q=Polynomial+Regression&amp;oq=Linear+regression+types&amp;gs_lcrp=EgZjaHJvbWUyBggAEEUYOTIHCAEQABiABDIICAIQABgWGB4yCAgDEAAYFhgeMggIBBAAGBYYHjIICAUQABgWGB4yCAgGEAAYFhgeMggIBxAAGBYYHjIICAgQABgWGB4yCAgJEAAYFhge0gEINjE4M2owajGoAgiwAgHxBUjSJczLkkB3&amp;sourceid=chrome&amp;ie=UTF-8&amp;ved=2ahUKEwiglZHqiZeTAxWqS3ADHQhBEBcQgK4QegYIAQgCEAk" TargetMode="External"/><Relationship Id="rId7" Type="http://schemas.openxmlformats.org/officeDocument/2006/relationships/image" Target="../media/image121.png"/><Relationship Id="rId2" Type="http://schemas.openxmlformats.org/officeDocument/2006/relationships/customXml" Target="../ink/ink119.xml"/><Relationship Id="rId16" Type="http://schemas.openxmlformats.org/officeDocument/2006/relationships/customXml" Target="../ink/ink126.xml"/><Relationship Id="rId29" Type="http://schemas.openxmlformats.org/officeDocument/2006/relationships/image" Target="../media/image132.png"/><Relationship Id="rId11" Type="http://schemas.openxmlformats.org/officeDocument/2006/relationships/image" Target="../media/image123.png"/><Relationship Id="rId24" Type="http://schemas.openxmlformats.org/officeDocument/2006/relationships/customXml" Target="../ink/ink130.xml"/><Relationship Id="rId32" Type="http://schemas.openxmlformats.org/officeDocument/2006/relationships/customXml" Target="../ink/ink134.xml"/><Relationship Id="rId37" Type="http://schemas.openxmlformats.org/officeDocument/2006/relationships/image" Target="../media/image136.png"/><Relationship Id="rId40" Type="http://schemas.openxmlformats.org/officeDocument/2006/relationships/customXml" Target="../ink/ink138.xml"/><Relationship Id="rId45" Type="http://schemas.openxmlformats.org/officeDocument/2006/relationships/image" Target="../media/image140.png"/><Relationship Id="rId53" Type="http://schemas.openxmlformats.org/officeDocument/2006/relationships/image" Target="../media/image144.png"/><Relationship Id="rId58" Type="http://schemas.openxmlformats.org/officeDocument/2006/relationships/customXml" Target="../ink/ink147.xml"/><Relationship Id="rId66" Type="http://schemas.openxmlformats.org/officeDocument/2006/relationships/customXml" Target="../ink/ink151.xml"/><Relationship Id="rId5" Type="http://schemas.openxmlformats.org/officeDocument/2006/relationships/image" Target="../media/image120.png"/><Relationship Id="rId61" Type="http://schemas.openxmlformats.org/officeDocument/2006/relationships/image" Target="../media/image148.png"/><Relationship Id="rId19" Type="http://schemas.openxmlformats.org/officeDocument/2006/relationships/image" Target="../media/image127.png"/><Relationship Id="rId14" Type="http://schemas.openxmlformats.org/officeDocument/2006/relationships/customXml" Target="../ink/ink125.xml"/><Relationship Id="rId22" Type="http://schemas.openxmlformats.org/officeDocument/2006/relationships/customXml" Target="../ink/ink129.xml"/><Relationship Id="rId27" Type="http://schemas.openxmlformats.org/officeDocument/2006/relationships/image" Target="../media/image131.png"/><Relationship Id="rId30" Type="http://schemas.openxmlformats.org/officeDocument/2006/relationships/customXml" Target="../ink/ink133.xml"/><Relationship Id="rId35" Type="http://schemas.openxmlformats.org/officeDocument/2006/relationships/image" Target="../media/image135.png"/><Relationship Id="rId43" Type="http://schemas.openxmlformats.org/officeDocument/2006/relationships/image" Target="../media/image139.png"/><Relationship Id="rId48" Type="http://schemas.openxmlformats.org/officeDocument/2006/relationships/customXml" Target="../ink/ink142.xml"/><Relationship Id="rId56" Type="http://schemas.openxmlformats.org/officeDocument/2006/relationships/customXml" Target="../ink/ink146.xml"/><Relationship Id="rId64" Type="http://schemas.openxmlformats.org/officeDocument/2006/relationships/customXml" Target="../ink/ink150.xml"/><Relationship Id="rId69" Type="http://schemas.openxmlformats.org/officeDocument/2006/relationships/image" Target="../media/image152.gif"/><Relationship Id="rId8" Type="http://schemas.openxmlformats.org/officeDocument/2006/relationships/customXml" Target="../ink/ink122.xml"/><Relationship Id="rId51" Type="http://schemas.openxmlformats.org/officeDocument/2006/relationships/image" Target="../media/image143.png"/><Relationship Id="rId3" Type="http://schemas.openxmlformats.org/officeDocument/2006/relationships/image" Target="../media/image119.png"/><Relationship Id="rId12" Type="http://schemas.openxmlformats.org/officeDocument/2006/relationships/customXml" Target="../ink/ink124.xml"/><Relationship Id="rId17" Type="http://schemas.openxmlformats.org/officeDocument/2006/relationships/image" Target="../media/image126.png"/><Relationship Id="rId25" Type="http://schemas.openxmlformats.org/officeDocument/2006/relationships/image" Target="../media/image130.png"/><Relationship Id="rId33" Type="http://schemas.openxmlformats.org/officeDocument/2006/relationships/image" Target="../media/image134.png"/><Relationship Id="rId38" Type="http://schemas.openxmlformats.org/officeDocument/2006/relationships/customXml" Target="../ink/ink137.xml"/><Relationship Id="rId46" Type="http://schemas.openxmlformats.org/officeDocument/2006/relationships/customXml" Target="../ink/ink141.xml"/><Relationship Id="rId59" Type="http://schemas.openxmlformats.org/officeDocument/2006/relationships/image" Target="../media/image147.png"/><Relationship Id="rId67" Type="http://schemas.openxmlformats.org/officeDocument/2006/relationships/image" Target="../media/image151.png"/><Relationship Id="rId20" Type="http://schemas.openxmlformats.org/officeDocument/2006/relationships/customXml" Target="../ink/ink128.xml"/><Relationship Id="rId41" Type="http://schemas.openxmlformats.org/officeDocument/2006/relationships/image" Target="../media/image138.png"/><Relationship Id="rId54" Type="http://schemas.openxmlformats.org/officeDocument/2006/relationships/customXml" Target="../ink/ink145.xml"/><Relationship Id="rId62" Type="http://schemas.openxmlformats.org/officeDocument/2006/relationships/customXml" Target="../ink/ink1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1.xml"/><Relationship Id="rId15" Type="http://schemas.openxmlformats.org/officeDocument/2006/relationships/image" Target="../media/image125.png"/><Relationship Id="rId23" Type="http://schemas.openxmlformats.org/officeDocument/2006/relationships/image" Target="../media/image129.png"/><Relationship Id="rId28" Type="http://schemas.openxmlformats.org/officeDocument/2006/relationships/customXml" Target="../ink/ink132.xml"/><Relationship Id="rId36" Type="http://schemas.openxmlformats.org/officeDocument/2006/relationships/customXml" Target="../ink/ink136.xml"/><Relationship Id="rId49" Type="http://schemas.openxmlformats.org/officeDocument/2006/relationships/image" Target="../media/image142.png"/><Relationship Id="rId57" Type="http://schemas.openxmlformats.org/officeDocument/2006/relationships/image" Target="../media/image146.png"/><Relationship Id="rId10" Type="http://schemas.openxmlformats.org/officeDocument/2006/relationships/customXml" Target="../ink/ink123.xml"/><Relationship Id="rId31" Type="http://schemas.openxmlformats.org/officeDocument/2006/relationships/image" Target="../media/image133.png"/><Relationship Id="rId44" Type="http://schemas.openxmlformats.org/officeDocument/2006/relationships/customXml" Target="../ink/ink140.xml"/><Relationship Id="rId52" Type="http://schemas.openxmlformats.org/officeDocument/2006/relationships/customXml" Target="../ink/ink144.xml"/><Relationship Id="rId60" Type="http://schemas.openxmlformats.org/officeDocument/2006/relationships/customXml" Target="../ink/ink148.xml"/><Relationship Id="rId65" Type="http://schemas.openxmlformats.org/officeDocument/2006/relationships/image" Target="../media/image150.png"/><Relationship Id="rId4" Type="http://schemas.openxmlformats.org/officeDocument/2006/relationships/customXml" Target="../ink/ink120.xml"/><Relationship Id="rId9" Type="http://schemas.openxmlformats.org/officeDocument/2006/relationships/image" Target="../media/image122.png"/><Relationship Id="rId13" Type="http://schemas.openxmlformats.org/officeDocument/2006/relationships/image" Target="../media/image124.png"/><Relationship Id="rId18" Type="http://schemas.openxmlformats.org/officeDocument/2006/relationships/customXml" Target="../ink/ink127.xml"/><Relationship Id="rId39" Type="http://schemas.openxmlformats.org/officeDocument/2006/relationships/image" Target="../media/image137.png"/><Relationship Id="rId34" Type="http://schemas.openxmlformats.org/officeDocument/2006/relationships/customXml" Target="../ink/ink135.xml"/><Relationship Id="rId50" Type="http://schemas.openxmlformats.org/officeDocument/2006/relationships/customXml" Target="../ink/ink143.xml"/><Relationship Id="rId55" Type="http://schemas.openxmlformats.org/officeDocument/2006/relationships/image" Target="../media/image145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4.xml"/><Relationship Id="rId117" Type="http://schemas.openxmlformats.org/officeDocument/2006/relationships/image" Target="../media/image210.png"/><Relationship Id="rId21" Type="http://schemas.openxmlformats.org/officeDocument/2006/relationships/image" Target="../media/image162.png"/><Relationship Id="rId42" Type="http://schemas.openxmlformats.org/officeDocument/2006/relationships/customXml" Target="../ink/ink172.xml"/><Relationship Id="rId47" Type="http://schemas.openxmlformats.org/officeDocument/2006/relationships/image" Target="../media/image175.png"/><Relationship Id="rId63" Type="http://schemas.openxmlformats.org/officeDocument/2006/relationships/image" Target="../media/image183.png"/><Relationship Id="rId68" Type="http://schemas.openxmlformats.org/officeDocument/2006/relationships/customXml" Target="../ink/ink185.xml"/><Relationship Id="rId84" Type="http://schemas.openxmlformats.org/officeDocument/2006/relationships/customXml" Target="../ink/ink193.xml"/><Relationship Id="rId89" Type="http://schemas.openxmlformats.org/officeDocument/2006/relationships/image" Target="../media/image196.png"/><Relationship Id="rId112" Type="http://schemas.openxmlformats.org/officeDocument/2006/relationships/customXml" Target="../ink/ink207.xml"/><Relationship Id="rId16" Type="http://schemas.openxmlformats.org/officeDocument/2006/relationships/customXml" Target="../ink/ink159.xml"/><Relationship Id="rId107" Type="http://schemas.openxmlformats.org/officeDocument/2006/relationships/image" Target="../media/image205.png"/><Relationship Id="rId11" Type="http://schemas.openxmlformats.org/officeDocument/2006/relationships/image" Target="../media/image157.png"/><Relationship Id="rId32" Type="http://schemas.openxmlformats.org/officeDocument/2006/relationships/customXml" Target="../ink/ink167.xml"/><Relationship Id="rId37" Type="http://schemas.openxmlformats.org/officeDocument/2006/relationships/image" Target="../media/image170.png"/><Relationship Id="rId53" Type="http://schemas.openxmlformats.org/officeDocument/2006/relationships/image" Target="../media/image178.png"/><Relationship Id="rId58" Type="http://schemas.openxmlformats.org/officeDocument/2006/relationships/customXml" Target="../ink/ink180.xml"/><Relationship Id="rId74" Type="http://schemas.openxmlformats.org/officeDocument/2006/relationships/customXml" Target="../ink/ink188.xml"/><Relationship Id="rId79" Type="http://schemas.openxmlformats.org/officeDocument/2006/relationships/image" Target="../media/image191.png"/><Relationship Id="rId102" Type="http://schemas.openxmlformats.org/officeDocument/2006/relationships/customXml" Target="../ink/ink202.xml"/><Relationship Id="rId5" Type="http://schemas.openxmlformats.org/officeDocument/2006/relationships/image" Target="../media/image154.png"/><Relationship Id="rId90" Type="http://schemas.openxmlformats.org/officeDocument/2006/relationships/customXml" Target="../ink/ink196.xml"/><Relationship Id="rId95" Type="http://schemas.openxmlformats.org/officeDocument/2006/relationships/image" Target="../media/image199.png"/><Relationship Id="rId22" Type="http://schemas.openxmlformats.org/officeDocument/2006/relationships/customXml" Target="../ink/ink162.xml"/><Relationship Id="rId27" Type="http://schemas.openxmlformats.org/officeDocument/2006/relationships/image" Target="../media/image165.png"/><Relationship Id="rId43" Type="http://schemas.openxmlformats.org/officeDocument/2006/relationships/image" Target="../media/image173.png"/><Relationship Id="rId48" Type="http://schemas.openxmlformats.org/officeDocument/2006/relationships/customXml" Target="../ink/ink175.xml"/><Relationship Id="rId64" Type="http://schemas.openxmlformats.org/officeDocument/2006/relationships/customXml" Target="../ink/ink183.xml"/><Relationship Id="rId69" Type="http://schemas.openxmlformats.org/officeDocument/2006/relationships/image" Target="../media/image186.png"/><Relationship Id="rId113" Type="http://schemas.openxmlformats.org/officeDocument/2006/relationships/image" Target="../media/image208.png"/><Relationship Id="rId118" Type="http://schemas.openxmlformats.org/officeDocument/2006/relationships/customXml" Target="../ink/ink210.xml"/><Relationship Id="rId80" Type="http://schemas.openxmlformats.org/officeDocument/2006/relationships/customXml" Target="../ink/ink191.xml"/><Relationship Id="rId85" Type="http://schemas.openxmlformats.org/officeDocument/2006/relationships/image" Target="../media/image194.png"/><Relationship Id="rId12" Type="http://schemas.openxmlformats.org/officeDocument/2006/relationships/customXml" Target="../ink/ink157.xml"/><Relationship Id="rId17" Type="http://schemas.openxmlformats.org/officeDocument/2006/relationships/image" Target="../media/image160.png"/><Relationship Id="rId33" Type="http://schemas.openxmlformats.org/officeDocument/2006/relationships/image" Target="../media/image168.png"/><Relationship Id="rId38" Type="http://schemas.openxmlformats.org/officeDocument/2006/relationships/customXml" Target="../ink/ink170.xml"/><Relationship Id="rId59" Type="http://schemas.openxmlformats.org/officeDocument/2006/relationships/image" Target="../media/image181.png"/><Relationship Id="rId103" Type="http://schemas.openxmlformats.org/officeDocument/2006/relationships/image" Target="../media/image203.png"/><Relationship Id="rId108" Type="http://schemas.openxmlformats.org/officeDocument/2006/relationships/customXml" Target="../ink/ink205.xml"/><Relationship Id="rId54" Type="http://schemas.openxmlformats.org/officeDocument/2006/relationships/customXml" Target="../ink/ink178.xml"/><Relationship Id="rId70" Type="http://schemas.openxmlformats.org/officeDocument/2006/relationships/customXml" Target="../ink/ink186.xml"/><Relationship Id="rId75" Type="http://schemas.openxmlformats.org/officeDocument/2006/relationships/image" Target="../media/image189.png"/><Relationship Id="rId91" Type="http://schemas.openxmlformats.org/officeDocument/2006/relationships/image" Target="../media/image197.png"/><Relationship Id="rId96" Type="http://schemas.openxmlformats.org/officeDocument/2006/relationships/customXml" Target="../ink/ink19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4.xml"/><Relationship Id="rId23" Type="http://schemas.openxmlformats.org/officeDocument/2006/relationships/image" Target="../media/image163.png"/><Relationship Id="rId28" Type="http://schemas.openxmlformats.org/officeDocument/2006/relationships/customXml" Target="../ink/ink165.xml"/><Relationship Id="rId49" Type="http://schemas.openxmlformats.org/officeDocument/2006/relationships/image" Target="../media/image176.png"/><Relationship Id="rId114" Type="http://schemas.openxmlformats.org/officeDocument/2006/relationships/customXml" Target="../ink/ink208.xml"/><Relationship Id="rId119" Type="http://schemas.openxmlformats.org/officeDocument/2006/relationships/image" Target="../media/image211.png"/><Relationship Id="rId10" Type="http://schemas.openxmlformats.org/officeDocument/2006/relationships/customXml" Target="../ink/ink156.xml"/><Relationship Id="rId31" Type="http://schemas.openxmlformats.org/officeDocument/2006/relationships/image" Target="../media/image167.png"/><Relationship Id="rId44" Type="http://schemas.openxmlformats.org/officeDocument/2006/relationships/customXml" Target="../ink/ink173.xml"/><Relationship Id="rId52" Type="http://schemas.openxmlformats.org/officeDocument/2006/relationships/customXml" Target="../ink/ink177.xml"/><Relationship Id="rId60" Type="http://schemas.openxmlformats.org/officeDocument/2006/relationships/customXml" Target="../ink/ink181.xml"/><Relationship Id="rId65" Type="http://schemas.openxmlformats.org/officeDocument/2006/relationships/image" Target="../media/image184.png"/><Relationship Id="rId73" Type="http://schemas.openxmlformats.org/officeDocument/2006/relationships/image" Target="../media/image188.png"/><Relationship Id="rId78" Type="http://schemas.openxmlformats.org/officeDocument/2006/relationships/customXml" Target="../ink/ink190.xml"/><Relationship Id="rId81" Type="http://schemas.openxmlformats.org/officeDocument/2006/relationships/image" Target="../media/image192.png"/><Relationship Id="rId86" Type="http://schemas.openxmlformats.org/officeDocument/2006/relationships/customXml" Target="../ink/ink194.xml"/><Relationship Id="rId94" Type="http://schemas.openxmlformats.org/officeDocument/2006/relationships/customXml" Target="../ink/ink198.xml"/><Relationship Id="rId99" Type="http://schemas.openxmlformats.org/officeDocument/2006/relationships/image" Target="../media/image201.png"/><Relationship Id="rId101" Type="http://schemas.openxmlformats.org/officeDocument/2006/relationships/image" Target="../media/image202.png"/><Relationship Id="rId4" Type="http://schemas.openxmlformats.org/officeDocument/2006/relationships/customXml" Target="../ink/ink153.xml"/><Relationship Id="rId9" Type="http://schemas.openxmlformats.org/officeDocument/2006/relationships/image" Target="../media/image156.png"/><Relationship Id="rId13" Type="http://schemas.openxmlformats.org/officeDocument/2006/relationships/image" Target="../media/image158.png"/><Relationship Id="rId18" Type="http://schemas.openxmlformats.org/officeDocument/2006/relationships/customXml" Target="../ink/ink160.xml"/><Relationship Id="rId39" Type="http://schemas.openxmlformats.org/officeDocument/2006/relationships/image" Target="../media/image171.png"/><Relationship Id="rId109" Type="http://schemas.openxmlformats.org/officeDocument/2006/relationships/image" Target="../media/image206.png"/><Relationship Id="rId34" Type="http://schemas.openxmlformats.org/officeDocument/2006/relationships/customXml" Target="../ink/ink168.xml"/><Relationship Id="rId50" Type="http://schemas.openxmlformats.org/officeDocument/2006/relationships/customXml" Target="../ink/ink176.xml"/><Relationship Id="rId55" Type="http://schemas.openxmlformats.org/officeDocument/2006/relationships/image" Target="../media/image179.png"/><Relationship Id="rId76" Type="http://schemas.openxmlformats.org/officeDocument/2006/relationships/customXml" Target="../ink/ink189.xml"/><Relationship Id="rId97" Type="http://schemas.openxmlformats.org/officeDocument/2006/relationships/image" Target="../media/image200.png"/><Relationship Id="rId104" Type="http://schemas.openxmlformats.org/officeDocument/2006/relationships/customXml" Target="../ink/ink203.xml"/><Relationship Id="rId7" Type="http://schemas.openxmlformats.org/officeDocument/2006/relationships/image" Target="../media/image155.png"/><Relationship Id="rId71" Type="http://schemas.openxmlformats.org/officeDocument/2006/relationships/image" Target="../media/image187.png"/><Relationship Id="rId92" Type="http://schemas.openxmlformats.org/officeDocument/2006/relationships/customXml" Target="../ink/ink197.xml"/><Relationship Id="rId2" Type="http://schemas.openxmlformats.org/officeDocument/2006/relationships/customXml" Target="../ink/ink152.xml"/><Relationship Id="rId29" Type="http://schemas.openxmlformats.org/officeDocument/2006/relationships/image" Target="../media/image166.png"/><Relationship Id="rId24" Type="http://schemas.openxmlformats.org/officeDocument/2006/relationships/customXml" Target="../ink/ink163.xml"/><Relationship Id="rId40" Type="http://schemas.openxmlformats.org/officeDocument/2006/relationships/customXml" Target="../ink/ink171.xml"/><Relationship Id="rId45" Type="http://schemas.openxmlformats.org/officeDocument/2006/relationships/image" Target="../media/image174.png"/><Relationship Id="rId66" Type="http://schemas.openxmlformats.org/officeDocument/2006/relationships/customXml" Target="../ink/ink184.xml"/><Relationship Id="rId87" Type="http://schemas.openxmlformats.org/officeDocument/2006/relationships/image" Target="../media/image195.png"/><Relationship Id="rId110" Type="http://schemas.openxmlformats.org/officeDocument/2006/relationships/customXml" Target="../ink/ink206.xml"/><Relationship Id="rId115" Type="http://schemas.openxmlformats.org/officeDocument/2006/relationships/image" Target="../media/image209.png"/><Relationship Id="rId61" Type="http://schemas.openxmlformats.org/officeDocument/2006/relationships/image" Target="../media/image182.png"/><Relationship Id="rId82" Type="http://schemas.openxmlformats.org/officeDocument/2006/relationships/customXml" Target="../ink/ink192.xml"/><Relationship Id="rId19" Type="http://schemas.openxmlformats.org/officeDocument/2006/relationships/image" Target="../media/image161.png"/><Relationship Id="rId14" Type="http://schemas.openxmlformats.org/officeDocument/2006/relationships/customXml" Target="../ink/ink158.xml"/><Relationship Id="rId30" Type="http://schemas.openxmlformats.org/officeDocument/2006/relationships/customXml" Target="../ink/ink166.xml"/><Relationship Id="rId35" Type="http://schemas.openxmlformats.org/officeDocument/2006/relationships/image" Target="../media/image169.png"/><Relationship Id="rId56" Type="http://schemas.openxmlformats.org/officeDocument/2006/relationships/customXml" Target="../ink/ink179.xml"/><Relationship Id="rId77" Type="http://schemas.openxmlformats.org/officeDocument/2006/relationships/image" Target="../media/image190.png"/><Relationship Id="rId100" Type="http://schemas.openxmlformats.org/officeDocument/2006/relationships/customXml" Target="../ink/ink201.xml"/><Relationship Id="rId105" Type="http://schemas.openxmlformats.org/officeDocument/2006/relationships/image" Target="../media/image204.png"/><Relationship Id="rId8" Type="http://schemas.openxmlformats.org/officeDocument/2006/relationships/customXml" Target="../ink/ink155.xml"/><Relationship Id="rId51" Type="http://schemas.openxmlformats.org/officeDocument/2006/relationships/image" Target="../media/image177.png"/><Relationship Id="rId72" Type="http://schemas.openxmlformats.org/officeDocument/2006/relationships/customXml" Target="../ink/ink187.xml"/><Relationship Id="rId93" Type="http://schemas.openxmlformats.org/officeDocument/2006/relationships/image" Target="../media/image198.png"/><Relationship Id="rId98" Type="http://schemas.openxmlformats.org/officeDocument/2006/relationships/customXml" Target="../ink/ink200.xml"/><Relationship Id="rId3" Type="http://schemas.openxmlformats.org/officeDocument/2006/relationships/image" Target="../media/image153.png"/><Relationship Id="rId25" Type="http://schemas.openxmlformats.org/officeDocument/2006/relationships/image" Target="../media/image164.png"/><Relationship Id="rId46" Type="http://schemas.openxmlformats.org/officeDocument/2006/relationships/customXml" Target="../ink/ink174.xml"/><Relationship Id="rId67" Type="http://schemas.openxmlformats.org/officeDocument/2006/relationships/image" Target="../media/image185.png"/><Relationship Id="rId116" Type="http://schemas.openxmlformats.org/officeDocument/2006/relationships/customXml" Target="../ink/ink209.xml"/><Relationship Id="rId20" Type="http://schemas.openxmlformats.org/officeDocument/2006/relationships/customXml" Target="../ink/ink161.xml"/><Relationship Id="rId41" Type="http://schemas.openxmlformats.org/officeDocument/2006/relationships/image" Target="../media/image172.png"/><Relationship Id="rId62" Type="http://schemas.openxmlformats.org/officeDocument/2006/relationships/customXml" Target="../ink/ink182.xml"/><Relationship Id="rId83" Type="http://schemas.openxmlformats.org/officeDocument/2006/relationships/image" Target="../media/image193.png"/><Relationship Id="rId88" Type="http://schemas.openxmlformats.org/officeDocument/2006/relationships/customXml" Target="../ink/ink195.xml"/><Relationship Id="rId111" Type="http://schemas.openxmlformats.org/officeDocument/2006/relationships/image" Target="../media/image207.png"/><Relationship Id="rId15" Type="http://schemas.openxmlformats.org/officeDocument/2006/relationships/image" Target="../media/image159.png"/><Relationship Id="rId36" Type="http://schemas.openxmlformats.org/officeDocument/2006/relationships/customXml" Target="../ink/ink169.xml"/><Relationship Id="rId57" Type="http://schemas.openxmlformats.org/officeDocument/2006/relationships/image" Target="../media/image180.png"/><Relationship Id="rId106" Type="http://schemas.openxmlformats.org/officeDocument/2006/relationships/customXml" Target="../ink/ink20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98C74E4A-EDB0-189B-5D95-03F377D9B1D5}"/>
              </a:ext>
            </a:extLst>
          </p:cNvPr>
          <p:cNvGrpSpPr/>
          <p:nvPr/>
        </p:nvGrpSpPr>
        <p:grpSpPr>
          <a:xfrm>
            <a:off x="364435" y="810020"/>
            <a:ext cx="6586200" cy="1122480"/>
            <a:chOff x="364435" y="810020"/>
            <a:chExt cx="6586200" cy="112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40A6083-3F60-86BD-703C-EE33CB28E94B}"/>
                    </a:ext>
                  </a:extLst>
                </p14:cNvPr>
                <p14:cNvContentPartPr/>
                <p14:nvPr/>
              </p14:nvContentPartPr>
              <p14:xfrm>
                <a:off x="364435" y="811100"/>
                <a:ext cx="446040" cy="661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40A6083-3F60-86BD-703C-EE33CB28E9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8315" y="804980"/>
                  <a:ext cx="45828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DB74E22-7925-4E06-2BDA-4A22E006D44F}"/>
                    </a:ext>
                  </a:extLst>
                </p14:cNvPr>
                <p14:cNvContentPartPr/>
                <p14:nvPr/>
              </p14:nvContentPartPr>
              <p14:xfrm>
                <a:off x="901555" y="1196660"/>
                <a:ext cx="90360" cy="279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DB74E22-7925-4E06-2BDA-4A22E006D4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5435" y="1190540"/>
                  <a:ext cx="1026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5D153DA-39D9-0E22-43E0-2E600E98CA10}"/>
                    </a:ext>
                  </a:extLst>
                </p14:cNvPr>
                <p14:cNvContentPartPr/>
                <p14:nvPr/>
              </p14:nvContentPartPr>
              <p14:xfrm>
                <a:off x="1073635" y="972020"/>
                <a:ext cx="35280" cy="15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5D153DA-39D9-0E22-43E0-2E600E98CA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7515" y="965900"/>
                  <a:ext cx="47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72B0AD-2EE9-14EA-A49B-A209B03CC086}"/>
                    </a:ext>
                  </a:extLst>
                </p14:cNvPr>
                <p14:cNvContentPartPr/>
                <p14:nvPr/>
              </p14:nvContentPartPr>
              <p14:xfrm>
                <a:off x="1129435" y="1249580"/>
                <a:ext cx="423720" cy="263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72B0AD-2EE9-14EA-A49B-A209B03CC08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23315" y="1243460"/>
                  <a:ext cx="435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F5D4C11-47C4-3827-73AE-F6BB039B3ECF}"/>
                    </a:ext>
                  </a:extLst>
                </p14:cNvPr>
                <p14:cNvContentPartPr/>
                <p14:nvPr/>
              </p14:nvContentPartPr>
              <p14:xfrm>
                <a:off x="1696795" y="1258580"/>
                <a:ext cx="496440" cy="315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F5D4C11-47C4-3827-73AE-F6BB039B3E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90675" y="1252460"/>
                  <a:ext cx="5086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598E55F-D0A4-2EAC-55C4-08DC0A7800FC}"/>
                    </a:ext>
                  </a:extLst>
                </p14:cNvPr>
                <p14:cNvContentPartPr/>
                <p14:nvPr/>
              </p14:nvContentPartPr>
              <p14:xfrm>
                <a:off x="2411035" y="1286660"/>
                <a:ext cx="363240" cy="340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598E55F-D0A4-2EAC-55C4-08DC0A7800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04915" y="1280540"/>
                  <a:ext cx="3754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250F698-8F1C-1630-64D5-5865D5A1BC14}"/>
                    </a:ext>
                  </a:extLst>
                </p14:cNvPr>
                <p14:cNvContentPartPr/>
                <p14:nvPr/>
              </p14:nvContentPartPr>
              <p14:xfrm>
                <a:off x="3118435" y="1026020"/>
                <a:ext cx="205920" cy="501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250F698-8F1C-1630-64D5-5865D5A1BC1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12315" y="1019900"/>
                  <a:ext cx="2181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4A85B6-FEBC-84FD-F28C-482B2E23B9FB}"/>
                    </a:ext>
                  </a:extLst>
                </p14:cNvPr>
                <p14:cNvContentPartPr/>
                <p14:nvPr/>
              </p14:nvContentPartPr>
              <p14:xfrm>
                <a:off x="3302395" y="869060"/>
                <a:ext cx="281520" cy="652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4A85B6-FEBC-84FD-F28C-482B2E23B9F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96275" y="862940"/>
                  <a:ext cx="29376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F78C7C1-ADF6-8369-5B95-1635939E2C10}"/>
                    </a:ext>
                  </a:extLst>
                </p14:cNvPr>
                <p14:cNvContentPartPr/>
                <p14:nvPr/>
              </p14:nvContentPartPr>
              <p14:xfrm>
                <a:off x="3761395" y="1116740"/>
                <a:ext cx="631080" cy="815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F78C7C1-ADF6-8369-5B95-1635939E2C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55275" y="1110620"/>
                  <a:ext cx="643320" cy="82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F8FA2F6-8516-A13E-4CC3-43989B6A71BA}"/>
                    </a:ext>
                  </a:extLst>
                </p14:cNvPr>
                <p14:cNvContentPartPr/>
                <p14:nvPr/>
              </p14:nvContentPartPr>
              <p14:xfrm>
                <a:off x="4446475" y="1092260"/>
                <a:ext cx="360720" cy="372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F8FA2F6-8516-A13E-4CC3-43989B6A71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40355" y="1086140"/>
                  <a:ext cx="3729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D648A66-53A0-2249-42AB-AD8FABD70AA0}"/>
                    </a:ext>
                  </a:extLst>
                </p14:cNvPr>
                <p14:cNvContentPartPr/>
                <p14:nvPr/>
              </p14:nvContentPartPr>
              <p14:xfrm>
                <a:off x="4827715" y="943580"/>
                <a:ext cx="861120" cy="483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D648A66-53A0-2249-42AB-AD8FABD70A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21595" y="937460"/>
                  <a:ext cx="87336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208E4DE-9713-D96A-D2D4-DCA94A939A55}"/>
                    </a:ext>
                  </a:extLst>
                </p14:cNvPr>
                <p14:cNvContentPartPr/>
                <p14:nvPr/>
              </p14:nvContentPartPr>
              <p14:xfrm>
                <a:off x="5816275" y="1075700"/>
                <a:ext cx="131760" cy="347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208E4DE-9713-D96A-D2D4-DCA94A939A5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10155" y="1069580"/>
                  <a:ext cx="1440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978BCBD-351D-396D-FC6F-4D276F980626}"/>
                    </a:ext>
                  </a:extLst>
                </p14:cNvPr>
                <p14:cNvContentPartPr/>
                <p14:nvPr/>
              </p14:nvContentPartPr>
              <p14:xfrm>
                <a:off x="6128395" y="810020"/>
                <a:ext cx="35280" cy="31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978BCBD-351D-396D-FC6F-4D276F9806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22275" y="803900"/>
                  <a:ext cx="47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8081FD-8214-178B-9438-EFC99D4D081C}"/>
                    </a:ext>
                  </a:extLst>
                </p14:cNvPr>
                <p14:cNvContentPartPr/>
                <p14:nvPr/>
              </p14:nvContentPartPr>
              <p14:xfrm>
                <a:off x="6109315" y="1045820"/>
                <a:ext cx="224640" cy="38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8081FD-8214-178B-9438-EFC99D4D08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03195" y="1039700"/>
                  <a:ext cx="2368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B931D3-E3F6-F397-9B09-89E0D78506AD}"/>
                    </a:ext>
                  </a:extLst>
                </p14:cNvPr>
                <p14:cNvContentPartPr/>
                <p14:nvPr/>
              </p14:nvContentPartPr>
              <p14:xfrm>
                <a:off x="6491635" y="1015220"/>
                <a:ext cx="459000" cy="469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B931D3-E3F6-F397-9B09-89E0D78506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85515" y="1009100"/>
                  <a:ext cx="471240" cy="48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BFAE6DE-0FC7-67A4-7199-CBB6D951A515}"/>
                  </a:ext>
                </a:extLst>
              </p14:cNvPr>
              <p14:cNvContentPartPr/>
              <p14:nvPr/>
            </p14:nvContentPartPr>
            <p14:xfrm>
              <a:off x="7465795" y="902540"/>
              <a:ext cx="41400" cy="78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BFAE6DE-0FC7-67A4-7199-CBB6D951A51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459675" y="896420"/>
                <a:ext cx="536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9C9584C-7573-6EE4-82DD-C499D0F1FB37}"/>
                  </a:ext>
                </a:extLst>
              </p14:cNvPr>
              <p14:cNvContentPartPr/>
              <p14:nvPr/>
            </p14:nvContentPartPr>
            <p14:xfrm>
              <a:off x="7351315" y="1384220"/>
              <a:ext cx="154800" cy="34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9C9584C-7573-6EE4-82DD-C499D0F1FB3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345195" y="1378100"/>
                <a:ext cx="1670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1E5256B-FBE5-7811-D109-104F5FF58ED1}"/>
                  </a:ext>
                </a:extLst>
              </p14:cNvPr>
              <p14:cNvContentPartPr/>
              <p14:nvPr/>
            </p14:nvContentPartPr>
            <p14:xfrm>
              <a:off x="7862515" y="1097660"/>
              <a:ext cx="349920" cy="90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1E5256B-FBE5-7811-D109-104F5FF58ED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56395" y="1091540"/>
                <a:ext cx="36216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376EB5BD-C882-AFE1-A996-808FF4D379C5}"/>
              </a:ext>
            </a:extLst>
          </p:cNvPr>
          <p:cNvGrpSpPr/>
          <p:nvPr/>
        </p:nvGrpSpPr>
        <p:grpSpPr>
          <a:xfrm>
            <a:off x="1561435" y="2516060"/>
            <a:ext cx="3367800" cy="2004120"/>
            <a:chOff x="1561435" y="2516060"/>
            <a:chExt cx="3367800" cy="200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9DBCFF3-9978-8DC5-E592-0ADE8B2E2D03}"/>
                    </a:ext>
                  </a:extLst>
                </p14:cNvPr>
                <p14:cNvContentPartPr/>
                <p14:nvPr/>
              </p14:nvContentPartPr>
              <p14:xfrm>
                <a:off x="1561435" y="2784980"/>
                <a:ext cx="154440" cy="1735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9DBCFF3-9978-8DC5-E592-0ADE8B2E2D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55315" y="2778860"/>
                  <a:ext cx="166680" cy="174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00D7A77-2144-91E5-1F22-82F99F9C2ADB}"/>
                    </a:ext>
                  </a:extLst>
                </p14:cNvPr>
                <p14:cNvContentPartPr/>
                <p14:nvPr/>
              </p14:nvContentPartPr>
              <p14:xfrm>
                <a:off x="1692475" y="3029420"/>
                <a:ext cx="821520" cy="28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00D7A77-2144-91E5-1F22-82F99F9C2AD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86355" y="3023300"/>
                  <a:ext cx="8337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71401FB-A775-456E-DD30-32EAF6B98B47}"/>
                    </a:ext>
                  </a:extLst>
                </p14:cNvPr>
                <p14:cNvContentPartPr/>
                <p14:nvPr/>
              </p14:nvContentPartPr>
              <p14:xfrm>
                <a:off x="2783995" y="2516060"/>
                <a:ext cx="471600" cy="839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71401FB-A775-456E-DD30-32EAF6B98B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77875" y="2509940"/>
                  <a:ext cx="483840" cy="8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445602-90AD-9DDE-7F0B-52E22D9C9570}"/>
                    </a:ext>
                  </a:extLst>
                </p14:cNvPr>
                <p14:cNvContentPartPr/>
                <p14:nvPr/>
              </p14:nvContentPartPr>
              <p14:xfrm>
                <a:off x="3371875" y="2810180"/>
                <a:ext cx="30600" cy="36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445602-90AD-9DDE-7F0B-52E22D9C957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65755" y="2804060"/>
                  <a:ext cx="42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B151AB5-CC53-0845-4856-D5E233BF2147}"/>
                    </a:ext>
                  </a:extLst>
                </p14:cNvPr>
                <p14:cNvContentPartPr/>
                <p14:nvPr/>
              </p14:nvContentPartPr>
              <p14:xfrm>
                <a:off x="3440635" y="2777420"/>
                <a:ext cx="707040" cy="494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B151AB5-CC53-0845-4856-D5E233BF214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34515" y="2771300"/>
                  <a:ext cx="71928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62071F-94D4-8615-0D85-A9109CA2A6E8}"/>
                    </a:ext>
                  </a:extLst>
                </p14:cNvPr>
                <p14:cNvContentPartPr/>
                <p14:nvPr/>
              </p14:nvContentPartPr>
              <p14:xfrm>
                <a:off x="4185835" y="2886140"/>
                <a:ext cx="92880" cy="221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62071F-94D4-8615-0D85-A9109CA2A6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79715" y="2880020"/>
                  <a:ext cx="105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CCEA06A-38D3-BD26-C978-131B7EEDF070}"/>
                    </a:ext>
                  </a:extLst>
                </p14:cNvPr>
                <p14:cNvContentPartPr/>
                <p14:nvPr/>
              </p14:nvContentPartPr>
              <p14:xfrm>
                <a:off x="4529635" y="2692100"/>
                <a:ext cx="32760" cy="351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CCEA06A-38D3-BD26-C978-131B7EEDF07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23515" y="2685980"/>
                  <a:ext cx="450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BE68A17-2D3C-1D1C-1F93-DEA2E173CEE8}"/>
                    </a:ext>
                  </a:extLst>
                </p14:cNvPr>
                <p14:cNvContentPartPr/>
                <p14:nvPr/>
              </p14:nvContentPartPr>
              <p14:xfrm>
                <a:off x="4684075" y="2896220"/>
                <a:ext cx="245160" cy="252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BE68A17-2D3C-1D1C-1F93-DEA2E173CEE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77955" y="2890100"/>
                  <a:ext cx="25740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6B79A5C-C91B-1EB9-F549-37FF3BC469E3}"/>
              </a:ext>
            </a:extLst>
          </p:cNvPr>
          <p:cNvGrpSpPr/>
          <p:nvPr/>
        </p:nvGrpSpPr>
        <p:grpSpPr>
          <a:xfrm>
            <a:off x="5609995" y="2413100"/>
            <a:ext cx="2171880" cy="640800"/>
            <a:chOff x="5609995" y="2413100"/>
            <a:chExt cx="2171880" cy="64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E6BCE43-D16B-A5B6-E0C6-92946D5667AC}"/>
                    </a:ext>
                  </a:extLst>
                </p14:cNvPr>
                <p14:cNvContentPartPr/>
                <p14:nvPr/>
              </p14:nvContentPartPr>
              <p14:xfrm>
                <a:off x="5609995" y="2460620"/>
                <a:ext cx="531000" cy="593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E6BCE43-D16B-A5B6-E0C6-92946D5667A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03875" y="2454500"/>
                  <a:ext cx="54324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BC822BE-8C5B-5D2C-247F-FE01F924913F}"/>
                    </a:ext>
                  </a:extLst>
                </p14:cNvPr>
                <p14:cNvContentPartPr/>
                <p14:nvPr/>
              </p14:nvContentPartPr>
              <p14:xfrm>
                <a:off x="6292555" y="2413100"/>
                <a:ext cx="25560" cy="70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BC822BE-8C5B-5D2C-247F-FE01F92491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86435" y="2406980"/>
                  <a:ext cx="378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2105293-6608-915E-876B-370C6FA1C750}"/>
                    </a:ext>
                  </a:extLst>
                </p14:cNvPr>
                <p14:cNvContentPartPr/>
                <p14:nvPr/>
              </p14:nvContentPartPr>
              <p14:xfrm>
                <a:off x="6319915" y="2604260"/>
                <a:ext cx="947160" cy="308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2105293-6608-915E-876B-370C6FA1C75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13795" y="2598140"/>
                  <a:ext cx="9594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B335D4A-BE82-4DE3-8243-EA92DF3C7260}"/>
                    </a:ext>
                  </a:extLst>
                </p14:cNvPr>
                <p14:cNvContentPartPr/>
                <p14:nvPr/>
              </p14:nvContentPartPr>
              <p14:xfrm>
                <a:off x="7486675" y="2517140"/>
                <a:ext cx="295200" cy="383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B335D4A-BE82-4DE3-8243-EA92DF3C726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80555" y="2511020"/>
                  <a:ext cx="30744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727D244-87A1-1932-E1F0-663D743D774F}"/>
              </a:ext>
            </a:extLst>
          </p:cNvPr>
          <p:cNvGrpSpPr/>
          <p:nvPr/>
        </p:nvGrpSpPr>
        <p:grpSpPr>
          <a:xfrm>
            <a:off x="8378395" y="2013500"/>
            <a:ext cx="3633480" cy="1266120"/>
            <a:chOff x="8378395" y="2013500"/>
            <a:chExt cx="3633480" cy="12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021A574-1838-F538-278C-F4F63FEDE473}"/>
                    </a:ext>
                  </a:extLst>
                </p14:cNvPr>
                <p14:cNvContentPartPr/>
                <p14:nvPr/>
              </p14:nvContentPartPr>
              <p14:xfrm>
                <a:off x="8378395" y="2232740"/>
                <a:ext cx="648000" cy="497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021A574-1838-F538-278C-F4F63FEDE47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72275" y="2226620"/>
                  <a:ext cx="66024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A9D929-0440-9BE3-5BA8-2410D3EC4123}"/>
                    </a:ext>
                  </a:extLst>
                </p14:cNvPr>
                <p14:cNvContentPartPr/>
                <p14:nvPr/>
              </p14:nvContentPartPr>
              <p14:xfrm>
                <a:off x="9264715" y="2291420"/>
                <a:ext cx="531000" cy="988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A9D929-0440-9BE3-5BA8-2410D3EC412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58595" y="2285300"/>
                  <a:ext cx="543240" cy="10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EBE0328-6A37-F9CF-8D43-8B02A29344EE}"/>
                    </a:ext>
                  </a:extLst>
                </p14:cNvPr>
                <p14:cNvContentPartPr/>
                <p14:nvPr/>
              </p14:nvContentPartPr>
              <p14:xfrm>
                <a:off x="10003795" y="2191700"/>
                <a:ext cx="388800" cy="428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EBE0328-6A37-F9CF-8D43-8B02A29344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97675" y="2185580"/>
                  <a:ext cx="4010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09D51FB-7B2E-970D-A91B-9841A413D9E0}"/>
                    </a:ext>
                  </a:extLst>
                </p14:cNvPr>
                <p14:cNvContentPartPr/>
                <p14:nvPr/>
              </p14:nvContentPartPr>
              <p14:xfrm>
                <a:off x="10498435" y="2199260"/>
                <a:ext cx="711000" cy="506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09D51FB-7B2E-970D-A91B-9841A413D9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92315" y="2193140"/>
                  <a:ext cx="72324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593F10-9FD3-8BD9-1296-2BDCF1E70D70}"/>
                    </a:ext>
                  </a:extLst>
                </p14:cNvPr>
                <p14:cNvContentPartPr/>
                <p14:nvPr/>
              </p14:nvContentPartPr>
              <p14:xfrm>
                <a:off x="11359195" y="2273060"/>
                <a:ext cx="60480" cy="226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593F10-9FD3-8BD9-1296-2BDCF1E70D7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353075" y="2266940"/>
                  <a:ext cx="72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323F8E9-F503-E287-41D3-25CB7CD53211}"/>
                    </a:ext>
                  </a:extLst>
                </p14:cNvPr>
                <p14:cNvContentPartPr/>
                <p14:nvPr/>
              </p14:nvContentPartPr>
              <p14:xfrm>
                <a:off x="11621995" y="2013500"/>
                <a:ext cx="40320" cy="31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323F8E9-F503-E287-41D3-25CB7CD5321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15875" y="2007380"/>
                  <a:ext cx="52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A573F3-FF7C-4530-3B19-5E87627D4A5C}"/>
                    </a:ext>
                  </a:extLst>
                </p14:cNvPr>
                <p14:cNvContentPartPr/>
                <p14:nvPr/>
              </p14:nvContentPartPr>
              <p14:xfrm>
                <a:off x="11576995" y="2242460"/>
                <a:ext cx="434880" cy="208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A573F3-FF7C-4530-3B19-5E87627D4A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570875" y="2236340"/>
                  <a:ext cx="44712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2ADBCE9-3E23-1F2B-5BAE-0E41BCE82A08}"/>
              </a:ext>
            </a:extLst>
          </p:cNvPr>
          <p:cNvGrpSpPr/>
          <p:nvPr/>
        </p:nvGrpSpPr>
        <p:grpSpPr>
          <a:xfrm>
            <a:off x="3586435" y="3505340"/>
            <a:ext cx="954360" cy="1041840"/>
            <a:chOff x="3586435" y="3505340"/>
            <a:chExt cx="954360" cy="10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D809695-85FD-1609-9C87-427C691F2387}"/>
                    </a:ext>
                  </a:extLst>
                </p14:cNvPr>
                <p14:cNvContentPartPr/>
                <p14:nvPr/>
              </p14:nvContentPartPr>
              <p14:xfrm>
                <a:off x="3982795" y="3505340"/>
                <a:ext cx="97560" cy="655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D809695-85FD-1609-9C87-427C691F238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76675" y="3499220"/>
                  <a:ext cx="10980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91536E-06E4-2DAE-5508-8BD8CD9A18A3}"/>
                    </a:ext>
                  </a:extLst>
                </p14:cNvPr>
                <p14:cNvContentPartPr/>
                <p14:nvPr/>
              </p14:nvContentPartPr>
              <p14:xfrm>
                <a:off x="3586435" y="4044260"/>
                <a:ext cx="954360" cy="502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91536E-06E4-2DAE-5508-8BD8CD9A18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80315" y="4038140"/>
                  <a:ext cx="966600" cy="51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B861D9B-DD8B-DEEB-DF5B-FB75C62DA1A8}"/>
              </a:ext>
            </a:extLst>
          </p:cNvPr>
          <p:cNvGrpSpPr/>
          <p:nvPr/>
        </p:nvGrpSpPr>
        <p:grpSpPr>
          <a:xfrm>
            <a:off x="1427155" y="5393180"/>
            <a:ext cx="1747440" cy="1361520"/>
            <a:chOff x="1427155" y="5393180"/>
            <a:chExt cx="1747440" cy="136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8846BA6-7E24-225E-6415-4567B07FBCC4}"/>
                    </a:ext>
                  </a:extLst>
                </p14:cNvPr>
                <p14:cNvContentPartPr/>
                <p14:nvPr/>
              </p14:nvContentPartPr>
              <p14:xfrm>
                <a:off x="1427155" y="5598380"/>
                <a:ext cx="302400" cy="600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8846BA6-7E24-225E-6415-4567B07FBCC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21035" y="5592260"/>
                  <a:ext cx="31464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0C5AA67-BA07-BBFD-1532-DFD2B1FC513B}"/>
                    </a:ext>
                  </a:extLst>
                </p14:cNvPr>
                <p14:cNvContentPartPr/>
                <p14:nvPr/>
              </p14:nvContentPartPr>
              <p14:xfrm>
                <a:off x="1950235" y="5930300"/>
                <a:ext cx="324720" cy="233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0C5AA67-BA07-BBFD-1532-DFD2B1FC513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44115" y="5924180"/>
                  <a:ext cx="336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093B31-7D8E-A277-7BF8-3A947E9579C6}"/>
                    </a:ext>
                  </a:extLst>
                </p14:cNvPr>
                <p14:cNvContentPartPr/>
                <p14:nvPr/>
              </p14:nvContentPartPr>
              <p14:xfrm>
                <a:off x="2503555" y="5393180"/>
                <a:ext cx="80280" cy="611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093B31-7D8E-A277-7BF8-3A947E9579C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97435" y="5387060"/>
                  <a:ext cx="9252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204DA2E-186E-D54D-8523-2DF247F1E03B}"/>
                    </a:ext>
                  </a:extLst>
                </p14:cNvPr>
                <p14:cNvContentPartPr/>
                <p14:nvPr/>
              </p14:nvContentPartPr>
              <p14:xfrm>
                <a:off x="2746915" y="5828060"/>
                <a:ext cx="427680" cy="926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204DA2E-186E-D54D-8523-2DF247F1E03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40795" y="5821940"/>
                  <a:ext cx="439920" cy="9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C36E2CE-0D83-1CF3-2AD6-F144ECF70243}"/>
              </a:ext>
            </a:extLst>
          </p:cNvPr>
          <p:cNvGrpSpPr/>
          <p:nvPr/>
        </p:nvGrpSpPr>
        <p:grpSpPr>
          <a:xfrm>
            <a:off x="3865435" y="5530700"/>
            <a:ext cx="1289160" cy="469440"/>
            <a:chOff x="3865435" y="5530700"/>
            <a:chExt cx="128916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AB88913-3E83-36FB-37BE-D37D7BA4677A}"/>
                    </a:ext>
                  </a:extLst>
                </p14:cNvPr>
                <p14:cNvContentPartPr/>
                <p14:nvPr/>
              </p14:nvContentPartPr>
              <p14:xfrm>
                <a:off x="3865435" y="5537180"/>
                <a:ext cx="167760" cy="462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AB88913-3E83-36FB-37BE-D37D7BA4677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59315" y="5531060"/>
                  <a:ext cx="18000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A68725A-1745-6BB1-EB92-CF10A9B6BA2A}"/>
                    </a:ext>
                  </a:extLst>
                </p14:cNvPr>
                <p14:cNvContentPartPr/>
                <p14:nvPr/>
              </p14:nvContentPartPr>
              <p14:xfrm>
                <a:off x="4200595" y="5530700"/>
                <a:ext cx="954000" cy="368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A68725A-1745-6BB1-EB92-CF10A9B6BA2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94475" y="5524580"/>
                  <a:ext cx="966240" cy="38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237C967-C46F-4132-98B1-39B2F55D0CFA}"/>
              </a:ext>
            </a:extLst>
          </p:cNvPr>
          <p:cNvGrpSpPr/>
          <p:nvPr/>
        </p:nvGrpSpPr>
        <p:grpSpPr>
          <a:xfrm>
            <a:off x="5730595" y="4825460"/>
            <a:ext cx="3339360" cy="895680"/>
            <a:chOff x="5730595" y="4825460"/>
            <a:chExt cx="3339360" cy="89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B517B99-1DA9-C73D-B1CF-08D443BD29A4}"/>
                    </a:ext>
                  </a:extLst>
                </p14:cNvPr>
                <p14:cNvContentPartPr/>
                <p14:nvPr/>
              </p14:nvContentPartPr>
              <p14:xfrm>
                <a:off x="5730595" y="5296700"/>
                <a:ext cx="49680" cy="386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B517B99-1DA9-C73D-B1CF-08D443BD29A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24475" y="5290580"/>
                  <a:ext cx="619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5FB0F81-F8A9-9C85-0CA2-4D57DDFE83F8}"/>
                    </a:ext>
                  </a:extLst>
                </p14:cNvPr>
                <p14:cNvContentPartPr/>
                <p14:nvPr/>
              </p14:nvContentPartPr>
              <p14:xfrm>
                <a:off x="5766595" y="4987100"/>
                <a:ext cx="110160" cy="43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5FB0F81-F8A9-9C85-0CA2-4D57DDFE83F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60475" y="4980980"/>
                  <a:ext cx="122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123CE23-8D76-C076-C227-FF843B9A5726}"/>
                    </a:ext>
                  </a:extLst>
                </p14:cNvPr>
                <p14:cNvContentPartPr/>
                <p14:nvPr/>
              </p14:nvContentPartPr>
              <p14:xfrm>
                <a:off x="5921035" y="5287700"/>
                <a:ext cx="623880" cy="345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123CE23-8D76-C076-C227-FF843B9A572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14915" y="5281580"/>
                  <a:ext cx="6361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E4F3B53-CE40-D487-62B3-249DDE80D123}"/>
                    </a:ext>
                  </a:extLst>
                </p14:cNvPr>
                <p14:cNvContentPartPr/>
                <p14:nvPr/>
              </p14:nvContentPartPr>
              <p14:xfrm>
                <a:off x="6731395" y="4825460"/>
                <a:ext cx="1105200" cy="895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E4F3B53-CE40-D487-62B3-249DDE80D12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25275" y="4819340"/>
                  <a:ext cx="1117440" cy="90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F182176-65FF-7C4D-D7B6-51666533BF4F}"/>
                    </a:ext>
                  </a:extLst>
                </p14:cNvPr>
                <p14:cNvContentPartPr/>
                <p14:nvPr/>
              </p14:nvContentPartPr>
              <p14:xfrm>
                <a:off x="7892755" y="5130740"/>
                <a:ext cx="191880" cy="197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F182176-65FF-7C4D-D7B6-51666533BF4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86635" y="5124620"/>
                  <a:ext cx="204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427658B-3806-FB49-238A-4AD2A7CAA751}"/>
                    </a:ext>
                  </a:extLst>
                </p14:cNvPr>
                <p14:cNvContentPartPr/>
                <p14:nvPr/>
              </p14:nvContentPartPr>
              <p14:xfrm>
                <a:off x="8290915" y="4939940"/>
                <a:ext cx="779040" cy="398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427658B-3806-FB49-238A-4AD2A7CAA75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84795" y="4933820"/>
                  <a:ext cx="791280" cy="41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7FEDFEB-50F2-9726-18DF-D1339E50609B}"/>
              </a:ext>
            </a:extLst>
          </p:cNvPr>
          <p:cNvGrpSpPr/>
          <p:nvPr/>
        </p:nvGrpSpPr>
        <p:grpSpPr>
          <a:xfrm>
            <a:off x="9109195" y="4533500"/>
            <a:ext cx="1857240" cy="666000"/>
            <a:chOff x="9109195" y="4533500"/>
            <a:chExt cx="1857240" cy="66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41BFB2A-32D4-6A91-7DE2-4A1B82AB937F}"/>
                    </a:ext>
                  </a:extLst>
                </p14:cNvPr>
                <p14:cNvContentPartPr/>
                <p14:nvPr/>
              </p14:nvContentPartPr>
              <p14:xfrm>
                <a:off x="9109195" y="4534580"/>
                <a:ext cx="434160" cy="664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41BFB2A-32D4-6A91-7DE2-4A1B82AB937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03075" y="4528460"/>
                  <a:ext cx="44640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45C5CE5-5053-E85B-9745-03DBA7DCF0B2}"/>
                    </a:ext>
                  </a:extLst>
                </p14:cNvPr>
                <p14:cNvContentPartPr/>
                <p14:nvPr/>
              </p14:nvContentPartPr>
              <p14:xfrm>
                <a:off x="9652435" y="4533500"/>
                <a:ext cx="936720" cy="479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45C5CE5-5053-E85B-9745-03DBA7DCF0B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46315" y="4527380"/>
                  <a:ext cx="94896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AC906D2-D878-95B7-4534-D7545D67045B}"/>
                    </a:ext>
                  </a:extLst>
                </p14:cNvPr>
                <p14:cNvContentPartPr/>
                <p14:nvPr/>
              </p14:nvContentPartPr>
              <p14:xfrm>
                <a:off x="10286035" y="4574900"/>
                <a:ext cx="457200" cy="38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AC906D2-D878-95B7-4534-D7545D67045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79915" y="4568780"/>
                  <a:ext cx="469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0C09B14-EA7E-B174-EAE4-DBBE0ABE68A9}"/>
                    </a:ext>
                  </a:extLst>
                </p14:cNvPr>
                <p14:cNvContentPartPr/>
                <p14:nvPr/>
              </p14:nvContentPartPr>
              <p14:xfrm>
                <a:off x="10933675" y="4538900"/>
                <a:ext cx="32760" cy="31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0C09B14-EA7E-B174-EAE4-DBBE0ABE68A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927555" y="4532780"/>
                  <a:ext cx="4500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3E0AD2A-4219-76A0-BB56-54295DB3B5EE}"/>
                  </a:ext>
                </a:extLst>
              </p14:cNvPr>
              <p14:cNvContentPartPr/>
              <p14:nvPr/>
            </p14:nvContentPartPr>
            <p14:xfrm>
              <a:off x="8991115" y="5576420"/>
              <a:ext cx="134280" cy="590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3E0AD2A-4219-76A0-BB56-54295DB3B5E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984995" y="5570300"/>
                <a:ext cx="14652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69873BA1-5774-C784-4CFA-8446C5B0D89E}"/>
              </a:ext>
            </a:extLst>
          </p:cNvPr>
          <p:cNvGrpSpPr/>
          <p:nvPr/>
        </p:nvGrpSpPr>
        <p:grpSpPr>
          <a:xfrm>
            <a:off x="7200475" y="5840300"/>
            <a:ext cx="2188800" cy="450720"/>
            <a:chOff x="7200475" y="5840300"/>
            <a:chExt cx="2188800" cy="45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E3E13F-2A5B-7117-ABF1-AAE5053C0FBA}"/>
                    </a:ext>
                  </a:extLst>
                </p14:cNvPr>
                <p14:cNvContentPartPr/>
                <p14:nvPr/>
              </p14:nvContentPartPr>
              <p14:xfrm>
                <a:off x="7200475" y="5840300"/>
                <a:ext cx="776880" cy="450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E3E13F-2A5B-7117-ABF1-AAE5053C0FB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94355" y="5834180"/>
                  <a:ext cx="78912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45D42EA-B1E6-5968-24BC-3A272A4414F3}"/>
                    </a:ext>
                  </a:extLst>
                </p14:cNvPr>
                <p14:cNvContentPartPr/>
                <p14:nvPr/>
              </p14:nvContentPartPr>
              <p14:xfrm>
                <a:off x="7950355" y="5924900"/>
                <a:ext cx="317520" cy="232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45D42EA-B1E6-5968-24BC-3A272A4414F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44235" y="5918780"/>
                  <a:ext cx="329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BBDE8B3-63FD-27EB-F0DF-FD01B7DCBF03}"/>
                    </a:ext>
                  </a:extLst>
                </p14:cNvPr>
                <p14:cNvContentPartPr/>
                <p14:nvPr/>
              </p14:nvContentPartPr>
              <p14:xfrm>
                <a:off x="8376235" y="5899700"/>
                <a:ext cx="379080" cy="185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BBDE8B3-63FD-27EB-F0DF-FD01B7DCBF0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70115" y="5893580"/>
                  <a:ext cx="391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10AD418-8FE8-DFF5-A8FF-96D96C36313D}"/>
                    </a:ext>
                  </a:extLst>
                </p14:cNvPr>
                <p14:cNvContentPartPr/>
                <p14:nvPr/>
              </p14:nvContentPartPr>
              <p14:xfrm>
                <a:off x="8738035" y="5923820"/>
                <a:ext cx="72720" cy="149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10AD418-8FE8-DFF5-A8FF-96D96C36313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731915" y="5917700"/>
                  <a:ext cx="849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8B927BC-3550-B430-FF9C-B7CE7EC77943}"/>
                    </a:ext>
                  </a:extLst>
                </p14:cNvPr>
                <p14:cNvContentPartPr/>
                <p14:nvPr/>
              </p14:nvContentPartPr>
              <p14:xfrm>
                <a:off x="8961955" y="5882420"/>
                <a:ext cx="427320" cy="188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8B927BC-3550-B430-FF9C-B7CE7EC7794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55835" y="5876300"/>
                  <a:ext cx="4395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15C113A-757A-5269-3CA2-6BD70AA6DD34}"/>
              </a:ext>
            </a:extLst>
          </p:cNvPr>
          <p:cNvGrpSpPr/>
          <p:nvPr/>
        </p:nvGrpSpPr>
        <p:grpSpPr>
          <a:xfrm>
            <a:off x="9831715" y="5371940"/>
            <a:ext cx="1529280" cy="603000"/>
            <a:chOff x="9831715" y="5371940"/>
            <a:chExt cx="1529280" cy="6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842968E-286B-CC7A-68C2-88E15B0DDDA0}"/>
                    </a:ext>
                  </a:extLst>
                </p14:cNvPr>
                <p14:cNvContentPartPr/>
                <p14:nvPr/>
              </p14:nvContentPartPr>
              <p14:xfrm>
                <a:off x="9831715" y="5374100"/>
                <a:ext cx="259200" cy="600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842968E-286B-CC7A-68C2-88E15B0DDDA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25595" y="5367980"/>
                  <a:ext cx="27144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9AC9BFC-C759-9E32-A5A1-D308079E5E20}"/>
                    </a:ext>
                  </a:extLst>
                </p14:cNvPr>
                <p14:cNvContentPartPr/>
                <p14:nvPr/>
              </p14:nvContentPartPr>
              <p14:xfrm>
                <a:off x="10374235" y="5371940"/>
                <a:ext cx="140040" cy="492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9AC9BFC-C759-9E32-A5A1-D308079E5E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368115" y="5365820"/>
                  <a:ext cx="15228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7FB83B5-8281-594D-F811-839BAE972482}"/>
                    </a:ext>
                  </a:extLst>
                </p14:cNvPr>
                <p14:cNvContentPartPr/>
                <p14:nvPr/>
              </p14:nvContentPartPr>
              <p14:xfrm>
                <a:off x="10634515" y="5638340"/>
                <a:ext cx="390960" cy="307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7FB83B5-8281-594D-F811-839BAE97248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28395" y="5632220"/>
                  <a:ext cx="4032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07A97F6-3DA4-80FD-59E3-DA57DA69329E}"/>
                    </a:ext>
                  </a:extLst>
                </p14:cNvPr>
                <p14:cNvContentPartPr/>
                <p14:nvPr/>
              </p14:nvContentPartPr>
              <p14:xfrm>
                <a:off x="11281075" y="5811860"/>
                <a:ext cx="79920" cy="55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07A97F6-3DA4-80FD-59E3-DA57DA69329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274955" y="5805740"/>
                  <a:ext cx="92160" cy="6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241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41EE258-DF7C-F87B-7833-91C6862F7312}"/>
              </a:ext>
            </a:extLst>
          </p:cNvPr>
          <p:cNvGrpSpPr/>
          <p:nvPr/>
        </p:nvGrpSpPr>
        <p:grpSpPr>
          <a:xfrm>
            <a:off x="76435" y="789500"/>
            <a:ext cx="5189040" cy="1362600"/>
            <a:chOff x="76435" y="789500"/>
            <a:chExt cx="5189040" cy="13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1FF2231-0ADF-301C-BFBE-FEB40BA6CCA2}"/>
                    </a:ext>
                  </a:extLst>
                </p14:cNvPr>
                <p14:cNvContentPartPr/>
                <p14:nvPr/>
              </p14:nvContentPartPr>
              <p14:xfrm>
                <a:off x="602395" y="1167860"/>
                <a:ext cx="51120" cy="398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1FF2231-0ADF-301C-BFBE-FEB40BA6CCA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6275" y="1161740"/>
                  <a:ext cx="633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8CD60A-FD8D-F775-9B19-DB90104955A5}"/>
                    </a:ext>
                  </a:extLst>
                </p14:cNvPr>
                <p14:cNvContentPartPr/>
                <p14:nvPr/>
              </p14:nvContentPartPr>
              <p14:xfrm>
                <a:off x="947275" y="1189820"/>
                <a:ext cx="39960" cy="342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8CD60A-FD8D-F775-9B19-DB90104955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1155" y="1183700"/>
                  <a:ext cx="522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176606D-35CF-4A7C-7995-86586568DD6A}"/>
                    </a:ext>
                  </a:extLst>
                </p14:cNvPr>
                <p14:cNvContentPartPr/>
                <p14:nvPr/>
              </p14:nvContentPartPr>
              <p14:xfrm>
                <a:off x="76435" y="790940"/>
                <a:ext cx="1102320" cy="1361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176606D-35CF-4A7C-7995-86586568DD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315" y="784820"/>
                  <a:ext cx="1114560" cy="13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6714C1B-7744-AABE-B1A5-07B438011C1B}"/>
                    </a:ext>
                  </a:extLst>
                </p14:cNvPr>
                <p14:cNvContentPartPr/>
                <p14:nvPr/>
              </p14:nvContentPartPr>
              <p14:xfrm>
                <a:off x="1518595" y="1036820"/>
                <a:ext cx="73440" cy="691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6714C1B-7744-AABE-B1A5-07B438011C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2475" y="1030700"/>
                  <a:ext cx="8568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C03E260-66E9-1A30-18F7-CCFF496BAA63}"/>
                    </a:ext>
                  </a:extLst>
                </p14:cNvPr>
                <p14:cNvContentPartPr/>
                <p14:nvPr/>
              </p14:nvContentPartPr>
              <p14:xfrm>
                <a:off x="1567555" y="821900"/>
                <a:ext cx="599760" cy="873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C03E260-66E9-1A30-18F7-CCFF496BAA6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61435" y="815780"/>
                  <a:ext cx="61200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BF08EC-3B5F-4B11-1D04-06F29216824D}"/>
                    </a:ext>
                  </a:extLst>
                </p14:cNvPr>
                <p14:cNvContentPartPr/>
                <p14:nvPr/>
              </p14:nvContentPartPr>
              <p14:xfrm>
                <a:off x="2368915" y="1196660"/>
                <a:ext cx="538200" cy="283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BF08EC-3B5F-4B11-1D04-06F29216824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62795" y="1190540"/>
                  <a:ext cx="5504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FD2FEB-52B7-E655-E895-ED8883B352A0}"/>
                    </a:ext>
                  </a:extLst>
                </p14:cNvPr>
                <p14:cNvContentPartPr/>
                <p14:nvPr/>
              </p14:nvContentPartPr>
              <p14:xfrm>
                <a:off x="3153355" y="839540"/>
                <a:ext cx="73080" cy="671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FD2FEB-52B7-E655-E895-ED8883B352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47235" y="833420"/>
                  <a:ext cx="8532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60A0652-FEAA-7E49-F543-3A65F754BD05}"/>
                    </a:ext>
                  </a:extLst>
                </p14:cNvPr>
                <p14:cNvContentPartPr/>
                <p14:nvPr/>
              </p14:nvContentPartPr>
              <p14:xfrm>
                <a:off x="3558715" y="789500"/>
                <a:ext cx="135720" cy="722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60A0652-FEAA-7E49-F543-3A65F754BD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52595" y="783380"/>
                  <a:ext cx="14796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5F6865-36D2-600F-EF9D-200B0BAC4333}"/>
                    </a:ext>
                  </a:extLst>
                </p14:cNvPr>
                <p14:cNvContentPartPr/>
                <p14:nvPr/>
              </p14:nvContentPartPr>
              <p14:xfrm>
                <a:off x="3444595" y="1176500"/>
                <a:ext cx="460440" cy="234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5F6865-36D2-600F-EF9D-200B0BAC43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38475" y="1170380"/>
                  <a:ext cx="472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A572D70-CE8A-9746-7A2F-907661348C1C}"/>
                    </a:ext>
                  </a:extLst>
                </p14:cNvPr>
                <p14:cNvContentPartPr/>
                <p14:nvPr/>
              </p14:nvContentPartPr>
              <p14:xfrm>
                <a:off x="3998995" y="888140"/>
                <a:ext cx="66600" cy="45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A572D70-CE8A-9746-7A2F-907661348C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92875" y="882020"/>
                  <a:ext cx="78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E29BE5-856E-1044-48F0-5BBAF3F41E17}"/>
                    </a:ext>
                  </a:extLst>
                </p14:cNvPr>
                <p14:cNvContentPartPr/>
                <p14:nvPr/>
              </p14:nvContentPartPr>
              <p14:xfrm>
                <a:off x="4101955" y="939260"/>
                <a:ext cx="123120" cy="649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E29BE5-856E-1044-48F0-5BBAF3F41E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5835" y="933140"/>
                  <a:ext cx="13536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2B8F18-E72A-F6E3-5EF7-1F3B41F459F5}"/>
                    </a:ext>
                  </a:extLst>
                </p14:cNvPr>
                <p14:cNvContentPartPr/>
                <p14:nvPr/>
              </p14:nvContentPartPr>
              <p14:xfrm>
                <a:off x="4224355" y="1110980"/>
                <a:ext cx="237600" cy="286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2B8F18-E72A-F6E3-5EF7-1F3B41F459F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18235" y="1104860"/>
                  <a:ext cx="2498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BAF5BD7-67B8-3DA0-C1DC-7E6A33A11E55}"/>
                    </a:ext>
                  </a:extLst>
                </p14:cNvPr>
                <p14:cNvContentPartPr/>
                <p14:nvPr/>
              </p14:nvContentPartPr>
              <p14:xfrm>
                <a:off x="4732315" y="963020"/>
                <a:ext cx="533160" cy="461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BAF5BD7-67B8-3DA0-C1DC-7E6A33A11E5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26195" y="956900"/>
                  <a:ext cx="545400" cy="47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C0A3C4-DACC-B8AC-B76D-6DF69197EC1A}"/>
              </a:ext>
            </a:extLst>
          </p:cNvPr>
          <p:cNvGrpSpPr/>
          <p:nvPr/>
        </p:nvGrpSpPr>
        <p:grpSpPr>
          <a:xfrm>
            <a:off x="6566875" y="750260"/>
            <a:ext cx="689400" cy="735840"/>
            <a:chOff x="6566875" y="750260"/>
            <a:chExt cx="689400" cy="73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463BE9-03DA-C683-754E-E99139D126B9}"/>
                    </a:ext>
                  </a:extLst>
                </p14:cNvPr>
                <p14:cNvContentPartPr/>
                <p14:nvPr/>
              </p14:nvContentPartPr>
              <p14:xfrm>
                <a:off x="6566875" y="750260"/>
                <a:ext cx="472320" cy="735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463BE9-03DA-C683-754E-E99139D126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60755" y="744140"/>
                  <a:ext cx="48456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9FFA1A-6E0C-ED7A-AAD3-35DE7400454F}"/>
                    </a:ext>
                  </a:extLst>
                </p14:cNvPr>
                <p14:cNvContentPartPr/>
                <p14:nvPr/>
              </p14:nvContentPartPr>
              <p14:xfrm>
                <a:off x="7217395" y="1065260"/>
                <a:ext cx="38880" cy="52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9FFA1A-6E0C-ED7A-AAD3-35DE740045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11275" y="1059140"/>
                  <a:ext cx="5112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365203-EF9C-292F-9E38-B5F4FFA847B0}"/>
              </a:ext>
            </a:extLst>
          </p:cNvPr>
          <p:cNvGrpSpPr/>
          <p:nvPr/>
        </p:nvGrpSpPr>
        <p:grpSpPr>
          <a:xfrm>
            <a:off x="7588555" y="540740"/>
            <a:ext cx="648000" cy="662760"/>
            <a:chOff x="7588555" y="540740"/>
            <a:chExt cx="648000" cy="66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EBC6A0-1BB4-2000-2705-5A1389FEC4DC}"/>
                    </a:ext>
                  </a:extLst>
                </p14:cNvPr>
                <p14:cNvContentPartPr/>
                <p14:nvPr/>
              </p14:nvContentPartPr>
              <p14:xfrm>
                <a:off x="7588555" y="540740"/>
                <a:ext cx="396000" cy="662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EBC6A0-1BB4-2000-2705-5A1389FEC4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82435" y="534620"/>
                  <a:ext cx="40824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9AEE581-3F77-E8F2-0538-5748B107B226}"/>
                    </a:ext>
                  </a:extLst>
                </p14:cNvPr>
                <p14:cNvContentPartPr/>
                <p14:nvPr/>
              </p14:nvContentPartPr>
              <p14:xfrm>
                <a:off x="8173555" y="1035740"/>
                <a:ext cx="63000" cy="51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9AEE581-3F77-E8F2-0538-5748B107B2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67435" y="1029620"/>
                  <a:ext cx="7524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F10DB0-8AA4-60E3-0124-CCAC6841BC85}"/>
              </a:ext>
            </a:extLst>
          </p:cNvPr>
          <p:cNvGrpSpPr/>
          <p:nvPr/>
        </p:nvGrpSpPr>
        <p:grpSpPr>
          <a:xfrm>
            <a:off x="8825875" y="813260"/>
            <a:ext cx="828720" cy="766440"/>
            <a:chOff x="8825875" y="813260"/>
            <a:chExt cx="828720" cy="76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E420F96-BF08-D16B-0D19-80889407B475}"/>
                    </a:ext>
                  </a:extLst>
                </p14:cNvPr>
                <p14:cNvContentPartPr/>
                <p14:nvPr/>
              </p14:nvContentPartPr>
              <p14:xfrm>
                <a:off x="8825875" y="981740"/>
                <a:ext cx="623160" cy="84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E420F96-BF08-D16B-0D19-80889407B47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19755" y="975620"/>
                  <a:ext cx="635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DFDB917-B8D4-7CA8-C9F2-D7898563F10F}"/>
                    </a:ext>
                  </a:extLst>
                </p14:cNvPr>
                <p14:cNvContentPartPr/>
                <p14:nvPr/>
              </p14:nvContentPartPr>
              <p14:xfrm>
                <a:off x="9264715" y="813260"/>
                <a:ext cx="231120" cy="655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DFDB917-B8D4-7CA8-C9F2-D7898563F1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58595" y="807140"/>
                  <a:ext cx="24336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68E67E-CD1C-C4C9-7B47-314114148A9B}"/>
                    </a:ext>
                  </a:extLst>
                </p14:cNvPr>
                <p14:cNvContentPartPr/>
                <p14:nvPr/>
              </p14:nvContentPartPr>
              <p14:xfrm>
                <a:off x="9637315" y="1546940"/>
                <a:ext cx="17280" cy="32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68E67E-CD1C-C4C9-7B47-314114148A9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31195" y="1540820"/>
                  <a:ext cx="295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A057CD6-5E7E-A624-F922-DC26F3E6368D}"/>
              </a:ext>
            </a:extLst>
          </p:cNvPr>
          <p:cNvGrpSpPr/>
          <p:nvPr/>
        </p:nvGrpSpPr>
        <p:grpSpPr>
          <a:xfrm>
            <a:off x="974995" y="2761940"/>
            <a:ext cx="1628280" cy="714960"/>
            <a:chOff x="974995" y="2761940"/>
            <a:chExt cx="1628280" cy="71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180433-D42D-BACC-BB3D-CC721325A80D}"/>
                    </a:ext>
                  </a:extLst>
                </p14:cNvPr>
                <p14:cNvContentPartPr/>
                <p14:nvPr/>
              </p14:nvContentPartPr>
              <p14:xfrm>
                <a:off x="1323475" y="2761940"/>
                <a:ext cx="61200" cy="714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180433-D42D-BACC-BB3D-CC721325A80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17355" y="2755820"/>
                  <a:ext cx="73440" cy="7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7383EA8-99BA-CAD0-3380-4FF9EB41303B}"/>
                    </a:ext>
                  </a:extLst>
                </p14:cNvPr>
                <p14:cNvContentPartPr/>
                <p14:nvPr/>
              </p14:nvContentPartPr>
              <p14:xfrm>
                <a:off x="974995" y="3064340"/>
                <a:ext cx="1139400" cy="229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7383EA8-99BA-CAD0-3380-4FF9EB4130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8875" y="3058220"/>
                  <a:ext cx="11516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48BD72A-5A58-0FDE-F410-76BA25668453}"/>
                    </a:ext>
                  </a:extLst>
                </p14:cNvPr>
                <p14:cNvContentPartPr/>
                <p14:nvPr/>
              </p14:nvContentPartPr>
              <p14:xfrm>
                <a:off x="2389435" y="3020780"/>
                <a:ext cx="213840" cy="288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48BD72A-5A58-0FDE-F410-76BA256684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83315" y="3014660"/>
                  <a:ext cx="22608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5E35CCE-BA0B-A5C7-4A4E-D2497DB5A81F}"/>
              </a:ext>
            </a:extLst>
          </p:cNvPr>
          <p:cNvGrpSpPr/>
          <p:nvPr/>
        </p:nvGrpSpPr>
        <p:grpSpPr>
          <a:xfrm>
            <a:off x="3877315" y="2883980"/>
            <a:ext cx="887760" cy="541440"/>
            <a:chOff x="3877315" y="2883980"/>
            <a:chExt cx="887760" cy="54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DD6BF1-1695-EAF0-650D-271DAE0C7E83}"/>
                    </a:ext>
                  </a:extLst>
                </p14:cNvPr>
                <p14:cNvContentPartPr/>
                <p14:nvPr/>
              </p14:nvContentPartPr>
              <p14:xfrm>
                <a:off x="3877315" y="2883980"/>
                <a:ext cx="271800" cy="541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DD6BF1-1695-EAF0-650D-271DAE0C7E8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71195" y="2877860"/>
                  <a:ext cx="28404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39E896D-05CB-F02D-54F9-251E836CA84F}"/>
                    </a:ext>
                  </a:extLst>
                </p14:cNvPr>
                <p14:cNvContentPartPr/>
                <p14:nvPr/>
              </p14:nvContentPartPr>
              <p14:xfrm>
                <a:off x="4313635" y="2948060"/>
                <a:ext cx="451440" cy="370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39E896D-05CB-F02D-54F9-251E836CA84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07515" y="2941940"/>
                  <a:ext cx="46368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E649D1C-5D58-A1AD-D6C7-38616CBE2640}"/>
              </a:ext>
            </a:extLst>
          </p:cNvPr>
          <p:cNvGrpSpPr/>
          <p:nvPr/>
        </p:nvGrpSpPr>
        <p:grpSpPr>
          <a:xfrm>
            <a:off x="5671915" y="2732060"/>
            <a:ext cx="2416320" cy="390240"/>
            <a:chOff x="5671915" y="2732060"/>
            <a:chExt cx="241632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7B51B6E-2264-FE04-B65B-98A325918790}"/>
                    </a:ext>
                  </a:extLst>
                </p14:cNvPr>
                <p14:cNvContentPartPr/>
                <p14:nvPr/>
              </p14:nvContentPartPr>
              <p14:xfrm>
                <a:off x="5671915" y="2757980"/>
                <a:ext cx="1375560" cy="318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7B51B6E-2264-FE04-B65B-98A32591879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65795" y="2751860"/>
                  <a:ext cx="13878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FACB6C-39C3-9123-A891-34DDF54D4FCA}"/>
                    </a:ext>
                  </a:extLst>
                </p14:cNvPr>
                <p14:cNvContentPartPr/>
                <p14:nvPr/>
              </p14:nvContentPartPr>
              <p14:xfrm>
                <a:off x="7218475" y="2732060"/>
                <a:ext cx="456120" cy="328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FACB6C-39C3-9123-A891-34DDF54D4F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12355" y="2725940"/>
                  <a:ext cx="4683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2D5ECD-533B-82EB-BA87-98D2BD6859BC}"/>
                    </a:ext>
                  </a:extLst>
                </p14:cNvPr>
                <p14:cNvContentPartPr/>
                <p14:nvPr/>
              </p14:nvContentPartPr>
              <p14:xfrm>
                <a:off x="7748035" y="2787860"/>
                <a:ext cx="340200" cy="334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2D5ECD-533B-82EB-BA87-98D2BD6859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41915" y="2781740"/>
                  <a:ext cx="352440" cy="34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DA1D6ED-5FA5-AEB9-EDF3-756A5A7CCC6A}"/>
              </a:ext>
            </a:extLst>
          </p:cNvPr>
          <p:cNvGrpSpPr/>
          <p:nvPr/>
        </p:nvGrpSpPr>
        <p:grpSpPr>
          <a:xfrm>
            <a:off x="9311875" y="2224100"/>
            <a:ext cx="1969560" cy="773280"/>
            <a:chOff x="9311875" y="2224100"/>
            <a:chExt cx="1969560" cy="77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348AF5E-D000-B012-2522-896D73F521E2}"/>
                    </a:ext>
                  </a:extLst>
                </p14:cNvPr>
                <p14:cNvContentPartPr/>
                <p14:nvPr/>
              </p14:nvContentPartPr>
              <p14:xfrm>
                <a:off x="9416995" y="2224100"/>
                <a:ext cx="119160" cy="736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348AF5E-D000-B012-2522-896D73F521E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10875" y="2217980"/>
                  <a:ext cx="13140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A1D26C-680B-472A-3E0F-B01803A4D1C0}"/>
                    </a:ext>
                  </a:extLst>
                </p14:cNvPr>
                <p14:cNvContentPartPr/>
                <p14:nvPr/>
              </p14:nvContentPartPr>
              <p14:xfrm>
                <a:off x="9311875" y="2372060"/>
                <a:ext cx="1338840" cy="485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A1D26C-680B-472A-3E0F-B01803A4D1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05755" y="2365940"/>
                  <a:ext cx="135108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BF93E1F-2754-E3D9-A685-5EEA96A0707C}"/>
                    </a:ext>
                  </a:extLst>
                </p14:cNvPr>
                <p14:cNvContentPartPr/>
                <p14:nvPr/>
              </p14:nvContentPartPr>
              <p14:xfrm>
                <a:off x="10934755" y="2575820"/>
                <a:ext cx="346680" cy="421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BF93E1F-2754-E3D9-A685-5EEA96A0707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28635" y="2569700"/>
                  <a:ext cx="358920" cy="43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A25E527-50B5-E63B-A30E-9F41620049E9}"/>
              </a:ext>
            </a:extLst>
          </p:cNvPr>
          <p:cNvGrpSpPr/>
          <p:nvPr/>
        </p:nvGrpSpPr>
        <p:grpSpPr>
          <a:xfrm>
            <a:off x="1734595" y="4007540"/>
            <a:ext cx="1728360" cy="618840"/>
            <a:chOff x="1734595" y="4007540"/>
            <a:chExt cx="1728360" cy="61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03F8006-32BF-31D8-39AB-988097426758}"/>
                    </a:ext>
                  </a:extLst>
                </p14:cNvPr>
                <p14:cNvContentPartPr/>
                <p14:nvPr/>
              </p14:nvContentPartPr>
              <p14:xfrm>
                <a:off x="1794715" y="4462940"/>
                <a:ext cx="10080" cy="20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03F8006-32BF-31D8-39AB-98809742675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88595" y="4456820"/>
                  <a:ext cx="22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BC2571D-CFA8-074C-A567-DA6D5B5352FB}"/>
                    </a:ext>
                  </a:extLst>
                </p14:cNvPr>
                <p14:cNvContentPartPr/>
                <p14:nvPr/>
              </p14:nvContentPartPr>
              <p14:xfrm>
                <a:off x="2096395" y="4007540"/>
                <a:ext cx="75240" cy="618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C2571D-CFA8-074C-A567-DA6D5B5352F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90275" y="4001420"/>
                  <a:ext cx="8748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980572-1BAF-A340-779D-07B517F8A479}"/>
                    </a:ext>
                  </a:extLst>
                </p14:cNvPr>
                <p14:cNvContentPartPr/>
                <p14:nvPr/>
              </p14:nvContentPartPr>
              <p14:xfrm>
                <a:off x="1734595" y="4206980"/>
                <a:ext cx="1218240" cy="270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980572-1BAF-A340-779D-07B517F8A47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28475" y="4200860"/>
                  <a:ext cx="12304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E1C755D-F8B0-8DB9-D9F9-E1C64BCB10A1}"/>
                    </a:ext>
                  </a:extLst>
                </p14:cNvPr>
                <p14:cNvContentPartPr/>
                <p14:nvPr/>
              </p14:nvContentPartPr>
              <p14:xfrm>
                <a:off x="3238675" y="4205180"/>
                <a:ext cx="224280" cy="306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E1C755D-F8B0-8DB9-D9F9-E1C64BCB10A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32555" y="4199060"/>
                  <a:ext cx="23652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090FCE6-A068-F8A6-5CED-769C1E2E8C9A}"/>
              </a:ext>
            </a:extLst>
          </p:cNvPr>
          <p:cNvGrpSpPr/>
          <p:nvPr/>
        </p:nvGrpSpPr>
        <p:grpSpPr>
          <a:xfrm>
            <a:off x="4605595" y="3761300"/>
            <a:ext cx="6563520" cy="1029960"/>
            <a:chOff x="4605595" y="3761300"/>
            <a:chExt cx="6563520" cy="102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4773C06-2C68-787F-0932-B16BE462FC36}"/>
                    </a:ext>
                  </a:extLst>
                </p14:cNvPr>
                <p14:cNvContentPartPr/>
                <p14:nvPr/>
              </p14:nvContentPartPr>
              <p14:xfrm>
                <a:off x="4605595" y="4176380"/>
                <a:ext cx="47520" cy="372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4773C06-2C68-787F-0932-B16BE462FC3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99475" y="4170260"/>
                  <a:ext cx="597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71C4C2C-2A92-6828-F1D3-5502BFEFF622}"/>
                    </a:ext>
                  </a:extLst>
                </p14:cNvPr>
                <p14:cNvContentPartPr/>
                <p14:nvPr/>
              </p14:nvContentPartPr>
              <p14:xfrm>
                <a:off x="4667155" y="3927980"/>
                <a:ext cx="130680" cy="29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71C4C2C-2A92-6828-F1D3-5502BFEFF62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61035" y="3921860"/>
                  <a:ext cx="142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0CF36C6-59E5-B896-CF1D-75AA22B8712A}"/>
                    </a:ext>
                  </a:extLst>
                </p14:cNvPr>
                <p14:cNvContentPartPr/>
                <p14:nvPr/>
              </p14:nvContentPartPr>
              <p14:xfrm>
                <a:off x="4812955" y="4265660"/>
                <a:ext cx="613080" cy="347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0CF36C6-59E5-B896-CF1D-75AA22B8712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06835" y="4259540"/>
                  <a:ext cx="6253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A091B1B-4282-9F97-5F25-6C5B0C0EBE36}"/>
                    </a:ext>
                  </a:extLst>
                </p14:cNvPr>
                <p14:cNvContentPartPr/>
                <p14:nvPr/>
              </p14:nvContentPartPr>
              <p14:xfrm>
                <a:off x="5540875" y="3889460"/>
                <a:ext cx="414360" cy="637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091B1B-4282-9F97-5F25-6C5B0C0EBE3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34755" y="3883340"/>
                  <a:ext cx="42660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9FC515C-D68D-9BF7-D72D-E47CF7DF2BB7}"/>
                    </a:ext>
                  </a:extLst>
                </p14:cNvPr>
                <p14:cNvContentPartPr/>
                <p14:nvPr/>
              </p14:nvContentPartPr>
              <p14:xfrm>
                <a:off x="6241795" y="3863180"/>
                <a:ext cx="718200" cy="928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9FC515C-D68D-9BF7-D72D-E47CF7DF2B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35675" y="3857060"/>
                  <a:ext cx="730440" cy="9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4906E3B-0E10-FBE2-EBB0-CBA47F1A19D6}"/>
                    </a:ext>
                  </a:extLst>
                </p14:cNvPr>
                <p14:cNvContentPartPr/>
                <p14:nvPr/>
              </p14:nvContentPartPr>
              <p14:xfrm>
                <a:off x="6949555" y="4299140"/>
                <a:ext cx="207360" cy="180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4906E3B-0E10-FBE2-EBB0-CBA47F1A19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43435" y="4293020"/>
                  <a:ext cx="219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45A4002-1B8C-E589-D92C-3DF5E62342D2}"/>
                    </a:ext>
                  </a:extLst>
                </p14:cNvPr>
                <p14:cNvContentPartPr/>
                <p14:nvPr/>
              </p14:nvContentPartPr>
              <p14:xfrm>
                <a:off x="7453555" y="4191860"/>
                <a:ext cx="761040" cy="297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45A4002-1B8C-E589-D92C-3DF5E62342D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47435" y="4185740"/>
                  <a:ext cx="7732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E3BDC9E-F683-7A8D-F3B9-D3870DCAE973}"/>
                    </a:ext>
                  </a:extLst>
                </p14:cNvPr>
                <p14:cNvContentPartPr/>
                <p14:nvPr/>
              </p14:nvContentPartPr>
              <p14:xfrm>
                <a:off x="8468035" y="3761300"/>
                <a:ext cx="788400" cy="695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E3BDC9E-F683-7A8D-F3B9-D3870DCAE97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61915" y="3755180"/>
                  <a:ext cx="80064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BCDCBC6-B203-7B49-F8BB-3691E1A45759}"/>
                    </a:ext>
                  </a:extLst>
                </p14:cNvPr>
                <p14:cNvContentPartPr/>
                <p14:nvPr/>
              </p14:nvContentPartPr>
              <p14:xfrm>
                <a:off x="9635155" y="4034180"/>
                <a:ext cx="1258200" cy="547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BCDCBC6-B203-7B49-F8BB-3691E1A4575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29035" y="4028060"/>
                  <a:ext cx="127044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29E4120-02F7-E0AA-3BDC-7244C45E65FA}"/>
                    </a:ext>
                  </a:extLst>
                </p14:cNvPr>
                <p14:cNvContentPartPr/>
                <p14:nvPr/>
              </p14:nvContentPartPr>
              <p14:xfrm>
                <a:off x="10579075" y="4218860"/>
                <a:ext cx="590040" cy="108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29E4120-02F7-E0AA-3BDC-7244C45E65F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572955" y="4212740"/>
                  <a:ext cx="6022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F552368-76D3-9F7B-369E-62C4A3ACC9FB}"/>
              </a:ext>
            </a:extLst>
          </p:cNvPr>
          <p:cNvGrpSpPr/>
          <p:nvPr/>
        </p:nvGrpSpPr>
        <p:grpSpPr>
          <a:xfrm>
            <a:off x="3566275" y="5373380"/>
            <a:ext cx="4531680" cy="765720"/>
            <a:chOff x="3566275" y="5373380"/>
            <a:chExt cx="4531680" cy="76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CAFFA92-01E5-936D-9F19-B0D24D5FB802}"/>
                    </a:ext>
                  </a:extLst>
                </p14:cNvPr>
                <p14:cNvContentPartPr/>
                <p14:nvPr/>
              </p14:nvContentPartPr>
              <p14:xfrm>
                <a:off x="3566275" y="5489660"/>
                <a:ext cx="678960" cy="615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CAFFA92-01E5-936D-9F19-B0D24D5FB80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60155" y="5483540"/>
                  <a:ext cx="69120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92F2387-8036-78E6-6F88-2260BDCB5623}"/>
                    </a:ext>
                  </a:extLst>
                </p14:cNvPr>
                <p14:cNvContentPartPr/>
                <p14:nvPr/>
              </p14:nvContentPartPr>
              <p14:xfrm>
                <a:off x="4322635" y="5726540"/>
                <a:ext cx="232560" cy="175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92F2387-8036-78E6-6F88-2260BDCB56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16515" y="5720420"/>
                  <a:ext cx="2448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7ADE164-1E61-019C-D795-0FB6BC43E6C8}"/>
                    </a:ext>
                  </a:extLst>
                </p14:cNvPr>
                <p14:cNvContentPartPr/>
                <p14:nvPr/>
              </p14:nvContentPartPr>
              <p14:xfrm>
                <a:off x="4728715" y="5533940"/>
                <a:ext cx="475200" cy="349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7ADE164-1E61-019C-D795-0FB6BC43E6C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22595" y="5527820"/>
                  <a:ext cx="4874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C0608B7-4399-2ACC-DA2B-06EC04B97C18}"/>
                    </a:ext>
                  </a:extLst>
                </p14:cNvPr>
                <p14:cNvContentPartPr/>
                <p14:nvPr/>
              </p14:nvContentPartPr>
              <p14:xfrm>
                <a:off x="5333875" y="5643740"/>
                <a:ext cx="93240" cy="235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C0608B7-4399-2ACC-DA2B-06EC04B97C1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27755" y="5637620"/>
                  <a:ext cx="1054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160F872-8556-4A3E-0130-6A45144AA6BA}"/>
                    </a:ext>
                  </a:extLst>
                </p14:cNvPr>
                <p14:cNvContentPartPr/>
                <p14:nvPr/>
              </p14:nvContentPartPr>
              <p14:xfrm>
                <a:off x="5524315" y="5373380"/>
                <a:ext cx="153360" cy="59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160F872-8556-4A3E-0130-6A45144AA6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18195" y="5367260"/>
                  <a:ext cx="165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7886246-4EA6-89FA-6FB5-A5EECF6037DA}"/>
                    </a:ext>
                  </a:extLst>
                </p14:cNvPr>
                <p14:cNvContentPartPr/>
                <p14:nvPr/>
              </p14:nvContentPartPr>
              <p14:xfrm>
                <a:off x="5624395" y="5649140"/>
                <a:ext cx="860040" cy="274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7886246-4EA6-89FA-6FB5-A5EECF6037D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18275" y="5643020"/>
                  <a:ext cx="8722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DD2EA3E-6CF4-9707-F747-35C265E5082F}"/>
                    </a:ext>
                  </a:extLst>
                </p14:cNvPr>
                <p14:cNvContentPartPr/>
                <p14:nvPr/>
              </p14:nvContentPartPr>
              <p14:xfrm>
                <a:off x="6906355" y="5703500"/>
                <a:ext cx="853920" cy="324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DD2EA3E-6CF4-9707-F747-35C265E5082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00235" y="5697380"/>
                  <a:ext cx="8661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8D1D0BE-F82F-E5FF-D85B-8AF29FFFB9D1}"/>
                    </a:ext>
                  </a:extLst>
                </p14:cNvPr>
                <p14:cNvContentPartPr/>
                <p14:nvPr/>
              </p14:nvContentPartPr>
              <p14:xfrm>
                <a:off x="8079595" y="6096260"/>
                <a:ext cx="18360" cy="42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8D1D0BE-F82F-E5FF-D85B-8AF29FFFB9D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73475" y="6090140"/>
                  <a:ext cx="30600" cy="5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8184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A1E8C0A-F8A3-21E1-E188-A46864141B5A}"/>
              </a:ext>
            </a:extLst>
          </p:cNvPr>
          <p:cNvGrpSpPr/>
          <p:nvPr/>
        </p:nvGrpSpPr>
        <p:grpSpPr>
          <a:xfrm>
            <a:off x="163915" y="724340"/>
            <a:ext cx="858960" cy="1049040"/>
            <a:chOff x="163915" y="724340"/>
            <a:chExt cx="858960" cy="10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946D147-A335-9D15-D7CE-47FA83A18AFD}"/>
                    </a:ext>
                  </a:extLst>
                </p14:cNvPr>
                <p14:cNvContentPartPr/>
                <p14:nvPr/>
              </p14:nvContentPartPr>
              <p14:xfrm>
                <a:off x="606715" y="968780"/>
                <a:ext cx="235440" cy="411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946D147-A335-9D15-D7CE-47FA83A18A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00595" y="962660"/>
                  <a:ext cx="24768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767EDC-63D4-58EE-7FA6-1F42B5D9BFCE}"/>
                    </a:ext>
                  </a:extLst>
                </p14:cNvPr>
                <p14:cNvContentPartPr/>
                <p14:nvPr/>
              </p14:nvContentPartPr>
              <p14:xfrm>
                <a:off x="163915" y="724340"/>
                <a:ext cx="858960" cy="1049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767EDC-63D4-58EE-7FA6-1F42B5D9BF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7795" y="718220"/>
                  <a:ext cx="871200" cy="10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88E38DE-4C3D-B404-3B80-2BF0C1A32D11}"/>
              </a:ext>
            </a:extLst>
          </p:cNvPr>
          <p:cNvGrpSpPr/>
          <p:nvPr/>
        </p:nvGrpSpPr>
        <p:grpSpPr>
          <a:xfrm>
            <a:off x="1656835" y="677900"/>
            <a:ext cx="4812480" cy="1504800"/>
            <a:chOff x="1656835" y="677900"/>
            <a:chExt cx="4812480" cy="150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8BD41A7-375C-9854-E7EA-2B0798874965}"/>
                    </a:ext>
                  </a:extLst>
                </p14:cNvPr>
                <p14:cNvContentPartPr/>
                <p14:nvPr/>
              </p14:nvContentPartPr>
              <p14:xfrm>
                <a:off x="1656835" y="849260"/>
                <a:ext cx="134640" cy="808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8BD41A7-375C-9854-E7EA-2B07988749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50715" y="843140"/>
                  <a:ext cx="146880" cy="82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AA90D24-CB04-F6D8-0A24-DA3736DE6EE1}"/>
                    </a:ext>
                  </a:extLst>
                </p14:cNvPr>
                <p14:cNvContentPartPr/>
                <p14:nvPr/>
              </p14:nvContentPartPr>
              <p14:xfrm>
                <a:off x="1707235" y="677900"/>
                <a:ext cx="354240" cy="504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AA90D24-CB04-F6D8-0A24-DA3736DE6E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01115" y="671780"/>
                  <a:ext cx="3664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5A8DAD-B260-4C49-C5C9-6FF20E4259A4}"/>
                    </a:ext>
                  </a:extLst>
                </p14:cNvPr>
                <p14:cNvContentPartPr/>
                <p14:nvPr/>
              </p14:nvContentPartPr>
              <p14:xfrm>
                <a:off x="2145715" y="1144100"/>
                <a:ext cx="248760" cy="323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5A8DAD-B260-4C49-C5C9-6FF20E4259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39595" y="1137980"/>
                  <a:ext cx="2610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989A145-C878-F0C0-5723-4ADD0C7E8D77}"/>
                    </a:ext>
                  </a:extLst>
                </p14:cNvPr>
                <p14:cNvContentPartPr/>
                <p14:nvPr/>
              </p14:nvContentPartPr>
              <p14:xfrm>
                <a:off x="2704435" y="877700"/>
                <a:ext cx="83160" cy="591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989A145-C878-F0C0-5723-4ADD0C7E8D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98315" y="871580"/>
                  <a:ext cx="9540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CAB62E-7B5C-A4D8-6EBA-B954E4F5018F}"/>
                    </a:ext>
                  </a:extLst>
                </p14:cNvPr>
                <p14:cNvContentPartPr/>
                <p14:nvPr/>
              </p14:nvContentPartPr>
              <p14:xfrm>
                <a:off x="2869675" y="1190540"/>
                <a:ext cx="640080" cy="992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CAB62E-7B5C-A4D8-6EBA-B954E4F5018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63555" y="1184420"/>
                  <a:ext cx="652320" cy="10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A54118-46D2-F4D7-1AF1-8D80B7ABAA59}"/>
                    </a:ext>
                  </a:extLst>
                </p14:cNvPr>
                <p14:cNvContentPartPr/>
                <p14:nvPr/>
              </p14:nvContentPartPr>
              <p14:xfrm>
                <a:off x="3750595" y="1222580"/>
                <a:ext cx="955440" cy="364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A54118-46D2-F4D7-1AF1-8D80B7ABAA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44475" y="1216460"/>
                  <a:ext cx="9676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64C8670-8CEA-8653-98A3-42EABA574104}"/>
                    </a:ext>
                  </a:extLst>
                </p14:cNvPr>
                <p14:cNvContentPartPr/>
                <p14:nvPr/>
              </p14:nvContentPartPr>
              <p14:xfrm>
                <a:off x="4841755" y="1239860"/>
                <a:ext cx="798480" cy="202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64C8670-8CEA-8653-98A3-42EABA57410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35635" y="1233740"/>
                  <a:ext cx="8107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D4BD91A-B9D1-BBD3-5347-58BEF2DE3443}"/>
                    </a:ext>
                  </a:extLst>
                </p14:cNvPr>
                <p14:cNvContentPartPr/>
                <p14:nvPr/>
              </p14:nvContentPartPr>
              <p14:xfrm>
                <a:off x="5788555" y="812180"/>
                <a:ext cx="43920" cy="61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D4BD91A-B9D1-BBD3-5347-58BEF2DE34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82435" y="806060"/>
                  <a:ext cx="56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AAED90B-792E-0AA7-1B76-ACCFDA89FD6A}"/>
                    </a:ext>
                  </a:extLst>
                </p14:cNvPr>
                <p14:cNvContentPartPr/>
                <p14:nvPr/>
              </p14:nvContentPartPr>
              <p14:xfrm>
                <a:off x="5932195" y="866540"/>
                <a:ext cx="537120" cy="668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AAED90B-792E-0AA7-1B76-ACCFDA89FD6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26075" y="860420"/>
                  <a:ext cx="549360" cy="68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436B86-35BB-0F3E-F704-E0B62877BE9E}"/>
              </a:ext>
            </a:extLst>
          </p:cNvPr>
          <p:cNvGrpSpPr/>
          <p:nvPr/>
        </p:nvGrpSpPr>
        <p:grpSpPr>
          <a:xfrm>
            <a:off x="7555435" y="395660"/>
            <a:ext cx="1288800" cy="901080"/>
            <a:chOff x="7555435" y="395660"/>
            <a:chExt cx="1288800" cy="90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572BC4B-38D4-E8BA-EE87-213228BCD2DB}"/>
                    </a:ext>
                  </a:extLst>
                </p14:cNvPr>
                <p14:cNvContentPartPr/>
                <p14:nvPr/>
              </p14:nvContentPartPr>
              <p14:xfrm>
                <a:off x="7555435" y="445700"/>
                <a:ext cx="496440" cy="851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572BC4B-38D4-E8BA-EE87-213228BCD2D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49315" y="439580"/>
                  <a:ext cx="508680" cy="86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519335-25DD-A11F-6E1B-D4EE4160162D}"/>
                    </a:ext>
                  </a:extLst>
                </p14:cNvPr>
                <p14:cNvContentPartPr/>
                <p14:nvPr/>
              </p14:nvContentPartPr>
              <p14:xfrm>
                <a:off x="8376955" y="395660"/>
                <a:ext cx="467280" cy="700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519335-25DD-A11F-6E1B-D4EE4160162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70835" y="389540"/>
                  <a:ext cx="479520" cy="71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D472407-DB92-E66E-6356-D3289AE03B97}"/>
                  </a:ext>
                </a:extLst>
              </p14:cNvPr>
              <p14:cNvContentPartPr/>
              <p14:nvPr/>
            </p14:nvContentPartPr>
            <p14:xfrm>
              <a:off x="9456595" y="556220"/>
              <a:ext cx="158400" cy="882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D472407-DB92-E66E-6356-D3289AE03B9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450475" y="550100"/>
                <a:ext cx="1706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DC69F63-99B2-F718-8F8D-01886D03EE22}"/>
                  </a:ext>
                </a:extLst>
              </p14:cNvPr>
              <p14:cNvContentPartPr/>
              <p14:nvPr/>
            </p14:nvContentPartPr>
            <p14:xfrm>
              <a:off x="9312955" y="1274780"/>
              <a:ext cx="107640" cy="21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DC69F63-99B2-F718-8F8D-01886D03EE2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306835" y="1268660"/>
                <a:ext cx="1198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CCE6A7D-B030-F421-1CB2-9BB87DF2FF58}"/>
                  </a:ext>
                </a:extLst>
              </p14:cNvPr>
              <p14:cNvContentPartPr/>
              <p14:nvPr/>
            </p14:nvContentPartPr>
            <p14:xfrm>
              <a:off x="9835315" y="963020"/>
              <a:ext cx="397080" cy="21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CCE6A7D-B030-F421-1CB2-9BB87DF2FF5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829195" y="956900"/>
                <a:ext cx="40932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A219D01-1C49-601C-D45F-0D31EF8A172F}"/>
              </a:ext>
            </a:extLst>
          </p:cNvPr>
          <p:cNvGrpSpPr/>
          <p:nvPr/>
        </p:nvGrpSpPr>
        <p:grpSpPr>
          <a:xfrm>
            <a:off x="2909995" y="2004140"/>
            <a:ext cx="9250560" cy="2072880"/>
            <a:chOff x="2909995" y="2004140"/>
            <a:chExt cx="9250560" cy="20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07176C2-E199-07F1-1CE8-349771410E52}"/>
                    </a:ext>
                  </a:extLst>
                </p14:cNvPr>
                <p14:cNvContentPartPr/>
                <p14:nvPr/>
              </p14:nvContentPartPr>
              <p14:xfrm>
                <a:off x="3001795" y="3205100"/>
                <a:ext cx="12240" cy="19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07176C2-E199-07F1-1CE8-349771410E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95675" y="3198980"/>
                  <a:ext cx="244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E116C67-1136-D2BA-95D6-E36C9618A8D2}"/>
                    </a:ext>
                  </a:extLst>
                </p14:cNvPr>
                <p14:cNvContentPartPr/>
                <p14:nvPr/>
              </p14:nvContentPartPr>
              <p14:xfrm>
                <a:off x="2909995" y="2919980"/>
                <a:ext cx="1108800" cy="529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E116C67-1136-D2BA-95D6-E36C9618A8D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03875" y="2913860"/>
                  <a:ext cx="112104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C0465C0-44A9-8ACC-FAF7-E9E6DAB2C3AC}"/>
                    </a:ext>
                  </a:extLst>
                </p14:cNvPr>
                <p14:cNvContentPartPr/>
                <p14:nvPr/>
              </p14:nvContentPartPr>
              <p14:xfrm>
                <a:off x="4287355" y="3017180"/>
                <a:ext cx="354960" cy="398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C0465C0-44A9-8ACC-FAF7-E9E6DAB2C3A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81235" y="3011060"/>
                  <a:ext cx="3672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EB676B-48DB-C502-D021-650714CE8220}"/>
                    </a:ext>
                  </a:extLst>
                </p14:cNvPr>
                <p14:cNvContentPartPr/>
                <p14:nvPr/>
              </p14:nvContentPartPr>
              <p14:xfrm>
                <a:off x="4916635" y="3244340"/>
                <a:ext cx="475560" cy="110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EB676B-48DB-C502-D021-650714CE822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10515" y="3238220"/>
                  <a:ext cx="487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4FB026F-1F9D-1B1C-FC02-58A583ABA029}"/>
                    </a:ext>
                  </a:extLst>
                </p14:cNvPr>
                <p14:cNvContentPartPr/>
                <p14:nvPr/>
              </p14:nvContentPartPr>
              <p14:xfrm>
                <a:off x="5696755" y="2642420"/>
                <a:ext cx="707040" cy="740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4FB026F-1F9D-1B1C-FC02-58A583ABA02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90635" y="2636300"/>
                  <a:ext cx="71928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554508-6809-69E5-E5BA-F1C78924155E}"/>
                    </a:ext>
                  </a:extLst>
                </p14:cNvPr>
                <p14:cNvContentPartPr/>
                <p14:nvPr/>
              </p14:nvContentPartPr>
              <p14:xfrm>
                <a:off x="6635995" y="2797220"/>
                <a:ext cx="31680" cy="26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554508-6809-69E5-E5BA-F1C7892415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29875" y="2791100"/>
                  <a:ext cx="43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29472CA-7526-85DA-E913-3751FB04C6FB}"/>
                    </a:ext>
                  </a:extLst>
                </p14:cNvPr>
                <p14:cNvContentPartPr/>
                <p14:nvPr/>
              </p14:nvContentPartPr>
              <p14:xfrm>
                <a:off x="6672355" y="3011780"/>
                <a:ext cx="1068840" cy="225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29472CA-7526-85DA-E913-3751FB04C6F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66235" y="3005660"/>
                  <a:ext cx="1081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34BE1A-366C-9E04-3805-236079174A1C}"/>
                    </a:ext>
                  </a:extLst>
                </p14:cNvPr>
                <p14:cNvContentPartPr/>
                <p14:nvPr/>
              </p14:nvContentPartPr>
              <p14:xfrm>
                <a:off x="7958995" y="2891540"/>
                <a:ext cx="305280" cy="422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34BE1A-366C-9E04-3805-236079174A1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52875" y="2885420"/>
                  <a:ext cx="3175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D17D708-7764-5625-E7B1-DC2D33915979}"/>
                    </a:ext>
                  </a:extLst>
                </p14:cNvPr>
                <p14:cNvContentPartPr/>
                <p14:nvPr/>
              </p14:nvContentPartPr>
              <p14:xfrm>
                <a:off x="9156355" y="2478260"/>
                <a:ext cx="751680" cy="551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D17D708-7764-5625-E7B1-DC2D3391597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50235" y="2472140"/>
                  <a:ext cx="7639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0C653F-EE5E-5BE6-0AD8-361B632A5B03}"/>
                    </a:ext>
                  </a:extLst>
                </p14:cNvPr>
                <p14:cNvContentPartPr/>
                <p14:nvPr/>
              </p14:nvContentPartPr>
              <p14:xfrm>
                <a:off x="9897235" y="2004140"/>
                <a:ext cx="1675800" cy="801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0C653F-EE5E-5BE6-0AD8-361B632A5B0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91115" y="1998020"/>
                  <a:ext cx="1688040" cy="81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59356E-C16F-130C-407E-AD7CF9F5E611}"/>
                    </a:ext>
                  </a:extLst>
                </p14:cNvPr>
                <p14:cNvContentPartPr/>
                <p14:nvPr/>
              </p14:nvContentPartPr>
              <p14:xfrm>
                <a:off x="11462155" y="2037620"/>
                <a:ext cx="226800" cy="605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59356E-C16F-130C-407E-AD7CF9F5E61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456035" y="2031500"/>
                  <a:ext cx="23904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8D2A50D-0B71-5D79-BC97-95A6BFA3A323}"/>
                    </a:ext>
                  </a:extLst>
                </p14:cNvPr>
                <p14:cNvContentPartPr/>
                <p14:nvPr/>
              </p14:nvContentPartPr>
              <p14:xfrm>
                <a:off x="11454595" y="2375660"/>
                <a:ext cx="295920" cy="230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8D2A50D-0B71-5D79-BC97-95A6BFA3A3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48475" y="2369540"/>
                  <a:ext cx="308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2A26E1-7AC5-E1AF-BF32-17949042F529}"/>
                    </a:ext>
                  </a:extLst>
                </p14:cNvPr>
                <p14:cNvContentPartPr/>
                <p14:nvPr/>
              </p14:nvContentPartPr>
              <p14:xfrm>
                <a:off x="11972635" y="2307620"/>
                <a:ext cx="187920" cy="344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2A26E1-7AC5-E1AF-BF32-17949042F52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966515" y="2301500"/>
                  <a:ext cx="2001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A68D759-AA83-1834-B583-FA16CD0253AE}"/>
                    </a:ext>
                  </a:extLst>
                </p14:cNvPr>
                <p14:cNvContentPartPr/>
                <p14:nvPr/>
              </p14:nvContentPartPr>
              <p14:xfrm>
                <a:off x="6361315" y="3586700"/>
                <a:ext cx="1378440" cy="251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A68D759-AA83-1834-B583-FA16CD0253A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55195" y="3580580"/>
                  <a:ext cx="1390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F277B3-B050-E8A1-84E1-BEF6B26A643C}"/>
                    </a:ext>
                  </a:extLst>
                </p14:cNvPr>
                <p14:cNvContentPartPr/>
                <p14:nvPr/>
              </p14:nvContentPartPr>
              <p14:xfrm>
                <a:off x="7836595" y="3479780"/>
                <a:ext cx="227160" cy="597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F277B3-B050-E8A1-84E1-BEF6B26A64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30475" y="3473660"/>
                  <a:ext cx="2394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5E835BB-9488-0B9E-717B-7D2E415B7F8D}"/>
                    </a:ext>
                  </a:extLst>
                </p14:cNvPr>
                <p14:cNvContentPartPr/>
                <p14:nvPr/>
              </p14:nvContentPartPr>
              <p14:xfrm>
                <a:off x="8089315" y="3609740"/>
                <a:ext cx="770400" cy="331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5E835BB-9488-0B9E-717B-7D2E415B7F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83195" y="3603620"/>
                  <a:ext cx="7826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F0FBBE-CE7E-4499-8A9C-61124F091F7E}"/>
                    </a:ext>
                  </a:extLst>
                </p14:cNvPr>
                <p14:cNvContentPartPr/>
                <p14:nvPr/>
              </p14:nvContentPartPr>
              <p14:xfrm>
                <a:off x="8933155" y="3813140"/>
                <a:ext cx="20880" cy="61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F0FBBE-CE7E-4499-8A9C-61124F091F7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27035" y="3807020"/>
                  <a:ext cx="33120" cy="73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" name="Rectangle 1">
            <a:extLst>
              <a:ext uri="{FF2B5EF4-FFF2-40B4-BE49-F238E27FC236}">
                <a16:creationId xmlns:a16="http://schemas.microsoft.com/office/drawing/2014/main" id="{E2C7E352-B53C-F10E-E3B9-9CFD2962C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15" y="4000915"/>
            <a:ext cx="89098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8"/>
              </a:rPr>
              <a:t>Polynomial Regression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relationships as 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𝑛-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degree polynomial, allowing the regression line to be non-linear while still 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 regression techniques.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94C6DD-02A4-256B-B5B2-9A899F274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15" y="3822817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57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60AEF-8D0D-F20B-AD5B-F5A9357D0DA8}"/>
              </a:ext>
            </a:extLst>
          </p:cNvPr>
          <p:cNvGrpSpPr/>
          <p:nvPr/>
        </p:nvGrpSpPr>
        <p:grpSpPr>
          <a:xfrm>
            <a:off x="1950595" y="357140"/>
            <a:ext cx="2383920" cy="825840"/>
            <a:chOff x="1950595" y="357140"/>
            <a:chExt cx="2383920" cy="82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D5E24F7-4A2C-ED1A-7F76-AB6E8B99F6C7}"/>
                    </a:ext>
                  </a:extLst>
                </p14:cNvPr>
                <p14:cNvContentPartPr/>
                <p14:nvPr/>
              </p14:nvContentPartPr>
              <p14:xfrm>
                <a:off x="1950595" y="357140"/>
                <a:ext cx="50760" cy="825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D5E24F7-4A2C-ED1A-7F76-AB6E8B99F6C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44475" y="351020"/>
                  <a:ext cx="63000" cy="83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230F526-ABE6-8734-21B2-09F37FF1BA61}"/>
                    </a:ext>
                  </a:extLst>
                </p14:cNvPr>
                <p14:cNvContentPartPr/>
                <p14:nvPr/>
              </p14:nvContentPartPr>
              <p14:xfrm>
                <a:off x="1958875" y="694100"/>
                <a:ext cx="496800" cy="385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230F526-ABE6-8734-21B2-09F37FF1BA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52755" y="687980"/>
                  <a:ext cx="5090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C76D7A4-ACBB-E916-42F2-AB5F638CD829}"/>
                    </a:ext>
                  </a:extLst>
                </p14:cNvPr>
                <p14:cNvContentPartPr/>
                <p14:nvPr/>
              </p14:nvContentPartPr>
              <p14:xfrm>
                <a:off x="2697235" y="822260"/>
                <a:ext cx="194760" cy="265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C76D7A4-ACBB-E916-42F2-AB5F638CD82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91115" y="816140"/>
                  <a:ext cx="2070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AEE44A6-977C-7E2F-FA45-69CAC1F1578E}"/>
                    </a:ext>
                  </a:extLst>
                </p14:cNvPr>
                <p14:cNvContentPartPr/>
                <p14:nvPr/>
              </p14:nvContentPartPr>
              <p14:xfrm>
                <a:off x="3127075" y="836300"/>
                <a:ext cx="554760" cy="221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AEE44A6-977C-7E2F-FA45-69CAC1F1578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20955" y="830180"/>
                  <a:ext cx="567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4F99FC2-21A3-5EEE-653B-97C0FDFA18FD}"/>
                    </a:ext>
                  </a:extLst>
                </p14:cNvPr>
                <p14:cNvContentPartPr/>
                <p14:nvPr/>
              </p14:nvContentPartPr>
              <p14:xfrm>
                <a:off x="3983155" y="855020"/>
                <a:ext cx="351360" cy="178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4F99FC2-21A3-5EEE-653B-97C0FDFA18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77035" y="848900"/>
                  <a:ext cx="36360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808EA6-F085-468A-DF2A-2F781D28783B}"/>
              </a:ext>
            </a:extLst>
          </p:cNvPr>
          <p:cNvGrpSpPr/>
          <p:nvPr/>
        </p:nvGrpSpPr>
        <p:grpSpPr>
          <a:xfrm>
            <a:off x="5197435" y="164180"/>
            <a:ext cx="1760760" cy="820080"/>
            <a:chOff x="5197435" y="164180"/>
            <a:chExt cx="1760760" cy="82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59DD8A6-4984-D7CA-C7A8-A9A9B6AF5925}"/>
                    </a:ext>
                  </a:extLst>
                </p14:cNvPr>
                <p14:cNvContentPartPr/>
                <p14:nvPr/>
              </p14:nvContentPartPr>
              <p14:xfrm>
                <a:off x="5197435" y="334820"/>
                <a:ext cx="122760" cy="649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59DD8A6-4984-D7CA-C7A8-A9A9B6AF592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91315" y="328700"/>
                  <a:ext cx="13500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FA3624-ABAF-CB22-CE8B-D2C125EA8B5A}"/>
                    </a:ext>
                  </a:extLst>
                </p14:cNvPr>
                <p14:cNvContentPartPr/>
                <p14:nvPr/>
              </p14:nvContentPartPr>
              <p14:xfrm>
                <a:off x="5215795" y="164180"/>
                <a:ext cx="318960" cy="541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FA3624-ABAF-CB22-CE8B-D2C125EA8B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09675" y="158060"/>
                  <a:ext cx="33120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0E49CB-234F-308F-2872-5AFA67A15FF8}"/>
                    </a:ext>
                  </a:extLst>
                </p14:cNvPr>
                <p14:cNvContentPartPr/>
                <p14:nvPr/>
              </p14:nvContentPartPr>
              <p14:xfrm>
                <a:off x="5549875" y="530300"/>
                <a:ext cx="374040" cy="304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0E49CB-234F-308F-2872-5AFA67A15F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43755" y="524180"/>
                  <a:ext cx="3862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71014EE-BD6D-D1B9-8DBE-E9EB0573EC53}"/>
                    </a:ext>
                  </a:extLst>
                </p14:cNvPr>
                <p14:cNvContentPartPr/>
                <p14:nvPr/>
              </p14:nvContentPartPr>
              <p14:xfrm>
                <a:off x="6012835" y="515900"/>
                <a:ext cx="75240" cy="21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71014EE-BD6D-D1B9-8DBE-E9EB0573EC5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06715" y="509780"/>
                  <a:ext cx="87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C43BAE8-F390-2218-17A8-1C2777D429AA}"/>
                    </a:ext>
                  </a:extLst>
                </p14:cNvPr>
                <p14:cNvContentPartPr/>
                <p14:nvPr/>
              </p14:nvContentPartPr>
              <p14:xfrm>
                <a:off x="6189235" y="681140"/>
                <a:ext cx="469080" cy="252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C43BAE8-F390-2218-17A8-1C2777D429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83115" y="675020"/>
                  <a:ext cx="4813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3B032B-0387-56FD-DACC-84F337BBA038}"/>
                    </a:ext>
                  </a:extLst>
                </p14:cNvPr>
                <p14:cNvContentPartPr/>
                <p14:nvPr/>
              </p14:nvContentPartPr>
              <p14:xfrm>
                <a:off x="6925435" y="850340"/>
                <a:ext cx="32760" cy="26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3B032B-0387-56FD-DACC-84F337BBA03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19315" y="844220"/>
                  <a:ext cx="450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014BD5-EB59-4530-D1DF-184B20EFE454}"/>
              </a:ext>
            </a:extLst>
          </p:cNvPr>
          <p:cNvGrpSpPr/>
          <p:nvPr/>
        </p:nvGrpSpPr>
        <p:grpSpPr>
          <a:xfrm>
            <a:off x="1522555" y="1954460"/>
            <a:ext cx="1190160" cy="859320"/>
            <a:chOff x="1522555" y="1954460"/>
            <a:chExt cx="1190160" cy="85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BCA844-EB25-D4C5-F77F-A6E31394A74B}"/>
                    </a:ext>
                  </a:extLst>
                </p14:cNvPr>
                <p14:cNvContentPartPr/>
                <p14:nvPr/>
              </p14:nvContentPartPr>
              <p14:xfrm>
                <a:off x="1522555" y="1954460"/>
                <a:ext cx="424800" cy="857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5BCA844-EB25-D4C5-F77F-A6E31394A7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16435" y="1948340"/>
                  <a:ext cx="437040" cy="87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FE6D913-B2F5-4116-7C74-33817C22E06C}"/>
                    </a:ext>
                  </a:extLst>
                </p14:cNvPr>
                <p14:cNvContentPartPr/>
                <p14:nvPr/>
              </p14:nvContentPartPr>
              <p14:xfrm>
                <a:off x="2090275" y="2296820"/>
                <a:ext cx="47520" cy="57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FE6D913-B2F5-4116-7C74-33817C22E0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84155" y="2290700"/>
                  <a:ext cx="59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BCF367D-EF05-D362-A5FE-50DC72894F5B}"/>
                    </a:ext>
                  </a:extLst>
                </p14:cNvPr>
                <p14:cNvContentPartPr/>
                <p14:nvPr/>
              </p14:nvContentPartPr>
              <p14:xfrm>
                <a:off x="2108275" y="2523620"/>
                <a:ext cx="604440" cy="290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BCF367D-EF05-D362-A5FE-50DC72894F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02155" y="2517500"/>
                  <a:ext cx="61668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499C101-FCF2-942D-2DE2-5439D31530C4}"/>
              </a:ext>
            </a:extLst>
          </p:cNvPr>
          <p:cNvGrpSpPr/>
          <p:nvPr/>
        </p:nvGrpSpPr>
        <p:grpSpPr>
          <a:xfrm>
            <a:off x="3440635" y="2077580"/>
            <a:ext cx="2205000" cy="1107000"/>
            <a:chOff x="3440635" y="2077580"/>
            <a:chExt cx="2205000" cy="11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967F3B3-8841-A032-5B37-B6B8CD048207}"/>
                    </a:ext>
                  </a:extLst>
                </p14:cNvPr>
                <p14:cNvContentPartPr/>
                <p14:nvPr/>
              </p14:nvContentPartPr>
              <p14:xfrm>
                <a:off x="3440635" y="2077580"/>
                <a:ext cx="470520" cy="1107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967F3B3-8841-A032-5B37-B6B8CD048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34515" y="2071460"/>
                  <a:ext cx="482760" cy="11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569A7C4-070E-DC65-AE9E-A5DFC30F0023}"/>
                    </a:ext>
                  </a:extLst>
                </p14:cNvPr>
                <p14:cNvContentPartPr/>
                <p14:nvPr/>
              </p14:nvContentPartPr>
              <p14:xfrm>
                <a:off x="4146595" y="2254700"/>
                <a:ext cx="627840" cy="464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569A7C4-070E-DC65-AE9E-A5DFC30F002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40475" y="2248580"/>
                  <a:ext cx="64008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8081A99-20F7-E8DD-3456-F52CA8BD6927}"/>
                    </a:ext>
                  </a:extLst>
                </p14:cNvPr>
                <p14:cNvContentPartPr/>
                <p14:nvPr/>
              </p14:nvContentPartPr>
              <p14:xfrm>
                <a:off x="4801075" y="2496620"/>
                <a:ext cx="844560" cy="191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8081A99-20F7-E8DD-3456-F52CA8BD692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94955" y="2490500"/>
                  <a:ext cx="85680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AB6EFB6-D044-6CC3-FE2C-29D6201D615C}"/>
              </a:ext>
            </a:extLst>
          </p:cNvPr>
          <p:cNvGrpSpPr/>
          <p:nvPr/>
        </p:nvGrpSpPr>
        <p:grpSpPr>
          <a:xfrm>
            <a:off x="10324555" y="1836020"/>
            <a:ext cx="1130400" cy="626400"/>
            <a:chOff x="10324555" y="1836020"/>
            <a:chExt cx="1130400" cy="62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07C486F-133A-9199-1F6D-1331BD0A8204}"/>
                    </a:ext>
                  </a:extLst>
                </p14:cNvPr>
                <p14:cNvContentPartPr/>
                <p14:nvPr/>
              </p14:nvContentPartPr>
              <p14:xfrm>
                <a:off x="10384315" y="1859780"/>
                <a:ext cx="61560" cy="602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07C486F-133A-9199-1F6D-1331BD0A82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78195" y="1853660"/>
                  <a:ext cx="7380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4CF2388-E33F-377A-EB61-8BCFA100D760}"/>
                    </a:ext>
                  </a:extLst>
                </p14:cNvPr>
                <p14:cNvContentPartPr/>
                <p14:nvPr/>
              </p14:nvContentPartPr>
              <p14:xfrm>
                <a:off x="10324555" y="1836020"/>
                <a:ext cx="288720" cy="283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4CF2388-E33F-377A-EB61-8BCFA100D76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18435" y="1829900"/>
                  <a:ext cx="3009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F97A3CE-D6F2-6598-0586-3BF2F12AFA48}"/>
                    </a:ext>
                  </a:extLst>
                </p14:cNvPr>
                <p14:cNvContentPartPr/>
                <p14:nvPr/>
              </p14:nvContentPartPr>
              <p14:xfrm>
                <a:off x="10635955" y="2070020"/>
                <a:ext cx="305280" cy="163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F97A3CE-D6F2-6598-0586-3BF2F12AFA4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29835" y="2063900"/>
                  <a:ext cx="317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ECE0566-1FB6-2156-8808-D54DC4249A4D}"/>
                    </a:ext>
                  </a:extLst>
                </p14:cNvPr>
                <p14:cNvContentPartPr/>
                <p14:nvPr/>
              </p14:nvContentPartPr>
              <p14:xfrm>
                <a:off x="11086675" y="1949780"/>
                <a:ext cx="38880" cy="11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ECE0566-1FB6-2156-8808-D54DC4249A4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080555" y="1943660"/>
                  <a:ext cx="51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1190934-28BA-6DD1-A8CA-C3363CD6AF39}"/>
                    </a:ext>
                  </a:extLst>
                </p14:cNvPr>
                <p14:cNvContentPartPr/>
                <p14:nvPr/>
              </p14:nvContentPartPr>
              <p14:xfrm>
                <a:off x="11133115" y="2143820"/>
                <a:ext cx="173520" cy="118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1190934-28BA-6DD1-A8CA-C3363CD6AF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126995" y="2137700"/>
                  <a:ext cx="185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6C62B8-7737-5E91-ACD5-98675A9FFD4A}"/>
                    </a:ext>
                  </a:extLst>
                </p14:cNvPr>
                <p14:cNvContentPartPr/>
                <p14:nvPr/>
              </p14:nvContentPartPr>
              <p14:xfrm>
                <a:off x="11432995" y="2282780"/>
                <a:ext cx="21960" cy="26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6C62B8-7737-5E91-ACD5-98675A9FFD4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426875" y="2276660"/>
                  <a:ext cx="342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223DB8A-F59B-6458-0B9F-E11A9EF2BB5E}"/>
              </a:ext>
            </a:extLst>
          </p:cNvPr>
          <p:cNvGrpSpPr/>
          <p:nvPr/>
        </p:nvGrpSpPr>
        <p:grpSpPr>
          <a:xfrm>
            <a:off x="6080155" y="2719100"/>
            <a:ext cx="4967280" cy="905400"/>
            <a:chOff x="6080155" y="2719100"/>
            <a:chExt cx="4967280" cy="90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86DB20-0F54-669E-57AB-ECD48AD31560}"/>
                    </a:ext>
                  </a:extLst>
                </p14:cNvPr>
                <p14:cNvContentPartPr/>
                <p14:nvPr/>
              </p14:nvContentPartPr>
              <p14:xfrm>
                <a:off x="6080155" y="3152180"/>
                <a:ext cx="3357360" cy="334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86DB20-0F54-669E-57AB-ECD48AD3156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74035" y="3146060"/>
                  <a:ext cx="33696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9E35A98-7CF5-9EDC-C9A6-B552370747BD}"/>
                    </a:ext>
                  </a:extLst>
                </p14:cNvPr>
                <p14:cNvContentPartPr/>
                <p14:nvPr/>
              </p14:nvContentPartPr>
              <p14:xfrm>
                <a:off x="8907955" y="2719100"/>
                <a:ext cx="350280" cy="905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9E35A98-7CF5-9EDC-C9A6-B552370747B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01835" y="2712980"/>
                  <a:ext cx="36252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FE276E8-FD28-536B-D15A-5D429F7F5240}"/>
                    </a:ext>
                  </a:extLst>
                </p14:cNvPr>
                <p14:cNvContentPartPr/>
                <p14:nvPr/>
              </p14:nvContentPartPr>
              <p14:xfrm>
                <a:off x="9671155" y="2798300"/>
                <a:ext cx="520200" cy="479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FE276E8-FD28-536B-D15A-5D429F7F524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65035" y="2792180"/>
                  <a:ext cx="5324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D7C41C-278B-46FC-C993-153ECA5C0041}"/>
                    </a:ext>
                  </a:extLst>
                </p14:cNvPr>
                <p14:cNvContentPartPr/>
                <p14:nvPr/>
              </p14:nvContentPartPr>
              <p14:xfrm>
                <a:off x="10381435" y="3045620"/>
                <a:ext cx="71640" cy="20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D7C41C-278B-46FC-C993-153ECA5C00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75315" y="3039500"/>
                  <a:ext cx="83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1AE7F74-6276-09E2-2CCE-9F4E3D06EB4D}"/>
                    </a:ext>
                  </a:extLst>
                </p14:cNvPr>
                <p14:cNvContentPartPr/>
                <p14:nvPr/>
              </p14:nvContentPartPr>
              <p14:xfrm>
                <a:off x="10559995" y="3152180"/>
                <a:ext cx="487440" cy="15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1AE7F74-6276-09E2-2CCE-9F4E3D06EB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53875" y="3146060"/>
                  <a:ext cx="4996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E838877-F3EC-1BAE-A29F-9E4231C5BC3D}"/>
              </a:ext>
            </a:extLst>
          </p:cNvPr>
          <p:cNvGrpSpPr/>
          <p:nvPr/>
        </p:nvGrpSpPr>
        <p:grpSpPr>
          <a:xfrm>
            <a:off x="668635" y="4267100"/>
            <a:ext cx="1549800" cy="731520"/>
            <a:chOff x="668635" y="4267100"/>
            <a:chExt cx="1549800" cy="73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4E3138A-7398-BFC9-D01F-4D51EF30C1F4}"/>
                    </a:ext>
                  </a:extLst>
                </p14:cNvPr>
                <p14:cNvContentPartPr/>
                <p14:nvPr/>
              </p14:nvContentPartPr>
              <p14:xfrm>
                <a:off x="668635" y="4267100"/>
                <a:ext cx="439560" cy="574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4E3138A-7398-BFC9-D01F-4D51EF30C1F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2515" y="4260980"/>
                  <a:ext cx="45180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A0A9758-E45C-820A-94E6-4C56AD4516EF}"/>
                    </a:ext>
                  </a:extLst>
                </p14:cNvPr>
                <p14:cNvContentPartPr/>
                <p14:nvPr/>
              </p14:nvContentPartPr>
              <p14:xfrm>
                <a:off x="1134115" y="4359980"/>
                <a:ext cx="97920" cy="39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A0A9758-E45C-820A-94E6-4C56AD4516E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7995" y="4353860"/>
                  <a:ext cx="110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1220919-1E60-9322-858A-0CD2F5C7B62D}"/>
                    </a:ext>
                  </a:extLst>
                </p14:cNvPr>
                <p14:cNvContentPartPr/>
                <p14:nvPr/>
              </p14:nvContentPartPr>
              <p14:xfrm>
                <a:off x="1273795" y="4590020"/>
                <a:ext cx="442800" cy="277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1220919-1E60-9322-858A-0CD2F5C7B62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267675" y="4583900"/>
                  <a:ext cx="455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B584A6-3660-4CC5-9EF0-DBE6C15309AD}"/>
                    </a:ext>
                  </a:extLst>
                </p14:cNvPr>
                <p14:cNvContentPartPr/>
                <p14:nvPr/>
              </p14:nvContentPartPr>
              <p14:xfrm>
                <a:off x="1787515" y="4458620"/>
                <a:ext cx="311040" cy="540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B584A6-3660-4CC5-9EF0-DBE6C15309A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81395" y="4452500"/>
                  <a:ext cx="32328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3CD2135-69BE-89B4-79EA-169BADD74398}"/>
                    </a:ext>
                  </a:extLst>
                </p14:cNvPr>
                <p14:cNvContentPartPr/>
                <p14:nvPr/>
              </p14:nvContentPartPr>
              <p14:xfrm>
                <a:off x="2081995" y="4862540"/>
                <a:ext cx="136440" cy="99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3CD2135-69BE-89B4-79EA-169BADD7439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75875" y="4856420"/>
                  <a:ext cx="1486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9C774C5-F396-3803-47E7-ED7D0A62636F}"/>
              </a:ext>
            </a:extLst>
          </p:cNvPr>
          <p:cNvGrpSpPr/>
          <p:nvPr/>
        </p:nvGrpSpPr>
        <p:grpSpPr>
          <a:xfrm>
            <a:off x="3932395" y="4240460"/>
            <a:ext cx="1610280" cy="590040"/>
            <a:chOff x="3932395" y="4240460"/>
            <a:chExt cx="1610280" cy="5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BF9D897-2441-28D9-FFC9-0CC11419BA02}"/>
                    </a:ext>
                  </a:extLst>
                </p14:cNvPr>
                <p14:cNvContentPartPr/>
                <p14:nvPr/>
              </p14:nvContentPartPr>
              <p14:xfrm>
                <a:off x="3932395" y="4240460"/>
                <a:ext cx="464040" cy="590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BF9D897-2441-28D9-FFC9-0CC11419BA0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26275" y="4234340"/>
                  <a:ext cx="47628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725F893-7684-C074-6DFA-69A32BF432FC}"/>
                    </a:ext>
                  </a:extLst>
                </p14:cNvPr>
                <p14:cNvContentPartPr/>
                <p14:nvPr/>
              </p14:nvContentPartPr>
              <p14:xfrm>
                <a:off x="4692355" y="4531340"/>
                <a:ext cx="850320" cy="147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725F893-7684-C074-6DFA-69A32BF432F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86235" y="4525220"/>
                  <a:ext cx="86256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FDB28D7-B4BA-3F16-920F-0B743044D452}"/>
              </a:ext>
            </a:extLst>
          </p:cNvPr>
          <p:cNvGrpSpPr/>
          <p:nvPr/>
        </p:nvGrpSpPr>
        <p:grpSpPr>
          <a:xfrm>
            <a:off x="7148635" y="4139660"/>
            <a:ext cx="3498840" cy="814320"/>
            <a:chOff x="7148635" y="4139660"/>
            <a:chExt cx="3498840" cy="81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2548BD-844F-9577-0E43-5674BECFE535}"/>
                    </a:ext>
                  </a:extLst>
                </p14:cNvPr>
                <p14:cNvContentPartPr/>
                <p14:nvPr/>
              </p14:nvContentPartPr>
              <p14:xfrm>
                <a:off x="7148635" y="4188620"/>
                <a:ext cx="143280" cy="307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2548BD-844F-9577-0E43-5674BECFE53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42515" y="4182500"/>
                  <a:ext cx="1555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7367FD9-22DA-BB56-DA5E-59E018CCE245}"/>
                    </a:ext>
                  </a:extLst>
                </p14:cNvPr>
                <p14:cNvContentPartPr/>
                <p14:nvPr/>
              </p14:nvContentPartPr>
              <p14:xfrm>
                <a:off x="7311355" y="4139660"/>
                <a:ext cx="305640" cy="305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7367FD9-22DA-BB56-DA5E-59E018CCE2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05235" y="4133540"/>
                  <a:ext cx="3178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BDB8DC8-B789-294B-B4ED-22555CEFC517}"/>
                    </a:ext>
                  </a:extLst>
                </p14:cNvPr>
                <p14:cNvContentPartPr/>
                <p14:nvPr/>
              </p14:nvContentPartPr>
              <p14:xfrm>
                <a:off x="7749835" y="4291580"/>
                <a:ext cx="63720" cy="122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BDB8DC8-B789-294B-B4ED-22555CEFC51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43715" y="4285460"/>
                  <a:ext cx="75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01EA432-F7A2-1A08-4FE6-7C7D179C0B03}"/>
                    </a:ext>
                  </a:extLst>
                </p14:cNvPr>
                <p14:cNvContentPartPr/>
                <p14:nvPr/>
              </p14:nvContentPartPr>
              <p14:xfrm>
                <a:off x="7901035" y="4229660"/>
                <a:ext cx="27000" cy="74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01EA432-F7A2-1A08-4FE6-7C7D179C0B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94915" y="4223540"/>
                  <a:ext cx="39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9E69361-2893-248B-37F7-27D370FC5EC2}"/>
                    </a:ext>
                  </a:extLst>
                </p14:cNvPr>
                <p14:cNvContentPartPr/>
                <p14:nvPr/>
              </p14:nvContentPartPr>
              <p14:xfrm>
                <a:off x="8019115" y="4309220"/>
                <a:ext cx="389880" cy="483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9E69361-2893-248B-37F7-27D370FC5E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12995" y="4303100"/>
                  <a:ext cx="4021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C1323D7-F4F5-5EB9-1E6E-90AEB79568BA}"/>
                    </a:ext>
                  </a:extLst>
                </p14:cNvPr>
                <p14:cNvContentPartPr/>
                <p14:nvPr/>
              </p14:nvContentPartPr>
              <p14:xfrm>
                <a:off x="8637955" y="4263860"/>
                <a:ext cx="698400" cy="345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C1323D7-F4F5-5EB9-1E6E-90AEB79568B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31835" y="4257740"/>
                  <a:ext cx="7106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89BCE2-6540-25F0-C192-17779D5ACD48}"/>
                    </a:ext>
                  </a:extLst>
                </p14:cNvPr>
                <p14:cNvContentPartPr/>
                <p14:nvPr/>
              </p14:nvContentPartPr>
              <p14:xfrm>
                <a:off x="9760435" y="4558340"/>
                <a:ext cx="831960" cy="63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89BCE2-6540-25F0-C192-17779D5ACD4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54315" y="4552220"/>
                  <a:ext cx="844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A7CAE15-971C-8D3C-838F-519AF701D0F4}"/>
                    </a:ext>
                  </a:extLst>
                </p14:cNvPr>
                <p14:cNvContentPartPr/>
                <p14:nvPr/>
              </p14:nvContentPartPr>
              <p14:xfrm>
                <a:off x="10459195" y="4306700"/>
                <a:ext cx="188280" cy="647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A7CAE15-971C-8D3C-838F-519AF701D0F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53075" y="4300580"/>
                  <a:ext cx="200520" cy="65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5CFF7C4-B4DB-694E-9F7B-B86A2DFB5AD6}"/>
              </a:ext>
            </a:extLst>
          </p:cNvPr>
          <p:cNvGrpSpPr/>
          <p:nvPr/>
        </p:nvGrpSpPr>
        <p:grpSpPr>
          <a:xfrm>
            <a:off x="11096395" y="4253420"/>
            <a:ext cx="1053000" cy="559440"/>
            <a:chOff x="11096395" y="4253420"/>
            <a:chExt cx="1053000" cy="55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236036-48AE-3054-0702-9D519A110EEB}"/>
                    </a:ext>
                  </a:extLst>
                </p14:cNvPr>
                <p14:cNvContentPartPr/>
                <p14:nvPr/>
              </p14:nvContentPartPr>
              <p14:xfrm>
                <a:off x="11096395" y="4253420"/>
                <a:ext cx="292680" cy="559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236036-48AE-3054-0702-9D519A110EE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90275" y="4247300"/>
                  <a:ext cx="30492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8436BA-2007-E186-09DA-E0A16D2DF7BE}"/>
                    </a:ext>
                  </a:extLst>
                </p14:cNvPr>
                <p14:cNvContentPartPr/>
                <p14:nvPr/>
              </p14:nvContentPartPr>
              <p14:xfrm>
                <a:off x="11365315" y="4501100"/>
                <a:ext cx="246240" cy="209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8436BA-2007-E186-09DA-E0A16D2DF7B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359195" y="4494980"/>
                  <a:ext cx="258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6ACF592-B343-5405-74E6-C0075C401001}"/>
                    </a:ext>
                  </a:extLst>
                </p14:cNvPr>
                <p14:cNvContentPartPr/>
                <p14:nvPr/>
              </p14:nvContentPartPr>
              <p14:xfrm>
                <a:off x="11787235" y="4407500"/>
                <a:ext cx="88560" cy="18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6ACF592-B343-5405-74E6-C0075C40100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781115" y="4401380"/>
                  <a:ext cx="100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A07B41F-4E4C-8E7B-8E41-B7FE21268C82}"/>
                    </a:ext>
                  </a:extLst>
                </p14:cNvPr>
                <p14:cNvContentPartPr/>
                <p14:nvPr/>
              </p14:nvContentPartPr>
              <p14:xfrm>
                <a:off x="11803435" y="4590020"/>
                <a:ext cx="345960" cy="151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A07B41F-4E4C-8E7B-8E41-B7FE21268C8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797315" y="4583900"/>
                  <a:ext cx="3582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BDFC5EA-1FE6-C84B-D046-1D9EC893BCFA}"/>
              </a:ext>
            </a:extLst>
          </p:cNvPr>
          <p:cNvGrpSpPr/>
          <p:nvPr/>
        </p:nvGrpSpPr>
        <p:grpSpPr>
          <a:xfrm>
            <a:off x="6853795" y="5178260"/>
            <a:ext cx="2972160" cy="506160"/>
            <a:chOff x="6853795" y="5178260"/>
            <a:chExt cx="2972160" cy="50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81F3483-CF86-0E7A-7E07-3B139E342865}"/>
                    </a:ext>
                  </a:extLst>
                </p14:cNvPr>
                <p14:cNvContentPartPr/>
                <p14:nvPr/>
              </p14:nvContentPartPr>
              <p14:xfrm>
                <a:off x="6853795" y="5232980"/>
                <a:ext cx="2098440" cy="222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81F3483-CF86-0E7A-7E07-3B139E34286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47675" y="5226860"/>
                  <a:ext cx="21106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12C2CC8-4A74-6307-71B1-A3E5F2A1DE6F}"/>
                    </a:ext>
                  </a:extLst>
                </p14:cNvPr>
                <p14:cNvContentPartPr/>
                <p14:nvPr/>
              </p14:nvContentPartPr>
              <p14:xfrm>
                <a:off x="8599075" y="5178260"/>
                <a:ext cx="178200" cy="506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12C2CC8-4A74-6307-71B1-A3E5F2A1DE6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92955" y="5172140"/>
                  <a:ext cx="19044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D112E5D-B822-2D2C-EED3-111F0CAF0359}"/>
                    </a:ext>
                  </a:extLst>
                </p14:cNvPr>
                <p14:cNvContentPartPr/>
                <p14:nvPr/>
              </p14:nvContentPartPr>
              <p14:xfrm>
                <a:off x="9208195" y="5412620"/>
                <a:ext cx="105120" cy="232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D112E5D-B822-2D2C-EED3-111F0CAF03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02075" y="5406500"/>
                  <a:ext cx="1173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9DD001D-EDFB-E265-0B9B-4F144B02B708}"/>
                    </a:ext>
                  </a:extLst>
                </p14:cNvPr>
                <p14:cNvContentPartPr/>
                <p14:nvPr/>
              </p14:nvContentPartPr>
              <p14:xfrm>
                <a:off x="9249235" y="5270060"/>
                <a:ext cx="576720" cy="137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9DD001D-EDFB-E265-0B9B-4F144B02B70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43115" y="5263940"/>
                  <a:ext cx="58896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7AFA400-7B0A-05A2-D376-E8D27B727280}"/>
                  </a:ext>
                </a:extLst>
              </p14:cNvPr>
              <p14:cNvContentPartPr/>
              <p14:nvPr/>
            </p14:nvContentPartPr>
            <p14:xfrm>
              <a:off x="10813075" y="5338820"/>
              <a:ext cx="275400" cy="187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7AFA400-7B0A-05A2-D376-E8D27B72728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806955" y="5332700"/>
                <a:ext cx="28764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EB796006-CB0C-3699-D394-63BF08026FC9}"/>
              </a:ext>
            </a:extLst>
          </p:cNvPr>
          <p:cNvGrpSpPr/>
          <p:nvPr/>
        </p:nvGrpSpPr>
        <p:grpSpPr>
          <a:xfrm>
            <a:off x="723715" y="5781620"/>
            <a:ext cx="1197000" cy="463680"/>
            <a:chOff x="723715" y="5781620"/>
            <a:chExt cx="1197000" cy="46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D55C8E7-2BA7-5478-4D21-23A3D5545EAB}"/>
                    </a:ext>
                  </a:extLst>
                </p14:cNvPr>
                <p14:cNvContentPartPr/>
                <p14:nvPr/>
              </p14:nvContentPartPr>
              <p14:xfrm>
                <a:off x="723715" y="5781620"/>
                <a:ext cx="438840" cy="463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D55C8E7-2BA7-5478-4D21-23A3D5545EA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7595" y="5775500"/>
                  <a:ext cx="4510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988D429-51DC-1456-7E96-1BF16AE8B205}"/>
                    </a:ext>
                  </a:extLst>
                </p14:cNvPr>
                <p14:cNvContentPartPr/>
                <p14:nvPr/>
              </p14:nvContentPartPr>
              <p14:xfrm>
                <a:off x="1331755" y="5892140"/>
                <a:ext cx="588960" cy="353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988D429-51DC-1456-7E96-1BF16AE8B20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25635" y="5886020"/>
                  <a:ext cx="60120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7818465-49FF-874E-402A-81AF018A6F6F}"/>
              </a:ext>
            </a:extLst>
          </p:cNvPr>
          <p:cNvGrpSpPr/>
          <p:nvPr/>
        </p:nvGrpSpPr>
        <p:grpSpPr>
          <a:xfrm>
            <a:off x="5672635" y="5895380"/>
            <a:ext cx="1278720" cy="377280"/>
            <a:chOff x="5672635" y="5895380"/>
            <a:chExt cx="127872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BABFDD4-31BE-9CAF-FE08-8A4AF5993129}"/>
                    </a:ext>
                  </a:extLst>
                </p14:cNvPr>
                <p14:cNvContentPartPr/>
                <p14:nvPr/>
              </p14:nvContentPartPr>
              <p14:xfrm>
                <a:off x="5672635" y="5895380"/>
                <a:ext cx="78480" cy="377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BABFDD4-31BE-9CAF-FE08-8A4AF599312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66515" y="5889260"/>
                  <a:ext cx="907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F7CB0F6-EF47-360A-CE24-F133E7A9D8A0}"/>
                    </a:ext>
                  </a:extLst>
                </p14:cNvPr>
                <p14:cNvContentPartPr/>
                <p14:nvPr/>
              </p14:nvContentPartPr>
              <p14:xfrm>
                <a:off x="5717275" y="6091940"/>
                <a:ext cx="924120" cy="62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F7CB0F6-EF47-360A-CE24-F133E7A9D8A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11155" y="6085820"/>
                  <a:ext cx="936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762BC74-1E37-8B9F-5620-C4C2211367C9}"/>
                    </a:ext>
                  </a:extLst>
                </p14:cNvPr>
                <p14:cNvContentPartPr/>
                <p14:nvPr/>
              </p14:nvContentPartPr>
              <p14:xfrm>
                <a:off x="6871435" y="6098420"/>
                <a:ext cx="79920" cy="42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762BC74-1E37-8B9F-5620-C4C2211367C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65315" y="6092300"/>
                  <a:ext cx="9216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1F91E52-1BE7-ECDA-DB7E-9203E6062E9A}"/>
                  </a:ext>
                </a:extLst>
              </p14:cNvPr>
              <p14:cNvContentPartPr/>
              <p14:nvPr/>
            </p14:nvContentPartPr>
            <p14:xfrm>
              <a:off x="8708155" y="6346100"/>
              <a:ext cx="179640" cy="478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1F91E52-1BE7-ECDA-DB7E-9203E6062E9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702035" y="6339980"/>
                <a:ext cx="19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964AEED-7FB1-B0F6-C8B5-4B133B609B31}"/>
                  </a:ext>
                </a:extLst>
              </p14:cNvPr>
              <p14:cNvContentPartPr/>
              <p14:nvPr/>
            </p14:nvContentPartPr>
            <p14:xfrm>
              <a:off x="9590515" y="6369860"/>
              <a:ext cx="8640" cy="79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964AEED-7FB1-B0F6-C8B5-4B133B609B3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584395" y="6363740"/>
                <a:ext cx="20880" cy="2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2314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35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369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632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29</Words>
  <Application>Microsoft Office PowerPoint</Application>
  <PresentationFormat>Widescreen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2026-03-11T05:08:41Z</dcterms:created>
  <dcterms:modified xsi:type="dcterms:W3CDTF">2026-03-11T07:10:08Z</dcterms:modified>
</cp:coreProperties>
</file>