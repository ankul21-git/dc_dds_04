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4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19 188 5308,'-13'5'5138,"21"-7"5406,3-1-5689,-1 1-7907,-9 1 3070,-1 0-1,0 0 0,1-1 0,-1 1 0,0 0 1,0 0-1,0 0 0,0-1 0,0 1 0,0 0 1,0 0-1,0-1 0,0 1 0,-1-2 0,-1-20 834,-1 0 0,-1 0 0,-7-23-1,-3 22 496,12 23-187,3-2-745,1-2-342,7-13 572,-3 21-232,1 15-26,2 30 190,-2 0 0,3 84 1,-7-74-451,2 215-101,-4-124-25,-16 274-240,12-384-1336,1 64 0,13-9-4931,-3-65-3181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4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30 154 8017,'1'-2'251,"0"0"1,-1 1 0,1-1-1,-1 0 1,1 0 0,-1 0-1,1 0 1,-1 0 0,0 0-1,0 0 1,0 0 0,0 0-1,0 0 1,-1 0 0,1 0-1,-1 0 1,1 0 0,-1 0-1,0 1 1,1-1 0,-1 0-1,0 0 1,0 1 0,0-1-1,-1 0 1,1 1 0,0-1-1,-1 1 1,1 0 0,-1-1-1,1 1 1,-1 0 0,1 0-1,-3-1 1,3 1-83,0-1 0,0 1 0,0 0 0,1 0 0,-1 0 0,0-1-1,1 1 1,-1 0 0,1-1 0,-1 1 0,1-1 0,-1 1 0,1 0 0,0-1 0,0 1 0,0-1 0,0 1 0,0-1 0,0 1 0,0 0 0,1-1 0,-1 1-1,0-1 1,1 1 0,-1 0 0,1-1 0,0 1 0,-1 0 0,1-1 0,1-1 0,1 0-82,0 0-1,0 0 1,1 0-1,-1 0 1,1 0-1,0 1 1,-1-1-1,1 1 1,0 0-1,0 0 1,0 1-1,9-3 1,2 1 49,0 0 0,21-1 0,-33 4-105,46-3 58,0 2-1,0 2 1,0 2-1,-1 2 1,1 2-1,-1 3 1,0 1-1,59 24 1,-90-29-83,-1 2 1,0 0-1,0 0 0,-1 2 1,0 0-1,0 1 0,22 21 1,-32-26-2,1-1 1,-2 1 0,1 0 0,-1 0-1,0 0 1,0 0 0,-1 1 0,1 0-1,-1-1 1,-1 1 0,0 1 0,0-1-1,0 0 1,-1 0 0,0 1 0,0-1-1,0 0 1,-1 1 0,-1-1 0,1 1-1,-3 10 1,-1-4-6,-1 0 0,-1 0 0,0-1 0,-1 1-1,0-2 1,-1 1 0,0-1 0,-1 0 0,0 0 0,-1-1-1,-13 11 1,-18 14 21,-73 51-1,105-81-13,-423 288-940,398-273 453,28-18 97,0 1 0,0-1 1,0 1-1,1 0 0,0 0 1,0 1-1,0 0 1,0 0-1,-7 10 0,11-14-304,-4 7 306,30-2-14973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5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18 9785,'-14'8'1961,"11"-15"-92,3 6-1474,-1-1 0,1 1 0,0 0-1,-1-1 1,1 1 0,-1-1-1,1 1 1,-1 0 0,0-1-1,0 1 1,1 0 0,-3-1-1,-7 32 2637,-33 149 834,22-101-2831,20-72-987,-158 676 2291,151-630-3098,3 0 1,2 73 0,12 24-5044,1-109-866,-7-30 4474,6 18-6937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6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674 9 11913,'14'-2'1942,"-19"-1"-974,-29-1 5102,31 8-5241,-170 208 2010,65-87-2552,-187 270-1453,280-371 1041,1 0 0,-18 43 0,31-65 118,-1 0 1,1 0-1,0 1 1,1-1-1,-1 0 0,0 1 1,1-1-1,-1 1 1,1-1-1,0 1 1,0-1-1,0 1 0,0-1 1,0 1-1,1-1 1,-1 0-1,1 1 1,-1-1-1,1 1 0,0-1 1,0 0-1,0 0 1,0 1-1,1-1 1,-1 0-1,0 0 0,1 0 1,0 0-1,-1 0 1,1-1-1,0 1 1,0 0-1,0-1 0,0 0 1,0 1-1,0-1 1,0 0-1,1 0 1,2 1-1,9 3 12,0-1 0,0-1 1,0 0-1,0 0 0,18 0 0,-27-3 3,449 53 201,-164-16-3090,-94-31-6248,-114-8 831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6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72 11057,'0'0'2280,"-19"-15"-232,0 4 1293,7 2-2129,-1-2 2140,35 5-4208,-3 1-424,3-1-728,4 0-913,9 3-1835,28 3-3729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96 143 11889,'-19'-31'2544,"13"16"-67,-7 1-133,0 0-488,0-1-252,1 1-308,2 3-260,1 2-136,18-2-4940,4 2 984,3 18-2561,0-4-4632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8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32 7585,'-9'-31'12056,"6"32"-10884,1 1-975,0-1-1,0 0 0,0 1 0,0-1 1,0 1-1,0-1 0,0 1 0,1 0 1,-1 0-1,1 0 0,-1 0 1,1 0-1,0 0 0,-1 0 0,1 0 1,0 3-1,-6 40 1446,6-31-1356,-4 99 1465,2-63-970,-11 73 1,-72 248-1500,54-252-1270,14-54 333,-12 56-2322,15-40-3908,9-34-2300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8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1 232 10913,'9'-23'2324,"1"3"-284,9-14-211,-10 22-201,7-11-80,-3 3-316,16 3-148,9-14-244,-3 11-172,6 5-140,3 4-412,1 5-452,-1 6-440,1 6-628,-4 8-688,-13 3-316,-2 9-2857,-13 8-4220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9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0 246 11153,'51'-40'2100,"-32"34"-156,3-5-319,20-12-333,-8 8-192,8-2-344,9 3-200,12-6-384,4-3-612,6 0-860,3-2-868,0 5-2777,4 11-3916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49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21 9625,'22'-17'2667,"-18"14"4093,-9 4-6358,1 1 0,0 0-1,0 0 1,-1 0 0,1 0 0,1 1 0,-1 0 0,0 0 0,1 0 0,-1 0 0,1 0 0,0 1-1,0-1 1,-3 6 0,-9 13 79,1-1-1,2 2 0,0 0 0,2 0 0,0 1 1,-7 29-1,-30 156-600,40-175-382,-16 119-1933,21-131 1578,1 1-1,1-1 0,1 1 0,6 37 1,-6-55 537,0-1 1,0 1 0,1-1 0,-1 0 0,1 0 0,0 1 0,0-1-1,1 0 1,-1-1 0,1 1 0,0 0 0,0-1 0,0 1-1,0-1 1,8 5 0,-9-6 177,1-1 0,0 1 0,0-1 1,0 0-1,0 0 0,0 0 0,0 0 0,0-1 0,0 1 0,0-1 0,0 0 0,0 0 0,0 0 0,0 0 1,0 0-1,1-1 0,-1 1 0,0-1 0,0 0 0,0 0 0,-1 0 0,1 0 0,5-3 0,7-6-120,1 0-1,-2-1 0,1 0 0,-1-1 0,-1-1 1,18-22-1,64-96-104,-54 71 436,103-162 2122,-37 54 1691,-95 152-2829,-15 21-312,-19 30-65,-244 346 1129,240-345-1682,1 1 1,2 2 0,2 0 0,-19 49 0,39-86-107,1 1 0,-1 0 0,0-1 0,1 1 0,0 0 0,0 0 0,-1-1 0,2 1 0,-1 0-1,0 0 1,0-1 0,1 1 0,0 0 0,-1-1 0,1 1 0,0-1 0,0 1 0,1-1 0,-1 1 0,0-1 0,1 0 0,0 1 0,-1-1 0,1 0 0,0 0 0,0 0 0,0 0 0,4 2 0,1 1 7,1-1 1,-1 1 0,1-2 0,0 1 0,16 4 0,0-2-127,0-2 1,0 0-1,1-2 1,-1 0-1,44-4 1,10 1-732,91 3-2376,-1 0-4322,-86 3 642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6:51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49 5525,'23'10'1592,"-22"-10"-1537,-1 0 1,0 0-1,0 0 0,1 0 0,-1 0 0,0 0 0,0-1 0,0 1 1,1 0-1,-1 0 0,0 0 0,0 0 0,0 0 0,1 0 0,-1 0 1,0-1-1,0 1 0,0 0 0,0 0 0,0 0 0,1 0 0,-1-1 0,0 1 1,0 0-1,0 0 0,0 0 0,0-1 0,0 1 0,0 0 0,0 0 1,0-1-1,0 1 0,0 0 0,0 0 0,0 0 0,0-1 0,0 1 0,0 0 1,0 0-1,0-1 0,0 1 0,0 0 0,0-11 424,0 11-339,-1-2 56,1 1-1,0-1 1,0 0 0,0 1-1,0-1 1,0 0 0,1 1-1,-1-1 1,0 1 0,1-1 0,-1 1-1,1-1 1,0 1 0,-1-1-1,1 1 1,0-1 0,0 1-1,0 0 1,0 0 0,0-1-1,0 1 1,0 0 0,0 0 0,1 0-1,1-1 1,-1 0 3171,-5 373 862,-57 413-2194,9-35-2273,51-628-2391,18 162 0,-14-247 1127,10 54-1673,4-30-3677,-9-40 2035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2.6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2109 311 3032,'0'0'1676,"-9"-30"1971,9 22-3325,0-1 0,1 1 0,0 0-1,0 0 1,1 0 0,4-13 0,-5 19-251,0 0 0,-1 0-1,1 0 1,-1 0 0,0 0 0,0 0 0,0 0 0,0 0 0,0 0 0,0-3 0,0-9 162,7-5 283,0 1 0,2 0 0,0 0 0,1 1 0,1 0 0,0 1 0,15-16 0,-10 15 77,-19 24-14,-23 34 102,18-29-745,-46 83 698,-45 105 1,23-40-294,9-20 164,7 1-1,-49 179 0,-34 311 585,117-445-782,-2 298 1,44 189-14,-3-323-208,-39 464 18,7-645 33,-77 311-1,-109 146 205,69-310-90,43-107-289,-29 62 160,-54 133-135,40-36 82,-19 109 236,102-303-181,-33 64 149,21-64-167,31-77-31,0-4 185,3 2 0,-19 112 0,45-177-133,-21 177 844,25-186-765,0 0-1,2 1 0,1-1 0,1 0 1,0 0-1,2 0 0,11 32 0,-15-51-193,-1 1 0,1-1 0,0 0 0,0 0 1,0 0-1,0 0 0,1 0 0,-1 0 0,0-1 0,1 1 0,-1 0 0,1-1 0,0 1 0,-1-1 0,1 1 0,0-1 0,0 0 0,0 0 0,0 0 0,0 0 0,0 0 0,0 0 0,0-1 1,1 1-1,-1 0 0,0-1 0,0 0 0,1 0 0,-1 0 0,0 0 0,0 0 0,1 0 0,-1 0 0,0-1 0,0 1 0,0-1 0,1 0 0,2-1 0,7-3-203,0-1-1,1-1 0,-2 0 0,1-1 0,11-9 0,-14 10-143,42-30-1023,45-37-3227,-94 73 3761,-10 34-3270,-21 9 636,28-40 1787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05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3087 48 4388,'-1'-2'432,"0"0"0,1 0 0,-1 0-1,0 1 1,-1-1 0,1 0 0,0 1-1,0-1 1,-1 1 0,1-1-1,-1 1 1,1 0 0,-1 0 0,0-1-1,-2 0 1,-16-5 743,19 6-1256,-3 0 764,3-1 47,-11-8 151,4 11 703,1 23 1089,3-5-3050,-25 69 1241,-47 99 0,20-55-287,-24 69 64,-110 286 55,-293 847 204,56 18 2136,263-657-1212,35 7-618,118-638-1123,-139 660 614,100-495-564,-195 747 180,208-835-288,-69 228 36,25-93-58,20-68 29,-30 113 15,41-148-30,-8-2 1,-117 242-1,152-373-273,-49 70 0,21-36-211,32-45 157,2-5-628,1 2 0,1 0 0,1 1-1,-15 40 1,28-63-287,2-9-565,42-131-9151,-8 59 3243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08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60 312 4796,'-56'-7'1167,"53"8"451,8 3-1170,-4-3-342,0-1 1,0 0-1,0 1 1,0-1-1,0 0 1,-1 1-1,1-1 1,0 0-1,0 0 1,0 0-1,0 0 0,0 0 1,0 0-1,0 0 1,0 0-1,0 0 1,0 0-1,1-1 1,9-6 84,0 0 1,1 1 0,0 1-1,0 0 1,1 0 0,21-5-1,87-12 257,-114 21-393,608-60 1661,7 40-461,-527 19-1065,162-3 158,225 0 142,21 7-72,1298-34 817,-978-44-393,-716 59-548,54-4 798,-123 15-1014,-35 35-3,-1-21-59,0-1-1,0 0 1,1 1-1,0-1 1,1-1-1,-1 1 0,1 0 1,1-1-1,-1 0 1,1 0-1,0 0 1,1-1-1,-1 1 1,1-1-1,0-1 1,0 1-1,1-1 1,6 4-1,11 3 116,0 0 0,1-2 0,46 11 0,-26-7 116,-38-12-217,1 1 0,0-1 0,0-1 0,-1 0 0,1 0 0,13-2 0,7 1-40,82-9 125,-34 2-61,-46 5 17,-1-2 1,43-13-1,52-16-15,-91 27-62,0 2-1,67-2 1,115 11 53,-146 0-50,0-4 0,94-11 0,-118 11 43,-41 0 69,-8 0-102,-66 5 16,67-5 229,23 1-266,80 4-12,-96-5 24,15 3 2,-17-3 1,-1 1 0,0-1 0,1 1 0,-1 0 0,0-1 0,1 1 0,-1 0 0,0 0 0,0 0 0,0 0 0,1 0 0,-1 0 0,0 0 0,0 0 0,-1 0 0,1 0 0,0 0 0,0 1 0,0-1 0,-1 0 0,1 1 0,-1-1 0,1 1 0,-1-1 0,0 0 0,1 1 0,-1-1 0,0 1 0,0-1 0,0 1 0,0-1 0,0 1 0,-1 1 0,0 10 2,0 1-1,-6 25 0,3-24 26,-51 214 337,16-76-175,-83 310 118,59-248-225,-3 13 86,15 9 109,-22 254 0,47-106-111,-22 215 121,30-468-251,-6-1 1,-61 193-1,47-217 26,-103 199 0,72-177-83,-69 126 9,35-73 37,9 5-1,8 3 1,9 4 0,8 3-1,9 3 1,-54 321 0,82-323 39,-26 199 225,11 72 541,1-12-573,28-255-184,-29 196 35,40-355-59,-2 0-1,-2-1 1,-2 0 0,-27 61 0,26-72-13,1 1-1,-16 64 0,28-91-37,1 1 0,-1 0 0,1-1-1,1 1 1,0 7 0,1 17-10,-3-13-78,2 1 1,4 32-1,-3-33-147,0-1 0,-1 1 0,-1 19 0,-1-15-70,1-1 1,3 23-1,-1-27-245,0-1 0,-2 0-1,0 0 1,-1 0 0,-4 23 0,5-35 39,0 1-1,-1 0 1,1-1 0,1 1 0,-1 0-1,0-1 1,1 1 0,0 0 0,0-1-1,0 1 1,3 5 0,-4-7-22,4 2-4020,9 1-2383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09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641 840 3872,'-10'-1'306,"7"0"-140,-1 0-1,0 1 0,1-1 1,-1 1-1,0 0 0,1 0 1,-1 0-1,0 1 1,0-1-1,-6 3 3742,-3-29-1464,9-7-1736,4 26-672,0 0 0,-1 0 0,1 0 0,-2 0-1,1 0 1,-1 0 0,0 0 0,0 0 0,-1 1 0,0-1-1,0 1 1,-1 0 0,1 0 0,-1 0 0,-1 0-1,-6-6 1,2 4-76,-1 1 1,0 1-1,-1 0 0,1 1 0,-1 0 0,0 0 1,0 1-1,-1 0 0,1 1 0,-19-2 0,-17-1-30,-59-1-1,103 7 70,-56 0 380,-76 9 0,105-4 18,25-2 77,18 1-107,17-1-154,-1-2 1,1 0-1,41-5 0,16-1 154,1017-35 3375,0-29-1729,-524 27-1520,768-42 339,-389 57-552,237-11-37,-362-37-186,-598 50-54,848-83 57,-626 67-99,-275 27-808,-222 1-3149,-92-10-4890,83 13 1836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1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152 73 4568,'-76'-28'1391,"71"27"-985,0 0 1,-1 0 0,1 0 0,0 1 0,0-1 0,-10 2 0,-13-3 2941,29 2-3333,-1 0-1,0 0 1,0 0-1,0 0 1,0-1-1,0 1 1,0 0-1,0 0 1,1 0-1,-1 0 1,0 0 0,0 0-1,0 0 1,0 0-1,0-1 1,0 1-1,0 0 1,0 0-1,0 0 1,0 0-1,0 0 1,0 0-1,0-1 1,0 1 0,0 0-1,0 0 1,0 0-1,0 0 1,0 0-1,0 0 1,0-1-1,0 1 1,0 0-1,0 0 1,0 0-1,0 0 1,0 0 0,0 0-1,0-1 1,0 1-1,0 0 1,-1 0-1,1 0 1,0 0-1,0 0 1,0 0-1,0 0 1,0 0-1,0 0 1,0-1-1,0 1 1,-1 0 0,1 0-1,0 0 1,0 0-1,0 0 1,0 0-1,0 0 1,0 0-1,-1 0 1,1 0-1,0 0 1,0 0-1,0 0 1,0 0 0,0 0-1,-1 0 1,1 0-1,0 0 1,17-5 554,35-3-27,-42 7-379,141-13 849,262 10 1,-347 5-908,660 24 526,-423-13-470,134 3-40,379 9 61,-332-12-148,-163-6 18,2446 25 156,-2208-40-131,-10-32-42,-486 30-323,-93 4-870,-16 3-1109,-90 6 0,64 0-1181,-13 1-2218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2.8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588 0 5909,'-6'2'573,"0"0"0,0-1 1,-1 0-1,1 0 1,0 0-1,-1-1 1,1 0-1,0 0 1,-8-1-1,8 0-251,-1 1 1,1 0-1,-1 0 0,1 1 1,-1 0-1,1 0 0,-1 0 0,1 1 1,0 0-1,-12 6 0,-3 3 224,-32 20-1,35-19-256,-141 97 1080,131-88-1253,2 2 0,1 0 1,-35 43-1,54-60-94,1 1 0,0 1 0,1-1 0,0 1 0,0 0 0,0 0 0,1 0 0,0 0 0,1 1 0,0-1 0,-1 9 0,3-16-22,-1 2-28,1-1 0,0 0-1,0 1 1,0-1-1,1 1 1,-1-1 0,0 0-1,1 1 1,0-1 0,-1 0-1,1 1 1,2 2 0,3 10-366,1-1 1,1 1 0,10 14 0,-15-25 267,0-1 0,0 0 1,0-1-1,0 1 0,0 0 0,0-1 1,1 0-1,-1 0 0,1 0 1,0 0-1,0 0 0,-1-1 0,1 0 1,0 0-1,0 0 0,0 0 0,0 0 1,1-1-1,4 0 0,5 2-394,96 10-5237,-45-1 808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3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1 7193,'0'0'2008,"-7"14"-152,4 3 2324,-3 3-3280,0 0-199,-4-3-57,1 3-148,2 3-168,-12 14-416,6-8-660,-2 2-421,2-2-243,-3 2-592,-6 1-1744,3-1-2405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3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69 6205,'10'-15'1740,"-1"-2"-104,4 6-176,3-1-288,-7 7-224,7-1-176,0 6-368,3-3 128,0 9-160,7 2-412,-1 4-424,13 11-356,-16-1-220,-12-7-464,-4 10-1852,10 21-1677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3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86 5100,'-7'-14'3929,"23"5"-3429,19-5-312,-3 5-360,12-2-708,1-3-1640,-1-1-641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3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248 1 5008,'0'37'1393,"-12"-26"-389,-4 7 12,0 2-216,-3 0-152,-7 11-136,7-8-64,-6 0-188,6 5-180,-6 4-276,-17 22-1368,20-31-1208,16-12-881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3.7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556 0 6365,'-1'0'196,"0"0"0,-1 0 0,1 0 0,0 1 0,-1-1 0,1 0 1,0 1-1,0-1 0,-1 0 0,1 1 0,0 0 0,0-1 0,0 1 1,-1 0-1,1-1 0,0 1 0,0 0 0,0 0 0,0 0 0,0 0 1,1 0-1,-1 0 0,0 0 0,0 0 0,1 0 0,-1 1 0,0-1 1,1 0-1,0 0 0,-1 1 0,1-1 0,0 0 0,-1 0 0,1 1 1,0-1-1,0 0 0,0 2 0,-1 11-74,0-1 1,3 28-1,-1-19 406,0 62 91,1-46-514,-1 0 0,-2 0-1,-2 0 1,-1 0 0,-11 43 0,9-62-158,1 1-1,-2-1 1,-1-1 0,0 1 0,-1-1 0,-1-1 0,-1 0-1,0 0 1,-2-1 0,1-1 0,-2 0 0,-26 23-1,15-18-351,-1-2 0,0-1-1,-44 22 1,-90 28-5831,116-48 1808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7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262 237 3712,'0'0'2590,"-17"-21"7919,45-3-4355,-18 14-6726,-8 8 631,28-16-195,-29 16 135,19-8-1,-18 9 44,15-41-97,-17 41 58,1 0 0,-1 0 1,0 0-1,0 0 0,1 0 0,-1 0 0,0 0 1,0 0-1,0 0 0,0 0 0,0 0 0,0 0 0,-1 0 1,1 0-1,0 0 0,0 0 0,-1 0 0,1 0 1,-1 0-1,1 0 0,-1 0 0,1 1 0,-2-3 0,-4-7 90,7 6-49,1 1 0,-1 0 0,1 0-1,0 0 1,0 0 0,0 0-1,1 0 1,4-4 0,-6 5-29,0 1 1,1-1 0,-1 1-1,-1-1 1,1 0-1,0 1 1,0-1 0,0 0-1,-1 0 1,1 0-1,-1-2 1,6-13 256,-28 23-125,-4 6-66,1 1-1,1 1 0,0 2 0,1 0 0,0 2 1,-19 19-1,17-12-10,0 2 1,2 0-1,1 1 1,-35 61 0,54-83-64,0-1 1,1 0-1,-1 1 1,1-1-1,0 1 1,0-1 0,1 1-1,0 0 1,0 0-1,0 0 1,1 0-1,0 0 1,0 0 0,1 0-1,-1 0 1,1-1-1,0 1 1,1 0-1,-1 0 1,1-1 0,1 1-1,-1-1 1,1 1-1,-1-1 1,6 7-1,-1-3 0,1 0-1,0 0 0,1-1 1,0 0-1,0 0 0,0-1 1,1 0-1,0-1 0,1 0 1,-1 0-1,22 7 0,3-2-64,0-1-1,1-2 0,0-1 1,1-2-1,-1-2 0,62-1 1,-86-3 52,49 1-43,0-3-1,-1-2 1,79-18 0,172-65 379,-307 87-290,-3 1-29,0 1 0,0-1 1,1 1-1,-1-1 0,0 1 0,0-1 0,1 1 1,-1 0-1,0-1 0,0 1 0,0 0 1,0 0-1,0 0 0,0 0 0,0 0 0,0 0 1,-1 0-1,1 0 0,0 0 0,0 0 1,0 2-1,11 27 191,-7-11-193,-3-12 2,-1 0 1,1-1-1,1 1 0,-1-1 1,1 1-1,0-1 0,6 8 1,-2-4 4,1-1 1,1 0-1,0 0 1,0-1-1,0 0 1,1-1-1,14 8 1,-17-11-46,1 0 0,-1-1 1,1 0-1,0 0 0,0-1 0,-1 0 1,1 0-1,1-1 0,-1 0 0,0 0 1,0-1-1,11-1 0,-11 0 9,0 0 0,0-1 0,0 0 0,-1 0 0,1 0-1,-1-1 1,1 0 0,-1-1 0,11-6 0,-15 7 14,0 1 0,1-1 1,-2 0-1,1 0 0,0 0 0,0 0 1,-1 0-1,0-1 0,0 1 0,0-1 1,0 0-1,0 1 0,-1-1 0,1 0 1,-1 0-1,0 0 0,0 0 0,-1 0 1,1 0-1,-1-7 0,0 4 3,-1-1 0,0 1 0,-1 0 0,0 0 0,0 0-1,0 0 1,-1 0 0,0 1 0,0-1 0,-1 1 0,0 0 0,0 0-1,0 0 1,-1 0 0,1 1 0,-10-8 0,-2-1 3,0 1 0,-1 0-1,-1 1 1,-23-11 0,35 20-69,0 0-1,0 1 0,0 0 0,0 1 1,-1-1-1,1 1 0,-1 0 1,1 1-1,-1 0 0,0 0 1,-7 1-1,-6 0-627,18-2 514,1 1 0,-1 0 1,1 0-1,-1 0 0,1 1 0,-1-1 1,1 0-1,0 0 0,-1 1 0,1-1 1,-1 1-1,1-1 0,0 1 0,0 0 1,-1-1-1,-1 3 0,3-3 63,-1 1 0,1-1 1,0 1-1,0-1 0,-1 1 0,1 0 0,0-1 0,0 1 0,0-1 0,0 1 0,0 0 1,0-1-1,0 1 0,0 0 0,0-1 0,0 1 0,0-1 0,0 1 0,0 0 0,0-1 1,0 1-1,1-1 0,-1 1 0,0 0 0,0-1 0,1 1 0,1 2-473,0 0 0,0 0-1,0-1 1,1 1 0,-1-1-1,1 1 1,0-1 0,-1 0-1,1 0 1,0 0 0,0 0-1,5 1 1,21 10-5177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7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0 6417,'0'0'9724,"-2"3"-9440,0-1-243,0 0 1,1 1-1,-1-1 1,1 1-1,0-1 1,0 1-1,0-1 1,0 1 0,0 0-1,1-1 1,-1 1-1,1 0 1,0 0-1,0 0 1,0-1-1,0 5 1,1 2 34,1 1 1,0 0 0,4 13 0,-4-21-67,-1 0 1,0 0 0,1 0 0,-1 0 0,1 0-1,-1 0 1,1 0 0,0-1 0,0 1 0,0-1-1,0 1 1,0-1 0,0 0 0,0 0 0,1 0-1,-1 0 1,0 0 0,1 0 0,-1 0 0,1-1-1,-1 0 1,4 1 0,-5-1-17,1 1 5,1-2 54,2 1-43,0 0 1,0 0 0,0 1 0,0 0 0,-1 0 0,1 0 0,0 0-1,0 1 1,-1 0 0,1-1 0,-1 2 0,0-1 0,0 0-1,0 1 1,0 0 0,0 0 0,0 0 0,-1 1 0,1-1-1,-1 1 1,0 0 0,5 7 0,-4-4-206,-1 0 0,1 1-1,-1-1 1,4 17 0,3 3-745,-9-24 630,-20-6-903,17 3 1164,1 0-1,-1 0 1,1-1 0,0 1-1,-1 0 1,1-1 0,-1 0-1,1 1 1,0-1 0,0 0 0,-1 0-1,1 1 1,0-1 0,0 0-1,0 0 1,0 0 0,0 0-1,-1-3 1,-13-24-4533,11 19 2259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7.8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 6205,'0'0'3368,"19"-3"-3828,0 0-612,3 3-1244,0 0-425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0.1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472 55 5064,'3'-7'9521,"-2"1"-4888,-1-14-4870,-1 13 1657,0 6-1163,0-1-1,0 1 1,0 0-1,0 0 1,0 0-1,0 0 1,0 1-1,-1-1 1,1 0-1,0 0 1,-1 1-1,1-1 1,0 1-1,-10-2 8494,-116 251-8741,-7 17 67,22 10-1167,111-271 986,-50 168-4724,44-143 1908,1 1-1,2 0 1,-1 54-1,9-6-9210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2.3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90 4320,'0'-1'50,"0"0"0,0 1 0,-1-1 0,1 1 0,0-1 0,0 0-1,0 1 1,0-1 0,0 1 0,1-1 0,-1 0 0,0 1 0,0-1-1,0 1 1,0-1 0,1 1 0,-1-1 0,0 1 0,1-1-1,-1 1 1,0-1 0,1 1 0,-1-1 0,0 1 0,1-1 0,-1 1-1,1 0 1,-1-1 0,1 1 0,0-1 0,8-5 2824,-5-11-2016,-4 16-790,0 1 1,0-1 0,1 0 0,-1 1 0,0-1-1,0 1 1,0-1 0,0 1 0,0-1 0,0 0-1,0 1 1,0-1 0,0 1 0,0-1 0,0 1-1,0-1 1,0 0 0,0 1 0,0-1 0,-1 1-1,1-1 1,0 1 0,0-1 0,-1 1 0,1-1-1,0 1 1,-1-1 0,1 1 0,-1-1 0,1 1-1,0 0 1,-1-1 0,1 1 0,-1-1 0,1 1-1,-1 0 1,1 0 0,-1-1 0,1 1 0,-1 0-1,0 0 1,-1-1 427,0-1 1,1 1-1,0 0 0,-1 0 1,1-1-1,0 1 0,0-1 0,-1 1 1,1-1-1,0 1 0,1-1 1,-1 0-1,0 1 0,-1-4 0,-2 0 3190,-8 18-1195,12-12-2424,-1 1-1,1-1 1,-1 0 0,1 0-1,-1 0 1,1 0-1,0 1 1,0-1-1,0 0 1,-1 0-1,1 1 1,1-1-1,-1 0 1,0 0 0,0 1-1,1 1 1,0 2 108,-2 17-162,2 0 0,1 0-1,1 0 1,0 0 0,2 0 0,1 0-1,0-1 1,1 0 0,2-1-1,0 0 1,13 21 0,-12-24-466,66 104-3967,-62-102 2958,0-1 0,1-1 1,1 0-1,20 17 0,-3-7-3389,1 3-2700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2.5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785 218 4544,'8'-17'453,"-5"12"-204,-1 0 1,1 0 0,-1 0-1,0 0 1,-1-1 0,1 1-1,-1-1 1,0 1 0,0-1-1,-1 1 1,1-1 0,-1 0-1,-1-6 1,-6-31 2519,7 38-2341,0 0 0,-1 0 1,1 0-1,-1 0 1,-1 0-1,1 0 0,-1 0 1,-4-9-1,5 12-291,-1 0 0,0 1 0,0-1-1,0 0 1,0 1 0,0-1 0,-1 1-1,1 0 1,0-1 0,-1 1 0,1 0 0,-1 1-1,1-1 1,-1 0 0,1 1 0,-1-1 0,0 1-1,1 0 1,-1 0 0,0 0 0,1 0 0,-4 1-1,-14 1 164,1 0-1,-1 2 0,1 0 1,1 1-1,-1 1 0,1 1 1,0 0-1,-23 14 0,-134 92 430,148-94-713,-130 113-2178,42-32-5387,48-45-1457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3.1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541 1 9881,'0'0'10897,"0"3"-10452,1 10-361,-1 0-1,2 1 1,0-1-1,0 0 1,1 0-1,1 0 1,0 0-1,1-1 1,0 1-1,1-1 1,1-1 0,-1 1-1,2-1 1,14 18-1,-16-22-133,6 8-127,1 0 1,1-1 0,0 0 0,0-1 0,23 15 0,-32-25 149,0-1 0,0 1 0,0-1-1,1 0 1,-1 0 0,0 0 0,1-1 0,-1 0 0,1 0 0,0 0 0,-1-1 0,1 0 0,0 0 0,0 0 0,-1-1 0,10-1 0,-6-1 69,1 0 0,-1-1 1,1 0-1,-1-1 0,0 0 0,-1 0 0,1-1 0,13-11 1,48-34 430,11-10 405,-41 30-151,-37 29-184,-4 8-423,0 0 0,-1 0-1,0 0 1,0 0 0,0 0-1,-1 0 1,0-1 0,0 1-1,0-1 1,-1 0 0,0 0-1,0 0 1,0-1 0,-5 5-1,-20 28 354,-236 457 1352,65-106-1540,155-312-488,-3-2 1,-112 130 0,129-170 7,-65 52 0,83-75 170,0-2-1,0 1 0,-1-2 0,-1 0 1,1 0-1,-1-2 0,-1 0 1,-18 5-1,32-10 23,0-1 0,1 1 0,-1-1 0,0 0 0,0 1 0,0-1 0,0 0 0,0 0 0,0 0-1,0-1 1,0 1 0,0 0 0,0-1 0,0 1 0,0-1 0,0 0 0,0 0 0,0 0 0,-2-1 0,3 0 1,0 1 0,0 0-1,0-1 1,0 1 0,0 0 0,1-1 0,-1 1-1,0-1 1,1 1 0,0-1 0,-1 1-1,1-1 1,0 0 0,0 1 0,0-1 0,0 1-1,0-1 1,0 1 0,0-3 0,2-4 2,0-1 0,0 0 1,1 1-1,0 0 1,0-1-1,1 1 0,5-7 1,12-17-13,1 1 0,2 1 1,53-51-1,95-67-385,-148 128 271,126-91-805,124-74-1272,-71 66-604,-153 92 1730,112-58-6985,-102 58-262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4.6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306 183 3444,'0'0'3535,"2"-2"-2993,11-13 1178,0-1 0,-1 0 0,-1 0 0,0-1 0,-2-1 1,11-22-1,-17 10 1307,-3 20-2197,1 7 351,-3 5-30,-3 2-841,0 0 0,1 1 1,-1 0-1,1 0 0,1 0 0,-1 1 0,1-1 0,0 1 1,0 0-1,0 0 0,1 0 0,-3 11 0,-4 8 160,-62 135 1359,-42 107-2046,46-92-4093,2-5-7508,41-92-935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6.6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458 130 2668,'0'0'4456,"-2"-1"-4121,-2 0-16,3 1-153,-1 0 1,1-1 0,-1 1-1,1-1 1,-1 1-1,1-1 1,0 1-1,-1-1 1,1 0-1,0 0 1,0 1-1,0-1 1,-1 0-1,1 0 1,0 0 0,0 0-1,0-1 1,1 1-1,-1 0 1,0 0-1,0-1 1,1 1-1,-1 0 1,0-1-1,1 1 1,-1 0-1,1-1 1,0 1 0,0-1-1,-1 1 1,1-1-1,0 1 1,0-1-1,0 1 1,0-1-1,1 1 1,-1 0-1,0-1 1,1 1-1,0-3 1,1-3 304,0 1 0,1-1 0,-1 1 0,1 0-1,1 0 1,-1 0 0,6-7 0,-7 11 905,-1 1-1275,-1 0 0,0 0 0,1 0-1,-1 0 1,1 0 0,0 0 0,-1 0 0,1 0 0,0 0-1,0 0 1,-1 0 0,1 1 0,0-1 0,2-1-1,2-5 2238,-24 8-1106,10 1-1051,0 1 0,1-1 0,-1 2 0,1-1-1,-1 1 1,-8 6 0,-52 35 612,44-28-533,-14 11 309,-66 60-1,85-69-430,1 1-1,1 1 1,1 1-1,-24 39 1,37-52-111,-1 0 0,1 0 0,0 0 0,1 1 1,0 0-1,1-1 0,0 1 0,0 0 0,1 0 1,0 0-1,1 0 0,0 0 0,1 0 0,2 14 1,0-13-44,0 1 1,1-1 0,0 0 0,1 0 0,0 0 0,1-1-1,0 0 1,1 0 0,0-1 0,0 1 0,1-1 0,9 8-1,7 4-533,0-2 0,1 0 0,1-2 0,1 0-1,1-2 1,0-1 0,58 20 0,-39-19-1845,58 10 0,50-4-6579,-94-13 926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6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527 2 8861,'-7'-1'497,"0"1"0,0 0 0,0 0 0,0 0 0,0 1 0,0 0 0,0 0 0,0 0 0,0 1 0,0 1 0,-7 2 0,-12 7 1403,-36 22 0,43-23-1150,-15 9-139,0 1 1,2 1-1,0 2 0,2 2 0,0 0 0,-39 48 1,61-62-519,-1 0 0,2 0 1,0 1-1,0 0 0,2 0 1,-1 1-1,2 0 1,0 0-1,-3 15 0,6-22-72,0 0 0,0 0 0,1 0 0,0 1 0,0-1 0,1 0 0,0 0-1,0 0 1,1 0 0,-1 0 0,1 0 0,1-1 0,0 1 0,0 0 0,0-1-1,0 0 1,1 0 0,0 0 0,10 10 0,-2-4-244,0-2 0,0 1 0,1-2 0,0 0 0,1 0 1,0-1-1,1-1 0,0 0 0,22 7 0,-22-10-471,0-1-1,0 0 1,0-1 0,0-1-1,1 0 1,16-2 0,48-5-6871,-45-2 198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7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8273,'28'-28'7768,"-12"22"-6391,3-2-265,0 8-280,3-3-160,7 6-96,15 2-252,-9 4-404,7-1-368,-4 4-568,0 5-468,0 0-273,-10 6-243,-12-3-2072,-9-6-3021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7.2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23 115 5757,'0'0'1952,"-13"-9"-124,4 1-292,21 2-264,4 0-228,35-17 464,-16 15-996,3 2-472,0-3-528,3-2-456,10-3-564,0 2-2140,9 9-2229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48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225 143 7125,'1'-5'560,"0"1"0,1-1 1,0 1-1,0 0 1,0 0-1,0 0 0,1 0 1,0 0-1,-1 0 0,1 0 1,1 1-1,-1 0 1,0 0-1,1 0 0,0 0 1,-1 0-1,1 0 0,6-2 1,10-5 400,1 0 1,33-9-1,-45 15-846,14-3 544,45-10 0,-61 15-592,0 2 0,0-1-1,1 1 1,-1 0-1,0 0 1,0 1 0,1 0-1,-1 0 1,0 1-1,11 3 1,-16-4-53,-1 0 0,1-1 0,0 1 0,-1 0-1,1 0 1,-1 0 0,0 0 0,1 0 0,-1 0 0,0 1 0,0-1-1,0 0 1,0 1 0,0-1 0,0 1 0,0-1 0,0 1 0,0-1-1,-1 1 1,1-1 0,0 4 0,-1-1-2,1-1 0,-1 1-1,0 0 1,0-1 0,-1 1 0,1 0-1,-1-1 1,0 1 0,-2 6 0,-3 5 8,-1-1-1,0 0 1,-1-1 0,-10 14-1,-1-2 20,-1-1 0,-1-1 0,-2-1-1,-24 20 1,-109 73-30,47-36 34,74-54 40,17-13-39,1 1 0,0 1 0,1 1 1,-24 26-1,40-40-31,-1 0 1,1 0-1,-1 0 1,1 0 0,-1 0-1,1-1 1,0 1-1,0 0 1,-1 0-1,1 0 1,0 0-1,0 0 1,0 1-1,0-1 1,0 0-1,0 0 1,0 0-1,1 0 1,-1 0-1,0 0 1,0 0 0,1-1-1,-1 1 1,1 0-1,-1 0 1,1 0-1,-1 0 1,1 0-1,-1 0 1,1-1-1,0 1 1,0 0-1,-1-1 1,1 1-1,0 0 1,0-1-1,1 1 1,32 17 249,-20-13-238,0-1 1,1-1-1,-1-1 1,1 0-1,0-1 1,18 0-1,7 0-110,273-8-2465,-132-3-1645,-64 7-1573,0-2-3498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0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534 78 4804,'11'1'289,"-5"-1"-1438,8 1 19172,-13-1-18002,0 0-1,-1 0 1,1 0-1,-1 0 1,1 0-1,0 0 1,-1 0-1,1 0 1,-1-1-1,1 1 1,0 0-1,-1 0 1,1-1-1,-1 1 0,1 0 1,-1-1-1,1 1 1,-1-1-1,1 1 1,-1-1-1,0 1 1,1-1-1,-1 1 1,0-1-1,1 1 1,-1-1-1,0 1 1,0-1-1,1 1 1,-1-1-1,0 0 1,0 1-1,0-1 0,0 1 1,0-1-1,0-1 1,-4-19 449,3 17-602,1 2 647,0 0-628,0 1 113,0 0 0,0 0 0,0-1 0,0 1 0,0 0 0,1 0 0,-1 0 0,1-1 0,-1 1 0,1 0 1,-1 0-1,1 0 0,-1 0 0,1 0 0,0 0 0,0 0 0,-1 0 0,1 0 0,0 0 0,0 1 0,0-1 0,0 0 0,0 0 0,0 1 0,0-1 0,0 1 1,1-1-1,-1 1 0,0-1 0,0 1 0,0 0 0,1-1 0,-1 1 0,0 0 0,0 0 0,0 0 0,1 0 0,-1 0 0,0 0 0,0 1 0,1-1 0,1 1 1,3-1 7,-3 0 37,0 1-283,26 6 214,-26-6 59,-5-3 74,-25-12 303,25 12 182,-1 5-274,-35 36 938,2 2 0,2 1 0,-41 66-1,3-6-272,-202 297-322,256-370-1805,2 2 0,0 0 0,3 0 0,-13 42 0,25-67 184,-1-1 0,2 1 1,-1-1-1,1 1 0,0 0 0,0-1 0,0 1 0,2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1.3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85 11153,'0'-1'3011,"7"-10"-1623,-4 6-952,1 0 0,1 0 0,-1 1 1,1 0-1,0 0 0,0 0 0,0 0 0,0 1 0,1 0 0,-1 0 0,1 0 1,0 1-1,0 0 0,6-1 0,5-2 5,1 1 0,-1 1 1,33-2-1,-33 4-482,1 0 0,0 2 0,0 0 0,-1 0 0,1 2 0,-1 0 0,1 1 0,26 11 0,-21-6-306,-14-6 93,0 0 0,-1 0 1,1 1-1,-1 0 0,0 0 0,-1 1 0,1 0 0,-1 1 0,0-1 0,10 11 0,-16-13 111,1-1 0,-1 1 0,0-1 0,0 1 0,-1 0 1,1 0-1,0-1 0,-1 1 0,0 0 0,1 0 0,-1 0 0,0-1 0,-1 1 0,1 0 1,0 0-1,-1 0 0,0-1 0,1 1 0,-4 5 0,1 1-257,-1 0-1,0 0 1,-1 0-1,-8 10 0,-6 4-181,-2-1 1,0-2-1,-1 0 0,-1-1 0,-49 31 0,-7 5-4,24-13 323,-81 65 56,134-105 520,5 8 333,-3-9-612,0-1 0,0 1 0,0 0 0,0 0 0,0 0 0,0-1 0,0 1 0,0 0 0,1 0 0,-1-1 0,0 1 0,0 0 0,1-1 0,-1 1 0,0 0 0,1-1 0,-1 1 0,1 0 0,-1-1 0,1 1 1,-1-1-1,1 1 0,0-1 0,-1 1 0,1-1 0,-1 1 0,2-1 0,94-16 371,-15 1-1803,4 7-3624,-30 8 1167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2.0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292 141 5661,'7'-4'525,"11"-1"3177,-7-29 427,-10 31-3734,1-1-1,-1 1 1,0-1-1,0 1 1,-1-1-1,1 0 0,-1 0 1,1 1-1,-1-1 1,-1 0-1,1 0 1,-1-6-1,0 7 291,1 1-599,0 1 1,1-1-1,-1 1 0,0 0 0,0-1 0,0 1 0,-1-1 0,1 1 0,0-1 0,0 1 0,-1 0 0,1-1 0,-1 1 0,1-1 0,-1 1 0,0 0 0,1 0 0,-1-1 0,0 1 0,0 0 0,0 0 0,0 0 0,0 0 0,0 0 0,0 0 0,0 0 0,-1 0 0,1 1 0,0-1 0,0 0 0,-1 1 0,1-1 0,-1 1 0,1-1 0,0 1 0,-1 0 0,1 0 0,-3-1 0,-2 2 93,1 0-1,-1 0 1,0 0 0,1 1-1,-1 0 1,1 0 0,0 0-1,-1 1 1,1-1 0,0 1-1,-5 4 1,-17 13 570,0 1 1,-34 35-1,47-42-590,1 1 0,0 0 0,1 1 0,1 0 0,1 1 0,-13 26 0,19-35-162,1 0 0,0 0 0,1 1 0,0-1 0,0 0 0,0 1 1,1-1-1,1 1 0,-1 0 0,2-1 0,-1 1 0,1-1 0,0 1 0,1-1 0,0 1 0,0-1 0,1 0 1,0 0-1,0 0 0,1 0 0,0 0 0,0-1 0,1 0 0,0 0 0,1 0 0,-1-1 0,1 1 0,0-1 1,14 10-1,-1-4-362,1 0 1,0-1 0,1-2 0,31 12 0,90 16-1317,-124-33 1439,0-2 0,0 0 1,20-1-1,-32 0 181,1-2 0,0 1 0,-1-1 0,1 0 0,0-1 0,-1 1 0,0-1 0,1 0 0,-1-1 0,0 0 0,7-4 0,-11 6 49,-1 0 0,1 0 0,0 0 1,-1-1-1,0 1 0,1-1 0,-1 1 0,0-1 0,1 1 0,-1-1 0,0 0 0,0 1 1,0-1-1,-1 0 0,1 0 0,0 0 0,-1 1 0,1-1 0,-1 0 0,0 0 0,1 0 1,-1 0-1,0 0 0,0 0 0,0 0 0,0 0 0,-1 0 0,1 0 0,-1 0 0,1 0 1,-1 0-1,0 0 0,1 0 0,-1 1 0,0-1 0,0 0 0,0 1 0,-2-3 1,-5-6 7,0 0 0,-1 1 1,0 0-1,-18-13 0,20 16 45,-26-31 371,22 22-141,28 5 147,-11 9-320,0-1 0,0 1 0,0-1-1,1 2 1,-1-1 0,0 1 0,0 0-1,1 0 1,-1 1 0,0-1 0,7 3 0,8 2 386,36 13 1,-45-13-370,-1-1-1,0 2 0,0-1 1,0 2-1,-1-1 1,0 1-1,0 1 1,0 0-1,-1 0 1,-1 1-1,1 0 1,-1 0-1,-1 1 1,7 11-1,-9-12-75,-1 0 0,0 1 0,0-1 0,-1 1 0,0-1 1,-1 1-1,0 0 0,-1 0 0,0 0 0,-1 0 0,1 0 0,-2 0 0,0 0 0,0 0 0,-1 0 0,0 0 0,-6 17 0,1-8-51,-2-1-1,0 0 0,-1 0 1,0-1-1,-17 20 0,-69 74-1468,-4-14-1575,71-73-293,-51 33-1,42-30-2197,8 4-3235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3.3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392 136 7149,'9'-8'1189,"0"-1"171,0 1 1,1 1 0,0 0 0,19-11-1,-19 13-862,10-7 297,0 2-1,1 0 1,1 1 0,-1 2 0,32-8 0,-34 12-545,-13 1-193,1 0 0,-1 1 1,1 0-1,-1 0 0,1 1 1,-1 0-1,1 0 0,-1 0 1,1 1-1,-1 0 1,1 0-1,8 3 0,-14-2-47,1-1 0,-1 1-1,1-1 1,-1 1 0,0-1 0,0 1-1,0 0 1,0 0 0,0 0-1,0 0 1,0-1 0,-1 1 0,1 0-1,-1 0 1,1 0 0,-1 1-1,0-1 1,0 0 0,0 0 0,0 0-1,0 0 1,0 0 0,0 0-1,-1 0 1,1 0 0,-1 0 0,0 2-1,-19 55 68,20-58-76,-12 23 25,-1 0 0,-1-1 0,-33 41 1,1-1-14,41-55-4,-3 4 0,0 1 1,0 0-1,1 0 0,-6 19 0,11-28-1,1 0 0,0 0 0,0 0 0,1 0 1,-1 0-1,1 0 0,0 0 0,0 0 0,0 0 0,1 0 1,-1 0-1,1 0 0,0 0 0,0 0 0,0 0 0,1 0 1,0-1-1,-1 1 0,1 0 0,0-1 0,3 4 0,18 19 12,0-2-1,1-1 0,2 0 0,36 24 0,-20-15 17,-34-26-29,1 1-1,-2 0 1,1 1-1,-1 0 1,0 0-1,0 0 1,-1 1 0,7 13-1,-12-19-6,0 0 0,0 0 0,0 0 0,-1 0-1,0 0 1,1 0 0,-1-1 0,0 1 0,0 0 0,-1 0 0,1 0 0,-1 0-1,1 0 1,-1 0 0,0 0 0,0 0 0,0-1 0,-1 1 0,1 0 0,0-1-1,-4 5 1,0-1 7,1 0-1,-1 0 1,0-1-1,0 0 1,-1 1-1,1-2 1,-11 7-1,-8 2 3,0-1-1,-1-1 0,-1-2 0,-37 10 0,-109 12 79,-25-15-21,161-16-553,1-1 0,-1-2 0,-50-11 0,44 0-2930,25 2-2554,25 4-2248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4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229 146 5997,'9'4'-17,"2"-1"2973,-15-10-312,4 6-2246,-1 0 0,0 0 0,1 0 0,-1 0 0,1 0 0,-1 0 0,1 0 0,0 0 0,-1 0 0,1 0 0,0 0 0,0 0 0,-1 0 0,1 0 0,0 0 0,0 0 0,0 0 0,1 0 0,-1 0 0,0 0 0,0 0 0,0 0 0,1 0 0,-1 0 0,0 0 0,2-2 0,4-8 514,-5 8-1881,1 0 1963,-3 2-911,1 0 0,0 0 0,0-1 0,-1 1 0,1 0 0,0-1-1,0 1 1,0 0 0,1-1 0,-1 1 0,0 0 0,1-3-1,-1 3-26,1 0 0,-1 0-1,1-1 1,-1 1 0,0 0-1,0 0 1,0-1-1,0 1 1,0 0 0,0 0-1,0 0 1,0-1 0,-1 1-1,1 0 1,0 0-1,-1 0 1,1-1 0,-1 1-1,0-1 1,-1-1 87,0 0 1,0-1-1,0 1 1,0 0-1,1-1 1,0 1-1,-1-1 1,1 1-1,1-1 0,-1 1 1,0-1-1,1 0 1,0-4-1,0 5 187,-3 4-243,-4 3-31,0-1 1,1 1-1,0 0 0,-1 1 1,1-1-1,1 1 0,-1 0 1,1 1-1,0-1 0,-9 13 1,-5 10 145,-17 33 0,25-42-127,-3 6-19,1 0-1,1 0 1,2 1-1,1 1 0,0 0 1,2 0-1,1 0 1,-3 42-1,9-57-54,0-1 0,0 1 1,1-1-1,1 1 0,0-1 0,0 0 0,1 0 0,1 1 1,0-2-1,6 12 0,-6-13-44,1-1 0,1-1 0,0 1 0,0-1 0,0 0 0,1 0 0,0-1 0,0 1 0,1-2 0,0 1 0,0-1 0,0 0 0,16 6 0,-4-3-272,0 0 1,1-2 0,0 0-1,0-2 1,1 0-1,-1-1 1,1-1 0,-1-1-1,1-2 1,0 0 0,38-6-1,-60 6 297,1 0 0,-1 1 0,1-1-1,-1 0 1,1 1 0,-1-1 0,1 0 0,-1 0-1,0 0 1,0 1 0,1-1 0,-1 0 0,0 0-1,0 0 1,0 0 0,0 0 0,0 0 0,0 1-1,0-1 1,0 0 0,0 0 0,-1-1 0,1 1-18,0-2 20,-1 0 0,1 0 0,-1 0-1,0 0 1,0 0 0,0 0 0,0 0 0,-1 0 0,1 1 0,-1-1 0,0 0 0,0 1 0,0 0 0,0-1 0,0 1 0,0 0 0,-4-3 0,-47-34-52,53 38 64,-21-12-70,-32-25-12,50 36 94,0-1-1,0 0 1,0 0 0,1 0-1,-1 0 1,1-1-1,0 1 1,0-1 0,0 1-1,1-1 1,-1 0-1,1 1 1,-2-7 0,4 7-10,-1 1 1,0 0 0,0-1 0,1 1 0,-1 0 0,1 0 0,0-1 0,-1 1 0,1 0 0,0 0 0,0 0 0,1 0 0,-1 0 0,0 0 0,1 0-1,-1 1 1,1-1 0,-1 0 0,1 1 0,0-1 0,0 1 0,0 0 0,0-1 0,0 1 0,3-1 0,9-6 8,0 2-1,24-9 1,-35 14-3,23-7 37,0 2 0,0 1 0,0 0 0,1 2 0,0 2-1,-1 0 1,1 1 0,0 2 0,45 8 0,-67-9 40,0 0 1,0 1-1,0-1 0,0 1 1,0 0-1,0 0 1,-1 1-1,1 0 0,-1-1 1,0 1-1,0 1 1,0-1-1,0 0 0,6 8 1,-8-7-7,0-1 1,1 1 0,-2 0-1,1 0 1,0 0-1,-1 0 1,0 0 0,0 0-1,0 1 1,0-1 0,-1 0-1,0 1 1,0-1-1,0 0 1,0 0 0,-1 1-1,1-1 1,-3 7-1,-2 7 85,-1 0-1,-1 0 1,0-1-1,-2 0 1,-14 22-1,-60 75 140,3-7-2131,68-88 1267,-19 31-3032,6-2-3312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4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1 10213,'0'4'320,"0"-1"30,0 1 1,0-1-1,0 1 1,0 0-1,0-1 1,-1 1 0,1-1-1,-1 1 1,0-1-1,0 1 1,-1-1-1,1 0 1,-1 1-1,1-1 1,-1 0-1,0 0 1,-4 5-1,-5 6 802,0 2 0,1-1 0,0 1 0,-11 29 1,7-11 70,-12 50 1,21-62-1493,1 1 0,0 34 0,0-6-2083,2-9-993,0-8-3670,-1-14-1532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4.9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1 186 7321,'11'-26'4377,"-10"24"-2569,3 1-263,9-3-906,1 1 1,0 1-1,-1 0 1,1 1-1,0 1 1,21 1-1,11 1-528,0-3 0,0-1 0,57-11-1,-100 12-123,-1 0 0,1-1 0,0 1 0,-1-1 0,0 0 0,1 0 0,-1 0 0,0 0 0,0 0 0,0 0 0,-1 0-1,1-1 1,0 1 0,-1-1 0,1 1 0,-1-1 0,0 0 0,1-4 0,-1 6 17,3-9 65,2-5 464,0 1 1,1 0-1,12-17 1,-17 28 1041,-4 6-679,-52 88 1753,-20 29-1690,-9-10-1477,2-3-3395,36-57-284,15-18-3207,21-19-1588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55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0 10509,'-10'20'10561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1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9141,'36'3'759,"-31"-5"1728,-24-4 7494,19 6-9943,-1 0 0,0 0-1,0 0 1,1 0 0,-1 0 0,0-1-1,1 1 1,-1 0 0,0 0 0,1-1 0,-1 1-1,0 0 1,1 0 0,-1-1 0,0 1-1,1-1 1,-1 1 0,1-1 0,-1 1 0,1-1-1,-1 1 1,1-1 0,-1 1 0,1-1-1,-1 0 1,1 1 0,-1-2 0,2 1-12,-1 0 1,1 0-1,-1 0 0,1 1 1,0-1-1,-1 0 1,1 0-1,0 1 1,0-1-1,-1 0 0,1 1 1,0-1-1,0 1 1,0-1-1,0 1 0,1-1 1,50-15 225,-7 9-232,0 2 0,1 2 0,-1 2 0,71 7 1,-8 0-510,239 5-3170,-117-1-3887,-86 0-2004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1.5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210 100 6537,'1'1'83,"-1"-1"-1,1 1 1,-1-1 0,1 0 0,-1 1 0,1-1 0,-1 1 0,1-1 0,-1 0 0,1 0 0,0 1 0,-1-1 0,1 0 0,0 0 0,-1 0 0,1 0-1,0 0 1,-1 1 0,1-1 0,0 0 0,-1-1 0,1 1 0,0 0 0,-1 0 0,1 0 0,0 0 0,-1 0 0,1-1 0,-1 1 0,2-1 0,10-18 2658,-1 1-1123,-9 15-169,-1 0-68,1 0-1392,0 1 355,-1-1-1,1 0 1,-1 0 0,1 0-1,-1 0 1,0 0 0,0 0-1,0 0 1,0 0 0,-1 0-1,1 0 1,-1-1-1,0 1 1,0 0 0,0 0-1,-1-4 1,1 5 27,-44 32 802,32-15-1003,0 0 0,1 1 0,0 0 0,-13 30 0,-26 76 318,26-59-340,8-24-72,1 0-1,3 0 1,1 1 0,-11 78 0,18-83-41,2 0 0,1 0 0,2 1 0,7 45 0,-6-70-46,0 1 0,1-1 0,0-1 0,1 1 0,0 0-1,1-1 1,0 0 0,0 0 0,1-1 0,1 1 0,-1-1 0,2 0-1,-1-1 1,1 0 0,0 0 0,1-1 0,16 11 0,-16-12-29,1-1 0,0 0 0,0-1 0,1 0 0,-1 0 0,1-1-1,0-1 1,0 1 0,0-2 0,0 0 0,16 0 0,-11-2 7,0-1 1,0 0-1,-1-1 0,1-1 0,-1 0 0,0-1 0,20-10 0,-10 2 3,-1 0-1,0-2 0,-2-1 0,0 0 1,0-2-1,-2-1 0,0 0 0,33-43 1,-29 28-64,-2-1 1,-1-1 0,31-76-1,-29 48-473,24-108-1,22-67-4143,-66 231 3881,1 1 1,-1 0 0,1 0 0,6-8-1,1-2-3660,-1 2-2161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2.0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233 1 5757,'-1'0'169,"0"0"1,0 0 0,0 0 0,1 0-1,-1 0 1,0 0 0,0 0 0,0 0 0,0 0-1,1 0 1,-1 1 0,0-1 0,0 0 0,0 0-1,1 1 1,-1-1 0,0 0 0,1 1-1,-1-1 1,0 1 0,1-1 0,-1 1 0,0 0-1,1-1 1,-1 1 0,1-1 0,-1 1 0,0 1-1,-25 32 2073,6-7-937,0-5-871,2 0 1,0 2-1,2 0 1,0 0-1,2 2 1,1 0-1,1 0 1,1 1-1,-11 44 1,20-63-272,1 1 0,0-1 0,1 1 0,0-1 0,0 1 0,3 9 0,-3-18-160,0 0 0,0 0 0,0 0 0,0 1 0,0-1 0,0 0 0,0 0 0,0 0 0,0 0 0,0 0 0,0 1 0,0-1 0,0 0 1,0 0-1,0 0 0,0 0 0,0 0 0,1 0 0,-1 1 0,0-1 0,0 0 0,0 0 0,0 0 0,0 0 0,0 0 0,1 0 0,-1 0 0,0 0 0,0 0 0,0 0 0,0 0 0,0 0 0,1 0 0,-1 0 0,0 0 0,0 0 0,0 0 0,0 0 0,0 0 0,1 0 0,-1 0 0,0 0 0,0 0 0,0 0 0,0 0 0,0 0 0,1 0 0,10-1 65,0 0 0,0-1 0,0 0-1,0-1 1,18-6 0,59-28 150,-24 9-168,-47 21-34,-4 1 18,1 1-1,0 1 0,18-4 1,-26 7-34,-1 0 0,1 1 1,0 0-1,-1 0 0,1 1 1,0-1-1,-1 1 0,1 0 1,-1 1-1,1 0 1,-1-1-1,6 4 0,17 11 62,0 1-1,-2 1 1,0 2-1,34 32 1,10 8 64,-62-54-109,0 0 0,0-1 0,1 0 0,0-1 0,0 0 0,0 0-1,0-1 1,0 0 0,1-1 0,-1 0 0,1 0 0,0-1 0,-1 0 0,1-1 0,0 0 0,0-1 0,-1 0 0,1 0 0,0-1 0,17-6 0,8-5 136,-2-2-1,40-24 0,-41 21 21,1 1-1,57-21 0,-82 36-151,0-1-1,0 1 0,0 1 1,1-1-1,15 1 0,-20 1-6,-1 0 1,0 0-1,0 1 0,0 0 0,1-1 0,-1 1 0,0 0 0,0 1 1,0-1-1,0 0 0,0 1 0,-1 0 0,1 0 0,0 0 0,-1 0 1,1 0-1,-1 0 0,0 0 0,4 5 0,-1 1 8,0 0 0,-1 0-1,0 1 1,0-1 0,0 1-1,-1 0 1,-1 0 0,1 0-1,1 17 1,-2 6-656,-1 48-1,-2-37-1666,1-40-210,22 0-11497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2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9257,'19'14'2524,"-32"-5"-372,0-1 2973,26 6-4489,3 1-572,-6 2-828,2-3-952,1 18-673,9 19-1911,0-11-3305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2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524 62 9409,'0'-3'227,"-1"-1"1,1 1-1,-1-1 1,0 1-1,0 0 0,0-1 1,-1 1-1,1 0 1,-1 0-1,0 0 0,1 0 1,-1 0-1,-5-4 1,5 5-82,-1 1 1,1-1 0,-1 1-1,1 0 1,-1 0 0,1 0-1,-1 0 1,0 0 0,0 1-1,1-1 1,-1 1 0,0-1-1,0 1 1,0 0 0,1 1-1,-1-1 1,0 0 0,0 1-1,-2 0 1,-10 3 122,0 0-1,0 1 1,0 1-1,1 0 1,-22 13-1,-64 48 403,71-46-530,2 2 1,1 0-1,-24 28 0,36-34-98,0 0-1,1 1 1,1 0 0,1 1 0,-18 39 0,27-53-26,0 0-1,1-1 1,-1 1 0,1 0 0,0 0 0,0 0 0,1 0 0,0 0-1,-1 0 1,2 0 0,-1 0 0,0 0 0,1 0 0,2 9-1,-1-12 10,-1 0 0,0 1 0,1-1 0,-1 0 0,1 0-1,-1 0 1,1-1 0,0 1 0,0 0 0,0-1 0,0 1-1,0-1 1,0 1 0,1-1 0,-1 0 0,0 0-1,1 0 1,-1 0 0,1-1 0,-1 1 0,1-1 0,-1 1-1,1-1 1,-1 0 0,1 0 0,-1 0 0,1 0-1,-1 0 1,4-1 0,21-4 323,0 0 0,-1-2 0,0 0-1,0-2 1,37-19 0,-25 12 58,-34 14-381,-1 1-1,1 0 0,0 0 1,-1 0-1,1 0 1,0 0-1,-1 1 0,1 0 1,0-1-1,0 1 0,5 1 1,-8 0-20,1-1 1,-1 1 0,0-1-1,1 1 1,-1 0 0,1-1-1,-1 1 1,0 0 0,0 0-1,1 0 1,-1 0-1,0 0 1,0 0 0,0 0-1,0 1 1,0-1 0,0 0-1,-1 1 1,1-1-1,0 0 1,-1 1 0,1-1-1,-1 1 1,1-1 0,-1 1-1,0-1 1,1 1 0,-1-1-1,0 1 1,0 1-1,0 12 6,-1-1-1,0 0 1,0 1 0,-5 13-1,1 0 19,-37 140 152,16-72-4144,25-95 3594,1 0 0,0 0 1,0 0-1,-1 0 0,1 0 0,0 0 0,0 0 1,0 1-1,0-1 0,0 0 0,0 0 0,1 0 1,-1 0-1,0 0 0,1 2 0,1 2-1512,4 18-6346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3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9589,'-5'4'731,"4"-3"-426,0 1 0,0-1-1,0 0 1,0 0 0,0 0 0,0 0-1,-1 0 1,1 0 0,-1-1 0,1 1 0,-3 1-1,16 25 4355,10 55-1377,6 18-1917,-24-89-1295,0-1 0,1 1-1,0-1 1,1-1 0,0 1 0,13 16 0,-15-23-63,-1 1 0,1-1 1,0 0-1,0 0 1,0-1-1,0 1 1,1-1-1,-1 0 1,1 0-1,-1 0 1,1 0-1,0-1 1,-1 0-1,1 0 1,0 0-1,0-1 0,0 0 1,0 1-1,0-2 1,0 1-1,-1-1 1,1 1-1,0-1 1,0-1-1,0 1 1,6-3-1,6-4 22,0 0-1,0 0 1,-1-1 0,-1-1-1,24-20 1,-32 24-33,19-15-4,2 0 1,49-28 0,-75 48 2,0 0-1,-1 0 1,1 1 0,0-1 0,-1 0 0,1 1-1,0-1 1,0 1 0,-1 0 0,1 0 0,0 0-1,0 0 1,0 0 0,-1 0 0,1 0 0,0 0-1,0 1 1,0-1 0,-1 1 0,4 1 0,-2-1-2,0 1-1,-1 0 1,1 0 0,-1 0 0,1 1 0,-1-1 0,0 1 0,0-1 0,0 1 0,3 5 0,1 4-2,-1 0 1,0 0-1,-1 0 1,5 26 0,-8-30-23,1 1 0,-1-1 0,1 0 0,1 0 0,0 0 0,0 0 0,0 0 0,1-1 0,0 1 0,0-1 1,1 0-1,0-1 0,11 13 0,-8-12-32,0 0 1,1-1-1,-1 0 0,1 0 1,1-1-1,-1 0 0,1 0 1,-1-1-1,1 0 0,1-1 1,-1 0-1,0-1 0,1 0 1,-1-1-1,1 0 1,-1 0-1,1-1 0,0-1 1,-1 0-1,1 0 0,14-4 1,-13 2 33,0 0 0,0-1 1,-1-1-1,1 1 0,-1-2 1,0 0-1,0 0 0,-1-1 1,1 0-1,-2-1 0,15-13 1,-22 19-66,-6 3 68,0 1 10,0-1-1,0 1 1,1 0 0,-1 1 0,1-1-1,0 0 1,-1 1 0,1 0-1,0 0 1,0 0 0,1 0 0,-1 0-1,1 1 1,-1-1 0,-1 6-1,0-3-217,1 0 0,1 0 0,-1 1 0,1-1-1,0 1 1,1-1 0,0 1 0,-2 12-1,4-15 38,-1 0 0,1 0 0,0-1 0,-1 1 0,2 0-1,-1-1 1,0 1 0,1-1 0,-1 1 0,1-1-1,0 1 1,0-1 0,1 0 0,-1 0 0,1 0 0,-1-1-1,1 1 1,3 2 0,4 2-282,-1 0 0,1 0 0,0-2 0,19 9 0,10 2-601,1-1-1,1-3 1,59 11-1,-50-15 1097,0-3 0,79-1-1,-87-5 1071,0-1 0,0-3 0,0-1 1,79-23-1,-37 5-1626,-81 23-1271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3.6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428 0 9705,'-129'149'9645,"84"-96"-8160,3 2 0,-45 74 0,83-123-1435,-17 31-289,1 0 0,3 2 0,1 0 0,-19 69-1,31-96-253,2 1 0,-1 0 0,2 0 0,0 0-1,0 0 1,1 0 0,3 18 0,-2-23-470,0 0 1,1 0-1,1 0 0,-1 0 0,2-1 1,-1 1-1,8 12 0,16 15-7065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4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0 10161,'1'9'646,"-1"0"1,1 0-1,-1-1 0,-1 1 0,0 0 1,-3 12-1,2-11-160,1 1 1,0-1-1,0 1 0,1 12 0,11 53 1943,39 135 0,-49-206-2374,7 24 83,0 0 0,2-1 0,2 0 0,21 40 0,-27-58-278,1-1 0,0 0 0,0 0-1,1 0 1,1-1 0,-1-1 0,1 1 0,1-1 0,-1-1 0,1 1 0,0-2 0,1 1 0,13 4 0,-12-5-2,1-1 0,-1-1-1,1 0 1,0 0 0,0-2 0,1 1 0,-1-2-1,0 0 1,0 0 0,1-1 0,-1-1 0,0 0 0,0-1-1,16-5 1,-10 1 77,-1-1 0,0-1 0,-1 0-1,0-1 1,0-1 0,-1-1 0,-1 0-1,0-1 1,14-15 0,119-142 2501,-147 169-1806,-3 1-590,1 1 0,-1 0 0,1 0 0,0 0 0,-1 0-1,1 0 1,0 0 0,0 1 0,0-1 0,0 0 0,-2 3 0,-1 1 33,-6 8 11,1 0-1,0 1 0,0 0 1,2 1-1,-10 23 0,-25 86 152,29-82-227,8-25-197,0 1-1,1-1 1,1 1-1,1-1 1,0 1-1,2 0 1,0 0 0,3 24-1,-2-35 63,0 0 0,0-1-1,1 1 1,0 0 0,1-1 0,-1 1-1,1-1 1,0 0 0,1 0 0,0 0-1,-1 0 1,2-1 0,-1 1 0,1-1-1,0 0 1,0 0 0,0-1-1,1 0 1,-1 0 0,1 0 0,0 0-1,0-1 1,1 0 0,7 2 0,-5-2 60,1-1 0,0 0 0,0 0 0,0-1 0,0-1 0,0 0 1,0 0-1,0 0 0,11-3 0,2-2 85,-1 0 0,32-13 1,123-62 1071,-135 59-482,-28 14-481,-9 3-13,1 1 1,0 0-1,0 1 0,0 0 0,0 0 0,11-2 1,-14 4-87,-1 0 0,0 0 0,0 0 1,0 0-1,1 1 0,-1-1 0,0 1 1,0-1-1,0 1 0,0 0 1,0 0-1,0 0 0,0 0 0,0 0 1,0 1-1,-1-1 0,1 1 0,0-1 1,-1 1-1,1-1 0,-1 1 0,0 0 1,1 0-1,0 2 0,25 32 217,-19-27 30,-1 0 1,0 1-1,10 18 0,-16-25 1050,-2-8-1179,-2-9-98,0 0 0,-2 0 0,0 0-1,0 0 1,-8-14 0,-11-25-2011,19 28-652,7 15-4611,6-2-1255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4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372 0 10421,'-3'23'4316,"-3"-11"-2431,-10 13-45,6 4-184,-2 5-196,-10 12-260,-4 5-276,1 4-164,-7 5-136,3 0-496,-2 3-540,2-6-404,0 0-808,1-6-532,-1-11-552,1-3-2481,12 6-4136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4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46 11857,'-3'-14'2492,"0"-3"4649,16 8-5569,-1 4-308,29 5-260,39 5-300,-1 4-740,16-3-660,17 2-708,11 4-860,14-1-644,-7 6-2677,10 15-4572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4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388 29 9713,'-1'0'139,"1"0"-1,-1 1 1,1-1 0,-1 0-1,1 0 1,-1 0-1,1 0 1,-1 0 0,1 0-1,-1 0 1,1-1 0,0 1-1,-1 0 1,1 0 0,-1 0-1,1 0 1,-1-1 0,1 1-1,-1 0 1,1 0 0,0-1-1,-1 1 1,1 0 0,0-1-1,-1 1 1,1 0 0,0-1-1,-1 1 1,1 0 0,0-1-1,0 1 1,-1-1 0,1 1-1,0-1 1,0 1-1,0-1 1,0 1 0,0-1-1,0 1 1,-1 0 0,1-1-1,0 1 1,0-1 0,1 1-1,-1-1 1,0 1 0,0-1-1,0 1 1,0-1 0,0 1-1,0-1 1,1 1 0,-1-1-1,0 1 1,0 0 0,1-1-1,-1 1 1,0-1 0,0 1-1,1 0 1,-1-1-1,0 1 1,1 0 0,-1 0-1,1-1 1,2-3 134,0 0 3658,-6 7-2580,-16 32-23,2 0 0,-14 39 0,-27 53-411,-22 3-441,-7 12-1011,33-22-1540,26-51 553,26-64 1374,1 0 0,-1-1 0,1 1 0,0 0-1,1 0 1,-1 0 0,1 10 0,0-11 79,2-3 32,-1 0 0,1 1 0,0-1 1,-1 0-1,1 0 0,0 0 1,0 0-1,-1 0 0,1-1 0,0 1 1,0-1-1,0 1 0,0-1 1,0 0-1,3 1 0,7-3-11,-1 0 0,0 0 0,0-1 0,0 0 0,0-1 0,0 0 0,12-8 0,33-10-101,-21 14-161,0 1 0,45-2-1,-53 7-282,44-2-1932,-49 4 314,36-5 1,-48 3 576,1 0 0,-1-1 0,13-6 0,0-2-3665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5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9561,'0'0'5980,"1"3"-4231,13 109 5175,-6 4-4650,7 67-3450,-11-158 579,17 110-4933,-16-114 2257,1-1 1,8 21-1,-7-25-3110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5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29 4600,'41'-29'5129,"-31"46"-4529,-4 15-52,-12-1-236,-7 6-216,0 6-256,4 3-160,-7-3-472,-3-6-816,-3 6-824,3 0-557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5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11 10837,'14'-11'1908,"-14"11"-1854,1 0 0,-1 1 0,0-1 0,1 0 1,-1 0-1,0 0 0,0 0 0,1 0 0,-1 1 0,0-1 0,0 0 0,0 0 0,1 0 0,-1 1 0,0-1 1,0 0-1,0 0 0,1 1 0,-1-1 0,0 0 0,0 1 0,0-1 0,0 0 0,0 0 0,0 1 0,0-1 1,0 0-1,0 1 0,0-1 0,0 0 0,0 0 0,0 1 0,0-1 0,0 0 0,0 5 6103,-13 23-4537,-51 164-283,57-173-1316,1 0 1,0 1 0,-3 22 0,8-36-46,0-1 0,0 1-1,1-1 1,0 0 0,0 1 0,0-1 0,1 1 0,0-1-1,0 0 1,0 1 0,1-1 0,-1 0 0,1 0 0,1 0-1,-1 0 1,6 8 0,-6-10 9,0-1-1,1 0 1,-1 0-1,1 1 1,0-1-1,-1-1 1,1 1-1,0 0 1,0-1-1,0 1 1,0-1-1,1 0 1,-1 0-1,0 0 1,0-1 0,1 1-1,3-1 1,1 2-22,3-2 7,-1 1 0,0-2 0,1 1-1,-1-1 1,0-1 0,0 0 0,0 0-1,19-8 1,-13 5 0,-10 4 39,-5 0-17,1 0-1,-1 0 1,0 1-1,1-1 1,-1 1-1,1-1 1,-1 1 0,1 0-1,-1-1 1,1 1-1,0 0 1,-1 0-1,1 0 1,-1 0 0,1 1-1,-1-1 1,1 0-1,-1 1 1,1-1 0,-1 0-1,1 1 1,-1 0-1,1-1 1,-1 1-1,0 0 1,1 0 0,-1 0-1,0 0 1,2 2-1,-1-1 15,-2 1-14,0-1 4,0 0 1,0-1-1,0 1 1,1 0 0,-1 0-1,0 0 1,1 0-1,-1 0 1,1 0-1,0-1 1,-1 1 0,1 0-1,0 0 1,0-1-1,0 1 1,1-1-1,-1 1 1,0-1-1,0 1 1,1-1 0,-1 0-1,1 0 1,-1 0-1,3 2 1,-1-2-9,0 0 0,1 0 0,-1 0-1,0 0 1,0-1 0,1 1 0,-1-1 0,1 0 0,-1 0 0,0 0 0,1 0 0,-1-1 0,0 1-1,6-3 1,10-2-19,-1-1 0,1-2-1,-1 0 1,-1 0-1,1-2 1,-1 0 0,-1-1-1,20-18 1,150-145-79,-155 143 128,-21 20-35,1 1 1,1 1 0,-1 0 0,1 0 0,25-12-1,-37 23 15,1-1-1,0 0 1,0 1-1,-1-1 0,1 0 1,-1 1-1,1-1 1,-1 1-1,0-1 0,1 1 1,-1-1-1,0 4 1,0-5-6,0 11-261,0-1-1,0 0 1,-1 1 0,0-1-1,-1 0 1,0 0-1,0 0 1,-6 13 0,4-14-658,2-1-1,-1 1 1,1-1 0,0 1 0,1-1-1,0 1 1,0 0 0,1 0 0,0 0-1,2 9 1,6 3-5249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6.0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69 8757,'-13'-8'1900,"29"-1"-296,6-2 3705,-25-9-6269,0 0-817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6.8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8561,'23'-5'1808,"-1"-4"1888,-9 3-2936,-1 1-160,1 10-360,0 4-540,-1 5-572,11 12-468,-1 2-2476,10 7-2537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7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1 5444,'-35'3'1173,"50"-3"-301,5 3 144,-5 5-1552,-2-2-1756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07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98 6997,'28'-29'4128,"-25"9"-2748,0 0 32,7 12-184,0 2-260,15-3-211,-3 4-385,16 5-864,26 2-753,-10-2-703,16 6-1972,9 11-2733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11.8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96 187 4920,'0'0'3502,"2"-2"-1960,2-3-1610,-2 3 414,-1 1 0,0 0 0,0 0 0,0 0 1,0-1-1,0 1 0,0-1 0,0 1 0,-1 0 0,1-1 0,0 0 0,-1 1 0,1-1 0,-1 1 0,0-1 0,0 0 0,1 1 0,-1-1 0,0 1 1,0-3-1,-1-10 369,1 11 573,-2 0-747,-3-8-146,0 0 0,1 0 1,0-1-1,0 1 0,1-1 0,-1-14 1,3 23-300,1 2-90,-1 0 1,1 1-1,-1-1 1,1 0-1,0 1 1,-1-1-1,1 0 1,0 0-1,0 0 1,-1 1-1,1-1 1,0 0-1,0 0 1,0 0-1,0 0 1,0 1-1,0-1 1,0 0-1,1-1 1,-3-10 271,-5 21-196,0 10-12,1 1-1,1-1 1,1 1 0,-3 39-1,-5 18-38,5-41 27,-4 73 1,0 82 31,13-169-47,-2-22-41,0 1 0,0-1 1,0 0-1,0 1 0,0-1 1,1 0-1,-1 1 0,0-1 1,0 0-1,0 0 0,1 1 1,-1-1-1,0 0 0,0 0 1,1 1-1,-1-1 0,0 0 1,0 0-1,1 1 0,-1-1 1,0 0-1,1 0 0,-1 0 1,0 0-1,1 0 0,-1 0 1,0 1-1,1-1 0,-1 0 1,4-2-3,0 1 0,0-1 0,0 1 0,0-1 0,-1 0 0,1-1 0,0 1 0,2-3 0,-5 4-4,5-3 6,255-164 11,-202 135-18,1 2-1,104-38 0,-154 66 1,1 0-1,-1 0 0,1 1 1,0 1-1,-1-1 1,1 2-1,0 0 0,15 1 1,-22-1 13,0 1 0,0 0 0,0 0 0,0 0 0,0 0-1,0 1 1,0-1 0,-1 1 0,1 0 0,0 0 0,-1 1 0,1-1 0,-1 1 0,0-1 0,0 1 0,0 0 0,0 0 0,-1 1 0,1-1 0,-1 0-1,0 1 1,0 0 0,0-1 0,2 8 0,1 8 50,0 0 0,-2 1 1,0-1-1,-1 1 0,-2 0 0,0 0 0,-1 0 0,0-1 0,-8 32 1,3-10-24,1 0 1,2 1 0,1-1 0,6 52 0,-3-88-62,-1 0 0,2 0 0,-1 0 0,0 0 0,1 0 0,0 0 0,0 0 0,0 0 0,1-1 0,0 1 0,0-1 0,0 0 0,0 0 0,0 0 0,1 0 0,0 0 0,0-1 1,0 0-1,0 0 0,0 0 0,1 0 0,0-1 0,-1 1 0,1-1 0,0 0 0,0-1 0,0 1 0,0-1 0,0 0 0,0 0 0,0-1 0,1 0 0,-1 1 0,0-2 0,0 1 0,1-1 0,-1 1 0,5-3 0,31-7-33,-2-2-1,0-1 0,0-2 1,61-34-1,-89 43 49,1 1 0,0 0-1,1 1 1,-1 1 0,1 0 0,0 0-1,20-1 1,-27 4 9,1 0 0,-1 0 0,1 0 0,-1 0-1,1 1 1,-1 0 0,1 1 0,-1 0 0,0 0 0,0 0-1,0 0 1,0 1 0,0 0 0,0 0 0,-1 1 0,10 7-1,80 63 17,-85-67-14,-5-4 2,-1-1 0,1 1 0,0-1-1,0 0 1,0 0 0,0-1-1,0 0 1,0 0 0,0 0-1,0 0 1,8 0 0,-1-1-3,-8 1 2,0-1 0,0-1 0,0 1-1,-1 0 1,1-1 0,0 0-1,0 0 1,0 0 0,-1-1-1,1 1 1,6-4 0,16-6-40,0 3-18,0-1-1,-1-2 0,0 0 0,-1-2 0,-1-1 1,1 0-1,-2-2 0,0 0 0,22-23 0,-17 10 44,-1-1 1,22-34-1,-27 34 24,1 2 1,45-46 0,-66 73-7,0 0 0,-1 1 0,1-1 0,-1 0 0,1 1 0,0-1 0,0 1 0,-1-1 0,1 1 0,0-1 0,0 1 0,0-1 0,-1 1 0,1 0 0,0-1 0,0 1 0,0 0 0,0 0 0,0 0 0,0 0 0,0 0 0,0 0 0,0 0 0,-1 0 0,1 0 0,0 0 0,0 0 0,0 0 0,1 1 0,0 1-1,-1-1 0,0 0 0,0 1 0,0-1 0,0 1 0,0-1 0,0 1-1,0-1 1,0 1 0,-1 0 0,1-1 0,-1 1 0,1 0 0,0 2 0,1 11 1,-1 1 0,0 26 0,-1-36 4,-4 55 76,-1 16-723,6-71 327,-1 0-1,1 0 1,0-1-1,0 1 1,0-1-1,1 1 1,0-1-1,0 0 1,0 1-1,5 6 1,-6-10 65,1 0 0,-1 0 0,1 0 0,-1 0 0,1 0 0,0-1 0,-1 1 1,1-1-1,0 1 0,0-1 0,0 0 0,1 0 0,-1 0 0,0 0 0,0 0 0,1 0 1,-1 0-1,0-1 0,3 1 0,-1-1 82,0 0 0,0 0-1,0-1 1,0 1 0,0-1 0,0 0 0,0 0 0,0 0 0,0-1 0,5-2-1,3-3 39,0 0 0,0-1 0,-1-1 0,0 0 0,11-11-1,37-49 76,-48 54 173,0 0-1,1 2 0,0-1 1,1 2-1,1-1 1,17-10-1,-29 21-145,0 1 0,0 0 0,0-1-1,1 1 1,-1 0 0,0 0 0,1 1 0,-1-1 0,1 0-1,-1 1 1,1 0 0,-1-1 0,1 1 0,-1 0 0,1 0-1,-1 1 1,1-1 0,-1 0 0,1 1 0,-1 0-1,1-1 1,-1 1 0,0 0 0,1 0 0,1 2 0,2 1-546,-1 0 0,1 1-1,-1 0 1,0 0 0,0 0 0,-1 1 0,0 0 0,5 7 0,12 19-2758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11.9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47 9829,'-22'-20'9213,"13"5"-8285,-1 4 624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13.7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13 126 5801,'0'-29'2704,"-6"9"-1508,-1 3 476,7-3-1112,0 3 744,13 6-1748,-4-1-192,7 26-588,6 9-2016,-9 3-1469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16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2828 4760,'13'-6'2057,"-11"5"-1781,-1 0 0,0 0 0,0 0 0,0-1 0,1 1 0,-1 0 0,0 0 0,0-1 0,0 1 0,-1-1 0,1 1 0,0-1 0,-1 1 0,1-1 0,-1 0 0,1 1 0,-1-1 0,0 1 0,1-1 0,-1 0 0,0 1 0,0-3 0,-1-52 92,0 19 236,1 16-510,-1 1 0,0 0-1,-2 0 1,0 0 0,-8-25 0,4 15-33,-5-39 1,9 25-31,1-1 0,7-83 0,11 2-80,5 0 1,60-203-1,-62 278 15,2 0 0,3 2-1,47-75 1,-22 51 24,86-97 0,-51 70 79,27-30 32,-76 91-39,138-136 151,-147 151-200,2 2 0,1 2 0,0 0 0,64-30 0,54-8 6,249-63 1,-320 100 38,41-9 84,2 4-1,198-16 1,70 26-71,-147 8-32,541-16 31,-553 16 61,635-41 126,-106-6 353,3 30-514,-563 19-27,381-22 5,114-3-6,612 27 17,-795 5-315,68 8 177,208-18 446,-777 9-383,34-2 71,44 5 1,-74-2-75,-1 0 1,1 1-1,-1 1 1,0 0-1,0 0 1,0 1 0,-1 0-1,20 12 1,-21-9-1,-1 0 1,0 1-1,0 0 0,-1 0 1,7 12-1,1-2-16,21 34 92,-27-38-96,0 0 1,1 0-1,1-1 1,24 22-1,283 276 228,-207-196-105,-15-23 804,-56-60-455,0-2-1,60 32 0,-61-38-308,184 106 262,90 58-190,-256-154-189,1-2-1,2-3 1,66 23-1,194 52 22,-252-84-10,27 5 18,118 15 0,-189-36 65,0-2 0,-1-1 1,1-1-1,29-4 1,-42 3-81,1-1 0,-1 0 0,0-1 0,-1 0 0,1-1 0,0 0 0,-1 0 0,0-2 0,0 1 0,15-11 0,6-9 77,28-25 5,-25 14-52,113-109-7,-142 141-69,1 0 0,0 0 0,0 0 1,1 1-1,-1 0 0,1 0 0,0 1 0,9-3 0,3-1 78,-18 6-81,0-1 1,1 1-1,-1 0 0,1 0 1,-1-1-1,1 1 0,-1 0 1,0 1-1,1-1 0,-1 0 1,1 0-1,-1 1 0,0-1 1,1 0-1,-1 1 0,2 0 1,5 2-7,-3-1 10,1-1 0,-1 1 0,0 0 0,1 1 1,-1 0-1,0-1 0,0 2 0,0-1 0,-1 0 0,1 1 0,-1 0 0,0 0 0,0 0 0,6 9 0,-4-4-6,0 1-1,0-1 0,1-1 0,0 1 1,1-1-1,0-1 0,0 1 1,18 11-1,-24-18 5,-1 1 1,1 0-1,-1 0 1,1 0-1,-1 0 1,0 0-1,1 0 1,-1 1-1,0-1 1,-1 0-1,2 4 1,0-1-2,0-1-1,-1 0-1,1 0 1,-1 1-1,0-1 1,0 0-1,0 1 0,0-1 1,-1 0-1,0 1 1,0-1-1,0 1 1,0-1-1,-1 0 1,0 1-1,0-1 1,0 0-1,0 1 1,-4 5-1,-1 2-3,-1-1 0,0-1 0,0 1-1,-18 16 1,3-2-4,19-22 5,1 0 3,0-1 0,0 0 1,0 1-1,0-1 0,1 1 0,-1 0 1,1 0-1,-2 3 0,3-5 3,0 1-1,1-1 0,-1 0 1,0 0-1,1 0 1,-1 0-1,1 0 1,0 0-1,-1 0 0,1 0 1,0 0-1,-1-1 1,1 1-1,0 0 1,0 0-1,0-1 0,0 1 1,0 0-1,0-1 1,0 1-1,0-1 1,0 1-1,0-1 1,0 0-1,0 1 0,0-1 1,1 0-1,-1 0 1,2 1-1,40 2-19,-36-2 12,166 17 17,-104-9-65,73 1 0,-139-10 75,8-1-86,0 0 0,0-1-1,0 0 1,-1-1 0,13-4 0,40-7-1573,-15 5-4469,-45 8 4737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16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893 0 6449,'-7'15'6339,"11"-14"-5182,1 1-1003,0 0 0,0 0 0,0 1 0,-1 0-1,1 0 1,-1 0 0,1 0 0,-1 1 0,0 0 0,0 0 0,-1 0-1,1 0 1,-1 0 0,0 1 0,0-1 0,0 1 0,-1 0-1,0 0 1,0 0 0,0 0 0,0 0 0,0 8 0,2 1-59,-1 1-1,-1 0 1,-1 0 0,0 0 0,-1 0 0,0 0 0,-1 0 0,-1 0 0,0 0 0,-1 0 0,-6 15-1,1-9-40,0-1-1,-2 0 1,0 0-1,-1-1 1,-1-1-1,-26 32 0,-8-3-36,-1-2-1,-2-2 0,-2-2 0,-61 36 0,-32 15-8,-66 48 30,178-115-614,-51 51 0,35-17-1994,40-46 495,0 0-1,-11 27 1,8-8-4116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16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72 10637,'-9'-17'5340,"15"3"-3967,4-1 1979,-1 7-3624,1-4-780,-33 10-7857,4-1 1424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1.7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734 148 5028,'45'-30'2428,"-42"28"-334,-4-1-1841,1-1 0,-1 0 0,1 0 0,-1 1 0,0-1 0,0 0 0,-1 1 0,1-1 0,-1 1 1,0-1-1,0 1 0,0 0 0,0 0 0,0 0 0,-1 0 0,0 0 0,-2-2 0,-1 0-148,1 1 0,-1 0-1,0 0 1,0 0 0,0 1 0,-1 0 0,1 0 0,-8-2 0,-5 0 36,-1 1 1,0 0 0,0 2-1,0 0 1,0 2 0,0 0-1,0 1 1,0 1 0,1 1-1,-1 0 1,0 2-1,1 0 1,-36 16 0,29-9-100,0 1 1,1 1-1,0 2 1,1 0 0,1 2-1,0 1 1,2 0-1,-38 44 1,53-56-30,1-1-1,0 1 1,0 1 0,1-1-1,-1 1 1,2-1-1,-1 1 1,1 0 0,0 1-1,1-1 1,0 0 0,0 1-1,1-1 1,0 1 0,1 0-1,0-1 1,0 1 0,0-1-1,1 1 1,1 0-1,-1-1 1,2 0 0,-1 1-1,1-1 1,0 0 0,1 0-1,-1 0 1,2-1 0,-1 1-1,6 6 1,3 3 37,0-1 0,1 0 1,1-1-1,0 0 0,25 17 0,92 56 81,-86-59-76,199 117-58,-236-140 12,43 27-1,61 50-1,-100-72 4,1 1-1,-2 1 1,0 0-1,0 1 1,-1 0-1,-1 0 1,0 1-1,-1 1 1,8 19-1,-13-25-7,-1 0-1,0 0 0,-1 0 1,0 0-1,0 1 0,-1-1 1,-1 1-1,1-1 0,-2 1 1,-2 19-1,0-15 4,-1-1 0,-1-1 0,0 1 0,0-1 0,-1 0 0,-1 0 0,-9 13 0,-12 11 3,-2-1-1,-1-1 1,-65 55-1,90-85-10,-122 100 21,-194 122 1,90-69-513,229-156 415,3-7-272,0 0 347,0 1-1,0-1 0,0 0 1,1 0-1,0 1 1,0-1-1,1 0 1,-1 1-1,1-1 0,3-6 1,-4 9 2,14-27 100,2 0 1,0 1-1,37-44 1,-14 19 281,-35 46-304,1-1 5,0 0-1,0 0 1,10-9-1,-15 16-71,0 0 1,-1 0-1,1 0 0,0 0 1,0 0-1,0 1 0,0-1 1,0 0-1,0 1 0,0-1 1,0 1-1,0-1 0,1 1 0,-1-1 1,0 1-1,0 0 0,0 0 1,0 0-1,1-1 0,-1 1 1,0 0-1,0 0 0,0 1 1,1-1-1,-1 0 0,0 0 1,0 1-1,0-1 0,0 0 1,1 1-1,-1-1 0,0 1 0,0 0 1,0-1-1,0 1 0,1 0 1,4 6 51,-1 1 1,1-1-1,-1 1 1,0-1 0,-1 2-1,0-1 1,0 0-1,-1 1 1,0 0-1,2 9 1,4 20 260,3 43 0,-5-28-100,10 44 148,15 115 153,-22-24-315,-8 0 0,-8 1 0,-38 233-1,23-308-94,-45 145-1,-57 105 14,75-230-91,23-59 86,4 0 0,-17 104 1,32-140-47,2 1 1,2 0 0,2 0 0,1 0 0,2 0 0,12 56 0,16 45 82,49 194 151,-57-249-280,-13-44-26,1-1 0,3 0 0,20 43 0,-31-78-18,0-1 0,0 1 1,0-1-1,1 0 0,0-1 0,0 1 1,0 0-1,0-1 0,11 7 1,-12-9-26,1 0 0,-1 0 0,1 0 0,0-1 0,0 0 0,0 0 0,0 0 0,0 0 0,0-1 0,0 1 1,0-1-1,0 0 0,0 0 0,0 0 0,0-1 0,5-1 0,8-2-355,-1-1 0,1 0 1,-2-2-1,1 0 0,-1 0 0,22-15 0,80-68-4045,-23 17-1576,-20 27-1256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3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1581 424 4480,'-28'-128'3957,"19"94"-2023,1-1 0,2 0 0,-4-56 0,10 79-1456,0 0-1,-1 1 1,-1-1 0,0 0-1,-5-14 1,7 25-452,-1 0-1,1 0 1,0 0 0,-1 0-1,1 1 1,-1-1 0,1 0-1,-1 0 1,1 1 0,-1-1-1,0 0 1,1 1 0,-1-1-1,0 0 1,0 1 0,0-1-1,1 1 1,-1-1-1,0 1 1,0 0 0,0-1-1,0 1 1,0 0 0,0 0-1,0-1 1,1 1 0,-1 0-1,-1 0 1,-2 0 24,0 1 0,0-1 0,1 1 0,-1 0 0,0-1 0,1 2 0,-6 1 0,-7 5 36,1 0 1,-17 12-1,31-19-83,-37 25 162,2 2 0,-59 58-1,77-67-129,1 1 0,0 1-1,2 0 1,0 1-1,2 0 1,-15 32-1,24-41-20,-1 0-1,2 0 1,0 0 0,0 0-1,1 1 1,1-1-1,0 1 1,1-1 0,0 1-1,2-1 1,3 24-1,-3-29-4,0-1 1,0 1-1,0-1 0,1 1 0,0-1 0,1 0 0,-1 0 0,1 0 0,1-1 0,-1 1 0,1-1 1,0 0-1,1 0 0,-1-1 0,1 1 0,0-1 0,1-1 0,-1 1 0,1-1 0,0 0 1,8 3-1,-6-3-6,0 0 0,0 0 0,0 1 0,-1 0 1,0 1-1,0-1 0,0 2 0,-1-1 0,0 1 1,0 0-1,-1 1 0,9 12 0,-6-6-3,-1 1 0,0 1 0,-1-1 0,-1 1 0,-1 0 0,6 26 0,2 38 38,-3 0 1,-2 144-1,-8-188-33,-2 0 0,-1-1-1,-2 1 1,-1-1 0,-2 0-1,-1 0 1,-2-1 0,-1-1-1,-2 0 1,-1 0 0,-1-2-1,-2 0 1,-2 0 0,-24 29-1,6-18-9,-2-2-1,-79 62 0,-101 52 57,39-29-123,14 0 132,152-113-76,0 0 0,-14 16 0,25-23 7,0 1-1,0-1 1,0 1 0,0 0 0,1 0-1,-5 13 1,8-18 9,-1 0 0,1 0 0,-1 0 1,1 0-1,0 1 0,0-1 0,-1 0 0,1 0 0,0 0 1,0 1-1,0-1 0,0 0 0,1 0 0,-1 1 0,0-1 0,0 0 1,1 0-1,-1 0 0,1 1 0,-1-1 0,1 0 0,-1 0 1,1 0-1,1 1 0,-1 0-1,1-1 1,0 1-1,0-1 1,0 1-1,0-1 1,1 0-1,-1 0 1,0 0-1,0 0 1,1 0-1,2 0 0,8 2-7,-1-2-1,0 1 0,21-2 1,-29 0 4,18 0 5,1-2 0,-1-1 0,40-10 0,-23 4-7,44-4 0,34 4-29,-114 9 33,1 0 0,-1 0 0,1 0 1,-1 0-1,1 1 0,-1-1 0,1 1 0,-1 0 0,1 0 0,-1 0 1,0 1-1,0-1 0,1 1 0,-1-1 0,0 1 0,3 3 0,-4-3 2,-1 0-1,1 0 0,-1 0 1,1 0-1,-1 1 0,0-1 1,0 0-1,0 1 0,0-1 1,-1 0-1,1 1 1,-1-1-1,1 1 0,-1-1 1,0 1-1,0-1 0,0 4 1,-2 6-9,0 1 1,-1-1-1,0 1 1,-1-1-1,-1 0 1,-7 14-1,10-21 1,-37 68 43,-3-1 0,-56 73 0,60-89-22,-171 230 49,-29 45-22,198-269-21,-35 72 0,58-97-26,1-1 1,2 2 0,-15 61 0,27-85 7,-1 1 1,2-1-1,0 1 1,0-1-1,1 1 1,1-1-1,1 0 0,0 1 1,1-1-1,7 22 1,-4-20 5,1 1 0,1-1 0,0-1 0,2 0 0,-1 0-1,2-1 1,19 21 0,-4-8-81,2-2-1,56 39 0,67 32-748,-103-67 366,-13-8-164,177 116-2542,-169-105-672,44 42 0,-61-47-2012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2.1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99 152 3368,'0'0'1667,"-4"-1"-983,-37-1 1124,17-22 541,20 21-2345,-8-5 856,21 11-292,4 2-374,-11-4 990,-4 1-933,-6 3-623,-6 1 2372,14-7-1948,0 1 0,-1 0-1,1-1 1,-1 1 0,1 0-1,0-1 1,-1 1 0,1-1 0,0 1-1,0-1 1,-1 1 0,1 0-1,0-1 1,0 1 0,0-1 0,0 1-1,-1-1 1,1 0 0,0 1-1,0-1 1,0 1 0,0-1-1,0 1 1,0-1 0,0 1 0,0-1-1,1 1 1,-1-1 0,0 1-1,0-2 1,3-14 216,-3 12-40,0 1-22,-1-20 448,-2 0 0,-5-25 0,7 45 1443,13 10-7114,46 26-7911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2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251 247 5120,'8'-2'412,"16"-7"475,-23 9-842,-1 0 0,0 0 0,1-1 1,-1 1-1,1 0 0,-1 0 0,0-1 0,1 1 0,-1 0 0,0-1 0,0 1 1,1 0-1,-1-1 0,0 1 0,0 0 0,0-1 0,1 1 0,-1-1 0,0 1 1,0 0-1,0-1 0,0 1 0,0-1 0,0 1 0,0 0 0,0-1 0,0 1 1,0-1-1,0 1 0,0-1 0,0 1 0,0 0 0,0-1 0,0 1 0,0-1 1,0 1-1,-1 0 0,1-1 0,0 1 0,0 0 0,0-1 0,-1 1 0,1 0 1,0-1-1,-1 0 0,-5-6 741,1-1-1,1 0 1,-1 0 0,1-1 0,1 1-1,-4-11 1,-16-34 2242,21 50-2843,0 0-1,0 0 0,-1-1 0,1 2 0,-1-1 0,0 0 0,0 0 0,0 1 0,0 0 0,0-1 0,0 1 0,-5-2 0,-4-1 440,10 4 387,1-1-624,-31-46 1168,30 47-1326,-17-1-210,17 1-11,-1 1-1,1-1 0,0 1 0,-1 0 0,1 0 0,0 0 1,-1 0-1,1 0 0,0 1 0,-1-1 0,-3 2 0,-9 3-20,-12 6 116,25-9-105,-1-2-1,1 1 0,-1 0 0,1 0 0,-1 0 0,1 0 0,-1 1 0,1-1 0,-1 1 0,1-1 0,-3 4-1,-9 10-49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6.2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1023 137 7125,'38'-63'12872,"-38"59"-12209,-1-1-408,0 0 1,0-1-1,0 1 1,-1 0-1,1 0 0,-1 0 1,-1 0-1,1 0 1,-4-6-1,4 9 69,-11-4 436,7 5-606,0 0 0,0 0 0,0 0 0,0 1 0,1 0 0,-1 0 0,0 1 0,0-1 0,0 1 0,-9 3 0,-6 1 97,-33 15 0,11 0-123,1 2 0,1 1 0,1 3 0,1 1 0,2 2 0,0 1 0,-35 41 1,60-59-76,1 1 0,0 1 0,1 0 0,1 1 0,0 0 0,1 0 0,1 1 0,0 0 0,-5 20 0,9-26-27,1 0 0,0 0-1,1 1 1,0-1-1,0 1 1,1-1 0,0 1-1,1-1 1,0 1-1,1-1 1,0 0 0,1 0-1,0 1 1,0-2-1,1 1 1,6 11 0,12 11 16,0-1 0,3-1 1,0-2-1,1 0 0,40 31 0,51 54-39,-109-104 2,0 1-1,0 0 0,-1 1 1,0-1-1,-1 1 0,0 0 0,0 1 1,-2 0-1,6 16 0,-9-22-2,0 0 0,0 0-1,0 0 1,-1 0-1,0 1 1,0-1-1,-1 0 1,1 0-1,-1 0 1,-1 0 0,1 0-1,-1 0 1,0-1-1,0 1 1,-1-1-1,0 1 1,0-1-1,0 0 1,-1 0 0,1 0-1,-6 5 1,-3 2 12,0-1 1,-1-1-1,0 0 1,0-1 0,-1 0-1,-1-1 1,-15 7-1,-16 4-8,-49 13-1,-5-7-292,0-4 0,-105 7 0,142-20-999,12-4-1387,47-4 544,10-4-5003,4 1 5080,-1 1 83,26-9-5891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6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0 103 9325,'20'-16'8902,"7"3"-5267,31-6-2794,-43 15 90,20-6-102,1 3 0,53-5-1,-45 7-1159,45-11 0,-92 33-817,1-14 938,1 0 0,-1 0 1,1-1-1,-1 1 0,0 0 0,0-1 0,0 1 0,-1-1 0,1 1 0,-1-1 0,1 0 0,-1 0 1,0 0-1,-5 2 0,-16 14-2155,22-15 894,4-1-188,4 6 399,-5-6 705,1 0 1,-1 0-1,1 1 0,-1-1 0,1 0 1,0-1-1,0 1 0,3 3 0,23-2-5875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9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7989,'0'0'10167,"1"2"-9486,16 31-21,2-1 0,39 52 1,-34-52-480,121 157-2058,-62-103-1548,-55-61 62,36 26 0,-17-19-2624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9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1000 0 6813,'-54'40'1676,"13"-17"-168,-4 0-244,7 9-216,-12-1-196,-17 6-180,-9 12-76,-10 5-148,-9 9-344,-13 11-676,3-2-476,-9 11-2820,-7-1-2641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6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83 8125,'-1'0'104,"-13"-11"1604,14 10-1641,0 1 0,0 0-1,-1 0 1,1-1 0,0 1 0,0 0 0,0-1 0,0 1-1,-1-1 1,1 1 0,0 0 0,0-1 0,0 1 0,0 0 0,0-1-1,0 1 1,0-1 0,0 1 0,0 0 0,0-1 0,0 1 0,0 0-1,1-1 1,-1 1 0,0-1 0,0 1 0,0 0 0,0-1 0,4-2 4751,-6 1-4339,0 0 0,1 0 1,-1 0-1,1 0 0,-1 0 0,1 0 0,0 0 0,0 0 0,-1-3 0,3 3-421,1 0 0,-1-1-1,1 1 1,0 0-1,0 0 1,0 1 0,0-1-1,0 0 1,0 1 0,1-1-1,-1 1 1,1 0 0,-1-1-1,0 1 1,1 0 0,0 1-1,-1-1 1,1 0-1,5 0 1,8-1 8,1 1 0,18 0 0,-16 1 27,64 0 166,94 12 0,-175-12-236,0 0 0,0 0 0,0 0 0,0 1 0,0-1-1,0 1 1,0 0 0,0-1 0,0 1 0,0 0-1,0 0 1,0 0 0,-1 0 0,1 1 0,0-1-1,-1 0 1,1 1 0,-1-1 0,1 1 0,-1 0 0,0-1-1,1 1 1,-1 0 0,0 0 0,0 0 0,-1 0-1,1 0 1,0 0 0,-1 0 0,1 0 0,-1 0-1,1 0 1,-1 0 0,0 0 0,0 0 0,0 0 0,0 0-1,0 1 1,-1-1 0,1 0 0,-1 3 0,-2 5 115,0 1 1,0-1 0,-1 0-1,0 0 1,0 0 0,-1-1-1,-7 10 1,-124 162 1374,2-2-1218,116-151-1415,2 0 1,1 1-1,1 1 0,-19 61 1,32-88 417,0 0 0,1 0 1,-1 1-1,1-1 0,0 0 1,0 1-1,0-1 0,0 0 1,0 0-1,1 1 0,0-1 1,-1 0-1,1 0 0,3 5 1,7 7-7515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6.3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9 9037,'-54'-9'9105,"64"21"-7845,18-4-224,17-2-248,15 0-164,16 5-308,10 1-372,6-4-732,0-2-960,-3-3-608,6 8-2737,0 1-4048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7.0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 9321,'0'0'6404,"-10"17"-4579,4 3-117,3 0-184,3 3-240,0 8-252,0 18-128,3-15-228,3 6-308,10-5-692,-3 5-336,0-6-664,-10-17-792,0 6-520,3 3-2717,1-1-4296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7.1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849 0 10389,'-134'37'2564,"71"-20"-312,-1-2-255,4 5-289,6 5-396,0 1-296,-6 11-204,3 3-588,-4-3-708,-5 1-1152,-1 4-1180,7-2-2317,12 3-4088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7.3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16918,'26'-14'4448,"-36"25"-3004,4-2-1016,16-4-1640,-1 4-944,-15 2-5241,-1 1-2092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40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33 285 4320,'0'0'2361,"3"2"-1325,-1-1-1171,-2 0 256,0-1-1,1 1 1,-1-1-1,1 1 0,-1-1 1,1 1-1,-1-1 1,1 1-1,-1-1 1,1 0-1,-1 1 0,1-1 1,0 0-1,-1 1 1,1-1-1,0 0 0,-1 0 1,1 0-1,0 0 1,-1 1-1,1-1 0,0 0 1,0 0-1,-1 0 1,1 0-1,0-1 1,-1 1-1,1 0 0,0 0 1,-1 0-1,1 0 1,0-1-1,-1 1 0,1 0 1,-1-1-1,1 1 1,0-1-1,-1 1 0,1 0 1,-1-1-1,1 1 1,-1-1-1,1 1 1,-1-1-1,0 0 0,1 1 1,-1-1-1,1 0 1,6-11 1153,-5 10-833,-1 1 0,1-2 0,-1 1 0,0 0 0,0 0 0,0 0 0,0-1 0,0 1 0,0 0 0,0-1 1,-1 1-1,1 0 0,-1-4 0,0 3-337,-1 0 1,0 0 0,0 0 0,0 0 0,0 1 0,0-1 0,-1 0-1,-2-3 1,-10-18 303,1 1 0,-10-27-1,22 47-307,-2 0-51,1 0 0,0 0-1,-1 0 1,1 0 0,1 0 0,-1-1-1,0 1 1,1-1 0,-2-6-1,2 9-23,1-1 28,-1-1 0,1 1 0,0-1 1,0 0-1,0 1 0,0-1 1,0 1-1,0-1 0,1 0 0,-1 1 1,1-1-1,0 1 0,0-1 1,1-1-1,-1 1 13,6-24-1042,2 88-3969,-4-16-1751,6-12-2278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00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1099 41 4192,'0'0'10079,"1"-3"-9835,0 1-196,0-1 0,1 1 0,-1-1 0,1 1 0,0 0 0,-1-1 0,1 1 0,0 0-1,0 0 1,0 0 0,1 1 0,-1-1 0,0 1 0,1-1 0,-1 1 0,1 0 0,-1-1 0,4 1-1,-4 0 1000,0 2-952,0 1 0,0-1 0,-1 1 1,1 0-1,-1 0 0,1-1 0,-1 1 1,0 0-1,0 0 0,0 1 1,0-1-1,0 0 0,0 0 0,-1 0 1,1 1-1,-1-1 0,1 0 1,-1 1-1,0-1 0,0 0 0,0 1 1,0-1-1,0 0 0,-1 1 1,0 3-1,1-5-85,-3 21 585,-10 38-1,-3 20 132,7-35-480,-2 1 1,-1-2-1,-38 86 0,-13 45 126,38-82-267,4 1-1,-17 181 1,28 76-31,8-237-34,1-70-12,-10 309 176,-25-3 140,-35-29 125,-3 15 230,11 272 344,39-232 291,-111 568-1,59-416-598,46-293-399,-61 468 743,36-141-127,31 2-151,19-375-587,-10 233 315,-51 246-519,-1 18-12,64-621 2,-7 76 0,6-98 0,-1-26 0,0-7 9,-1-26-31,3 6-4,1 4-664,1 0 0,-1 0 1,1 0-1,0 0 0,0 0 0,1 0 0,0 0 0,0 0 0,0 0 0,1 0 0,0 0 0,0 0 0,3-8 0,8-32-6786,3-5-5133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02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70 188 4524,'-24'14'1199,"19"-11"4075,5-6-5031,-1 1 0,1-1-1,-1 1 1,1-1 0,-1 0 0,0 1 0,0 0-1,0-1 1,-3-2 0,3 3-86,0-1 0,0 1 0,0 0 0,0 0 1,0-1-1,0 1 0,0 0 0,1-1 0,-1-2 0,-7-2 76,7 7-157,1 0 1,-1 0-1,0-1 0,1 1 1,-1 0-1,0-1 0,1 1 0,-1 0 1,0-1-1,1 1 0,-1-1 0,1 1 1,-1-1-1,1 1 0,-1-1 0,1 1 1,0-1-1,-1 0 0,1 1 1,-1-1-1,1 0 0,0 1 0,0-1 1,-1 0-1,1 1 0,0-1 0,0 0 1,0-1-1,2-1-14,0 0 0,0 0-1,1 0 1,-1 0 0,1 0 0,0 1 0,0-1 0,0 1-1,0 0 1,0-1 0,0 2 0,0-1 0,1 0-1,-1 1 1,1-1 0,0 1 0,-1 0 0,1 0 0,0 0-1,0 1 1,3-1 0,88-16 272,205-32-125,-77 32-243,333 15-1,222 61 236,-654-47-208,1348 145 542,-945-97-516,-137-9 54,-158-16-72,139 17-52,-69 1 130,-286-50-60,462 90 878,-243-48-334,-142-27-358,15 5 354,205 15-1,-139-40-264,188-28-1,-148 10-242,369-41 45,-426 40-77,-78 9-54,45 9-22,-119 3 56,63-8 0,-65 8 1,64-9 130,-64 9-52,-2-1-10,4-5-69,3-6 5,-8 12-5,-1-1 1,1 1 0,0 0 0,-1-1-1,1 1 1,-1 0 0,1 0 0,-1-1 0,1 1-1,-1 0 1,0 0 0,1 0 0,-1 0-1,1 0 1,-1 0 0,1 0 0,-1 0 0,1 0-1,-1 0 1,1 0 0,-1 0 0,0 0-1,1 0 1,-1 1 0,1-1 0,-1 1 0,-23 7-16,20 0 20,3-4-5,-24 48 362,2 0 0,2 2-1,3 0 1,-22 109 0,35-140-273,-92 609 1824,41-145-891,16 372 95,25-308-666,-39 334 97,21-468 37,16-228-241,-47 446 155,51-429-407,0-9 16,-27 124 109,5-48-71,-12 291-145,23-232 0,6-168 0,-5 73 0,18-138 0,0 117 0,11 9 0,-17-96 0,8-110 0,-1 1 0,-2-1 0,1 0 0,-2 0 0,-1-1 0,0 0 0,-20 33 0,-15 32 0,14-15 0,4 2 0,2 0 0,-23 122 0,44-167-22,2-1-1,0 1 1,2-1 0,1 1 0,11 47-1,0 6-329,-9-47-1931,5 13-7592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04.3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3 226 4404,'0'0'46,"-1"0"-1,1 1 1,0-1-1,0 0 0,0 0 1,0 0-1,-1 1 1,1-1-1,0 0 0,0 0 1,0 0-1,0 1 1,0-1-1,0 0 1,0 0-1,-1 1 0,1-1 1,0 0-1,0 1 1,0-1-1,0 0 0,0 0 1,0 1-1,0-1 1,0 0-1,0 0 0,0 1 1,1-1-1,-1 0 1,0 0-1,0 1 0,0-1 1,0 0-1,0 0 1,0 1-1,1-1 0,-1 0 1,0 0-1,0 0 1,0 1-1,0-1 1,1 0-1,-1 0 0,0 0 1,0 0-1,1 0 1,-1 1-1,0-1 0,0 0 1,1 0-1,-1 0 1,0 0-1,0 0 0,1 0 1,-1 0-1,0 0 1,0 0-1,1 0 0,19 1 417,-16-2-56,0 1 1123,-1 2-725,7 1-41,1 0-1,-1-1 0,1 0 0,0-1 1,14 0-1,-12 0 442,-1 0 0,1 1-1,24 5 1,-36-6-1124,0-1 0,0 0 0,0 0 0,0 0 0,0 0 0,0 0 0,0 0 0,0 0 0,1 0 0,-1 0 0,0 0 0,0-1 0,0 1 0,0 0 0,0-1 0,1 0 0,5-1 187,157-15 3130,-101 12-2786,228-13 621,510 9-638,1 30-319,602-4-233,-867-37 6,214-3 20,-146 38-14,-80 1-12,537-64 1108,-163-53-621,-812 93-491,144 5 1,89 26-20,-316-23-18,218 27-19,35 3-462,-245-30 153,0 0-1,0-1 1,0 0 0,0-1 0,0-1 0,13-4 0,28-6-630,20 1 262,-17 3-456,88-25-1,-138 32 756,-1 0-1,1-1 1,-1 1-1,0-1 1,0 0 0,-1 0-1,8-7 1,9-17-7105,-11 9-1539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1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1128 18 4144,'-35'-18'10819,"25"21"-10317,9-3-455,0 0-1,0 0 1,-1 0-1,1 0 1,0 0-1,0 0 1,0 1-1,0-1 1,-1 0-1,1 1 1,0-1-1,0 1 0,0-1 1,0 1-1,0 0 1,0-1-1,0 1 1,-1 1-1,-2 21 455,2 0 1,1 1-1,2 38 0,-2 40 120,-11 12-68,1-14 106,1 131 0,36 135 277,0-15-428,-63 988 271,6-513-601,79-106-44,-18-386-72,-12 157-40,-22-378-17,-5 0 1,-31 147-1,-61 90 78,-29-9-113,-115 159 20,172-362-14,-189 362 499,239-451-54,-33 102 1,1 55 583,44-148-800,3 2-1,2-1 1,3 91-1,1-36-139,-4-31 91,-3 0 1,-26 104-1,27-149-88,-6 74 0,13-94-77,1 0 0,1 1 0,1-1 0,0 0 0,1 0 0,8 24-1,17 35 72,-13-39-26,-2 0 0,12 58 0,-19-60-45,2 57 1,-8-81 5,0 1 0,-1-1 1,0 1-1,-1-1 0,-1 1 1,0-1-1,-1 0 0,-6 14 1,-8 18 27,11-26-32,-1-1 0,0 0 0,-18 27 0,24-39-80,-1-1 1,1 1-1,0 0 0,0 0 1,0 0-1,1 0 0,0 1 1,0-1-1,0 0 1,0 0-1,1 1 0,0-1 1,0 1-1,2 5 0,-2-10 42,1 0-1,-1 0 1,1-1-1,0 1 1,0 0-1,-1 0 0,1-1 1,0 1-1,0-1 1,0 1-1,0-1 0,0 1 1,0-1-1,0 1 1,0-1-1,0 0 1,1 1-1,1 0-132,0 0-18,-1 0 1,1 1-1,-1-1 0,1-1 0,0 1 0,0 0 0,-1 0 1,1-1-1,0 0 0,0 1 0,0-1 0,0 0 0,0-1 1,-1 1-1,1 0 0,0-1 0,0 0 0,4-1 0,1-2-903,-1 0-1,1 0 0,-1-1 1,12-10-1,10-6-3709,4 1-3253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3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 3392,'0'0'1348,"-19"9"-872,3-1 529,-6-11-941,6 3-112,-6-3-524,6 3 171,0-5-195,4-1-152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4.3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68 3308,'-32'-5'2685,"31"4"-2626,1 1 1,-1-1-1,1 1 0,0 0 0,-1-1 0,1 1 0,-1-1 0,1 1 1,0-1-1,-1 0 0,1 1 0,0-1 0,0 1 0,0-1 1,-1 1-1,1-1 0,0 0 0,0 1 0,0-1 0,0 0 1,0 1-1,0-1 0,0 0 0,0 0 41,0 0 1,0 0-1,0 0 1,0 0-1,0 0 1,0 0-1,0 0 1,0 0-1,-1 0 1,1 1-1,0-1 1,-1 0-1,1 0 1,-1 0-1,1 0 1,-1 1-1,1-1 1,-1 0-1,-1-1 1,-8 0-299,-8-3 2997,19 2-1429,11 0-1072,186-11 449,-138 12-632,372 3 527,-222 3-435,1137 36 1347,-823-20-1001,190 6-122,1744 42 134,-2129-66-562,484 7 4,-83 42 259,-702-49-268,40 7-11,-65-8 32,23-1-111,-34-1-1051,-43-2-1636,28-2 1504,-9-1-3307,0 1-1349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6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410 105 4132,'-11'4'882,"8"-8"320,8-14 603,-2 10 3538,0-4-4513,-2 11-710,-1 1 1,0-1-1,1 0 0,-1 0 0,1 0 0,-1 0 1,0-1-1,0 1 0,0 0 0,0 0 1,0 0-1,0 0 0,0 0 0,0 0 1,0 0-1,0 0 0,-1-2 0,1 3-143,-1-3 238,1-1-1,-1 1 1,0 0 0,-1 0-1,1 0 1,-1 0-1,1 0 1,-1 0 0,0 1-1,0-1 1,0 0 0,0 1-1,-1-1 1,-3-2-1,-1 5 104,-28 15-77,1 2 0,1 1 0,1 2 0,1 1-1,0 1 1,2 2 0,0 1 0,-36 41-1,60-60-228,-1 0-1,1 1 0,0 0 1,0 0-1,1 0 0,0 0 1,1 1-1,-1 0 0,1-1 1,1 1-1,0 0 0,0 1 1,0-1-1,1 0 0,0 0 1,1 1-1,0-1 0,0 1 1,0-1-1,1 0 0,1 1 1,0-1-1,0 0 0,0 0 1,1 0-1,0 0 0,0-1 1,1 1-1,0-1 0,1 0 1,-1 0-1,1 0 0,1-1 1,9 10-1,-2-4-169,1-1-1,1-1 1,-1 0 0,1-1-1,1 0 1,0-1 0,20 6-1,14 4-1394,56 10-1,55 2-5866,-81-14-238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6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0 7109,'-3'1'656,"1"-1"0,-1 1 0,0 0 0,1 0 0,-1 0 1,1 0-1,-1 0 0,1 0 0,-1 1 0,-3 2 0,3-1-219,1 0-1,-1-1 1,0 1-1,1 0 1,0 1 0,-4 5-1,1 3-295,0 0 1,1 0-1,-5 21 0,3-10 368,-21 60-133,14-49-1156,-11 56 1,17-63-1113,3 2 1,0-1-1,1 0 1,3 38-1,5-44-2939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6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 4952,'25'-17'1221,"-9"11"-257,-3-3 888,2 4-1708,-2-1 220,0 12-496,3-1-216,-10 13-3369,-3-1 1401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6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70 106 3340,'-5'5'519,"-1"-1"0,-1 1-1,1-1 1,-1 0 0,1-1-1,-1 0 1,0 0-1,-8 2 1,12-4 1139,3-3-1607,1-1 1,0 0-1,0 1 1,0-1-1,0 1 1,0 0 0,0-1-1,1 1 1,-1 0-1,1 0 1,-1 0-1,1 0 1,0 0-1,0 0 1,0 0 0,0 1-1,0-1 1,5-2-1,44-24 111,-46 26-135,13-6-224,-1 2 0,34-8 1,6-2-1557,-20 2-675,9 2-651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7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2 5981,'0'0'61,"0"0"1,0 0-1,0 1 0,0-1 1,0 0-1,0 0 1,0 0-1,0 0 1,-1 0-1,1 0 1,0 0-1,0 0 1,0 0-1,0 0 1,0 0-1,0 0 1,0 0-1,0 0 1,0 0-1,0 0 1,0 0-1,0 0 1,-1 0-1,1-1 1,0 1-1,0 0 1,0 0-1,0 0 1,0 0-1,0 0 1,0 0-1,0 0 0,0 0 1,0 0-1,0 0 1,0 0-1,0 0 1,0 0-1,0 0 1,0 0-1,0 0 1,0-1-1,0 1 1,0 0-1,0 0 1,0 0-1,-1 0 1,1 0-1,-6 13 2905,-8 24 410,12-32-3528,-68 214 3167,16 2-4983,51-197 388,-2 36 0,1-10-2068,5-44 823,7 3-788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7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470 1 4892,'-26'14'1691,"21"-11"3521,5 0-5001,1 0 0,1 0-1,-1-1 1,0 1 0,1 0 0,-1-1-1,1 1 1,0-1 0,0 1 0,0-1-1,0 0 1,0 0 0,0 0 0,1 0-1,-1 0 1,1 0 0,-1-1 0,5 3-1,15 12 427,-12-6-546,0 0 0,-2 1 0,1 0 0,-1 0 0,-1 1 0,0 0 0,-1 0 0,0 1 0,-1-1 0,0 1 0,-1 1 0,0-1 0,-1 1 0,-1-1 0,0 1 0,-1 0 0,-1 0 0,0-1 0,0 1 0,-4 17 0,-1 5-139,-1-1-1,-2 0 1,-2 0 0,-1 0-1,-2-2 1,-1 1 0,-1-2-1,-2 0 1,-34 49 0,30-55-442,0 0 0,-1-2-1,-2 0 1,0-2 0,-2 0 0,-40 26 0,44-34-291,-1 0 0,0-2 0,-38 16 0,48-24-460,1-1 1,-25 4-1,-11-3-3362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7.6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60 9765,'-35'-20'3136,"48"9"-1812,-3 2 2757,-20 1-8414,4-4 305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9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462 55 5300,'0'0'8301,"0"-3"-7604,3-13-684,-9-6 7996,0 10-7061,5 10 510,-13 15-874,6-5-343,0 1-1,1 0 1,0 0 0,0 1 0,1 0 0,-9 18 0,-26 73 857,20-45-596,-203 536 624,163-387-4385,34-67-1955,21-63-1659,11-3-4519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0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61 412 7041,'-4'-9'427,"2"4"-54,0-1 0,0 1 0,-1 0 0,1 0 0,-1 1 0,0-1 0,-1 1 0,-5-7 0,6 7 81,0 0 0,0 0 0,1 0 1,0 0-1,-1-1 0,1 1 0,1-1 0,-1 1 0,1-1 0,0 0 0,0 1 1,0-1-1,0 0 0,1 0 0,0 0 0,0 0 0,0 0 0,2-9 0,1 2-74,0 1 0,1-1 0,0 1-1,1 0 1,0 0 0,9-15-1,-11 21-274,1 1-1,-1-1 1,0 1-1,1 0 0,0 0 1,0 0-1,7-5 1,3-2 105,-1 0-28,0 0-1,1 1 1,0 1 0,1 1-1,0 0 1,0 1 0,27-9-1,-17 8-74,0 1-1,0 1 1,0 2-1,1 0 1,-1 2-1,34 1 1,-48 1-75,0 2 0,0-1 0,-1 1 0,1 1 0,-1 0 0,1 0 0,16 9 0,-21-9-17,0 1-1,0 0 1,0 1 0,0-1-1,-1 1 1,0 0-1,0 0 1,0 1-1,-1-1 1,1 1 0,-1 0-1,5 11 1,-4-6-8,-2 1 1,1-1-1,-1 1 1,-1 0-1,0 0 0,-1 0 1,0 0-1,0 0 1,-2 0-1,1 0 1,-2 0-1,1 0 1,-2 0-1,-5 19 1,-3 2-8,-2 0 0,-1-1 1,-32 55-1,-19 11-5,-4-2-1,-84 88 1,96-117 56,26-27 229,31-38-266,0-1 0,0 0 0,0 0 0,1 0 0,-1 0 0,1 1 0,-1-1 0,1 0 0,-1 0 0,1 0 0,-1 0 0,1 0 0,0 0 0,0 0 0,-1-1 0,1 1 0,0 0 0,0 0 0,0 0 0,0-1 0,1 2 0,-1-2 7,3 4-14,1-1 1,0 0-1,-1-1 0,1 1 0,0-1 1,0 0-1,0 0 0,1-1 0,-1 1 0,11 0 1,59 1-349,-42-3 84,257-3-3823,-19 0-5750,-133 6 683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1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470 328 4252,'-19'-44'3486,"5"14"1736,-14-49 0,27 74-5107,0-1 0,0-1 0,0 1 1,1 0-1,0 0 0,0 0 0,0 0 0,1 0 0,0 0 0,0 0 0,1 0 0,0 0 0,0 1 0,0-1 0,0 0 0,1 1 0,0 0 0,0-1 0,1 1 0,-1 0 0,1 1 1,0-1-1,1 1 0,-1 0 0,1 0 0,-1 0 0,1 0 0,0 1 0,1 0 0,-1 0 0,1 0 0,-1 1 0,1 0 0,0 0 0,0 0 0,-1 1 0,1 0 0,0 0 0,1 0 0,-1 1 1,0 0-1,0 0 0,0 0 0,0 1 0,6 1 0,9 4 14,36 14 0,-53-18-118,0 0 1,-1 0-1,1 0 1,0 1-1,-1-1 0,0 1 1,0 0-1,0 0 1,0 0-1,0 1 1,0-1-1,-1 1 0,0-1 1,0 1-1,0 0 1,0 0-1,0 0 1,-1 0-1,0 0 0,0 0 1,0 0-1,0 0 1,0 1-1,-1-1 0,0 0 1,0 5-1,-1 5-10,0-1 0,-1 0-1,-1 1 1,0-1-1,-1 0 1,-7 16 0,2-9 16,0 0 1,-2-1 0,-1 0-1,-17 21 1,-62 66-21,54-65-17,-29 25 7,47-49 23,1 0 0,0 2 0,2 0 1,-19 28-1,34-45-12,0 0 0,0 1 0,0 0 0,0-1 0,1 1 0,-1-1 0,1 1 1,0 0-1,-1 0 0,1-1 0,0 1 0,1 0 0,-1-1 0,0 1 0,1 0 0,0-1 0,0 1 0,-1-1 0,1 1 1,1-1-1,0 3 0,1 1 2,1 0 0,0 0-1,0 0 1,0-1 0,1 1 0,9 8 0,16 8-40,0 0-1,40 19 1,-46-28-67,-2 0 0,0 1 0,-1 0 0,0 2 0,-1 1-1,29 31 1,-46-44 68,0 1 0,0-1-1,0 1 1,0-1-1,0 1 1,-1 0 0,0 0-1,0 0 1,-1 1-1,1-1 1,-1 0-1,0 0 1,-1 1 0,1-1-1,-1 1 1,0-1-1,-2 11 1,1-9-58,-1 1 0,-1-1 0,0 1 0,0-1 0,0 0 0,-1 0 0,0 0 0,0 0 0,-1-1 0,0 0 0,0 0 0,-7 6 0,-4 3-203,0-2 1,-1 0-1,-1-1 0,0 0 1,0-2-1,-22 10 1,-124 40-1926,-49-3-4429,93-34-651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1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5416,'19'-46'4197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2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52 114 5617,'-2'0'80,"1"-1"1,-1 1-1,1-1 1,0 0-1,-1 1 1,1-1-1,0 0 1,0 0-1,0 0 1,0 0-1,-1 0 1,1 0-1,-1-1 1,2 1-6,0 0 0,0 0 0,1 0 0,-1 1 0,0-1 0,0 0 0,0 0 1,1 0-1,-1 1 0,0-1 0,1 0 0,-1 0 0,0 1 0,1-1 0,-1 0 0,1 1 0,-1-1 1,1 0-1,0 1 0,4-4 6544,-2-8-4679,1-1 0,0 2 1,6-14-1,-8 23-356,-8-5-266,5 6-1235,1 1 0,-1-1 1,1 0-1,-1 0 0,1 0 0,-1 0 1,0 1-1,1-1 0,-1 0 0,0 1 0,0-1 1,0 0-1,1 1 0,-1-1 0,0 1 1,0-1-1,0 1 0,-1-1 0,-4 16 172,0-1 1,1 1-1,1 0 0,1 1 0,-3 18 1,1 6-48,-1 8 59,0 51 0,6-86-251,1 0 0,0 0 0,1 0-1,0 0 1,1 0 0,0 0-1,1-1 1,9 21 0,-11-30-33,1 1 1,-1-1-1,0 0 1,1 0-1,0 0 1,0 0-1,0 0 1,0 0-1,0-1 1,0 0-1,1 1 1,-1-1-1,8 3 1,-3-2-71,0-1 1,0 0 0,0 0 0,0 0-1,13 1 1,4-3-288,0-1 0,0 0 1,0-2-1,0-1 0,-1-1 0,29-9 0,-4-3-194,-1-1 0,45-26 1,-65 28 302,-1-1 1,-1-1 0,39-35-1,-57 45 209,-1 0 1,0 0-1,0-1 0,-1 0 1,6-12-1,-10 18 146,-28 10 898,11-1-661,0 0 1,1 1 0,0 1 0,0 0 0,1 1 0,0 0 0,1 1 0,0 1 0,0 0 0,1 0 0,1 1 0,0 0 0,0 1 0,-10 18 0,-8 18 40,2 2 0,-33 91 0,45-105-2181,2 1 0,-11 67 0,19-79-1713,1 0 1,2 45-1,4-9-7639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19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172 101 4500,'-7'16'1979,"13"-28"71,-2 2 2032,-6 9-3954,-1 0 0,0 0 1,1 0-1,-1 0 0,1-1 0,-1 1 0,1-1 0,-4-2 1,6 2-188,-3-26 369,3 27-260,0 1-1,0-1 0,0 0 1,0 0-1,0 0 1,0 0-1,0 1 1,0-1-1,1 0 1,-1 0-1,0 1 0,0-1 1,1 0-1,-1 0 1,0 1-1,1-1 1,-1 0-1,1 1 1,-1-1-1,1 0 0,-1 1 1,1-1-1,-1 1 1,1-1-1,0 1 1,-1-1-1,1 1 1,0-1-1,-1 1 0,1 0 1,0-1-1,0 1 1,-1 0-1,1 0 1,2-1-1,14-26 1282,-15 26 1030,-4 6-2206,0 1-1,0-1 0,0 1 0,0-1 0,-1 0 0,0 0 0,-4 6 0,-4 8 64,-30 78-412,-55 196-1,92-280-648,2 0 0,0 1 0,-1 19 1,4 17-6511,2-22 511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0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11 6073,'-3'0'1427,"-18"1"-112,9 0 2355,29-6-1944,4 2-1546,1 0 0,-1 2-1,1 0 1,-1 2 0,0 0-1,1 1 1,-1 2 0,0 0-1,0 1 1,0 1 0,24 10 0,-43-15-174,-1 0 1,1-1 0,-1 1 0,1 0 0,-1 0-1,1 0 1,-1 0 0,1 0 0,-1 0 0,0 0-1,0 0 1,1 0 0,-1 1 0,0-1 0,0 0-1,0 1 1,-1-1 0,1 1 0,0-1 0,0 1-1,-1 0 1,1-1 0,-1 1 0,0 0 0,1-1-1,-1 1 1,0 0 0,0 2 0,0-1-5,-1 0 1,0 0-1,1 0 1,-1-1-1,0 1 1,-1 0-1,1-1 1,0 1-1,-1-1 1,1 1-1,-1-1 1,0 0-1,0 0 1,0 0-1,0 0 1,-3 3 0,-12 6 30,-2 0 0,1 0 0,-1-2 0,0-1 0,-1 0 0,-21 5 1,12-4-832,-45 22-1,33-16-2920,29-12 674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0.5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8281,'0'0'2830,"4"1"-1821,1 1-800,0 1 0,1 0 0,-1 0 0,0 0 0,0 1 0,-1 0 0,1 0 0,-1 0 0,0 0 0,0 1 0,0-1 0,-1 1 0,1 0 0,3 8 0,4 8 49,0 0 0,11 37 0,-17-42-180,0 1 0,-2 0 0,0 1-1,0-1 1,-2 0 0,0 1 0,-1-1-1,-1 1 1,0-1 0,-2 1 0,0-1-1,-10 32 1,-5 8 137,17-54-178,4-20-11,3 5-2,-1-1 1,2 1-1,-1 1 0,1-1 0,1 1 0,0 0 0,19-17 1,-5 1-109,13-15-122,2 1 1,1 2-1,61-49 1,-96 86 251,0 7-74,8 18-31,-9-17 61,0 0 0,1 0-1,-1 0 1,2-1 0,-1 1 0,0-1 0,1 0 0,0 0 0,5 5 0,0-4 3,0-1 0,1 0 1,0 0-1,-1-1 0,1 0 1,1-1-1,-1 0 0,0-1 1,1 0-1,-1 0 0,1-2 1,0 1-1,-1-1 0,1 0 1,0-1-1,-1-1 0,1 1 1,-1-2-1,1 1 0,-1-1 1,0-1-1,18-9 0,-26 12 74,-4-2-72,1 1-43,-1-1-1,0 1 0,0 0 1,0 0-1,0 0 0,0 0 1,-1 0-1,1 0 0,0 0 1,-1 1-1,1-1 1,-1 1-1,0 0 0,1 0 1,-4-1-1,-45-8-2562,48 10 2417,-1-1-1624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20.9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403 387 5276,'-3'-1'1447,"-4"0"-945,0 0 0,0 1-1,0 0 1,-1 0 0,1 0 0,0 1-1,0 0 1,0 0 0,-9 3-1,14-3-416,-17 3 445,1 1 0,0 1 0,0 0 0,0 2 0,0 0 0,1 1 0,1 0 1,-18 14-1,31-20-485,-20 15 242,2 0 0,-24 27 0,40-39-252,0 0 1,0 0-1,0 1 0,1 0 0,0 0 0,0 0 1,1 0-1,0 1 0,0-1 0,1 1 0,0 0 0,-2 14 1,4-21-79,0 1 0,0 0 0,0 0 1,0 0-1,0 0 0,0-1 0,0 1 1,1 0-1,-1 0 0,0 0 1,1-1-1,0 1 0,-1 0 0,1 0 1,0-1-1,0 1 0,0-1 0,0 1 1,0-1-1,0 1 0,1-1 0,-1 0 1,0 1-1,1-1 0,-1 0 0,1 0 1,-1 0-1,1 0 0,0 0 1,-1-1-1,1 1 0,0 0 0,0-1 1,-1 1-1,1-1 0,0 0 0,0 1 1,0-1-1,1 0 0,3 0-41,0 0-1,-1-1 1,1 1 0,0-1-1,-1 0 1,1-1-1,-1 1 1,1-1 0,-1 0-1,0 0 1,10-6-1,-5 0 39,0 0-1,0 0 1,0 0-1,-1-2 0,-1 1 1,0-1-1,0 0 1,-1 0-1,10-20 0,-3 2 233,-2-1 0,16-59 0,5-42 287,24-78 642,-26 116-333,-30 89-559,12 21 161,-9-9-358,-1-1 0,0 1 1,-1 0-1,0 0 1,0 0-1,-1 1 1,0 17-1,-7 73-353,2-45-425,4 69-2098,9-42-1872,3-11-2160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3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433 328 6665,'1'-2'259,"0"-1"1,0 1 0,0 0 0,1-1-1,-1 1 1,1 0 0,0 0-1,0 0 1,0 0 0,-1 0 0,2 1-1,-1-1 1,0 1 0,0-1 0,4-1-1,-2 2 1658,-26-17 4894,1 40-6106,1 1 1,0 0-1,-28 47 0,14-19-355,-219 317 520,205-293-741,47-72-127,4-6-108,387-477 77,-276 330 168,72-72 1396,-180 215-1501,1 0 139,-1 0-1,2 0 0,-1 1 1,15-11-1,-21 17-144,1-1 0,-1 0 1,0 1-1,0-1 0,1 1 0,-1 0 0,0-1 0,1 1 0,-1 0 1,1 0-1,-1 0 0,0 0 0,1 0 0,-1 0 0,0 0 1,1 0-1,-1 1 0,0-1 0,1 0 0,-1 1 0,0-1 0,1 1 1,-1-1-1,0 1 0,0 0 0,0 0 0,0 0 0,0-1 0,1 1 1,-2 0-1,1 0 0,0 0 0,0 1 0,0-1 0,1 2 0,0 1 25,0 0-1,0 0 1,0 0-1,0 1 1,0-1-1,-1 1 1,0-1-1,0 1 0,0 0 1,-1-1-1,0 10 1,-5 57 284,3-52-241,-54 310 733,1 5-1940,24-55-2647,26-241 1505,0 72-1,6-92 95,1 0-1,0 0 0,7 24 1,5-4-5903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3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10 123 10497,'-10'-8'2428,"26"-9"-388,19-6-319,-3 9-297,6 5-364,3 0-220,16 1-176,4 5-224,12-6-376,9 4-672,4-1-672,-4 0-612,-5 3-1049,-4 0-1215,0 6-3161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4.5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346 335 6345,'3'-2'1592,"2"-1"-824,0 0 1,0-1-1,0 0 1,-1 0 0,0 0-1,1 0 1,-1-1-1,5-8 1,-7 10 460,-1 3-1143,-1-1-1,1 1 1,0-1 0,0 0-1,-1 1 1,1-1 0,-1 0-1,1 0 1,-1 1 0,1-1-1,-1 0 1,1 0 0,-1 0 0,0 0-1,1 0 1,-1 1 0,0-1-1,0 0 1,1 0 0,-1-2-1,3-18 1383,-90 206 1460,43-104-2714,13-26-98,-30 75 1,37-72-77,11-30-150,-14 47 0,24-66 236,-1 10-814,8-15 268,6-9 249,-7 3 151,0-1 1,0 0-1,0 1 0,0-1 0,-1 0 1,0 0-1,1 0 0,-1-1 1,0 1-1,2-7 0,15-42-99,-14 37 56,24-80-21,-2 6-59,50-109-1,-55 153 104,2 2 0,2 1 1,2 0-1,2 2 0,1 2 1,54-52-1,-68 75-8,1 1 1,19-13-1,-34 26 162,4 18 195,-7-13-287,1-1-1,-1 1 1,0 0-1,0-1 1,0 1 0,-1 0-1,1-1 1,-1 1 0,0-1-1,0 1 1,0-1 0,0 1-1,-1-1 1,1 0-1,-1 1 1,-2 3 0,-8 19 55,6-13-48,2 0 0,0 1 0,0 0 1,1 0-1,1 0 0,0 0 0,1 0 1,1 0-1,0 0 0,1 0 0,0 1 1,1-1-1,1 0 0,5 17 0,4-7-12,1 0-1,1-2 1,0 0-1,2 0 1,32 32-1,-22-24-13,29 43 0,-55-72-3,11 14 7,-1 2 0,-1-1 0,8 22 0,-15-33-8,0 1 0,-1 0 0,0 0 1,0 0-1,0 0 0,0 0 0,-1 0 0,0 0 0,0 0 0,-1 0 1,0 0-1,0 0 0,0-1 0,-3 7 0,-1 1 0,-1-1-1,-1 0 0,1 0 1,-2 0-1,0-1 0,0-1 0,-1 1 1,0-1-1,-1-1 0,-18 14 1,-11 6 27,-67 37 1,-9-6-1827,-160 59 0,103-48-7187,129-51 2896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5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451 230 5497,'27'-12'1360,"-22"10"1462,-2 0-1455,68-63 4917,-70 63-6163,0 1 0,0-1 0,0 1 0,0-1 0,-1 0 0,1 1-1,-1-1 1,1 0 0,-1 0 0,1 1 0,-1-1 0,0 0 0,0-2 0,1-6 232,2 4-85,-1 0 0,1 0 1,0 0-1,1 0 1,6-8-1,-7 9-28,1 1 1,-1-1-1,0 0 1,-1 0-1,1 0 1,-1 0-1,0 0 1,1-6-1,-3 10-198,1 0 1,-1 1-1,-1-1 0,1 0 0,0 0 0,0 1 0,0-1 1,0 0-1,0 1 0,-1-1 0,1 0 0,0 1 1,-1-1-1,1 0 0,0 1 0,-1-1 0,1 1 1,-1-1-1,1 0 0,-1 1 0,1-1 0,-1 1 1,1-1-1,-1 1 0,0 0 0,1-1 0,-1 1 1,0 0-1,1-1 0,-1 1 0,0 0 0,1 0 1,-1 0-1,0-1 0,0 1 0,1 0 0,-1 0 0,0 0 1,0 0-1,1 0 0,-1 0 0,-1 1 1,-39 3 644,37-3-541,-24 4 258,1 2 0,1 1 1,-1 2-1,2 0 0,-1 1 1,-24 17-1,1 1 324,-86 70 0,118-85-620,0 1 0,2 0 0,-1 1 0,2 1 0,0 0-1,1 1 1,-17 31 0,27-42-127,0-1-1,0 1 1,0 0-1,1 0 1,0 0-1,1 0 1,-1 1 0,1-1-1,1 0 1,-1 1-1,1-1 1,1 0-1,-1 1 1,1-1-1,1 0 1,-1 0 0,1 0-1,0 0 1,1 0-1,0 0 1,0 0-1,0-1 1,1 1-1,0-1 1,0 0 0,9 9-1,1-1-427,0-1 0,1-1 0,1 0 0,0-1 1,1 0-1,0-2 0,0 0 0,1-1 0,0-1 0,0 0 0,31 6 0,10 0-2221,1-4 1,89 5-1,-42-11-2856,9-2-3024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5.3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305 9 8365,'-2'-8'2695,"-4"20"-370,-13 23 831,9-21-2135,0 1 0,1 0 0,1 1 0,-10 24 0,2-7-69,-16 34-70,2 2 0,-35 116 0,64-180-1032,-34 121-2308,28-107-2502,-19 39 0,16-42-4772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5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2 12129,'-2'19'1390,"-1"-22"155,-6-14 3535,42 43-2786,1-2 0,62 35 0,-52-34-1708,56 43 1,-88-58-501,1 1 1,-2 0 0,1 1-1,-1 1 1,-1-1 0,0 1-1,-1 1 1,10 21 0,-16-28-89,0 1 1,-1 0-1,0 0 1,0 0 0,-1 1-1,0-1 1,-1 0-1,1 1 1,-2-1 0,1 0-1,-1 0 1,0 1-1,-1-1 1,0 0 0,0 0-1,-1 0 1,0-1-1,0 1 1,-5 7 0,-8 14-158,-1-1 0,-2-1 0,-30 35 0,9-15-568,-2-1-1,-2-3 0,-2-1 1,-102 70-1,-117 47-4413,86-64-3615,115-59 960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6.5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426 48 5168,'19'-29'8072,"-8"19"-5117,-6 1 3099,-9 11-5750,0-1 0,0 1 0,0 0 0,1 1 0,-1-1 0,0 0 0,1 1 0,0 0 0,-1 0 0,-3 5 0,-29 41 696,7-9-281,-12 12-262,3 3 0,-36 64 0,-44 127-4453,76-142-297,18-36-3043,10-24-2738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6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788 1 11941,'0'0'9154,"3"1"-7848,19 12-822,-1 1-1,0 1 1,-1 0-1,-1 2 1,-1 0-1,0 1 1,20 27-1,-30-36-523,-1 1 0,0 0 0,0 1-1,-1 0 1,-1-1 0,0 2 0,0-1 0,-1 1 0,0-1 0,-1 1-1,-1 0 1,0 1 0,0-1 0,-1 0 0,-1 0 0,0 1 0,-1-1-1,0 0 1,-1 0 0,0 1 0,-1-1 0,0-1 0,-1 1 0,0 0-1,-1-1 1,0 0 0,-8 12 0,-5 5-44,-1 0 0,-1-2 0,-1 0 0,-1-2 0,-1 0 0,-2-1 1,-34 24-1,-17 8-32,-109 57 0,-237 99-1552,322-160-3514,98-50 2140,7-1-1478,25 0-2326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6.9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1 11345,'-25'17'4672,"12"-3"-2303,0 3-413,0 3-340,-9 15-376,3-7-288,0 6-84,0 6-176,6-2-596,7 4-676,-4 1-340,1-3-632,-4 0-824,1-8-468,5-1-2357,14-17-4148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7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10297,'51'-35'2060,"-32"30"3053,0-4-4001,0 6 384,6 6-968,1 6-228,-1-4-332,10 10-408,-9-1-604,-4 6-512,3 6-261,-3-1-299,-9 1-1896,-3 5-2893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7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58 9221,'-13'9'4196,"23"-18"-2240,2 3 2981,7 1-4405,13-7-396,-16 6-728,16-2-964,15-6-772,-12 8-2521,10 9-3820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7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327 118 5881,'65'-61'11689,"-64"60"-11427,0 0 0,0 0 0,1-1 1,-1 1-1,0 0 0,-1 0 1,1-1-1,0 1 0,0 0 1,0-1-1,-1 1 0,1-1 0,-1 1 1,1-1-1,-1 1 0,0-1 1,0 1-1,1-1 0,-1 1 1,0-1-1,0 0 0,0 1 0,-1-1 1,1 1-1,0-1 0,-1 1 1,1-1-1,-1 1 0,1-1 0,-1 1 1,0-1-1,1 1 0,-1 0 1,0-1-1,0 1 0,-2-2 1,2 1 334,-14 10 342,8-3-750,-27 19 102,2 2 1,0 1-1,2 1 0,1 1 1,2 2-1,0 1 1,2 1-1,2 1 0,1 1 1,2 1-1,-25 59 0,40-81-310,0 1 0,1-1-1,0 1 1,2 0 0,-1 1 0,2-1-1,0 0 1,1 0 0,0 1-1,1-1 1,7 29 0,-6-35-234,1 0 1,0 0-1,0-1 0,1 1 1,0-1-1,1 0 0,0 0 1,0 0-1,0 0 1,1-1-1,0 0 0,1-1 1,0 1-1,0-1 0,0 0 1,1-1-1,0 0 1,0 0-1,0 0 0,15 5 1,-5-4-783,-1-1 1,1 0 0,0-1 0,0-1-1,25 1 1,-16-4-3239,39-3-1,-10-3-4949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8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60 9681,'-12'-28'2412,"-1"19"4421,7-2-5969,-4-1 368,29 12-868,3 0-328,4 3-776,-7 3-384,6 0-596,13 11-457,-12-3-2387,-4 6-3549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8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1 118 7065,'13'-26'1892,"15"15"-172,4 0-388,3-7-204,0 7-232,6 5-212,7 1-452,-1-4-580,4 3-320,6 3-552,-6-2-744,-6-1-1228,-1 6-1381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8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0 9461,'-6'20'2300,"-29"17"-220,3-8-252,4 2-335,-4 1-277,6 5-196,-5 9-332,2-1-136,-3-2-120,4 0-264,-4 0-508,7 0-652,6-6-732,3 3-333,0-9-2667,9-16-3693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8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18 9849,'-10'-15'6152,"39"15"-4807,-7 0-293,10-3-272,-4 3-124,10 0-528,20 0-392,-20 0-708,6 6-704,-9 0-481,0 5-2147,-10 6-3301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7:38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1 154 9469,'82'-28'2000,"-69"19"-188,12-2-300,17-9-304,-8 8-239,-2 1-233,13 2-756,-4-2-1112,3-12-837,4 3-2231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7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12341,'30'12'7209,"-4"9"-4034,18 34-2262,-23-26 337,74 90 283,283 331-1246,-327-395-1350,115 111-2140,-136-141 1210,34 22-1,-39-31-470,1-1 1,30 12-1,14-1-5616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27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1722 0 10893,'-121'89'2352,"67"-38"-136,0-5-515,-3 2-297,-3 1-324,-7 5-212,-16 6-172,-18 12-20,-7 8-328,-3 5-276,-13 1-476,0 14-520,-3 3-600,-6 6-308,-4-1-953,1 1-1495,12 2-3293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39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18 132 10857,'0'0'2513,"-2"-1"-75,1 0-2134,-1 0 0,1 0 0,0 1 0,0-1 0,0 0 0,1 0 0,-1 0 0,0 0 0,0 0 1,0 0-1,1 0 0,-1 0 0,0 0 0,1-1 0,-1 1 0,1 0 0,0 0 0,-1 0 0,1-1 0,0 1 0,0 0 0,-1 0 0,1-1 0,0 1 0,0 0 0,1-1 0,-1 1 0,0 0 0,0 0 0,1-3 0,1 0 430,0-1-1,1 0 0,-1 1 0,1 0 1,0-1-1,6-5 0,-8 8 1411,-2-3-2011,1 4-125,0-1 0,0 1-1,1-1 1,-1 0 0,0 1 0,0-1-1,1 1 1,-1-1 0,1 1 0,-1-1-1,1 1 1,0-1 0,0 1 0,-1 0-1,3-3 1,13-18-144,-14 21-718,15 11-9462,-16-10 9298,19 9-5721,15-6-3981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41.9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45 7129,'0'0'2325,"-13"-13"-369,10 6 1537,4-15-3905,0 19-1794,0 16-1097,-1 5-2695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18:42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524 177 3148,'-13'2'474,"-1"-1"0,0 0 0,1-1 0,-1 0 1,1-1-1,-1-1 0,1 0 0,-1-1 0,1 0 0,0-1 0,0-1 0,0 0 0,-19-11 0,26 12-286,-1 0 1,1-1-1,0 0 0,0 0 1,0 0-1,1-1 0,0 0 1,0 0-1,-6-11 1,8 12-170,-1 0 1,1 0-1,-1 0 1,0 0-1,0 0 1,0 1 0,-1 0-1,0 0 1,1 0-1,-1 0 1,-1 1-1,1 0 1,0 0-1,-1 0 1,0 1 0,-9-3-1,-2 2-817,-1 1 0,1 0 0,-1 2 0,1 0 0,-20 3 0,-6 4-3431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5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1013 203 7121,'-5'-35'1976,"4"33"-1811,1 1 1,0 0-1,0 0 0,0 0 1,0 0-1,0 0 1,0 0-1,0-1 0,0 1 1,0 0-1,1 0 1,-1 0-1,0 0 0,1 0 1,-1 0-1,1 0 1,-1 0-1,1 0 0,0 0 1,1-2-1,-2 3-25,1-1 1,-1 1-1,1-1 0,-1 0 0,1 0 0,-1 1 1,0-1-1,1 0 0,-1 0 0,0 1 0,1-1 1,-1 0-1,0 0 0,0 0 0,0 1 1,0-1-1,0 0 0,0 0 0,0 0 0,0 0 1,0 0-1,-2-8 514,1 1 0,-1 0 0,-1 0 0,1 0 0,-2 0 1,1 0-1,-9-14 0,9 18-475,1 1 1,-1-1 0,0 1-1,0 0 1,-1 0-1,1 0 1,-1 0 0,1 0-1,-1 1 1,0 0-1,0-1 1,0 1 0,0 1-1,-1-1 1,1 1-1,0-1 1,-1 1 0,-4 0-1,-5 0 65,0 1-1,0 1 1,1 0-1,-1 1 1,1 0-1,-1 1 1,1 1-1,0 0 1,0 1-1,-13 6 1,-13 8 480,-69 46 0,54-26-488,2 2 0,2 2 0,3 3 1,1 1-1,2 3 0,2 1 1,3 2-1,2 2 0,3 2 1,2 0-1,-42 107 0,62-133-192,1 1 0,2 1 1,2 0-1,0 0 0,3 1 0,0-1 0,2 48 0,3-60-24,1 0 0,1 0 0,1 0 0,1-1 0,0 0 0,2 0 0,0 0 0,1-1 0,1 0 0,1 0 0,1-1 1,0 0-1,15 16 0,-5-11-15,0-2 1,2 0 0,0-2 0,2-1-1,0 0 1,0-2 0,2-1-1,0-1 1,32 11 0,7-1-63,2-2 1,125 22 0,-83-27-30,1-5 0,1-4 0,-1-6 0,1-4 1,0-5-1,-1-5 0,-1-5 0,145-41 1,-178 34-8,-1-4 1,-2-2 0,0-4 0,-3-3 0,-1-4 0,-2-2 0,-1-3 0,-3-3 0,88-87 0,-143 127 81,11-11-31,24-33 0,-39 47 32,-1 0-1,0-1 0,0 1 1,-1-1-1,0 0 1,0 0-1,0 0 0,-1 0 1,0-1-1,1-10 0,-3 15 8,0 0 0,0 1-1,0-1 1,0 0 0,0 1-1,-1-1 1,1 0-1,-1 1 1,0-1 0,0 1-1,0-1 1,0 1 0,0-1-1,-1 1 1,1 0 0,-1 0-1,1 0 1,-1 0-1,0 0 1,0 0 0,0 0-1,0 0 1,0 1 0,0-1-1,0 1 1,-1-1 0,1 1-1,-1 0 1,1 0-1,-1 0 1,-3-1 0,-4 0-5,0 0 0,-1 0 0,1 1 0,-1 0 0,1 0 0,-20 3 0,-10 3-22,0 2-1,0 1 1,-56 21-1,-108 58 35,150-59-43,1 2 0,2 3 0,1 2-1,1 2 1,2 3 0,-51 55 0,92-89 17,-2 2 5,1 0 0,1 0 1,-12 18-1,17-24 7,-1 0 1,1 0-1,0 0 1,0 1 0,1-1-1,-1 0 1,0 1-1,1-1 1,-1 1-1,1-1 1,0 0-1,0 1 1,0-1-1,0 1 1,0-1-1,1 1 1,-1-1-1,1 0 1,-1 1-1,1-1 1,0 0-1,0 1 1,2 1-1,0 0 11,0 0-1,0 0 0,1-1 0,0 0 1,0 1-1,0-2 0,0 1 1,0 0-1,1-1 0,-1 0 1,1 0-1,-1 0 0,1 0 0,0-1 1,0 0-1,0 0 0,0 0 1,0 0-1,-1-1 0,1 0 0,7-1 1,15 0 89,0-2 1,45-9-1,-66 11-62,30-7 168,1 1-1,0 2 1,73 0-1,-107 5-197,1 1 0,0 0 0,-1 0 0,1 0 0,-1 0 0,1 1-1,-1-1 1,1 1 0,-1 0 0,0 0 0,0 0 0,0 0-1,0 1 1,5 4 0,3 6-519,0 0 0,10 16 1,8 10-2368,0-11-1079,8-4-4338,1-4-2052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5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1 206 14409,'0'-2'230,"0"0"1,0 0-1,0 0 0,0 0 0,0 0 0,1 0 0,-1 0 1,1 0-1,0 0 0,-1 0 0,1 0 0,0 0 0,0 0 1,0 1-1,0-1 0,1 0 0,-1 1 0,0-1 0,1 1 1,2-4-1,0 4 206,0 0-1,-1 0 1,1 0 0,0 0 0,0 1 0,0-1 0,0 1 0,-1 0-1,1 0 1,0 1 0,6 0 0,3 1-71,-1 0-1,1 0 1,-1 1 0,0 1-1,0 0 1,-1 1 0,1 0 0,-1 1-1,0 0 1,0 0 0,-1 1-1,1 1 1,-2 0 0,16 15-1,-16-11-251,1 0 0,-1 0 0,-1 1 0,0 0 0,-1 0 0,0 1 0,-1 0 0,-1 1 0,0-1 0,-1 1 0,5 28 0,-7-21-86,-1 1 1,-1-1 0,-1 0-1,-1 0 1,-1 0-1,-1 0 1,-1 0-1,0 0 1,-12 27 0,-13 21-162,-50 89 0,79-158 135,-119 201-21,167-256 35,173-295-159,-172 271-630,3 2 1,80-91-1,148-117-6205,-258 265 4695,1 1 0,1 1 1,31-19-1,-2 13-7456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6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1020 1268 12681,'-5'-47'2392,"0"17"1397,-1 1-1,-11-33 1,2 26-3158,11 29-516,-1 0 0,0 0-1,0 1 1,0-1-1,-1 1 1,1 1-1,-1-1 1,-1 1-1,1 0 1,-1 0-1,0 1 1,0 0-1,0 0 1,-1 1-1,1 0 1,-1 0-1,0 1 1,0 0 0,0 0-1,-10 0 1,-5-1-12,-1 1 0,1 1 1,-1 1-1,0 1 0,-41 8 0,25-1-32,1 2 0,0 2 0,0 2-1,1 1 1,1 2 0,1 1 0,-38 26-1,45-24-47,0 2 0,1 0 1,1 2-1,1 1 0,1 2 0,1 0 0,2 1 0,-24 39 0,40-56-20,0 0 0,0 0 0,1 0 0,1 1 0,0 0 0,0 0 0,1 0 0,1 0 0,0 0 0,1 0 0,0 24 0,2-29-16,0 0 0,0 0 0,0 0 0,1-1 1,0 1-1,1 0 0,-1-1 0,1 0 0,0 0 1,1 1-1,0-2 0,0 1 0,0 0 0,0-1 1,1 0-1,0 0 0,0 0 0,0-1 0,1 1 1,0-1-1,0-1 0,8 5 0,-2-3-1,0 0-1,0-1 1,0-1 0,0 0 0,1-1-1,-1 0 1,1 0 0,-1-2-1,19 0 1,-6-2-3,-1 0 0,0-2 0,47-13 0,-44 7 14,0-2 0,0-1 0,-1 0 0,-1-2 0,0-1 0,-1-1 0,-1-1 1,0-1-1,-2-1 0,29-35 0,2-9-10,-4-2 0,62-110-1,218-445-46,-176 276 41,-78 169-40,-66 160-15,-17 41 81,-100 296 334,104-303-319,-112 388 156,100-326-144,2 1 1,5 0-1,-1 96 0,11-148-22,1 0-1,2 0 1,0-1 0,3 0-1,13 47 1,-15-64-13,0 0 1,1 0-1,0-1 0,0 1 0,1-1 1,0-1-1,1 1 0,0-1 0,1 0 1,0-1-1,0 0 0,1 0 0,0-1 1,0 0-1,0 0 0,20 9 0,-12-9 8,1-2 0,0 0 0,0 0-1,0-2 1,0 0 0,1-1-1,-1-1 1,1-1 0,0 0-1,-1-2 1,1 0 0,-1-1-1,0 0 1,33-12 0,-10-1 13,0-1 0,0-1 0,-2-3 0,0-1 0,37-29 0,65-54 699,139-135 0,-217 175-468,-55 60-251,-7 12 0,-7 11 0,-52 111-999,30-72-583,3 1 0,-33 116 0,48-139-693,-4 14-2502,14-46 3980,-1 1 1,1-1-1,0 0 0,0 0 1,0 1-1,1-1 1,0 5-1,15 24-9816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6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47 14281,'-32'-38'5401,"13"33"-3373,3 2 1856,0 6-3116,-3 5-532,19 12-856,0 3-508,-6 11-948,-4 12-760,-5 0-3089,5 14-5104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6.9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91 12485,'-20'-35'2804,"19"34"-2639,0 1 0,1-1-1,-1 0 1,1 1 0,-1-1-1,1 0 1,-1 0-1,1 1 1,-1-1 0,1 0-1,0 0 1,0 1 0,-1-1-1,1 0 1,0 0-1,0 0 1,0 0 0,0 0-1,0 1 1,0-1 0,0 0-1,0 0 1,0 0-1,0 0 1,0 0 0,0 1-1,1-1 1,-1 0 0,0 0-1,1 0 1,-1 1-1,1-1 1,-1 0 0,1 0-1,-1 1 1,1-1 0,-1 0-1,1 1 1,0-1-1,5-5 1055,-5 4 754,9-10 1008,-10 12-2918,0-1 0,0 1 0,0 0 0,0 0 0,1-1 0,-1 1 0,0 0 0,0 0 0,0-1 0,1 1 0,-1 0-1,0 0 1,0 0 0,1-1 0,-1 1 0,0 0 0,0 0 0,1 0 0,-1 0 0,0 0 0,1 0 0,-1 0 0,0-1 0,1 1 0,-1 0 0,0 0 0,0 0 0,1 0 0,-1 0 0,0 0 0,1 0-1,-1 1 1,0-1 0,1 0 0,-1 0 0,0 0 0,0 0 0,1 0 0,3 22 183,0-1 0,-2 1 0,-1-1-1,0 1 1,-3 23 0,-19 114 292,9-84-361,-20 72-381,1 0-28,31-146 237,-1 0 0,1 1 0,0-1 0,0 1 0,0-1 0,0 0-1,0 1 1,0-1 0,1 1 0,-1-1 0,0 0 0,1 1 0,-1-1-1,2 3 1,-2-4-3,1 0 0,-1 1 1,0-1-1,1 1 0,-1-1 0,1 0 0,-1 0 0,1 1 0,-1-1 0,1 0 0,-1 0 0,1 1 0,-1-1 0,1 0 0,-1 0 0,1 0 0,0 0 0,-1 0 1,1 0-1,-1 0 0,1 0 0,-1 0 0,1 0 0,0-1 0,4 0 11,-1-1 1,1 0-1,-1 0 1,0 0-1,0 0 0,4-4 1,-4 3 7,4-2 16,0-1 0,-1 0 0,0 0 0,0 0 1,12-16-1,20-22 11,-1 2-48,93-95 0,20 4 0,-125 113 0,0 1 0,2 1 0,0 2 0,35-16 0,-60 30 0,0 1 0,1-1 0,-1 1 0,0 0 0,1 0 0,-1 0 0,1 0 0,0 1 0,-1-1 0,1 1 0,0 0 0,-1 0 0,1 0 0,0 0 0,-1 1 0,1 0 0,-1-1 0,1 1 0,-1 1 0,1-1 0,-1 0 0,0 1 0,1 0 0,-1 0 0,0 0 0,0 0 0,0 0 0,-1 0 0,1 1 0,0-1 0,-1 1 0,0 0 0,1 0 0,-1 0 0,0 0 0,-1 0 0,1 1 0,1 4 0,4 9 0,0 0 0,-2 1 0,0 0 0,-1 0 0,-1 0 0,-1 0 0,0 27 0,-11 133 0,8-163 0,-4 48-2849,3 82 1,4-118 1008,1 1-1,1 0 1,1-1 0,1 0-1,15 38 1,6-9-11204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7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1079 214 14821,'0'-14'1050,"-1"0"-1,0 0 0,-1 0 0,-4-16 0,5 25-793,0 0 1,-1 0-1,0 0 1,0 0-1,-1 1 1,0-1-1,1 1 1,-1-1-1,-1 1 0,1 0 1,0 0-1,-1 0 1,0 1-1,-6-5 1,-4-1-10,-1 2 0,1-1 0,-1 2 0,0 0 0,-1 1 0,1 0 1,-1 2-1,0 0 0,0 0 0,0 1 0,-1 1 0,1 1 1,0 1-1,-20 2 0,-2 3-87,-1 1 1,1 3-1,0 0 0,-62 28 1,58-18-206,0 1 0,2 2 0,0 2 0,2 1 0,0 2 0,2 2 0,2 1 0,0 2 0,3 1 0,-36 49 0,57-69-95,0 1 0,1 0 1,1 1-1,1 0 0,0 0 0,1 1 0,-6 24 1,11-35 104,0-1 1,0 1 0,0 0 0,1-1-1,0 1 1,0 0 0,0-1-1,1 1 1,0-1 0,0 1 0,0 0-1,1-1 1,0 0 0,0 1 0,0-1-1,1 0 1,-1 0 0,1 0 0,1-1-1,-1 1 1,1-1 0,-1 0-1,1 1 1,0-2 0,1 1 0,8 6-1,0-3 46,0-1 0,0 0-1,0-1 1,1 0 0,0-1-1,0 0 1,0-2 0,0 1-1,0-2 1,1 0-1,17-1 1,13-2 465,0-3 0,54-11 1,61-24 1079,-94 22-407,80-12 1,-139 29-1070,1 0 0,-1 1 1,0 0-1,0 0 1,1 0-1,-1 1 1,0 0-1,0 1 1,0-1-1,9 4 0,-11-2-50,0 0 0,0-1 0,0 2 0,0-1-1,-1 0 1,0 1 0,0 0 0,0 0 0,0 0-1,0 1 1,-1-1 0,1 1 0,3 8 0,10 21-876,-2 0 0,14 48 0,12 66-8004,-25-91 1611,5-13-3748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8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1825 9949,'0'0'2433,"-1"-2"-170,-1-3-2000,1 4 9,0-1 1,1 1 0,-1 0-1,1-1 1,-1 1 0,1-1-1,0 1 1,-1-1 0,1 1-1,0-1 1,0 0 0,0 1 0,0-1-1,0 1 1,0-1 0,1 1-1,-1-1 1,1 1 0,-1-1-1,1 1 1,-1-1 0,1 1-1,0 0 1,-1-1 0,2 0-1,21-38 2188,-15 25-1875,1 1 1,16-23-1,95-99 1059,26-33-582,-36 26-846,-6-3 0,-6-6-1,-8-3 1,-6-4 0,-7-4-1,64-197 1,-127 312-252,-13 46 31,-1 1 0,1-1 0,-1 0 0,0 0 1,1 1-1,-1-1 0,0 0 0,0 0 0,0 1 0,-1-1 0,1 0 1,0 0-1,-1 1 0,1-1 0,-1 0 0,1 1 0,-3-4 0,3 4 5,-1 1 0,0-1 0,1 1 1,-1-1-1,0 1 0,1-1 0,-1 1 0,0-1 0,0 1 0,1-1 0,-1 1 0,0 0 0,0 0 0,0-1 0,0 1 0,0 0 0,1 0 0,-1 0 0,0 0 0,0 0 0,0 0 0,0 0 0,0 0 0,0 0 0,1 0 0,-1 1 0,0-1 0,0 0 0,0 1 0,1-1 0,-1 0 0,-1 2 0,-5 3 0,0 1 1,1 0-1,0 0 0,0 1 1,0 0-1,1 0 0,0 0 1,0 1-1,-5 12 0,-46 86 92,-71 191-1,-14 128 28,61-173-58,-12 86 35,81-279-81,3 1 0,2 0 0,5 104-1,2-145-16,0 0-1,2-1 0,1 1 0,0-1 0,1 0 0,1 0 0,0-1 0,2 0 0,10 19 0,-11-25-4,0-1 0,1 0 0,0 0 1,0-1-1,1 0 0,0-1 0,1 0 0,0 0 0,0-1 0,0-1 0,1 1 0,0-2 1,0 1-1,20 5 0,-5-4-8,0-1-1,0-1 1,1-2 0,-1-1 0,1-1-1,0-1 1,-1-1 0,1-1 0,-1-2 0,36-9-1,-4-2 3,-1-3 0,-1-3 0,82-43 0,-57 20 7,87-64-1,65-66 278,-18 13 614,-211 158-859,37-22 228,-40 25-244,-1-1 0,1 1 1,-1 0-1,1-1 1,0 1-1,0 0 0,-1-1 1,1 1-1,0 0 0,-1 0 1,1 0-1,0 0 1,0-1-1,-1 1 0,1 0 1,0 0-1,0 1 1,-1-1-1,1 0 0,0 0 1,0 0-1,-1 0 0,1 1 1,0-1-1,0 0 1,-1 1-1,1-1 0,0 0 1,-1 1-1,1-1 1,-1 1-1,1-1 0,-1 1 1,1-1-1,0 1 0,-1-1 1,0 1-1,1 0 1,-1-1-1,1 1 0,-1 0 1,0-1-1,0 1 1,1 0-1,-1 0 0,0-1 1,0 1-1,0 0 0,0 0 1,0-1-1,0 2 1,0 8 26,-1 0 0,0 0 0,-1-1 1,0 1-1,-1 0 0,0-1 1,-5 13-1,-4 13-10,-13 37-37,14-43-701,1 0 0,2 1-1,-9 53 1,16-74 74,1 0 0,0-1 1,0 1-1,0 0 0,1 0 0,1 0 1,-1 0-1,2-1 0,-1 1 0,1-1 1,0 1-1,1-1 0,0 0 0,0 0 1,1-1-1,0 1 0,8 9 0,15 6-5397,11-5-3394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8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92 172 10241,'-9'-34'2492,"-13"2"-356,3 1-263,0 5-205,9 12-228,4-3-476,-1-1 452,20 47-20662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8.4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658 1 13645,'-3'0'2670,"0"0"-2314,1-1-151,0 1 0,1 0 0,-1 0 0,0 0 0,1 0 0,-1 0 1,0 0-1,0 1 0,1-1 0,-1 1 0,0-1 0,1 1 0,-1-1 0,0 1 0,1 0 0,-1 0 0,1 0 0,0 0 0,-1 0 0,1 0 0,-1 0 0,1 0 1,0 0-1,0 1 0,0-1 0,0 1 0,0-1 0,0 1 0,0-1 0,1 1 0,-1-1 0,-1 4 0,-110 225 6957,-138 282-5102,237-486-2215,-122 271-3610,112-238 1335,3 1-1,2 0 0,-10 71 1,25-114 367,2 0 0,0 27 0,10 28-7782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9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0 370 8145,'2'-8'723,"1"0"0,-1 0 0,1 0 0,1 0 0,-1 1 0,8-12 0,-8 16-514,0 0 0,0-1 0,0 1 0,1 1-1,-1-1 1,1 0 0,0 1 0,0 0-1,0 0 1,0 0 0,0 0 0,0 1 0,1-1-1,-1 1 1,6-1 0,41-5 357,1 2 0,83 3-1,-19 0-297,61-7 51,344-64 0,-195-30 181,-188 54-55,-124 43-375,-10 4-50,1 1 0,-1-1 0,0 1 0,1 0 0,0 0 0,8-1 0,-12 2-18,0 0 0,1 0 0,-1 1 0,0-1 0,1 0 1,-1 1-1,0-1 0,0 1 0,0-1 0,1 1 1,-1 0-1,0 0 0,0-1 0,0 1 0,0 0 0,0 0 1,0 0-1,0 0 0,-1 0 0,1 0 0,0 0 0,0 0 1,-1 1-1,1-1 0,-1 0 0,1 0 0,-1 0 1,0 1-1,1 1 0,5 20-11,3 37 0,-6-37 41,0 0 0,13 41 0,-13-57-33,-1 0-1,1 0 1,1-1 0,-1 1 0,1-1 0,0 0 0,1 0-1,-1 0 1,1-1 0,1 1 0,-1-1 0,1 0-1,7 5 1,8 2 5,0-2 1,0 0-1,1-1 0,0-1 0,1-1 0,-1-1 0,1-1 1,0-1-1,1-2 0,-1 0 0,29-1 0,33-5 185,144-25 0,-216 27-138,30-5 353,0-2-1,-1-2 1,0-2 0,-1-2 0,0-1 0,-2-2-1,68-42 1,-35 8 2592,-69 50-1982,-5 7-516,-81 171 1433,-70 173-119,-58 412-1519,31-91-210,-4-199-83,149-400 0,-4-1 0,-2-2 0,-4-2 0,-69 80 0,92-122 0,-1 0 0,-1-2 0,-1 0 0,-1-2 0,-28 17 0,43-30 0,0-1 0,-1 0 0,1 0 0,-1-1 0,0-1 0,-1 0 0,1-1 0,-1 0 0,1-1 0,-1 0 0,0-1 0,0 0 0,0-1 0,0-1 0,-21-3 0,28 2-1,1 1 0,-1-1 1,0 0-1,1-1 0,-1 1 0,1-1 0,0 0 0,0 0 1,0-1-1,0 0 0,0 0 0,1 0 0,0 0 0,0-1 1,0 1-1,-4-8 0,3 4-6,1-1 0,0 0-1,0 0 1,1 0 0,0 0 0,1-1-1,0 1 1,0-1 0,0-13 0,2-5-76,1-1 0,2 0 0,0 1 0,2-1 0,16-52 1,-3 31-510,2 1 1,2 1 0,2 2-1,3 0 1,1 1 0,37-44-1,16-8-2070,133-124-1,303-234-9030,-324 314 3651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1:49.1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543 155 10333,'19'-34'2008,"-44"28"-396,-4-2 96,-12-4-191,12-2-209,-3-3-248,1 0-172,-4 2-148,6-2-172,-9 6 140,16 8-732,0 3-552,-4 0-708,-5 8-608,-33 15-901,10 0-1847,0 6-3617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03.4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1484 39 3800,'0'0'819,"-4"-1"-25,-60-12 2250,62 12-1651,-2-12-1127,4 12-153,0 1 0,0-1 0,0 1 0,0 0-1,-1-1 1,1 1 0,0-1 0,0 1 0,0-1 0,0 1 0,-1 0 0,1-1 0,0 1-1,0-1 1,-1 1 0,1 0 0,0-1 0,-1 1 0,1 0 0,0-1 0,-1 1-1,1 0 1,-1 0 0,1-1 0,0 1 0,-1 0 0,1 0 0,-1 0 0,0-1 0,-4 5-18,0 0 0,1 0 1,-1 0-1,1 0 1,0 1-1,0-1 1,0 1-1,0 0 0,1 0 1,-4 8-1,-24 63 761,18-43-604,-147 480 1786,156-501-2019,-148 747 1436,103-406-986,-19 117 125,-14 203 319,75-533-772,7 0 1,31 255-1,64 78-26,-61-317-74,23 142-54,-46-245 18,-2 1 1,-3 0 0,-2 0-1,-3 0 1,-2 1-1,-2-1 1,-3 0 0,-13 59-1,-1-38 24,-3-2 1,-45 98-1,-81 131-25,136-277 4,-414 711 54,368-647-71,15-27 5,4 3 0,-51 106-1,77-138 1,0 1 0,3 0 0,1 1 0,-12 72 0,22-105-2,0 1 0,0 0 0,1 0 0,-1-1 0,1 1 0,-1 0 0,1-1 0,0 1 0,0 0 0,0-1 0,0 1 0,0-1 0,1 0 0,-1 1-1,1-1 1,0 0 0,-1 0 0,1 0 0,0 0 0,0 0 0,0 0 0,1-1 0,4 4 0,-5-4-74,0-1 14,-1 0-1,1 0 1,0 0 0,-1 0 0,1 1-1,0-1 1,0 0 0,-1 1 0,1-1-1,-1 1 1,1 0 0,0 0 0,-1-1-1,1 1 1,-1 0 0,0 0 0,1 0-1,-1 0 1,0 1 0,0-1 0,1 0-1,-1 1 1,0-1 0,0 0 0,0 1-1,-1-1 1,2 4 0,4 4-314,-5-7 144,0 0 0,-1 1 0,1-1 0,0 0 1,-1 1-1,0-1 0,1 1 0,-1-1 0,0 1 0,-1 3 0,2 5-656,-1-9 543,0 0 1,0 0-1,1 0 0,-1 0 1,1 0-1,-1-1 0,1 1 1,0 0-1,-1 0 0,1-1 0,0 1 1,0 0-1,1-1 0,-1 1 1,0-1-1,0 0 0,1 1 1,-1-1-1,1 0 0,-1 0 0,1 0 1,-1 0-1,4 1 0,13 7-4236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2:55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159 236 4556,'-24'-60'4543,"23"58"-4428,0 1-1,0-1 1,0 0 0,0 1 0,0-1-1,0 1 1,0-1 0,-1 1 0,1-1 0,-1 1-1,1 0 1,-3-2 0,-5-5 346,-97-124 3861,104 130-3728,118-6 140,967 4 568,-662 4-1179,1381 18 54,1 65-95,67 87 312,-9 45-29,-1584-179-289,174 20 361,-406-50-369,-33-3-54,1-1-1,-1-1 1,0 0 0,0-1 0,1 0-1,-1-1 1,13-2 0,-22 2-10,-5-1-19,-25-28 65,16 19-50,1-1 0,0 0-1,1 0 1,0-1 0,-7-15-1,15 25 14,-15-11-2,14 11-28,-1 0-1,1 1 1,0-2-1,-1 1 1,1 0-1,1 0 1,-1-1-1,0 1 1,-1-7-1,3 8 478,-3 6-503,1 0 55,0 0 0,0 0 0,0 0 0,-2 8 0,3-9-8,0 1-1,0-1 1,0 1-1,1 0 0,0-1 1,-1 1-1,2 5 1,-2 15 18,-14 52 133,7-42-72,-2 37 1,-38 481 1112,-29 234-630,-123 156-374,71-472-15,-178 558 82,185-726-206,35-92 4,-29 67 27,-28 74 258,-190 728 911,328-1050-1212,-2 0 0,-1-1 0,-1 0 0,-16 29 0,22-47 191,1 0 0,-1 0 0,2 0-1,0 0 1,-2 12 0,4-18-200,-1-1 302,4-3-333,0-1-1,0 1 1,0-1-1,0 0 1,0 0-1,0 0 0,0 0 1,0-1-1,0 1 1,-1-1-1,1 1 0,-1-1 1,4-3-1,-3 2-179,0 1 0,1-1 0,0 1 0,-1 0 0,1 0 0,0 0 0,0 1 0,7-2 0,0 0-735,0-1 1,0 0-1,0 0 1,-1-1-1,11-6 1,15-7-7215,-11 12-386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2:57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1401 60 2948,'0'0'4968,"2"-1"-4669,22-13 667,-21 12-489,-1 0-40,38-37 2131,-38 37-2162,-2 6-210,-16 213 2236,9-165-2086,-28 156 567,-136 342-5,66-237-110,58-158-222,-48 300 0,53 18 245,32 220-260,-1-301-16,-18-126-229,-7 109-36,0-168-205,10-71-44,8-54-13,-44 126 1,26-98 27,-30 58 40,25-71-13,-12 23 26,-18 52-78,-32 131 95,30-34-42,46-161-49,2 2-35,5 1 0,-7 127-1,25-65 23,3-110-2,-11 104 1,2-100-11,-22 110 22,-29 99 35,31-126 1,-2-8 36,26-113-105,0 0 0,1 37 0,1-1 5,-2-25 12,2-20 1,1 0 1,2 28 0,1-8-7,-1-24 10,0 0 0,0-1 0,2 1-1,8 30 1,-9-43-2,-1 0 0,1 0-1,0 0 1,0 0 0,1-1-1,-1 1 1,0-1 0,1 1 0,0-1-1,-1 0 1,1 0 0,0 0-1,0-1 1,0 1 0,0-1 0,1 1-1,-1-1 1,0 0 0,1 0-1,-1-1 1,7 2 0,3-1 27,-1 0 1,1-1-1,0 0 1,19-3-1,-29 3-34,20-3-51,-8 1 49,-8 2 6,-1-1 0,1 0-1,0-1 1,0 1 0,0-1 0,-1-1 0,1 1-1,-1-1 1,7-4 0,138-64-86,-5 4 52,-64 37 28,-56 22 3,224-57 8,67 22-34,4 28 103,-130 7-96,699-12 157,-862 20-161,1476 38-47,-461 73 51,-546-51 3,-478-58 10,713 56-6,-299-60 10,-5-28 31,-163-9-60,-226 32 56,-1-1-1,0-2 1,0-1-1,-1-3 1,48-23 0,105-75-118,-118 80 61,136-42 0,-40 18 4,61-10 3,-112 36 4,-71 17 21,1 3 0,48-5 0,30 11-137,-30 2-53,298-27-719,-267 20-907,-125 9 1733,0 0 1,1 0-1,-1 0 0,0 0 1,0-1-1,0 1 0,0-1 1,0 1-1,0-1 0,0 1 1,0-1-1,0 1 0,0-1 1,0 0-1,0 0 1,0 0-1,0 1 0,0-3 1,6-3-1942,1 3-5916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2:58.0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397 0 5525,'0'0'4827,"16"23"-726,-15-13-3727,0 0-1,-1 0 1,-1-1-1,0 1 1,0 0-1,-1-1 1,0 1-1,0-1 1,-1 0-1,-1 0 1,0 0-1,-8 16 1,-9 9 194,-44 58-1,48-70-320,-32 43-424,4 3 0,-37 74 0,57-91-4185,-33 98 0,37-74-4090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08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254 138 3032,'-15'-8'1582,"0"-1"0,1 0 0,-21-19 0,29 4-478,5 20-765,2 15-276,-1-7-84,0-1 1,0 1 0,-1-1 0,1 1-1,-1-1 1,0 0 0,0 1 0,0-1-1,0 0 1,-2 3 0,2-3 523,1-3-498,-1 1-1,1-1 1,-1 1 0,1 0 0,-1-1 0,1 1 0,-1-1 0,1 1 0,0 0-1,0-1 1,-1 1 0,1 0 0,0-1 0,0 1 0,0 0 0,-1 0 0,1-1-1,0 1 1,0 1 0,-5 14 167,-2-10-146,6-4 19,-1 0 0,0 0 1,1-1-1,-1 1 1,0-1-1,0 1 1,0-1-1,-1 0 0,1 0 1,0 0-1,0 0 1,-1 0-1,1 0 0,-1 0 1,1-1-1,0 0 1,-1 1-1,1-1 1,-1 0-1,1 0 0,-4 0 1,-52-16 601,55 15-477,-26-8-14,54 8-94,0-2 0,36-9 0,23-2 159,909-30 1923,-744 40-1855,601-25 504,473-4-347,-178 62-310,-464-7-187,-59-27-54,-74 0-13,447 56 306,-557-9-104,-40-37 541,-373-6-567,130-1 195,207 25-1,-209-6-234,0-8 0,271-17-1,-367-2-205,-43 6 234,0 1-1,0 1 1,24-1 0,-28 1-19,1 0 0,-1-1-1,20-7 1,-28 9 14,12-2-89,15-3 65,0 1-1,0 1 1,0 1 0,1 2-1,32 3 1,59-4 11,-51 2 10,-81-32-738,9 30 521,1 1 0,-1-1-1,1 1 1,-1 0 0,0-1 0,1 1-1,-1 0 1,0 0 0,0 0-1,0 0 1,0 0 0,0 0 0,0 1-1,-3-2 1,-1 0-458,2 0 332,2 1-206,0 0 0,-1 0 1,1 0-1,-1 0 0,1 0 0,-1 0 0,1 1 1,-1-1-1,1 1 0,-4 0 0,-18 2-5683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0.2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335 228 5989,'-2'0'107,"1"-1"1,0 0 0,0 0-1,0 1 1,0-1 0,0 0 0,0 0-1,0 0 1,0 0 0,1 0 0,-1 0-1,0 0 1,0 0 0,1-1-1,-1 1 1,1 0 0,-1 0 0,1 0-1,0-1 1,-1 1 0,1 0 0,0-1-1,0 1 1,0 0 0,0-1-1,0 1 1,0 0 0,1-3 0,-1-5 477,0 6 1247,-3-17-255,3 14-1247,-1 0 0,2-1 0,-1 1-1,0 0 1,1 0 0,1-1 0,-1 1-1,1 0 1,0 0 0,0 0 0,0 0-1,6-9 1,-6 13 742,-2-37 346,0 35-1099,-1 1 41,1 0-320,0 1-4,0 1-1,-1 0 1,1-1-1,0 1 1,0 0-1,-1-1 1,1 1-1,-1 0 0,1 0 1,-1-1-1,1 1 1,-1 0-1,0 0 1,-1-2-1,1 3-15,0 0 0,-1 0 0,1 0-1,0 0 1,-1 0 0,1 0 0,0 0-1,0 1 1,0-1 0,-1 0 0,1 1 0,0-1-1,0 1 1,0-1 0,0 1 0,0 0 0,0-1-1,0 1 1,0 0 0,-2 1 0,-17 14 96,0 0 0,1 2 0,1 0 0,0 1 1,2 0-1,0 2 0,-25 43 0,17-20-36,2 0 0,2 2 0,-18 59 0,31-79-62,0 0-1,1 1 1,2 0-1,1 0 1,1 0-1,1 0 1,1 1-1,2-1 1,8 47-1,-7-59-262,1 1-1,1 0 0,1-1 0,0 0 1,1 0-1,1-1 0,0 0 0,1 0 1,0-1-1,1 0 0,0 0 0,1-1 0,1-1 1,0 0-1,0 0 0,1-1 0,21 11 1,-21-12-486,0-2 0,1 0 0,0 0 1,0-1-1,0-1 0,1 0 0,0-1 0,0-1 1,0 0-1,0-1 0,0-1 0,1 0 1,-1-1-1,20-3 0,13-5-3875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0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 5781,'-22'6'3568,"28"8"-1816,4 3-332,-4 6-68,1 0-288,-7 11-136,-4 17-187,-2-11-121,3 3-172,0 3-328,-4 3-576,4-7-633,-3 1-339,3-3-920,-4-3-1292,1-2-2209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0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92 9561,'7'-40'1608,"-1"23"-380,13 5-228,0 1-216,6 5-340,-6 0 100,20 6-100,21 6-112,-16 8-320,4 4-460,6 4-324,0 13-176,-6 5-260,-10 3-316,-10 2-1748,-2 13-1529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0.6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5040,'0'0'2657,"22"-9"-2165,7 6-540,-1-2-744,23-7-1341,-6-5-99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0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1 5549,'-1'2'1578,"-1"2"-1131,0-1 0,1 1 0,0 0 0,0 0 1,0-1-1,0 1 0,1 0 0,0 0 0,0 8 0,-1-3-58,1 0-1,-2 0 0,1-1 0,-1 1 0,0 0 1,-1-1-1,-6 16 0,-2 6 220,-8 43 285,13-45-822,-16 44-1,-28 77-2974,21-60-3207,24-72 1764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1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623 13 5965,'-3'-10'3271,"6"8"-1230,10 13-530,19 29-911,76 162 1078,-91-161-1559,-1 0 0,-2 0 0,10 56-1,-20-81-96,-1 1 0,-1 0 0,0 0 0,-2-1 0,0 1 0,0 0 0,-2 0 0,0 0-1,-1 0 1,-1-1 0,0 0 0,-1 1 0,-1-2 0,0 1 0,-2-1 0,1 0 0,-19 26-1,3-12 3,-2-2 0,0 0 0,-2-2 0,0-1-1,-2-1 1,-50 31 0,0-9-638,-124 52-1,140-72-2806,-90 22-1,102-32-1624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2.2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0 8141,'-70'60'2188,"63"-40"-704,1-3-232,-3 12-240,-1 11-224,1-9-136,5 7-96,-5-1-219,3 6-582,-1-3-427,1 5-372,-4-2-320,7-3-2432,3 3-2509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2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61 6089,'50'-39'1441,"-45"36"-1175,-1 0 0,1 1 0,0-1 0,0 1 0,0 0 0,0 1 0,0-1 0,0 1 0,0 0 0,1 1 0,-1-1 0,0 1 0,10 0 0,1 0 231,-7 0-360,0 0-1,-1 1 1,1 0-1,-1 0 1,0 1-1,1 0 1,-1 0-1,0 1 1,0 0 0,0 1-1,0-1 1,-1 2-1,0-1 1,0 1-1,12 10 1,-11-8-78,-1 1 1,1-1-1,-2 2 0,1-1 1,-1 1-1,-1 0 1,1 0-1,-1 0 0,-1 1 1,0 0-1,0 0 1,2 14-1,-2-11-23,-2 1 0,0 0 1,0 1-1,-1-1 0,-1 0 0,-1 0 0,0 0 0,0 0 1,-2 0-1,0 0 0,0 0 0,-1 0 0,-1-1 1,0 0-1,-1 0 0,0 0 0,-1-1 0,-1 0 0,0 0 1,0-1-1,-1 0 0,-1 0 0,1-1 0,-2 0 1,-17 12-1,-28 16-71,-2-3 0,-1-3 0,-1-2 0,-2-2 0,-91 26 0,133-47-414,1 0-1,0 1 1,-21 12-1,5 5-4658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3.2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4996,'32'69'2638,"15"27"902,-38-80-3199,0 0 0,-2 0-1,0 1 1,-1 0 0,0 1 0,-2-1 0,0 1 0,2 25 0,-5-33-221,-1 0 0,0 0-1,0 0 1,-1 0 0,-1 0 0,0 0 0,0-1-1,0 1 1,-2-1 0,1 1 0,-1-1 0,0 0 0,-1-1-1,0 1 1,0-1 0,-12 14 0,-60 48 1273,75-68-747,2-10-708,1 0-1,0 0 1,1 1-1,-1-1 1,2 0-1,-1 0 1,1 1-1,0 0 1,0-1-1,1 1 1,9-12-1,4-4-670,1 1 0,23-20 0,-4 3-285,106-134-5728,-92 115 2125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3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1 321 5096,'1'31'531,"6"79"2478,-6-100-2767,1 1 1,0 0-1,1-1 0,0 1 0,0-1 0,1 0 0,9 16 1,-3-11-131,1-1 0,0 0 1,2 0-1,-1-1 1,2-1-1,-1 0 1,2-1-1,0-1 0,0 0 1,0-1-1,1 0 1,1-1-1,0-1 0,30 9 1,-40-15-100,-1 1-1,1-1 1,-1 0 0,1 0-1,-1 0 1,1-1 0,-1 0 0,1-1-1,0 1 1,-1-1 0,1-1 0,-1 1-1,0-1 1,1 0 0,8-5 0,-8 3-13,-1-1 0,1 0 1,-1 0-1,0 0 0,0-1 1,0 0-1,-1 0 1,0-1-1,-1 1 0,1-1 1,-1 0-1,3-8 0,1-2-5,-2-1 0,0 0 0,0 0 0,-2 0 0,0-1-1,-2 0 1,0 1 0,-1-1 0,0 0 0,-2 0 0,0 0-1,-1 0 1,-1 1 0,-1-1 0,-12-34 0,9 33-12,0 0 1,-2 1 0,0 0 0,-1 0 0,-1 1 0,-1 1-1,0 0 1,-1 1 0,-1 0 0,-1 1 0,0 0 0,0 1-1,-2 1 1,-20-13 0,24 18-66,0 1 1,-1 1-1,0 0 1,0 1-1,0 1 0,-26-6 1,34 9-193,0 1 1,0-1-1,0 1 1,0 0-1,0 0 1,0 1-1,0 0 1,0 0-1,0 0 1,0 1-1,0 0 1,1 0-1,-1 1 1,0-1-1,1 1 1,0 0-1,0 1 1,-7 5-1,-2 7-3117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3.8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540 346 6329,'-27'-9'2883,"-48"-10"0,74 19-2803,-1 0 0,1 0 0,0 0 1,-1 0-1,1 0 0,-1 0 0,1 1 0,-1-1 0,1 0 0,0 1 0,-1-1 0,1 1 0,0 0 1,0-1-1,-2 2 0,-5 2 130,-9 4-4,0 1 1,1 1-1,1 0 1,0 1 0,0 0-1,1 1 1,-16 19-1,-87 108 429,88-102-523,-36 50 94,54-74-147,2 0 0,-11 19 0,5-8-14,13-21 223,5-4-268,11-6 5,1 0-1,-1-1 1,-1 0-1,0-1 1,0-1-1,-1 0 1,0 0 0,0-1-1,9-13 1,17-21-51,34-55 1,149-281 600,-142 236 827,-78 144-1044,0 5-43,2 24-169,-1-1-1,-1 1 1,-1-1 0,-6 43-1,1-5-271,-2 121-3462,6-62-3345,6-69 809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4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32 8913,'0'0'5872,"-6"-17"-5048,6 2 149,-19 24-4626,3 2-107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2.4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287 112 6573,'14'-23'1873,"-4"7"796,1 0 0,1 0 0,23-24 2252,-43 58-3222,-45 82 125,-41 92-568,-31 187-1912,64-119-5299,44-150-368,7-4-3912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3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154 204 5621,'11'-29'1444,"-9"23"4972,-31-25-4804,29 30-1543,-1 0 1,0-1-1,0 1 1,1 0-1,-1 0 1,1 0-1,-1-1 1,1 1-1,0 0 1,-1-1-1,1 1 1,0 0-1,0-1 1,0 1-1,0 0 1,0-1-1,0 1 1,0 0-1,0-1 1,1 1-1,-1 0 1,0-1-1,1 1 1,-1 0-1,1 0 1,0-1-1,-1 1 1,1 0-1,0 0 1,0 0-1,0 0 1,1-1 0,2-4 28,0 1 0,1 0 1,0 0-1,0 0 1,10-7-1,-3 4 0,0 1 1,1 0-1,0 1 1,0 0-1,1 1 1,0 0-1,0 1 0,22-3 1,-28 6-87,0 0 0,1 1 0,-1 0 0,0 0 1,0 1-1,1 0 0,-1 0 0,0 1 0,0 0 0,0 1 0,-1 0 0,1 0 1,0 0-1,-1 1 0,0 0 0,13 10 0,-12-7-3,-1 0 0,1 0 0,-1 1 0,-1 0 0,1 0-1,-2 0 1,1 1 0,-1 0 0,0 0 0,-1 1 0,4 11 0,-4-7-2,0 1 0,-1-1 0,-1 1 0,-1 0-1,0 0 1,0 0 0,-3 16 0,-2-2-5,0 0 0,-3-1 0,0 0 1,-1-1-1,-2 0 0,-1 0 0,-23 40 0,-13 13 143,-4-3 0,-3-2 1,-3-2-1,-106 104 0,62-66 232,101-110-373,0 0-1,0 0 0,1 0 0,-1 0 1,0 0-1,0 0 0,1 0 1,-1 0-1,0 1 0,1-1 1,-1-1-1,1 1 0,0 0 0,-1 0 1,1 0-1,0 0 0,-1 0 1,1 0-1,0-1 0,0 1 1,1 0-1,-2 0-1,3 1-6,0 0 0,0 1 1,1-1-1,-1 0 0,0-1 1,1 1-1,0-1 0,-1 1 0,1-1 1,0 0-1,0 0 0,0-1 1,-1 1-1,5-1 0,62-3-136,-45 1 68,393-34-3635,-136 8-3277,-138 16 501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4.1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61 123 5825,'-8'-24'1271,"6"19"1067,-39 5 845,38 0-179,2-4-2300,-1-31 629,2 31-800,0 4-265,-1-2-207,0-1-1,1 1 1,-1 0-1,1-1 1,0 1 0,0-1-1,0 1 1,0 0 0,0-1-1,0 1 1,2-5-1,0 5-26,1 0-1,0 0 0,-1 0 0,1 1 0,0-1 0,0 1 0,0 0 1,0 0-1,1 0 0,-1 0 0,0 0 0,0 1 0,0-1 0,1 1 1,3 0-1,0 0-5,0 1 1,1 0-1,-1 0 1,0 1-1,0 0 1,12 5-1,-8-3-14,-1 1 0,1 1 0,-1 0 0,0 0-1,-1 1 1,1 0 0,-1 1 0,13 15 0,-17-17-12,0 1 1,-1 0 0,1 0 0,-2 1 0,1-1-1,-1 1 1,0 0 0,-1 0 0,1 0 0,-2 0-1,1 0 1,-1 0 0,0 0 0,-1 1 0,0-1-1,0 0 1,-1 1 0,0-1 0,-1 0 0,1 0-1,-2 0 1,1 0 0,-1 0 0,-6 12 0,-7 12-50,9-18 43,0-1 1,1 1 0,1 0 0,-5 17 0,9-28 2,1 1 1,-1 0-1,1-1 1,-1 1-1,1 0 1,0 0-1,1-1 1,-1 1 0,0 0-1,1-1 1,0 1-1,0 0 1,0-1-1,1 1 1,-1-1-1,1 0 1,0 1 0,0-1-1,0 0 1,0 0-1,5 5 1,14 11-5,2 0-1,0-2 1,26 15 0,-25-17-31,-1 0 0,-1 2 0,39 36 0,-58-49 37,1 0-1,-1 0 1,0 0-1,0 1 1,0-1-1,-1 1 1,0 0 0,1 0-1,-2 0 1,1 0-1,-1 0 1,1 0-1,-1 0 1,-1 0-1,1 10 1,-1-7 1,-1-1 0,0 1 1,-1-1-1,0 0 0,0 1 0,0-1 0,-1 0 1,0 0-1,-1-1 0,-3 8 0,-6 4-13,-1 0 0,-1 0 0,0-1 0,-1-1 0,-1-1 0,-26 20-1,-150 85-3072,112-73-3096,35-20-1400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4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37 6405,'0'-1'171,"1"0"1,-1 0 0,0 0 0,1 0 0,-1-1-1,0 1 1,0 0 0,0 0 0,0 0 0,0-1-1,0 1 1,-1 0 0,1 0 0,0 0-1,-1 0 1,1-1 0,0 1 0,-1 0 0,1 0-1,-1 0 1,0 0 0,1 0 0,-1 0 0,0 0-1,0 0 1,0 1 0,1-1 0,-1 0 0,0 0-1,0 1 1,0-1 0,0 0 0,0 1 0,-1-1-1,-2-1 2757,-10 18-1625,4-5-1020,1 0-1,1 1 0,0 0 1,1 0-1,0 1 0,1 0 1,0 0-1,1 0 0,0 1 1,-4 22-1,8-29-236,0-1 1,0 1-1,0 0 1,1-1-1,0 1 1,0 0-1,0-1 1,1 1-1,0 0 1,0-1 0,1 1-1,0-1 1,0 0-1,1 1 1,0-1-1,0 0 1,0 0-1,0-1 1,1 1-1,0-1 1,0 0-1,1 0 1,-1 0-1,1 0 1,6 3-1,0 0-17,0-2-1,0 1 1,1-1 0,-1-1-1,2 0 1,-1-1-1,0 0 1,20 2-1,-10-3-46,-1-1-1,1-2 1,0 0-1,31-5 1,-7 0-24,-1-2 1,1-2-1,-1-3 1,-1-1-1,47-20 1,111-69 462,-162 90-30,-40 13-387,0-1-1,0 0 1,0 0-1,0 0 1,-1 0-1,1 0 1,0 0-1,0 0 1,0 0-1,0 0 1,0 0-1,0 1 1,0-1-1,0 0 1,0 0-1,0 0 1,0 0-1,0 0 1,0 0-1,0 0 1,0 1-1,0-1 1,0 0-1,0 0 1,0 0-1,0 0 1,0 0-1,0 0 1,1 0-1,-1 0 1,0 0-1,0 1 1,0-1-1,0 0 1,0 0-1,0 0 1,0 0-1,0 0 1,0 0-1,0 0 1,0 0-1,0 0 1,1 0-1,-1 0 1,0 0-1,0 0 1,0 0-1,0 0 1,0 0-1,0 0 1,0 0-1,0 0 1,1 0-1,-1 0 0,0 0 1,0 0-1,0 0 1,0 0-1,0 0 1,0 0-1,1 0 1,-11 31 121,-1-1 0,-1 0 0,-21 35 0,-3 9-110,-44 81-1544,33-67-1409,4 5-3568,14-21-1960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6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74 6661,'-5'-1'626,"1"-1"0,-1 0 0,0 0 0,1 0 0,-1 0 1,1 0-1,-8-7 0,6 5 5984,13-3-5678,-5 4-845,0 1 0,0 0 0,0 0-1,0 0 1,0 1 0,1-1 0,-1 0-1,1 1 1,-1 0 0,1-1 0,0 1-1,0 0 1,-1 0 0,1 1 0,0-1-1,0 0 1,4 1 0,40-7-589,0 2 0,0 2 1,1 2-1,48 6 0,-40 2-3900,82 19-1,-64-7-2073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7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0 295 12601,'10'-29'1916,"12"-14"-436,10 17-131,-4-2-301,11 2-272,5 6-148,13-6-124,23 1-344,15 5-376,16 0-680,13-3-824,-4 14-953,17 9-1651,6 0-3325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7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 8401,'13'-6'8737,"0"-5"-7721,0-4-260,18 12-160,20 1-388,-13-1-336,13 6-784,-7 2-772,1-5-689,6 12-1835,6 8-3217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7.5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13 329 11893,'-12'20'6589,"18"-32"-5693,26-8-220,22-3-84,19-8-200,22-12-644,19-5-912,17-7-856,24-2-3201,20-3-4176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2:59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1289 0 5513,'38'3'2788,"-45"14"-1583,-1-3-876,-1 1 0,-1-2-1,0 1 1,-1-1 0,-14 12 0,-40 50 1094,17-10-319,38-50-853,1 2 0,0-1 0,1 1 0,1 1 0,1-1 0,0 1 0,1 0 0,1 0 0,-2 28 0,-1-9 110,-248 1127 4030,83-407-3620,-48 534-167,99 39-33,92-912-527,-67 397 50,90-769-91,-65 310 117,12-68-132,47-213-46,-3 140 1,15-203 31,-1-6-47,1 1-1,0-1 1,1 0-1,1 12 1,-1-17 29,-1 0 0,0 0 1,1 0-1,-1 0 0,1 0 1,-1 0-1,1 0 0,-1 0 1,1 0-1,0 0 0,-1 0 1,1 0-1,0 0 0,0-1 0,0 1 1,0 0-1,0 0 0,0-1 1,0 1-1,0-1 0,0 1 1,0-1-1,0 1 0,0-1 0,0 0 1,0 1-1,0-1 0,0 0 1,1 0-1,-1 0 0,1 0 1,2 0-132,0-1 0,-1 1 0,1-1 0,-1 0 0,1 0 0,0 0 0,-1-1 0,0 1 0,1-1 0,-1 0 0,0 0 0,0 0 0,0 0 0,0-1 0,5-4 0,4-6-756,-1-1 0,12-17-1,-9 10-192,41-56-3573,10-14-2461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00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11 476 4228,'-1'-2'230,"-1"-1"0,1 0-1,0 1 1,0-1 0,0 0-1,0 0 1,0 0 0,1 0-1,-1 0 1,1 0 0,0 0-1,0 0 1,0 0 0,0 0-1,1-5 1,2-2 152,-1 0 0,2 0 0,5-11-1,7-23 441,-14 36-735,1 0 1,0 0 0,1 1 0,0-1 0,0 1-1,1-1 1,-1 1 0,2 1 0,-1-1-1,1 1 1,9-9 0,10-6 182,46-29-1,-52 37-160,6-2-51,0 1 0,0 2 0,2 0 1,-1 2-1,1 1 0,44-9 0,4 4-2,94-5 0,685-9 124,3 45-94,-802-15-90,620 21 14,264 19 41,-793-36-44,1440 49 117,-3-77 255,-979-25-107,-384 21-180,139-9-20,-313 34-103,0 1 0,1 3 1,-1 2-1,-1 2 0,76 22 1,-79-17-94,49 8 0,-88-20 219,-4-2 2,0-1 2,0 0 0,0 0 0,0 1 0,-1-1 0,1 1 0,-1-1 0,1 1 0,-1 0 0,0-1-1,0 1 1,0 0 0,0 0 0,-1 1 0,1-1 0,0 0 0,-5-1 0,6 3-79,0 0-1,1 0 1,-1 1 0,0-1 0,0 1-1,0-1 1,0 1 0,1-1 0,-1 1 0,0 0-1,1-1 1,-1 1 0,0 0 0,1-1 0,-1 1-1,1 0 1,-1 0 0,1 0 0,-1-1 0,1 1-1,0 0 1,-1 0 0,1 0 0,0 0 0,0 0-1,-1 0 1,1 1 0,-2 27 216,2 2-47,0 1 0,-9 54-1,1-5 211,-66 455 795,15-163-806,17 41 193,24 810 0,108 183 470,-77-1243-890,13 413 548,-31-424-518,-7-1 1,-7-1-1,-44 173 0,17-164-72,-8-3 1,-93 192-1,66-189-8,-7-4 0,-182 242 0,120-194-89,46-55-518,103-149 424,0 1-1,1-1 0,-1 0 0,0 1 0,0-1 1,0 1-1,0-1 0,1 0 0,-1 0 0,0 0 1,0 0-1,0 1 0,0-1 0,0 0 1,0 0-1,0-1 0,1 1 0,-1 0 0,-1 0 1,-1-1-242,1 2 105,1-1-1,0 0 1,-1 0 0,1 0 0,-1 0-1,1 0 1,-1-1 0,1 1-1,0 0 1,-1-1 0,1 1 0,0-1-1,-1 1 1,1-1 0,0 0-1,-1 1 1,1-1 0,0 0 0,0 0-1,0 0 1,0 0 0,0 0-1,0 0 1,0 0 0,0 0 0,1-1-1,-1 1 1,-1-2 0,-7-9-1399,-3-3-2460,-1 1-2019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05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1298 155 3888,'-1'-6'425,"0"0"0,-1-1 0,0 1 0,0 1 0,0-1 0,-1 0 0,0 0 0,0 1 0,0 0 0,-5-7 0,7 10-266,-1-1 0,1 1 1,0-1-1,0 1 0,0-1 1,1 0-1,-1 0 0,0 1 1,1-5-1,-5-12 696,-22-14 1133,25 31-1692,2 4-265,0-1 1,0 1 0,0 0-1,0 0 1,0 0 0,1 0-1,-1 0 1,0-1 0,1 1 0,0 0-1,0 1 1,3 12 92,-5 6-25,-2 0 0,0 0 0,-1 0 0,-1-1-1,-1 0 1,-13 30 0,3-5 112,-67 159 742,12-33 44,36-77-239,4 2 0,-32 172 0,35 79 54,24 3-262,4-300-487,4 205 149,-5 212 192,-5-372-303,-27 340 144,-14 339 324,62-318-395,1-100-81,-15-231-72,-5-1 0,-21 131 0,-18-39 4,-70 212-1,38-142-7,45-158-23,-5-2 0,-54 125 0,59-191 2,-3-2 0,-56 75 0,67-102 27,-23 30 1,24-34-17,2 0-1,1 1 1,-24 48-1,28-44 10,1 1-1,1 1 0,2 0 0,2 0 0,1 1 0,1 0 1,2 0-1,1 54 0,43 378 2,-32-440-360,-7-27 317,-1 1-1,0-1 1,0 0 0,0 0 0,1 0-1,-1 0 1,0 0 0,0 0 0,0 0 0,1 0-1,-1 0 1,0 0 0,0 0 0,1 0-1,-1 0 1,0 0 0,0 0 0,0 0-1,1 0 1,-1 0 0,0 0 0,0 0-1,1 0 1,-1 0 0,0 0 0,0 0 0,0 0-1,1-1 1,-1 1 0,0 0 0,0 0-1,0 0 1,0 0 0,1 0 0,-1-1-1,0 1 1,0 0 0,0 0 0,0 0 0,0-1-1,0 1 1,0 0 0,1 0 0,-1 0-1,0-1 1,0 1 0,0 0 0,0 0-1,0-1 1,2-5-429,0 0-1,0-1 1,-1 1-1,1 0 1,-1-9 0,0-79-7367,7 40 540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06.3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1 193 4352,'3'-5'614,"0"1"-1,1 0 0,0-1 1,0 1-1,0 1 0,1-1 0,-1 1 1,9-6-1,9-7 68,-11 7-477,0-1 0,1 2 0,0 0 1,0 0-1,0 1 0,1 0 0,0 1 0,28-8 0,38-3 526,115-8-1,-158 22-607,175-11 333,247 17 0,727 90-83,-1 62-348,-211-25 34,918-7 434,-1232-134-365,-43-1-28,-597 12-94,679 20-31,-659-17 35,576 28-31,-536-30 78,1-3 1,-2-3-1,1-4 0,151-37 1,-171 26 93,65-31 0,-70 26-169,83-24-1,-72 33-100,68-9 0,-129 24-216,4 1-107,17 0-1643,-22-2 97,-16-4-986,-17 0-2534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5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692 215 7381,'-22'-28'2352,"1"0"0,-28-53 0,46 76-2184,0 0 0,0 0 0,-1 0 0,1 0 0,-1 0 0,0 1 1,-1-1-1,1 1 0,-1 0 0,0 0 0,0 1 0,0 0 0,0 0 0,0 0 1,-1 0-1,1 1 0,-1 0 0,0 0 0,0 0 0,0 1 0,1 0 0,-1 0 1,-1 0-1,1 1 0,0 0 0,0 0 0,0 1 0,-11 2 0,-1 0 15,0 2 0,0 1 0,0 0 0,0 1 0,1 1-1,1 1 1,-1 0 0,-16 13 0,9-5-25,1 1 0,0 1 0,2 1 0,0 1 0,2 0-1,0 2 1,1 0 0,-23 40 0,31-44-122,1 0-1,1 1 0,1 0 0,1 0 1,0 0-1,1 1 0,2 0 1,0 0-1,1 0 0,1 0 0,1 0 1,4 33-1,-2-39-238,1-1 0,0 1 0,1-1 0,1 0 0,1 0 0,-1 0 0,2-1 1,0 0-1,1 0 0,0-1 0,1 0 0,0 0 0,16 15 0,-5-8-1222,1-2 0,1-1 1,0-1-1,1 0 0,0-2 0,41 17 1,10-1-5616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5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140 112 6205,'2'-66'2172,"-2"64"-1944,0 0 0,0-1 0,1 1 0,-1 0 0,1 0 1,-1 0-1,1 0 0,0 1 0,0-1 0,0 0 0,0 0 0,0 0 0,0 1 1,1-1-1,-1 0 0,0 1 0,1-1 0,0 1 0,-1 0 0,4-2 0,0-1 446,-3 2 476,-2 6 120,3 24-471,-2-1 1,-1 1-1,-1 0 1,-5 31 0,-27 113 238,-21 25-3049,1-71-5971,24-64-338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5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60 8381,'70'-46'1964,"-51"38"-492,23 5-280,-1 0-228,-12 9-200,15 5-12,-3 1-252,-3 11-208,4 5-460,-1 4-408,-3 5-344,-6 3-244,-10 5-320,-13 1-2024,-2 8-1969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5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280 1 5953,'-60'60'1988,"41"-29"-148,0 1-308,3-10-292,-6 7-196,3 5-192,-23 46 356,26-31-796,-3 5-132,10-2-500,-1-1-476,-2 0-412,2 1-188,7-9-616,0-9-1376,6 3-1557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6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664 23 5685,'0'0'106,"1"0"1,-1-1-1,0 1 1,1 0-1,-1-1 1,0 1-1,1 0 1,-1-1-1,0 1 1,0-1-1,1 1 1,-1-1-1,0 1 1,0 0-1,0-1 1,0 1-1,0-1 1,1 1 0,-1-1-1,0 1 1,0-1-1,0 1 1,0-1-1,0 1 1,-1 0-1,1-1 1,0 1-1,0-1 1,0 1-1,0-1 1,0 1-1,-1-1 1,1 1-1,0 0 1,0-1-1,-1 1 1,1-1 0,0 1-1,-1 0 1,1-1-1,0 1 1,-1 0-1,1 0 1,0-1-1,-1 1 1,1 0-1,-1 0 1,1-1-1,0 1 1,-1 0-1,1 0 1,-1 0-1,1 0 1,-1 0 0,1 0-1,-1 0 1,1 0-1,-1 0 1,0 0-1,-5-3 96,4 2 830,5 2-181,6 4-598,0-1-1,0 2 1,0-1 0,-1 1 0,1 0 0,-1 1 0,-1 0 0,1 0 0,-1 1 0,8 11-1,11 18 12,23 41 0,-37-58-136,4 6-29,-2 1 0,-1 1 0,-1 0 0,16 54 0,-25-67-96,0 0 0,0 1 0,-2-1 1,0 1-1,0-1 0,-2 1 0,0-1 0,0 1 0,-2-1 1,0 1-1,-7 21 0,-1-13-7,0 0-1,-1 0 1,-2-2 0,0 1-1,-2-2 1,0 0-1,-1 0 1,-1-2 0,-1 0-1,-41 31 1,-3-5-449,-2-3 1,-100 48-1,-31 1-2484,65-36-1886,116-50 4034,-54 23-4403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8.7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318 182 5188,'11'8'562,"-2"-1"3408,-16-16-1714,5 7-1873,0 0 1,1-1 0,-1 1-1,1 0 1,-1-1-1,1 1 1,0-1 0,0 0-1,0 1 1,1-1-1,-1 0 1,0 0 0,1-4-1,12 2-356,-11 5 2,-1-1 0,1 1 0,0 0 1,0 0-1,0 0 0,-1 0 1,1-1-1,0 1 0,0 0 0,-1-1 1,1 1-1,0 0 0,0-1 1,-1 1-1,1-1 0,0 1 0,-1-1 1,1 0-1,-1 1 0,2-2 1,-4-5 49,1 5-111,0-1 1,1 0 0,-1 1 0,1-1-1,0 0 1,-1 0 0,1 1 0,1-1-1,-1 0 1,0 0 0,1-3 0,24-63 120,-24 66 84,1 1-178,10-14 123,-14 22 222,-18 33 332,12-26-656,-43 94 724,3 2 1,-40 145-1,6 73-2158,48-188-1685,3-14-3209,16-46-1187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9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38 9369,'2'-2'198,"-1"0"0,1-1-1,-1 1 1,1 0 0,0 0 0,0 0 0,0 0-1,0 1 1,0-1 0,0 0 0,1 1 0,-1 0 0,1-1-1,-1 1 1,1 0 0,-1 0 0,6-1 0,9-4 2727,-13 6-2860,-1-1-1,0 1 0,0 0 0,0 0 0,0 0 0,1 1 0,-1-1 1,0 1-1,0 0 0,0-1 0,0 1 0,0 1 0,0-1 0,-1 0 0,5 3 1,42 29 396,-33-19-384,-2 1 1,1 0 0,-2 1-1,0 0 1,-1 1-1,-1 1 1,0 0-1,-1 0 1,11 32 0,-12-27-75,-1 0 0,-2 1 1,0 1-1,-1-1 1,-2 1-1,0 0 0,-2 42 1,-2-56-1,0 0 1,-1 1-1,0-1 1,-1 0-1,0 0 1,-1-1 0,0 1-1,-1-1 1,0 0-1,0 0 1,-14 18-1,9-16-13,-1 0 0,0-1-1,-1 0 1,-1 0-1,1-2 1,-2 1 0,-21 10-1,-13 3-821,-1-3 0,-1-3 0,-103 23 0,12-14-5113,79-16 97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19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0 4740,'12'8'312,"1"1"-1,-1 0 1,0 1-1,-1 0 0,0 1 1,-1 0-1,0 1 1,-1 0-1,0 0 1,0 1-1,-2 0 0,0 1 1,7 17-1,-9-20-223,0 1-1,-1 0 0,-1 0 1,0 0-1,0 0 0,-1 0 1,-1 1-1,0-1 0,-1 0 1,0 1-1,-1-1 0,0 1 1,-1-1-1,0 0 0,-1 0 1,-5 14-1,3-12-55,1-1 1,-2 0-1,0 0 1,0 0-1,-15 20 0,17-27 5,0-1-1,0 0 1,-1-1 0,0 1-1,0-1 1,0 1-1,0-1 1,-1-1-1,0 1 1,1-1-1,-1 0 1,-1-1 0,1 1-1,-10 2 1,9-4 50,-3 2 63,1-1 1,0-1-1,0 0 1,-19 1-1,27-2-128,0 0-1,-1-1 0,1 1 1,0 0-1,-1 0 0,1 0 0,-1-1 1,1 1-1,0-1 0,0 1 1,-1-1-1,1 1 0,0-1 1,0 0-1,0 0 0,-1 0 1,1 0-1,0 1 0,0-1 1,0-1-1,1 1 0,-1 0 1,0 0-1,0 0 0,1 0 0,-1 0 1,0-1-1,1 1 0,-1 0 1,1-1-1,0 1 0,-1 0 1,1-1-1,0 1 0,0-1 1,0 1-1,0 0 0,0-1 1,0 1-1,0 0 0,1-3 1,0-2 10,1-1 1,0 1-1,0-1 1,0 1 0,1 0-1,0 0 1,0 0 0,1 0-1,-1 0 1,1 1-1,1-1 1,-1 1 0,7-5-1,10-9 54,45-32-1,-19 16 8,48-39-104,3 4 0,129-71-1,-222 138-43,-1 1 13,-1 0-1,1 0 1,-1 0-1,1 1 1,0 0 0,-1-1-1,7 0 1,-8 3-53,-1 0 1,1 0 0,-1 0-1,1 0 1,-1 0 0,0 0 0,0 0-1,1 1 1,-1-1 0,0 1 0,0-1-1,0 1 1,0-1 0,-1 1-1,1-1 1,0 1 0,-1 0 0,1-1-1,-1 1 1,0 0 0,1-1-1,-1 1 1,0 0 0,0 2 0,0-2-262,-1 0 0,1 0 0,-1 1 1,1-1-1,-1 0 0,0 0 0,0 0 1,0 1-1,0-1 0,-1-1 0,-1 4 1,-7 9-3390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0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958 43 5056,'8'-19'1514,"-8"18"-1412,-1 1 1,1-1-1,0 0 0,-1 1 1,1-1-1,0 0 0,-1 1 1,1-1-1,-1 0 0,1 1 0,-1-1 1,1 1-1,-1-1 0,0 1 1,1-1-1,-1 1 0,0-1 1,1 1-1,-1 0 0,0-1 1,1 1-1,-2 0 0,1-1 115,-2 0-67,0-1 0,0 1 1,-1-1-1,1 1 0,0 0 1,-1 1-1,1-1 0,-1 0 1,1 1-1,-1 0 0,1 0 1,-1 0-1,1 0 0,-1 0 1,1 1-1,-1 0 0,1-1 1,-1 1-1,1 1 0,0-1 1,0 0-1,-5 3 0,-9 5 471,1 1 0,-30 22 1,39-26-382,-388 314 4630,346-274-4571,2 2 0,3 2 0,2 2 0,1 1 0,-51 95 0,79-124-245,2 0-1,1 1 1,1 1-1,1 0 1,1 0-1,2 0 1,0 1-1,2 0 0,1 0 1,1 30-1,2-43-80,0 1 0,1 0-1,1-1 1,0 1 0,1-1-1,0 0 1,1 0-1,1 0 1,0-1 0,1 0-1,0 0 1,1 0 0,1-1-1,0 0 1,0-1-1,1 0 1,0-1 0,1 0-1,23 16 1,-18-15-47,1-1-1,0 0 1,0-2-1,1 0 1,0-1 0,1 0-1,0-2 1,0 0-1,0-2 1,0 0 0,1-1-1,-1 0 1,37-3 0,-24-4 11,-1-1 0,1-1 0,-1-2 0,-1-1 0,0-1 1,0-2-1,-1-1 0,47-31 0,95-65-40,153-101 363,-316 206-209,-1 1 0,1-1 0,0 1 0,0 1 0,0 0 0,0 0 0,1 0 0,-1 1 0,1 1 0,-1-1 0,10 1 0,-11 1-3,-1 1 0,0 0 0,0 0 0,1 1 0,-1-1 0,0 1 0,-1 1 0,1-1 1,0 1-1,-1 0 0,1 0 0,-1 1 0,0 0 0,0 0 0,8 8 0,6 9 87,0 1 0,-2 1 0,28 48 0,-5-7-33,-36-58-96,0 0 0,1 0-1,0 0 1,1-1 0,-1 0 0,1 0 0,0 0 0,0-1 0,1 0 0,-1 0 0,1 0 0,0-1 0,0 0-1,0-1 1,7 3 0,-4-3-19,0-1 0,0 1 0,0-2 0,-1 1 0,1-2 0,0 1 1,0-1-1,0-1 0,0 0 0,15-5 0,-14 4-62,0-1 0,0-1 1,0 0-1,-1 0 0,0-1 1,0-1-1,0 1 1,-1-2-1,0 1 0,0-1 1,-1-1-1,0 1 0,0-1 1,-1-1-1,-1 1 0,1-1 1,-1-1-1,-1 1 0,6-17 1,-7 15-44,-1-1 0,-1 1 0,0-1 0,0 0 0,-1 1 0,-1-1 0,-2-24 0,0 29 87,1 1 0,-1-1-1,0 1 1,-1-1 0,0 1-1,0 0 1,-1 0 0,0 0-1,0 1 1,0-1 0,-1 1-1,0 0 1,0 0 0,-7-5-1,7 6 17,-74-72-348,77 75 327,19-12-256,-15 12 273,1 0 14,1 0 0,-1 0 0,1 0 1,0 0-1,0 1 0,-1 0 0,1 0 0,0 0 0,0 0 0,0 0 1,0 1-1,0 0 0,7 0 0,58 7-67,-39-2-7,23 3-352,-1 3 1,-1 2-1,72 28 1,-16-5-2965,-52-25 138,-36-8 1334,13 3-2876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1.0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6185,'0'0'1064,"4"-14"-72,-1-4-652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8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194 204 6137,'0'-4'240,"0"1"-1,0 0 1,1 0 0,-1 0 0,1-1 0,0 1 0,0 0 0,0 0 0,0 0 0,0 0 0,1 0 0,-1 0 0,1 1 0,0-1 0,0 0 0,0 1 0,3-4 0,13-17 2135,-13 14-1609,-1 0 1,-1 1-1,0-1 1,0-1-1,0 1 1,-1 0-1,-1-1 1,0 1-1,0-1 1,-1 1-1,0-10 1,0 16 2144,-14 23-1097,-9 27-1075,2 0-1,-20 69 1,26-74-584,-67 228-5002,40-134-5299,19-66-1002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9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10 6785,'-10'-8'10279,"-1"7"-4248,8 1-5658,1 1 0,-1-1-1,1 1 1,0 0 0,-1-1-1,1 1 1,0 1-1,-5 1 1,-26 26-2075,23-16 3531,-14 22-1293,2 1 0,-24 49 1,36-60-1263,0 0 0,-10 41 0,-8 37-4482,10-42-1818,4-2-3763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29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470 138 8021,'1'-3'270,"0"-1"0,0 1 1,0 0-1,0-1 0,1 1 1,-1 0-1,1 0 0,0 0 1,0 0-1,0 0 0,0 1 0,1-1 1,-1 1-1,1-1 0,0 1 1,0 0-1,-1 0 0,1 0 1,0 0-1,4-1 0,-2 0 286,-1 1-1,-1-1 0,1 0 1,0 0-1,-1 0 0,1 0 1,4-8-1,2 0 327,-6 7-731,1 1 0,-1-1 1,0 1-1,1 0 0,0 0 0,0 0 1,0 1-1,0-1 0,0 1 1,0 0-1,1 1 0,-1 0 0,1-1 1,-1 2-1,1-1 0,-1 1 1,9 0-1,-10 0-129,-1 0 1,1 1-1,-1 0 1,1 0-1,-1 0 0,0 0 1,1 0-1,-1 1 1,0 0-1,0-1 0,0 1 1,0 0-1,-1 1 1,1-1-1,0 0 0,-1 1 1,0-1-1,1 1 1,-1 0-1,0 0 0,0 0 1,-1 0-1,1 0 1,-1 0-1,1 0 1,-1 1-1,0-1 0,1 6 1,0 4-2,-1-1 0,0 0 0,-1 1 1,0-1-1,-1 0 0,0 1 0,-1-1 1,-1 0-1,0 0 0,0 0 0,-1-1 1,-1 1-1,0-1 0,-9 16 0,-2 0-7,-1-2-1,-1 0 0,-1-1 0,-39 38 0,16-24 14,-92 64 0,-57 18 97,21-14-54,163-102-74,4-2 5,0-1 1,1 1 0,-1-1 0,1 1-1,0 0 1,0 0 0,-1 0-1,-2 4 1,5-6-1,0 1 0,0-1 0,0 0 0,-1 1 0,1-1 0,0 0 0,0 1 0,0-1 0,0 0 1,0 1-1,0-1 0,0 0 0,0 1 0,0-1 0,0 0 0,0 1 0,1-1 0,-1 0 0,0 1 0,0-1 0,0 0 0,0 1 0,0-1 0,1 0 0,-1 0 0,0 1 0,0-1 0,0 0 0,1 0 1,-1 1-1,1-1 0,22 9 56,40-1-555,-1-3-1,71-4 0,-105-1 179,230-5-3468,3-1-3824,-131 8 683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30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7249,'3'0'1848,"15"4"118,22 3 567,-25-6-2191,0 0 0,1 0 0,-1 2 0,-1 0 0,1 1-1,0 0 1,-1 1 0,0 1 0,0 0 0,0 1 0,-1 0 0,17 12 0,-29-17-304,0-1 1,1 1-1,-1 0 0,0-1 1,0 1-1,0 0 0,0 0 1,0 0-1,0 0 0,-1 0 0,1 0 1,-1 0-1,1 0 0,-1 0 1,0 0-1,0 0 0,0 0 1,0 0-1,0 0 0,0 0 1,-1 4-1,0-1 37,0 0 0,-1 1 0,1-1 0,-1-1-1,0 1 1,0 0 0,-6 8 0,-3 0 173,0 0-1,-1-1 0,-1 0 1,0-1-1,-1-1 1,-22 15-1,18-14 73,1 1 1,0 1-1,-19 20 0,36-33-311,0 1-1,0 0 1,0-1-1,0 1 1,0-1-1,0 1 1,0-1-1,0 1 1,0-1-1,0 1 1,1-1-1,-1 1 1,0-1-1,0 1 1,1-1-1,-1 1 1,0-1-1,1 1 1,-1-1-1,0 1 1,1-1-1,-1 0 1,0 1-1,1-1 1,-1 0-1,1 1 1,-1-1-1,1 0 1,-1 0-1,1 1 1,-1-1-1,1 0 1,0 0-1,0 1 12,7 2-5,0 1 0,0-1-1,1 0 1,-1-1 0,1 0 0,0 0 0,0-1 0,16 0 0,81-5-398,-60 1-22,118-6-1855,97-4-6413,-145 12 439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31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19 109 6409,'0'-31'2889,"0"30"-2791,-1 1-1,1-1 0,0 0 1,-1 1-1,1-1 0,0 0 1,-1 1-1,1-1 0,0 0 1,-1 1-1,1-1 0,-1 1 1,1-1-1,-1 1 1,0-1-1,1 1 0,-1 0 1,1-1-1,-1 1 0,0 0 1,1-1-1,-1 1 0,0 0 1,1 0-1,-2-1 0,-3-2 650,17-2-307,71-16 87,-78 19-401,0 0 0,-1 0-1,1 0 1,-1-1 0,0 1 0,0-1-1,7-6 1,1-1-6798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2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 14 8969,'29'-14'2240,"-29"16"-2814,-3 5 4061,-1 13 12122,13-24-14650,-5 2-872,1-1 0,0 1-1,-1 0 1,1 0 0,0 0 0,9-2-1,-8 3-7,-3 0 149,14 24-69,-13-15-146,-1 1 0,0-1-1,0 1 1,-1-1 0,0 1 0,0 0 0,-1 0 0,0 0-1,-1 15 1,-9 92 37,5-82-39,-73 524 98,-10 99-169,48-282-135,-21 281-671,45-523 497,7-86 202,-1 69 0,10-103 185,1 1 0,0-1 0,0 0 0,5 13 0,5 27 207,-1-5 47,1 11 160,-11-30 37,-1-14-123,1 0 0,5 25 0,-5-38-373,-8-16-3003,1-4 1916,0 0-1,2 0 1,0-1-1,-2-34 1,6 41 43,0-1 1,0 1-1,5-19 0,-4 24-24,1-1 1,0 1-1,1 0 0,0 0 1,0 0-1,6-10 0,18-18-8109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3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 7617,'18'-26'1876,"-17"25"-1780,-1 1 0,1-1 1,0 0-1,-1 1 0,1-1 0,0 1 0,0-1 1,-1 1-1,1-1 0,0 1 0,0-1 1,0 1-1,0 0 0,-1-1 0,1 1 1,0 0-1,0 0 0,0 0 0,0 0 1,0-1-1,0 1 0,0 1 0,0-1 0,0 0 1,-1 0-1,2 0 0,1 1 278,11-3 660,0-1-1,0 0 1,15-5-1,18-5 787,-43 12-1581,0 0 0,0-1 0,0 1 0,0-1 0,-1 0 0,1 0 0,5-4 0,10-5 666,-17 10-594,15 32 908,-12-19-1164,2-1 1,-1 1-1,1-2 0,1 1 1,0-1-1,1 0 0,-1-1 0,2 0 1,-1 0-1,2-1 0,-1 0 1,12 6-1,-19-13-81,-1 0 0,1 0 1,-1 0-1,1 0 0,-1-1 1,1 1-1,-1-1 0,1 0 1,4 0-1,9 2-92,54 8-27,-44 0 284,-19-6-78,-4-3 261,0 0 22,9 1-223,-10-2-29,0 0 0,1 0 0,-1 1 0,0-1 0,0 0 0,1 1 0,-1-1 0,0 1 0,0 0-1,0 0 1,0 0 0,0 0 0,0 0 0,0 0 0,0 1 0,0-1 0,0 1 0,-1-1 0,1 1 0,0 0 0,-1-1 0,0 1 0,1 0-1,0 3 1,0 2 22,-2 0 0,1 0 0,-1 1-1,0-1 1,0 0 0,-1 0 0,-1 9-1,0-5 1,-17 101 563,-45 147-1,52-216-629,-60 236-63,-58 461 0,92-268-338,-26 196 139,32-533 268,20-96-67,3 0 1,-7 52-1,10-29-178,5-59 173,1 0 1,1 1 0,-1-1 0,0 0 0,1 0 0,0 0 0,-1 0-1,1 0 1,1 0 0,0 3 0,2 5-37,1 12-41,-2-8-186,0 1 1,1-1 0,0-1 0,2 1 0,-1-1 0,13 21 0,3 12-1299,-19-45 1022,0 0-49,1 3 724,10 8-2303,-12-12 2106,-1-1 1,1 0-1,-1 0 0,0 0 1,1 0-1,-1 0 0,1 0 1,-1 0-1,0 0 1,1 0-1,-1 0 0,1 0 1,-1 0-1,1 0 0,-1 0 1,0 0-1,1-1 0,-1 1 1,1 0-1,-1 0 0,0 0 1,1-1-1,-1 1 0,0 0 1,1 0-1,-1-1 0,0 1 1,1 0-1,-1-1 0,0 1 1,0 0-1,1-1 0,-1 1 1,0 0-1,0-1 0,0 1 1,0-1-1,1 1 1,-1 0-1,0-1 0,0 1 1,0-2-1,20-56-7081,1 22-29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4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1671 240 5841,'-3'-5'572,"0"-1"0,1 1 0,-2-1 1,-6-8-1,6 9-139,1 0 0,-1 0 0,1 0-1,0 0 1,-3-11 0,3 6-284,-1 0 1,1 1-1,-2-1 0,1 1 1,-1 0-1,0 0 0,-1 0 1,0 1-1,-1 0 1,0 0-1,0 0 0,0 1 1,-1 0-1,0 1 0,-14-9 1,13 11 2,0 0 0,0 1 1,0 1-1,0-1 1,0 1-1,0 1 0,-1 0 1,1 0-1,-15 1 1,22 1 70,1 0-1,-1 0 1,0 1 0,0-1 0,0 0 0,1 1 0,-1-1 0,1 1 0,-1-1 0,1 1-1,0 0 1,-1 0 0,1 0 0,0-1 0,0 1 0,1 0 0,-1 0 0,0 0-1,0 1 1,0 1 0,7 50 1522,-6-50-1402,0 14 327,-3 32 178,3-47-709,-1 4-142,1 1-1,-2-1 0,1 0 1,-6 14-1,2-2 0,-39 141-55,-77 190 1,45-165 28,-93 211-13,-47 54 77,-56 120 77,80-106 118,22 219 204,101-359-78,52-222-220,13-69-371,-16 61 1,19-91-67,1-6-817,1-23-421,2 1 0,7-30 0,1-16-5732,-5 31-683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6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568 424 5412,'-1'3'1299,"0"0"-978,0-1 0,0 1-1,0-1 1,-1 1 0,1-1 0,-1 1 0,0-1 0,0 0 0,1 0 0,-2 0 0,1 0 0,0 0 0,0-1 0,0 1 0,-1-1 0,1 1 0,-8 2 3576,11-14-3393,0 0 0,1 0 0,0 1 1,0-1-1,1 0 0,0 1 0,1 0 0,0-1 0,0 2 0,8-12 0,5-5-8,0 0 0,25-25 0,-19 26-309,0 2-1,2 0 0,0 2 0,1 1 0,1 0 0,1 2 0,0 2 0,1 0 0,35-11 1,-30 14-132,0 2 0,0 1 1,1 2-1,0 1 1,1 2-1,-1 1 1,1 2-1,41 4 1,-55-1-85,1 2 0,-1 0 0,0 1 0,-1 2 0,1 0 0,-2 1 0,1 1 0,38 24 0,-49-27-30,0 1 0,0 0 0,-1 1 0,0 0 0,0 1-1,-1 0 1,0 0 0,0 1 0,-1 0 0,-1 0 0,0 1 0,0-1-1,-1 1 1,0 1 0,-1-1 0,0 1 0,-1-1 0,2 14 0,-3-9-32,-2 0 1,1 0-1,-2 1 1,0-1 0,-1 0-1,-1 0 1,-7 27-1,1-19-5,0-1 0,-1 1-1,-1-2 1,-20 30-1,-2-6-10,-2-1-1,-2-2 0,-71 64 0,-241 173 135,322-260 11,-10 6-7,16-12-2,1 1 1,0 1-1,-26 28 1,45-42-28,-1-1-1,1 1 1,0-1 0,0 1 0,-1 0 0,1-1 0,1 1-1,-1 0 1,0 0 0,0 0 0,1-1 0,-1 1-1,1 0 1,-1 0 0,1 0 0,0 0 0,0 0 0,0 0-1,0 0 1,0 0 0,0 0 0,0 0 0,1 0 0,-1 0-1,2 2 1,0 0-4,0 0-1,1-1 1,-1 1-1,1 0 1,0-1-1,0 0 1,0 1-1,1-1 1,-1-1-1,7 5 1,76 49 40,27 20-22,-89-59-16,84 69 14,-96-75 7,0 1 1,0 1-1,-1 0 0,-1 1 0,17 28 1,-26-40-11,0 1 1,0-1-1,0 1 0,0 0 1,0-1-1,-1 1 0,1 0 1,-1 0-1,0-1 1,0 1-1,0 0 0,0 0 1,0-1-1,0 1 0,-1 0 1,0 0-1,1-1 1,-1 1-1,0-1 0,0 1 1,0 0-1,-1-1 1,-1 3-1,-1 0 11,1 0-1,-1 0 1,-1-1 0,1 1-1,-1-1 1,1 0 0,-1-1-1,0 1 1,-7 3 0,-9 3 35,0-1 1,-1-1-1,1 0 1,-42 7 0,-97 5 55,11-17-466,-126-15-1033,159 4-2262,-130-26 0,175 22-521,7 5-3401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6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105 112 9517,'8'-24'2199,"-6"19"-304,2 4-283,48-18 1046,66-14 0,-72 23-2305,0 2 0,1 2 0,88 1 0,-125 5-332,0 1 0,-1 0 0,1 0 0,-1 1 0,1 0 1,14 6-1,-21-7-26,-1 1 1,0-1-1,1 0 1,-1 0-1,0 1 1,0-1-1,1 1 0,-1 0 1,-1 0-1,1 0 1,0 0-1,0 0 1,-1 0-1,1 0 1,-1 0-1,0 1 1,1-1-1,-1 1 1,0-1-1,-1 1 1,1-1-1,0 1 0,-1-1 1,1 1-1,-1 0 1,0-1-1,0 1 1,0 0-1,-1 4 1,-4 19-220,-1-1 1,-1 0-1,-16 36 1,-10 32-871,30-80 887,0-7 98,1 1-1,0-1 1,1 1-1,-1 0 1,1-1 0,1 1-1,-1 0 1,1 0-1,0 0 1,1 0 0,0 0-1,0-1 1,0 1-1,3 7 1,8 7-11,0 0 0,2 0-1,0-1 1,2-1 0,34 34 0,-23-26 325,26 37 0,-51-60-172,-1-1-1,1 0 0,-1 1 1,0-1-1,0 1 1,0-1-1,-1 1 0,1-1 1,-1 1-1,0-1 1,0 1-1,0 0 0,0-1 1,-1 1-1,1-1 1,-1 1-1,0-1 0,0 1 1,0-1-1,-1 1 0,1-1 1,-1 0-1,0 0 1,0 0-1,0 0 0,0 0 1,-1 0-1,1 0 1,-1-1-1,-2 3 0,-16 10 123,0-1-1,-1-1 1,0-1-1,-38 14 0,-101 27-200,106-38-964,-1-3 0,-88 8 0,-28-15-6959,127-7 2406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7.6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42 126 9081,'-27'-3'2257,"27"3"-2097,-1 0 0,0-1 0,0 1-1,1-1 1,-1 1 0,0-1 0,1 1 0,-1-1-1,1 1 1,-1-1 0,0 1 0,1-1-1,-1 0 1,1 1 0,0-1 0,-1 0 0,1 0-1,0 1 1,-1-1 0,1 0 0,0 0-1,0 0 1,0 1 0,-1-2 0,-1-14 1204,2 15-1223,0 0 1,0-1-1,0 1 1,0-1-1,0 1 1,0-1-1,0 1 1,1-1 0,-1 1-1,1-1 1,-1 1-1,1 0 1,-1-1-1,1 1 1,0 0-1,-1 0 1,1-1-1,0 1 1,0 0-1,0 0 1,2-1-1,27-18 750,-8 12-610,1 0-1,-1 1 1,1 2-1,1 0 1,-1 2-1,35-2 1,150 9 118,-159-1-290,234 21-807,-33-2-2277,39 3-5546,-135-3 526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8.0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106 248 10133,'-3'-1'107,"-2"-2"310,-1 1-1,1-1 1,0 0-1,0-1 1,0 1-1,0-1 1,1 0-1,-1 0 0,1 0 1,0-1-1,0 1 1,0-1-1,-4-8 1,1 0 912,2 0 1,-1 0-1,-5-24 1,10 32-1184,0 0 1,0 0 0,0 0-1,1 0 1,0 0 0,0 0-1,0 0 1,1 0 0,0-1-1,0 1 1,0 0 0,0 1-1,5-10 1,-4 11-137,0 1 0,0-1 1,0 1-1,1 0 0,-1 0 0,1 0 0,-1 1 1,1-1-1,0 0 0,-1 1 0,1 0 0,0 0 0,0-1 1,0 2-1,0-1 0,0 0 0,1 1 0,-1-1 0,5 1 1,14-1-220,37 2 1,-39 0 68,220 21-4824,-85 4-2291,-57-9-631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8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19 238 7833,'16'-28'2295,"-16"27"-2212,0 1-1,0 0 1,0-1 0,0 1-1,0 0 1,1-1-1,-1 1 1,0 0 0,0-1-1,0 1 1,-1 0-1,1-1 1,0 1-1,0 0 1,0-1 0,0 1-1,0 0 1,0 0-1,0-1 1,0 1 0,-1 0-1,1-1 1,0 1-1,0 0 1,0 0-1,-1-1 1,1 1 0,0 0-1,0 0 1,-1 0-1,1-1 1,0 1 0,0 0-1,-1 0 1,1 0-1,0 0 1,-1 0-1,1-1 1,-11-2 707,10 2-608,0 1-1,0 0 1,0-1 0,0 1 0,0-1 0,0 1 0,0-1 0,0 0 0,0 1 0,0-1 0,0 0-1,0 0 1,1 1 0,-1-1 0,0 0 0,0 0 0,1 0 0,-1 0 0,0-2 0,1 1 10,-1 0 0,1 0 1,0 0-1,0 0 1,0 0-1,0 0 0,1 0 1,-1 0-1,1-1 0,-1 2 1,2-5-1,1 0-32,0 0 0,0 0 0,1 0 0,0 1-1,0-1 1,0 1 0,0 0 0,1 0 0,0 1 0,0-1-1,0 1 1,1 0 0,-1 0 0,1 1 0,0 0 0,0 0-1,0 0 1,12-3 0,10-2 21,1 0-1,54-6 1,-76 13-177,309-29-3043,-246 29-1075,74 8-1,-13 9-5301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8.7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16 115 10425,'-16'-12'4020,"35"7"-2480,0-1-303,10-5-169,19-7-296,-4 7-160,10 0-248,16-1-376,3 1-336,86-1-2284,-90 7 575,8 7-2279,-4 7-3333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9.0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92 6701,'20'-11'9681,"3"3"-4783,52-6-5114,-36 7 896,-22 4-818,195-37-3492,-169 36 137,57 0 0,-3 6-4513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49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37 8429,'1'-11'3938,"-9"15"2056,-10 3-2606,28 10-2898,-10-16-495,0 0-1,1 0 1,-1 0 0,1 0 0,0 0-1,-1 0 1,1-1 0,0 1 0,-1 0 0,1-1-1,0 1 1,0 0 0,0-1 0,0 1 0,-1-1-1,1 1 1,0-1 0,0 0 0,0 1 0,2-1-1,24-2-459,-21 0 364,89-19-2400,29-7-4695,-22 13-1686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53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1480 4556,'0'0'5827,"2"-2"-5389,50-29 1699,-49 29-1482,0 2-357,31-3 259,-30 3 1233,23-19-1213,-21 4-479,0-1 0,0-1 1,-2 1-1,4-23 0,-7 34-113,-1 0 0,-1 0-1,1 0 1,-1 0 0,1 0-1,-3-7 1,-2-20-95,6-66-5,1 82 133,0 1 0,2-1 1,0 1-1,0 0 1,10-21-1,-7 17 24,-1 7-38,0-1 0,0 1-1,1 0 1,1 1 0,0 0 0,0 0-1,19-18 1,-6 10 18,1 0 1,39-26-1,-20 17-66,-25 15-65,37-20-1,141-57 96,9-4 142,-71 35 74,-84 35-272,98-31 0,-12 28-156,-113 22 246,1 1 0,25-1 0,14-3-162,36-10 213,-2-4 0,0-5 0,91-38 0,-101 32-69,2 3 1,1 4 0,1 3 0,0 5 0,131-10 0,-76 11-14,42-2-9,154 6-164,-273 11 242,383-18-36,-338 13 38,32 0-60,72 6 132,357 8-213,297 90-106,-604-60 99,694 50 287,-778-81-174,721 44 122,-347 16-197,-397-40 2,184 56 1,-113-21-15,225 70 34,-317-86 126,15 5 178,223 104 1,204 171 544,-514-283-422,-3 2 0,86 78-1,4 4 282,200 125-1,-348-247-661,399 224 724,-383-217-709,394 169 547,-371-163-522,113 40 102,-147-53-152,-1 1-1,1 0 1,-1 0 0,0 1 0,-1 0-1,1 1 1,-1 0 0,0 0-1,-1 0 1,0 1 0,8 12 0,-3-4-4,-2 1 0,-1 1 1,0 0-1,12 35 1,-17-41-15,-3-7 9,1-1 1,-1 1-1,1-1 0,0 1 1,0-1-1,1 0 1,-1 0-1,1 0 1,0 0-1,4 4 1,0-1-13,-1 1 1,0-1-1,10 16 1,-15-22-147,25-16-2317,-26 15 2446,0 0 0,0 0 0,0 0 0,0 0 0,1 0-1,-1-1 1,0 1 0,0 0 0,0 0 0,0 0 0,0 0 0,0 0 0,0 0 0,0 0 0,1 0 0,-1 0 0,0 0 0,0-1 0,0 1 0,0 0-1,0 0 1,0 0 0,0 0 0,0 0 0,0 0 0,0-1 0,0 1 0,0 0 0,0 0 0,0 0 0,0 0 0,0 0 0,0 0 0,0-1 0,0 1-1,0 0 1,0 0 0,0 0 0,0 0 0,0 0 0,0 0 0,0 0 0,0-1 0,0 1 0,0 0 0,0 0 0,-1 0 0,1 0 0,0 0 0,0 0-1,0 0 1,0 0 0,-16-44-7400,2 23-580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53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667 0 6541,'0'0'9456,"0"2"-8971,5 11-215,0 0 1,12 22 0,0-1-107,2 2 23,2-1 0,1-1-1,49 59 1,-3-5-8,-32-38-91,7 9 74,54 99 0,-94-153-159,-1 0 1,0 0-1,0 0 1,0 0-1,-1 0 1,0 1-1,0-1 1,0 0-1,-1 1 1,1-1-1,-1 1 1,-1-1-1,1 0 1,-1 1-1,0-1 1,0 1-1,0-1 1,-1 0-1,0 0 1,0 0-1,0 0 1,-1 0-1,1 0 1,-1-1-1,0 1 1,-1-1-1,-6 7 1,-4 3-5,-1 0 1,-1-1-1,0-1 1,-1-1-1,0-1 1,-25 13-1,-469 197-1274,325-145-1571,3 3-3398,134-55 703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53.8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9 9325,'0'0'6992,"-19"-9"-20325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54.8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451 8 5032,'1'0'82,"-1"0"1,0 0-1,1 0 0,-1 0 0,1 0 0,-1-1 0,0 1 0,1 0 0,-1 0 0,0 0 0,1 0 0,-1-1 0,0 1 0,1 0 0,-1 0 0,0 0 0,0-1 0,1 1 0,-1 0 0,0-1 0,0 1 0,1 0 0,-1-1 0,0 1 0,0 0 0,0-1 0,0 1 1,1 0-1,-1-1 0,0 0 0,-7 14 1865,-39 117-657,-31 73-369,-132 230 152,162-343-906,-20 46 1029,64-131-1077,-1 13 355,5-17-461,-1-1-1,1 1 1,0-1-1,-1 1 1,1-1-1,0 1 1,-1-1-1,1 1 1,0-1-1,0 0 1,0 0-1,-1 1 1,1-1-1,0 0 1,0 0-1,0 0 1,0 0-1,0 0 1,-1 0-1,1 0 0,0 0 1,0 0-1,0 0 1,1-1-1,59-8-65,92-25 0,-47 9-598,210-36-4720,-131 25-592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3:57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1 373 4544,'4'-13'4374,"8"-8"-3602,30-32 4423,-40 52-4520,17-37 463,-15 35-806,0 0 1,0 0-1,0 0 0,0 0 0,9-3 1,-11 5 1795,-5 2-1825,-15 7 193,28-7 36,37-9-234,808-186-197,-796 184-155,-27 2-89,0 3-1,0 0 1,1 2 0,-1 2 0,38 2 0,-68-1 133,0 0-1,0 1 1,0-1 0,0 0-1,0 0 1,0 1-1,0 0 1,0-1-1,0 1 1,0 0-1,0 0 1,0 0 0,-1 0-1,1 0 1,0 0-1,-1 1 1,1-1-1,0 0 1,-1 1-1,0-1 1,1 1 0,-1 0-1,0-1 1,1 3-1,-2-2-5,0 0-1,0 0 1,0-1-1,-1 1 1,1 0-1,-1-1 0,1 1 1,-1-1-1,0 1 1,0-1-1,0 1 1,1-1-1,-1 1 1,-1-1-1,1 0 1,0 1-1,0-1 1,0 0-1,-1 0 0,1 0 1,0 0-1,-1 0 1,1 0-1,-1 0 1,1-1-1,-1 1 1,0 0-1,-2 0 1,-31 13-1739,-2-1 0,-68 14 1,53-15-3704,30-8-1733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05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 9801,'25'-35'10324,"0"6"-7756,22-6-1830,-13 21-4028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04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902 190 6721,'0'-4'1927,"3"-5"-506,-1 0-1,1-1 1,1 1-1,8-16 1,-11 22-430,0-19 514,7-25 1059,-7 45-2382,-4 3-32,-12 3-43,-13 4 27,1 1 0,-35 17-1,-100 48 294,-61 33-9,177-81-343,1 3 0,2 1-1,0 2 1,3 2 0,-39 42 0,64-60-53,1 1 0,1 1 0,1 0 1,1 1-1,0 0 0,-11 29 1,17-35-6,1 1 0,0 1 0,1-1 0,0 0 0,1 1 0,1-1 0,0 1 0,1 0 0,1-1 0,3 23 0,1-17-15,1-1 0,0 0-1,1 0 1,1-1 0,1 0-1,1-1 1,0 1 0,1-2-1,1 0 1,1 0 0,24 24-1,-4-9 32,1-2-1,1-1 0,2-2 0,47 26 0,0-7-46,126 47 0,99 14-12,-219-80 25,1-3 0,1-4-1,0-4 1,2-5 0,99 0-1,-160-11-3,-1-1-1,0-2 1,0 0-1,-1-3 0,58-18 1,-67 16 3,0-1 0,-1 0 0,-1-2 0,0 0 0,0-2 0,-1 0 0,-1-1 0,28-29 0,9-21-7,-3-2 1,-3-3-1,68-127 0,-86 137 0,36-95 0,-55 121 1,-2 0 1,-1 0-1,-2-1 0,5-58 1,-12 80 6,0 1 0,0-1-1,-2 1 1,1-1 0,-1 1 0,-1 0 0,0 0 0,-1 0 0,0 0 0,-1 1 0,-1-1-1,-7-12 1,3 9 2,-1 0 0,-1 1-1,0 1 1,-1 0 0,0 0-1,-1 1 1,-23-15 0,-13-2-3,-1 2 1,-1 2-1,-1 2 1,-68-18-1,-207-48 14,254 76-324,-1 2 1,-111-1-1,154 13-252,0 0-1,0 3 0,0 0 0,-32 10 0,42-8-1343,1 1 0,0 2 0,-33 16 0,-1 11-6977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04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1750 460 5557,'0'0'3216,"0"-3"-1850,0 0-1159,0 0 1,0 0-1,0 0 1,0 1-1,0-1 0,-1 0 1,1 0-1,-1 1 1,0-1-1,0 0 1,0 1-1,0-1 0,0 0 1,0 1-1,-1 0 1,1-1-1,-1 1 0,0 0 1,0 0-1,0 0 1,0 0-1,0 0 1,0 0-1,0 0 0,-1 1 1,1-1-1,0 1 1,-1 0-1,0 0 0,-4-2 1,-47-10 1314,-68-8-1,94 17-1267,-22-1 37,0 2-1,0 2 1,-1 2 0,1 2 0,0 3 0,1 2-1,-88 25 1,64-10-199,0 4 0,1 3 0,2 3 0,-87 56 0,74-36-10,-135 113 0,187-139-70,2 2 0,1 1-1,1 1 1,1 1 0,2 2 0,2 0-1,-19 38 1,34-58-8,1-1-1,1 2 0,0-1 1,1 0-1,1 1 1,0 0-1,1 0 0,0 0 1,1 0-1,1 0 1,0 0-1,2 0 1,-1 0-1,2 0 0,0-1 1,0 1-1,2-1 1,0 1-1,0-1 0,1-1 1,1 1-1,1-1 1,13 19-1,0-5 1,0-1-1,2-2 1,1 0-1,1-1 1,1-2-1,1 0 1,0-2-1,2-1 1,57 27-1,0-9 4,1-3 0,118 28 0,-95-34 2,1-4 0,1-6 0,1-4 0,0-6 0,0-4 0,214-23 0,-274 12-4,1-2 0,-2-2 0,0-3-1,0-2 1,-2-2 0,0-3 0,-2-1-1,76-50 1,-96 55-3,-1-3-1,-1 0 1,-1-1 0,-2-2 0,0 0-1,-1-1 1,-1-2 0,-2 0-1,0-1 1,-2-1 0,-1 0 0,-2-2-1,-1 1 1,-1-2 0,8-35-1,-11 31-11,-3-1-1,-1 0 1,-1 0-1,-3 0 0,-3-45 1,0 54 16,-2 0 0,-2 0 1,0 1-1,-2-1 0,0 2 0,-2-1 1,-21-38-1,8 26-13,-3 1-1,0 2 1,-3 0-1,0 2 1,-3 1 0,-1 2-1,-1 1 1,-1 1-1,-63-38 1,5 13-107,-2 3 0,-194-71-1,199 90-422,-1 5-1,-1 3 0,-106-13 1,128 29-1186,-101 2 0,111 8-681,0 3 0,-61 13 0,11 7-4555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06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1621 376 4596,'5'-3'629,"0"0"569,0-1 0,1 1 1,-1 0-1,1 1 0,0-1 0,10-2 0,-14 3-837,1-1 1,-1 0-1,0 1 0,0-1 0,-1 0 1,1-1-1,-1 1 0,2-5 1,-5 2-239,0 0 0,0 0 0,-1 0 0,0 1 0,0-1 0,-1 1 1,0 0-1,0 0 0,0 0 0,0 0 0,-1 1 0,1-1 1,-1 1-1,0 1 0,-1-1 0,1 1 0,-1 0 0,1 0 0,-10-3 1,-4-2 41,0 1 1,0 0 0,-1 2-1,1 1 1,-26-3 0,0 3 40,0 2 1,0 2-1,0 2 1,0 2-1,-53 12 1,39-2-40,0 3 1,0 3-1,-91 45 0,144-63-159,-257 140 316,199-100-271,1 3 0,1 3 1,4 2-1,-60 65 0,94-87-26,0 1 0,2 0-1,-25 47 1,37-59-26,1 1 1,1 0-1,1 1 0,1 0 1,0 0-1,2 0 0,0 1 1,-1 21-1,4-31 0,1-1 0,0 1 0,1 0 0,0 0 0,1-1 0,0 1 0,1 0 0,0-1 0,0 0 0,1 0 0,0 0 0,9 14 0,-5-11-30,0-1 0,2 0 1,-1-1-1,1 0 0,1 0 0,0-1 0,23 15 0,2-5-82,1 0 0,1-3 1,1-1-1,0-2 0,46 9 0,18 0 36,1-5-1,1-5 0,0-4 0,0-5 1,1-4-1,-1-5 0,200-38 0,-252 32 76,0-1-1,0-4 0,-2-1 0,0-3 1,-1-1-1,-1-3 0,87-61 0,-113 69 10,-2-2-1,0 0 1,-1-1-1,-1-1 1,0-1-1,-2-1 1,19-33-1,-25 37 4,-2 0-1,-1-1 1,0 0 0,-2-1 0,0 1-1,-1-1 1,-1 0 0,-1-1 0,-1 1-1,-1-37 1,-3 33-1,0 1 1,-2-1-1,-1 1 0,0 0 1,-2 0-1,-1 0 0,-1 1 1,-15-29-1,7 22 0,-2 1 0,0 1 0,-2 0 0,-1 2 0,-36-35 0,12 21-68,-2 2 0,-1 2 0,-2 2 0,-2 2 0,0 2 0,-81-30 0,94 44-438,-1 3 0,0 1 0,-1 2-1,-70-7 1,74 14-1909,0 1 0,-74 8 0,9 10-6341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07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1024 87 5469,'-2'1'152,"0"-1"1,-1-1-1,1 1 1,0 0-1,0 0 1,0-1-1,-1 1 1,1-1-1,0 0 1,0 0 0,0 0-1,0 0 1,0 0-1,0 0 1,0 0-1,1-1 1,-1 1-1,0-1 1,-2-2-1,-4-1 458,0 0 0,0 1 0,-1 0 0,1 1 0,-1 0 0,0 0 0,0 1-1,-14-2 1,9 1-46,-1 0-196,-1 2 0,0-1 0,0 2 0,1 0 0,-1 1 0,0 0 0,1 1 0,-1 1 0,1 1 0,-18 5 0,-17 10 498,-77 39-1,114-51-729,-27 15 27,1 2-1,0 2 0,2 2 1,1 1-1,2 2 0,1 1 1,1 1-1,2 2 1,1 1-1,-45 76 0,62-90-129,1 0 0,1 0 0,1 1 0,1 0-1,-10 48 1,16-58-35,0-1 0,1 1-1,0 0 1,1-1 0,1 1-1,0 0 1,1-1 0,0 1 0,1-1-1,0 0 1,1 0 0,1 0-1,7 15 1,-2-9 5,2-1 0,0 0 0,2 0 0,-1-1 0,2-1 0,0 0 0,1-2 0,0 1 0,1-2-1,1 0 1,29 15 0,4-3-10,0-3 0,2-1 0,64 14 0,-57-22 10,1-3-1,-1-2 0,1-3 0,110-7 1,-121 1-2,1-2 0,67-15-1,-99 15 6,15-2 4,1-2 0,-1-2 0,0-1-1,-1-1 1,38-20 0,-43 17-19,0-2 0,-1-1 0,-1 0-1,-1-2 1,0-1 0,23-27 0,-35 33 9,-1 0 0,-1 0 0,0-1 0,-1-1-1,0 0 1,-2 0 0,0-1 0,-1 0 0,-1 0 0,0 0 0,4-30 0,-7 25-6,-1-1 0,-1 1 0,-2-1 0,0 0 1,-1 1-1,-1-1 0,-1 1 0,-1 0 0,-2 0 0,0 1 1,-11-24-1,5 20 26,-1 0 1,-1 0 0,-1 1-1,-1 1 1,-2 1-1,0 1 1,-1 0 0,-31-24-1,24 24-132,-1 1-1,-1 1 0,-1 1 1,-1 2-1,0 1 1,-1 2-1,-1 1 0,0 1 1,-1 2-1,0 1 1,0 2-1,-1 2 0,0 0 1,0 3-1,-57 2 1,23 7-1562,-67 17 0,2 14-4290,26 5-2513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09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1332 145 8357,'8'-6'878,"-7"7"171,-9 13 855,5-11-1577,2 0 757,14-30 2860,-11 14-3502,-2 0 1,1 0-1,-4-24 0,3 34-256,0-8 106,0 10-267,0-1 0,0 0 0,1 0 1,-1 1-1,0-1 0,0 0 1,-1 0-1,1 0 0,0 1 1,-1-1-1,1 0 0,-2-2 1,-3 1-5,-1 1 0,1-1 0,-1 1 0,0 0 0,0 1 0,0-1 0,0 1 0,0 0 0,0 1 1,-8-1-1,-67 5 54,61-2-84,-56 4 47,1 3 1,0 3 0,0 4 0,1 3 0,-100 40 0,133-41 26,1 1-1,0 2 1,2 2 0,0 1 0,2 2-1,1 1 1,1 2 0,1 2 0,2 1-1,-42 54 1,51-56-39,1 1 0,2 1 0,1 0-1,1 1 1,2 1 0,2 1 0,1 0 0,1 1 0,2 0 0,2 0 0,1 1-1,2 0 1,2 0 0,1 0 0,4 44 0,-1-65-20,-1 0 0,2 1 0,0-1 0,1-1 0,1 1 0,9 22 0,-10-32-2,0 1 0,0-1-1,0 0 1,1 0 0,-1-1-1,1 1 1,1-1-1,-1 0 1,1 0 0,0-1-1,0 0 1,0 0-1,1 0 1,-1-1 0,1 0-1,11 4 1,2-2-7,0 0 1,0-1-1,0-2 0,1 0 1,-1-1-1,1-1 0,-1-1 1,32-5-1,5-4-148,97-31-1,-104 23 13,-1-1-1,-1-3 1,-1-2-1,49-33 1,-36 16 58,-1-3 1,73-72 0,-103 86 43,0 0-1,-2-3 0,-1 0 1,-1-1-1,21-43 1,-37 61 33,0 0-1,-2-1 1,0 0 0,-1-1 0,-1 1 0,0-1 0,-1-1 0,-1 1 0,-1 0-1,-1-1 1,0 1 0,-1-1 0,-6-35 0,5 46 1,-1 1-1,0 0 1,-1-1 0,1 1 0,-2 0 0,1 1-1,0-1 1,-1 1 0,-1-1 0,1 1 0,-1 0-1,0 1 1,0-1 0,0 1 0,-1 0 0,0 0-1,0 1 1,0 0 0,-1 0 0,1 0 0,-1 1-1,-12-5 1,8 5-8,0 1 0,0 0-1,0 0 1,0 1 0,0 1-1,0 0 1,0 0 0,0 1-1,0 0 1,0 1 0,0 1-1,0-1 1,0 2 0,1-1 0,-11 6-1,-1 3-341,-1 0 0,1 1-1,1 1 1,1 0 0,0 2-1,1 1 1,-20 21 0,26-23-813,0 2-1,0-1 1,2 2 0,0-1 0,-11 27 0,-3 23-6104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0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1402 32 9137,'-47'0'658,"7"0"467,-39-6-1,3-4 574,31 2-643,-1 3 0,-90 2 1,98 7-717,0 2 0,0 2 0,1 1 0,0 2 0,0 2 0,1 1 0,1 2 0,1 1 1,0 2-1,-54 40 0,39-22-135,3 3 1,1 2-1,1 1 1,3 3-1,2 1 1,-35 55-1,54-70-137,2 0 0,0 0 0,2 2-1,2 0 1,1 1 0,2 0 0,-12 62-1,19-70-68,1 1-1,1-1 1,1 1-1,2 0 1,1-1-1,1 1 1,1-1-1,1 0 1,2 0-1,19 49 0,-12-43-60,2-1-1,2-1 0,0-1 0,2 0 0,2-2 0,0 0 1,2-1-1,1-1 0,1-2 0,55 40 0,-45-40-23,1-1-1,1-3 0,1 0 0,1-3 0,0-1 0,2-3 0,-1 0 0,66 9 1,-62-16 22,0-2 1,1-2 0,0-2 0,-1-1 0,1-3 0,-1-2-1,0-1 1,46-15 0,-54 11 58,-1-2 1,-1-2-1,0 0 1,-2-3-1,1-1 0,-2-1 1,-1-1-1,0-2 0,-2-2 1,27-27-1,-28 21-2,-1-1-1,-2-1 1,-1 0-1,-2-2 0,-1-1 1,-2-1-1,-2-1 1,-1 0-1,-1-1 1,-3 0-1,-1-1 1,-2-1-1,-2 1 1,-1-1-1,-3-1 0,-1-47 1,-2 76-109,-1 0-1,-1 1 1,0-1 0,0 1-1,-1-1 1,-1 1 0,0 0 0,-1 0-1,0 0 1,-1 1 0,0-1 0,-1 1-1,0 1 1,-1 0 0,0 0-1,0 0 1,-1 1 0,-1 0 0,1 1-1,-19-13 1,12 12-551,0-1 0,-1 2 1,0 0-1,0 2 0,-1 0 0,0 0 0,0 2 1,-1 0-1,1 1 0,-1 1 0,-29 0 1,-49 8-6171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1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500 641 5485,'-2'0'205,"1"-1"0,0 1 0,0-1 0,-1 1 0,1-1 0,0 0 0,0 1 0,0-1 1,0 0-1,0 0 0,0 0 0,0 0 0,0 0 0,1 0 0,-1 0 0,0 0 0,0 0 1,1 0-1,-1 0 0,1 0 0,-1-1 0,0-1 0,1 0 156,0-1-1,1 1 1,-1 0 0,1 0-1,0 0 1,0-1-1,2-5 1,-1 3-269,9-21 1666,1 1 1,17-28-1,6-13 644,-34 65-2407,6-21 1134,-13 21-376,-12 9-507,-8 9-165,0 1-1,1 1 1,0 1 0,2 1-1,-25 28 1,13-14 31,0-2-62,-107 107 70,113-107-95,2 0-1,-38 58 1,57-77-18,1 0 0,1 1 1,0-1-1,1 1 0,0 1 0,1-1 1,1 0-1,0 1 0,1 0 0,-1 26 1,3-32-34,1-1 0,-1 1 1,2 0-1,-1-1 0,1 1 1,0-1-1,1 0 1,0 0-1,1 0 0,-1 0 1,1 0-1,1-1 0,-1 1 1,2-1-1,-1 0 1,0-1-1,1 1 0,1-1 1,10 8-1,-3-5-85,0 0 0,0-2-1,1 0 1,0 0 0,1-1 0,-1-1-1,20 3 1,118 16-953,-131-21 921,50 3 60,1-3 0,-1-3 0,0-3 1,0-3-1,0-3 0,0-4 0,-2-2 1,0-4-1,-1-3 0,-1-2 0,-1-4 0,-1-2 1,-2-4-1,91-61 0,-129 75 210,-1 0 0,-1-2 0,0-1 0,-2 0 0,-1-2 0,0-1 0,-2 0 0,24-45 0,-35 56-78,-1 0-1,0-1 1,-1 1 0,-1-2-1,0 1 1,-1 0-1,-1-1 1,-1 0-1,0 0 1,-1 1 0,-1-1-1,-1 0 1,0 0-1,-1 0 1,-1 0 0,0 1-1,-1 0 1,-8-19-1,2 13-14,-2 0 1,0 1-1,-1 0 0,-2 1 0,0 1 0,-1 0 0,0 1 0,-2 1 1,0 0-1,-1 1 0,-1 2 0,0 0 0,-28-15 0,0 4-49,-1 2 1,-1 2-1,-1 3 0,0 1 0,-55-8 1,31 10-876,-1 4 1,-140-2-1,150 14-3280,-111 17 0,76 3-4340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3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5388,'10'-2'237,"11"-5"915,-21 6-1062,0 0-1,1 1 0,-1-1 1,0 0-1,0 0 0,0 0 1,0 0-1,0 1 1,0-1-1,0 0 0,0 0 1,0 0-1,0 1 0,0-1 1,-1 0-1,1 0 0,-5-8 7286,-21 16-8209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35 12525,'22'-35'13293,"-18"44"-12802,-1-1 1,0 1-1,-1 0 0,0 0 1,0-1-1,-1 1 1,0 0-1,0 0 1,-1 1-1,-2 12 1,-2 12 190,-14 48 0,13-60-529,-44 157-140,-82 193 0,65-164-2333,21 4-5808,37-144 868,6-7-4815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5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15 6705,'-19'-14'15605,"18"17"-13815,-13 106 4311,10-78-5256,2-1-1,3 43 0,-1 1-811,-2-7 229,-8 133-2556,6-164 447,-2-1 0,-1 0 0,-18 54 0,-16 21-8180,19-54-309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1 168 11509,'3'-6'433,"0"1"-1,0 0 1,1 0-1,0 0 1,0 1 0,0-1-1,0 1 1,1 0-1,0 0 1,0 0 0,0 1-1,0 0 1,11-5-1,4 0 61,0 1-1,35-8 0,-19 7 36,51-10 203,163-13 0,-198 26-592,114-5 115,-135 10-206,0 1-1,1 2 0,39 8 1,-69-10-39,1 0 0,0 0 0,0 0 1,-1 0-1,1 0 0,-1 0 0,1 1 1,-1-1-1,1 1 0,-1 0 0,0 0 1,0 0-1,0 0 0,0 0 0,0 0 1,0 0-1,-1 1 0,1-1 0,-1 1 1,0-1-1,1 1 0,-1-1 0,0 1 1,0 0-1,-1 0 0,1-1 0,-1 1 1,1 0-1,-1 0 0,0 3 0,0 11 52,-1-1-1,0 0 1,-2 1-1,-4 19 0,-1 3-4,7-31-47,1 0 0,-1 0 0,2 0 1,-1 1-1,1-1 0,0 0 0,0-1 1,1 1-1,0 0 0,1 0 0,0-1 1,0 1-1,0-1 0,1 0 0,0 0 1,0 0-1,8 8 0,-5-8-4,0 0-1,0 0 0,1-1 0,-1 0 1,1-1-1,1 0 0,-1 0 1,1-1-1,0 0 0,0 0 0,0-1 1,0 0-1,18 3 0,-1-2 62,0 0-1,0-2 1,0 0-1,0-2 1,46-5-1,-65 4 11,0-1-1,0 0 0,-1 0 1,1 0-1,-1-1 1,1 0-1,-1 0 0,0 0 1,0-1-1,0 0 0,7-7 1,-9 7 0,-1 0 0,1-1 1,-1 1-1,0-1 0,0 0 0,-1 0 1,0 0-1,0 0 0,0 0 0,0 0 0,-1 0 1,1-1-1,-2 1 0,1-1 0,0 1 1,-1-10-1,-1 8-48,1-1 0,-1 1 0,0 0 0,0-1 0,-1 1 0,0 0 0,-1 0 0,1 0 0,-1 0 0,-1 1 0,1-1 0,-1 1 0,0 0 0,-1 0 0,1 0 0,-1 0 0,-10-9 0,4 7-135,0 0 0,0 0 0,0 1 0,-1 1 0,0 0 0,-1 0-1,1 1 1,-1 1 0,-13-3 0,-2 0-681,0 1 0,-45-2 0,55 8-1142,-1 0 0,-36 6 1,-22 11-11446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6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0 156 9685,'45'-47'7387,"-35"38"-6442,1 0 0,0 1 0,12-6 0,-17 10-773,0 1 0,1 0 0,-1 0 0,0 0 1,1 1-1,0 0 0,-1 1 0,1-1 0,0 1 0,0 1 1,0-1-1,0 1 0,0 0 0,0 1 0,0 0 0,0 0 1,7 2-1,-12-2-123,0 0-1,0 0 1,0 0 0,0 0 0,-1 0 0,1 1 0,0-1-1,-1 1 1,1-1 0,-1 1 0,1-1 0,-1 1-1,0 0 1,0 0 0,0-1 0,0 1 0,0 0-1,0 0 1,0 0 0,-1 0 0,1 0 0,-1 1 0,1-1-1,-1 0 1,0 0 0,0 0 0,0 4 0,0 5 61,-1-1 1,-1 1-1,1 0 1,-6 17-1,-5 3 114,-28 56 0,-12 28 158,49-108-353,1 0 0,0 0 0,1 0 1,0 0-1,-1 11 0,2-17-28,0 0 0,0 1 0,0-1 0,0 0 0,0 0 0,0 0 0,0 1 0,1-1 0,-1 0 0,0 0 0,1 0 0,-1 0 0,1 1 0,0-1 0,-1 0 1,1 0-1,0 0 0,-1 0 0,1 0 0,0-1 0,0 1 0,0 0 0,0 0 0,0 0 0,0-1 0,0 1 0,0-1 0,0 1 0,0-1 0,0 1 0,1-1 0,-1 1 0,0-1 0,0 0 0,0 0 0,1 0 0,-1 0 0,0 0 0,2 0 0,10 0 7,0-1 0,-1-1 0,1 0 0,-1-1 0,0 0 0,1-1 0,16-8 0,82-48-30,-83 42 5,2 2-1,53-22 0,-25 22 40,1 2 1,65-6-1,6-1 47,-108 16-66,68-13-48,130-10-1,-193 28 2,0 1 0,50 9 1,-49-5 64,46 1 0,-48-5-45,-19-1 27,0 1 1,0-1 0,0 0-1,0 0 1,0-1 0,0 0-1,0 0 1,-1-1 0,1 0-1,0 0 1,-1-1 0,1 1-1,-1-1 1,7-5-1,3-4-2,-1 0 0,-1-1 0,0-1 0,-1 0 0,17-23-1,-15 18 6,-8 10-21,-1-1 0,0 0-1,0 0 1,8-20 0,-9 17 6,-39 10-85,27 4 4,0 1-1,1 0 0,-1 1 0,1-1 0,0 1 0,0 1 0,-7 4 0,-43 33-859,39-28 602,-27 21-739,42-32 819,4 10-279,-2-11 540,0 0 0,0 0 0,0 0 0,0 0 0,0 0 0,0 0 0,0 0 0,1 0 0,-1 0 0,0 0 0,1 0 0,-1 0 0,0 0 0,1-1 0,-1 1 0,1 0 0,-1 0 0,1 0 0,1 1 0,2-1 4,1 0 0,-1 0 0,0 1 0,1-1 0,-1 1 0,0 0 0,0 0 0,0 1 0,0-1 0,-1 1 0,1 0 0,-1 0 0,1 0 0,-1 0 0,0 1 0,0 0 0,-1-1 0,1 1 0,-1 0 0,0 0 0,0 0 0,0 0 0,0 1 0,1 5 0,-1-2-395,1 0 0,-1-1-1,1 1 1,1-1 0,-1 0 0,1 0-1,6 7 1,-7-10-45,0-1 0,0 0 1,0 0-1,0 0 0,1 0 0,-1 0 0,1-1 0,0 0 1,0 0-1,0 0 0,0 0 0,0-1 0,8 3 1,23 0-3668,12-1-1995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7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9141,'28'-11'8315,"-27"21"-7843,0 0 0,0 1 0,1-1 0,0 0 0,1 0 1,0 0-1,0 0 0,1 0 0,10 17 0,-13-25-342,18 3-60,-16-5-63,1 0 1,-1 0-1,1 0 0,-1-1 0,1 1 0,-1-1 0,0 0 0,1 0 0,-1 0 1,0-1-1,0 1 0,1-1 0,3-2 0,-2 1-8,0 0 0,1 1 0,-1 0 0,1 0 0,8-2 0,1 3 0,-1 1 0,0 1 0,1 0 0,-1 1 1,0 1-1,24 7 0,-17-4-247,0-2 1,24 3 0,57 9-1522,-73-10 780,1-1-1,38 1 1,-60-6 932,0-1 0,0 0 0,1 0 0,-1-1 1,-1 0-1,1-1 0,0 0 0,-1 0 0,1-1 0,-1 1 1,0-2-1,0 1 0,0-1 0,-1 0 0,10-10 1,6-7 1059,-2-1 0,31-48 1,-33 45 115,-5 12-569,-9 11-173,-1 0 0,0 0 0,0-1 0,0 0 0,0 1 0,0-1-1,-1 0 1,3-5 0,0 32 636,1-1-1,16 38 0,1 1-208,2 12-193,-6-17-231,13 64 1,-14-17-225,5 176 0,-23 104-1519,-2-70 69,9-209 879,-3-72 136,-2 0 0,-1 0 1,-1 0-1,-6 39 0,5-67 229,1-1 1,-1 0-1,0 0 0,0 0 0,0 0 1,-1 0-1,1-1 0,-1 1 1,1 0-1,-1 0 0,0-1 1,0 1-1,0-1 0,0 0 1,-1 0-1,1 0 0,-1 0 0,1 0 1,-4 2-1,4-3 21,0-1 0,0 1 0,0 0 1,0-1-1,0 1 0,0-1 0,0 0 0,0 0 0,0 0 0,0 0 0,0 0 1,0 0-1,0 0 0,0-1 0,0 1 0,0-1 0,0 0 0,0 1 0,0-1 1,0 0-1,1 0 0,-1 0 0,0 0 0,1 0 0,-1-1 0,0 1 0,1 0 1,0-1-1,-3-2 0,-1-3-138,0 0-1,0 0 1,1-1 0,0 0 0,1 0 0,-1 0-1,1 0 1,1 0 0,-2-10 0,0 0-337,2 0-1,0 0 1,1-26 0,3 12-605,3-1-1,0 1 1,2 1 0,2-1 0,1 1 0,1 1-1,1-1 1,32-53 0,14-10-5582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7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12013,'41'-29'3868,"-19"27"-2331,-3 2 1939,-16-20-5928,0 2 504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20 138 5889,'-15'-14'5373,"12"30"-3551,3-15-1592,-1 0 0,1 0 0,0 0-1,-1 1 1,1-1 0,0 0 0,0 1 0,0-1 0,0 0 0,0 0-1,0 1 1,1-1 0,-1 0 0,0 0 0,1 1 0,-1-1 0,0 0-1,1 0 1,0 0 0,1 3 0,-2-4-144,1 1 0,0 0 0,0-1 0,0 1 0,0-1 0,0 1-1,0-1 1,0 1 0,0-1 0,0 0 0,0 0 0,0 1 0,0-1 0,0 0 0,0 0 0,0 0 0,0 0 0,0 0 0,0 0 0,0 0-1,0 0 1,0-1 0,0 1 0,0 0 0,0-1 0,0 1 0,0-1 0,1 0 0,39-20 512,-16 7-38,27-8-160,0 3 1,0 2 0,2 2-1,96-14 1,227-2 15,-346 30-342,969 7 359,-2 75-1988,-942-76 1162,9 0-809,0 2 1,0 4-1,76 22 1,-140-33 1068,1 0 1,-1 1-1,0-1 1,0 0-1,0 1 0,0-1 1,-1 1-1,1-1 0,0 1 1,0-1-1,0 1 1,0-1-1,0 1 0,-1 0 1,1 0-1,0-1 1,0 1-1,0 2 0,-1-2-99,0-1 1,0 1-1,0 0 0,-1 0 0,1 0 0,0 0 0,-1 0 0,1 0 0,0-1 0,-1 1 0,1 0 0,-1 0 0,1-1 0,-1 1 1,0 0-1,1-1 0,-1 1 0,0 0 0,-1 0 0,-28 23-7359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8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0 11413,'-16'17'8397,"3"0"-6961,-15 20-208,-4 6-268,-6 12-148,0 5-176,-4 8-204,7 4-780,1 2-424,2 0-740,3 1-1040,7 2-3429,9 0-5184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9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1 9081,'-17'5'625,"1"1"1,0 1-1,0 0 1,1 1-1,0 1 1,0 0 0,1 1-1,-19 18 1,9-5-113,1 1 0,2 1 1,-29 41-1,48-61-475,-1 0-1,1 0 1,0 0 0,0 1-1,0-1 1,1 1 0,0-1-1,0 1 1,0 0-1,1 7 1,-1-2 44,1-9-74,0 0-1,1-1 1,-1 1 0,1 0 0,-1-1 0,1 1 0,0-1 0,-1 1 0,1-1 0,0 1 0,0-1 0,0 0 0,0 1 0,0-1-1,0 0 1,1 0 0,-1 0 0,0 0 0,1 0 0,-1 0 0,1 0 0,-1 0 0,1 0 0,-1-1 0,1 1 0,-1-1 0,1 1 0,0-1-1,1 1 1,8 2 4,-1-1 0,1 0-1,15 1 1,11-3 21,-1-2-1,1-2 1,-1-1 0,0-2 0,51-17 0,41-6-96,-98 24 77,0 1 1,0 2 0,0 1 0,1 1 0,58 7 0,-78-4-59,0 0 0,-1 1 1,1 0-1,0 0 0,-1 2 1,0-1-1,0 1 0,0 0 1,-1 1-1,1 0 0,-1 1 1,-1 0-1,1 0 1,-1 1-1,-1 0 0,1 0 1,-1 1-1,-1 0 0,9 14 1,-5-4-499,1-1 0,1 0 0,21 24 1,-29-40 450,0 1 1,0-1 0,0 1 0,0-1 0,1 0-1,-1-1 1,1 1 0,-1-1 0,1 0 0,0 0-1,-1 0 1,1-1 0,0 0 0,0 0 0,-1 0-1,11-1 1,5-2-113,0 0 0,32-11-1,-23 4 519,0-2 0,39-23 0,-43 22 106,-23 11-368,1 1 0,0 0-1,0 0 1,0 0-1,0 0 1,0 0 0,0 1-1,0-1 1,0 1 0,0-1-1,0 1 1,0 0-1,0 1 1,0-1 0,0 0-1,0 1 1,0 0 0,0 0-1,0 0 1,3 1 0,-1 1 25,0 0 1,0 0 0,0 1 0,0-1 0,-1 1 0,1 1 0,-1-1 0,0 0 0,4 7-1,-3-5-53,0 3 102,1 0 0,0 0 0,1-1 0,0 0-1,0-1 1,1 0 0,0 0 0,0 0 0,0-1 0,1 0 0,0-1 0,16 7 0,-25-11-98,0-1 0,1 0 0,-1 1 1,1-1-1,-1 0 0,1 0 0,-1 1 1,1-1-1,-1 0 0,1 0 0,-1 0 1,1 0-1,-1 1 0,1-1 0,-1 0 1,1 0-1,-1 0 0,1 0 0,-1 0 1,1 0-1,-1 0 0,1-1 0,-1 1 1,1 0-1,-1 0 0,1 0 0,-1 0 1,1-1-1,-1 1 0,1 0 0,-1 0 1,1-1-1,-1 1 0,0 0 0,1-1 1,-1 1-1,0-1 0,1 1 0,-1 0 1,0-1-1,1 1 0,-1-1 0,0 1 1,0-1-1,1 1 0,-1-1 1,0 1-1,0-1 0,0 1 0,0-1 1,0 1-1,0-1 0,0 1 0,0-2 0,0 1-21,0-1-1,-1 0 0,1 0 1,-1 0-1,0 1 0,0-1 0,1 0 1,-1 1-1,0-1 0,0 0 0,0 1 1,-1 0-1,1-1 0,0 1 0,-1 0 1,-1-2-1,-8-5-112,-1 1 0,0 0 1,0 0-1,0 1 0,-1 1 0,0 0 1,0 1-1,-14-3 0,14 5-1262,0 0-1,0 1 0,0 1 0,0 0 1,-15 2-1,8 1-5749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9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0 7325,'-13'35'1628,"13"-12"136,3 14-320,-9-3-208,-4 3-124,1 9-236,-10 2-204,-7 7-139,-12 5-149,-6 8-488,-16-2-697,-7 3-555,-3-6-872,-3-6-1416,6 3-2213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68 5897,'3'-2'1595,"23"-12"1184,-25 13-2670,-1 1-1,1-1 1,0 0 0,-1 0 0,1 1-1,-1-1 1,1 0 0,-1 0 0,1 0-1,-1 0 1,0 1 0,1-1 0,-1 0-1,0 0 1,0 0 0,0 0 0,1 0-1,-1 0 1,0 0 0,0 0 0,-1-1-1,4-12 1403,4-3-222,-17 22-391,-21 31-1332,26-30 246,1 0 1,-1-1 0,2 1-1,-1 1 1,1-1-1,0 0 1,0 1 0,0 0-1,1 0 1,0-1 0,1 1-1,-1 0 1,1 1-1,1-1 1,-1 0 0,1 0-1,1 0 1,-1 0-1,3 8 1,1 2-269,1-1 1,0 1-1,2-1 0,0-1 0,0 1 0,2-1 1,0-1-1,0 0 0,22 25 0,28 21-1448,-10-17 147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19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0 235 4644,'80'-26'492,"-58"6"157,-10 12-121,1-7-76,0 1-68,-4-3-100,1 0-204,-4 3-152,1-4-180,-11-2-212,-5-14-328,3 23-977,-1-9 589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32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64 140 9445,'-15'-16'6293,"-15"-3"-2880,16 12-2057,12 6-74,2-2-968,-1 2-290,1 0 0,0 0 0,-1 0 0,1 0 0,0 0 0,0 0 0,0 0 0,-1 0 0,1 0 0,0 0 0,1 0 0,-1 0 0,0 0 0,0 0 0,0 0 0,0 0 0,1 0 0,-1 0 0,0 0 0,1 0 0,-1 0 0,1 0 0,1-1 0,0 1-6,1 0 0,0 1 1,0-1-1,0 1 0,0-1 0,0 1 0,0 0 1,6 1-1,-1-1-25,861 29 233,-414-7-275,6008 63-15,-3304-175 616,-2524 67-423,2246-22 93,-2809 44-230,-19-1-7,0 3-1,0 1 0,63 13 1,-112-14-3,-6 0 74,-3 2-65,0 0 1,0-1-1,0 0 1,0 0-1,-1 0 1,1 0-1,0-1 1,-1 0-1,1 0 1,-8 0-1,-48 2 19,-1-3-1,1-3 1,-1-2-1,-114-25 1,158 26-53,-3-1 63,1-1 0,-27-10 0,45 15-42,0-1 8,-1 1 0,1-1 1,-1 1-1,0-1 0,0 1 0,0 0 1,0 0-1,0 0 0,0 0 0,-3 0 0,-7 4 56,-2 2-43,10 3 24,-1-1 1,2 0 0,-1 1-1,1 0 1,1 0 0,-1 0 0,-3 16-1,-8 15 182,-86 186 455,78-172-549,-114 316 308,65-168-303,-312 980 386,132-172-300,-36 610 819,175-746-344,30 0-367,22-208-233,-21-65-230,44-353-1022,32-200 85,-3-1 0,-2 0 0,-21 56 0,31-97 139,-6 10 391,-16-27-17404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34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972 511 2936,'0'0'50,"1"0"-1,-1-1 1,0 1-1,0 0 1,1-1 0,-1 1-1,0 0 1,0-1-1,0 1 1,0-1-1,0 1 1,0 0-1,1-1 1,-1 1 0,0 0-1,0-1 1,0 1-1,0-1 1,0 1-1,0 0 1,0-1-1,-1 1 1,1-1-1,0 1 1,0 0 0,0-1-1,0 1 1,0 0-1,-1-1 1,1 1-1,0 0 1,0-1-1,0 1 1,-1 0 0,1-1-1,0 1 1,-1 0-1,1 0 1,0-1-1,-1 1 1,1 0-1,-1 0 1,-22-23 1040,4 3-185,11 11-657,1-1-1,1 0 1,-1 0 0,2 0-1,0-1 1,0 0 0,-5-16-1,10 25-224,0-21-118,1 14 173,1 1 1,0-1-1,0 0 1,5-12-1,4-14 450,-11 32 12,-2-21-50,2 21-429,0 0 1,-1-1-1,1 1 0,0 0 0,-1 0 1,0 0-1,0 0 0,0 0 0,-1-2 1,-39-65 1632,38 62-1454,0 1 1,1-1-1,0-1 1,0 1-1,0 0 1,1 0-1,0-9 1,1 12-21,2-27 1068,-2 55-490,-173 925 3425,60-382-3657,75-353-438,-183 1053 475,49 9-242,154-1106-297,-30 354 188,-3 826 151,88 82-132,21-926-309,-48-437 34,41 197 9,-39-216 7,2-1 1,2 0-1,27 54 1,-42-100-11,0-1 1,0 1-1,-1-1 1,1 1-1,0 0 1,0-1-1,1 0 1,-1 1-1,0-1 1,0 0-1,1 1 1,-1-1-1,1 0 1,-1 0-1,1 0 1,-1 0 0,1 0-1,0-1 1,-1 1-1,1 0 1,0-1-1,-1 1 1,1-1-1,0 0 1,0 0-1,0 1 1,-1-1-1,1 0 1,0 0-1,0-1 1,0 1-1,0 0 1,-1-1-1,1 1 1,0-1 0,0 1-1,-1-1 1,4-2-1,1 0-5,1-1 1,-1-1-1,0 1 0,-1-1 1,1 0-1,-1-1 1,7-7-1,-1-4-11,0-1 0,-1 0-1,14-36 1,-6 14 115,-8 19-112,-1 0-1,-1-1 1,-1 1 0,-2-1 0,0-1 0,-1 1-1,2-37 1,-6 47 0,0 0 0,0 0 0,-2 0 0,1 1 1,-1-1-1,-1 0 0,0 1 0,-1 0 0,0-1 0,-1 1 0,0 1 0,-1-1 0,0 1 0,-1 0 0,0 0 0,-10-10 1,11 15 4,0 0 0,0 0 0,0 1 1,-14-7-1,0-1-34,16 10 41,0 1 0,0 0 0,-1 0 0,1 0 0,0 1 0,0-1 0,-1 1-1,1 0 1,-5 0 0,-4 0-18,13 0 17,-1 0 1,0-1-1,0 1 0,0 0 1,0 0-1,1 0 0,-1 0 1,0 0-1,0 0 0,0 0 1,0 0-1,0 0 0,1 0 1,-1 1-1,0-1 1,0 0-1,0 0 0,1 1 1,-1-1-1,0 1 0,0-1 1,1 1-1,-1-1 0,0 1 1,1-1-1,-1 1 0,0-1 1,1 1-1,-1 0 0,1-1 1,-1 1-1,1 0 1,-1 0-1,1-1 0,0 1 1,-1 0-1,1 0 0,0 0 1,0 0-1,0-1 0,-1 1 1,1 0-1,0 0 0,0 0 1,0 0-1,0 0 0,0-1 1,1 1-1,-1 0 1,0 0-1,0 0 0,1 0 1,-1-1-1,0 1 0,1 0 1,0 1-1,2 5-1,0 0 1,1 0-1,0 0 0,9 11 1,11 10-19,0-2 0,2-1 0,0-1 0,2-1 0,56 35 0,-36-30-22,1-3-1,1-1 0,58 18 1,-11-13 24,1-4 1,0-4-1,129 10 1,306-6-105,488-30 63,-689-1 45,1000-20 102,-27 0 93,208-11 75,-1310 31-238,1973-129 84,-22-179-37,-1561 189-50,-149 25 152,-397 89-146,230-57 108,-2-19-348,-272 86-24,-8 1-655,-186 11-732,187-11 1578,-16-17-83,16 9 108,3 6-56,0 1 1,0-1 0,0 0-1,0 0 1,0 0 0,1 0-1,-1 1 1,1-1 0,-1 0-1,1 0 1,0 0 0,0 0-1,0 0 1,0-4 0,1 1-462,-1 0 0,0 0 0,1 0 0,-2 1 0,1-1 0,-1 0 0,0 0 0,0 0 0,-2-5 0,-1-9-3198,-3-11-4329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0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653 0 3300,'0'0'4455,"-2"1"-3811,0 1-502,0-1-1,0 0 0,0 1 0,0-1 1,1 1-1,-1 0 0,0 0 0,1-1 0,-1 1 1,1 0-1,0 0 0,-1 0 0,1 1 1,0-1-1,0 0 0,0 3 0,-5 13 483,5-16-488,0 0-1,0 1 0,1-1 0,-1 0 0,1 0 0,-1 1 0,1-1 0,0 0 0,-1 0 0,1 1 0,0-1 0,1 0 0,-1 1 0,0-1 0,1 2 0,5 13 718,-4-10-536,1 0 1,0 0-1,0 0 0,0 0 0,1-1 0,0 1 0,7 9 0,-5-9-173,-1-1 1,0 1 0,0 1-1,-1-1 1,0 1-1,0-1 1,-1 1-1,0 0 1,-1 1-1,1-1 1,1 15-1,-2 3 124,-1-1 0,-3 41-1,0-27-9,-25 368 1226,-7-123-959,-46 325 252,-20 47-297,85-565-431,-92 529 210,-94 633 133,78 126-106,110-921-566,47 469 1,-22-791-75,6-1-1,6-1 1,56 176 0,-13-139-696,-5-15-1122,-29-79-292,-7-30-5310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1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992 489 4228,'24'-9'966,"-20"7"725,7 0-1192,5-4 1776,-17 5-2205,1 0-1,0 0 1,-1 0 0,1 0-1,0 0 1,-1 0 0,1 0-1,-1 0 1,0 0 0,1 1 0,-1-1-1,0 0 1,1 0 0,-1 1-1,0-1 1,0 0 0,0 1-1,0-1 1,-1-1-5,-38-7 116,13 2-170,-2 1-11,-1 2 0,-1 2 0,1 0 0,0 2-1,0 1 1,-45 8 0,15 4 49,2 2-1,0 3 1,-64 28-1,-200 106 1318,232-111-248,115-36-355,40 0-351,0-2 0,100-10-1,-64 2-287,3227-95 569,-105 5-710,-3027 87-20,1515-65 36,-9-31-39,-374-19 264,-635 8-598,-671 109-41,1 0 0,-1-2 0,41-21 0,-62 29 331,0 0-1,0-1 1,0 1-1,0 0 0,-1-1 1,1 1-1,0-1 1,0 1-1,-1-1 1,1 0-1,0 1 0,-1-1 1,1 0-1,-1 1 1,1-1-1,-1 0 0,1 0 1,-1 0-1,0 1 1,1-1-1,-1 0 1,1-2-1,-2 2-132,1 0 0,0 0-1,-1 0 1,0 0 0,1 0 0,-1 1 0,1-1-1,-1 0 1,0 0 0,0 0 0,0 1 0,1-1-1,-1 0 1,0 0 0,0 1 0,-2-2 0,-36-17-5989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3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509 306 6609,'7'-6'598,"-1"0"0,0 0 0,0 0 0,0-1 0,-1 1 0,0-2 0,-1 1 0,1 0 0,-1-1 0,5-16 0,-5 15-331,-1 0 0,-1 0 0,0 0 0,0-1 0,-1 1-1,0-1 1,0 0 0,-1 1 0,0-1 0,-1 1 0,0-1 0,-1 1-1,0-1 1,0 1 0,-1 0 0,0 0 0,-1 0 0,-5-9 0,8 16-234,-1-1 1,1 1 0,-1 0-1,0 1 1,1-1-1,-1 0 1,0 0 0,0 1-1,0-1 1,-1 1-1,1 0 1,0 0 0,0-1-1,-1 1 1,1 1-1,-1-1 1,1 0 0,-1 1-1,1-1 1,-1 1 0,1 0-1,-1-1 1,1 1-1,-1 1 1,0-1 0,1 0-1,-4 1 1,-2 1 14,1 1 1,-1-1 0,0 1-1,1 1 1,0 0 0,0-1-1,0 2 1,-8 6-1,-11 11 74,2 0-1,1 2 0,1 1 0,-25 36 1,-76 130 230,94-140-257,2 2 0,3 1-1,2 2 1,-24 88 0,43-131-85,1 0 1,0 0 0,1 0 0,0 0-1,1 1 1,0-1 0,2 0 0,-1 0-1,1 0 1,7 22 0,-6-26-23,1-1-1,0 1 1,0-1 0,0 0-1,1 0 1,1 0 0,-1-1-1,1 0 1,1 0 0,-1 0-1,1-1 1,0 0 0,0 0 0,1-1-1,15 9 1,0-4-115,-1 0 0,2-2 0,-1-1 0,1-1 0,0-1 0,0-1 0,0-1 0,43 0 0,-20-4-165,0-2 1,0-3 0,73-17 0,-91 16 221,0-1 1,-1-1 0,0-2-1,-1-1 1,0-1 0,-1-1-1,-1-1 1,0-2 0,-1 0-1,-1-2 1,0 0 0,-2-1-1,0-2 1,-1 0 0,24-36-1,-9 0 230,-3-3-1,31-78 1,-58 126-54,1 0-1,0 1 1,16-24-1,-13 60-172,5 31-329,10 109 0,-13-78-2235,-7-42 241,-1 1-1102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3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99 198 4992,'-44'-103'1581,"18"77"-313,17 3-240,-1 3 460,7 6-1208,-3 3-244,9 31-932,0 17-684,-3 11-780,7 4-493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3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232 402 4484,'-3'-6'330,"2"5"-209,0-1 0,0 1 0,0 0 0,0-1 0,0 1 0,0-1 0,1 1 0,-1-1 0,0 1 0,1-1 0,-1 0 0,1 1 0,0-1 0,0 0 0,-1 1 0,1-1 0,0 0 0,1 1 0,-1-1 0,0 0 0,0 0-1,1 1 1,2-6 2813,-19 10-968,12-1-1825,0 0 0,0 1 0,0-1 0,0 0 0,1 1 0,-1 0-1,1 0 1,0 0 0,0 0 0,0 1 0,-3 4 0,-28 44 609,13-14-484,2 0-1,1 2 1,3 0-1,-20 78 1,28-89-234,2 0 1,1 0 0,2 1 0,1-1-1,1 1 1,1-1 0,2 1 0,6 28 0,-5-44-169,0 0 1,1-1 0,0 1 0,1-1-1,0-1 1,1 1 0,1-1 0,0 0-1,1-1 1,14 16 0,-15-26-156,-3-1 266,-1-1-1,1-1 0,0 1 1,0-1-1,-1 0 0,1 0 1,-1 0-1,0 0 0,1-1 1,-1 0-1,0 0 0,-1 0 0,1 0 1,0-1-1,-1 0 0,0 1 1,0-1-1,0 0 0,0 0 1,-1-1-1,1 1 0,-1-1 1,0 1-1,2-9 0,12-38 78,-3 1 0,14-99 0,-5-109 377,-20 233-426,13-480 949,-15 502-955,-2-37 206,-1 35-87,-2 27-116,-20 410-287,12-112-3038,1-181-429,0 13-1891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4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87 3408,'-1'-1'84,"0"1"0,0-1 0,0 0 0,0 0-1,0 0 1,0 0 0,0 0 0,0 0-1,0 0 1,0-1 0,1 1 0,-1 0 0,0 0-1,1-1 1,-1 1 0,1 0 0,0-1 0,-1 1-1,1-1 1,0 1 0,0 0 0,0-1 0,0 1-1,0-1 1,0 1 0,0-1 0,0 1 0,1 0-1,-1-1 1,1 1 0,-1 0 0,1-1 0,-1 1-1,1 0 1,0 0 0,-1-1 0,2 0 0,2-6 342,-3 4 2047,-2 1-1287,-1-4-1016,-3-8 2402,5 15-2517,0 0 0,0-1 0,-1 1-1,1 0 1,0 0 0,-1 0 0,1 0 0,0 0 0,-1 0 0,1 0-1,0-1 1,0 1 0,-1 0 0,1 0 0,0 0 0,-1 0-1,1 0 1,0 0 0,-1 1 0,1-1 0,0 0 0,-1 0-1,1 0 1,0 0 0,-1 0 0,1 0 0,0 1 0,-1-1-1,1 0 1,0 0 0,0 0 0,-1 1 0,1-1 0,0 0-1,0 0 1,-1 1 0,1-1 0,0 0 0,0 0 0,0 1-1,0-1 1,0 0 0,-1 1 0,1-1 0,0 0 0,0 1-1,-14 21 813,0 0-1,2 0 1,0 1-1,-9 29 0,4-3-162,-12 59 0,12-8-906,-7 163-1,24-252 27,-1 191-6218,2-158 3170,1 38-5330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4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10721,'31'-70'6371,"-17"40"837,-11 37-6982,-1 1-1,0 0 0,0-1 0,-1 1 1,0 0-1,0 0 0,-1 14 1,0-8-23,-3 231-545,-9-3-4245,-9-83-4396,10-81-427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5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106 293 6205,'-13'-32'3719,"11"29"-3298,1 0 0,-1 0 0,1 0 0,-1 0 0,1-1 0,0 1 0,1 0 0,-1-1 0,0-4 0,0-16 2582,1 15-2471,0 1-1,0 0 1,1 0-1,0 0 0,0-1 1,4-11-1,-2 12-419,0 1 0,1-1 0,0 1 0,0 0 0,1 0 0,0 0 0,0 1 0,1 0 0,-1 0 0,1 0 0,1 0 0,-1 1 0,1 0 0,0 1 0,0-1 0,0 1 0,1 1 0,0-1 0,-1 1 0,1 1 0,0-1 0,12-1 0,-11 2-90,0 0 0,0 1 0,1 0 0,-1 1 0,0-1 0,1 2 0,-1-1 0,0 1 0,0 1 0,0 0 0,0 0 0,0 1 0,0 0 0,0 0 0,-1 1 0,0 0 0,0 1 0,0 0 0,0 0 0,9 8 0,-12-7-17,0 0 1,-1 0-1,1 1 1,-1 0-1,-1 0 1,1 0-1,-1 0 1,0 0-1,-1 0 1,1 1-1,-2 0 1,1-1-1,-1 1 1,0 0-1,-1 0 1,1-1-1,-2 1 1,1 0-1,-3 10 1,0 3-7,-2 0 0,0 0 0,-1-1 0,-1 0 0,-19 36 0,-38 52-4,-4-3 1,-96 114 0,72-100 23,87-112-45,0-1 1,1 1-1,0 1 1,0-1 0,1 0-1,-3 10 1,5-16 6,1 1 1,-1-1 0,1 0 0,0 0 0,-1 0 0,1 1 0,0-1 0,0 0 0,0 0 0,0 1-1,0-1 1,0 0 0,0 0 0,0 1 0,1-1 0,-1 0 0,0 0 0,1 0 0,-1 1-1,1-1 1,-1 0 0,1 0 0,0 0 0,0 0 0,-1 0 0,1 0 0,0 0 0,0 0 0,0-1-1,0 1 1,0 0 0,0 0 0,0-1 0,0 1 0,0 0 0,0-1 0,0 1 0,1-1-1,-1 0 1,0 1 0,0-1 0,0 0 0,1 0 0,-1 0 0,0 0 0,0 0 0,1 0 0,0 0-1,21 0-607,-1-1-1,1-1 0,-1-1 0,30-9 1,91-32-4340,-64 18 127,-9 6-2178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5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8757,'32'-15'1996,"-1"1"615,46-16 0,-66 27-2375,-1 1 0,1 0 0,0 0 0,-1 1-1,1 0 1,0 1 0,0 0 0,17 3 0,-20-2-166,0 1-1,-1 0 1,1 0-1,-1 1 0,1-1 1,-1 2-1,0-1 1,0 1-1,0 0 0,-1 0 1,0 1-1,8 7 1,-10-8-55,-1 0 1,0 0-1,0 0 1,0 0-1,-1 1 1,1-1-1,-1 1 1,0 0-1,0-1 1,-1 1-1,1 0 0,-1 0 1,0 0-1,-1 1 1,1-1-1,-1 0 1,0 0-1,0 0 1,-1 6-1,-2 7 13,-1 0 1,0 0-1,-1 0 0,-1-1 0,-1 0 0,0 0 0,-11 16 0,-75 107 7,4-7 151,90-132-176,0 0-1,1 0 1,-1 0-1,0 0 1,0 0-1,0 0 0,1 0 1,-1 0-1,0-1 1,1 1-1,-1-1 1,1 1-1,-1-1 0,3 1 1,2 1-17,0-1 0,1 0 0,-1-1-1,0 1 1,1-1 0,-1-1 0,1 1 0,-1-1 0,12-3 0,61-22-636,-38 11-88,47-15-1336,66-21-4577,-58 29-114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1 378 5797,'5'-87'2619,"5"-49"5521,-11 105-6369,0 20-1396,1 7 585,0-16-337,-7-31 47,8 50-634,-1 0 0,1 1-1,-1-1 1,1 0 0,0 0-1,-1 1 1,1-1 0,0 1-1,0-1 1,0 1-1,-1-1 1,1 1 0,0-1-1,0 1 1,0 0 0,1-1-1,8-3-1260,-4-1-4555,2-4 1300,2 0-2612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6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366 112 6237,'-1'0'141,"0"-1"1,0 1 0,1 0 0,-1 0-1,0-1 1,0 1 0,0 0 0,1-1 0,-1 1-1,0-1 1,0 1 0,1-1 0,-1 1 0,1-1-1,-1 0 1,0 1 0,1-1 0,-1 0-1,1 1 1,-1-1 0,1 0 0,0 0 0,-1 1-1,1-1 1,0 0 0,-1 0 0,1 0-1,0 0 1,0 1 0,0-1 0,0 0 0,0-1-1,1-2 529,0 0 0,1 0 0,0 0-1,0 1 1,0-1 0,0 0 0,3-3-1,-2 4-399,0-1-1,0 0 1,1 1-1,0-1 0,-1 1 1,1 0-1,0 0 0,0 1 1,1-1-1,-1 1 0,8-3 1,0 1 1,-1 0 0,1 1 0,22-3 1,-25 6-214,0-1 1,0 1 0,0 1-1,0 0 1,0 0 0,-1 1-1,1 0 1,0 0 0,-1 1-1,0 0 1,1 0 0,-1 1-1,0 0 1,11 9 0,-14-9-43,1 0 1,-1 0 0,0 1 0,0 0 0,0 0 0,-1 0 0,0 1 0,0-1 0,0 1-1,-1 0 1,0 0 0,0 0 0,0 1 0,-1-1 0,0 1 0,0-1 0,-1 1 0,0 0 0,0 0-1,0 7 1,-2 3-12,-2-1 0,0 0 0,-1 0-1,0 0 1,-1 0 0,-14 28 0,16-37 8,-7 18 14,-2-1-1,0-1 1,-26 38-1,-23 39 17,55-88-35,-2 1 1,1 1-1,0 1 0,1-1 1,0 1-1,-5 22 0,11-36-7,1 0 0,-1 0 0,1 0 0,-1 0 0,0 0 0,1-1 0,-1 1 0,1 0 0,-1 0-1,1-1 1,0 1 0,-1 0 0,1-1 0,0 1 0,0-1 0,-1 1 0,1-1 0,0 1 0,1 0 0,1 0 4,1 2-3,1 0-1,0 0 0,1-1 1,-1 0-1,0 0 1,1 0-1,-1 0 0,1-1 1,0 0-1,-1 0 0,1-1 1,0 1-1,9-2 0,16 3-7,-7 0-22,-8-1 31,-1 1-1,1 0 0,0 1 0,24 9 0,-9 0 18,-29-11-18,-1 0-1,1 0 0,-1 0 0,0 0 0,1 0 1,-1 1-1,0-1 0,0 0 0,0 1 0,0-1 1,0 1-1,0-1 0,0 1 0,0-1 0,-1 1 1,1-1-1,0 1 0,-1 0 0,0-1 1,1 1-1,-1 0 0,0 2 0,-2 32 47,2-36-46,-2 7 9,0-1 0,0 1 1,0-1-1,-1 0 0,0 0 0,0 0 1,0 0-1,-1 0 0,0-1 0,-6 7 1,-6 5 26,-29 24 0,28-27-14,-28 23-9,-2-2 0,-1-2 0,-62 33 0,27-26-2867,-113 41-1,126-53-2461,6 3-3164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6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22 8049,'39'0'2188,"-31"0"-208,-10 1-139,-3 0-946,-1 1 0,1-1 0,0-1 1,-1 1-1,1-1 0,0 0 0,-1 0 0,1-1 0,-8-1 0,10 2-506,2-1-239,0 1-1,0-1 1,0 0 0,0 1-1,0-1 1,0 0 0,0 0-1,0 0 1,1 0 0,-1 0-1,0 0 1,1 0 0,-1 0-1,0 0 1,1 0-1,-1 0 1,0-2 0,12 1-176,1 0 1,-1 1-1,0 0 1,0 1-1,1 0 1,-1 0-1,0 2 1,0-1 0,0 2-1,0-1 1,0 1-1,0 1 1,-1 0-1,0 1 1,15 8-1,-22-11 1,0 0-1,0 1 0,0-1 0,0 1 0,-1 0 0,1 0 0,-1 0 1,0 0-1,0 0 0,0 0 0,-1 1 0,1-1 0,-1 0 1,1 1-1,-1 0 0,0-1 0,-1 1 0,1 0 0,0-1 1,-1 1-1,0 0 0,0 0 0,0-1 0,-1 1 0,1 0 1,-1 0-1,0-1 0,0 1 0,0-1 0,-3 7 0,-2 4-8,0 0-1,-1-1 0,-1 0 0,0 0 0,-1-1 0,-11 13 1,4-6 24,-122 152-159,137-170 171,-1 1-1,1 0 1,0-1 0,0 1-1,0 0 1,0 0 0,0 0-1,0 0 1,1 0 0,-1 0 0,1 0-1,-1 0 1,1 0 0,0 0-1,0 0 1,0 1 0,0-1-1,0 0 1,0 0 0,1 0 0,-1 0-1,1 0 1,-1 0 0,1 0-1,0 0 1,0 0 0,0 0-1,0 0 1,2 3 0,4 2-15,0-1-1,0 0 1,0 0 0,1 0 0,14 8 0,-16-11 16,1 1-1,-1 0 1,0 1 0,0-1 0,0 1-1,-1 0 1,9 10 0,-12-11-6,0 0 1,0 0-1,0 0 0,-1 1 1,0-1-1,1 1 0,-2-1 1,1 1-1,0-1 0,-1 1 1,0-1-1,0 1 1,-1 6-1,0-3 1,-1 0 0,0 0 0,0 0 0,-1 0 0,0-1 0,-8 14 0,-2 0 4,-1-1 0,0 0 0,-2-1 0,-19 17 0,-25 20-130,-2-3 0,-3-3 0,-2-3 0,-80 43 0,24-28-2453,43-29-6114,57-24-819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7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11 10029,'-1'-1'448,"0"0"1,-1 0-1,1 0 1,0 0-1,-1 0 0,1 0 1,-1 1-1,1-1 1,-1 0-1,1 1 0,-1 0 1,1-1-1,-1 1 1,1 0-1,-3-1 1,2 2-261,1 0 0,0 0 1,0 0-1,-1 0 1,1 0-1,0 0 0,0 0 1,0 0-1,0 1 1,0-1-1,0 0 0,0 1 1,1-1-1,-1 0 1,0 1-1,1-1 0,-1 1 1,1 1-1,-3 6 162,0 0 0,1 1 0,0-1-1,1 1 1,0 0 0,0 17 0,0 9 488,0-19-727,0-1 0,1 0-1,1 0 1,1 0 0,0 1-1,1-1 1,0-1 0,2 1-1,0-1 1,0 1 0,2-1 0,0-1-1,0 1 1,2-1 0,0-1-1,0 0 1,1 0 0,1 0-1,0-1 1,0-1 0,1 0 0,1-1-1,0 0 1,0-1 0,1 0-1,0-1 1,1-1 0,-1 0-1,25 7 1,-6-6-218,0-1-1,0-2 1,1-1-1,-1-1 1,1-2-1,0-1 0,0-2 1,0-2-1,-1-1 1,0-1-1,0-2 1,0-1-1,39-17 1,-44 12 354,-1-2 0,0 0 0,-1-2 0,-1-1 0,24-23 0,-55 60 255,-11 20-285,-29 48 1,23-46-356,-19 45 1,-49 145-4009,33-74-5775,29-72-1058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7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72 226 12605,'-14'-5'1847,"11"4"-1413,0 0 0,0-1-1,0 1 1,0 1 0,-1-1 0,1 0-1,0 1 1,0 0 0,-1 0 0,1 0-1,-9 1 2793,11 2-1929,0-2-1166,-1 1 0,1-1-1,1 1 1,-1 0 0,0 0-1,0-1 1,1 1 0,-1 0-1,1 0 1,-1 0 0,1 0-1,0 0 1,0 0 0,0-1 0,0 1-1,0 0 1,1 4 0,1-3-41,-1 0 0,1 0 0,0 0 0,0 0 0,1-1 0,-1 1 0,1-1 0,-1 1 1,1-1-1,4 3 0,5 3 7,1 0 0,-1 0 0,2-1 0,-1-1 1,1 0-1,0-1 0,0 0 0,1-1 0,-1-1 0,29 3 0,10-3-738,91-6 0,-125 2 465,40-2-440,1-3-1,-1-3 1,-1-2 0,77-26 0,-104 27 431,-1-2 1,-1-1 0,0-1-1,-1-2 1,0-1 0,-1-1-1,-1-1 1,-1-1 0,37-39-1,-51 47 252,-3 4 62,0-1-1,-1 0 1,7-12-1,-13 20-49,-1 0-1,0-1 0,0 1 1,-1 0-1,1-1 1,0 1-1,0 0 1,-1 0-1,1-1 1,-1 1-1,1 0 1,-1 0-1,1 0 1,-1 0-1,0 0 1,1 0-1,-1 0 1,0 0-1,0 0 1,0 0-1,0 0 1,0 0-1,-1-1 1,-3 5 52,1 1 1,0-1 0,0 0 0,0 1 0,1 0 0,-1 0 0,1 0-1,0 0 1,0 1 0,-3 5 0,-3 2 98,-34 53 718,-69 134 0,-13 81-3997,97-215 1325,-10 24-1835,9-18-2332,-6 6-4718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3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2531 98 6193,'-6'-8'1054,"0"0"0,0 0 1,1-1-1,0 0 1,-4-11-1,-7-13 2430,15 31-2471,-4 3-603,-3 2-293,1 0-1,-1 0 1,1 1-1,-1-1 1,1 2-1,0-1 0,1 1 1,-1 0-1,-7 8 1,1 1 84,0 1 1,1 0-1,-13 22 0,-58 109 825,-73 174-1,100-199-756,-475 1082 766,86 31-741,-111 801-83,234-875-129,310-1122-402,-2-1 0,-1 0 1,-29 48-1,41-80 55,1-1 1,-1 1 0,0-1-1,0 1 1,-1-1-1,1 0 1,-1 0 0,0-1-1,0 1 1,-8 5-1,10-8 39,1-1-1,0 0 1,-1 1-1,1-1 1,0 0-1,-1 0 1,1 0-1,-1 0 1,1 0-1,0 0 1,-1-1-1,1 1 1,0 0-1,-1-1 1,1 1-1,0-1 1,0 1-1,-1-1 1,1 0-1,0 1 1,0-1-1,0 0 1,0 0-1,0 0 1,0 0-1,0 0 1,0 0-1,0 0 0,0 0 1,1 0-1,-1 0 1,0 0-1,1-1 1,-2-1-1,1-1-950,-1 0 1,0-1-1,1 1 0,0 0 0,0-1 0,-1-5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36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1609 0 4028,'-14'1'558,"0"1"0,1 0 0,-27 8 0,36-8-276,0-1 1,0 0-1,0 0 0,0-1 1,0 1-1,-1-1 1,1 0-1,-7-1 0,-13 1 688,-45 5 1369,65-4-522,8-1-1347,417 24 1176,-131-10-1437,1644 183 370,-276 21 330,370-3 743,-711-146-764,-825-46-770,-228-9-73,259 23-59,-402-22-52,-97-31 83,-17 10-23,1 0 1,0 1-1,1 0 0,-1 0 1,1 1-1,0 0 1,0 1-1,0 0 0,0 0 1,1 1-1,-1 0 0,1 1 1,18 0-1,287-15-67,-91 7 61,-124 0 82,-96 9-76,-30-21-14,24 20 18,1 0 0,0 0 0,-1 0 0,1 1 0,-1-1-1,1 1 1,-1-1 0,1 1 0,-1-1 0,0 1 0,1 0 0,-1 0 0,1 0 0,-1 0 0,0 0 0,-2 0 0,-20-2 31,-2-5 21,23 7 204,1 0-89,-5 1-335,7-1 212,-1 0 1,0 0-1,0 0 0,0 0 1,0 0-1,0 0 0,0 0 0,1 0 1,-1 1-1,0-1 0,0 0 1,0 0-1,1 1 0,-1-1 0,0 1 1,0-1-1,1 1 0,-1-1 0,0 1 1,1-1-1,-1 1 0,0-1 1,1 1-1,-1 0 0,1 0 0,-1-1 1,1 1-1,-1 0 0,1 0 1,0-1-1,-1 1 0,1 0 0,0 0 1,0 0-1,0 0 0,-1-1 1,1 1-1,0 0 0,0 0 0,0 1 1,-1 19 24,-2 0 1,0 0-1,-1 0 0,-13 36 1,6-22 20,-75 280 516,-70 223-54,-264 643-98,263-755-331,45-90-13,-94 470 1,171-607-74,8 1 1,-1 371-1,35-343 77,11 0 0,58 283 0,-39-356 163,8 49 432,-37-164-512,-5-28-94,-1 0-1,0 1 0,0-1 1,-1 0-1,-2 24 1,1-32 97,-3-6-122,-4-1-70,0 0-1,0 0 1,1-1 0,0 0 0,0 0-1,0-1 1,0 1 0,1-1 0,0-1-1,0 1 1,0-1 0,0 1 0,-5-11-1,-4-6-22,-2 1 0,0 1 0,-2 0 0,0 1 0,-1 1 0,-25-19 0,-61-24-664,-114-48 0,-120-33-9,81 45 368,-4 12 0,-3 11 0,-275-39 0,-196 14 34,-4 25 190,124 14-34,-1020-103 33,-4 41 26,-178 143 53,1234 28-425,541-40-43,37-4-15,23-2 272,23 1-568,0 3-1,0 1 1,65 22 0,-75-21-788,-5 3-1021,-11 0-2692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37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1828 251 5577,'3'-7'481,"0"-1"1,-1 1 0,0-1 0,-1 1 0,1-1 0,-1 0 0,-1 0 0,0 1 0,-1-14 0,1-9 1884,1 1 0,7-42 0,-8 43-39,0 28-2297,0-1-1,-1 1 1,1 0 0,0 0 0,0 0 0,0-1-1,0 1 1,0 0 0,-1 0 0,1 0-1,0 0 1,0-1 0,0 1 0,-1 0 0,1 0-1,0 0 1,0 0 0,-1 0 0,1 0 0,0 0-1,0 0 1,0 0 0,-1 0 0,1 0-1,0 0 1,0 0 0,-1 0 0,1 0 0,0 0-1,0 0 1,-1 0 0,1 0 0,0 0 0,0 0-1,-1 0 1,1 0 0,0 0 0,0 0-1,0 1 1,-1-1 0,1 0 0,0 0 0,0 0-1,0 0 1,-1 1 0,1-1 0,-31 37 975,23-26-939,-23 37 513,1 2 1,3 1-1,-25 65 0,8-18-35,-407 831 1651,362-740-2049,-426 979 587,354-726-2026,-153 673-1,242-674-609,62-332 459,5 1 0,10 113-1,-2-178-1186,3-1-1,22 87 0,2-48-5893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37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3005 30 4908,'-8'-5'655,"-1"1"-1,0 0 0,0 1 0,0 0 0,-1 0 1,1 1-1,-1 0 0,0 0 0,1 1 0,-19 1 0,24 0-46,4 1-534,-1 0 0,1-1-1,-1 1 1,1-1-1,-1 1 1,1-1 0,-1 1-1,0-1 1,1 1-1,-1-1 1,0 1-1,0-1 1,1 0 0,-1 1-1,0-1 1,0 0-1,1 0 1,-1 0-1,-2 0 1,2 0-5,0 1 0,0-1 0,1 0 0,-1 0 0,0 0 0,0 1 0,0-1 0,0 0 0,0 1 0,0-1 0,0 1 0,0-1 0,1 1 0,-1-1 0,0 1 0,0-1 0,1 1 0,-1 0 0,0 0 0,1-1 0,-1 1-1,1 0 1,-2 1 0,1 39 774,-3 0 0,-1 0-1,-2 0 1,-2-1-1,-2 0 1,-30 74 0,-128 219 1337,149-296-1829,-223 392 1396,-254 477-301,-439 1005-2411,636-1223-598,68-148-946,-69 135-5237,261-594 5767,10-22-3333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39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29 5052,'-7'-3'413,"0"1"0,0 0-1,-1 1 1,1-1-1,0 1 1,-1 1-1,1-1 1,-1 1 0,1 1-1,-13 1 1,14-1 16,0 0 0,-1 0 1,1-1-1,0 0 1,-1 0-1,1-1 0,0 1 1,-1-1-1,1-1 1,0 1-1,0-1 0,0 0 1,-11-6 3269,61 5-3209,0 1-1,-1 2 0,1 2 0,44 8 0,-19-2-238,627 79 430,-681-85-671,459 64 163,500 69 23,-359-49-137,3417 279 112,-2804-333-139,-5-83-17,-906 11-354,-254 29-1071,-1-3 0,111-41 0,-163 51 244,0-1 1,0 0-1,-1 0 1,13-10-1,-17 12-421,-1-2-1,0 1 1,0 0-1,0-1 1,4-5-1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9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1039 145 5144,'24'-14'1831,"-23"13"-1611,1 0-1,-1 0 1,0 0-1,0 1 1,0-1-1,0 0 1,-1 0 0,1 0-1,0 0 1,0-1-1,0 1 1,-1 0-1,1 0 1,-1 0-1,1-1 1,-1 1-1,1-2 1,6-13 2427,29-20 3173,-35 34-5093,-3-13 407,3 14-1086,-1 0-1,0 1 0,0-1 1,0 0-1,0 0 0,0 0 0,0 0 1,0 0-1,0 0 0,0 1 0,0-1 1,0 0-1,0 0 0,-1 0 1,1 0-1,0 0 0,-1 1 0,1-1 1,-1 0-1,1 0 0,-1 1 0,1-1 1,-2-1-1,-9-2 61,0 0-1,0 1 1,0 0-1,0 1 1,-1 0-1,1 1 1,-1 0-1,1 1 1,-1 0-1,-22 4 1,-18 4 185,-51 16 0,98-23-268,-69 19 192,2 4 1,0 2-1,-96 51 1,123-53-142,2 2 0,0 2 0,2 1 0,1 3 0,2 1 0,-41 45 0,68-66-66,1 0 0,1 1 0,0 0 0,1 0 0,0 1 0,1 0 0,0 0 0,1 1 0,-6 23 0,10-29-62,1 1 0,0-1 1,0 1-1,1-1 0,0 1 1,1-1-1,0 0 0,0 1 1,1-1-1,0 0 0,1 0 1,0 0-1,0 0 0,1 0 1,0 0-1,0-1 0,7 8 1,1 1-177,1-2 0,1 0 0,0 0 0,1-2 0,0 1 0,1-2 1,1 0-1,0-1 0,32 15 0,-6-7-403,0-1 0,2-2 0,51 11-1,-40-15 91,1-2 0,0-3 0,0-2-1,0-3 1,91-7 0,-99 0 400,0-3 1,-1-2-1,0-1 1,0-3-1,-1-2 1,79-39-1,-92 35 293,-1 0 0,0-3 0,37-33-1,80-88 1563,-93 76-513,-56 66-734,-4 5-308,-12 9-522,0 2-1,1 0 1,1 0-1,0 1 1,-21 34 0,-10 9-3373,18-25-582,3 1-2333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49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16 103 6017,'3'-25'1720,"0"5"-36,1 5-236,2-2 720,3 6-1500,7-3 588,0 28-1372,0-3-296,-19 9-404,0 20-236,-16-5-720,-10 5-1436,-6 8-1393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0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442 200 5400,'0'-3'1659,"1"-14"-306,1 1-1,2-1 1,-1 1-1,2 0 0,7-19 1,11-42 2667,-23 74-2609,-2 4-1351,-1 0 0,1 0 0,0 0 0,-1 0 0,1 0 0,0 1 0,0-1 0,0 1 0,0 0 0,0-1 0,0 1 0,0 0 0,0 0 0,1 0 0,-2 3 0,0-2 32,-42 63 362,13-16-186,-7 8-93,-31 63 1,-15 25-689,29-55-1270,9-14-1423,-4-4-3653,21-33-526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0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 5573,'10'-17'1524,"23"-29"0,-29 41-1158,0 1-1,0-1 0,1 1 1,-1 0-1,1 0 0,0 1 1,0-1-1,0 1 0,0 0 1,11-4-1,-13 6-288,0 0 1,0 1 0,1-1-1,-1 1 1,1-1 0,-1 1-1,0 0 1,1 0 0,-1 0-1,1 1 1,-1-1 0,0 1-1,1 0 1,-1 0 0,0 0-1,0 0 1,0 1 0,0-1-1,4 3 1,-2 0-48,-1 0 0,1 0 0,-1 0 0,0 0 0,-1 1 0,1 0 0,-1 0 0,0 0 0,0 0 0,3 8 0,0 3-249,-1 0 0,0 0 0,-1 0 0,-1 1 0,-1-1 1,0 1-1,-1 21 0,-3-18-1000,0 1 1,-2 0 0,-6 22-1,-5 13-3695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1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5240,'67'-20'1217,"-23"0"-221,-25 14-192,7-5-156,18-9-168,-12 6-440,6 2-48,3-2-392,1-6-552,-11-6-1368,11 0-441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1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480 128 4688,'-23'1'654,"1"1"0,0 1-1,0 0 1,0 2-1,0 1 1,1 0-1,-1 2 1,-33 17-1,28-11-441,2 1-1,0 2 0,0 0 0,2 2 1,-41 41-1,56-51-277,0 0-1,0 0 1,1 1 0,1 0 0,0 0 0,-10 21-1,15-28-171,3-2 212,0 0 0,-1 0 0,1 0 0,0-1 0,0 1 0,0 0 0,0-1-1,-1 1 1,1-1 0,0 0 0,0 1 0,0-1 0,0 0 0,0 0 0,3-1 0,-2 0 31,-1-1 0,0 1 0,1-1 1,-1 1-1,0-1 0,0 0 0,0 0 1,0 0-1,2-3 0,6-5-13,12-13 196,-1-2-1,-2 0 1,0-1 0,-2-1-1,19-38 1,-21 36-23,10-19 911,29-81-1,-71 149-751,-1 10-985,-27 61-1,3-5-1621,2-14-1024,-7 9-1325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1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16 645 5308,'101'-202'4360,"-83"164"-3200,136-257 7629,-138 263-7651,-11 24-449,0-1 1,-1-1-1,0 1 1,0 0-1,3-13 1,-3 12 545,0 20-265,-1 26 152,-7 13-499,-2 1 0,-2-1 1,-2-1-1,-19 54 0,18-62-397,-76 253-712,-14-5-5872,35-84-4154,43-106-709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3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331 168 5100,'9'-24'3557,"1"1"-1,24-42 0,-19 34 87,-13 28-2811,-1 1-127,2-17 682,-6 31-123,-8 22-283,-94 232 2397,21-54-3737,68-176-1304,-35 62 1,0-4-2508,11-5-2335,-3 0-4111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3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631 271 5697,'1'-6'527,"-1"1"1,0-1-1,-1 0 1,0 0-1,0 0 1,-2-6 0,0-4 1206,2 10-1282,1 0 0,0 0-1,0 0 1,0 0-1,1 0 1,0 0 0,0 0-1,1 0 1,-1 0-1,1 1 1,0-1 0,1 1-1,-1-1 1,7-8-1,-3 5-92,0 0-1,1 0 1,0 0-1,1 1 1,0 0-1,15-12 1,-15 14-302,-1 2 0,1-1 0,0 1 0,0 0 0,0 1 1,1 0-1,-1 0 0,1 1 0,0 0 0,0 1 0,-1 0 0,1 0 0,0 1 1,0 0-1,0 0 0,0 1 0,0 0 0,0 1 0,-1 0 0,1 0 0,-1 1 1,1 0-1,-1 0 0,0 1 0,0 0 0,0 1 0,-1 0 0,1 0 0,-1 0 1,-1 1-1,1 0 0,-1 1 0,0-1 0,0 1 0,-1 0 0,0 1 0,0-1 0,0 1 1,4 12-1,-3-3-34,0 1 0,-2-1 1,0 1-1,-1 0 0,0 1 0,-2-1 1,0 0-1,-1 1 0,-1-1 0,-1 1 1,-5 26-1,1-20-12,-2-2 0,0 1 0,-1-1 0,-1 0 0,-1-1 0,-2 0 0,0-1 0,-18 22 0,-24 25 26,-4-3 1,-84 73-1,-147 98 1,-9-4 8,283-218-30,0 0 0,-27 33 0,42-47-11,0 1 0,0 0 0,1 0 0,-1 0 0,1-1 0,-1 1 0,0 0 0,1 0 0,0 0 0,-1 0 0,1 0 0,0 0 0,-1 0 0,1 0 0,0 0 0,0 0 0,0 0 1,0 0-1,0 0 0,0 0 0,0 0 0,0 1 0,0-1 0,1 0 0,-1 0 0,0 0 0,1 0 0,-1 0 0,0-1 0,1 1 0,-1 0 0,1 0 0,0 0 0,-1 0 0,1 0 0,0-1 0,-1 1 0,1 0 0,0 0 0,0-1 0,0 1 0,0-1 0,1 2 0,4 1 4,0-1-1,-1 1 1,1-1-1,1 0 0,11 3 1,26 1-3,0-1 0,75-3 0,-59-1-15,421-20-2519,-120 1-6725,-228 15 422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0 302 14389,'39'-30'2261,"0"2"0,80-43-1,-105 64-1812,49-25 1092,2 3 1,104-33 0,-121 50-1186,-1 1 0,1 3 1,90-4-1,-131 12-341,1 1 0,-1-1 0,0 1 0,0 0 0,1 1 0,-1 0 0,0 0 0,9 4 0,-15-5-20,1 0 1,0 0-1,0 0 1,0 0 0,-1 0-1,1 1 1,0-1-1,-1 1 1,1-1-1,-1 1 1,0 0 0,1-1-1,-1 1 1,0 0-1,0 0 1,0 0-1,0 0 1,-1 0-1,1 0 1,0 0 0,-1 0-1,0 0 1,1 0-1,-1 0 1,0 0-1,0 0 1,0 0 0,0 0-1,0 1 1,-1-1-1,0 3 1,-1 3-21,-1-1 1,-1 1-1,1-1 0,-1 0 1,0 0-1,0 0 0,-1-1 1,0 1-1,0-1 0,-1 0 1,-10 8-1,-11 8-86,-40 26 1,45-33 56,-257 156-135,41-26 36,229-140 157,-26 19 58,34-23-57,1-1-1,-1 1 0,1-1 0,-1 1 0,1-1 0,-1 1 0,0-1 0,1 1 0,0-1 0,-1 1 0,1-1 1,-1 1-1,1 0 0,0-1 0,-1 1 0,1 0 0,0-1 0,0 1 0,0 0 0,-1 0 0,1-1 1,0 1-1,0 0 0,0 0 0,0-1 0,0 1 0,0 0 0,1-1 0,-1 1 0,0 0 0,0 0 1,0-1-1,1 1 0,-1 0 0,0-1 0,1 1 0,-1 0 0,0-1 0,1 1 0,-1-1 0,1 1 1,-1-1-1,1 1 0,0 0 0,4 2-4,0 0 0,1 0 0,-1-1 0,0 1 1,1-1-1,-1 0 0,1-1 0,0 0 0,9 2 0,59 1-339,-48-4 135,159-5-1600,-50 0-213,-40 4 390,212 3-7493,-161 8 343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4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908 145 11933,'-1'0'27,"0"-2"146,-1 1 0,0 0 0,0 0 0,1-1 0,-1 1 0,1-1 0,-1 1 1,1-1-1,-1 0 0,1 0 0,0 0 0,-1-2 0,2 2-20,0 1-1,1 0 1,-1-1 0,1 1 0,-1-1 0,1 1 0,0 0-1,0-1 1,0 1 0,-1 0 0,1 0 0,0-1-1,0 1 1,1 0 0,-1 0 0,0 0 0,0 0 0,0 1-1,3-2 1,15-14 755,1 0-1,0 2 1,1 1-1,1 0 1,27-11-1,-46 24-865,0 0-1,0 1 0,-1-1 0,1 1 1,0-1-1,0 1 0,-1 0 0,1 0 1,0 0-1,-1 0 0,1 1 0,3 2 1,-5-4-3,-1 2-32,0-1 0,0 1 0,0 0 0,0-1 0,0 1 0,-1-1 0,1 1 0,0-1 0,-1 1 1,1-1-1,-1 1 0,0-1 0,1 1 0,-1-1 0,-2 3 0,-14 22 32,-80 78 134,75-84-170,1 1 1,1 1-1,1 1 1,1 1-1,-29 51 1,45-70-18,0 1-1,0-1 1,1 0 0,-1 1 0,1-1 0,1 1-1,-1-1 1,1 1 0,0 0 0,0-1 0,0 1-1,3 7 1,0 4-138,2-1 0,10 26 0,-4-14-19,-10-24 146,0-1 0,0 1 0,-1 0 1,1 0-1,-1 0 0,0 0 0,0 0 1,0 0-1,-1 0 0,1 0 0,-1 0 0,0 0 1,0 0-1,0-1 0,-1 1 0,-2 5 1,1-3 10,-2 1 1,1 0-1,0-1 0,-1 0 1,-1 0-1,1 0 1,-10 7-1,-32 24-6,-3-2-1,-92 49 0,-119 40-216,210-102 66,-24 10-674,-60 30-5194,113-47 1324,5-1-2523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5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1000 70 11029,'3'0'249,"0"0"1,0 0-1,-1-1 0,1 1 1,0-1-1,0 1 0,-1-1 0,1 0 1,-1 0-1,1 0 0,0 0 1,-1 0-1,0-1 0,1 1 1,-1-1-1,3-2 0,28-14 1988,-1 8-1070,1 2 0,57-6 0,-77 12-1063,0 2 1,0 0-1,0 0 0,1 1 1,-1 1-1,-1 0 1,1 0-1,0 2 1,-1 0-1,13 5 0,-21-8-84,-1 1 1,0 0-1,0 0 0,1 0 0,-1 0 0,0 0 0,-1 0 0,1 1 0,0 0 0,-1-1 1,1 1-1,-1 0 0,0 0 0,0 0 0,0 1 0,0-1 0,-1 0 0,1 1 0,-1-1 1,2 8-1,-3-7-9,0 1 1,0-1-1,0 0 1,0 1-1,-1-1 1,0 1-1,0-1 0,0 0 1,0 0-1,0 1 1,-1-1-1,0 0 1,0 0-1,0-1 1,-1 1-1,-4 6 1,-21 21 31,-1-1 0,-1-2 1,-56 41-1,47-39-19,1 1 1,-36 40-1,70-66-23,-1 0 0,2 0 0,-1 0 0,0 0 0,1 1 0,0 0 0,1-1 0,-1 1 0,1 0 0,-3 12 0,4-14-1,1 1-1,0-1 0,0 0 0,0 1 0,0-1 1,1 1-1,0-1 0,0 0 0,0 0 0,0 1 1,0-1-1,1 0 0,0 0 0,0 0 0,0 0 1,4 4-1,9 11 3,1-1 1,1 0-1,1-1 1,0-1 0,22 14-1,-17-13-20,-1 2-1,36 37 1,-55-53 14,0 0 0,0 1 1,-1-1-1,0 1 0,0-1 1,0 1-1,0 0 0,0 0 0,-1 0 1,1 0-1,-1 0 0,0 0 1,0 0-1,-1 0 0,0 1 0,1-1 1,-1 0-1,0 0 0,-1 0 1,1 1-1,-1-1 0,0 0 0,0 0 1,0 0-1,-1 0 0,1 0 1,-1 0-1,0 0 0,0-1 0,0 1 1,-4 4-1,-3 3-17,-1 0-1,0 0 1,-1-1 0,0-1-1,-1 0 1,0 0 0,-23 12-1,-46 18-595,-2-3-1,-89 26 0,122-45 323,-339 99-4085,127-50-1822,244-62 5628,-125 33-5823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6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2120 2764,'52'-94'3207,"-40"68"-2614,0 0 0,-2-1 0,-1 0-1,11-51 1,-18 59-460,30-153 765,-25 148-844,0 0 0,2 0 0,0 1 0,2 0 0,14-23 0,15-16-50,3 1 0,3 1-1,1 3 1,4 2 0,58-49-1,-6 19-30,3 4 0,4 5 0,146-76 0,-83 66 15,3 8 0,329-98 1,-165 83-23,514-74 0,-13 100 273,3 48 172,-827 19-400,970-6 347,-391 4-246,1269 52 31,-813 33-94,75 38 177,-210 20-41,-15 73-199,-792-180 59,-3 6 0,0 4 1,-4 5-1,187 118 0,576 346 1182,-706-423-1044,63 29 269,5-9 0,5-11 0,293 84 0,-367-138-145,421 142 499,-533-168-728,57 32 0,-91-44-65,-1 0 0,1 2 0,-2 0 0,1 0 0,-1 1 0,-1 0 0,1 1 0,15 22 0,-24-30-88,0 0 0,-1 0 0,0 1 0,1-1 0,-1 1 0,0-1 0,-1 1 0,1-1 0,-1 1 0,1 0 0,-1-1 0,0 1 0,0 0 0,-1-1 0,1 1 0,-1-1 0,0 1 0,0 0 0,0-1 0,-3 6 0,-1-7-1001,3-2 891,-4-1-699,1 1 0,0-1 0,-1 0 0,1-1 0,-8-2 0,-4-9-4643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1433 35 6249,'0'-3'1362,"6"-28"4374,-7 35-5344,-13 59 555,2-24-582,4-10-112,2 1-1,1-1 0,2 1 0,0 0 0,2 0 1,4 38-1,10 7 179,3-1 1,36 102-1,-49-168-417,11 31 100,-3 1-1,0 0 1,6 58-1,-16-85-104,0-1-1,-1 1 1,-1-1-1,0 1 0,0-1 1,-2 1-1,1-1 1,-2 0-1,1 0 0,-2 0 1,1-1-1,-2 1 1,1-1-1,-2 0 0,-13 18 1,0-6-116,-1-1 0,-1 0 0,-1-2 0,-2 0 0,-39 24 0,-144 71-1103,199-110 1146,-418 182-3160,-16-37-2763,240-87 1384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7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35 2708,'6'-14'900,"-19"2"-1376,1 4-456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4:58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575 0 3772,'0'0'1541,"-3"3"-955,-10 12-217,1 1 1,1 0-1,0 1 1,-15 31 0,-27 81 681,15-34-572,-56 116 488,-88 215 673,144-310-1011,-39 205-1,67-273-468,3 5 813,8-52-952,0-1 0,1 1 1,-1-1-1,0 1 0,0-1 0,0 1 1,0-1-1,1 0 0,-1 0 1,0 0-1,0 0 0,0 0 0,1 0 1,-1 0-1,0 0 0,0 0 0,0 0 1,2-1-1,-1 1 20,22-5 22,-1 0-1,0-1 1,1-2-1,41-19 0,4-2 37,282-95 25,-109 39-1495,0-5-3916,-121 44-325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04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143 332 10873,'0'-3'1919,"-2"-23"1396,1 23-1954,1 0-165,0-10-406,1 0 1,0 0-1,0 0 0,1 0 0,1 1 0,7-22 0,-9 30-589,0 0-1,0 0 1,0 0 0,-1 0-1,1 0 1,-1 1 0,0-1 0,-1-4-1,1-6 203,1-1 84,1 0 0,1 0 0,0 0-1,1 0 1,1 1 0,11-27-1,-15 38 8,-7 68-218,2-37-240,-48 267-323,6-103-3276,5-41-2668,7-53-3149,21-58 1208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05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8693,'52'4'2843,"-42"-5"-2180,0 1-1,0 1 0,0 0 0,0 0 0,0 1 0,0 1 0,0-1 0,0 1 1,15 8-1,-13-4-392,-1 0 1,0 1 0,0 0 0,-1 0-1,0 1 1,0 0 0,-1 1 0,0 0-1,-1 1 1,10 17 0,-6-7-162,-2 1 1,-1 0-1,-1 0 1,0 1-1,-2 0 1,-1 1-1,0 0 1,-2-1-1,0 29 1,-5-15-46,-1 1 1,-2-1 0,-1 0-1,-22 68 1,22-84-42,-22 69 108,29-94-127,1 1-1,0-1 1,0 1 0,0-1 0,1 1-1,-1 0 1,5-4 0,4-6 1,106-163 6,-63 91-3,95-113 0,-132 179-16,1 0 1,0 2-1,1 0 0,35-22 0,-48 34 11,0 1 0,0 1-1,1-1 1,0 1 0,-1 0 0,1 1 0,0 0-1,0 0 1,0 0 0,0 1 0,1 0-1,-1 0 1,0 1 0,1 0 0,-1 0 0,0 1-1,0 0 1,1 0 0,-1 1 0,10 3-1,-11-2 6,1 1 0,-1 0 0,0 1 0,0-1 0,-1 1 0,1 0 0,-1 1 0,0-1 0,-1 1 0,1 0 0,-1 0 0,0 0 0,-1 1 0,1 0 0,4 12 0,2 11 29,-1 1 0,7 42 0,-15-69-34,5 43 6,-2 0 0,-2 1 1,-7 88-1,1-75-1053,6 100 1,-2-152 789,1 0 1,1 0 0,0 0-1,0-1 1,1 1-1,0 0 1,0-1 0,1 0-1,0 0 1,0 0 0,1 0-1,0-1 1,1 0 0,-1 0-1,9 8 1,-6-9 18,0 0 0,0 0 0,1-1 0,0 0 0,-1-1 0,1 0-1,1 0 1,-1-1 0,1 0 0,-1-1 0,1 0 0,0 0 0,17 0 0,-9-2 32,0 0 0,1-1 0,-1-1 0,0-1 0,-1 0 0,1-2 0,27-9 0,-20 4 48,0-2 0,-1-1-1,0-1 1,30-22 0,5-14 1077,-1-2-1,78-92 0,-29 22 2454,-151 159-2227,-73 78-668,-7 9-208,123-123-270,1-1-1,0 1 1,0-1 0,0 1 0,0 0-1,0-1 1,0 1 0,0-1-1,0 1 1,0-1 0,0 1-1,0-1 1,0 1 0,0 0-1,0-1 1,1 1 0,-1-1-1,0 1 1,0-1 0,1 1 0,-1-1-1,0 1 1,0-1 0,1 0-1,-1 1 1,1-1 0,-1 1-1,1 0 1,10 8 52,-4-8-7,1 0 0,-1-1 0,0 0 0,0 0 0,0-1 0,0 0 0,0 0 0,12-4 0,18-3 110,-22 7-287,0 0 0,0 1 0,0 0 0,0 1-1,0 1 1,-1 0 0,1 1 0,-1 1-1,1 0 1,-1 1 0,21 10 0,-30-12-33,0-2 1,0 1-1,1-1 1,-1 0-1,0 0 1,1 0-1,-1-1 1,1 0-1,-1 0 1,1 0-1,-1-1 1,0 1 0,1-1-1,-1-1 1,0 1-1,0-1 1,1 0-1,5-3 1,11-6 268,0-2 1,35-26 0,-26 17 159,-9 7 62,1 1-1,0 1 1,1 1-1,40-14 1,-55 23-229,0 0 1,0 1 0,0 0 0,1 0 0,-1 1 0,1 1-1,-1-1 1,0 2 0,1-1 0,-1 1 0,1 1 0,-1-1-1,0 2 1,0-1 0,0 1 0,15 7 0,-14-4-104,-1 0 41,1 0-1,0-1 1,0-1-1,0 1 1,1-1-1,0-1 0,0 0 1,0-1-1,0 0 1,15 1-1,20-5 72,-1-3 0,73-16 0,25-3 37,-121 22-130,0 0 0,0 2-1,0 1 1,36 6 0,51 18 36,32 5-354,-120-27 189,1-1 0,0-1 0,0 0-1,31-4 1,-44 0 133,0 1-1,0-1 1,-1 0-1,1-1 1,-1 0-1,0 0 1,0-1-1,-1 0 1,0-1-1,1 1 1,-2-1-1,8-8 1,28-20 648,-41 33-657,1 0 0,-1 0 0,1 0 0,-1 1 0,1-1 0,0 1 0,0-1 0,-1 1 0,1-1 0,0 1 0,-1 0 0,1 0 0,0 0 0,0 0 0,0 0 0,-1 0 0,1 1 0,0-1 0,-1 0 0,1 1 0,0-1 0,-1 1 0,1 0 0,0 0 0,-1 0 0,1-1 0,-1 1 0,0 0 0,1 1 0,-1-1 0,0 0 0,1 0 0,-1 1 0,0-1-1,0 0 1,0 1 0,1 2 0,3 3 19,-1 1-1,0 0 0,0 0 0,-1 0 0,0 0 1,3 9-1,0 14 34,0 1 0,-3-1 1,0 1-1,-2 0 0,-1 0 0,-2-1 0,-1 1 1,-11 49-1,4-40-15,-2-1-1,-2 0 1,-2-1 0,-1-1 0,-2 0 0,-24 36 0,-17 16-9,-5-2 0,-85 91 0,111-134 2,-28 29 11,60-68-34,0 0 0,0 0 0,-1 0 0,0-1 0,0 0 0,0 0 0,-17 6 0,24-11-16,1 0 1,-1 1 0,1-1-1,0 0 1,-1 0-1,1 0 1,0 0 0,-1 0-1,1 0 1,-1 0 0,1 0-1,0 0 1,-1 0-1,1 0 1,0 0 0,-1 0-1,1 0 1,-1 0 0,1 0-1,0 0 1,-1-1-1,1 1 1,0 0 0,-1 0-1,1 0 1,0-1 0,-1 1-1,1 0 1,0 0-1,0-1 1,-1 1 0,1 0-1,0-1 1,0 1 0,-1 0-1,1-1 1,0 1-1,0 0 1,0-1 0,0 1-1,0 0 1,-1-2 0,3-23 37,17-32-11,-3 27-17,1 1-1,2 0 1,37-44 0,76-68-495,-83 94-359,2 3-1,1 1 0,83-49 1,-87 63-1821,2 3 0,69-26 1,-26 22-4745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05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709 23 12317,'0'-1'100,"0"1"0,1-1-1,-1 1 1,0-1 0,0 0-1,0 1 1,1-1 0,-1 1-1,0-1 1,0 0 0,0 1 0,0-1-1,0 1 1,0-1 0,0 0-1,0 1 1,0-1 0,0 1 0,0-1-1,0 1 1,-1-1 0,1 0-1,0 1 1,0-1 0,-1 1-1,1-1 1,0 1 0,-1-1 0,1 1-1,0-1 1,-1 1 0,1-1-1,-1 1 1,1 0 0,-1-1 0,1 1-1,-1 0 1,1-1 0,-1 1-1,1 0 1,-1-1 0,1 1-1,-1 0 1,1 0 0,-1 0 0,0 0-1,1 0 1,-1 0 0,1 0-1,-1 0 1,0 0 0,1 0 0,-1 0-1,-1 0 1,-2 1 516,0-1 0,0 1 0,0 0 0,0 0 0,0 1 0,0-1 0,0 1 0,-6 3 0,-7 8 253,1 1 0,1 0 0,0 1-1,-23 30 1,11-14-205,-265 334-24,246-296-3619,-40 82 0,11 2-4937,59-110 3101,9 0-2505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06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 11189,'2'-3'216,"0"1"-1,1-1 1,-1 1-1,0-1 1,1 1-1,-1 0 1,1 0-1,0 0 1,0 0-1,0 0 1,0 1-1,0-1 1,0 1-1,5-2 1,51-10 1798,-44 11-1716,45-9 587,-1 2 0,1 3 0,74 3 1,-132 2-861,0 1 0,0 0 1,0 0-1,0 0 0,0 0 0,-1 1 1,1-1-1,0 0 0,0 1 1,0 0-1,0-1 0,0 1 1,0 0-1,-1 0 0,1 0 1,0 0-1,-1 0 0,1 0 1,-1 1-1,1-1 0,-1 0 1,0 1-1,1-1 0,-1 1 1,0-1-1,0 1 0,0 0 1,0 0-1,0-1 0,1 5 1,-2 1 40,1 0 0,-1 0 1,0-1-1,-1 1 0,0 0 0,0 0 1,-3 9-1,-2 19 170,6-27-210,0 0 0,0 1 1,0-1-1,1 0 0,1 0 0,-1 0 0,1 0 1,0 0-1,1-1 0,0 1 0,0 0 0,1-1 1,0 0-1,0 0 0,1 0 0,0-1 0,0 1 1,0-1-1,8 7 0,4 1 16,0-1 0,1 0 0,0-1-1,1-1 1,1-1 0,0-1 0,22 8 0,5-2-10,1-1 0,51 7 0,43-1 18,-118-19-40,-1 0 1,1-1-1,-1-1 0,26-5 1,-46 5-12,-1 1-1,1 0 1,0-1 0,-1 1 0,1-1 0,-1 0 0,1 0 0,-1 0-1,1 0 1,-1 0 0,1 0 0,-1-1 0,0 1 0,0-1-1,0 0 1,0 0 0,0 0 0,0 1 0,2-5 0,-3 4 2,-1 1-1,0-1 1,0 0 0,1 0 0,-1 1 0,0-1-1,-1 0 1,1 0 0,0 0 0,0 1-1,-1-1 1,1 0 0,-1 1 0,1-1 0,-1 0-1,0 1 1,0-1 0,0 1 0,0-1 0,0 1-1,-2-3 1,-7-7-56,0 0-1,-1 0 1,-1 1 0,0 1-1,-15-11 1,-110-64-3647,48 34-4536,69 39 617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07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 6309,'-6'6'590,"-1"-1"1,0 0-1,0 0 1,0-1 0,0 1-1,-12 3 1,15-6 391,2 0-96,-4 2-596,0 1 0,1 0 0,-1 0 0,1 1-1,1-1 1,-1 1 0,1 0 0,0 1 0,0-1 0,0 1 0,1-1-1,0 1 1,1 0 0,0 0 0,0 0 0,0 1 0,1-1 0,0 0-1,-1 15 1,2-18 100,2-1-58,-2-1-284,1 0 0,-1 0 1,1 0-1,0 0 1,0 0-1,0-1 0,0 1 1,0 0-1,1-1 0,-1 1 1,0 0-1,1-1 1,-1 1-1,1-1 0,-1 0 1,1 0-1,0 0 0,0 0 1,-1 0-1,1 0 1,0 0-1,4 1 0,2-1 60,-1 0-1,1 0 0,0-1 1,-1 0-1,1-1 1,11-1-1,65-12 461,-39 5-268,90-5 1,-124 15-283,-1 0 1,1 1-1,-1 0 1,1 1-1,-1 0 1,0 1-1,0 0 1,17 11-1,-17-10-15,1 0-1,-1 0 1,1 0 0,0-2-1,0 1 1,0-1-1,17 2 1,4-6-1,-1-1 1,0-1-1,0-1 0,0-2 1,30-10-1,-34 8-2,2 1 1,-1 1-1,1 1 0,-1 2 0,1 1 1,35 2-1,-28 4 17,12 2 22,0-1 0,0-3 1,92-8-1,-125 3 55,-1 0 0,21-9 0,17-3 157,-50 14-182,1 1-69,-1 1 0,1-1 0,-1 1 0,0-1-1,1 1 1,-1 0 0,0-1 0,0 1 0,1 0 0,-1 1 0,0-1-1,0 0 1,0 1 0,0-1 0,0 1 0,-1-1 0,1 1 0,0 0-1,-1 0 1,1 0 0,-1 0 0,3 4 0,-2-2-43,2 0 1,-1 0 0,0 0-1,1 0 1,7 6 0,2-2-83,1 0 0,0 0 1,0-1-1,0-1 0,26 7 0,77 13-565,-86-21 596,-17-3 150,0-2 1,-1 1-1,1-2 1,0 0-1,-1 0 0,1-2 1,-1 1-1,1-2 1,-1 0-1,0 0 1,0-1-1,12-8 0,-20 11 24,0-1-1,0 0 1,-1-1-1,0 1 1,0-1-1,0 0 1,0 0-1,0 0 1,-1-1-1,6-8 1,22-51 1250,-24 49-895,-6 12-52,-1 6-243,1 10-33,-1-1 0,0 1 0,-1-1 0,-1 0-1,0 1 1,-5 13 0,-1 15 54,-9 47-73,-4-2 0,-3 0 0,-4-1 0,-4-2 0,-3-1 0,-4-2 0,-58 88 0,-120 148-163,155-236 29,-130 126 0,183-197 60,-1-1 1,0 1-1,0-2 1,-1 1-1,1-2 1,-23 11-1,29-16-11,0 1 0,0-1 0,-1 0 0,1 0 0,0-1 0,-1 1 0,1-1 0,0 0 0,-1 0 0,1 0 0,0-1 0,-1 0 0,1 1 0,0-2 0,0 1-1,-1 0 1,1-1 0,0 0 0,0 0 0,1 0 0,-1 0 0,-7-6 0,6 3-20,0-1-1,0 1 1,0-1 0,0 0-1,1-1 1,0 1 0,0-1-1,1 0 1,0 0 0,0 0-1,0 0 1,1 0 0,0-1-1,1 1 1,0 0-1,0-1 1,0-8 0,0-3-111,1 1 1,1-1-1,1 0 0,1 1 1,9-36-1,-3 27-104,0 0 1,3 1-1,0 0 0,1 1 0,2 0 1,0 1-1,20-22 0,-9 15-268,2 1-1,1 1 1,2 2-1,43-31 1,5 7-642,3 4 0,1 4 0,137-52 0,299-83-1054,-71 27 3854,-375 124-818,175-74 1986,-224 89-2380,0-1 1,-1-2-1,-1 0 1,0-1-1,-1-1 1,-1-2-1,28-30 1,-24 10 425,-18 27-685,-5 9-163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07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12 5601,'-19'-6'1044,"-4"1"-800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4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604 0 4252,'-30'3'437,"-1"2"-1,1 0 0,0 2 0,1 1 1,-30 13-1,25-5-101,0 2 0,-56 40 0,-52 53 45,120-93-332,-48 48-345,68-64 20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4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1180 6181,'7'-52'343,"0"2"577,1-92 0,-3 35 1824,35-189 0,-22 184-1324,6-94 1406,-7 50-747,-10 98-657,9 888 1133,-8-514-2104,-28 381 7,-45 0-148,49-540-246,-62 506 121,39-340-87,-42 287 61,-46 467-1425,120-991 515,4-1 1,3 1 0,5 0-1,16 95 1,-18-169 424,-1 1 1,2 0-1,0-1 1,0 0-1,1 0 1,1 0 0,10 18-1,-13-27 134,0 1-1,0-1 1,0 1 0,0-1-1,0 0 1,1 0-1,-1 0 1,1-1 0,0 1-1,0-1 1,0 0-1,0 0 1,0 0 0,0-1-1,0 1 1,1-1-1,-1 0 1,1 0 0,-1-1-1,0 1 1,1-1-1,0 0 1,-1 0 0,7-1-1,0-1-838,-1 0-1,0-1 0,16-6 1,41-22-5306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5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1139 4708,'-25'-4'523,"0"-1"393,2 2 5149,24-18-4720,0 16-1267,1 0 0,-1 1 0,1-1 0,0 1 0,0-1 0,0 1 0,0 0 0,1-1 0,0 1 0,0 0 0,0 1 0,7-7 0,51-40 309,-51 42-330,30-20 83,0 1-1,62-29 0,-52 29-60,139-66 111,4 8-1,290-86 1,570-83 339,26 105-173,872 53-57,2 135-237,-1068-2-14,-808-32 29,89 17 0,-162-21-77,1 0 1,-1 0-1,1 0 1,-1 0-1,0 1 0,1-1 1,-1 1-1,0 0 1,0 1-1,-1-1 0,1 1 1,0-1-1,-1 1 1,1 0-1,-1 0 0,0 1 1,0-1-1,0 1 1,2 4-1,-4-5-2,0-1 0,0 1-1,-1 0 1,1-1 0,-1 1 0,0-1 0,0 1 0,0 0 0,0-1-1,0 1 1,-1 4 0,0 2-39,0 16 80,-2 0-1,-7 34 1,-2 12 154,-29 284 935,-17 152-389,-48 327-222,-32-1-267,82-508-272,5-32 100,-51 322 48,-25 228 846,125-830-951,-66 430 626,42-316-460,-59 177 0,62-237-120,-58 112 0,70-156-61,-15 33 126,-3-1 0,-2-2 0,-70 92 0,96-138-30,-1-1 0,1 0 0,-1 0-1,0-1 1,-1 0 0,-8 6 0,2-27-86,-5-6 80,15 17-97,0 1 0,-1-1-1,0 1 1,0 0-1,-9-6 1,12 9 4,0 1 0,-1-1 0,1 1 1,0-1-1,-1 1 0,1 0 1,0-1-1,-1 1 0,1 0 1,0 0-1,-1 0 0,1 0 1,-1 0-1,1 1 0,0-1 1,-3 1-1,-1 0 9,-33 2-52,1 3 1,-63 16 0,12-1 22,-755 116 44,264-49-27,-1352 311 9,22 106-128,1327-343-227,-4-30-284,313-92 121,233-37 309,0-2-1,0-1 1,1-2 0,-71-13-1,98 13 91,0-1 0,1-1-1,-1 0 1,1-1 0,0 0-1,0 0 1,0-1 0,1-1 0,0 0-1,0 0 1,0-1 0,1 0-1,1 0 1,-1-1 0,1-1-1,-11-17 1,12 14-132,0 0 1,1 0-1,1-1 0,0 0 1,1 0-1,0 0 0,1 0 1,1-1-1,0 1 0,1-1 1,1 0-1,0 1 0,3-21 1,2 7-676,2 0 0,0 0 0,2 0 0,1 1 1,1 1-1,1 0 0,20-32 0,18-25-4963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6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524 86 4320,'0'0'39,"0"0"-1,0-1 0,0 1 1,0 0-1,-1-1 1,1 1-1,0 0 0,0-1 1,0 1-1,0 0 0,0-1 1,0 1-1,0-1 0,1 1 1,-1 0-1,0-1 0,0 1 1,0 0-1,0 0 0,0-1 1,0 1-1,1 0 1,-1-1-1,0 1 0,0 0 1,0 0-1,1-1 0,-1 1 1,0 0-1,0 0 0,1-1 1,-1 1-1,0 0 0,1 0 1,16-10 887,-13 9-778,-1-1-1,0 0 0,1 1 1,-1-1-1,0-1 0,0 1 1,3-3-1,34-41 2970,-38 44-1728,-2 7-902,-43 992 5860,35-877-6030,-97 1350 1855,-44 0-1309,93-1020-751,-153 1418 472,174-1323-657,31-469 51,-2 167-289,6-226 167,1 1-1,1 0 0,0-1 1,7 24-1,-8-36 15,1 0 0,0 0 0,0 0 0,0-1 0,0 1 0,1 0 0,0-1 0,0 0 0,0 0-1,1 0 1,-1 0 0,1 0 0,0-1 0,0 1 0,0-1 0,1 0 0,-1 0 0,9 4 0,-10-6-34,0 0 1,0 0-1,-1-1 1,1 1-1,0-1 1,0 1-1,0-1 1,0 0-1,0 0 1,0 0-1,-1 0 1,1-1-1,0 1 1,0-1-1,0 0 1,0 0-1,-1 0 1,1 0-1,0 0 1,-1 0-1,1-1 1,4-3-1,-4 2-409,1 0-1,-1-1 1,1 1-1,-1-1 1,0 1-1,-1-1 1,1 0-1,-1-1 1,0 1-1,0 0 1,0-1-1,0 1 1,1-8-1,1-11-4208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6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2193 5188,'-132'29'2623,"93"-12"-1361,34-14-1160,0-1-1,0 1 1,-1-1-1,1 0 1,-9 2-1,8-1 63,1-1 0,-1 1 0,1 0 0,0 0 0,0 0 0,1 1 0,-1 0 0,1 0 0,0 0 0,0 0 0,-6 9 0,8-11 522,26 4 1224,-11-8-1639,-1 0 0,0 0-1,0-2 1,0 1 0,0-1 0,19-10 0,-10 5-21,1055-346 3454,32 91-3266,-826 201-329,113-27-254,2280-498-1304,824-91 825,-3327 648 515,544-126-2328,-708 155 2085,19-9-715,-24 4-502,-13-2-1640,-28-7-3489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7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200 194 8069,'6'-11'681,"9"-16"591,-15 26-1153,0 0 0,1 0 0,-1-1 1,0 1-1,0 0 0,0 0 0,0-1 0,0 1 0,0 0 1,0 0-1,0-1 0,-1 1 0,1 0 0,0 0 0,-1-1 0,1 1 1,-1 0-1,1 0 0,-1 0 0,0 0 0,0 0 0,0-1 1,-26-41 3915,23 35-2969,0 1-1,-1-1 0,0 1 1,-9-12-1,5 10 215,6 6-861,0 0 0,0 0 0,0 0 0,0 0-1,0 0 1,-1 1 0,-3-3 0,6 5-384,-1-1 0,1 1 0,0 0 0,0-1 0,0 1-1,0 0 1,-1 0 0,1 0 0,0 0 0,0 0 0,0 0 0,-1 1 0,1-1 0,0 0 0,0 1 0,0-1 0,0 0 0,0 1-1,0-1 1,0 1 0,-1 0 0,2-1 0,-1 1 0,0 0 0,0 0 0,0 0 0,0-1 0,0 1 0,1 0 0,-2 2 0,-7 9 75,0 2 0,0 0 0,2 0 0,-1 0 0,2 1 0,0 0 0,1 0 0,0 0 0,1 1 0,-2 27 0,0 10-333,2 101 0,20 195-3754,0-8-1630,-26 1-4301,0-234 3781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8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18 299 10045,'-18'-41'2285,"18"38"-2024,0-1 0,0 1 0,0-1-1,1 1 1,-1-1 0,1 1 0,0-1 0,0 1-1,0-1 1,0 1 0,1 0 0,-1 0-1,1-1 1,0 1 0,0 0 0,0 1-1,4-6 1,2-2 298,0-3-263,1 0 1,1 1-1,0 1 1,1 0-1,0 0 1,1 1-1,0 1 0,1 0 1,-1 0-1,2 1 1,-1 1-1,1 0 1,18-5-1,-7 3-180,0 1 0,1 1 0,0 1 0,1 1 0,-1 2 0,48 0 0,-50 3-86,-1 1 0,1 2 0,0 0 0,40 13 0,-52-12-29,-1 0 0,1 1 1,-1 0-1,-1 1 0,1 1 1,-1-1-1,0 2 0,-1-1 0,1 1 1,-2 1-1,10 10 0,-10-9 1,-1 0-1,1 0 1,-2 1 0,0 0-1,0 1 1,-1 0-1,0-1 1,-1 1 0,0 1-1,-1-1 1,2 14 0,-4-9-2,0 0 1,-1 0-1,0 1 0,-2-1 1,0 0-1,-1-1 1,-7 26-1,-3-6 19,-1-1 0,-2 0 0,-1-1-1,-2 0 1,-1-2 0,-42 53 0,25-42-13,-26 35 145,56-69-161,0 2 1,1-1-1,0 1 1,1 0-1,-7 19 1,11-28-35,1 0 0,0 1 1,-1-1-1,1 0 0,0 0 0,0 1 1,0-1-1,1 0 0,-1 0 0,0 1 1,1-1-1,-1 0 0,1 0 0,0 0 1,0 0-1,0 0 0,0 0 0,0 0 1,0 0-1,1 0 0,-1 0 0,1-1 1,-1 1-1,1 0 0,0-1 0,-1 1 1,1-1-1,0 0 0,0 0 0,0 0 1,0 0-1,3 2 0,9 3-501,0-1 0,1 0 1,27 5-1,-26-6-38,109 15-4183,-53-10 329,9 7-2135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772 171 10617,'24'-26'6885,"-20"20"-6648,1 0 0,1 1 0,-1-1 0,1 1 0,8-6 0,7-2-1,1 1-1,1 1 1,0 0 0,0 2 0,1 1 0,26-6-1,-8 5-37,-1 2 0,82-4-1,-102 11-186,-1 0-1,1 2 0,-1 0 0,1 1 1,-1 1-1,31 10 0,-45-12-7,0 0 1,0 1-1,0 0 0,-1 0 0,1 0 1,-1 0-1,1 1 0,-1 0 0,0 0 1,-1 1-1,1-1 0,-1 1 0,0 0 0,0 0 1,0 0-1,0 1 0,-1-1 0,0 1 1,-1 0-1,1 0 0,-1 0 0,0 0 1,0 1-1,1 9 0,-3-4 11,1 1 0,-2-1-1,0 0 1,0 1 0,-1-1 0,-1 0 0,0 0-1,-6 15 1,-7 14 42,-23 40-1,-12 28-4,41-81-39,2 1-1,1 0 1,2 0-1,-5 56 1,13 119-60,-2-168 55,1-13 4,-2-1 0,-1 1 0,0-1 1,-2 1-1,-10 39 0,2-17-6,-3 0 0,-1-1 0,-2 0-1,-2-2 1,-2 0 0,-28 41 0,6-27-118,-3-2 0,-2-1 0,-2-3 0,-2-3 0,-2-1 1,-69 43-1,26-28-1432,-2-4 0,-3-4 0,-112 40 1,83-42-3037,6-4-2609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19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1 420 5933,'35'-184'1421,"-18"69"715,-12 81 285,13-52-1,-10 105-1197,-1 20-763,-2 1 1,0 43-1,-1-10-95,31 317 1006,13 181-508,-28 565-92,-58 4-344,-6-334-277,-14 432-4,72-756-509,-3-379-262,4 0 0,45 159 0,-51-234 165,0-1 0,2 0 0,1-1-1,1 0 1,33 48 0,-37-61-135,1-1-1,0-1 1,1 1-1,1-1 0,0-1 1,0 0-1,1-1 1,0-1-1,1 1 0,-1-2 1,2 0-1,21 7 1,18 0-4708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0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2325 3488,'-8'2'412,"0"0"0,-1 0 0,1-1 0,0 0 0,-1-1 0,1 0 0,-1 0 0,1-1 0,-1 0 0,1 0 0,-1-1 0,1 0 0,0 0 0,-15-8 0,20 9 835,2 2-1212,1-1 1,-1 0-1,0 0 1,0 0-1,0 0 0,0 0 1,0 0-1,0-1 0,0 1 1,0 0-1,0 0 1,0-1-1,1 1 0,-1 0 1,0-1-1,0 1 0,0-1 1,0 1-1,1-1 1,-1 0-1,0 1 0,1-1 1,-1 1-1,0-1 1,1 0-1,-1 0 0,1 0 1,-1 1-1,1-1 0,-1 0 1,1 0-1,0 0 1,-1 0-1,1 0 0,0 0 1,0 1-1,0-1 0,0 0 1,0 0-1,0 0 1,0 0-1,0 0 0,0 0 1,0 0-1,0 0 1,0 0-1,1 0 0,-1 0 1,0 1-1,2-3 0,1-4 35,0 0 0,1 0 0,1 0 0,6-10 0,-10 17-72,14-19 50,1 0 1,1 2-1,0 0 0,2 1 1,19-14-1,110-63 86,-136 86-124,523-267 168,-324 172-178,310-158-13,448-214-65,31 62 8,194 71 51,-906 285 24,3 12 0,360-7 1,-514 47-26,0 7 0,-1 6 0,190 36 0,-288-36 32,0 1 1,-1 2 0,0 1 0,48 25 0,-71-31-15,-1 1 1,1 0-1,-1 2 0,-1-1 1,0 1-1,0 1 0,-1 0 0,0 1 1,-1 0-1,0 0 0,-1 1 1,-1 1-1,12 23 0,-11-12 35,-1 0-1,-1 0 1,-2 1-1,0 0 1,-2 0-1,1 31 1,-11 161 295,7-214-324,-43 475 525,-4 69-44,7 1121 624,19-507-808,1-115-409,18-766 74,30 1070-26,19-815 44,-30-347 41,-7 193 0,-14-289 52,-4 1-1,-3-2 0,-5 0 0,-31 98 0,41-167 48,-28 77 229,29-88-266,0-1-1,-1 0 1,0 0 0,0 0 0,-2-1 0,-8 11-1,12-17-21,0-1-1,0 0 0,-1 0 0,0 0 0,1 0 1,-1-1-1,0 1 0,0-1 0,0-1 0,-1 1 1,1-1-1,0 0 0,0 0 0,-7 0 0,-7 1 145,0-2-1,-25-2 0,-229-40 1199,113 14-1043,-1333-179 120,1159 162-604,-126-8-166,-563 7-1,672 55-541,2 15 0,-428 85 0,661-86-73,-145 25-3986,227-47 1046,9-10-1968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0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14 139 4164,'-13'4'241,"17"1"1418,28 6 2679,-16-7-3259,-11-3-929,0 0 0,0 0-1,0-1 1,0 0 0,0 0-1,0 0 1,0-1 0,1 1 0,-1-1-1,7-3 1,6 0 99,31-3 269,67-20 0,-98 22-443,0-1 0,0-1 1,-1-1-1,0 0 0,-1-1 1,28-20-1,-3-20 1383,-40 50-1404,0 1 1,0 0-1,0 0 1,0 0 0,0 0-1,0 0 1,-1 0-1,1 0 1,-1 0 0,1 2-1,1 21 277,0 1-1,-2 32 0,-1-45-229,3 140 691,-1-92-550,25 502 1603,220 1686-11,-84-872-1529,-76-248-178,-73-725-110,42 735-636,-54-1127 571,25 231-1271,-18-195 329,2-1 0,31 91 0,-30-113 127,0 0 0,2-1 0,23 34 0,-23-40-1233,1-1-1,24 23 1,-7-11-3475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1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2021 5384,'-8'4'376,"7"-3"-298,0 0 0,0 0 0,0-1 0,0 1 0,0 0 0,0-1 0,0 1 0,0-1 0,0 1 0,0-1 0,0 1 0,0-1 0,0 0 0,-1 0 0,1 0 0,0 1-1,0-1 1,0 0 0,0 0 0,0-1 0,-1 1 0,1 0 0,0 0 0,0 0 0,0-1 0,0 1 0,0-1 0,0 1 0,0-1 0,0 1 0,-2-2 0,-1 0 303,-1 1 1,1-1-1,-1 1 0,0 0 1,1 0-1,-1 0 1,0 1-1,0 0 1,1 0-1,-1 0 1,-9 1-1,-27 0 1744,20-4-1442,17 3-29,1-1-64,2 1-545,0-1-1,0 1 0,0 0 0,-1-1 1,1 1-1,0-1 0,0 1 1,0-1-1,0 0 0,0 1 0,0-1 1,0 0-1,0 0 0,0 0 1,0 1-1,0-1 0,1 0 0,-1 0 1,0 0-1,0-1 0,1 1 1,-1 0-1,1 0 0,-1 0 0,1-2 1,0 1-9,1 0 1,-1-1-1,1 1 1,0 0-1,0 0 1,0 0-1,0 0 0,0 0 1,0 0-1,1 0 1,-1 0-1,1 0 1,-1 0-1,1 1 1,0-1-1,2-1 1,13-10 71,0 1 1,1 0-1,0 1 1,1 1-1,31-11 1,-47 19-98,414-149 588,24 29-359,-437 121-237,1615-392 8,13 42-730,22 23-656,73-15-2630,-1135 209-1788,-367 78 498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2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113 189 6265,'-11'-29'2220,"9"24"-1774,0 1-1,0-1 0,0 0 0,1 1 0,0-1 0,0 0 0,0 0 0,0 0 0,0-9 1,2 5 386,-2 0 0,1 1 1,-1-1-1,-1 1 0,-3-15 1,1 6 486,3 15-520,-5-7 459,6 8-1246,0 1 0,0 0 0,0-1 0,0 1 0,0 0 0,0 0 0,0-1 0,0 1 0,0 0 0,0-1 0,0 1 0,0 0 0,0 0 0,0-1 0,0 1 0,-1 0 0,1 0 0,0-1 0,0 1 0,0 0-1,0 0 1,-1-1 0,1 1 0,0 0 0,0 0 0,0 0 0,-1 0 0,1-1 0,0 1 0,0 0 0,-1 0 0,1 0 0,0 0 0,0 0 0,-1 0 0,1 0 0,0 0 0,0-1 0,-1 1 0,1 0 0,0 0 0,-1 0 0,1 0 0,0 0 0,0 1 0,-1-1 0,1 0 0,0 0 0,-1 0 0,1 0-1,0 0 1,-1 0 0,-1 5 121,-1 0-1,1 0 1,0 0-1,1 0 1,-1 0-1,1 0 1,0 0-1,-1 11 1,-1 3 130,-11 42 99,4 2 0,2-1-1,3 1 1,2 0-1,9 98 1,85 333-4793,-12-167-5637,-43-199 1984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2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92 2380,'0'17'1176,"0"-37"-1032,0 0-112,7 6-384,-1 0-68,1 0-88,-1 2-216,10-2 136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98 5220,'-3'-19'1135,"3"15"35,0 0 132,0-3-488,1-1 1,0 0-1,0 1 1,0-1-1,1 1 1,8-19 4911,-20 47-3594,-7 31-972,2 0 0,-14 99 1,21-106-876,-2 20-464,4 1 1,2 0-1,8 105 0,42 194-7942,-44-353 7692,14 82-4720,8-2-2791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3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412 444 6929,'-10'-28'1744,"8"25"-1365,0 0-1,1-1 1,-1 1 0,1-1-1,0 1 1,0-1 0,0 0-1,1 1 1,-1-1 0,1-7 0,2-8 203,0 0 0,2 0 0,0 0 0,1 1 0,1-1 0,1 1 0,0 1 0,1-1 0,1 1 1,1 1-1,16-23 0,-24 38-560,11-17 227,1 1 1,0 0-1,19-15 1,-27 27-201,-1 0 0,1 1-1,1-1 1,-1 1 0,0 1 0,1 0 0,0 0 0,0 0 0,0 0-1,0 1 1,0 0 0,0 1 0,1 0 0,10-1 0,-8 2-14,-1 0 0,1 0 0,0 1 0,-1 0 0,0 1 0,1 0 0,-1 1 0,0-1 0,0 2 0,0-1 0,0 1 0,-1 1 0,1 0 0,-1 0 0,9 7 0,-6-1-6,0 1 1,-1-1 0,-1 2 0,1-1-1,-2 1 1,0 1 0,0 0-1,-2 0 1,10 27 0,-10-19-7,0 1 1,-2-1-1,-1 1 1,0 0-1,-2 0 1,-2 24-1,-4 7 13,-2 1 0,-3-2 1,-2 1-1,-36 96 0,9-54 71,-4-2 1,-3-1-1,-75 108 0,-199 240 665,134-195-381,174-229-346,-16 21 78,-22 41 1,48-77-123,1 1-1,-1-1 1,1 1-1,0-1 1,0 1 0,0 0-1,0-1 1,0 1 0,1 0-1,-1-1 1,1 1 0,0 0-1,0 0 1,0-1 0,0 1-1,0 0 1,1 0-1,0 4 1,0-5-10,1-1 0,-1 1 0,0-1 0,1 0 0,-1 1 0,1-1 0,0 0 0,-1 0 0,1 0 0,0 0 0,0 0 0,0-1 0,0 1 0,-1 0 0,1-1 0,0 1 0,0-1 0,0 0 0,0 0 0,0 0 0,0 0 0,0 0 0,0 0 0,0 0 0,0-1 0,4 0 0,33-7-314,-1-2-1,0-1 1,69-30-1,-58 21-30,78-31-655,352-130-3894,-399 154 3943,364-108-6519,-281 96 2030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3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486 49 6241,'-63'26'7738,"60"-28"-6048,-87-55 7062,87 56-7952,17-7 341,-14 7-1131,1 1 1,0-1-1,0 1 0,-1-1 1,1 1-1,0-1 0,0 1 1,0-1-1,0 1 1,0 0-1,-1-1 0,1 1 1,0 0-1,0 0 0,0 0 1,0-1-1,0 1 0,0 0 1,0 1-1,0-1 1,0 0-1,0 0 0,0 0 1,1 1-1,11 4 67,0 1 1,-1 0-1,0 1 0,0 0 0,0 1 1,-1 1-1,0 0 0,13 15 1,-17-19-68,17 17-92,-2 1 1,0 1 0,-1 1 0,-2 0 0,-1 2-1,0 0 1,-2 1 0,-2 1 0,0 0 0,-2 1-1,-1 0 1,-2 1 0,8 42 0,-7-8 54,-4 0 0,-2 0-1,-3 0 1,-3 1 0,-3-1 0,-3 0 0,-3-1 0,-2 0 0,-3-1 0,-35 87 0,10-50 283,-5-2 1,-4-3 0,-4-1-1,-4-3 1,-105 126 0,-57 47 630,210-249-817,20-24-166,4-4-13,65-45-1131,144-79 1,-174 108 838,743-369-9454,-583 305 4736,-33 20-2227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4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134 203 10521,'-12'-8'1085,"0"0"1,1-1-1,0 0 0,0-1 0,1 0 1,1 0-1,-1-1 0,2-1 1,-14-22-1,21 33-1044,0 0 1,0-1-1,-1 1 0,2-1 1,-1 1-1,0-1 0,0 1 1,0-1-1,1 0 0,-1 1 1,1-1-1,-1 0 0,1 0 1,0 1-1,0-1 0,-1 0 1,1 0-1,1 1 0,-1-1 1,0 0-1,0 0 0,1 1 1,-1-1-1,1 0 0,-1 0 1,1 1-1,0-1 0,-1 1 1,1-1-1,0 1 0,0-1 1,0 1-1,0-1 0,1 1 1,-1 0-1,0 0 0,0-1 1,1 1-1,-1 0 0,1 0 1,-1 0-1,1 1 0,-1-1 1,1 0-1,3 0 0,3-2 14,0 0 0,1 1 1,-1 0-1,1 0 0,0 1 0,-1 0 0,1 0 0,9 2 0,10 2-23,0 2 1,0 2-1,-1 0 0,0 1 1,0 2-1,-1 1 1,-1 1-1,0 1 1,0 1-1,-1 1 0,-1 2 1,39 35-1,-51-41-29,-1 1 1,-1 0-1,0 0 0,0 1 0,-1 1 0,-1-1 0,0 1 0,-1 1 1,-1-1-1,0 1 0,0 0 0,-2 0 0,3 24 0,0 18-4,-3 0 0,-6 72-1,3-127 1,0 7-21,0 1 0,1-1 0,0 1 1,0-1-1,1 1 0,1-1 0,-1 0 0,1 0 1,1 0-1,0 0 0,0-1 0,10 15 0,2-1-51,2-1 0,0-1-1,22 20 1,30 31-26,-64-63 109,0 0 1,-1 0-1,-1 0 0,1 0 1,-1 1-1,-1 0 1,1 0-1,-1 0 0,-1 0 1,0 0-1,0 1 1,-1-1-1,0 0 0,-1 1 1,0-1-1,0 1 1,-1-1-1,0 1 0,-1-1 1,0 0-1,-3 10 1,-3 3 70,0 1 1,-2-1-1,0-1 1,-1 0-1,-2 0 1,0-1-1,-22 25 1,-17 15-348,-2-3 1,-3-2-1,-3-2 1,-1-3 0,-3-3-1,-90 50 1,98-65-1066,-37 20-1983,34-23-3199,36-18-1923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4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448 338 7937,'2'-2'3941,"5"-6"-2716,-5 6-1008,0 0 0,0 0 1,0-1-1,0 1 0,-1-1 0,1 1 0,-1-1 0,0 0 0,1 1 0,-1-1 0,0 0 0,0-4 0,4-12 208,1 0 0,0 1 0,1-1 0,1 1 0,1 0 1,1 1-1,21-30 0,-22 36-299,0 1 0,1-1 0,0 2 0,0-1 0,1 1 1,0 1-1,1 0 0,-1 1 0,2 0 0,-1 1 0,25-9 0,-34 14-100,-1 0-1,0 0 1,1 1-1,-1-1 0,0 1 1,1 0-1,-1-1 1,1 1-1,-1 0 1,1 0-1,-1 1 1,0-1-1,1 1 0,-1-1 1,1 1-1,-1 0 1,0-1-1,0 1 1,1 0-1,-1 1 1,0-1-1,0 0 1,0 1-1,0-1 0,0 1 1,-1-1-1,1 1 1,0 0-1,-1 0 1,1 0-1,-1 0 1,3 4-1,-1 1 19,0 0 1,-1 1-1,1-1 1,-1 1-1,-1-1 1,1 1-1,-1-1 1,0 17-1,-1-9 2,-1 0-1,-1 0 0,0 0 0,0 0 0,-2-1 0,0 1 1,-7 15-1,-7 16 29,-2-1-1,-2-1 1,-2-1 0,-52 70 0,15-45-1021,-2-3 0,-3-3-1,-111 80 1,138-115-2205,-2-1-1,-80 36 1,71-36-3428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6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9286 1820 5380,'0'0'9235,"0"-3"-8251,1-7-385,0 0 0,0 0 1,1-1-1,0 1 0,1 0 1,0 1-1,5-13 0,-7 20-401,3-46 352,-6 43-546,1 1 0,0 0 0,-1 0 0,0 0 0,0 0-1,0 0 1,0 1 0,-1-1 0,1 0 0,-1 1 0,-4-4 0,-42-35 64,3 2-114,-146-174 40,12 26 42,47 53 1,76 77-50,-2 2 1,-3 3 0,-104-67 0,56 52 20,-173-80 1,-260-47-33,138 91 6,362 94 16,-298-57-69,-457-32 0,-147 72 140,1 64-144,223 25 145,528-35-57,-321 89 0,507-114-13,-322 100-20,10 26-56,267-104 91,-29 14 20,1 4 0,-102 71 0,161-98-31,-204 160 46,113-71-19,-117 143-1,-78 137 19,153-167-123,96-134 108,-177 308 92,226-373-160,-16 27 70,-24 62 0,44-94-155,1 0 1,0 0 0,1 0-1,0 0 1,1 1 0,0-1-1,1 1 1,1-1 0,0 1-1,2 14 1,-1-24-83,0 0-1,0 0 1,0 0-1,0-1 1,1 1-1,0 0 1,-1-1-1,1 1 1,0-1-1,1 1 1,-1-1-1,1 0 1,-1 0 0,1 0-1,0 0 1,0-1-1,0 1 1,6 3-1,-4-4-521,0 1 0,1-1 0,-1 0 0,1 0 0,-1-1 0,1 1-1,10 0 1,30-1-6839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6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1378 1 7117,'-3'2'1555,"-1"1"-1178,0 1 0,0 1 0,0-1 0,0 0 0,0 1 0,1 0 0,0 0 0,0 0 0,-4 10 0,-20 61 1001,7-14-409,-30 46-143,-4-1 0,-127 184 0,-173 171-295,215-288-333,10-16-73,29-36-56,-131 206-1,224-318-41,1 0-1,0 0 1,0 1-1,2 0 1,-1 1-1,1-1 1,1 1-1,0-1 1,-3 23-1,6-33-18,0 1 1,0-1-1,0 1 0,1-1 1,-1 1-1,0-1 0,1 1 1,-1-1-1,1 1 1,-1-1-1,1 1 0,0-1 1,-1 0-1,1 1 0,0-1 1,0 0-1,0 0 0,0 0 1,0 0-1,3 2 0,-2-1 2,1-1-1,-1 1 1,1-1-1,0 0 0,0 0 1,0 0-1,-1-1 1,1 1-1,0-1 0,5 1 1,4-1 2,0-1 0,0 0 0,0-1 0,0 0 0,12-4 0,324-116 2,-4-28-1076,-182 77-132,88-41-979,85-38-3411,-123 65-307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29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139 510 4768,'-2'-3'365,"0"1"-1,1-1 0,-1 0 1,0 1-1,1-1 0,0 0 0,-1 0 1,1 0-1,-1-4 0,-7-17 2131,4 16-2016,1-1 0,1 1 0,-1-1 0,2 0 0,-1 0 0,1 0 0,0 0 0,1-1 0,0 1 0,1-12 0,-7-44 2138,4 46-1684,0 0-1,2-36 1,1 53-912,0-1 407,-1 0-270,-5-60 470,6 60-634,-4 0-11,0-1 23,0 1 1,0-1-1,0 0 1,1 0-1,-1-1 0,-2-5 1,-1-2-3,6 10 70,0 0-178,-10-20 93,10 20 692,2-1-531,2-25 17,-3 25-93,0 8-32,-8 227 501,1 70-116,29 206-1739,-13-339-1894,1 1-3527,-9-157 6001,3 91-9195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0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50 6373,'-5'0'362,"0"-1"0,-1 0 0,1 0 0,0 0 0,0-1 0,0 0 0,0 0 0,1 0 0,-1-1 0,0 1 0,-7-7 2778,1-15-833,6 28-2287,0 0 0,1 0 1,-1 0-1,1 1 0,0 0 0,0-1 0,1 2 0,-1-1 1,1 0-1,0 1 0,1-1 0,-4 11 0,33-35-2204,-24 18 1932,-1-1 1,1 1-1,-1-1 1,1 1-1,0 0 0,-1 0 1,1 0-1,0 0 1,0 0-1,0 1 0,0-1 1,0 1-1,0 0 1,0 0-1,0 0 0,-1 0 1,1 0-1,0 1 1,5 0-1,-4 0 109,-1-1-2359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0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342 585 3636,'0'0'1941,"-2"-1"-1122,0 0-639,0 0-1,1 0 1,-1 0 0,1-1-1,-1 1 1,1 0 0,-1-1 0,1 1-1,0-1 1,0 1 0,0-1-1,0 1 1,0-1 0,0 0 0,0 0-1,0 1 1,1-1 0,-1 0-1,1 0 1,-1 0 0,1 0-1,0 0 1,0 0 0,0 1 0,0-1-1,0 0 1,0-3 0,0 3 570,-23-25 1801,21 25-570,-149 322 1817,115-231-3267,-42 154 1,70-206-469,1 1 1,2 0 0,2 0-1,1 0 1,2 0 0,1 0-1,2 0 1,12 54 0,-8-62-49,1 0 0,2 0-1,1-1 1,1 0 0,2-1 0,0-1 0,2 0 0,1-1 0,1-1 0,37 41-1,-38-49-79,1 0-1,0-1 0,1 0 0,1-2 0,0 0 0,1-1 0,36 15 1,-46-23 39,-1-2 0,1 0 0,0 0 0,0-1 1,0 0-1,0-1 0,0 0 0,0-1 0,0 0 1,0 0-1,0-2 0,0 1 0,0-1 0,0-1 1,0 0-1,-1 0 0,1-1 0,-1-1 0,11-6 1,4-4-1,-1-2 1,0-1-1,-1-1 1,-1 0-1,-1-2 1,-1-1-1,22-30 1,-6 2-37,-2-2 0,40-84 0,-42 65 45,-3-1-1,-3-1 1,21-100-1,-23 54-36,11-172 0,-30 210 82,-3 1 0,-11-108 0,4 148-24,-2 1 0,-1 0 1,-2 1-1,-1 0 0,-2 0 0,-32-62 1,38 88 1,1 1 1,-2 0 0,1 0-1,-2 1 1,1 0 0,-16-14 0,20 21-5,1 0 1,-2 0-1,1 0 1,0 1 0,0-1-1,-1 1 1,1 0-1,-1 0 1,0 1-1,1-1 1,-1 1 0,0 0-1,0 0 1,0 1-1,0-1 1,0 1 0,0 0-1,0 1 1,0-1-1,-5 2 1,2 0-7,1 1 1,0 0 0,-1 0-1,1 0 1,1 1-1,-1 0 1,1 1-1,-1-1 1,-7 8-1,2 0-87,0 1-1,1 0 1,-13 19-1,11-11-197,1 0 0,-11 26 0,-89 236-4264,73-172-106,5-2-2789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1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8 704 6553,'-1'-1'96,"1"1"1,-1-1-1,0 0 1,1 0-1,-1 0 1,1 0 0,-1 0-1,1 0 1,-1 0-1,1 0 1,0 0-1,-1-1 1,1 1-1,0 0 1,0 0 0,0 0-1,0 0 1,0 0-1,0 0 1,0-1-1,0 1 1,1 0-1,-1 0 1,0 0 0,0 0-1,1 0 1,-1 0-1,1 0 1,-1 0-1,1 0 1,0 0-1,1-2 1,2 0 361,1-1-1,0 0 0,0 1 1,0 0-1,10-4 1,-10 4-255,-1 1 1,1 0 0,0 0-1,0 1 1,0 0-1,1-1 1,-1 2-1,0-1 1,0 1 0,1-1-1,-1 1 1,0 1-1,0-1 1,1 1-1,6 2 1,-5-1-50,0 1 0,1 0 1,-1 1-1,-1-1 0,1 1 0,0 1 0,-1-1 1,0 1-1,8 9 0,2 3 5,-1 2-1,-1 0 1,-1 0-1,0 1 1,-2 1-1,10 22 1,-5-4-31,-2 1 0,-1 1 0,7 46 0,0 68 77,-9-56-137,-2-7 354,-8-88-176,0-5-232,1 1-1,-1-1 1,1 1 0,-1-1-1,0 0 1,1 0 0,-1 1-1,0-1 1,0 0 0,1 0-1,-1 0 1,1-2 0,4-2 20,-1 0-21,0 0 0,0 0 0,0 0 0,-1-1-1,1 0 1,-1 0 0,-1 0 0,4-7-1,21-59 94,-14 33-86,24-66 137,24-59 413,-49 136-461,0 1 1,2 0-1,31-42 0,-41 62-59,1 0 0,0 0-1,1 1 1,0 0 0,0 0 0,0 0-1,1 1 1,0 0 0,0 0-1,13-5 1,-10 6-4,0 1-1,1 1 1,-1-1-1,0 2 1,1 0-1,-1 0 0,1 1 1,16 2-1,3 1-2,0 2-1,-1 1 1,0 1-1,0 2 1,31 13-1,65 25 33,-122-45-72,1 0 0,-1-1 0,0 0 0,1 0 0,-1 0-1,0 0 1,1-1 0,-1 1 0,1-1 0,-1 0 0,1 0-1,-1-1 1,5 0 0,2-3-6,0 1-1,-1-1 1,17-9 0,-17 8 2,-1 1 1,1 0-1,-1 0 1,1 1-1,17-4 1,31-3-14,-1-3 0,108-39 0,-133 39 22,0-1 0,-1-2 0,0-1 0,-1-1 0,-1-2-1,-1-1 1,-1-1 0,37-39 0,-43 37-10,0-1 0,-1 0 0,-2-2-1,0 0 1,-2-1 0,-1 0 0,-1-1 0,-2-1 0,12-43 0,-20 58-3,0 1-1,-2-1 1,1 0 0,-2 1 0,0-1 0,-1 0 0,-2-20-1,1 33 7,1 1-1,-1-1 1,1 1-1,-1-1 1,1 0-1,-1 1 1,0-1-1,0 1 1,0-1-1,0 1 1,0 0-1,0-1 1,0 1-1,0 0 1,0 0-1,-1 0 0,1 0 1,-1 0-1,1 0 1,0 0-1,-1 0 1,0 0-1,1 1 1,-1-1-1,1 1 1,-1-1-1,0 1 1,1 0-1,-1-1 1,0 1-1,0 0 1,1 0-1,-1 0 0,0 1 1,1-1-1,-4 1 1,-1 0 5,-1 0 1,0 1-1,1 0 0,-1 0 1,1 1-1,0 0 0,0 0 1,-11 7-1,-5 8 22,0 0 0,2 1 0,0 1 0,-31 41 0,39-45-18,1 0-1,1 0 1,1 1 0,1 0 0,0 1 0,1 0 0,0 0 0,-3 19 0,9-27-127,-1-1-1,2 0 1,-1 1 0,1-1 0,1 0 0,0 1-1,0-1 1,0 0 0,2 1 0,-1-1 0,1 0-1,0-1 1,1 1 0,0-1 0,0 1 0,1-1-1,0 0 1,0-1 0,1 1 0,0-1 0,0 0 0,1 0-1,0-1 1,0 0 0,1 0 0,-1-1 0,1 0-1,0 0 1,1-1 0,8 3 0,16 7-1845,1-3-1,0-1 1,38 7 0,31 1-6615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0 244 11753,'5'-130'2395,"6"34"3948,-10 90-6395,2-5 2975,-2 11-2803,0 0-1,0 0 1,-1 0-1,1 1 1,0-1-1,0 0 1,-1 1-1,1-1 1,0 0-1,0 1 1,-1-1-1,1 1 1,0-1-1,-1 1 1,1 0-1,-1-1 1,1 1-1,-1-1 1,1 1-1,0 1 1,8 9 145,-1 1-1,0-1 1,0 2 0,-1-1 0,7 18 0,24 76 467,-21-57-447,21 59-890,-6 3 0,31 188 1,-29 51-5534,-36-115-3695,-2-160 2124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2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0 763 7777,'14'-15'1273,"0"0"0,1 1-1,0 1 1,22-14 0,13-9 925,35-22-416,-40 32-1158,1 2 0,1 2 0,84-28-1,-113 45-504,0 1 0,0 1 0,1 1-1,-1 0 1,35 2 0,-40 1-66,0 1 0,0 1-1,-1 0 1,1 0 0,-1 1 0,1 1 0,-1 0 0,-1 0-1,16 10 1,-5-1 39,45 21-1,-58-31-124,1 0 0,0-1 0,0 0 0,1-1 0,-1 0 0,1-1-1,19 0 1,-1-2-155,0-2 0,0 0 0,-1-2 0,53-17 0,-63 16 126,-1-1 0,0-1 0,0-1 1,-1 0-1,0-1 0,-1 0 0,0-1 0,25-24 1,-35 29 77,1-1 0,-1 0 1,0 0-1,0 0 0,-1 0 1,0-1-1,-1 1 0,1-1 1,-2 0-1,1 0 0,-1-1 1,0 1-1,0 0 0,-1-1 1,-1 1-1,1-1 0,-1 1 1,-1-1-1,1 1 0,-1-1 1,-1 1-1,0 0 0,0-1 1,0 1-1,-5-8 0,0 0 9,0 0 0,-1 1 0,-1 0 0,-1 0 0,0 1 0,-1 0 0,0 0 0,-1 2 0,0-1 0,-1 2 0,-17-13 0,25 21-103,0-1 0,-1 1 0,1 0 0,-1 0 0,0 1 0,1-1 0,-1 1 0,0 1 0,-1-1 0,1 1 0,0 0 0,0 0 0,0 1 0,-1 0 0,1 0 0,0 1 0,0-1 0,-13 4 0,8 0-786,1 0 0,-1 0 0,1 1 1,0 1-1,0 0 0,1 0 1,0 1-1,0 0 0,-12 13 1,-18 19-7037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2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0 237 11993,'15'-40'777,"46"-116"4971,-52 133-1803,-1 5-2367,-7 18-1547,-1 0-1,1 0 1,-1 0 0,0 0 0,1 0-1,-1 1 1,1-1 0,-1 0-1,1 0 1,-1 0 0,0 0 0,1 1-1,-1-1 1,0 0 0,1 0-1,-1 1 1,0-1 0,1 0 0,-1 1-1,0-1 1,1 0 0,-1 1 0,0-1-1,0 0 1,1 1 0,-1-1-1,0 1 1,0-1 0,0 0 0,0 1-1,0-1 1,0 1 0,1-1-1,-1 1 1,0-1 0,0 1 0,13 36 684,15 69 0,-14-53-803,-2-2-808,-2 0-1,-2 1 0,-2 0 0,-3 1 1,-5 83-1,-18 54-4109,-3-66-1471,7-57-196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3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1283 6861,'15'-46'699,"-9"25"-53,2 1 0,0 0 0,21-36 0,-19 39 60,1 1 0,1 0 0,0 0 0,2 1 0,23-22 0,-32 33-578,0-1-1,0 1 1,0 0-1,1 0 1,-1 1-1,1 0 1,0 0-1,0 0 1,0 1-1,1 0 1,-1 0 0,0 0-1,1 1 1,-1 0-1,1 0 1,0 0-1,-1 1 1,1 0-1,0 1 1,8 1-1,-11-1-89,0 0 0,-1 1 0,0-1 1,1 1-1,-1 0 0,0 0 0,0 0 0,0 1 0,0-1 0,0 1 0,-1-1 0,1 1 0,-1 0 0,0 0 0,3 5 1,2 4 142,0 2 0,8 24 1,-11-26-115,1 1 1,1-1 0,8 15-1,-13-26-68,1 0-1,0 1 0,-1-1 0,1 0 0,0 0 1,0 1-1,0-2 0,0 1 0,0 0 1,0 0-1,0 0 0,0-1 0,0 1 0,0-1 1,0 0-1,0 0 0,0 0 0,1 0 1,-1 0-1,0 0 0,0 0 0,0-1 0,0 1 1,0-1-1,4-1 0,10-3-78,-1 0 0,20-10-1,-23 10 36,115-57-354,-81 37 303,2 3-1,77-26 1,-85 35 78,57-27 0,-69 26 40,0-2-1,-2 0 1,43-35-1,60-67 219,-11 10 410,-68 69-480,-50 38-162,1 1 0,-1 0-1,1 0 1,0 0-1,-1 0 1,1 1 0,0-1-1,-1 0 1,1 0-1,0 0 1,-1 0 0,1 1-1,-1-1 1,1 0-1,0 1 1,-1-1 0,1 0-1,-1 1 1,1-1-1,-1 1 1,1-1 0,-1 1-1,1-1 1,-1 1-1,0-1 1,1 1-1,-1-1 1,1 2 0,9 13 13,-9-8-76,0 0-1,0 0 0,-1 0 0,0 0 0,0-1 0,0 1 1,-1 0-1,0 0 0,-1 0 0,0-1 0,-3 11 0,2-10-52,1 1-1,0-1 1,0 1-1,1-1 0,0 1 1,0 0-1,1-1 0,0 1 1,1 10-1,0-16 70,0 0-1,-1 0 1,1 0 0,0 0-1,0 0 1,0 0-1,0 0 1,0-1-1,0 1 1,0 0 0,1-1-1,-1 1 1,1-1-1,-1 1 1,1-1 0,0 0-1,-1 1 1,4 0-1,-1 0-9,0 0 0,0-1-1,0 0 1,0 0 0,0 0-1,1-1 1,-1 1 0,0-1 0,4 0-1,5-1-5,0 0-1,-1-1 0,1-1 0,-1 0 1,17-7-1,84-41 643,-53 25 177,53-21 607,-97 41-1309,0 0-1,0-2 0,-1 0 0,26-17 0,-21 12-21,12-8 99,-1-2 1,-1-1-1,34-36 1,-34 31 387,47-36-1,-70 61-485,0-1-1,0 1 1,1 0-1,0 0 0,0 1 1,0 0-1,0 0 1,1 1-1,-1 0 1,1 1-1,-1 0 1,1 0-1,-1 1 1,1 0-1,0 0 0,-1 1 1,11 2-1,8 4-289,0 1 0,-1 1 0,47 23-1,-45-19-320,-27-13 560,0 0 0,0 0-1,1 1 1,-1-1 0,0 0-1,0 0 1,1 0 0,-1 0-1,0-1 1,0 1 0,1 0-1,-1 0 1,0-1-1,0 1 1,0-1 0,2 0-1,2-1-20,6-2 1,0 0 0,-1-1 0,0 0-1,0-1 1,0 0 0,-1 0 0,1-1 0,-2-1-1,16-15 1,29-22 495,-50 44-454,0 0-1,0-1 1,0 1-1,0 0 1,0 1-1,0-1 1,0 0-1,0 1 0,0 0 1,5 0-1,10-2 12,55-14 91,-42 10-182,-1 0 0,0-3 0,57-23 0,35-39 95,-9 4 683,-96 58-475,0 2 0,1 0 0,-1 1 1,37-8-1,-49 14-210,0-1 0,0 1-1,0 0 1,-1 1 0,1-1 0,0 1 0,0 0 0,0 0 0,-1 1-1,1-1 1,0 1 0,-1 0 0,1 0 0,-1 0 0,0 1-1,0 0 1,0 0 0,0 0 0,0 0 0,-1 0 0,4 5-1,1 2 2,0-1 0,-1 1 1,-1 0-1,0 0 0,0 1 0,-1 0 0,7 18 0,-5-6-91,-1-1 1,-1 1 0,0 0 0,-2 0-1,-1 0 1,-1 1 0,0-1 0,-5 35-1,-3-13-188,-1-1 0,-18 56 0,-20 47-350,17-48-379,-55 124 0,62-173-5,8-17-1053,-29 48 1,20-42-1915,8-6-2000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33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0 175 11181,'54'-63'3884,"-47"43"-2379,-1 0-305,0 6-276,1 3-224,2-4-388,4 4-836,0 2-840,-1-2-793,7 11-10520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9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344 212 8917,'12'-69'1656,"3"-24"3550,-14 43-479,-11 66-2145,1 3-1887,0 1 0,2 1 1,-9 38-1,3-13-188,-100 405 1542,87-340-2001,-67 334-3705,41-149-3567,37-197 1538,7-7-3236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0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645 122 10293,'9'-23'710,"-6"15"-235,-1 0 0,2 1 0,-1-1 0,1 1 0,0 0 0,0 0 0,0 0 0,1 1 0,8-9 0,-10 13-313,1 0 0,-1 0 0,0 0 1,1 0-1,0 0 0,-1 1 0,1 0 1,0 0-1,0 0 0,0 0 0,0 0 1,0 1-1,0 0 0,0-1 0,0 2 1,0-1-1,0 0 0,7 2 0,0 1 1,0 0-1,0 0 0,0 1 1,0 0-1,14 9 0,1 3-41,0 0 0,-1 3 0,-1 0-1,-1 1 1,-1 1 0,-1 1 0,0 1 0,-2 1 0,-1 0-1,-1 2 1,-1 0 0,-1 0 0,-1 2 0,-2 0 0,-1 0-1,8 31 1,-15-42-89,-1 1-1,-1 0 1,-1 0 0,0 0-1,-1 0 1,-1 0-1,-1 0 1,-8 35-1,3-29-3,-1 0-1,-1 0 0,-1-1 0,-1-1 1,-24 37-1,-4-5 10,-3-3 0,-2-1 0,-99 86 0,-273 176 92,135-110-112,266-191-20,-9 7 19,-28 28-1,47-41-13,0 1-1,0 0 0,0 0 0,0 0 0,1 1 0,0 0 0,1 0 0,-1 0 0,1 0 0,-2 8 0,4-13-1,1 0 0,0 0-1,-1 0 1,1 0 0,0 0-1,0 0 1,0 0 0,0 0-1,1 0 1,-1 0 0,0 0-1,1 0 1,-1 0-1,1 0 1,0-1 0,0 1-1,0 0 1,0 0 0,0 0-1,0-1 1,2 3 0,0-1-7,0 0 0,0-1 0,1 1 0,-1-1 1,1 1-1,0-1 0,0 0 0,-1-1 0,8 3 0,5 1-40,-1-2 0,1 0-1,1 0 1,21-1 0,11-2-130,1-2-1,-1-2 1,74-17 0,143-54-303,93-78-19,-31 11 753,-303 133-148,-1 2 1,1 0 0,0 1 0,35-3-1,-51 9-69,0-1 0,0 1 0,1 1-1,-1 0 1,0 0 0,0 0 0,-1 1 0,1 1-1,0 0 1,-1 0 0,1 0 0,-1 1-1,0 0 1,0 1 0,11 9 0,-7-4-41,-2 0 1,1 2 0,-2-1-1,1 1 1,-2 0-1,0 1 1,0 0 0,-1 1-1,-1-1 1,0 1 0,6 24-1,-7-22-717,-1 2-1,-1-1 1,0 0 0,-2 1-1,0 0 1,-1-1-1,0 1 1,-2-1-1,-6 31 1,-6 2-3951,4-5-2438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0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9869,'38'-8'3631,"-30"30"-2278,34 51-1141,-31-56-643,-1 0-1,0 1 1,-1 1 0,-1-1-1,10 35 1,-10-7-642,-2 0 1,0 71-1,-7-104 1006,0-1 1,-1 1-1,-1 0 1,0 0-1,-5 12 1,4-15 208,1 2-1,0-1 1,1 0 0,-2 23 0,4-29-70,0 0 1,1-1 0,-1 1 0,1-1 0,1 1-1,-1-1 1,0 1 0,1-1 0,0 0 0,0 1-1,0-1 1,1 0 0,0-1 0,-1 1 0,1 0 0,5 4-1,1 0 160,-1 0 0,1-1-1,0 0 1,1-1 0,0 0-1,0-1 1,0 0 0,0 0 0,1-1-1,0 0 1,0-1 0,0-1-1,0 1 1,1-2 0,-1 1-1,0-2 1,1 1 0,-1-2-1,1 0 1,-1 0 0,13-3-1,-2-2 923,38-16 0,-47 16-918,-1 1 1,1 0-1,0 1 0,1 1 1,-1 0-1,1 1 0,27-2 1,19 10-630,1 3 1,-1 2-1,81 26 1,-134-36 362,-1 1-1,1-1 1,0-1 0,0 1 0,-1-1 0,1 0 0,0-1 0,11-2 0,-8 2 11,-2-1 126,0 1 0,0-2 0,-1 1 0,1-1 0,-1 0 0,1 0 0,-1-1 0,10-7 0,0 1 50,-15 9 131,2 2-178,-4-1-109,4 0-94,-1 1 0,1 0 1,-1 0-1,1 0 1,-1 0-1,0 0 1,1 1-1,-1-1 1,0 1-1,0 0 0,0 0 1,0 0-1,0 0 1,-1 1-1,1-1 1,-1 1-1,1 0 1,-1 0-1,0 0 0,0 0 1,3 5-1,-3-3-71,1-1 0,0 0 0,1 0 0,-1 0 0,1 0 0,0-1 0,0 1 0,0-1 0,0 0 0,0-1 0,1 1 0,-1 0 0,1-1 0,0 0 0,-1 0 0,1-1 0,0 0 0,0 1 0,0-1 0,1-1 0,-1 1 0,0-1 0,9 0 0,10-2-71,0-1-1,-1-1 0,42-11 0,-58 13 220,50-11-120,1 2 0,0 3 0,1 3 0,70 2 0,230 28 656,-354-24 2048,-17-19-1343,7 8-881,-42-32-949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6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2 140 5124,'0'0'1668,"0"-3"-119,-1-1-1110,1-1-1,0 0 1,0 0 0,0 1 0,0-1-1,1 0 1,0 0 0,0 1 0,0-1 0,1 1-1,-1-1 1,1 1 0,0-1 0,1 1-1,-1 0 1,1 0 0,3-5 0,-4 7 320,-2 0-621,0 1 0,0-1 1,0 1-1,0-1 0,1 1 1,-1-1-1,1 0 0,-1 1 0,1 0 1,-1-1-1,1 1 0,0-1 1,0 1-1,0 0 0,0-1 1,1-1-1,18-17 1999,-18 18-1520,-2 5-407,4 29 234,-2 1-1,-2 50 0,1 23 98,4 416 318,-7-211-2563,2-207 274,3 94-2385,7-69-2696,5-41-2088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6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165 631 8881,'-19'-33'1959,"-24"-57"1,5 13 1080,24 53-1668,-18-50 0,27 62-1204,2 0 1,0-1-1,0 0 1,1 1 0,1-1-1,0 0 1,1 0-1,2-22 1,0 26-148,-1 0 1,2 0-1,-1 0 0,1 0 1,1 0-1,-1 1 0,1 0 1,1-1-1,0 2 0,0-1 1,0 0-1,1 1 1,8-7-1,-6 6-233,0 1 0,1 0 0,0 1 0,0-1 0,1 2 1,-1-1-1,1 2 0,1-1 0,-1 1 0,0 1 0,1 0 0,0 0 0,0 1 0,0 0 1,0 1-1,0 1 0,0-1 0,0 2 0,17 2 0,-12-1-269,-1 2 0,0 0 0,0 0 0,0 2 0,-1 0 0,0 0 0,0 1 0,0 1 0,-1 0 0,0 1 0,-1 1 0,0 0 0,16 16 0,2 11-2318,1 2-846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7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1 915 2864,'134'-6'591,"-115"4"-157,-1-1 0,1-1 0,0 0 0,-1-2-1,0 0 1,0-1 0,-1-1 0,0 0 0,0-1 0,-1-1 0,20-16 0,-9 8 1315,-1-2 222,-21 14-553,-18 14-966,-13 12-383,1 2 0,0 0-1,2 1 1,1 2 0,1 0 0,-32 51-1,48-66-148,0 0-1,1 0 0,-4 12 0,2-3 35,5-16 3,1 0 97,-1 8-131,1-10 98,0-1 0,-1 1-1,1-1 1,0 0 0,0 1 0,0-1 0,0 1-1,-1-1 1,1 1 0,0-1 0,0 1 0,0-1-1,0 1 1,0-1 0,0 1 0,0-1-1,0 1 1,0-1 0,0 1 0,1-1 0,-1 0-1,0 1 1,0-1 0,0 1 0,1-1 0,-1 1-1,0-1 1,0 0 0,1 1 0,-1-1-1,0 0 1,1 1 0,-1-1 0,0 0 0,1 1-1,-1-1 1,0 0 0,1 0 0,-1 1 0,1-1-1,-1 0 1,1 0 0,-1 0 0,1 1-1,-1-1 1,1 0 0,-1 0 0,0 0 0,1 0-1,-1 0 1,1 0 0,-1 0 0,1 0 0,-1 0-1,1-1 1,-1 1 0,1 0 0,-1 0-1,1 0 1,-1 0 0,0-1 0,1 1 0,-1 0-1,1 0 1,-1-1 0,1 1 0,17-4-115,0 1 1,0 0 0,32 1-1,16-2-767,340-86-4619,-15-39 3189,-332 104 2768,91-52 0,1-1 2694,-150 77-3145,20-7 1289,-26 14 118,-15 14-1157,14-13-189,1 0 0,-1 1 0,1-1 0,0 1 0,1 0 0,0 0 0,0 0 0,1 1 0,0-1 0,-3 15 0,6-22-86,0 1 0,0-1 0,0 1 0,0-1 0,0 1 0,0-1 0,1 1 0,-1-1 0,1 1 0,-1-1 1,1 0-1,-1 1 0,1-1 0,0 0 0,-1 1 0,1-1 0,0 0 0,0 0 0,0 0 0,0 0 0,0 1 0,0-2 0,1 1 0,-1 0 1,0 0-1,0 0 0,1 0 0,-1-1 0,0 1 0,1-1 0,2 2 0,3 0-23,0 0-1,0-1 1,0 1-1,0-1 1,0-1-1,9 1 1,17-2-54,0-2 0,-1-1 0,53-13 0,95-39-117,-147 46 193,33-14 76,-1-3 1,-1-3 0,-2-2 0,-1-3-1,-2-3 1,-1-2 0,100-91 0,114-158 3832,-251 265-3414,64-60 1277,-84 84-1746,0 0-1,0 0 0,0 0 0,0 0 1,0 0-1,0 0 0,0 0 0,0 1 1,0-1-1,0 0 0,0 1 0,-1-1 1,1 1-1,0-1 0,0 1 0,0 0 1,0-1-1,-1 1 0,1 0 1,0-1-1,0 1 0,0 1 0,0 0 35,2 0-32,-1 1 0,1 0-1,-1 0 1,0 1 0,0-1 0,0 0 0,0 1 0,-1-1-1,0 1 1,1 0 0,-1-1 0,-1 1 0,1 0 0,0 0-1,-1 6 1,0 9 44,0 1 0,-4 19 0,1-12-58,-4 41-2228,-4-1 1,-30 110-1,22-108-2693,5-5-2864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7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1 197 5124,'98'-77'1161,"-63"52"-245,-6 2-180,-4 6-176,0 5-88,-9 6-384,6-2-44,1-1-484,-11-2-808,1 2-901,6 9-131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7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23 6949,'19'-23'8624,"-35"58"-7371,-6 25-181,3 0-224,-6 23-168,6 14-124,-7 11-164,-2 18-140,-4-3-600,-6 3-676,0-1-696,0 1-377,-7-9-2387,4-11-3485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8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6229,'9'1'604,"-1"0"1,1 1 0,0 0 0,0 1 0,12 5 0,8 2 87,-11-4-505,0 2 0,0 0 0,-1 1 0,0 1 1,0 1-1,-1 0 0,-1 1 0,24 24 0,-17-14-239,-1 1 0,-2 1-1,0 1 1,28 49-1,-26-29-403,30 88 0,-31-74 68,-17-52 341,0 0 0,0-1 0,0 1-1,1-1 1,0 1 0,0-1 0,1 0-1,-1-1 1,1 1 0,1-1 0,-1 0-1,1 0 1,0-1 0,0 1 0,0-1-1,1-1 1,-1 1 0,1-1 0,0 0 0,0-1-1,0 0 1,0 0 0,0 0 0,0-1-1,1 0 1,9 0 0,8-1 34,1-1 0,0-1 1,0-1-1,-1-1 0,1-2 0,41-14 1,-20 2 229,-2-1 1,68-41 0,-82 40 278,-1-2 0,42-39 1,-22 17 465,-42 37-846,1 0 1,0 1 0,0 0-1,0 0 1,1 1-1,0 0 1,0 1 0,0 0-1,1 1 1,0 0-1,-1 0 1,1 1 0,0 1-1,0 0 1,0 0-1,13 1 1,194 11-318,-187-7-666,1 2 1,0 0-1,-1 2 1,53 22-1,-80-27-2036,1 9-1070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8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646 1 9753,'-3'0'207,"1"0"-1,0 0 1,0 0 0,0 1 0,0-1-1,0 1 1,0 0 0,0 0 0,0-1-1,0 1 1,0 1 0,0-1-1,0 0 1,1 0 0,-1 1 0,0-1-1,1 0 1,-1 1 0,-1 2 0,-20 38 643,16-26-347,-23 49 820,3 1 0,-32 125 0,-13 145 8,62-283-1139,-209 1203 1381,179-1013-1751,-63 557-1776,91-611-143,9 0-1,26 238 1,-4-284-2139,6-19-2426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49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2842 771 6745,'-57'-63'1653,"55"60"-1544,1 0 0,-1 0 0,0-1 0,1 1 0,0 0 0,0-1 0,0 1 0,0-1 0,0 1 0,1-1 0,0 1 0,-1-1 0,1 0 0,1 1 0,-1-1 0,0 1 0,1-1 0,0 1 0,0-1 0,0 1 0,0-1 0,1 1 0,-1 0 1,1 0-1,3-5 0,3-4 141,0 0 1,1 1 0,0 0-1,18-15 1,-6 8-61,1 2 0,0 0 0,1 1 0,1 2 0,0 0 0,31-11 0,163-47 267,410-64 176,12 48-403,487-8-69,8 56-70,1187 113-88,-1155 75-81,-703-40 110,-404-90-28,-2 3 0,0 2 0,-1 3 1,-2 2-1,80 56 0,-107-63 20,-1 2 0,-1 0 0,-1 2 0,-1 0 0,-2 2 0,-1 0 0,0 2 0,-3 0-1,0 1 1,-2 1 0,-2 0 0,0 2 0,9 40 0,-8-14 98,-3 1-1,-3 1 1,-2 0 0,-3 0-1,-3 1 1,-12 107 0,-14 12 176,-9 0 0,-8-2 0,-105 287 0,-263 496 162,404-950-457,-220 469 131,-260 611-20,459-1024-96,-144 362-30,160-403 30,-2-1 0,0-1 0,-2 0 0,-27 36 0,33-52-13,0 1-1,-1-1 0,0-1 1,0 0-1,-1 0 0,0-1 0,-1 0 1,0-1-1,0-1 0,-1 0 0,-22 8 1,7-7-26,-1 0 1,0-2-1,0-1 0,-57 0 1,-124-15-74,165 7 69,-577-64-230,91 7 159,-1350-39-132,-1288 122 229,1764 45 6,416-16-1977,932-49 1575,-220 8-1933,94-13-2215,78-7-1052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1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 11065,'-2'2'1884,"-3"3"-1406,0 1-1,1 0 0,0 0 1,0 0-1,1 0 1,0 1-1,0 0 1,0-1-1,1 1 0,0 0 1,0 0-1,1 0 1,-1 11-1,-1 14 219,1 54 1,7-34-407,2-1 0,3-1 0,29 94 0,-9-38-704,5 33-1175,26 98-2702,-14-82-1658,-12-62-1010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76 250 5168,'0'-6'45,"-1"-14"594,1-1 0,2 0 0,0 1 1,6-24-1,-7 38-394,1 0 0,0 0-1,1 0 1,0 0 0,-1 0 0,2 1-1,-1-1 1,1 1 0,0 0 0,0 0 0,0 1-1,0-1 1,1 1 0,0 0 0,0 0 0,0 0-1,1 1 1,7-4 0,-3 3-29,0 0 1,1 1 0,-1 0-1,1 1 1,0 0 0,0 1-1,0 0 1,0 1-1,0 0 1,0 1 0,0 0-1,0 0 1,-1 1 0,16 5-1,-2 1-28,-1 0-1,0 1 0,0 2 1,-1 0-1,28 20 1,-34-21-125,0 2 1,-1 0 0,-1 0 0,0 2 0,-1-1 0,0 2-1,-1 0 1,-1 0 0,0 1 0,-1 0 0,-1 1 0,0 0-1,-2 1 1,0 0 0,0 0 0,-2 0 0,-1 1 0,0 0-1,-1 0 1,-1 0 0,0 0 0,-3 29 0,-4-9-21,-2 0 0,-1-1 0,-2 0 0,-1-1 0,-3 0 0,0-1 0,-3 0 0,-24 38 0,-188 259 157,220-321-197,-72 92-3,-52 71 56,106-136-320,2 2-1,-30 66 0,51-99 77,0 1 0,1 0 0,0 1 0,0-1 0,1 0 0,0 1 0,1-1 0,0 1 0,1 16 0,0-21-19,1 0 0,1 0-1,-1 0 1,1-1 0,-1 1-1,1 0 1,1-1 0,-1 1-1,1-1 1,-1 0-1,1 0 1,1 0 0,-1 0-1,0 0 1,1-1 0,0 1-1,0-1 1,0 0 0,0 0-1,6 2 1,-1 1-563,0-2 0,1 1 0,0-1 1,10 2-1,58 10-4917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2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96 963 9581,'0'0'3736,"0"4"-2286,0 12-58,-2 1 0,-4 26 0,-27 72 232,4-14-803,5-22-423,23-77-273,22-5-60,-11-1-56,0 0-1,0-1 1,-1 0 0,0-1-1,0 0 1,0 0 0,-1-1-1,0 0 1,9-10 0,35-26-13,-36 33-234,1 0 0,0 1 0,0 0 0,1 2 0,0 0 0,0 1 0,1 1 0,-1 1-1,1 0 1,1 1 0,-1 1 0,0 1 0,27 2 0,-44-1 203,1-1-1,-1 0 1,0 1-1,1-1 1,-1 0-1,0-1 0,0 1 1,0 0-1,1-1 1,-1 1-1,-1-1 1,1 1-1,0-1 1,2-3-1,9-17-9,-1-1 1,0 0-1,-2 0 1,-1-1-1,11-45 1,-12 40 46,57-184-41,-5 13 587,-59 196-546,1 0 1,-1 1-1,1-1 0,0 0 1,0 1-1,0 0 0,0 0 1,0-1-1,1 1 0,0 0 1,-1 1-1,1-1 0,0 0 1,0 1-1,1 0 0,-1 0 1,6-3-1,1 1 8,0 0 0,0 1 0,0 0 0,1 0 1,11 0-1,161-33-210,16-3-892,-165 35 890,1 1 0,-1 1-1,61 6 1,-81-1 31,0 0 0,1 2 0,-2-1 0,1 2 0,-1 0 0,1 1 0,-2 0 0,1 1 0,-1 0 0,13 11 0,-14-10-117,-6-7 243,-1 1 1,0-1-1,1 0 1,0-1-1,-1 1 1,1-1-1,0 0 0,0 0 1,0 0-1,0-1 1,0 0-1,0 0 1,0 0-1,0 0 0,0-1 1,0 0-1,0 0 1,-1 0-1,9-4 1,9-3 84,-1-1 1,37-22 0,-53 28-31,7-4 27,-1-1-1,1-1 0,-2 0 1,0 0-1,0-1 0,0 0 1,-1 0-1,-1-1 0,0-1 1,7-12-1,7-17-1681,27-73 0,-27 59-1627,5-4-1093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2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 7601,'-3'1'206,"0"0"1,1 0 0,-1 0-1,0 1 1,1-1-1,-1 1 1,1-1 0,0 1-1,-1 0 1,1 0-1,0 0 1,0 0 0,-3 5-1,2 0 199,-1 0 0,1 0 0,0 1 0,-2 9 1,-7 21 803,10-32-1018,-116 370 6219,85-212-5962,8 1-1,6 2 0,4 187 1,17-261-2293,22 155 0,-13-187-2209,32 99 1,-12-76-3285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3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969 83 9241,'0'-1'-20,"13"-56"3718,-9 35-734,-4 20-1750,-3 9-386,-3 5-745,1 1 0,-2-1-1,0 0 1,0-1 0,-1 0 0,-1 0-1,0 0 1,-15 12 0,-89 71 91,113-94-173,-309 209 255,113-81-241,149-98-109,14-9-173,1 1 0,1 2 0,-48 46 0,72-63 46,1-1-1,-1 1 1,2 1-1,-1-1 1,1 1 0,1 0-1,-1 0 1,1 0-1,-5 15 1,9-20 20,-1 0 0,1-1 0,-1 1 0,1 1 0,0-1 0,0 0 0,0 0 0,0 0 0,1 0 0,-1 0 0,1-1 0,0 1 0,0 0 0,0 0 0,0 0 0,0 0 0,0-1 0,1 1 0,0-1 0,-1 1 0,1-1 0,0 1 0,0-1 0,0 0 0,1 0 0,-1 0 0,0 0 0,1 0 0,-1-1 0,1 1 0,0-1 0,4 2 0,57 21-5922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3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656 441 7029,'-40'51'2348,"-57"56"0,-4 4-1038,-266 297 522,323-370-639,37-62-844,8 17-305,-1-1 0,1 1 1,0 0-1,0-1 0,1 1 0,0 0 1,0 0-1,7-14 0,35-56 140,-25 45-132,294-435-124,-97 155-225,-194 279 258,0-3 0,46-54-1,-68 90 38,0 0 1,1-1-1,-1 1 0,0-1 0,1 1 1,-1 0-1,0-1 0,1 1 0,-1 0 0,0-1 1,1 1-1,-1 0 0,1 0 0,-1-1 1,1 1-1,-1 0 0,1 0 0,-1 0 0,1 0 1,-1 0-1,1-1 0,-1 1 0,1 0 1,-1 0-1,1 0 0,-1 0 0,1 1 0,-1-1 1,1 0-1,-1 0 0,1 0 0,10 15-35,2 38-28,-10-37 21,6 22 47,-1 0-4,2-1-1,1-1 1,2 1-1,18 33 1,-27-61 3,1 0 1,0 0-1,1-1 1,0 0 0,1 0-1,0 0 1,0-1-1,0 0 1,1-1-1,0 1 1,0-1-1,1-1 1,-1 0-1,1 0 1,0-1-1,1 0 1,-1 0 0,1-1-1,0 0 1,12 1-1,-6-2-81,0-1-1,0-1 0,1-1 1,-1 0-1,0-2 1,0 1-1,-1-2 1,1 0-1,-1-1 0,1 0 1,-1-1-1,-1-1 1,1-1-1,-1 0 1,-1 0-1,18-15 0,-21 16-121,-1-1-1,0-1 0,0 1 0,-1-1 0,0-1 0,-1 1 0,0-1 0,0-1 0,-1 1 0,0-1 0,-1 0 1,0-1-1,-1 1 0,0-1 0,-1 0 0,-1 0 0,1 0 0,-2 0 0,0 0 0,0-1 0,-1 1 1,-2-17-1,0 20-305,-1-1 0,0 1 0,0 0 0,0 0 0,-1 1 0,0-1 0,-8-10 0,-16-21-2859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3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9 3432,'19'3'4605,"-38"-9"-4109,3 0 356,-6 9-500,3 0-100,-29 3 48,29 2-476,3-5-640,-3 6-1916,3-6-849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12897,'-4'29'1928,"-2"5"-191,12 9-137,1 6-432,-1 8-244,7 14-172,3 12-164,3 14-92,0 9-12,3 8-444,-9 6-508,-4 0-656,1 6-680,2-3-460,-5 0-2741,5-3-3960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5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67 166 8445,'-47'-111'2326,"35"74"-547,14 19 3358,20 29-3331,21 16-1244,-3 2 0,63 56 0,-49-38-367,7 3-24,-3 2 1,-2 4 0,-3 1-1,68 94 1,-103-126-147,-2 2 0,-1-1-1,-1 2 1,-2 0 0,0 0 0,-2 1 0,-1 0 0,-2 1 0,0 0 0,-2 1 0,-2-1 0,0 1 0,-2-1 0,-5 47 0,-4-22 6,-3-1-1,-3-1 1,-1 0-1,-3 0 1,-3-2 0,-1 0-1,-3-2 1,-57 86-1,-23 9-247,-170 181-1,214-256-63,-28 41-1735,87-107 1345,6-3 113,4-2 456,1 0 0,-1 0-1,0 0 1,0-1-1,0 0 1,0-1 0,-1 0-1,8-5 1,59-45-236,-41 29 197,170-135-62,139-101 1006,-255 201-464,4 4-1,99-47 0,-154 88-273,0 2 1,1 1-1,0 2 0,0 1 0,1 2 1,0 1-1,0 3 0,65 1 0,-26 7-218,0 3 0,-1 3 0,99 29 0,-48-6-3295,222 29-1,-342-62 3369,1-1 0,-1 0 1,0 0-1,0-1 0,1 0 0,-1 0 0,0-1 0,0 0 0,0 0 1,0 0-1,-1-1 0,1 0 0,-1-1 0,1 0 0,-1 1 0,0-2 1,0 1-1,6-7 0,4-6-105,-1-1 1,-1-1 0,0 0 0,14-26-1,-19 27-696,0 0-1,-1 0 0,9-33 1,-14 41 283,12-30-2068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5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83 8085,'-32'-45'2092,"26"28"-472,-1-3 2592,20 31-5784,12 29-1572,-12-6-192,0 29-1637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5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0 207 4764,'36'-15'971,"-4"3"1632,0-3-1,30-18 1,-48 24-2097,-7 4-308,0 0 1,1 0-1,-1 1 1,1 0-1,0 0 1,0 1-1,1 0 1,-1 0-1,1 1 1,-1 0-1,1 1 1,15-1 0,-1 3 92,0 1 1,28 6-1,-24-3-87,42 3 0,-47-8-159,-1-1 1,0-1-1,0-1 1,0-1-1,39-13 1,100-48 1430,-156 64-1393,0-1-34,1 0 1,-1 1-1,0-1 1,1 1-1,-1 0 1,1 1-1,-1-1 1,1 1-1,0 0 1,-1 0-1,1 0 1,-1 1-1,1-1 1,-1 1-1,1 0 1,8 4-1,0 1-62,1 1 0,-1 1 0,22 16 0,-21-13-558,1-2-1,22 12 1,-25-16-631,1-1-1,0 0 1,0-1-1,0-1 1,0 0 0,25 1-1,15-2-6215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6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90 4980,'0'-21'14792,"0"20"-14355,7-3 2849,0 0-5780,-5 2 4293,2-49 1476,-6 44-2370,-1 8-356,-7 16-182,-5 31-194,-13 130 413,19-112-473,-62 597-927,47-424-2147,8-38-1356,11-68-3102,6-38-2854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6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0 216 9137,'33'-105'2003,"-30"98"-1723,0 1-1,0-1 0,0 1 1,1 0-1,0 0 0,0 0 0,0 0 1,1 1-1,0 0 0,0 0 1,0 0-1,1 0 0,-1 1 0,1 0 1,0 0-1,0 1 0,1-1 1,-1 1-1,1 1 0,0-1 0,-1 1 1,1 0-1,0 1 0,10-1 1,2 1 1,0 1 0,1 1 0,-1 1 0,0 0 0,1 2 1,-2 0-1,21 7 0,-10-2-101,-1 2-1,0 0 1,-1 2 0,0 1 0,-1 1 0,-1 1-1,40 32 1,-53-37-126,-1 0 0,-1 0-1,0 1 1,-1 0 0,0 0-1,0 1 1,8 19 0,-13-21-30,1-1 0,-2 1 0,0-1 0,0 1 0,-1 0 0,0 0 0,-1 1 0,0-1 0,-1 0 1,-1 0-1,-1 13 0,-3 1 8,-1 1 0,-1-1 0,-1 0 1,-1 0-1,-2-1 0,0 0 0,-15 22 0,-111 151 75,122-177-110,-6 7-50,4-5-597,0 0-1,2 0 1,0 2 0,2 0 0,-15 36 0,26-56 165,1 1 0,0-1-1,0 1 1,0 0 0,1-1 0,0 1 0,-1 0 0,2-1 0,-1 1 0,0 0 0,1-1 0,0 1 0,0-1 0,1 1-1,2 5 1,16 23-7705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7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10961,'0'0'1579,"6"12"970,2 4-2115,-2-1 0,0 1 0,-1 1 0,-1-1 0,0 1 0,1 18 0,6 24 113,4 17-215,-3 0-1,-3 1 1,-2 99 0,-8-135-260,0-23-41,0 1-1,2-1 1,0 1-1,4 18 1,-5-35-27,0-1 0,1 0 0,-1 0 0,0 0 0,1 0 0,-1 0 0,1 1 0,0-1 0,-1 0 0,1 0 0,0 0 0,0-1 0,0 1 0,-1 0 0,1 0 0,0 0 0,0-1 0,0 1 0,0 0 0,0-1 0,1 1 0,-1-1 0,0 1 0,2 0 0,0-1-11,0 0 1,0 1 0,0-1-1,0 0 1,0-1-1,0 1 1,0 0-1,0-1 1,5-1 0,4-3-29,0 0 0,0 0 1,19-13-1,118-81-377,34-21-144,-169 111 502,1 1 0,0 1 0,26-10 0,-37 16 54,0 0 0,0 0 0,0 0 0,0 0 0,0 1 0,0 0 0,0 0 0,1 0 0,-1 0 0,0 1 0,0-1 0,0 1 0,0 0 0,0 0 0,0 1 0,0-1 0,0 1 0,7 4 0,-4-1 14,0 1 0,1-1-1,-1-1 1,1 0 0,1 0-1,-1 0 1,0-1 0,1-1 0,0 1-1,-1-1 1,1-1 0,0 0-1,14 1 1,264-24-57,-263 19-6,-15 2 54,0 1-1,0 0 0,0 1 1,0 0-1,11 2 1,-4 0-20,-13-2-60,0 1 0,0-1 0,0 1 1,0-1-1,0 1 0,-1 0 0,1 0 0,-1 0 0,0 1 0,4 3 0,-1-1-106,-2-4 144,-1 1 0,0-1 0,0 0 1,1 0-1,-1-1 0,1 1 0,-1 0 1,1-1-1,-1 1 0,1-1 0,-1 0 1,1 0-1,-1 0 0,1 0 0,-1-1 1,1 1-1,-1-1 0,1 1 0,-1-1 1,0 0-1,1 0 0,-1 0 1,0 0-1,1 0 0,-1 0 0,0-1 1,2-1-1,7-4 54,-1-1 1,0 0 0,0 0-1,10-11 1,17-33 391,-21 28-247,13-33-1204,-29 55 779,1 1 0,-1-1 0,1 1 0,-1-1 1,1 1-1,-1-1 0,0 0 0,0 1 0,0-1 0,0 1 0,0-1 0,0 1 0,0-4 0,1-12-3404,12 4-2635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7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6857 720 5617,'-51'-63'656,"-68"-73"1336,83 102-1290,-2 1-1,-1 2 0,-49-29 0,-138-63 671,127 79-1039,-2 4-1,-2 4 1,-1 5-1,-2 5 1,-1 4-1,0 5 1,-153-5-1,158 21-56,0 4 1,1 4-1,-1 6 1,2 3-1,0 5 1,1 4-1,1 5 1,-96 42-1,29 5 477,-237 150 0,-129 138 340,-455 468 214,92 99-505,316-235-385,428-490-341,-188 342 1,295-468-34,4 2-1,3 1 1,-44 157-1,70-199-39,2 1 0,1 0 0,3 0-1,1 0 1,2 0 0,2 1 0,2-1 0,2 0 0,2 0 0,13 45-1,-5-41 4,2-1-1,2-1 0,1 0 0,3-2 1,2 0-1,37 49 0,-26-46 0,2-3 0,1-1 1,3-2-1,1-1 0,52 35 0,-8-18-2,3-3-1,1-3 1,3-5-1,198 65 1,-65-45-17,257 38-1,-99-44-24,399 7-1,393-67-61,201-105 105,-1020 54-2,635-177 0,-768 155 29,-4-9-1,399-213 0,-444 193 5,-4-7-1,-5-8 1,249-230 0,-320 255-16,-5-4 1,-4-5-1,-4-2 1,-5-5 0,-5-2-1,-5-4 1,90-208-1,-123 232-9,-4-2 0,-4-1 0,-4 0 0,16-153 0,-32 167-2,-4-1 0,-4 0 0,-3 1 0,-4 0 0,-3 0 0,-22-79 0,7 66-58,-4 2 0,-4 1 0,-4 1 0,-3 2 0,-5 2 0,-3 2 0,-70-89 0,65 103-140,-3 3 0,-3 2 0,-3 3 0,-2 3 0,-3 3 0,-2 3 0,-2 2 0,-89-44 0,66 48-326,-3 4 1,-1 5 0,-112-28 0,81 35-180,-2 5 0,-135-7 1,51 23-2060,0 9 1,-428 56-1,299-2-3187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8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7839 277 5408,'-22'-19'290,"5"4"77,0 1-1,0 0 0,-2 1 1,1 2-1,-41-20 1,-18 2 662,-2 3 1,0 4-1,-136-21 0,-250 3 313,-196 50-14,311 25-740,-314 59 357,257-20-472,23 22-27,5 16-1,4 17 0,7 16 1,-370 204-1,542-242-142,5 8-1,5 8 1,6 8 0,6 7 0,-230 237-1,269-229-90,6 6-1,7 5 1,-126 215-1,176-247-128,7 4 1,4 2-1,7 2 0,5 3 0,-37 171 1,60-176-39,4 0 1,7 1-1,2 177 1,15-219-54,5 0 1,3 0-1,4-2 1,4 1-1,53 154 0,-51-191 1,3-2-1,2 0 1,2-2-1,2-1 1,2-2 0,3 0-1,1-3 1,1 0-1,3-3 1,1-1-1,2-2 1,2-2-1,53 32 1,-17-19-9,3-3 0,2-4 0,1-4 0,2-4 0,2-3 1,181 32-1,-88-35 13,2-9 1,288-9 0,-121-27-2,-2-16 0,0-15 0,424-117 0,-506 89-23,-3-12 1,-4-10-1,-6-13 1,404-241 0,-324 131 14,103-114-16,-350 265 16,-3-3 0,-4-5 0,-3-3 0,67-93 0,-67 74-7,-5-3 0,-5-4-1,-5-2 1,-4-3 0,62-172 0,-95 204-3,-3 0 1,-3-2-1,12-127 1,-27 141 9,-3 1 1,-2-1-1,-4 0 0,-24-123 0,11 116-9,-4 1 0,-4 1 0,-2 1 0,-4 1 0,-3 2 0,-76-119 1,59 118-22,-2 2 0,-4 3 0,-2 2 0,-3 3 1,-135-104-1,90 92 5,-3 4 1,-3 6-1,-3 4 1,-190-69-1,128 69-91,-2 8 0,-291-46 0,272 72-201,0 9 0,-2 8 0,-219 19-1,241 6-475,1 8 0,2 8-1,-289 90 1,333-76-499,-200 100 0,254-104-157,3 2 0,1 4 0,-113 96 0,48-6-3063,139-137 4501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5:59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 4296,'13'-12'1228,"-10"10"-235,-2-1-159,5-9 856,-6 11-1134,1 0 1,0 0-1,0-1 0,-1 1 0,1 0 0,0 0 0,0 0 0,0 1 0,0-1 0,0 0 0,0 0 0,0 0 0,1 1 1,-1-1-1,0 1 0,0-1 0,0 1 0,3-1 0,18 2-1373,-8 5 1148,0-1-1,23 15 1,-7-4-121,144 79 963,22 11-499,-81-60-450,161 44-1,130 8-88,-344-84-125,762 148-432,-269-76-3165,-290-47-3859,-155-23-546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0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0 990 5080,'0'0'14622,"2"-4"-13837,19-32-56,2 0-1,2 1 0,47-51 1,-30 36-558,63-70-358,161-145 1,7 39-5331,-169 154-141,-2 13-3382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02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3617 209 4372,'-11'26'1293,"9"-21"-163,10-34 1960,-6 27-2210,17-29 1232,71-90 2979,-90 120-5056,0 0 1,0-1-1,0 1 1,0 0-1,0 0 1,0 0-1,-1 0 1,1 0-1,0 0 1,-1-1-1,1 1 1,-1 0-1,1 0 1,-1 0-1,1 0 1,-1 0-1,0 0 1,1 1-1,-1-1 1,0 0-1,-2-1 1,2 1 23,-2-2-25,0 0 1,-1 0-1,1 1 0,-1-1 0,0 1 0,0 0 0,0 0 0,0 0 0,0 1 0,0-1 0,-1 1 1,1 0-1,-8 0 0,-8-1 66,-37 1 1,28 1-30,-866 26 495,477-7-443,-262 6-133,-44 0-1224,240-5-2332,298-9-1237,30 2-2847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05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1692 158 5693,'-4'-20'510,"3"10"-87,-1 0 0,-1 1-1,1-1 1,-2 1 0,1-1 0,-8-13 0,9 20-55,0-1 0,0 0 0,1 1 1,0-1-1,0 0 0,0 0 0,0 0 0,0 0 0,1-4 1,-2-6 3648,0 19-2934,-20 64 791,-21 128-1,-1 3-198,-10-29-752,-7-2 1,-8-3-1,-124 217 1,-318 438-215,445-721-715,-101 158-2144,-151 317-1,300-539 862,2 1-1,1 1 0,2 0 1,2 1-1,-11 70 0,21-100 452,0-1 0,1 1 0,0 0-1,0 0 1,3 12 0,0-10-1089,1 0 0,0 0 0,6 11 0,-10-22 1923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05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2102 52 7073,'-1'0'57,"-40"-15"1769,40 15-1767,1 0-1,-1-1 1,0 1-1,1 0 1,-1 0 0,1-1-1,-1 1 1,1-1-1,-1 1 1,1 0-1,0-1 1,-1 1-1,1-1 1,0 1-1,-1-1 1,1 1-1,0-1 1,-1 0-1,1 1 1,0-1-1,0 1 1,0-1-1,-1 0 1,1 0 0,1 0 46,-1 0 0,1 0 0,0 0 1,-1 0-1,1 0 0,0 0 1,0 0-1,0 1 0,-1-1 1,1 0-1,0 1 0,0-1 1,0 0-1,0 1 0,0-1 1,0 1-1,1-1 0,-1 1 0,1-1 1,9-1 192,0-1-1,1 1 1,-1 1 0,0 0 0,1 0 0,10 2-1,2-1 52,559 35 2606,-415-18-2578,1381 145 746,-931-95-879,-569-61-239,1441 181 94,-938-78-83,-513-99-22,-1 1-1,0 2 0,-1 2 1,59 31-1,-84-39 8,0 1 0,0 0 0,-1 0 0,0 1 0,0 1 0,-1 0 0,-1 0 1,1 1-1,-2 0 0,1 0 0,-2 1 0,1 0 0,-2 1 0,0 0 0,0 0 0,6 22 0,-8-13 12,-1 0-1,-1 1 1,-1 0 0,-1-1-1,-1 1 1,-1-1 0,-1 1-1,-1-1 1,-1 0 0,-13 38-1,-8 7 75,-2-2 1,-41 69-1,-158 228 305,84-140-286,-291 533 204,350-583-293,7 3-1,-83 286 1,158-455-15,-7 29-52,-1 0 0,-3-1 0,-23 50 0,30-74-2,0 0 0,-1-1 0,0 1 0,0-1 0,-1-1 0,0 1 1,0-1-1,-1-1 0,0 0 0,0 0 0,-1-1 0,0 0 0,0 0 1,-1-1-1,-13 5 0,-2-3-50,1 0 1,-1-2-1,-1-1 1,-51 2-1,-111-12-150,134 2 196,-950-91-339,662 57 352,-780-86-36,-893-91 72,1399 166-1060,182 16-6269,290 19 69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06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3011 52 5761,'6'-22'852,"-5"20"-472,1 0 1,-1 0 0,0 0-1,1 0 1,0 1-1,-1-1 1,1 1 0,0-1-1,-1 1 1,1 0-1,0-1 1,0 1 0,0 0-1,0 0 1,1 1-1,-1-1 1,0 0-1,0 1 1,6-2 2359,-32 0-1814,-7 3-756,0 2-1,0 1 1,0 1-1,-52 17 1,21-6-89,-833 225 297,338-85-443,-160 67 220,645-196-197,1 3 1,2 3-1,1 4 1,-75 53-1,74-44-211,39-27 158,-45 37 0,100-51 592,224-7 72,-146-2-514,1246 12-3899,-775 0-2676,-279 2 491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20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620 155 3408,'1'-1'42,"-1"1"-1,1-1 1,0 0-1,0 1 0,0-1 1,0 0-1,-1 1 1,1-1-1,0 0 1,-1 0-1,1 0 0,-1 1 1,1-1-1,-1 0 1,1 0-1,-1 0 1,1 0-1,-1 0 0,0 0 1,0 0-1,1 0 1,-1 0-1,0-2 1,-13-19 1467,3 9-889,1 0 851,1 0 1,1 0-1,1-1 0,-12-31 4278,16 88-2784,-14 79-1,0-16-1138,-49 352 1920,24-255-3208,-92 265 0,-55 193-6786,113-377-2128,58-213 3193,9-6-2769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21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2354 215 5469,'0'0'3980,"-4"0"-2744,-21 0 202,13 0 3183,24-26-2361,-8 24-2151,1 0-1,-1 1 0,0 0 1,0 0-1,1 0 0,-1 0 0,9 1 1,4-2 92,275-16 1210,-149 13-1133,1390-48 494,-1246 46-741,1235-39 158,-1224 29 205,-258 14-55,-1-2-1,72-17 0,-108 21-143,0 1 22,0 0-157,-1 0 0,1 0-1,0 0 1,-1 0 0,1 1 0,0-1-1,-1 1 1,1 0 0,0 0 0,-1 0-1,0 0 1,1 0 0,-1 0 0,1 1-1,-1-1 1,0 1 0,0 0 0,0 0-1,0-1 1,0 1 0,0 0-1,2 5 1,1 2 114,-1 1 0,1 0-1,-2 1 1,0-1 0,0 1-1,2 15 1,-1-2 45,6 31 494,5 72 0,-12-37-452,-3 0 0,-4 0 0,-4 0 0,-21 91 1,2-60-70,-6-1 0,-65 157 0,-141 215-14,-39-27-64,86-170 113,164-255-89,-18 33 264,45-71-387,0-1 0,0 1 0,0 0 0,0-1 0,0 1 0,1 0 1,-1 0-1,1-1 0,-1 1 0,1 0 0,0 0 0,-1 0 0,1-1 0,0 1 1,0 0-1,1 0 0,-1 0 0,0 0 0,0-1 0,2 5 0,-1-5-7,0 0-1,0 0 0,0 0 0,0 0 1,0 0-1,1 0 0,-1 0 0,0-1 1,1 1-1,-1 0 0,0-1 0,1 1 1,-1-1-1,1 1 0,-1-1 0,1 0 1,-1 1-1,1-1 0,1 0 0,8 0 10,0-1 0,-1 1 0,1-2 0,0 0 0,13-4 0,3-3 99,37-17 0,-56 22-56,-6 2-70,0 1 0,0 0 0,0-1 0,-1 0 1,1 1-1,0-1 0,-1 0 0,0 0 0,2-2 1,1-2-41,-4 5 46,0 0 1,0 1-1,-1-1 1,1 0-1,0 0 1,-1 0-1,1 1 1,-1-1 0,1 0-1,-1 1 1,0-1-1,1 0 1,-1 1-1,0-1 1,1 1-1,-1-1 1,0 1-1,0-1 1,0 1-5,-4-3-22,-1 0-1,0 0 1,0 1-1,0 0 1,0 0-1,0 1 1,0 0-1,-1 0 0,1 0 1,0 1-1,-11 0 1,-3-1-32,-313-13-740,290 14 721,25 0 55,-941-7-777,-2 37 594,-1164 206 39,1326-102 136,569-95-9,167-28 14,-253 34-431,313-45 408,0 1-1,0-1 0,0 0 0,-1 0 0,1-1 0,0 1 1,0-1-1,0 1 0,-1-1 0,1 0 0,0 0 0,-5-3 1,7 4 27,1-1 1,0 1 0,0 0-1,-1 0 1,1-1-1,0 1 1,0 0 0,-1-1-1,1 1 1,0 0 0,0-1-1,0 1 1,-1-1 0,1 1-1,0 0 1,0-1-1,0 1 1,0-1 0,0 1-1,0 0 1,0-1 0,0 1-1,0-1 1,0 1 0,0 0-1,0-1 1,0 1 0,0-1-1,0 1 1,1 0-1,-1-1 1,1-1-44,0 0-1,1 1 0,-1-1 1,0 1-1,1 0 1,-1-1-1,1 1 1,0 0-1,-1 0 1,4-2-1,210-110-5824,-61 50-3192,-70 36-32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22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683 309 6701,'-4'-12'1101,"0"-1"1,1 0-1,0 0 0,1 0 1,0 0-1,1-24 1,11-78 6217,-8 105-6894,-2 1 497,1 0 0,-1-1 1,-1 1-1,0-1 0,-3-12 1,4 21-770,6 46 669,-1 0 0,-3 1 0,-2-1 0,-1 0 1,-12 70-1,-61 224-891,68-317 130,-145 511-61,33-126 0,-128 475-201,227-809-812,-28 98-4057,45-164 3689,0-1 0,1 1 0,-1 0 0,1 0 1,0 12-1,21-39-13833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22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1810 409 10125,'-11'-26'1268,"7"19"-259,0 0 0,1 0 0,1-1 0,-5-14 0,7 19-858,0 0 0,-1 0 0,1 1 0,0-1 0,1 0 0,-1 0 0,0 0 0,1 0 0,0 1 0,0-1 0,0 0 0,0 1 0,0-1 0,0 0 0,1 1 0,-1-1 0,1 1-1,2-3 1,4-4-2,1 1-1,0-1 1,0 2-1,1-1 1,0 1-1,0 1 1,1 0-1,0 0 1,12-4 0,115-35 485,-119 40-557,138-34 255,2 7 0,212-15 0,329 15-211,-647 30-138,627 3-344,-267 4 133,164 10 55,-555-14 171,1 1 0,-1 1 0,-1 1 0,1 1-1,26 10 1,-38-11 22,0 1-1,0 0 1,-1 0-1,0 1 1,0 0 0,-1 1-1,1 0 1,-1 0-1,-1 1 1,0 0-1,0 0 1,0 1-1,5 9 1,7 17 48,-2 0 0,-1 1 0,-1 1 0,-3 0 0,-1 1 0,-2 0 0,7 55 0,-8-13 54,-3 0-1,-10 132 1,-5-124-66,-3-1 0,-5 0 0,-3-2 0,-4 0 1,-38 88-1,-206 392 274,261-550-320,-323 632 279,227-451-135,-19 38-142,107-202 31,7-13 190,0-1 0,-2 0 0,0 0-1,0-1 1,-19 19 0,27-33-160,0 0 0,-1 0 0,0-1 0,1 0 1,-1 0-1,0 0 0,0 0 0,0 0 0,0-1 0,-1 0 0,1 0 0,0 0 0,0 0 1,-1-1-1,-7 1 0,-9-2-41,0 0 1,-24-4 0,4 0 84,-602-15-73,599 20-46,-1473 47 24,17 159-3489,1176-134-599,119-16-4479,145-35 575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3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20 301 6417,'60'-86'8170,"-26"41"-4500,-19 25-2932,8-10 1575,0-2 1,27-53 0,-49 83-1452,1 5-480,6 11-216,-2 0 1,1 0 0,-2 0-1,0 1 1,0 0 0,-2 0-1,4 29 1,1 117 309,-7-132-400,-3 86 277,-30 209 0,-51 111-60,57-311-238,-22 116-2063,-18 251-1,55-360-279,2-19-1985,4-40-3145,5-48-1721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4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48 532 4536,'-48'0'8711,"52"-2"-8109,60-24 1173,92-25 0,77-8-385,193-17-360,-288 55-855,970-114 434,7 50-443,409 14-198,-1469 68-16,-7 1-16,0 1 0,0 2-1,87 15 1,-108-3-165,-25-12 220,0 1 0,0-1 0,0 0 1,0 0-1,0 0 0,1 0 0,-1-1 1,0 1-1,3 0 0,-10 19-23,-5 26-22,9-43 50,4-5 30,15-8 467,1 1 0,28-9 1,-30 6-50,-17 11-395,1 0 0,0 1 0,-1-1 1,1 0-1,0 1 0,0-1 0,0 0 0,0 1 0,-1-1 0,1 1 0,0 0 0,0-1 0,0 1 0,0-1 0,0 1 0,0 0 0,2 0 0,3 26 169,-6-1-94,0-1-1,-2 0 1,-1 0-1,0 0 1,-14 43-1,7-22 64,-137 707 1596,102-503-1562,-2 35-104,-18 97 156,-50 316-94,111-668-691,-2-1 1,-11 34-1,1-14-5294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4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2664,'38'-11'712,"-25"5"-8,6-5-680,0 2-172,-19-8-624,0-3-176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5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181 627 4112,'11'-5'448,"-12"6"243,-16 8 339,15-8-471,-1-2-24,-15-7 2000,-16-5 8028,10 13-11310,6 4 1084,1 1 0,-1 0-1,-18 10 1,33-13-108,83 4 368,373-43-217,-339 26-344,841-86 108,259-24-66,-633 70-12,343-34-128,-5-42 1282,-889 122-1163,19-3 127,78-24 0,-122 30-147,0 0 0,0-1 0,-1 1 0,1-1-1,5-5 1,-8 7-36,1-1 0,-1 0 1,0 0-1,1 1 0,0-1 0,-1 1 0,1 0 0,0 0 0,-1 0 0,4 0 1,-25-4-413,7 1 244,-147-25-7015,111 28 1876,4 11-3064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6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26 5581,'5'-2'-2291,"2"-1"3950,17-11 14524,-20 7-12649,-45 210-159,5-17-2078,-21 133-139,45-232-1530,1 150 1,14-154-1925,16 97 1,-3-93-1933,6-2-3483,-7-40-2528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372 146 6861,'18'-18'6276,"-7"-2"-4033,-10 17-2145,1 0 1,-1 0 0,1 0 0,0 0 0,0 1-1,0-1 1,0 0 0,0 1 0,1-1 0,-1 1-1,1 0 1,-1 0 0,1 0 0,6-3 0,16-6 208,1 1 1,0 1-1,0 2 1,0 1-1,51-6 1,140 3-72,-143 9-169,849 12-517,-108 2 130,-328-14 240,-470-1 85,263-6 207,15-13 275,-260 19-377,-32 1-91,19 1-29,-6 1 67,-12-2 739,-1 0-607,16 3-1,-13 4 113,-7-4-243,0 0-1,0 0 1,0 0-1,0 0 1,0 0-1,-1-1 1,1 1-1,-4 4 1,0 2-25,-126 255 1407,76-147-1005,-8 19 170,6 2-1,5 3 1,-44 200-1,71-231-311,-64 339 818,35-147-689,23-190-278,18-71-81,-6 36 42,18-73-70,-14-6-158,-1 0 0,0-1 0,1-1 0,0 0 1,0-1-1,0 0 0,0-1 0,-16-10 1,-45-17-309,-724-202-1010,230 121 1344,-8 43 99,421 61-74,-262 17-1,368-3-188,1 1-1,0 3 1,-97 29-1,142-35 240,-1-1 0,1 1-1,-1-1 1,1 0 0,-1-1 0,0 1-1,1-1 1,-1 0 0,0-1-1,1 1 1,-1-1 0,1 0 0,-1-1-1,-9-3 1,13 4 10,0-1-5,1 0-48,0 0 1,0 0-1,0 0 1,1 0-1,-1 0 1,0 0-1,1 0 1,-1 0-1,1 0 1,0 0-1,0 0 1,0 0-1,0 0 1,0 0-1,0 0 1,0 0-1,1 0 1,-1 0-1,1 0 1,-1 0-1,1 0 1,0 0-1,1-3 1,0 3-306,-1 0-1,0 1 1,1-1 0,0 1 0,-1-1 0,1 1-1,0-1 1,-1 1 0,1 0 0,0 0 0,0 0 0,0 0-1,0 0 1,0 1 0,0-1 0,1 0 0,-1 1-1,3-1 1,14-2-4095,6-2-2409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8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78 4988,'-2'-6'1149,"0"0"1,0 0-1,1 0 0,0 0 0,0-1 0,0 1 0,1 0 0,0-11 0,0 5 610,6 218 2806,-6 168-707,-31-132-2954,-64 242 1,-18 127-3251,89-348-695,27-131-241,0-99-151,15 61 0,3-26-5369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19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1366 310 4728,'-4'-4'287,"0"1"0,0 0 0,0 1-1,0-1 1,-1 1 0,1 0 0,-1 0-1,0 0 1,1 0 0,-1 1 0,0 0-1,0 0 1,0 0 0,0 1 0,0 0-1,0 0 1,0 0 0,-5 1 0,-15 2 434,1 1 1,-35 10-1,44-10-685,4-1 262,-35 5 2345,60-21-1732,6 0-737,0 2 0,0 0 1,1 1-1,30-10 0,97-24 350,-89 28-344,155-36 145,2 9-1,282-20 0,76 42-145,4 34-51,-333-6-56,-116-4 1,187 29 0,-306-30-64,-1 0 0,1 1 1,-1-1-1,0 2 0,0-1 1,0 2-1,15 8 0,-20-9 13,1-1 0,0 1-1,-1 0 1,0 1 0,0-1 0,0 1-1,0 0 1,-1 0 0,1 0 0,-1 0-1,-1 1 1,1-1 0,2 10-1,2 11 147,-1 0-1,-2 0 0,3 49 1,-9 82 474,0-114-482,-31 350 710,-35 64-388,37-254-369,-71 629 375,92-343-160,16-346-213,35 200-1,-31-271 106,3 143 0,-13-213-152,-4-2-61,1 0 1,0-1 0,0 1 0,0-1 0,-1 1-1,1-1 1,0 0 0,0-1 0,0 1 0,0 0-1,1-1 1,-1 0 0,0 0 0,-4-3 0,-1-3-9,0 0 0,1-1 0,-7-9 1,-9-12-7,-131-127 55,122 129-70,-1 1 1,-2 1 0,-44-23 0,22 19 6,-2 3 0,-1 3 0,-1 2 0,0 3 0,-74-12 0,-325-25-76,-378 40 88,2 60 17,-95 50-1420,802-74 7,49-1-2278,77-19 3006,0-1 1,0 1-1,-1-1 0,1 0 0,0 0 1,1 0-1,-1-1 0,0 1 0,0-1 1,0 0-1,1 1 0,-1-1 0,-3-4 0,-4-3-4542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26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440 168 3224,'30'-41'4797,"-29"39"-3294,1-14-703,-2 15-670,1-1 0,-1 1 0,0 0 0,0-1 0,0 1 1,0 0-1,0-1 0,0 1 0,0 0 0,0-1 0,0 1 0,-1 0 1,1-1-1,0 1 0,-1 0 0,0 0 0,1-1 0,-1 1 0,0-1 1,-15-36 890,15 36-666,4-13-299,-4 14 61,1 0 1,0 0-1,0-1 0,0 1 0,0 0 0,0 0 0,0 0 0,0 0 1,1-1-1,-1 1 0,0 0 0,1 0 0,-1 0 0,1 0 0,0-2 0,22 0 336,-1 1-1,1 1 0,-1 0 0,1 2 0,0 1 0,-1 1 0,0 0 0,1 2 0,37 13 1,218 81 605,-202-73-923,-3-1 18,130 64 1,-186-80-167,17 9 21,0 1 1,-2 2-1,42 34 0,131 137 68,-157-149-50,2-3 1,73 45 0,121 56 67,-194-113-77,436 249 36,-401-226 29,262 164 375,-301-186-401,-17-11-37,0 1 0,-2 2 1,32 29-1,-19-8 68,-24-23-67,0-1 1,2-1 0,0-1-1,1 0 1,0-2 0,34 20-1,117 46 174,-167-78-187,0 0 0,1 1 0,-1-1 0,-1 1 1,1-1-1,0 1 0,-1 0 0,1 0 1,2 5-1,3 3 83,-6-9-81,-1 1-42,2 4-415,-3-6 537,1 0 0,-1 0 0,0 0 0,0 0 0,1 0 0,-1 0 0,1 0 0,-1-1 0,1 1 0,-1 0 1,1 0-1,0 0 0,-1-1 0,1 1 0,0 0 0,1 0 0,-1-1 13,0-1 1,1 1-1,-1 0 0,0-1 1,1 1-1,-1-1 1,0 0-1,0 1 1,0-1-1,0 0 1,0 0-1,0 0 1,0 0-1,0 0 1,1-1-1,0 1 59,-26-24 188,21 21-349,0 0 0,0-1-1,1 1 1,-1-1 0,1 0 0,0 1-1,1-1 1,-1 0 0,0-7-1,1 10-20,1-2 32,-6-27 0,6 28-31,-19-25-39,-13 13-71,17 11 104,-1 0 0,0 2-1,0 0 1,-33 0 0,24 2 8,-35-6 0,-196-48-389,197 46 327,-80-1 0,41 3 16,-9 3-20,-20-3-512,5-4 81,-1 4 0,-195 17 1,268-7 437,-1-2 0,-67-7 0,88 2 70,-1-2 1,1-1 0,0-1-1,1-1 1,-31-14 0,-30-26 23,63 32-29,-39-17-1,34 19 73,22 8-73,-1 1 1,1 1-1,-1 0 1,0 1-1,0 0 1,-15-2-1,-141-8 25,52 9-56,86 4 45,20-1 4,-26-7-3,-50-14 0,59 14-11,1 2-1,-39-6 0,-151-5 20,61 2 111,146 14-133,0 0 1,1 0-1,-1-1 0,0 0 1,1-1-1,-12-5 0,14 6 4,-142-72-28,102 50 48,-56-41 1,98 64-18,1-1 9,-1-1-7,-1 1 0,1-1 0,-1 1 0,1-1 0,-1 1 0,-7-3 0,-68 8 30,76-3-85,-10 7-651,3 1 279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28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3785 53 4844,'15'-9'1853,"-12"7"-898,0 0 0,0 0 0,0 0 0,1 0 0,-1 0 0,1 1 0,6-3 0,-12-3-21,-2-9-615,-1 13 3177,-108 53-3324,-206 98 117,-120 115-143,341-193-153,3 5 1,-107 108-1,66-38 97,-32 31 56,98-108-119,-325 294 115,253-248 76,128-104-147,1 0 0,0 1 0,1 1 0,-14 16 0,20-22-41,0 0 1,0 0 0,-1-1 0,0 0 0,0 0 0,0-1 0,-10 5 0,-24 17 28,10-5 43,-1-2 0,0 0 0,-1-2 1,-40 14-1,5 4 10,65-33-59,1-1-36,-30 16 20,-39 27 0,38-23-14,5-5-16,-48 20 0,45-23-25,6 2-39,20-11 62,1-1-1,-1-1 0,0 1 1,1-1-1,-1 0 0,-7 2 1,-59 21-25,-10 2 35,-19 5-15,-22 5-11,100-32 40,0 2 1,-23 10-1,43-16-13,-26 14 26,-33 21-18,57-34-23,-82 44-10,84-45 15,-3 1-8,-1 0 1,1 0-1,0 0 0,0 1 0,0 0 0,0 0 0,0 0 1,1 0-1,-1 1 0,1 0 0,0 0 0,-5 6 0,-13 11-33,-77 48 70,96-67 115,2-1-137,0 0 1,0 1-1,0-1 0,-1 0 0,1 0 0,0 0 0,0 1 0,1-1 0,-1 1 0,0-1 0,0 0 0,1 1 0,-2 2 1,1 0 236,107-41-247,-55 18 11,57-13 1,7 4 65,181-34 14,405-25 60,-369 37-156,-6-28 6,-91 1 125,258-122 0,-297 110-79,-129 59-40,192-94-5,-196 89-10,99-72-1,-107 61-2,-1-2 1,50-60 0,-13 5-2,73-75-14,-110 127 41,2 1-1,2 3 1,116-70-1,-47 42-24,-78 42 45,-46 32-63,3-3 11,15-10-2038,-30 5 1317,5 4-1362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31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95 4804,'0'0'5192,"1"-3"-4770,1-2-255,0-1 0,1 1 0,0 0 0,0 0 0,0 0 0,0 1 0,1-1 0,0 1 0,6-6 3140,-9 8-3121,-1 0 0,0 0 0,1 0 0,0 0-1,-1 0 1,1 1 0,0-1 0,0 0 0,0 1 0,0-1 0,1 1 0,-1-1-1,0 1 1,0-1 0,1 1 0,-1 0 0,1 0 0,0-1 0,-1 1 0,1 0-1,0 1 1,-1-1 0,1 0 0,0 0 0,0 1 0,0-1 0,2 0 0,-1 24 458,-4 105 503,0-91-912,0 1 0,8 60 0,25 127 435,-24-188-503,1-1 1,1 0 0,3 0-1,20 41 1,78 132 335,-108-202-482,202 331 1495,-57-97-930,40 80-39,58 80 9,-199-335-308,3-2 1,2-3-1,110 101 1,-61-75 60,167 138 645,-215-182-809,-2 2-1,-2 3 1,-1 2-1,-3 2 1,-3 1-1,47 78 1,-45-53 261,58 145-1,-67-136-301,4 0 1,3-3-1,4-2 0,78 107 0,-86-142-104,80 74 0,-96-100 0,14 11 0,50 34 0,-36-30 0,25 26 0,-55-43 0,-8-10 0,-11-9-20,-1 0 1,1 1-1,-1-1 0,0 0 1,1 0-1,-1 1 0,1-1 1,-1 0-1,1 0 0,-1 0 1,1 0-1,-1 0 0,1 0 1,-1 0-1,1 0 1,-1 0-1,1 0 0,-1 0 1,1 0-1,-1 0 0,1 0 1,-1 0-1,1 0 0,-1-1 1,1 1-1,-1 0 0,1 0 1,-1-1-1,1 1 0,-1 0 1,0 0-1,1-1 0,-1 1 1,1 0-1,-1-1 0,0 1 1,1-1-1,-1 1 0,0-1 1,0 1-1,1 0 0,-1-1 1,0 1-1,0-1 1,0 1-1,0-1 0,0 1 1,0-1-1,1 1 0,-1-1 1,0 1-1,0-1 0,-1 0 1,3-10-1191,0-1-1,-1 1 1,-1 0 0,0 0 0,0-1 0,-1 1 0,0 0 0,-1 0 0,-4-13 0,0-8-3907,2-6-6387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33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162 309 2456,'-7'-21'4554,"3"-11"-2925,3 26-1546,1-1-1,-1 1 1,0-1 0,-4-9 0,-3-5 602,-2 1 0,-15-24 0,6 11 254,18 31-736,-2 0-84,0 0-1,0 0 0,0-1 0,0 1 0,1-1 0,-1 0 0,1 0 0,0 0 1,0 0-1,0 0 0,-2-5 0,-4-4 99,7 10 233,0-1-200,-8-37 1040,2 44-1132,6-3-144,0-1-1,0 0 0,0 0 0,-1 1 0,1-1 0,0 1 0,0-1 0,0 1 0,0 0 0,0-1 0,0 1 0,1 0 1,-1 0-1,0-1 0,0 1 0,0 0 0,1 0 0,-1 0 0,0 0 0,1 0 0,-1 0 0,1 0 0,-1 2 0,3 7 146,1 0-1,0 0 0,0 1 0,1-2 0,0 1 0,1 0 0,0-1 1,0 0-1,10 11 0,68 79 1308,-82-97-1451,66 67 1021,113 90 1,90 45-217,-233-177-730,197 137 408,6-10 1,375 177 0,-278-173-119,-260-120-337,-1 4-1,-2 3 1,-2 3 0,-2 3 0,-3 3-1,103 108 1,-135-122 14,-2 2-1,34 54 1,45 98-10,-110-192-42,67 124-25,-8-17 279,-22-49-108,-17-25 147,36 45 0,-6-15 563,-28-34-402,0-2 0,35 32 0,-16-33-123,-40-26-271,26 8 76,-26-9-143,22 8 62,-22-8-53,1 1 0,25 8-34,-10 1 37,-1 1-1,0 1 0,-1 1 0,18 17 1,-13-11-21,2 5 14,0 1-1,24 35 0,-27-33-6,-14-19 15,1 0 1,0 0-1,0-1 0,16 12 1,-21-18 14,-2 1-27,0-1 1,1 1-1,-1 0 0,0-1 0,1 0 0,0 1 1,0-1-1,0 0 0,0 0 0,0 0 0,0 0 1,0 0-1,0-1 0,1 1 0,-1-1 0,5 3 1,-1 0-10,-4-3 25,27 19 18,-26-20-23,29 7-355,38 14 1,-67-20-499,-22 8-4442,14-7 4104,0 0 1,0 0 0,0 0-1,-1 0 1,1-1 0,-1 0-1,-7 0 1,-13 2-8334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34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2338 3800,'-48'17'14251,"65"-22"-13320,-10 1-847,-1 0 0,1 0-1,-1 0 1,1-1-1,-1 1 1,0-2-1,-1 1 1,7-8 0,19-16 83,442-305 748,-218 164-335,168-163-42,-11-39-415,-202 182-107,163-124-29,50-44 73,-375 318-44,61-39-1,-55 33 26,-51 45-30,4-12-34,-7 12 5,1 1 0,-1 0 0,1 0 0,-1-1 0,0 1 0,1 0 0,-1-1 0,0 1 0,1 0-1,-1-1 1,0 1 0,0-1 0,1 1 0,-1-1 0,0 1 0,0 0 0,0-1 0,0 1 0,0-1 0,1 1 0,-1-1-1,0 1 1,0-1 0,0 1 0,0-1 0,0 1 0,0-1 0,-1 1 0,1-1 0,0 1 0,0 0 0,0-1-1,0 1 1,0-1 0,-1 1 0,1-1 0,0 1 0,0 0 0,-1-1 0,1 1 0,0 0 0,-1-1 0,1 1 0,0 0-1,-1-1 1,1 1 0,-1 0 0,1-1 0,0 1 0,-1 0 0,1 0 0,-1 0 0,1 0 0,-1-1 0,1 1-1,-1 0 1,1 0 0,-1 0 0,1 0 0,-1 0 0,-35-1-953,31 1 791,-1 1 0,1 0 0,-1-1-1,1 2 1,0-1 0,-1 1 0,-5 2 0,9-3 30,-1 0 1,0 0-1,1 0 0,-1-1 1,0 1-1,0-1 1,0 1-1,-3-1 0,-9 1-6807,-1 2-421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35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883 15 4024,'-2'0'30,"-26"4"1263,26-9-256,15-8 3939,-16 14-4501,-8 4-197,6-4-139,-1 1-1,1 1 1,-1-1-1,1 1 1,0 0-1,0 0 1,0 1-1,1-1 1,-1 1 0,1 0-1,0 0 1,0 1-1,0-1 1,0 1-1,1 0 1,0 0-1,0 0 1,-3 6-1,-8 27 782,2-1 0,-14 78 0,-4 14 187,-63 160 370,-16 55-353,86-258-894,3 0 1,5 1-1,3 1 0,-1 122 0,25 49 55,-1-43-175,-6-107-101,-1-62 6,-3-1 1,-1 1 0,-2 0-1,-14 73 1,13-106-16,-7 35 14,-2-1 0,-3 0-1,-38 87 1,40-112 23,-60 121 299,72-141-341,-14 30 139,14-31-138,0 0 0,0-1-1,0 1 1,0-1 0,0 1 0,-1-1 0,1 1 0,0-1 0,-1 0 0,1 0 0,-1 0-1,0 0 1,-1 1 0,-6 5-11,-7 9 2,-1-1 1,-20 14-1,15-10 6,-13 8-13,20-18 24,14-5-10,1 0 9,-15 8 32,14-11-68,0 0 1,1 0 0,-1-1 0,0 1-1,0-1 1,1 1 0,-1-1-1,0 1 1,0-1 0,0 1-1,0-1 1,0 0 0,0 1-1,0-1 1,0 0 0,0 0-1,0 0 1,0 0 0,0 0-1,0 0 1,-1 0 0,1-1-158,0-1 1,0 1-1,0-1 0,0 1 1,1-1-1,-1 1 0,1-1 1,-1 0-1,1 1 0,-1-1 1,1 0-1,0-2 1,0 3-149,-1 0 1,1 0 0,0 0-1,0 0 1,0 0 0,0 1-1,1-1 1,-1 0 0,0 0 0,0 0-1,0 0 1,1 0 0,-1 1-1,0-1 1,1 0 0,-1 0 0,1 0-1,2-3-1680,3-13-7033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48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398 743 5637,'-1'-2'342,"0"1"1,1 0-1,-1 0 1,1-1-1,-1 1 0,1 0 1,-1-1-1,1 1 1,0-1-1,0 1 1,0-1-1,0 1 1,0 0-1,0-1 1,0 1-1,0-1 1,0 1-1,1 0 1,-1-1-1,1 1 1,-1-1-1,1 1 1,-1 0-1,1 0 1,0-1-1,1 0 1,2-6 2795,16-32 3109,-18 36-5758,1 0 0,-1 0 1,1 0-1,0 0 0,0 1 1,7-6-1,-10 8-480,1 0-1,0 0 1,-1-1 0,1 1 0,-1 0-1,1 0 1,-1 0 0,1 0 0,-1 0-1,0 0 1,0-1 0,1 1 0,-1 0-1,0 0 1,0 0 0,0-1 0,-1 0-1,1-4 26,6-17 50,1 0 1,11-26-1,-11 32-79,-1-1 0,0 0 0,-1 0 0,3-26 0,-5 10-6,0 1 0,-3-2 0,-1 1 0,-1 0 0,-2 1 0,-1-1 0,-15-47 0,19 77-2,0 0 0,0 0-1,-1 1 1,0-1 0,0 1-1,0-1 1,0 1 0,0 0-1,-1 0 1,1 0 0,-1 0-1,0 0 1,0 0 0,0 1-1,0-1 1,0 1 0,-1 0-1,1 0 1,-1 0-1,1 1 1,-1-1 0,0 1-1,0 0 1,1 0 0,-1 0-1,0 1 1,0-1 0,0 1-1,0 0 1,0 0 0,0 0-1,-8 2 1,-1 0-2,-1 2 0,0 0 0,1 0 0,0 1 0,0 1 0,0 0 0,0 1 0,-12 10 0,5-3 46,1 1 0,1 1 0,1 0 0,0 2 0,1 0 0,1 0 0,0 2 1,2 0-1,0 0 0,2 1 0,0 1 0,1 0 0,1 0 0,1 1 0,1 0 0,2 0 0,0 1 0,1 0 0,1 0 1,2 0-1,0 0 0,1 0 0,2 0 0,0 0 0,2 0 0,0-1 0,2 1 0,10 27 0,-1-17 40,2-1-1,1 0 0,38 52 0,81 84 114,-58-76-135,-45-53-30,-3 1-1,-1 2 1,48 92-1,-72-119-25,1 0 0,-2 0 0,0 0 0,-1 1 0,-1 0 0,2 31 0,-5-36-3,0 0 1,-1 0 0,0 0 0,-1-1 0,-1 1 0,0 0-1,0-1 1,-1 0 0,-1 0 0,-11 21 0,3-12-48,-2 0 0,0-1 0,-2 0 0,0-2 0,0 0 0,-2-1 0,0 0 0,-1-2 0,0 0 0,-1-1 0,-1-2 0,0 0 0,0-1 0,-1-1 0,0-1 1,-1-1-1,0-1 0,-27 2 0,44-7-198,0 0 0,-1-1 0,1 0 0,0-1 0,0 0 0,-1 0 0,1 0 0,0-1 0,-11-4 0,15 5-41,0-1 0,0 0 1,0 0-1,0 0 0,0 0 0,0 0 0,1-1 0,-1 1 0,1-1 0,-1 1 0,1-1 0,0 0 0,0 0 0,1 0 0,-1-1 0,0 1 0,1 0 0,0 0 0,0-1 0,0 1 0,-1-5 1,-3-29-6223,4-3-4277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48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1 11049,'0'0'6973,"-2"2"-5175,-2 2-1400,0 0 0,0 1-1,1 0 1,0 0 0,0 0 0,0 0 0,0 0 0,1 1 0,0-1 0,0 1 0,0-1-1,0 7 1,-3 15 346,-1 39 0,1-12 143,3-38-710,-4 28 362,-16 56-1,-25 82 118,-16 121-3329,42-119-3884,16-121 111,4-5-4171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48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0 249 12017,'167'-51'6072,"425"-28"-465,-349 55-4963,-126 11-680,-21 5-66,1-5 0,135-36 0,-221 45 58,16-4 105,-23 9-106,-14 6-158,-125 71 175,80-49-120,1 3 0,2 1 0,-57 49 0,55-23-272,51-57 382,31 2 5,-24-3 47,0 0 1,0 0-1,0-1 0,1 0 0,-1 1 1,0-2-1,0 1 0,1 0 0,4-2 1,22-5 142,-17 3-88,0 0 0,0 2-1,0-1 1,1 2 0,-1 0 0,0 0 0,1 2 0,26 3-1,-40-4-63,6 2 6,0-1 0,-1 1 0,1 0 0,-1 1-1,0 0 1,1 0 0,-1 0 0,-1 1 0,12 8 0,-9-4-329,-1 0 1,1 0 0,-2 1-1,10 15 1,10 21-6514,-19-32 3044,5 4-4713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49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9865,'18'-3'817,"-15"2"-641,0 0 0,0 1 0,1-1 0,-1 1 0,0 0 0,0 0 0,0 0 0,0 0 0,0 1 0,1-1 0,-1 1 0,0-1 0,0 1 0,0 0 0,0 0-1,0 1 1,-1-1 0,1 1 0,3 1 0,2 2 303,1 1 0,-1 0 1,0 0-1,0 1 0,-1 0 0,0 1 0,0-1 0,-1 1 0,1 0 0,7 16 0,-4-5-126,-2 1-1,0 1 1,-1 0-1,5 24 1,-10-33-273,-1 0 1,0 1 0,0-1-1,-1 0 1,-1 0 0,0 0-1,-1 0 1,0 0-1,-4 14 1,-1-4 31,0 0 0,-1 0 0,-1-1 0,-1 0 0,-1 0 0,-1-1 0,-24 31 0,3-22 604,30-26-214,-14-7 737,16 3-1207,0 0 0,-1 1-1,1-1 1,0 0 0,0 0 0,0 0 0,0 0 0,0 0-1,0 0 1,0 0 0,0 0 0,0 0 0,0-1 0,1 1-1,-1 0 1,0-1 0,1 1 0,-1 0 0,1-1 0,0 1-1,-1 0 1,1-1 0,0 1 0,0-1 0,0 1 0,0-1-1,0 1 1,0-1 0,0 1 0,0 0 0,1-1 0,0-1-1,0-5 29,1 0 0,1 0 1,0 0-1,0 1 0,4-9 0,9-9-436,1 1 1,1 0 0,0 1 0,26-22-1,-25 25-124,-6 6 8,107-111-4471,-39 49-2287,-22 27-1488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49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4712,'19'11'4969,"-15"6"-4213,2 0 916,-19-5-2648,4 2-388,-14-8-1532,8 2-993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49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759 347 11065,'3'-28'996,"0"-2"1276,0-58 1,-3 78-1661,-2 0 0,1 0 0,-1 0 0,0 0 0,-1 0 1,0 1-1,-1-1 0,0 1 0,-10-17 0,9 18-182,0 0 1,0 1-1,-1 0 1,0 0 0,-1 0-1,1 0 1,-1 1-1,-12-8 1,14 12-327,1-1 1,-1 1 0,0 0-1,0 1 1,0-1 0,0 1-1,0 0 1,0 0 0,0 1-1,0 0 1,-1 0-1,1 0 1,0 0 0,0 1-1,0 0 1,0 0 0,-7 2-1,-4 2 23,1 0 0,0 1 0,0 1 0,1 0 1,0 1-1,0 1 0,1 0 0,0 1 0,-21 20 0,19-14-27,1 1 0,0 0 0,1 1 0,1 0 0,1 1 0,-16 36 0,16-27-48,2 0 1,0 0-1,2 1 0,1 0 0,2 0 1,0 0-1,2 1 0,1 0 0,2-1 0,1 1 1,6 33-1,-1-31-26,2 0 0,1-1 0,20 43 0,51 84-78,-1-6-422,-74-139 398,-1-1 0,0 1-1,-1 0 1,0 0 0,-1 0-1,0 1 1,-1-1 0,-1 1-1,0 19 1,-2-25 27,0 0 0,-1 0 0,0 1 0,0-1 0,0 0-1,-1-1 1,-1 1 0,1 0 0,-1-1 0,0 0 0,-1 0 0,0 0 0,0-1 0,0 1 0,-1-1-1,-11 9 1,0-2-82,0 0 0,0-2-1,-1 0 1,0-2 0,-24 10 0,-101 30-1503,142-48 1617,-8 2-331,-1 0 0,0-1-1,0 0 1,0 0 0,0-1 0,0 0 0,0-1-1,0 0 1,0-1 0,0 0 0,0 0-1,0-1 1,-11-3 0,21 4 272,-1 1-1,0 0 1,0 0-1,1 0 1,-1 0-1,0-1 1,1 1-1,-1 0 1,0-1-1,1 1 1,-1 0-1,0-1 1,1 1 0,-1-1-1,1 1 1,-1-1-1,1 1 1,-1-1-1,1 0 1,-1 1-1,1-1 1,0 1-1,-1-1 1,1 0-1,0 1 1,0-1 0,-1 0-1,1 0 1,0 1-1,0-1 1,0 0-1,0 0 1,0 1-1,0-1 1,0 0-1,0 0 1,0 1-1,0-1 1,0 0-1,0 1 1,1-1 0,-1-1-1,3-2-449,0-1 1,0 1-1,0 0 0,0 0 1,7-5-1,-2 0-295,25-21-3738,4 4-2385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50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46 9129,'50'-26'2153,"-40"20"-21,1 1 1310,5-4 1586,-73 99-3273,17-22-1204,31-54-462,-21 31 214,-27 56 0,51-88-260,0 0 0,1 0 0,1 1-1,0 0 1,0-1 0,1 1-1,1 1 1,1-1 0,0 22-1,1-31-33,0-1-1,1 0 0,-1 0 1,1 0-1,1 1 0,-1-1 0,0 0 1,1 0-1,0 0 0,0-1 1,0 1-1,0 0 0,1-1 1,-1 1-1,1-1 0,0 0 1,0 0-1,0 0 0,1 0 0,-1-1 1,1 1-1,-1-1 0,1 0 1,0 0-1,0 0 0,0 0 1,0-1-1,0 0 0,0 1 0,0-2 1,0 1-1,1 0 0,4-1 1,7 1-3,0-1 0,0 0 1,0-1-1,0-1 1,0-1-1,0 0 0,20-8 1,-19 5-2,-1 0 1,-1-1 0,1-2-1,-1 1 1,0-1-1,15-14 1,-14 10-14,-1-1-1,0-1 1,-1-1-1,-1 0 1,-1 0-1,20-34 1,-5 7-2,37-58-47,30-41-12,-93 139 60,1 1 1,-1 0-1,1 1 0,0-1 0,-1 0 0,1 0 0,0 1 0,0-1 0,0 1 0,1 0 0,-1-1 1,0 1-1,4-1 0,-5 2 6,0 0-1,0 0 1,1-1 0,-1 1 0,0 0 0,0 1 0,0-1-1,1 0 1,-1 0 0,0 0 0,0 1 0,0-1-1,0 1 1,1-1 0,-1 1 0,0-1 0,0 1 0,0-1-1,0 1 1,1 1 0,1 1-1,0 0 0,-1 1 0,1 0 0,0 0 0,-1 0 0,0 0 0,0 0 0,0 0 0,-1 0 1,1 0-1,-1 1 0,1 6 0,3 20 2,-1 0-1,-1 0 1,-2 1 0,-6 61 0,4-47 67,1-45-60,1-1-1,-1 1 0,0 0 0,0 0 0,1 0 0,-1-1 1,1 1-1,-1 0 0,1-1 0,-1 1 0,1 0 1,-1-1-1,1 1 0,0-1 0,-1 1 0,1 0 1,0-1-1,0 0 0,-1 1 0,1-1 0,1 1 1,0 0 2,5 4-1,0-1 1,1 0 0,-1-1-1,1 1 1,0-2-1,-1 1 1,1-1 0,13 2-1,36 12-95,-40-9 113,1-1 0,0 0 1,0-2-1,21 3 1,-31-6-24,1-1 0,-1 0 0,1 0 0,0-1 0,-1 0 0,1 0 0,-1-1 0,0 0 0,1 0 0,-1-1 0,14-7 0,-7 2 3,7-3-9,-1-1 0,0 0 0,25-21 0,-32 12 22,-13 19-23,1 1-23,31-12-61,-28 23 116,-5-9-33,0 0 1,0 0-1,1 0 1,-1-1-1,0 1 1,0 0-1,0 0 1,1 0-1,-1-1 1,1 1-1,-1 0 1,1 0-1,-1-1 1,1 1-1,-1 0 1,1-1-1,-1 1 1,1 0-1,0-1 1,-1 1-1,1-1 1,0 1-1,0-1 1,-1 0-1,1 1 1,1-1-1,12 1-24,1-1 0,-1-1 0,0 0 0,1-2-1,-1 1 1,0-1 0,-1-1 0,24-10 0,-35 13-19,139 13-16,-82-11 147,-1-3 1,1-2 0,-1-2-1,0-3 1,78-23 0,-103 24 799,47-6 0,-77 14-862,-1 0-1,1 0 0,0 0 1,-1 1-1,1 0 0,-1-1 1,1 1-1,-1 0 0,1 0 1,-1 0-1,0 1 0,0-1 1,3 2-1,7 4 26,21 8-151,2-2-1,-1-1 1,2-2 0,50 9-1,-58-15-37,-11-1 119,1-1-1,-1 0 0,1-1 0,0-1 0,-1 0 0,1-2 0,0 0 1,28-7-1,-39 6 104,-1 0 0,0 0 1,-1 0-1,1-1 0,-1 0 1,1 0-1,-1 0 0,0-1 0,-1 0 1,1 0-1,-1 0 0,0 0 1,4-8-1,-6 11 132,1-29 1115,3-1-695,-6 29-581,-2-5-24,2 5-22,0 1 0,0-1 0,-1 1 0,1 0-1,-1-1 1,1 1 0,-1 0 0,0-1-1,0 1 1,0 0 0,0 0 0,0 0 0,0 0-1,-1 0 1,1 0 0,-1 0 0,0 0-1,1 0 1,-1 1 0,0-1 0,0 1 0,0-1-1,0 1 1,0 0 0,0 0 0,0 0 0,-1 0-1,-3-1 1,-12-3-3,0 1 1,0 0-1,0 2 0,0 0 0,-1 1 1,1 0-1,-36 5 0,21 1-8,1 0 1,0 3-1,-50 17 0,74-22 8,1 0 0,-1 1 0,1 0 0,0 0 0,0 0 0,0 1 0,1 0 0,-1 0 0,-5 7 0,11-11 1,0 1 0,-1 0-1,1-1 1,0 1 0,0 0 0,0 0 0,0 0-1,0-1 1,1 1 0,-1 0 0,1 0 0,-1 0 0,1 0-1,0 0 1,-1 0 0,1 1 0,0-1 0,0 0-1,1 0 1,-1 0 0,0 0 0,1 0 0,-1 0 0,1 0-1,0 0 1,-1 0 0,1-1 0,0 1 0,0 0-1,0 0 1,0-1 0,1 1 0,-1 0 0,0-1-1,1 1 1,-1-1 0,1 0 0,0 1 0,-1-1 0,3 1-1,2 2 2,1 0 0,-1-1 0,1 1 0,0-2 0,0 1 0,0-1 0,1 0 0,-1 0 0,0-1 0,1 0 0,-1 0 0,12-1 0,0 0-20,0-1 0,0-1 0,35-7 1,6-13 31,-50 18 26,0-1-1,0 1 1,1 1 0,0 0 0,-1 0-1,1 1 1,0 1 0,19-1 0,-24 4-68,0 0 1,0 0 0,-1 1 0,1 0-1,-1 0 1,1 0 0,-1 0 0,0 1-1,0 0 1,-1 0 0,1 1 0,-1-1-1,7 10 1,-5-7-374,0-1 0,1 1 1,0-1-1,9 6 0,5-1-1316,1-2 0,-1-1 0,2 0 0,-1-2 0,41 7 0,-56-12 538,1 0 0,-1 0 0,1-1 0,13-1 0,-8 0-376,40-2-5366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50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60 7665,'11'-24'1037,"-9"21"-448,0 0 0,0 1 0,0-1 0,0 0 0,1 1 0,-1-1 0,1 1 0,0 0 0,0 0 0,0 0 0,0 0 0,0 1 0,0-1 0,7-2 7894,-10 7-8744,0 1 1,0-1-1,-1 0 1,1 1-1,-1-1 0,0 0 1,0 0-1,0 0 1,0 1-1,0-1 0,-1 0 1,-2 4-1,0-3-1364,0 1 0,0 0 0,-1-1 1,1 0-1,-10 6 0,-11 9-7685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51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11 5553,'-27'8'452,"14"-5"330,-1 1 0,1 1 1,0 0-1,0 1 1,-15 9-1,25-14-552,1 0 0,0 0 0,-1 0-1,1 0 1,0 0 0,-1-1 0,1 1 0,-1-1 0,0 0 0,1 0 0,-4 0-1,1 0 359,6 3-258,1-1 0,-1 0 1,1 0-1,-1 0 0,1-1 0,0 1 0,-1 0 0,1-1 0,0 1 0,0-1 0,3 2 0,17 5 167,0-2-1,0 0 0,1-2 0,37 3 0,-25-3-158,717 40 2228,-606-39-2421,1084 10 603,6-28-255,-354 2-13,337 8 90,1311-26 1266,-1452-48-460,-913 47-3044,-186 22-2066,2 3 1740,-1 2 1,0 0-1,1 1 0,-28 1 1,-44 5-8692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52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556 0 5781,'-1'3'540,"0"1"1,-1-1 0,1 0 0,0 0 0,1 1 0,-1-1 0,1 0 0,-1 1 0,1-1 0,0 7 0,5 43 2269,-2-25-1759,-1 102 3125,-30 256 0,-5-141-3243,-87 322 0,-138 217-9461,195-620 2976,8-15-3194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53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84 3896,'-1'0'63,"1"-1"0,-1 1 1,1 0-1,-1-1 0,1 1 0,-1-1 0,1 1 0,-1 0 0,1-1 0,-1 1 0,1-1 0,0 1 0,-1-1 0,1 0 0,0 1 0,-1-1 0,1 1 0,0-1 0,0 0 0,-1 1 0,1-1 1,0 1-1,0-1 0,0 0 0,0 1 0,0-1 0,0 0 0,0 1 0,0-1 0,0 0 0,0 1 0,1-2 0,0 1 58,0-1 0,0 0 0,0 1-1,0-1 1,0 1 0,1 0 0,-1-1 0,1 1 0,-1 0-1,1 0 1,1-2 0,6-1 251,0-1-1,0 1 0,16-5 1,3 2 42,0 1 0,1 1-1,0 2 1,29 0 0,117 10 389,-133-5-620,1477 120 1620,2 31-1511,-742-72-84,70-27 67,-636-68-191,-105 4-139,-88 10-384,0 0 1,0 2 0,0 1-1,34 8 1,-22-4 180,42 4-1,508 13 17,-425-20 228,1426-41 123,-1021-6 134,-458 28-222,-64 8 32,66-2 0,-95 8-271,-1 1 1,1-2-1,14-3 0,-8 2-35,-14 2 129,-1 0-72,111-62-215,-112 62 414,1 0 0,0-1 0,0 1 0,0 0 1,0 0-1,0 0 0,0 0 0,0 0 1,0 1-1,0-1 0,0 1 0,0-1 0,0 1 1,1 0-1,-1 0 0,0 0 0,0 0 0,0 0 1,1 0-1,-1 0 0,0 1 0,0-1 0,0 1 1,0 0-1,0 0 0,0 0 0,0 0 1,0 0-1,0 0 0,0 0 0,0 0 0,-1 1 1,1-1-1,0 1 0,-1-1 0,0 1 0,1 0 1,-1 0-1,0-1 0,2 5 0,1 1 75,0 0-1,-1 0 1,0 0-1,0 0 1,0 1-1,-1 0 1,0-1-1,-1 1 1,1 14-1,-3 16 593,-2 0-1,-14 65 0,-28 75 890,24-103-1144,-193 571 828,37-228-3317,152-363 1700,-188 438-2288,202-466 2559,-159 407-1156,154-391 1196,-3 5 384,2 1 1,-10 54-1,26-100-279,4-4-158,-1 0 0,1 0 0,-1 0 0,1 0 0,-1-1 0,0 1 0,0-1-1,0 1 1,0-1 0,0 0 0,0 0 0,3-3 0,14-22-2563,0-4-985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6:53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3840,'38'12'4753,"-51"-24"-5433,4 1-1600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0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80 421 10441,'-2'-17'366,"-1"0"223,0 0 0,2 0 0,0-1 0,1 1 0,2-25 0,-1 28-97,1 0 1,0 1 0,1-1-1,0 0 1,1 1 0,0 0 0,1 0-1,1 0 1,0 1 0,11-17-1,-12 20-383,1 1 0,1 0 0,-1 0 0,1 0 0,0 1 0,1 0 0,0 0-1,0 1 1,1 0 0,-1 1 0,1-1 0,0 2 0,1-1 0,-1 1 0,1 1-1,0 0 1,0 0 0,0 1 0,0 0 0,0 1 0,0 0 0,1 1-1,-1 0 1,0 0 0,0 1 0,1 0 0,-1 1 0,0 0 0,0 1 0,14 6-1,-8-2-58,0 1-1,-1 1 1,0 0-1,0 1 0,-1 1 1,-1 0-1,0 1 1,0 0-1,-1 1 0,0 0 1,-2 1-1,11 17 0,-4-4-9,-2 0 0,-1 1 0,-1 0 0,-2 1 0,-1 1 1,7 32-1,-9-21-9,-2 1 1,-3 0 0,0 0 0,-3 0 0,-2 0 0,-1 0-1,-12 52 1,-4-7 143,-5 0 0,-46 115-1,27-103 406,-90 152 0,-78 79 931,45-75 551,138-209-1375,23-30-151,19-26-220,-3 2-186,58-38-52,146-71-1,-161 90-217,186-87-1005,525-177-3463,51 82-1658,-259 111-1514,-211 55-690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10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1 500 5557,'2'-2'121,"0"1"-26,0 0 0,-1-1 0,1 1 1,-1 0-1,0 0 0,1-1 0,-1 1 1,0-1-1,0 1 0,0-1 0,0 0 1,0 1-1,0-1 0,-1 0 0,1 0 1,0 0-1,-1 1 0,0-1 0,1 0 1,-1 0-1,0 0 0,0 0 0,0 0 1,0 0-1,0 0 0,-1-3 0,0 0 98,0 1-1,0-1 0,1 1 0,0-1 0,0 1 0,0-1 0,0 1 0,1-1 1,0 1-1,-1-1 0,2 1 0,-1 0 0,4-8 0,2-5 302,2 1 1,11-17-1,-20 33-475,17-26 370,2 2 1,0 0-1,2 1 0,0 1 0,2 1 0,0 2 1,1 0-1,50-30 0,-51 36-305,0 1 1,1 1-1,0 1 0,1 1 0,0 1 1,1 1-1,-1 2 0,1 0 0,0 2 1,46-1-1,-60 5-54,0 0 0,1 1 1,-1 0-1,0 1 0,0 0 0,0 1 1,-1 0-1,1 1 0,-1 1 0,0-1 1,-1 2-1,20 14 0,-23-16-23,-1 2-1,1-1 1,-1 1-1,-1 0 1,1 0-1,-1 0 1,0 1-1,-1 0 1,0 0-1,0 0 1,-1 0-1,0 1 1,0-1-1,-1 1 1,0 0-1,0 0 1,-1 0-1,0 13 1,-2-3 32,-1 0 0,0 0 0,-1 0 0,-1-1 0,-12 33 0,-45 89 75,38-92-53,-21 62 0,40-99-47,3-8-10,0-1 0,-1 1 0,1 1-1,0-1 1,1 0 0,-1 0 0,0 0 0,1 0 0,0 1-1,0-1 1,0 0 0,0 0 0,0 0 0,1 1 0,-1-1-1,1 0 1,0 0 0,0 0 0,0 0 0,0 0 0,1 0-1,2 5 1,3 1 7,-1 0-1,2-1 1,-1 1-1,1-2 1,0 1-1,1-1 1,0 0-1,0-1 1,15 9-1,25 7 1,-32-15-2,-1 0 0,0 1 0,-1 1 0,22 16 0,-33-22-2,0 0 0,-1 0-1,0 1 1,1-1 0,-1 1-1,-1 0 1,1 0 0,-1 0-1,1 0 1,-1 1 0,0-1 0,-1 1-1,1-1 1,-1 1 0,0 0-1,0-1 1,0 1 0,-1 0-1,1 0 1,-1-1 0,-1 8-1,0-4 4,0 0-1,-1-1 0,0 1 0,0-1 1,-1 0-1,0 1 0,0-1 0,-1 0 1,0-1-1,-7 11 0,-4 2-596,-1-1 0,-19 17 1,14-14-1005,19-20 967,-4 5-71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13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885 7 9897,'4'-6'9338,"5"12"-6200,2 21-3466,-9-3 552,-1 0 1,-2 0-1,0 0 1,-8 46-1,0-3 154,-68 559 2984,13-120-1986,-250 1471 468,232-1554-1725,-127 726 87,82-155-94,109-739-363,30 492-1,-4-652-849,5 1 0,4-1 0,45 146 0,-57-227 457,0-1 0,1 0 0,0 0 0,15 22 0,-21-35 545,1 1-1,-1-1 1,0 1-1,1 0 0,-1-1 1,1 0-1,-1 1 1,0-1-1,1 1 0,-1-1 1,1 0-1,-1 1 1,1-1-1,-1 0 0,1 1 1,-1-1-1,1 0 1,0 0-1,-1 1 0,1-1 1,-1 0-1,1 0 1,0 0-1,-1 0 0,1 0 1,-1 0-1,1 0 1,0 0-1,-1 0 0,1 0 1,-1 0-1,1-1 1,0 1-1,-1 0 1,1 0-1,-1 0 0,1-1 1,-1 1-1,1 0 1,-1-1-1,1 1 0,-1-1 1,1 1-1,-1 0 1,1-1-1,-1 1 0,0-1 1,1 1-1,-1-1 1,18-32-4663,-16 27 3634,15-41-7456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14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12 529 4396,'0'0'240,"-1"0"0,1 0-1,-1 0 1,0 0 0,1 0-1,-1 0 1,1 0 0,-1-1 0,1 1-1,-1 0 1,1 0 0,-1 0-1,1-1 1,-1 1 0,1 0-1,0 0 1,-1-1 0,1 1-1,-1 0 1,1-1 0,0 1-1,-1-1 1,1 1 0,-1-1-1,9-8 1209,26-4-1182,38-4 437,2 4 0,103-6 0,-66 9-365,3150-226 2797,-1343 187-2183,5 25-414,-994 14-383,-393 3-86,622-6 72,-1112 12-136,907-14 46,-6-26 30,-827 30 45,-196 8-42,-204 20-137,149-8 58,181-25-56,43-5-23,-50 12 142,-27 5 13,0 1 1,0 1-1,0 0 0,25 1 1,-42 6 99,-34 103 594,-8 30-40,-5 207 98,32-193-594,-34 307 208,-9 76-272,-21 342-44,24-202-31,-45-6 327,-137 236 1198,-105 18-152,81-205-770,125-291-408,122-383-210,-17 45 498,30-88-568,0 0 0,0 0 1,-1-1-1,1 1 0,0-1 1,0 1-1,0-1 0,-1 0 1,1 0-1,0 0 0,0 0 1,0 0-1,-1 0 0,-2-1 1,4-1-11,-1 1 1,1 0 0,-1 0 0,1-1-1,0 1 1,0 0 0,0-1 0,0 0 0,0 1-1,0-1 1,0 1 0,0-1 0,0 0-1,1 0 1,-1 0 0,0-3 0,-6-35 31,7 35-32,-1-20-7,2 0 0,1 0 1,1 0-1,1 1 0,1-1 1,12-36-1,-16 60 1,6-19-391,1 1-1,1 0 1,0 0 0,2 1-1,0 0 1,1 1-1,22-25 1,-28 35-840,0-1 0,-1 1 0,0-1 0,7-15 0,-2 0-5777,-4 8-3051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15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257 960 4328,'-58'-11'1249,"56"10"-1091,-1 0 0,1 0 0,-1 0 1,1 0-1,0 0 0,-1-1 0,1 1 1,0-1-1,0 1 0,0-1 1,0 0-1,-1-2 0,-11-8 791,5 8-446,0 1 0,0-1 0,-1 2 0,1-1-1,-1 1 1,-13-1 0,-31-8 1727,33 4-794,28 8 797,36 8-1098,22-2-607,113-2 1,68-20-182,-138 6-223,1565-123 354,424-29-106,954 26 607,-715 41-258,-2264 90-672,988-74 439,-1013 72-486,187-27 117,-193 25-169,0-2 0,0-2 0,52-22 1,-91 33 44,4-1-89,0-1-1,0 0 0,0-1 1,0 1-1,5-6 1,-9 8 29,-1 0 1,0 0-1,0 0 1,0 0 0,0 0-1,0-1 1,-1 1 0,1 0-1,0-1 1,-1 1 0,1-1-1,-1 1 1,1-1 0,-1 1-1,0-1 1,1 1 0,-1-1-1,0 1 1,0-1-1,0 1 1,0-1 0,0 1-1,-1-1 1,1 1 0,0-1-1,-1-2 1,-1 0-186,-1-1 0,1 0 0,-1 1 0,0-1 0,0 1 0,0 0 0,0 0 0,-1 0 0,0 0 0,0 1 0,0-1 0,0 1 0,0 0-1,-1 1 1,-7-5 0,-2 0-1141,-1 1 0,0 1-1,0 0 1,-16-3-1,-21 0-6030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17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812 393 3804,'1'0'162,"0"0"0,-1 0 0,1 1 0,0-1 0,0 0 0,-1 0 0,1 0 0,0 0 0,0 0 0,-1 0 0,1 0 0,0 0 0,-1 0 0,1-1 0,0 1 0,0 0 0,-1 0 0,1-1 0,0 1 0,-1 0 0,2-1 0,-6-11 2751,-23-16 957,24 26-3490,1 0 1041,3-4-483,0 2-680,1-9 368,0 0 0,1 0 0,1 0-1,0 0 1,1 1 0,10-20 0,3 3-151,0-1 0,-3-1 0,24-62 0,-31 51 11,-8 42-484,0 1 1,0-1-1,0 0 0,0 0 0,0 0 1,0 0-1,-1 0 0,1 0 0,0 0 1,0 0-1,0 0 0,0 0 0,0 0 1,0 0-1,0 0 0,0 0 0,-1 0 1,1 0-1,0 0 0,0 0 0,0 0 1,0 0-1,0 0 0,0 0 0,0 0 1,0 0-1,-1 0 0,1 0 0,0 0 1,0 0-1,0 0 0,0 0 0,0 0 1,0 0-1,0 0 0,0 0 0,0 0 1,-1 0-1,1 0 0,0 0 0,0 0 1,0 0-1,0-1 0,0 1 0,0 0 1,0 0-1,0 0 0,0 0 0,0 0 1,0 0-1,0 0 0,0 0 0,0-1 1,0 1-1,0 0 0,0 0 0,0 0 1,0 0-1,0 0 0,0 0 0,0 0 1,0 0-1,0-1 0,0 1 0,0 0 1,0 0-1,0 0 0,-12 21 78,-6 32 130,2 0 1,2 1 0,-10 82-1,12-68-80,-106 485 694,45-226-556,60-263-224,-198 1067 456,60 223-231,138-1206-241,-27 361-15,-5 26-21,27-349-582,17-170 496,-12 88-605,10-91 456,0-1 0,0 0-1,-1 0 1,-1-1-1,0 1 1,-7 12 0,10-22 96,1 0 1,-1 0 0,0 0 0,1 0-1,-1-1 1,0 1 0,0 0 0,0-1-1,-1 1 1,1-1 0,0 0 0,0 0 0,-1 0-1,1 0 1,-1 0 0,1 0 0,-1-1-1,1 1 1,-1-1 0,-2 0 0,3 1-6,1-1 0,-1 0 0,1 0 1,-1-1-1,0 1 0,1 0 0,-1 0 0,1-1 0,-1 1 1,1-1-1,-1 1 0,1-1 0,-1 0 0,1 0 1,0 1-1,-1-1 0,1 0 0,0 0 0,0 0 1,0-1-1,0 1 0,0 0 0,0 0 0,0-1 0,0 1 1,0 0-1,0-1 0,1 1 0,-1-1 0,1 1 1,-1-3-1,-9-35-7251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18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1022 48 5889,'-1'-19'2980,"3"-9"6885,5 39-7210,-1 5-2568,-1 0 0,0 0 0,-2 1 1,1 0-1,0 22 0,-1 92 219,-3-92-227,-63 838 1689,58-827-1733,-100 657 502,74-521-363,-269 1224 297,159-866-422,53-222-21,-162 810 80,216-908-76,10 2 0,5 303-1,20-472-363,2 1 0,2-1 0,25 106 0,-16-138-891,-13-25 1160,-1 1 0,0-1-1,0 0 1,1 1 0,-1-1 0,0 1-1,1-1 1,-1 0 0,0 1 0,1-1-1,-1 0 1,0 0 0,1 1 0,-1-1-1,1 0 1,-1 0 0,1 1 0,-1-1-1,1 0 1,-1 0 0,1 0 0,-1 0-1,1 0 1,-1 0 0,1 0 0,-1 0-1,0 0 1,1 0 0,-1 0 0,1 0-1,-1 0 1,1 0 0,-1 0 0,1 0-1,-1-1 1,1 1 0,-1 0 0,1 0-1,-1-1 1,0 1 0,1-1 0,2-6-755,0 0 0,0 0 1,-1-1-1,0 1 0,-1-1 1,1-11-1,2-6-1979,9-42-6053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18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244 167 4608,'-6'-22'973,"2"10"35,0 0 1,0 0 0,-1 0 0,-13-21 0,6 17-33,-28-30 0,38 45-748,8 24 316,39 135 1897,-32-116-1762,-2 1 1,-1 0-1,-3 0 0,4 82 1,-17 178 944,-8-93-868,-63 310 0,24-289-535,-38 225-14,80-303-682,11-128-467,2 0 0,0 0 0,1 0 0,8 28 0,-10-51 492,-1 1-1,1-1 1,0 0-1,0 1 1,0-1 0,0 0-1,0 0 1,1 0-1,-1 0 1,1 0-1,-1 0 1,1 0-1,0-1 1,-1 1-1,4 1 1,11 3-6925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0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18 4712,'-34'-14'1175,"27"11"839,1 5-1550,1-1-1,-1 0 0,0 0 1,0-1-1,1 1 0,-1-1 1,-9-1-1,-16 1 1150,28 1 297,-19-1-1178,6 3-383,22 5 178,-2-5-486,1-1 0,0 0 0,0 0 0,0 0 0,8 2 0,9-1 15,1 0-1,37-1 1,-12-2 1,549 8 137,-366-8-159,806-4 85,41 1-50,1875 74 343,-1 67 794,-833-48-312,-2009-86-843,443 10 452,-6-38-42,-519 22-514,-1-2 1,1-1-1,42-13 1,-69 18 14,0-1 1,0 1 0,0 0 0,0-1 0,0 1 0,0-1 0,0 1 0,0-1 0,0 1 0,0-1 0,0 0-1,0 1 1,0-1 0,0 0 0,0 0 0,-1 0 0,1 1 0,0-1 0,-1 0 0,1 0 0,-1 0-1,1 0 1,-1 0 0,1 0 0,0-2 0,-2 1-37,1 1 0,0-1 1,-1 1-1,1-1 0,-1 1 0,1 0 1,-1-1-1,1 1 0,-1 0 0,0-1 0,0 1 1,0 0-1,0 0 0,0 0 0,0 0 1,-2-2-1,-4-2-444,0-1-1,0 1 1,-1 1 0,1-1 0,-16-5-1,-33-6-4353,-9 6-2949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1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91 5641,'0'0'5939,"-1"-4"-5029,-4-29 843,5 30-843,12-38 5318,-8 32-4399,-11 21-1426,-15 37 1181,-27 89 1,25-66-1075,2 3-1066,4 1 0,-10 96 0,-1 2-3845,-21 40-4946,35-103 455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2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11941,'9'-14'1683,"-1"0"1,-1-1-1,0 0 0,6-24 5983,-11 40-7042,11 15-372,0 0 0,-1 0 0,0 1 0,-1 1 0,-2 0 0,12 27 0,-2-6-84,110 196-3468,-8-19-6910,-101-177 5344,2-6-2670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3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61 7769,'-6'-32'2380,"-10"18"-612,6 0-132,-18 14-252,-4 0-284,3 11-187,-15 6-133,9 9-260,-6 8-88,2 1-380,-5 8-564,0 5-740,2 4-509,-5-7-2647,9 4-3409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3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0 8929,'19'5'1265,"-24"0"456,4-5-1626,-1 1 0,1 0 0,0-1 0,0 1 0,-1 0 0,1 0 0,0 0 0,0 0 0,0 0 0,0 0 0,0 0 0,0 0 0,-1 3 0,1-1 19,1 1 1,-1-1-1,1 1 1,0 0-1,0-1 1,0 1-1,1-1 1,-1 1-1,1-1 1,0 1-1,0-1 1,2 6-1,18 39 508,-10-30-538,1 0 0,0 0 0,2-1 0,0-1 0,1 0 0,0-1 0,1 0 0,1-2 0,0 0 0,1-1 0,1 0 0,33 14 0,-49-24-55,1 0 0,-1-1 0,1 1 0,0-1 1,0 0-1,0 0 0,-1-1 0,1 1 0,0-1 0,0 0 0,0 0 0,0 0 1,0 0-1,0-1 0,0 0 0,0 1 0,-1-1 0,1-1 0,0 1 0,-1-1 1,1 1-1,-1-1 0,1 0 0,-1 0 0,0 0 0,0-1 0,0 1 1,0-1-1,0 0 0,0 0 0,-1 0 0,1 0 0,2-6 0,-1 3 98,-1-1 0,0 1 0,-1-1 0,0 0 0,0 0 0,0 0 1,-1 0-1,0 0 0,0 0 0,-1 0 0,1-1 0,-2 1 0,1 0 0,-1 0 0,0 0 0,-1 0 0,-3-11 0,2 8 61,-11-24 379,14 34-561,0 0 0,0-1 0,-1 1 0,1 0 0,0 0 0,0-1 0,0 1 0,-1 0 0,1 0 0,0 0 0,0 0 0,-1-1 0,1 1 0,0 0 0,0 0 0,-1 0 0,1 0 0,0 0 0,-1 0 0,1 0 0,0 0 0,0 0 0,-1 0 0,1 0 0,0 0 0,-1 0 0,1 0 0,0 0 0,-1 0 0,1 0 0,0 0 0,0 0 0,-1 0 0,1 0 0,-1 1 0,-10 18 97,5 3-58,0 0 0,2 1-1,-3 28 1,-6 35 21,-76 260-18,66-278-150,-2-1 1,-69 126 0,50-113 26,23-38 78,-3-1 0,-1-1 0,-37 44 1,34-61 185,15-13 31,11-9 23,3-6-201,0-1-1,0 0 1,1 0 0,0 0 0,0 1 0,0-1 0,1 1 0,0 0 0,0-1 0,0 1-1,1 1 1,7-10 0,1-1 37,29-37-991,2 3-1,3 2 1,85-71-1,45-36-8301,-114 100 3062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3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1 5156,'-15'3'1030,"0"0"0,1-1 0,-22 1 0,9-1 587,-8-2 2338,32 0-2492,5-1-222,18 0-251,28 1-806,-1 2-1,1 1 0,-1 3 0,53 14 0,-94-19-181,1 1-1,-1 0 0,1 1 1,-1-1-1,0 1 0,0 0 0,0 1 1,0-1-1,9 9 0,-13-10 10,1 1 0,-1 0 0,0 0 0,-1 0-1,1 0 1,0 1 0,-1-1 0,0 0 0,0 1-1,0-1 1,0 1 0,0-1 0,-1 1 0,1-1 0,-1 1-1,0-1 1,0 1 0,-1-1 0,1 1 0,-2 5-1,-1 6 6,-1 0 0,0-1-1,-1 1 1,-1-1-1,-1 0 1,0 0 0,0-1-1,-14 19 1,-88 98-43,57-72 25,-21 23-37,-49 60 97,116-133-60,1 0-1,0 0 1,0 1-1,1-1 1,0 1-1,-4 13 1,7-20 1,1 0 0,-1 0 0,1 0 0,-1 0 0,1 0 0,0 1 0,0-1 0,0 0 0,0 0 1,0 0-1,0 1 0,1-1 0,-1 0 0,1 0 0,-1 0 0,1 0 0,0 0 0,0 0 0,0 0 0,0 0 1,0 0-1,0 0 0,1 0 0,-1-1 0,1 1 0,-1 0 0,1-1 0,-1 0 0,1 1 0,0-1 0,0 0 1,0 0-1,0 0 0,4 2 0,10 3-270,1-1 0,1-1 0,-1 0 1,0-1-1,1-1 0,23 0 0,10-3-3663,52-8 0,-40 1-3098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4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86 7753,'6'-9'1058,"2"-8"-226,-6-3 5677,1-19 2491,-6 41-8166,-1 0-719,1 1 1,0-1-1,0 1 0,1 0 0,-1 1 0,0-1 0,1 0 0,0 1 0,0-1 0,0 1 0,0 0 0,0-1 0,1 1 0,-2 7 0,-2 12 251,-5 34-1,4-14-45,1-17-183,-60 358-1662,55-297-104,-8 108-4618,11-83-2188,11-57 355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5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559 149 6145,'1'-2'256,"-1"1"0,0-1 0,0 0 0,1 0 1,-1 0-1,1 1 0,-1-1 0,1 0 1,0 0-1,0 1 0,0-1 0,0 1 0,0-1 1,0 1-1,0-1 0,0 1 0,1 0 1,-1-1-1,0 1 0,4-2 0,37-26 1671,-31 23-1372,11-7 77,1 1 0,1 1 0,-1 1 1,2 1-1,-1 1 0,41-7 0,-62 15-510,32 2 122,-34 1-225,0-1 0,1 0-1,-1 0 1,-1 1 0,1-1 0,0 0 0,0 1 0,-1-1 0,0 1 0,1 3 0,-1-5-15,0 1 1,0 0-1,0-1 1,0 1 0,0 0-1,0-1 1,-1 1-1,1-1 1,-1 1-1,1 0 1,-1-1 0,0 1-1,1-1 1,-1 1-1,0-1 1,0 0-1,0 1 1,-2 0 0,-18 20 28,18-20-25,0 0-18,-4 2-622,0 0 80,0 0-1,0 0 0,-11 10 0,17-12-336,-4-5-2220,3 2 3127,-1-1-1,1 1 1,0-1-1,0 0 1,0 0-1,0 0 1,1 0-1,-1 0 1,0 0-1,1 0 1,-1 0-1,1-1 0,0 1 1,0-1-1,0 1 1,0-1-1,-1-3 1,1 5 40,0 0 0,0 0 0,0 0 0,0 0 0,0 0 0,0 0 0,0 0 0,-1 0 0,1 0 0,0 0 0,-1 1 0,1-1 0,-1 0 0,1 1 0,-2-1 0,-4-2 178,-7-3 99,0 0 1,0 1-1,0 1 1,-1 0-1,1 1 1,-1 0-1,-25 0 1,27 1-248,-36-2 227,0 2 0,0 2 0,-1 2 1,-62 11-1,67-4-1077,0 1-1,-63 25 1,97-31-798,-1 2 1,1-1-1,-20 15 1,19-10-5042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6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6677,'0'0'10637,"2"-1"-10079,7-1-471,0 0-1,0 0 0,-1 0 1,2 1-1,-1 1 1,0-1-1,0 2 0,0-1 1,11 3-1,-8-2-212,264 10-6034,-186-8 2310,6-5-1766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6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216 115 8605,'-8'-4'6732,"-1"10"-3577,-11 19-2517,1-1 373,-2-3-572,1 2 0,1 1 0,1 0-1,1 1 1,-15 29 0,26-42-365,1 0 0,0 1-1,1-1 1,0 1 0,1 0 0,-2 16-1,5-22-44,-1 1 0,1 0 0,1 0 0,-1-1 0,1 1 0,1 0 0,-1-1 0,1 1 0,0-1 0,1 0 0,5 11-1,-4-11-54,1 0 0,-1 0 0,1-1 0,0 0 0,1 0 0,0 0 0,0-1-1,0 0 1,0 0 0,1 0 0,0-1 0,0 0 0,0 0 0,0-1-1,1 0 1,-1 0 0,1-1 0,13 3 0,-12-4-26,-1 0 1,1 0-1,0 0 1,-1-1-1,1-1 1,0 1-1,-1-2 1,1 1-1,0-1 1,-1 0-1,0-1 1,0 0-1,0 0 1,0-1-1,0 0 0,0 0 1,7-7-1,-9 6-23,0 0-1,0 0 0,-1-1 0,0 0 0,0 0 0,-1-1 1,1 1-1,-1-1 0,-1 0 0,1 0 0,-1-1 0,-1 1 0,1 0 1,-1-1-1,-1 0 0,1 1 0,-1-1 0,0 0 0,-1 0 1,0 0-1,0 0 0,-3-13 0,-3-11-139,-1 0 0,-2 1 1,-1 0-1,-15-32 0,16 42 171,7 17-1,-3-10-15,0 1 1,0-1 0,1 0-1,-3-19 1,7 30 56,0 0 0,-1 0 0,1 0 1,0 0-1,1-1 0,-1 1 0,0 0 0,1 0 1,0 0-1,0 0 0,0 0 0,0 0 0,0 0 0,1 1 1,-1-1-1,1 0 0,-1 1 0,1-1 0,0 1 1,0-1-1,0 1 0,1 0 0,-1 0 0,1 0 1,3-2-1,1 0-2,1 1 1,-1 0 0,1 0-1,-1 1 1,1 0 0,0 0-1,0 1 1,0 0 0,0 0-1,1 1 1,-1 0 0,0 1-1,10 1 1,-5 0 6,-1 0 0,0 1 1,0 1-1,0 0 0,0 0 0,0 1 0,21 13 0,-27-13 18,0 0 0,0 0 0,-1 1 0,0 0 0,1 0 0,-2 0 0,1 0 0,-1 1 0,0 0-1,0 0 1,-1 0 0,0 0 0,0 1 0,-1-1 0,0 1 0,2 12 0,0 12 105,-1 1 0,-2 55 0,-2-52-26,1-9-18,2 0 0,4 28 0,-4-45-50,0 0-1,0-1 1,1 1 0,1-1 0,0 0 0,0 0 0,0 0-1,12 15 1,-9-14 42,1-1 1,0 1-1,0-2 0,1 1 0,0-1 1,1-1-1,0 0 0,20 11 0,-21-14-2,0 0-1,1-1 0,-1 0 1,1 0-1,0-1 0,0-1 0,0 0 1,0 0-1,0-1 0,0 0 1,11-2-1,-11 1-14,1-1-1,-1 0 1,0 0-1,0-1 1,0-1-1,-1 0 1,1 0 0,-1-1-1,0 0 1,0-1-1,0 1 1,-1-2-1,0 1 1,0-1 0,11-14-1,-10 9-18,0 0 1,-1 0-1,-1-1 1,0 0-1,-1 0 0,0 0 1,-1-1-1,0 0 0,-1 0 1,3-23-1,-3 12-24,-1-1 1,-1 0-1,-2 0 0,0 0 1,-2 0-1,-8-44 0,8 59-222,-1 0-1,-1 0 0,0 0 0,0 0 1,-1 1-1,0 0 0,-1 0 1,0 1-1,-1-1 0,0 1 0,0 0 1,-1 1-1,0 0 0,-1 0 1,0 1-1,0 0 0,-17-10 0,12 10-782,-1 1-1,0 0 1,0 0-1,0 2 1,-1 0-1,1 0 1,-19 0-1,-47-1-7429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7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55 3412,'-140'-2'2729,"-9"-1"5690,171-5-7155,-7 0-1023,12 1-19,0 1 0,1 0-1,-1 3 1,1 0-1,45 2 1,-20-1-11,390-3 784,-340 5-892,634 0 297,1692 37 349,0 54 533,-2282-85-1197,3154 125 1644,-2160-151-725,-685-54-273,-349 52-559,186-12 106,-264 31-283,125 0-2606,-152 3 2390,-3-1 63,-1 1 1,0 0 0,0-1-1,1 0 1,-1 1-1,0-1 1,1 0 0,-1 0-1,0 0 1,-2-2-1,-14-6-969,-66-6-3087,21 5-2217,37 5 622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8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355 441 6013,'-5'-12'212,"2"4"-15,0 1 0,0-1 0,-1 1 0,0 0 0,0 0-1,0 1 1,-1-1 0,0 1 0,-1 0 0,-11-11 0,-49-39 1309,3-3 1,-65-79 0,123 132-1418,0 1 69,1 0 1,0 0-1,0-1 1,-6-9 0,10 14-145,-1 0 0,1 0 1,0 0-1,-1 1 0,1-1 1,0 0-1,0 0 0,-1 0 1,1 0-1,0 0 0,0 0 1,0 0-1,0 0 0,0 0 1,0 0-1,0 0 0,1 1 1,-1-1-1,0 0 0,0 0 1,1 0-1,-1 0 0,0 0 1,1 0-1,-1 1 0,1-1 1,-1 0-1,1 0 0,0 1 1,-1-1-1,1 0 0,0 1 1,-1-1-1,1 1 0,0-1 1,0 1-1,0-1 0,-1 1 1,1-1-1,0 1 0,1-1 1,9-2 60,0 0 0,-1 0 0,1 1 0,0 0 0,0 1 0,22 1 1,75 9 285,-57-3-290,539 71 596,-292-34-304,-211-31-273,1075 123 780,1550-15 1483,4-112-1205,-2326-10-1077,449-8 190,381 1 421,-1149 10-676,0 3 1,70 13-1,-137-17-62,-1 1-1,0-1 1,0 1 0,0 0-1,1 0 1,-1 1-1,0-1 1,5 4 0,-8-5 18,1 1 0,-1-1 1,1 1-1,0-1 0,-1 1 1,1 0-1,-1-1 1,0 1-1,1-1 0,-1 1 1,0 0-1,1-1 0,-1 1 1,0 0-1,1 0 0,-1-1 1,0 1-1,0 0 1,0 0-1,0-1 0,0 1 1,0 0-1,0 0 0,0 0 1,-1 2-83,-1-1 0,1 1 1,0-1-1,-1 1 0,0-1 0,1 0 1,-1 0-1,0 0 0,0 0 0,0 0 1,0 0-1,-1-1 0,1 1 0,0-1 1,-1 1-1,-2 0 0,-30 15-1768,0-3 0,-43 13 0,28-11-1127,-29 12-3715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29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1452 329 4392,'-2'1'896,"-4"0"-943,-13 4 2317,19-5-2223,0 1 0,0-1 0,0 0 0,0 1 0,0-1 0,0 1 0,0-1 0,0 0 0,0 1 1,0-1-1,0 1 0,0-1 0,0 0 0,0 1 0,0-1 0,0 1 0,0-1 0,0 0 0,1 1 1,-1-1-1,0 1 0,0-1 0,0 0 0,1 1 0,-1-1 0,0 0 0,0 1 0,1-1 1,-1 0-1,0 0 0,1 1 0,-1-1 0,0 0 0,1 0 0,-1 0 0,1 1 0,-1-1 0,0 0 1,1 0-1,-1 0 0,1 0 0,6 6 122,-1-1 1,1 1 0,-1 0-1,-1 1 1,1-1-1,-1 1 1,0 0-1,-1 1 1,6 12 0,-8-18-169,-1 1 1,0 0 0,0-1-1,0 1 1,0 0 0,0-1-1,-1 1 1,1 0 0,-1 0-1,0 0 1,1 0 0,-2 0-1,1-1 1,0 1 0,0 0-1,-1 0 1,0 0 0,1 0-1,-1-1 1,0 1 0,0 0-1,-1-1 1,1 1 0,0-1-1,-1 1 1,0-1 0,1 0-1,-1 1 1,0-1 0,-4 3-1,-9 3-162,0 1-1,-1-2 1,-1 0-1,1-1 0,-1-1 1,0-1-1,-32 5 0,30-5 5,-14 1-5,-1-1 1,0-2-1,-1-1 1,-52-5 0,19 0 153,-357-19 1745,145 6 61,216 15-1192,-15-2 893,-79-12-1,176 3-373,-2 7-988,1 1-1,-1 1 1,1 1 0,0 0-1,31 0 1,-41 2-111,1047-46 804,-616 34-736,1391-68 24,446-14-95,265 39 313,-2442 54-314,1497-50 33,-1515 47-234,19-1-858,0-3 0,130-30 1,-212 35 195,0-2-1,25-11 1,-39 16 368,1-1 0,-1 1 0,0-1 1,0 0-1,0 0 0,0 0 0,0-1 0,3-2 0,3-17-6032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0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9409,'37'-23'9548,"-25"13"-8563,-10 9-721,1 1 0,0-1-1,0 0 1,0 1 0,-1 0-1,1 0 1,0 0 0,0 0-1,0 0 1,0 0 0,-1 1-1,1-1 1,3 2-1,2 1 92,0 1 0,-1 0-1,1 0 1,-1 1-1,0 0 1,11 9-1,-3-1 73,186 154 1859,61 46-3793,-145-127-605,95 66-3914,-61-64-3295,-114-71 2443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0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1109 230 6721,'-5'-7'168,"-11"-12"979,2-1 1,1 0-1,0-1 1,-15-34-1,26 50-821,-1 1-1,1 0 0,-1 0 1,0 0-1,-1 1 0,1-1 1,-1 1-1,1-1 0,-1 1 1,0 1-1,0-1 0,-1 0 1,-4-2-1,0 0 147,-1 0-258,0 0 0,1 1 1,-2 0-1,1 1 0,0 0 1,0 1-1,-1 0 0,0 0 0,1 1 1,-1 1-1,0 0 0,1 0 0,-1 1 1,0 0-1,1 1 0,-1 0 0,1 1 1,-11 3-1,-18 9-48,0 1 1,1 1-1,-41 27 0,1 3-1597,2 4 0,-87 76 0,-2 9-6086,93-63-78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1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964 141 9405,'0'0'3120,"-5"-1"-1883,-6 1-890,0 0-1,0 1 1,0 0 0,0 1-1,0 0 1,0 1 0,1 0-1,-1 1 1,1 0 0,0 1 0,0 0-1,-12 8 1,-19 13 71,-56 49-1,66-50-183,0 0-59,-36 39 0,55-51-146,1 0-1,0 1 1,1 0-1,0 1 1,-11 25-1,20-38-28,0-1-1,0 1 1,0 0 0,1-1-1,-1 1 1,1 0 0,-1 0-1,1 0 1,0 0 0,0-1-1,-1 1 1,1 0 0,1 0-1,-1 0 1,0 0 0,0 0-1,1 0 1,-1-1 0,1 1-1,-1 0 1,1 0 0,0-1-1,0 1 1,0 0 0,0-1-1,0 1 1,0-1 0,0 1-1,3 1 1,-2-1 1,0-1 0,1 1 0,0-1 0,-1 0 1,1 0-1,0 0 0,-1 0 0,1 0 0,0-1 0,0 1 0,0-1 0,0 0 0,0 0 1,0 0-1,0 0 0,-1 0 0,1-1 0,0 1 0,3-2 0,7-2-1,-1 0 0,0-1 0,0 0 0,-1-1 0,0-1 0,0 0-1,0 0 1,-1-1 0,10-10 0,13-14 12,34-44 0,-36 40 32,-13 14-190,-9 10 146,2 0 1,0 0-1,0 1 1,23-17-1,-20 18 12,0-1 0,-1 0 0,0-1-1,18-22 1,-30 32 3,0-9-7,0-17 18,-1 27-26,-1 0 1,1 0-1,0 1 1,0-1 0,-1 0-1,1 0 1,-1 1-1,1-1 1,-1 0 0,1 0-1,-1 1 1,1-1-1,-1 1 1,0-1 0,1 0-1,-1 1 1,0-1-1,0 1 1,1 0-1,-1-1 1,0 1 0,0 0-1,0-1 1,1 1-1,-1 0 1,0 0 0,0-1-1,0 1 1,0 0-1,0 0 1,1 0 0,-2 1-1,-6-2 1,1 2 0,0-1 0,-1 1 0,1 0 0,0 1 0,-1-1 0,1 1 0,-13 6 0,-43 15-25,60-21 56,11 17-440,-7-12-293,-9-16 525,7 8 184,0 0 0,1-1 0,-1 1 0,1 0 1,-1 0-1,1 0 0,-1-1 0,1 1 0,0 0 0,0 0 0,0-1 0,0 1 0,0 0 0,0-1 0,0 1 1,0 0-1,0 0 0,0-1 0,1 1 0,-1 0 0,0 0 0,1-1 0,0-1 0,22-29 73,1-1-71,-23 31-7,0 0 0,0 1 0,0-1 0,0 0 1,-1 0-1,1 0 0,-1 0 0,1 0 0,-1 0 0,0-1 1,1 1-1,-1 0 0,0 0 0,0 0 0,-1 0 0,1 0 1,0 0-1,-1 0 0,1 0 0,-1 0 0,0 0 0,0 0 1,1 0-1,-1 0 0,0 0 0,-1 1 0,1-1 0,0 0 1,0 1-1,-1-1 0,1 1 0,-1-1 0,0 1 0,1 0 1,-4-3-1,0 2 9,0 0 1,1 0 0,-1 0-1,0 0 1,0 1-1,0 0 1,-1 0 0,1 0-1,0 1 1,0 0-1,-1 0 1,1 0 0,0 0-1,-10 3 1,-6 2 86,0 1 1,-25 10-1,31-11-43,-32 16 88,1 1 0,-58 39 1,26-15 20,-1 0 52,-123 93 0,193-131-201,0-1 0,0 1 0,1 1 1,0 0-1,0 0 0,1 1 0,-6 10 0,11-16-9,0 0 0,0 0 1,0 0-1,0 1 0,1-1 1,0 1-1,0-1 0,0 1 0,1 0 1,-1-1-1,1 1 0,0-1 0,1 1 1,-1 0-1,1-1 0,0 1 1,0-1-1,0 1 0,0-1 0,5 9 1,1 0-7,1-1 0,0 1 0,1-1 0,1-1 0,0 0 0,0 0 0,1-1 0,0 0 1,23 14-1,12 4-235,68 31 0,-56-30-107,16 7-1066,1-3 0,112 33 0,-117-47-2570,98 12 0,-97-20-975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2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69 6661,'1'-1'229,"0"0"0,0 0 1,-1 0-1,1 0 0,0-1 1,0 1-1,-1 0 1,1 0-1,-1 0 0,1-1 1,-1 1-1,0 0 0,1-1 1,-1 1-1,0 0 1,0-1-1,0 1 0,0 0 1,0-1-1,0 1 0,0-1 1,-1 1-1,1 0 1,0-1-1,-1 1 0,1 0 1,-2-2-1,0 0 273,-1 0-1,1 0 1,-1 0 0,0 0-1,0 1 1,0 0 0,-6-4-1,5 4-103,3 1-314,0 0 0,0 1 0,-1-1 0,1 1 0,0 0 0,-1-1 0,1 1 0,0 0 0,-1 0 0,1 0 0,0 0 0,-1 0 0,1 0 0,-1 0 0,1 1 0,-2 0 0,-2 0 136,-11 1 3,1 2 0,0 0 0,1 0 0,-1 1 0,1 1 0,0 1 0,0 0 0,-19 14 0,23-16-108,-3 3-34,1 1 1,0 0 0,0 0-1,1 1 1,0 0-1,1 1 1,0 1-1,1-1 1,0 1-1,-7 15 1,15-24-72,1 0 0,1-1 0,-1 1 1,0 0-1,1-1 0,-1 1 0,1-1 0,0 1 1,0-1-1,0 1 0,0-1 0,0 0 1,1 1-1,1 2 0,1-3 0,-1 0 0,1 0 0,-1-1 0,1 1 0,0-1 0,-1 0 0,1 0 0,0 0 0,0-1 0,0 1 0,0-1 0,0 0 0,0 0 0,0 0 0,6-2 0,1 1 8,1 0 0,0-1 0,-1 0 1,13-5-1,-19 4-13,20-7 27,-22 9 2,14 11-61,-8-3 31,-13 13-7,-14 18 16,-40 62 1,0-1-122,-16 33-154,73-129 250,9-37 9,-4 25 2,1 1 0,1 0 0,0 0 0,0 0 0,0 1 1,1 0-1,0 0 0,0 0 0,10-6 0,12-8 4,36-18 1,-34 22-23,1 3 1,0 0-1,1 2 0,1 2 1,0 1-1,60-8 0,-14 11 83,-43 3-48,45-7 0,-36 3-354,0 3 0,63 1 0,-89 4-308,0 1 1,21 5-1,27 2-2052,86-8-1980,-132-3 4392,-1-1-1,0-1 1,0 0 0,0-2 0,21-8-1,270-129 8245,-285 130-7651,0 1 1,1 2-1,0 0 1,1 2-1,47-8 1,152-7-7307,-208 22 5773,-2 0-2310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3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57 252 3404,'-13'-21'1034,"10"16"-91,2 5-797,0 0-1,0-1 0,0 1 1,0 0-1,0-1 1,0 0-1,0 1 0,0-1 1,1 1-1,-1-1 1,0 0-1,0 0 1,1 1-1,-1-1 0,0 0 1,1 0-1,-1 0 1,1 0-1,-1 0 0,1 0 1,-1 0-1,1 0 1,0 0-1,-1 0 1,1-1-1,-6-27 1826,5 27-2119,1-1 2452,-10-9-1573,10 12-666,-1-1 0,1 1 0,-1 0 0,1-1 0,-1 1 0,1-1 0,0 1 0,-1-1 1,1 1-1,0 0 0,0-1 0,-1 1 0,1-1 0,0 1 0,0-1 0,0 0 0,-1 1 1,1-1-1,0 1 0,0-1 0,0 1 0,0-1 0,0 1 0,0-1 0,0 1 0,0-1 1,0 0-1,1 1 0,-1-1 0,0 1 0,0-1 0,0 1 0,0-1 0,1 1 0,-1-1 1,0 1-1,1-1 0,-1 1 0,0 0 0,1-1 0,-1 1 0,1-1 0,-1 1 0,1-1 1,22-37 5741,-21 33-5805,1 0 1,-1 0 0,1 0 0,0 0 0,0 1-1,1 0 1,-1 0 0,1 0 0,0 0 0,0 0 0,0 1-1,0-1 1,6-2 0,4-1 7,-1 2-1,1-1 1,1 2-1,-1 0 1,0 0-1,1 2 1,0-1-1,0 2 1,-1 0-1,1 1 1,0 0-1,0 2 1,0-1-1,17 5 1,-14-1-3,1 0 0,-1 1-1,-1 1 1,1 0 0,-1 2 0,0 0 0,-1 0 0,0 2 0,-1 0 0,23 21 0,-29-23-1,-1 0 0,0 0 1,0 1-1,-1 0 0,-1 0 0,1 1 0,-2 0 1,0 0-1,0 0 0,-1 1 0,0 0 1,-1 0-1,0 0 0,-1 0 0,1 14 1,-3-11 1,0 0 0,-1-1 0,-1 1 1,0 0-1,-1-1 0,0 1 0,-2-1 0,1 0 1,-2 0-1,0-1 0,0 0 0,-11 17 0,-3-1-9,0-1-1,-2-1 1,-45 43-1,-89 56 1,137-112-9,5-5 34,0 1 0,1 1 0,-18 18 0,65-34-1,543-76-2357,-520 75 1332,44-3-1576,24-2-4649,-61-1 29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5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3884,'26'-3'3145,"-20"-14"-2865,0 0 112,10 14-740,0 0-104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6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4184,'0'0'924,"2"-3"-115,8-3-277,0-1 0,0 2 1,0-1-1,1 2 0,0-1 1,0 1-1,0 1 1,18-4-1,27-9 9691,-55 18-9806,4 13-130,-1 0 0,-1 0 0,0 0 0,-2 0 0,1 0 0,-2 1 0,-1 16 0,3 31 281,4 19 5,51 401 902,-50-448-1483,10 48-166,31 96 0,-10-33-1919,-30-109 935,-2-18-1119,-7-43-1046,-1-10 1736,6-42-4996,1 35 684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6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0 4884,'0'0'5285,"-3"20"-5361,0 0-228,-10 0-1564,4 0-416,2 3-369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7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248 173 6753,'19'-34'8051,"-8"58"-5013,-11-17-2835,0 0-1,-1 0 0,0 0 1,0 0-1,0 0 0,-1 0 1,-4 9-1,-5 24 389,-10 68 364,-41 120-1,-77 124-469,108-270-512,29-78-45,17-21-62,23-33 70,-2-2 1,35-69-1,49-121 27,-44 84 19,-17 45 123,41-74 302,-62 121-187,-15 42 127,-19 21-275,-2 2-14,-1 0 0,1 0 0,0 0 0,0 0 0,0 0 0,0 0 0,0 1 0,0-1 0,0 1 0,1 0 0,-1-1 0,0 1 0,0 0 0,0 0 0,0 0-1,0 1 1,0-1 0,1 1 0,-1-1 0,0 1 0,0-1 0,0 1 0,0 0 0,0 0 0,-1 0 0,1 0 0,0 0 0,0 1 0,-1-1 0,3 2 0,2 2 58,-1 0 0,0 0 0,0 0 0,0 1 0,0-1 0,-1 1 0,0 0-1,4 8 1,8 23 254,-2 1 0,-2 1-1,10 47 1,12 125 55,-22-121-608,7 106-1594,-2-17-2311,-3-106-510,-5-31-1550,2 2-1936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8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1 334 10085,'7'-8'1024,"0"-1"1,1 1-1,0 1 0,17-14 1,-12 13-602,0 1 1,0 1 0,0 0-1,1 0 1,25-5-1,32-5-497,138-13 0,-97 17-1147,275-28-3909,-357 35 4966,51-16-1,3-1 1513,-83 22-1322,0 1 0,0-1 0,1 1 0,-1 0 0,0-1 0,0 1 0,0 0 0,0 0 0,0 0 0,0 0 0,0 0-1,0 0 1,0 0 0,0 0 0,0 0 0,-1 0 0,1 0 0,0 0 0,-1 1 0,1-1 0,-1 0 0,1 2 0,-1 11 38,1-3-23,-1 0-1,-1 1 0,-1 11 1,0-20-37,1-1 0,0 0 0,0 0 0,-1 0 0,1 0 0,-1 0 0,0 0 0,0 0 0,1-1 0,-1 1 1,-4 2-1,2-1-1,0-2-1,1 0 0,0 0 0,0-1 0,-1 1 0,1-1 0,0 0 0,-1 0 0,1 0 0,0 0 0,0-1 0,-7-1 0,6 1 19,-1-1-1,1 1 1,0-1 0,0 0-1,0 0 1,0-1 0,0 1-1,0-1 1,1 0-1,-1 0 1,1 0 0,0 0-1,0 0 1,0-1 0,0 0-1,1 1 1,-1-1-1,1 0 1,0 0 0,0 0-1,0-1 1,1 1 0,0 0-1,-1-1 1,1 1 0,1-1-1,-1 1 1,1-7-1,-1 6-3,1 0 0,0 0 0,0 0 0,1 0 0,-1 0 0,1 0 0,0 1 0,1-1 0,-1 0 0,1 0 0,0 1 0,0-1 0,0 1 0,0 0 0,1-1 0,0 1 0,0 0 0,0 0 0,1 1 0,-1-1 0,1 1 0,0 0 0,0 0 0,0 0 0,5-3 0,-8 6 27,0 0 0,0 0-1,1-1 1,-1 1-1,0 0 1,0 0 0,0 1-1,0-1 1,0 0 0,0 0-1,1 1 1,-1-1-1,0 0 1,0 1 0,0-1-1,0 1 1,0-1 0,0 1-1,0 0 1,0-1-1,-1 1 1,1 0 0,1 1-1,15 17 602,-14-13-478,0 1-1,-1 0 0,0 0 0,0 0 0,0 0 0,-1 0 0,0 0 0,0 0 0,-1 1 0,0-1 0,0 0 0,-2 9 0,1-8-98,0 1 0,1 0 0,0 0 0,1 0 0,0-1 0,0 1 0,1 0 0,3 9 0,-1-10 2,1 0 0,-1 0 0,1-1 0,10 11 0,-11-13-56,0 0-1,0 0 0,0 0 0,-1 0 0,0 1 0,0-1 0,0 1 0,-1-1 1,1 1-1,-1 0 0,-1 0 0,3 12 0,-4-8-22,0 0 0,-1-1 0,0 1 0,0-1 0,-1 1 0,0-1-1,-1 1 1,0-1 0,0 0 0,-1 0 0,0 0 0,0-1 0,-1 1 0,-1-1 0,-11 14 0,-8 6-649,-2-1 0,-52 42 0,60-54 94,-47 33-2272,24-23-1801,25-14-1414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9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0 206 5629,'5'-12'554,"0"-6"863,2 1 1,12-25-1,-15 36-981,0 0 0,0 1 1,0-1-1,1 1 0,-1 0 0,1 0 0,1 0 0,-1 1 0,1 0 1,7-5-1,79-46 6340,-90 55-6538,1-1 0,-1 1 0,1 0 0,-1 0-1,1 0 1,-1 0 0,0 1 0,1-1 0,-1 1-1,1-1 1,-1 1 0,0 0 0,0 0 0,1 0-1,-1 0 1,0 0 0,2 2 0,0 2-65,-1 0 0,0 0 0,-1 0 1,1 0-1,-1 0 0,0 0 0,-1 1 1,1-1-1,-1 1 0,1 8 0,-1-9-45,2 13 178,-1-1-1,-1 1 1,-1-1-1,-1 1 1,-5 33 0,-25 88 369,17-88-591,-71 294-4055,60-253 1385,3-13-1606,10-24-1666,1 6-5467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9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 13509,'44'-23'2477,"89"-32"-1,-108 47-1489,0 1 0,0 2 0,0 0-1,1 2 1,44-1 0,-30 5-501,0 2 0,-1 1-1,0 3 1,0 1 0,-1 1 0,41 17 0,-59-18-412,-1 1 0,0 0 1,0 2-1,-1 0 0,0 1 1,-1 0-1,-1 2 0,0 0 0,0 1 1,-2 0-1,0 1 0,-1 1 1,12 19-1,-10-9-452,0 1 1,-2 1-1,-1 0 0,-2 1 0,9 38 1,-8-15-1297,-3 0 1,2 67 0,-10-88-990,-2-1 0,-10 62 1,8-71 117,-2 27-5476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39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1 450 10517,'46'-30'1124,"2"2"-1,1 2 1,1 2 0,1 3 0,1 2-1,69-16 1,-42 16-933,0 5-1,1 2 1,93 0 0,-167 12-172,0 0 0,-1 0 1,1 1-1,-1 0 0,0 0 0,1 1 1,-1 0-1,0 0 0,0 0 0,0 0 0,0 1 1,0 0-1,0 0 0,-1 0 0,1 0 1,-1 1-1,0 0 0,0 0 0,0 0 1,-1 0-1,7 10 0,1 6 150,-1 0-1,0 1 0,-2 0 0,8 28 1,-8-22 68,17 35 0,-20-53-208,0 0 0,0-1 0,1 1-1,0-1 1,1-1 0,-1 1 0,2-1-1,-1 0 1,1-1 0,0 0 0,0 0 0,0-1-1,13 6 1,-14-7-19,1-1 0,0-1 1,-1 0-1,1 0 0,0 0 0,0-1 0,0 0 0,0-1 0,0 0 1,0 0-1,0 0 0,0-1 0,0-1 0,0 1 0,0-1 0,0 0 0,10-5 1,-6 2-21,-7 4 11,-1-1 0,1 0-1,-1 0 1,0-1 0,0 1-1,0-1 1,0 0 0,5-5-1,11-9-6,-1-1 0,-1-1-1,-1 0 1,-1-1 0,22-35-1,82-160-889,-117 209 900,0 1 0,1 0 0,-1 0 0,1 1 1,0-1-1,0 1 0,1 0 0,-1 0 0,1 0 0,0 0 0,0 1 0,9-5 0,-11 7 1,1-1 0,-1 1 0,1 0 0,0 0 0,0 1 0,0-1 0,0 1 0,-1-1 0,1 1 0,0 0-1,0 1 1,0-1 0,0 1 0,0 0 0,-1 0 0,1 0 0,0 0 0,-1 0 0,1 1 0,6 3 0,4 5 10,1 1-1,-1 0 1,-1 1-1,23 25 1,44 65-19,-45-55-25,-19-27 54,-3-1-11,2-1 0,0-1-1,23 21 1,-32-34-8,0 1-1,0-1 1,0 0 0,1 0 0,-1-1 0,1 0 0,0 0 0,0-1 0,0 0-1,0 0 1,0 0 0,1-1 0,-1 0 0,11-1 0,-11 0-6,0 0 1,1-1-1,-1-1 0,0 1 1,1-1-1,-1 0 1,0-1-1,0 1 0,0-2 1,-1 1-1,1-1 0,-1 0 1,0 0-1,0 0 0,0-1 1,-1 0-1,10-11 1,-12 12 1,-1-1 1,0 0 0,0 1 0,0-1 0,-1 0 0,1 0 0,-1 0 0,0 0 0,-1 0 0,1 0-1,-1 0 1,0 0 0,0 0 0,-1 0 0,-1-8 0,1 3-5,0-2 1,-1 1 0,-1 0 0,0 0 1,0 0-1,-1 0 0,0 0 0,-1 1 0,-1-1 1,1 1-1,-2 0 0,-10-12 0,2 3-72,-2 1 0,0 0 0,-1 2-1,-26-19 1,14 14-719,0 2 0,-62-29-1,71 39-1740,-1 1 0,-42-10 0,35 14-5080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1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43 3112,'-5'7'756,"1"0"4036,0-8-4385,0 1 0,-1-1 0,1-1 0,0 1 0,0 0-1,0-1 1,0 0 0,1 0 0,-1 0 0,-7-6 2620,7-24-442,4 29-521,11 5-1768,0 0 1,0 0 0,0 1 0,-1 0 0,0 1 0,1 0-1,-1 1 1,13 8 0,4 1 199,273 141 2075,-210-102-2812,102 78-1,5 26-3424,-134-102-201,-1 2-3332,-37-34-745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1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588 43 8585,'-5'-4'1594,"1"-1"0,-1 0 1,1 0-1,0-1 0,-5-10 0,8 14-474,-2 4-161,-6 4-624,1 0 0,0 0 0,0 1 0,1 0 1,0 1-1,0 0 0,-10 16 0,-37 71 245,15-22-673,-2-11-1318,-70 80 0,-1-13-3496,58-69 877,-17 22-4624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2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646 291 5665,'34'-7'1314,"-27"5"2630,-9-15-1683,2 15-2053,-1 0 1,1 0 0,0 0-1,0 0 1,0 0 0,0 0 0,0 0-1,0-1 1,1 1 0,-1 0-1,1 0 1,0-2 0,4-10 199,-4 11 868,0 1-1174,0-5-316,-1 6 256,0 0 0,0 0-1,0 0 1,0 0 0,0 0 0,0 0-1,0 1 1,0-1 0,0 0 0,1 0-1,-1 0 1,0 0 0,1 0 0,-1 0-1,0 1 1,1-1 0,-1 0 0,1 0-1,-1 1 1,1-1 0,0 0 0,-1 1-1,1-1 1,0 1 0,-1-1 0,1 0-1,0 1 1,0 0 0,0-1 0,-1 1-1,1-1 1,0 1 0,0 0 0,0 0-1,0 0 1,0-1 0,0 1 0,0 0-1,-1 0 1,1 0 0,0 0 0,1 1-1,0-1-41,-1 0-1,0 0 1,1 0-1,-1 0 0,0 0 1,1 0-1,-1 1 0,0-1 1,0 1-1,1-1 0,-1 1 1,0 0-1,0-1 1,0 1-1,1 0 0,-1 0 1,0-1-1,0 1 0,0 0 1,-1 0-1,1 0 1,0 1-1,0-1 0,0 0 1,-1 0-1,1 0 0,-1 0 1,1 1-1,-1-1 1,1 0-1,-1 1 0,0-1 1,1 0-1,-1 1 0,0-1 1,0 0-1,0 1 0,0 1 1,-1 6 110,-1 1 0,0 0 0,0-1 0,-6 16 0,0 5 200,4-15-113,2 0 0,0 0 0,0 0 0,2 24 0,0-34-154,1-1 1,-1 1-1,1-1 0,0 0 0,0 1 1,1-1-1,-1 0 0,1 0 0,0 0 1,0 0-1,0 0 0,1 0 0,-1-1 1,1 1-1,0-1 0,0 1 0,0-1 1,0 0-1,5 2 0,-1-1-11,0 0 1,1 0-1,0-1 0,0 0 0,0 0 1,0-1-1,1 0 0,-1-1 0,1 1 1,-1-2-1,1 1 0,-1-1 1,1-1-1,-1 1 0,12-4 0,-5 2 12,-1-2 0,0 0-1,0 0 1,-1-1 0,1-1-1,-1 0 1,22-15-1,-28 16-33,-1 0-1,0 0 1,-1 0-1,1-1 1,-1 0-1,0 0 1,0-1-1,-1 1 1,0-1-1,0 0 1,0 0-1,-1-1 1,0 1-1,2-10 1,-2 6-4,-1-1 0,0 0 1,-1 0-1,-1 0 0,0-1 1,0 1-1,-1 0 0,-3-16 1,2 21-10,0 0 0,0 0 1,-1 0-1,0 1 0,0-1 1,-4-6-1,-10-16-12,-26-34 1,37 56 11,-1 0 0,1 0 0,-1 0 0,-1 1 0,1 0 0,-1 1 0,0-1 0,0 1 0,-1 1 0,0 0 0,1 0 0,-11-2 0,1 1-1,0 1-1,-1 1 0,1 1 0,-28 0 0,20 2 3,0 1 0,0 2 1,0 0-1,1 2 0,-1 1 0,1 0 0,1 2 1,-27 13-1,19-6 6,0 2-1,1 1 1,2 2-1,0 1 1,-38 34 0,29-17-14,2 1 0,1 1 0,2 3 1,2 0-1,2 2 0,1 1 0,-39 96 0,61-129-10,1 0 0,1 0 0,1 1 0,0 0 0,0 0 0,1 0-1,1 0 1,1 0 0,0 0 0,2 18 0,-1-26 6,0 0 0,1 0 1,0 0-1,0 0 0,0 0 1,1-1-1,-1 1 0,1-1 0,1 1 1,-1-1-1,1 0 0,0 0 1,0-1-1,0 1 0,1-1 0,0 0 1,-1 0-1,1 0 0,1-1 1,-1 0-1,1 0 0,-1 0 0,1 0 1,0-1-1,7 2 0,4 0-21,1 0-1,0-2 1,-1 0-1,1-1 1,0 0-1,1-2 1,-2 0-1,22-4 1,16-6-39,66-21-1,-32 0-216,-1-2-1,-2-5 1,-1-4-1,113-76 1,-124 74 118,78-57-174,-148 99 223,-7 6 19,-4 4-668,-1 0 0,1 0 0,0 0-1,1 1 1,-7 10 0,6-2-3834,-2-3-2742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2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11113,'-1'0'161,"1"0"0,0 0 0,-1 0 1,1 0-1,0 0 0,-1 0 0,1 0 0,0 0 0,-1 0 1,1 0-1,-1 0 0,1 1 0,0-1 0,-1 0 0,1 0 1,0 0-1,0 0 0,-1 1 0,1-1 0,0 0 0,-1 0 0,1 0 1,0 1-1,0-1 0,-1 0 0,1 1 0,0-1 0,0 0 1,0 0-1,0 1 0,-1-1 0,1 0 0,0 1 0,0-1 1,0 1-1,0-1 0,0 0 0,0 1 0,0-1 0,0 0 0,0 1 1,0 0-1,7 4 4151,0-2-4335,-4-2-975,-2 0 1022,-1 0 0,1 0 0,-1 0 1,0 0-1,1 0 0,-1 0 0,0 0 0,0 0 0,0 0 1,0 1-1,0-1 0,0 0 0,0 0 0,0 0 0,0 0 1,-1 2-1,1-1 29,0 13 38,-1 0-1,0 1 1,-1-1-1,-1 0 1,0 0-1,-8 19 1,11-31-84,1-1-1,-1 0 1,1 0-1,0 1 1,-1-1-1,1 0 1,0 0-1,0 0 1,1 0-1,-1 0 1,0 0-1,1 0 1,-1-1-1,1 1 1,-1 0-1,1-1 1,2 3-1,-1-3-2,0 0 0,1 1 0,-1-1-1,0 0 1,0-1 0,1 1-1,-1 0 1,0-1 0,1 0-1,-1 0 1,6 0 0,42-8 33,-28 4-3,108-19-37,-84 13-20,0 2 1,69-2-1,-114 10-82,1 0 0,0 1-1,-1 0 1,1-1 0,0 1 0,-1 0-1,1 0 1,-1 1 0,1-1 0,-1 0-1,0 1 1,0-1 0,1 1 0,-1 0 0,0 0-1,2 2 1,-2-2 3,0 0-1,0 0 1,0 0 0,0 0-1,0-1 1,0 1 0,0-1-1,1 0 1,-1 1 0,1-1-1,-1 0 1,5 1-1,32 0-344,0-1 0,1-2 0,39-7 0,-30 3 137,68 2 1,15 11-1713,-36 1-5197,-36-1 2377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3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21 7857,'6'-15'11645,"13"13"-10977,0-1 516,-38 23-11297,-13 8 1856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5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60 101 4816,'0'0'8826,"-3"0"-8370,-4 2-833,6-2 453,1 1 0,-1-1 1,1 0-1,-1 1 1,1-1-1,-1 0 1,1 0-1,-1 0 1,1 1-1,-1-1 1,0 0-1,1 0 0,-1 0 1,1 0-1,-1 0 1,0 0-1,1 0 1,-1 0-1,1 0 1,-1 0-1,1 0 1,-1-1-1,0 1 1,1 0-1,-1 0 0,1-1 1,-1 1-1,1 0 1,-1 0-1,1-1 1,-1 1-1,1-1 1,-1 1-1,1 0 1,0-1-1,-1 1 0,1-1 1,0 1-1,-1-1 1,1 1-1,0-1 1,0 1-1,-1-1 1,1 1-1,0-1 1,0 0-1,0 1 0,0-1 1,0 1-1,0-1 1,0 0-1,0 1 1,0-1-1,0-1 1,0-12 67,0 11 369,-4-15-342,4 16-70,-1 0 0,0 0 0,1 0-1,0 0 1,-1 0 0,1 0 0,0 0-1,0 0 1,0 0 0,1-3-1,7-23 1370,-6 28-879,0 6-88,-2 48 734,-23 279 2692,23-322-3884,-8 99-40,6 0 0,13 132 1,-4-184-901,20 141-3583,0-69-4025,-2-46-2290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6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308 141 3920,'-3'-2'940,"3"2"-747,-4-2 229,1 1-1,-1-1 1,1 0 0,-1 0-1,1-1 1,-5-3 0,10 3-112,-1 0 0,1 0 0,0 1 0,0-1 0,1 1 0,-1 0 0,0-1 0,3-1 0,5-6 927,9-20 507,-14 21-1007,1 1 0,-1 0 0,1 0 0,14-14 3463,-22 24-3651,-61 60 1820,-101 134 0,152-182-2236,-5 9 36,0 0 0,2 1-1,1 0 1,0 1-1,2 1 1,-13 38-1,22-52-121,0 0 0,1 0 0,0 0 0,1 0 0,0 1 0,1-1 0,1 19 0,1-23-22,-1 0 0,1 0 0,0 1-1,1-1 1,0 0 0,1-1 0,-1 1 0,1-1 0,1 1 0,-1-1 0,12 12 0,-6-8-110,0 0 0,1-1 0,1-1 0,0 0 1,0 0-1,1-1 0,0-1 0,0 0 0,22 8 1,16 6-768,1-2 0,1-2 1,75 12-1,-42-16-1243,0-4 0,113-3 0,-120-9-1686,90-14 1,-51-3-3334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74 7865,'-52'-38'2099,"50"36"-1841,0 0 1,0 0-1,0 0 0,0 0 0,0 0 1,1 0-1,-1 0 0,1-1 0,-1 1 1,1-1-1,-1-2 0,0 1 420,1 3-534,0 1 0,0 0 0,0-1-1,0 1 1,1 0 0,-1 0 0,0 0 0,0 0 0,0 0-1,0 0 1,0 0 0,0 0 0,0 0 0,0 1-1,0-1 1,0 0 0,0 0 0,0 1 0,0 0-1,0-1 100,-2 1-64,0 0 0,0 1 0,0-1-1,0 1 1,0-1 0,0 1 0,0 0-1,1 0 1,-1 1 0,1-1 0,-1 0-1,1 1 1,0-1 0,-4 7 0,1 1 104,0 0 0,0 1 0,-3 11 0,1-4 94,0 3-27,1 1 1,1-1-1,1 2 0,-3 41 0,7 96 442,1-76-720,-4 133-1832,-3-77-4403,7-117 1212,4 1-2857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7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11281,'9'8'1293,"1"-1"-1,1 0 1,-1-1 0,18 8 0,8 5 38,-11-5-943,0 2 0,-2 0-1,0 2 1,-1 1-1,0 0 1,20 26-1,-35-36-347,0 0 1,0 0-1,-1 0 0,-1 1 0,0-1 1,0 1-1,0 1 0,-2-1 0,1 1 0,-1-1 1,-1 1-1,0 0 0,0 0 0,-1 0 0,-1 0 1,0 0-1,0 0 0,-1 0 0,-2 12 0,-3-3-23,0 1 0,-1-1 0,-1-1 0,-1 1 0,-1-1 0,0-1-1,-16 21 1,-101 115-1719,83-105 82,1-6-439,3-4-4974,26-20-297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11697,'-21'19'2085,"20"-17"-1822,-1-1-1,1 1 1,0 0-1,0 0 1,0 0-1,1 0 1,-1 0 0,0 0-1,1 0 1,-1 0-1,1 0 1,0 0 0,0 0-1,0 0 1,0 0-1,0 1 1,1 2 0,-1-3 35,2 9 40,0-1 0,1 1 0,0-1 0,0 0 0,1 1 0,1-2 0,0 1 1,0 0-1,7 8 0,12 23 165,-4-4-1301,-2 1-1,-2 1 0,13 44 0,-26-70 273,10 48-5645,-9-41 2180,4-5-1833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7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4144,'1'-10'219,"7"-54"4524,11 58-3860,-17 6-852,1 0 0,0 0 0,-1 0 0,1 0 0,0 1 0,-1-1 0,1 1 0,0-1-1,-1 1 1,1 0 0,-1 0 0,1 0 0,-1 1 0,0-1 0,1 0 0,-1 1 0,0 0 0,0-1 0,0 1 0,0 0 0,0 0 0,0 0 0,1 2 0,5 6 17,-1 0 1,0 1 0,8 17-1,-6-7 73,-1 1 1,-1 0-1,-1 1 0,-1 0 0,-1-1 0,-1 2 0,0 33 1,5 33 1642,-8-86-1731,0 0 1,1 0-1,0 0 1,-1 0-1,1 0 0,1 0 1,-1 0-1,0 0 1,1-1-1,0 1 1,0-1-1,0 1 0,0-1 1,1 0-1,-1 0 1,1 0-1,0 0 1,0 0-1,0 0 0,0-1 1,1 0-1,-1 1 1,0-1-1,1-1 0,0 1 1,-1 0-1,1-1 1,0 0-1,0 0 1,6 1-1,1-1-722,-1-1 0,1 0 0,-1-1 0,15-3 0,-1 0-1422,22 0-4045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48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364 568 4032,'0'0'6746,"-1"-2"-6297,-3-2-106,1 0-1,-1 0 0,0 0 1,0 1-1,-1 0 1,1-1-1,-1 2 1,-8-5 2088,12 4-1669,-4-26 604,5 26 424,-1 1-1493,-7-27 136,7 26 884,0 0-1230,1 2-80,0 0-1,0-1 0,0 1 1,0 0-1,0-1 1,-1 1-1,1 0 1,-1 0-1,1-1 0,-1 1 1,1 0-1,-1 0 1,0 0-1,0 0 1,1 0-1,-1 0 1,0 0-1,0 0 0,0 0 1,0 0-1,0 0 1,-1 0-1,-1 0 4,-1 1-1,1 0 1,0-1-1,0 1 1,0 1-1,0-1 1,0 0-1,0 1 1,-6 1-1,-10 5 54,0 0 0,1 1 1,0 1-1,0 1 0,1 0 0,0 1 0,1 1 0,-29 27 0,39-33-31,0 0 0,0 1 0,1 0 0,0 0 0,0 0 0,0 0 0,1 1 0,1 0 0,-1 0 0,1 0 0,0 0 0,-3 17 0,6-18-18,-1-1-1,1 1 1,0-1-1,1 1 1,0 0-1,0-1 1,0 1-1,0-1 0,1 1 1,1-1-1,-1 0 1,1 0-1,0 0 1,0 0-1,0 0 1,1-1-1,5 7 1,6 3 14,0-1 0,1 0 0,0-1 1,1-1-1,0-1 0,25 12 1,-4-1-26,174 84-80,-11-6-100,-173-84 105,-1 2 0,0 1 0,-1 1-1,40 40 1,-60-53 67,0-1 0,-1 1 0,0 0 0,0 1-1,-1-1 1,0 1 0,0 0 0,0 0 0,-1 1 0,-1-1 0,1 0 0,-1 1-1,-1 0 1,1-1 0,-2 1 0,1 0 0,-1 0 0,0-1 0,-1 1 0,0 0-1,-1 0 1,0-1 0,0 1 0,0-1 0,-1 0 0,-1 0 0,1 0-1,-1 0 1,-1 0 0,1-1 0,-1 1 0,-1-1 0,1-1 0,-1 1 0,-12 10-1,7-9 77,0 0 0,0 0-1,0-1 1,-1-1 0,0 0 0,-16 6-1,26-11-53,0 0 0,-1 0 0,1 0 0,0-1 0,0 1 1,-1 0-1,1-1 0,0 0 0,-1 1 0,1-1 0,-1 0 0,1 0 0,0 0 0,-1-1 0,1 1 0,0-1 0,-1 1 0,1-1 0,0 0 0,0 0 0,0 0 1,-1 0-1,1 0 0,0 0 0,0 0 0,0-1 0,1 1 0,-1-1 0,0 0 0,0 1 0,1-1 0,-1 0 0,1 0 0,0 0 0,0 0 0,-1 0 0,1 0 1,-1-4-1,0-1 8,0 0 1,1 1 0,0-1-1,0 0 1,1 0 0,0 1-1,0-1 1,0 0 0,1 0 0,0 0-1,0 1 1,5-12 0,29-72-666,5 2-1,51-84 1,-33 71-743,97-173-3583,48-81-2016,-186 330 6750,1 1-1,0 1 1,2 1 0,1 0-1,28-21 1,-46 40 438,1 0-1,0 0 1,0 0-1,0 1 1,0 0-1,0-1 1,1 2 0,-1-1-1,1 0 1,-1 1-1,1 0 1,0 0-1,-1 0 1,9 0 0,-10 1-38,-1 1 0,1-1 0,-1 1 0,0-1 1,1 1-1,-1 0 0,0 0 0,1 0 1,-1 0-1,0 0 0,0 1 0,0-1 0,0 1 1,0-1-1,0 1 0,0 0 0,-1 0 1,1 0-1,0-1 0,-1 2 0,0-1 1,1 0-1,-1 0 0,0 0 0,0 1 0,0-1 1,-1 0-1,2 5 0,-1-1 64,0 0 0,0 1-1,-1-1 1,0 0 0,0 0 0,-2 12-1,0 2 159,1 39 353,3-1 1,2 0 0,3 0-1,23 96 1,-23-131-673,0-1 1,2 1-1,0-1 0,1-1 0,2 0 1,0 0-1,24 30 0,-26-39-70,1 0 0,0-1-1,1 0 1,0-1 0,0 0 0,1-1 0,1 0 0,-1-2-1,1 1 1,1-1 0,-1-1 0,24 6 0,-28-9-28,-1-1 0,1 0 1,-1-1-1,1 0 0,0-1 0,-1 0 1,1 0-1,0-1 0,-1 0 1,1-1-1,14-4 0,-19 4 4,0 0 0,0-1 0,0 1-1,0-1 1,0 0 0,-1-1 0,1 1 0,-1-1 0,0 0-1,0 0 1,0 0 0,0 0 0,-1-1 0,0 1-1,0-1 1,0 0 0,-1 0 0,1 0 0,-1 0-1,0-1 1,1-5 0,5-27-428,-2-1-1,2-76 1,2-16-251,-7 113 599,0-1 0,2 0 0,0 1 1,14-33-1,-15 41 75,0 0 0,1 1 0,0-1 1,1 1-1,0 0 0,0 0 0,0 1 1,2 0-1,-1 0 0,1 0 0,0 1 1,0 0-1,1 1 0,0 0 0,15-8 1,-5 6 85,0 1 1,0 1-1,0 1 1,1 0 0,40-3-1,-51 8 33,0 0 0,0 0-1,0 1 1,0 0-1,0 1 1,0 0 0,12 4-1,-15-4-10,-1 1-1,0-1 1,-1 1 0,1 0-1,0 0 1,-1 0-1,1 1 1,-1-1 0,0 1-1,0 0 1,-1 1-1,1-1 1,3 7 0,2 8 181,0 0 0,-2 0 0,-1 0 0,0 1 0,-1 0 0,4 38 0,-5-27-33,2 0 0,11 29 0,-11-42-158,1 0 0,1-1 0,1 0 1,0 0-1,1-1 0,1 0 0,0-1 0,20 20 0,-23-27-58,1-1 1,-1 0-1,1 0 0,0-1 0,0 0 0,1-1 1,0 0-1,0 0 0,0-1 0,0 0 1,1-1-1,0 0 0,-1-1 0,1 0 0,0-1 1,13 0-1,-13-1-7,1 0 0,0-1 1,-1-1-1,1 0 0,-1 0 0,1-1 0,-1-1 1,0 0-1,11-6 0,-15 7-6,-1-1 0,0 0 0,-1 0 0,1 0 0,-1-1 1,1 0-1,-1 0 0,-1-1 0,1 1 0,-1-1 0,0 0 0,0 0 0,-1 0 0,0-1 0,0 1 0,3-10 1,-1-4-16,-1 1 1,-1 0 0,0-1 0,-2 0-1,0 1 1,-1-1 0,-1 0 0,-1 1-1,-1-1 1,0 1 0,-2-1 0,0 1-1,-9-20 1,-6-10-204,-3 2 1,-1 1-1,-54-77 0,62 100-103,-2 0-1,-1 2 0,0 0 1,-2 0-1,0 2 0,-26-18 1,34 28-179,0 1 0,0 0 1,-1 0-1,-1 1 1,1 1-1,-1 1 1,0 0-1,0 1 1,-1 0-1,1 1 0,-1 1 1,-22 0-1,-32 7-3976,2 5-2383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0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1 147 5673,'7'-5'727,"0"0"0,0 0 0,-1 0 0,1-1 0,-1 0 0,-1 0 1,1 0-1,7-13 0,-8 12-126,0 0 0,0 1 0,0 0 1,0 0-1,1 0 0,0 1 0,0-1 1,1 2-1,0-1 0,12-6 0,-14 8-343,0 1 0,1 0 0,-1 0 0,1 1 0,-1-1 0,1 1 0,-1 0-1,1 1 1,0-1 0,0 1 0,-1 0 0,1 1 0,0-1 0,-1 1 0,1 0 0,-1 1-1,1-1 1,5 3 0,54 25 999,-1 2-1,64 43 0,-38-22-730,201 105-997,6-13-5042,-192-103 1609,-35-19-2702,-21-10-1941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0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645 96 10833,'-9'-9'390,"-3"-5"919,-1 2 0,0 0 1,-16-11-1,24 20-880,-1-1 0,1 1 1,-1 1-1,0-1 0,1 1 1,-1 0-1,0 0 1,0 1-1,-1-1 0,1 1 1,0 1-1,-12-1 0,4 2-16,-1 0-1,1 1 1,-1 1-1,1 0 1,0 1-1,0 0 1,0 1 0,1 1-1,0 0 1,0 1-1,0 0 1,-20 16-1,17-9-314,0 1 0,1 0 0,1 1-1,0 1 1,2 0 0,-1 1 0,2 0 0,-10 23 0,-5 15-1477,3 1 1,-18 71 0,-2 37-8751,26-86-908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0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63 9729,'7'-8'484,"-4"4"-124,0 0-1,0 0 0,1 0 1,0 1-1,0-1 1,0 1-1,0 0 0,11-6 5871,-31-2-5517,15 10-693,0 1-1,-1-1 1,1 0 0,-1 1 0,0-1 0,1 1 0,-1-1 0,1 1 0,-1 0 0,0 0 0,1 0 0,-1 0 0,1 0 0,-1 0 0,0 0 0,1 0 0,-1 1 0,0-1 0,1 1 0,-2 0 0,-37 17 117,23-10-73,-7 3-12,0 1-1,0 1 1,1 1 0,1 1 0,-36 32 0,25-16 9,1 2 0,-42 56 0,65-77-54,0 1 0,1 0 1,1 1-1,0-1 1,1 2-1,-5 14 0,10-23-1,-1 0 0,0-1 0,1 1 0,0 0 0,1 0 0,-1 0 0,1 0 0,0 0 0,1 0 0,-1 0 0,1 0 0,0 0 0,1-1 0,-1 1 0,1 0 0,0-1 0,1 1 0,3 5 0,-4-8-5,1 0 0,0 0 0,-1 0 1,2-1-1,-1 1 0,0-1 0,0 0 0,1 0 0,-1 0 1,1 0-1,0-1 0,-1 1 0,1-1 0,0 0 0,0 0 1,0 0-1,0-1 0,0 1 0,0-1 0,7 0 1,6-1 10,-1-1 1,1 0 0,29-9 0,5-5-5,0-3 0,-2-3 0,62-35 0,-9 4 40,-87 46-49,0 0 0,1 1 0,0 1 0,0 0 1,1 1-1,-1 1 0,1 1 0,27-2 0,-1 6 1,0 1 0,66 14 1,32 4-247,-78-16-176,97-4 0,291-48-561,-305 23 756,295-37-328,-359 53-419,77-2-3093,-32-1-2351,-77 6 2257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1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8825,'123'0'1676,"-78"-9"-208,-7-5-164,-6 3-68,-20 8-152,14-6-380,-4 3 17,-3-2-117,3-4 120,-3 12-916,0-5-584,7 10-6385,-1-5-72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1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3 968,'-22'-2'-336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3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0 175 2860,'3'-7'146,"-1"4"24,-1-1 0,1 1 0,-1-1-1,0 0 1,0 1 0,0-1 0,0 0 0,-1 0-1,1 0 1,-1 0 0,0 0 0,0 0-1,-2-6 1,2 5 63,-1 1 0,1-1 0,0 1 1,0-1-1,1 1 0,-1-1 0,1 1 0,0-1 0,0 1 0,0-1 0,1 1 0,-1 0 0,1 0 0,4-7 1,8-23 1787,-13 32-1416,9 18 819,-4-3-1072,0 1 0,-1 0 0,0 0 0,4 24 0,21 98 1139,15 159 1,-30 485-60,-16-520-1205,13 617 129,29-264-1833,-33-466 698,0-1-138,-7-143 826,18-11-60,-16 7 138,1-1-1,-1 0 0,0 1 0,0-1 0,0-1 0,0 1 0,0 0 0,-1-1 0,1 0 0,-1 1 0,0-1 0,3-5 0,25-45-89,-25 42 106,0 0 1,1 0 0,9-10-1,-8 11-65,-6 8 64,1 1 1,-1-1-1,1 0 0,-1 0 1,1 0-1,-1 1 0,1-1 1,0 1-1,0-1 0,0 1 1,0 0-1,0 0 0,0 0 1,0 0-1,0 0 0,0 0 1,1 1-1,-1-1 0,0 1 1,0-1-1,1 1 0,-1 0 1,0 0-1,1 0 0,-1 0 0,0 0 1,5 2-1,27 0 30,98 5 52,482-51 61,-345 19-127,590-47 231,2019-141 931,-2002 168-771,2045-130 1777,400-145-146,-1396 97-1480,1153-93-415,-1720 259-158,-545 33 8,-620 14-35,4-1-46,263 18-1,-231 17-123,72 6-740,-258-26 466,45 1-894,-80-5 662,-1 0 1,1-1-1,-1-1 1,1 1-1,7-3 0,-15 4 644,0 0-1,0 0 1,0 0-1,1 0 1,-1 0-1,0-1 0,0 1 1,0 0-1,0 0 1,0 0-1,0 0 1,-11-20-11581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4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307 437 3752,'-1'0'47,"1"-1"-1,-1 1 1,0 0-1,0-1 1,0 1-1,0-1 1,0 1-1,0-1 1,0 1-1,0-1 1,1 1-1,-1-1 1,0 0-1,0 1 1,1-1-1,-1 0 1,1 0-1,-1 0 1,0 0-1,0-1 1,1 1 22,1 0 0,-1 0-1,0 0 1,0 0 0,1 0 0,-1 0 0,0-1 0,1 1 0,-1 0 0,1 0 0,-1 0-1,1 0 1,0 0 0,-1 1 0,1-1 0,2-2 0,-2 1 450,-1 0-443,0 0-1,-1 0 0,1 0 1,0-1-1,-1 1 1,0 0-1,0 0 0,1 0 1,-1 0-1,0 0 0,-1 0 1,1 0-1,0 0 1,-1 0-1,1 1 0,-1-1 1,-3-3-1,-2-2 94,5 5-140,-1 1-1,1 0 1,-1 0 0,1 0-1,-1 0 1,0 0-1,1 0 1,-1 1-1,0-1 1,0 1-1,1 0 1,-1 0 0,-3 0-1,1 0 46,-21-2 169,11 0-59,-1 0-1,1 2 1,-1 0-1,1 0 1,-1 2 0,1 0-1,-18 4 1,31-5-59,-27 3 239,22-3-311,5 0 1048,-19 8 23,24-13-1054,1 1 0,-1 0 1,1-1-1,0 2 0,0-1 0,1 0 1,-1 1-1,0 0 0,9-3 1,43-17 164,1 3 0,0 3 0,89-14 0,187-10 97,-302 37-306,753-38 317,4 37-122,627 41-153,1 38 58,-1330-70-118,668 41 71,455 24-54,2-27 304,-1-53 798,0-82 1288,-994 65-1933,134-15 89,-317 40-595,-1 2 0,1 0 1,0 2-1,-1 2 0,51 12 1,-65-13-77,-15-3 17,-5-2-112,-24-16 203,2 0 0,0-2 0,2-1-1,0-1 1,-23-31 0,23 23 345,0 0 0,-43-43 0,65 73-347,-1 0 0,1 0 1,-1 0-1,0 0 0,1 0 0,-1 0 0,1 0 0,-1 0 0,0 0 0,1 0 0,-1 0 0,1 0 0,-1 1 0,0-1 1,1 0-1,-1 0 0,1 1 0,-1-1 0,1 0 0,-1 1 0,1-1 0,-1 0 0,1 1 0,-1-1 0,1 1 0,-1 0 1,-1 0 14,-4 6 19,-1-1-1,1 1 0,0 1 0,1-1 0,-1 1 1,2 0-1,-1 0 0,-5 16 0,-4 4 55,-170 368 714,94-187-453,-203 341 0,-194 199-140,-25-12 22,250-363-214,-246 306-864,497-668 682,-11 15-463,-29 25-1,44-46 278,-1 1 1,0-1-1,0-1 0,0 0 0,-1 0 0,1 0 1,-1-1-1,-13 4 0,-8-4-1928,29-4 1949,0 0 1,0 0-1,0 0 0,0-1 1,0 1-1,0 0 0,0-1 1,0 1-1,0-1 0,0 0 1,0 1-1,0-1 0,0 0 1,0 1-1,0-1 0,0-1 1,-12-20-7475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29:56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1693 21 4760,'6'-20'7909,"-7"24"-6971,-6 14-203,-1 1 1,-1-1-1,0-1 1,-21 29-1,-11 19 466,-22 64-104,5 2 0,-73 250 1,-333 1017-2094,107-541-1825,175-442 618,19-48-446,60-139-1734,30-55-1358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4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138 312 6773,'-9'-48'11699,"9"47"-11636,0 0 1,1-1-1,-1 1 1,1 0-1,-1 0 1,1 0 0,0 1-1,-1-1 1,1 0-1,0 0 1,0 0-1,0 0 1,-1 1-1,3-2 1,0-2 1806,-17-1-1204,12 5-654,0-1-1,1 0 1,-1 0-1,0 0 0,0 0 1,0 0-1,1 0 1,-1 0-1,1-1 0,-1 1 1,1-1-1,-3-2 1,-2-2-25,4 4 8,0 4 16,-3 5 30,1-1-1,0 1 1,0-1 0,1 1 0,0 0 0,0 1 0,0-1 0,1 0-1,0 1 1,-1 12 0,0 8 135,0 48 0,-31 424 483,28-395-569,5-63-80,-9 53 0,9-52 104,1-36-89,0-6-24,0 0 0,0 0 0,-1 0 0,1 0 0,0 0 1,0 0-1,0 0 0,0 0 0,0 0 0,1 0 1,-1 0-1,0 0 0,0-1 0,1 1 0,-1 0 1,0 0-1,1 0 0,-1 0 0,1 0 0,-1-1 1,1 1-1,-1 0 0,1 0 0,1 0 0,5-8 28,-6 6-13,3-5 13,0 0 1,0 0 0,0 0 0,0 0 0,-1-1 0,3-8 0,15-58-119,-19 68 88,122-701-302,-113 623 260,40-155-1,-50 234 46,0-1-1,0 1 1,1 0-1,0 0 1,0 0-1,0 1 0,0-1 1,1 0-1,-1 1 1,1-1-1,0 1 0,6-5 1,-7 7 17,-1 0 0,1 0 0,0 0 0,0 1 0,0-1 0,0 1 0,-1-1 0,1 1 0,0 0 0,0 0 0,0 0 0,0 0 0,0 0 0,0 0 0,0 1 1,0-1-1,0 0 0,0 1 0,-1 0 0,1-1 0,0 1 0,0 0 0,-1 0 0,1 0 0,0 0 0,-1 0 0,1 0 0,-1 1 0,1-1 0,1 2 0,4 5 142,0 0-1,0 0 1,0 0-1,-1 1 1,0 0-1,9 19 1,23 66 790,-36-88-902,35 101 388,-6 3 0,-4 0 0,-5 2 0,-5 0 0,2 119-1,-4-36-649,2 117-2737,-16-251 1543,0 14-1425,-3-26-1874,-2-34-690,-1-1-3085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4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1 287 12589,'0'0'2016,"12"-29"-292,4 6-327,13 3-309,3 3-260,12-3-168,13 0-144,13-3-280,9 0-524,10 0-504,13 1-532,6 4-432,0 1-221,-3 0-2335,-7 3-3309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5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23 8281,'-19'-23'8295,"15"24"-6903,-2 0-1127,0 0 0,1 0 0,-1 1-1,1-1 1,-1 1 0,1 1 0,0-1-1,0 1 1,0 0 0,0 0 0,0 0 0,1 1-1,-8 7 1,0 2 442,0 1 0,1 0-1,-13 23 1,-1 7-183,3 1 0,1 1 0,2 1 0,2 0 0,3 2 1,1-1-1,3 2 0,-6 70 0,14-97-440,1 0 1,1 1 0,2-1 0,0 1-1,1-1 1,9 32 0,-8-42-161,1-1 0,0 1-1,0-1 1,2 0 0,-1 0 0,1-1 0,1 0-1,0 0 1,1-1 0,0 0 0,0 0 0,19 13-1,-11-11-287,1-1-1,0-1 1,1-1 0,0 0-1,0-1 1,1-1-1,0-1 1,0-1 0,1-1-1,0 0 1,-1-2-1,27 0 1,5-2-2425,0-3 0,0-2 0,91-21 1,-29-1-7157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5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18 7961,'-13'-16'1608,"13"16"-1547,-1 0 1,1 0-1,0 0 0,-1 0 0,1-1 1,0 1-1,-1 0 0,1 0 1,0 0-1,-1 0 0,1 0 0,0 0 1,-1 0-1,1 0 0,0 0 1,-1 0-1,1 0 0,0 0 1,-1 0-1,1 0 0,0 1 0,-1-1 1,1 0-1,0 0 0,-1 0 1,1 0-1,0 1 0,-1-1 0,1 1 1,-4 3 634,1 1-1,0 0 1,0 0 0,1 0 0,-4 10 0,6-15-688,-7 17 909,2 0 0,0 0 0,1 1 0,0-1 0,-1 30 0,5 92 1321,1-41-1124,-23 235-9,-1-113-3681,20-192 1955,2-22 187,1-1 1,0 1 0,0-1 0,1 1 0,0-1-1,1 8 1,1-1-604,-2-12 853,0-1 0,1 1 0,-1-1 0,0 1-1,0-1 1,0 1 0,1-1 0,-1 0 0,0 1 0,0-1 0,0 0 0,0 0 0,1-1-1,2-2-1,0-1-1,0 1 0,-1-1 1,0 0-1,0 0 1,0 0-1,0 0 0,-1-1 1,3-6-1,13-58-712,-14 48 719,5-22-107,-3 0-1,-1 0 1,-2-46 0,-13-133 1082,5 131 463,8-72 2264,-2 145-3044,0 14-331,-1 0 1,0 1-1,1-1 1,0 1-1,0-1 1,0 1-1,1-1 1,0 1-1,-1 0 1,1-1-1,1 1 1,-1 0-1,6-6 1,-6 8-108,0 0-1,1 0 1,-1 0-1,1 0 1,-1 1 0,1-1-1,-1 1 1,1 0 0,0 0-1,0 0 1,0 0-1,0 0 1,-1 1 0,1-1-1,0 1 1,0 0-1,0 0 1,0 0 0,0 0-1,0 0 1,5 2 0,4 0 11,-1 1 0,1 0 0,-1 1 0,0 0 0,0 1 0,0 0 0,-1 0 1,1 1-1,-1 1 0,-1 0 0,1 0 0,-1 1 0,-1 0 0,1 1 0,-1 0 1,7 10-1,-7-7-30,-1 0 1,-1 0 0,0 0-1,0 1 1,-1 0 0,-1 0 0,0 0-1,-1 1 1,0-1 0,-1 1-1,-1 0 1,0 0 0,-2 26-1,-4 0-39,-2 0 0,-1-1 0,-2 0-1,-2 0 1,-2-1 0,-31 61 0,-134 205-4700,170-290 4244,-52 75-6648,51-68 774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6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498 169 6009,'5'3'93,"12"7"1683,-17-11-1587,0 0 1,1 0-1,-1 0 0,0 0 1,0 0-1,0 0 0,0 0 0,0 0 1,0 0-1,0 0 0,0 0 1,-1 0-1,1 0 0,0 0 1,0 0-1,-1 0 0,1 0 1,-1-1-1,1-1 255,1 0-1,0 1 1,0-1-1,0 0 1,0 0-1,0 1 1,0-1 0,1 0-1,-1 1 1,1 0-1,3-4 1,-1-1 616,-3 6-950,-1-1-1,1 0 1,-1 0-1,0 0 1,1 1-1,-1-1 1,0 0-1,0 0 1,0 0-1,-1 0 1,1 0-1,0 1 1,-1-1-1,1 0 0,-1 0 1,0 1-1,1-1 1,-1 0-1,0 1 1,0-1-1,0 1 1,0-1-1,0 1 1,-1-1-1,1 1 1,0 0-1,-1-1 1,1 1-1,-3-1 1,-4-5-24,0 1 1,-1 0 0,-18-10-1,-23-3 92,47 18-143,1-1-29,-1 1 0,1-1 0,0 1 0,0 0 1,0 0-1,-1 0 0,1 0 0,0 1 0,-1-1 0,-3 0 0,-18-1 21,14 3 11,0 0 0,1 1-1,0 0 1,-1 1 0,1 0 0,0 1 0,0 0-1,0 0 1,-15 11 0,-1-2 79,-127 71 697,150-84-555,1 2-221,-1-1 0,1 0 0,-1 0 1,1-1-1,0 1 0,-1 0 0,0 0 0,1-1 0,-1 1 0,1-1 0,-1 1 0,-3-1 1,15-6-1,0-2 0,-1 0 0,14-14 0,-20 19 21,-3 2-48,1 0 0,0 0 0,-1 0 0,1 0 0,0 0 0,0 0 0,0 0 0,0 0 0,0 0 0,0 0 1,0 1-1,0-1 0,0 0 0,1 1 0,-1-1 0,2 0 0,-1 0 142,-31 64 431,-31 97 0,50-125-507,1 1 1,2-1 0,2 1-1,-2 62 1,7-90-70,0 1 1,0-1-1,1 0 1,0 0-1,1 0 1,0 0-1,0 0 1,1 0-1,0 0 0,0-1 1,1 1-1,0-1 1,6 9-1,-7-13 2,1 1-1,-1-1 1,1 0-1,-1 1 1,1-2-1,0 1 0,0 0 1,1-1-1,-1 0 1,0 0-1,1 0 1,0 0-1,-1-1 1,1 1-1,0-1 1,-1-1-1,1 1 0,0-1 1,0 1-1,0-1 1,0-1-1,0 1 1,4-2-1,10-1-13,-1-2 1,0 0-1,0-1 1,0-1-1,-1-1 0,0 0 1,16-12-1,6-5 220,58-51 0,-25 6 1588,-69 68-1487,16 19 257,-15-12-536,0 1 0,0 0-1,-1 0 1,0 0 0,0 0 0,-1 1-1,0-1 1,0 1 0,0-1-1,-1 1 1,1 9 0,1 14 11,-2 38 0,-1-46-122,9 98-1599,1-16-1276,-9-75 224,8 46 0,-7-65 1010,0 0 0,1 0 0,1 0 0,6 14 0,12 3-6553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13801,'5'-4'1087,"9"-12"9624,3 31-9503,-14-13-1163,1 1-1,-1-1 1,1 0-1,-1 0 1,1 0-1,0 0 1,0-1 0,0 0-1,0 0 1,0 0-1,7 1 1,52 0-376,-29-2-28,22 1-1280,0-1-1,101-16 0,-59 3-2866,-28 7-2301,-18 5-629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8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375 306 5997,'2'-22'1748,"-1"18"-125,1 2-108,7-4-1272,2 0 4058,-12 29-1424,-14 32-1761,-1-1-1,-42 92 0,-67 98-281,32-67-519,50-102-165,-5 11 224,47-83-64,2-9-283,0 1 0,0-1 0,1 1 0,0 0 0,0 0 0,0 0 0,1 0 0,-1 0 0,1 0 0,0 1 0,4-5 0,6-11 4,222-409 138,-58 98 229,-139 267 559,87-113 1,-122 173-880,0 0 1,1 0 0,-1 1-1,1-1 1,-1 1-1,1 0 1,0 0 0,1 1-1,-1-1 1,0 1-1,8-3 1,-10 4-28,1 0 0,-1 1 0,1 0 0,0-1 0,-1 1 0,1 0 0,0 0 0,-1 0 0,1 1 0,-1-1 0,1 1 0,0-1 0,-1 1 0,1 0 0,3 2 0,0 1 69,1 0 0,-1 1 1,0 0-1,0 0 0,-1 1 0,0 0 0,0 0 0,0 0 1,6 11-1,7 14 147,-1 0 1,-2 1 0,-2 0-1,0 1 1,7 35 0,28 177 388,-16 108-2421,-27-265-58,1 42-3001,-5-47-5076,-1-60-497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8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19 232 16009,'-19'-17'2901,"54"-3"-597,-3 3-404,6-6-396,10 6-304,9 0-292,22 0-235,10 0-569,19-1-853,3 7-347,7-3-556,-1-1-736,1 1-460,2 0-2749,4 14-4592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8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495 360 7793,'0'0'6374,"13"-8"-5190,-12 8-1146,-1 0 0,1-1 0,0 1 0,-1 0 0,1 0 0,0-1 0,0 1-1,-1 0 1,1 0 0,0 0 0,-1 0 0,1 0 0,0 0 0,0 0 0,-1 0-1,1 0 1,0 0 0,-1 1 0,1-1 0,0 0 0,-1 0 0,1 1 0,0-1-1,-1 0 1,1 1 0,0-1 0,-1 1 0,1-1 0,-1 1 0,1-1 0,-1 1 0,1-1-1,-1 1 1,1-1 0,-1 1 0,0 0 0,1-1 0,-1 1 0,0 0 0,0-1-1,1 1 1,-1 0 0,0-1 0,0 1 0,0 1 0,4 37 3360,-4-35-1898,22-7-1277,-15 2-198,-1 0 0,1-1 0,0 0-1,-1 0 1,1-1 0,-1 0 0,0 0 0,0 0-1,0-1 1,0 0 0,-1 0 0,0 0 0,1-1-1,-2 0 1,1 0 0,0 0 0,-1 0-1,4-7 1,3-5 32,-1 0 0,0 0 0,-2-1 0,0 0 0,7-23 0,-12 31-43,0-1 0,-1 1 0,0-1-1,-1 0 1,0 0 0,-1 1 0,0-1 0,-1 0 0,-2-13 0,2 20-13,0 0 0,0 0 0,0 0 1,0 0-1,-1 0 0,1 0 0,-1 0 1,0 1-1,-1-1 0,1 1 1,0 0-1,-1-1 0,0 1 0,0 0 1,0 0-1,0 1 0,0-1 0,-1 1 1,1-1-1,-1 1 0,1 0 0,-1 0 1,0 1-1,0-1 0,0 1 1,-8-2-1,-3 1 17,1 1 0,-1 1 0,0 0 0,1 1 0,-1 0 1,0 1-1,1 1 0,-1 0 0,1 1 0,0 1 0,-17 8 0,-1 2 70,1 1-1,1 2 1,-46 35-1,36-23-25,3 2-1,0 2 1,-48 57 0,73-77-50,1 1 0,0 0 1,2 0-1,0 1 1,0 1-1,1-1 0,2 1 1,-1 1-1,2-1 0,0 1 1,1 0-1,-2 32 1,6-40-52,0-1 1,1 0-1,1 1 1,-1-1 0,2 0-1,-1 0 1,1 0-1,0 0 1,1 0 0,0-1-1,1 1 1,0-1 0,0 0-1,0-1 1,1 1-1,0-1 1,1 0 0,0-1-1,0 1 1,9 5-1,16 10-158,0-1 0,2-1 0,57 23 0,-59-28 146,-9-6-1,0 0 0,1-2 0,0 0 0,0-2 0,0-1-1,44 3 1,-4-6-1378,89-10-1,130-22-8866,-199 20 4274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09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1 152 11237,'181'-54'5925,"-100"27"-4466,120-23 0,-174 46-1354,95-12 263,-105 16-327,0 0 1,0 1 0,0 0 0,0 2 0,28 7 0,-21-2-222,0 1 0,0 1-1,-1 1 1,-1 1 0,0 1 0,-1 0 0,22 20-1,103 82-3879,-126-102 3377,1-1 1,0 0 0,1-2-1,0 0 1,42 11 0,-34-14 305,0-2 0,0-1-1,39 0 1,94-9 584,-60 1 847,109 2 1396,311-19 1797,-481 14-3889,-1-2 1,0-1-1,69-28 0,-106 36-360,0 0 0,0 0 0,0 0 0,0-1 0,-1 1 0,1-1 0,-1 0 0,5-5 0,1-1-285,-8 7 31,-1 0-1,0 0 1,1 0-1,-1 0 1,0-1-1,0 1 1,0 0-1,-1 0 1,1 0-1,0 0 1,-1 0-1,1 0 1,-1 0-1,0 0 1,0 0-1,-2-3 1,-10-8-4157,0 2-2615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12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2112 151 4336,'-66'-27'1119,"8"3"1237,-96-26 0,88 33-1244,39 9-699,0 1-1,0 1 1,-1 1-1,0 2 1,-34 0-1,49 4-373,1 1 0,-1 1 0,1 0 0,0 1 1,-17 8-1,-62 33 88,59-28-78,-21 14-15,1 1 0,2 3-1,1 2 1,-68 67 0,-159 195 124,224-239-138,-208 258 565,184-212-156,-75 138-1,112-169-106,3 0 0,-50 156 0,70-173-140,3 1 0,2 0 1,3 1-1,-2 110 1,12-127-116,2 1-1,1-1 1,3 0 0,1 0 0,2-1 0,2-1 0,2 0 0,2 0 0,1-2 0,2 0-1,2-1 1,1-2 0,30 36 0,-25-37-49,3-1-1,0-2 1,2-1 0,2-1-1,0-2 1,2-2 0,1-1-1,1-2 1,1-2 0,1-1-1,1-3 1,62 19 0,-44-21-2,0-3 0,0-2 1,2-3-1,-1-3 0,0-2 1,1-3-1,-1-3 0,0-3 1,0-2-1,-1-2 0,0-4 0,-1-2 1,-1-2-1,78-38 0,-98 37-5,-1-1-1,-1-2 0,-1-2 1,-1-1-1,51-51 0,-45 34-5,-2-1-1,-1-2 0,48-83 1,-36 38-35,-3-3 0,-5-1 0,-4-2 0,34-139 0,-48 139 6,18-197 0,-39 265 20,19-348-79,-24 277 176,-22-145 0,19 202-39,-2 0 1,-2 1-1,-2 0 1,-1 1-1,-3 0 1,-22-43-1,30 70-41,-1-1 1,-1 1-1,0 0 0,0 1 1,-1 0-1,-1 1 0,0 0 1,-1 1-1,0 0 1,-1 1-1,0 1 0,0 0 1,-1 1-1,-1 0 0,1 1 1,-1 1-1,0 0 0,-25-4 1,2 4 16,0 2-1,-1 1 1,0 2 0,1 2-1,-1 2 1,-72 14 0,6 8-11,-129 48 1,-209 110-1146,165-30-3323,203-100-17,21-3-2614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13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3031 434 3596,'1'-1'96,"-1"0"0,1 0 0,-1-1-1,1 1 1,-1 0 0,0 0 0,0 0 0,0-1-1,0 1 1,0 0 0,0 0 0,0-1-1,0 1 1,0 0 0,-1 0 0,1-1-1,0 1 1,-1 0 0,1 0 0,-1 0 0,-1-2-1,-19-26 1885,10 15-1012,-8-8-153,0 2-1,-1 0 1,-41-31 0,-5-5 4,43 34-602,-2 1 0,0 2-1,-2 0 1,0 2 0,-1 1 0,-57-24-1,61 31-79,-1 1-1,0 2 0,0 0 0,-1 2 0,0 0 0,0 2 1,0 1-1,0 1 0,-28 4 0,-5 5 165,0 3-1,1 2 1,1 3 0,0 2-1,-70 35 1,-258 161 1358,218-105-634,-206 176 0,-117 174 293,412-378-1054,-114 153 0,165-197-193,3 0-1,1 2 0,2 0 0,1 2 0,3 0 0,1 1 1,-10 48-1,21-68-51,2 0 0,0 1-1,2-1 1,1 0 0,0 1 0,2-1 0,1 1 0,1-1 0,1 0-1,0 0 1,2-1 0,1 0 0,0 0 0,24 41 0,-12-31 1,1-1 1,1-1 0,2-1 0,1-1 0,2-2-1,0 0 1,1-1 0,55 34 0,-11-14-8,2-3 1,2-3-1,2-4 0,1-3 1,1-4-1,2-3 1,0-4-1,1-3 0,109 8 1,-71-16 2,1-5 0,0-5 0,154-20 0,-218 12 6,-1-3 1,0-2 0,0-2 0,-1-3 0,-2-3 0,0-2 0,-1-2 0,97-62 0,-119 64 22,-2-1 1,0-2-1,-2-1 1,0-1-1,42-59 1,-42 45-26,-1-1 1,-2-1-1,36-94 1,-33 53-15,-4-2 1,-4 0 0,-3-1-1,7-160 1,-20 144-44,-4 0 0,-5 0 1,-31-163-1,21 190-13,-3 2 1,-4 0-1,-3 1 0,-3 1 1,-54-95-1,64 136 18,-1 2 1,-1 0-1,-2 1 0,0 1 0,-2 1 0,-1 2 0,-36-28 1,39 36-18,0 2 0,-2 0-1,0 1 1,0 1 0,-2 2 0,1 1 0,-1 1 0,-1 1 0,-49-8 0,28 11-158,0 2 1,0 2-1,0 3 1,0 1-1,1 3 1,-1 2-1,-49 15 1,12 2-1148,1 5-1,-158 79 1,184-79-1062,1 2 0,-69 53 0,33 1-5238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15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1868 1008 3732,'7'-14'857,"-1"-1"0,0 0-1,-1-1 1,-1 1 0,-1-1-1,0 0 1,1-22 0,-5 30-682,1 0 0,-1 1 0,0-1 0,0 1 0,-1-1-1,0 1 1,0-1 0,-1 1 0,1 0 0,-2 0 0,1 0 0,-1 1 0,-8-11 0,4 8-62,1 1-1,-2 0 0,1 1 1,-1-1-1,0 2 0,-1-1 1,1 1-1,-15-6 0,-15-3 41,1 2 0,-2 1 0,0 2 0,-42-5 0,77 14-117,-59-9 245,0 2-1,0 4 1,0 2-1,-81 7 1,102 0-111,1 2 0,-1 1 0,1 2 0,0 3 0,1 1 0,1 1 0,-50 28 0,34-10 120,2 3 0,1 1 0,-89 84-1,83-63 16,3 4-1,-77 107 0,107-132-234,3 1-1,1 1 0,1 1 0,3 1 0,1 1 0,2 0 1,2 1-1,2 0 0,2 1 0,1 0 0,3 0 0,1 1 0,3 0 1,1 0-1,3-1 0,1 1 0,2-1 0,2 0 0,2 0 0,20 52 1,-11-48-29,2-1 1,1-1 0,3-1 0,2-1 0,2-1-1,64 73 1,-42-62-8,2-4 0,2-1-1,2-3 1,80 49 0,-36-35 15,3-4-1,182 70 1,-143-76-25,241 51 0,-213-72-18,1-7-1,0-8 1,1-8-1,332-31 1,-342 4-2,-1-8-1,220-68 1,-207 38 3,270-131 0,-436 185-7,136-67-27,153-103 0,-291 171 29,359-242 18,-258 164-43,128-126 0,-178 149 10,-3-3 0,-2-2 0,59-94 0,-81 107 13,-3-1 0,-2-1 1,-3-1-1,-2-1 0,22-86 1,-35 102 1,-1-1 1,-2 0-1,-1-1 0,-3 1 1,-1-1-1,-1 1 1,-13-68-1,7 74-2,-2 0 0,-1 1 0,-2 0-1,-1 0 1,-2 2 0,0 0 0,-2 0-1,-2 2 1,-27-34 0,10 20-2,-2 2 0,-2 2 0,-1 2 0,-72-50 0,52 47-4,-3 2 0,-134-57 0,85 54 1,-2 4 0,-2 6 0,-1 5 0,-131-13 0,59 21-135,-319 11-1,-189 81-534,540-44-816,-302 100 0,69 35-5358,186-56-1059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16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4698 442 4400,'-2'-7'395,"0"0"0,1 0-1,0 0 1,0 0-1,0-1 1,1-10 0,-2 11-50,1-1 1,-1 1-1,-1 0 1,0 0 0,0 0-1,0 0 1,0 1 0,-1-1-1,-9-10 1,5 5-71,1 1 9,-2 1 0,1-1 0,-1 2 0,-1-1 1,0 1-1,-18-12 0,-71-40 760,89 56-950,-28-14 145,-1 1 1,-1 2 0,-1 2-1,0 1 1,-55-8 0,-220-15 302,147 32-304,-1 6 0,-291 43-1,196 2 320,-258 82 0,275-53 35,4 10 1,5 11 0,-375 211 0,494-233-388,3 6 1,-108 98 0,178-141-137,3 3 0,1 2 0,2 1 0,-43 63 0,58-73-40,3 1 1,0 2-1,3 0 0,1 1 1,1 1-1,3 0 1,-16 62-1,26-80-16,1 1 1,1-1-1,1 1 0,1 0 0,1 0 0,1 0 0,1-1 1,0 1-1,2 0 0,1-1 0,0 0 0,2 0 0,0 0 1,1-1-1,2 0 0,14 24 0,-2-13-6,2-1 0,0 0 0,2-2 0,2-1 1,0-2-1,2 0 0,0-2 0,2-1 0,62 32 0,-4-10 8,3-4 0,148 43 0,-66-35 1,1-9 0,306 29 0,-210-51-27,308-21 0,-256-19-19,-2-15 0,-2-13 0,-2-15-1,-3-13 1,-5-14 0,-3-13 0,-6-13 0,325-180 0,-536 249 29,104-77 1,-151 94-2,-1-1 0,-2-3 0,-2-1 0,37-46 0,-61 66-7,-1-1 1,-1 0 0,-1 0-1,0-1 1,-1 0-1,-1-1 1,9-35-1,-15 42 11,0-1 0,0 0-1,-2 1 1,0-1 0,-1 0 0,0 0 0,-1 0-1,-1 1 1,0-1 0,-1 0 0,0 1 0,-9-21-1,1 12-2,0 0 0,-2 2 0,-1-1 0,0 2-1,-1 0 1,-2 0 0,0 2 0,-1 0 0,0 1 0,-23-15 0,-25-16-20,-131-69 1,49 40-451,-4 7-1,-2 7 1,-322-84-1,-78 35-3121,179 66-1746,51 25-2241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17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2758 639 4212,'-34'-45'1217,"31"41"-1015,0 0 0,0-1 0,1 1 0,-1-1 0,1 0 1,0 1-1,0-1 0,0 0 0,1 0 0,0-1 0,-1-4 0,1 5-62,1 0-1,-1 0 1,-1 1 0,1-1-1,-1 0 1,0 1 0,0-1-1,0 1 1,-5-7 0,-27-30 650,-2 2 1,-2 1 0,-1 1-1,-1 3 1,-3 1 0,-61-36-1,56 41-536,-1 2 0,-1 3-1,-1 1 1,-1 3-1,-1 2 1,0 2-1,-1 3 1,-1 2 0,0 3-1,0 2 1,0 2-1,-1 3 1,1 2 0,0 3-1,0 1 1,-75 21-1,51-5-61,1 4 0,1 3 0,2 3 0,1 4 0,2 3 0,2 3-1,-117 92 1,107-69-25,4 4 0,2 2-1,-92 118 1,133-145-120,2 1 0,2 1 0,2 1-1,2 2 1,3 0 0,1 2 0,3 0 0,-15 67-1,27-91-26,2 0 1,1-1-1,1 2 0,1-1 0,2 0 0,0 0 1,7 34-1,-3-42-7,0 1-1,1-2 1,1 1 0,1 0 0,1-1 0,18 28 0,157 221 119,-161-238-123,1-1 1,1-1-1,1-1 1,1-1 0,2-1-1,0-2 1,35 20-1,-47-31-5,55 33 1,2-4-1,1-2 0,2-5 1,2-2-1,0-4 0,2-4 1,1-3-1,0-3 1,1-4-1,124 3 0,-111-15 1,-1-4 0,0-4 0,0-5-1,0-3 1,-2-5 0,0-3 0,-2-5-1,174-78 1,-205 76-6,-1-3 1,-2-2-1,-1-3 1,-3-2-1,62-59 0,-74 59-3,-3-3 0,-1-1 0,-2-1 0,-2-2 0,-2-2 0,36-76 0,-36 56-4,-4-2 0,-3-1-1,-2-2 1,-4 1 0,-4-2-1,7-87 1,-17 100 5,-2 1 0,-3-1-1,-3 0 1,-3 1 0,-2 0 0,-3 1-1,-3 0 1,-22-60 0,26 92-3,-1 1 1,-2 0-1,0 0 0,-2 2 1,0 0-1,-2 1 1,-28-30-1,29 38 2,0 0-1,0 2 1,-1 0 0,-1 1-1,0 0 1,-1 2-1,0 1 1,-1 0 0,0 1-1,-27-7 1,14 9-199,1 0-1,-1 3 1,0 1 0,0 1-1,0 2 1,0 1 0,0 2-1,0 1 1,0 2-1,-49 14 1,14 2-1990,2 4 0,0 2 1,-121 71-1,24 3-5877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18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2603 275 5060,'0'-7'379,"0"-1"0,-1 1 0,0-1 0,0 1 0,-1-1 0,0 1 0,0 0 0,0-1 0,-1 1-1,0 1 1,-1-1 0,1 0 0,-1 1 0,-1-1 0,1 1 0,-10-9 0,6 3-115,-1 1-1,-1 0 1,0 1 0,0 0 0,-1 1 0,0 0 0,0 0-1,-1 1 1,0 1 0,-1 0 0,0 0 0,0 1 0,0 1 0,-20-5-1,3 4-59,0 2-1,0 1 0,-1 1 0,1 1 0,0 2 0,0 1 1,-1 2-1,-42 10 0,-6 8 378,-146 59 1,63-9 82,4 7 0,-272 184 0,341-198-487,3 3 0,3 4 0,3 4 0,4 3 0,-110 147 1,130-147-111,4 3 1,4 2 0,3 1 0,3 3-1,5 1 1,-44 159 0,72-210-51,1 0 1,1 1-1,3-1 1,1 1-1,2 0 1,4 42-1,-1-61-15,1-1 0,0 0 0,2 0 0,0-1 0,2 1 0,0-1 0,0 0 0,2-1 0,0 0 0,1 0 1,1-1-1,1 0 0,0-1 0,15 14 0,-9-13-12,1 0 0,1-1 0,1-1 0,0-2-1,0 0 1,1-1 0,1 0 0,0-2 0,47 11 0,-13-7-64,0-3-1,1-3 1,66 1 0,-14-8-21,1-5 1,-1-5 0,166-35-1,-124 8-42,281-108 0,-313 93 123,-2-4 0,-3-5 0,115-83 0,-148 85-13,-2-3-1,-3-4 0,-3-3 0,100-121 0,-144 151 24,-1 0 1,-3-2-1,-1-1 0,-2-1 0,-1-2 1,-3 0-1,17-57 0,-28 69-11,0 0 0,-2 0 0,-2-1-1,-1 1 1,-1-1 0,-2 0 0,-1 0 0,-2 1-1,-1-1 1,-2 1 0,-13-42 0,8 41 18,-2-1 1,-2 2-1,-1 0 0,-1 1 1,-2 1-1,-1 0 1,-43-48-1,33 46-31,-2 2 0,-1 2-1,-1 1 1,-2 1 0,-72-40 0,49 37-206,-1 4 0,-1 2 0,-1 2 0,-1 4 0,0 2 0,-2 3 0,1 2 0,-122-3 0,127 14-358,1 3-1,-75 13 1,25 0-1391,2 5-1,0 4 1,-171 67-1,84-6-3749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20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1571 418 3320,'0'-3'273,"0"-1"0,0 0-1,0 1 1,1-1 0,0 1-1,0-1 1,0 1 0,0-1 0,0 1-1,1-1 1,-1 1 0,1 0-1,0 0 1,0 0 0,0 0-1,4-4 1,-5 6-219,-1 1 1,1-1-1,0 0 1,-1 0-1,1 0 0,-1 0 1,0 0-1,1 0 1,-1 0-1,0 0 0,0 0 1,1 0-1,-1-1 1,0 1-1,0 0 0,0 0 1,0 0-1,-1-1 1,1-3 121,1-3-9,-1 1-1,-1-1 1,0 0 0,0 0-1,0 1 1,-1-1-1,0 0 1,0 1-1,-1 0 1,0 0 0,-1 0-1,1 0 1,-1 0-1,0 0 1,-11-11 0,2 3 3,-1 0 1,0 0 0,-1 1 0,-1 1 0,-17-11 0,11 9-103,0 2 0,-1 0 0,-1 2-1,0 0 1,0 2 0,-1 1 0,0 0-1,-1 2 1,-35-4 0,40 9 2,0 0 0,0 1-1,0 1 1,0 1 0,0 1 0,0 1-1,1 1 1,0 0 0,0 2 0,0 0-1,1 1 1,-24 14 0,6 2 195,0 1 1,1 2-1,1 1 0,2 2 1,-45 53-1,-128 190 1081,145-180-934,4 3-1,5 3 1,-73 190-1,95-202-255,5 2 1,3 0-1,4 1 0,4 1 0,-2 99 0,14-135-93,3-1-1,2 1 1,3-1-1,2 1 1,24 83-1,-24-110-37,2 0 0,1-1 0,1-1 0,1 0 0,2-1 0,0 0 0,2-1-1,1-1 1,0-1 0,2 0 0,0-1 0,26 19 0,-20-21-11,1 0 1,0-2-1,1-2 1,1 0-1,0-2 1,1-1-1,0-1 1,1-2-1,0-1 1,1-1-1,33 2 1,-17-7-23,-1-1 1,0-2 0,0-3 0,0-1 0,-1-3 0,0-1 0,69-24 0,-106 30 5,67-21 1,-2-4-1,141-73 1,-148 61-8,-2-2 1,-1-3-1,-3-2 0,-2-4 0,91-99 0,-119 114-7,-1-2-1,-2-1 0,-2-1 1,-1-2-1,-2 0 1,-3-2-1,-1 0 0,-2-1 1,-2-1-1,14-69 0,-22 65-7,-3-1-1,-1 1 1,-3-1 0,-2 0-1,-2 1 1,-2-1 0,-24-89-1,14 86 18,-1 1-1,-4 0 1,-1 2-1,-3 0 0,-2 2 1,-62-87-1,65 106 4,-2 1 0,0 1 0,-2 1-1,-1 1 1,-1 2 0,-1 1 0,-1 1 0,-1 2-1,-1 1 1,-46-19 0,58 30-58,-1 1 0,-1 0 0,1 2 0,-1 1 0,0 0 1,0 2-1,-37 1 0,41 2-88,1 2-1,-1 0 1,1 1 0,0 0 0,0 2 0,1 0 0,0 2 0,0 0 0,0 0-1,-18 14 1,18-10-237,1 2-1,0 0 0,0 0 0,2 2 0,0 0 1,0 1-1,-12 20 0,11-13-1240,2 0-1,-20 46 0,-7 43-5495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21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3367 1371 2692,'-40'-35'2413,"38"33"-1913,2-2-149,-1-23 152,-1-1 0,-1 1 1,-2-1-1,0 1 0,-2 0 1,-1 1-1,-1 0 0,-2 0 0,0 1 1,-2 0-1,0 1 0,-2 0 1,-1 1-1,-21-24 0,4 10-106,-3 1-1,-1 1 0,-1 2 1,-2 2-1,-1 2 0,-1 1 1,-1 2-1,-65-27 0,51 29-158,0 4 0,-2 1 0,0 4 0,-1 1 0,0 4 0,-99-5 0,49 13 17,1 6 0,-1 3 0,1 6 0,1 5 1,0 4-1,2 5 0,1 4 0,1 5 0,2 4 1,2 5-1,-100 61 0,126-58-160,1 3 0,3 3 0,2 3 0,3 2 0,2 4 1,3 2-1,3 3 0,3 3 0,3 1 0,-67 129 0,98-160-59,2 0 0,2 2 0,1-1 1,3 2-1,1 0 0,3 0 0,1 1 0,-1 69 0,8-78-26,2-1 1,1 0-1,2 1 0,2-2 0,1 1 0,1-1 0,2 0 1,2-1-1,0-1 0,3 0 0,26 43 0,-8-27 18,3 0 0,1-3-1,3-1 1,1-2 0,2-2-1,91 64 1,-35-39-40,2-5 0,166 70 0,-104-63 4,4-8 1,2-8 0,244 42-1,-156-54-40,440 10 0,-421-53 24,0-12 0,0-12 1,341-79-1,-236 13 12,630-245-1,-306 13-14,-577 253 27,-4-5 0,-3-6-1,136-123 1,-204 158 8,-2-3-1,-2-2 0,-3-1 0,-2-3 0,63-108 0,-90 132-7,-1 0-1,-1-1 0,-2-1 0,-2-1 0,-1 0 1,-2 0-1,-2-1 0,-1 0 0,-2 0 1,-1-1-1,-3 1 0,-5-58 0,-1 56 0,-2 1-1,-1 0 1,-2 0-1,-2 1 1,-2 1 0,-20-38-1,10 29-2,-2 2 0,-2 1 0,-1 2 0,-47-49 0,23 37 1,-2 1 1,-2 4 0,-2 2-1,-2 2 1,-2 3 0,-113-52-1,59 43-74,-3 5 0,-2 5 0,-1 6 0,-1 5 0,-238-23-1,135 38-768,0 9-1,-331 37 0,-152 74-2559,240-8-2258,80-8-2442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2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 3488,'7'-11'491,"0"0"0,0 1 0,1 0-1,0 0 1,1 0 0,0 1 0,16-12 0,-22 19-355,-2 1-124,1 1 1,-1-1-1,1 0 0,-1 1 0,1 0 0,-1-1 0,1 1 0,-1 0 1,1 0-1,0 0 0,-1 0 0,1 0 0,-1 0 0,1 0 0,-1 0 1,1 1-1,-1-1 0,1 1 0,-1-1 0,1 1 0,-1-1 0,0 1 0,1 0 1,-1 0-1,0 0 0,1 0 0,-1 0 0,0 0 0,1 1 0,0 2-22,-1-1 0,1 1-1,-1-1 1,0 1-1,-1 0 1,1-1 0,-1 1-1,1 0 1,-1 0-1,0-1 1,-1 1 0,1 0-1,-2 5 1,1-1-77,-2 1 0,1-1 0,-1 0 1,-7 14-1,-6 6-871,0-2-1,-28 34 1,13-23-519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25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89 4132,'14'-22'1244,"-12"18"-1019,0 0-1,0 1 1,0-1-1,1 1 1,0-1 0,-1 1-1,1 0 1,0 0 0,1 0-1,4-3 1,30-19 1419,-35 23-791,-2 4-995,0-1 70,0 0 1,0 1-1,-1-1 1,1 1-1,0-1 1,0 1-1,-1-1 1,1 1-1,-1-1 1,0 1-1,1 0 0,-1-1 1,0 1-1,0 0 1,0-1-1,0 1 1,0 0-1,0-1 1,0 1-1,-1 0 0,1-1 1,-1 1-1,1-1 1,-1 1-1,0-1 1,1 1-1,-1-1 1,0 1-1,-2 1 0,-4 16-2071,7 1-785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25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201 443 3900,'9'-43'812,"-9"23"-47,0 0-301,-3-5-120,-10-13-112,7 27-80,-3-20-96,-7-15 20,0 14-144,-3 4-8,0-4-60,-7-2-112,-2 6-240,-1-1-1237,4 3 649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28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1187 3 7125,'-1'0'243,"-1"-1"0,1 1 0,-1-1-1,0 1 1,1 0 0,-1-1 0,0 1 0,1 0 0,-1 0 0,0 0 0,1 0 0,-1 1 0,0-1 0,-1 1 0,-18 1 946,2-2-626,-1 1-1,1 1 1,0 0 0,0 2 0,-25 7-1,-94 38 702,103-35-973,-52 20 27,2 3 0,1 4 0,2 4 0,3 3 0,1 4 0,-103 90 0,164-127-290,0 1-1,1 1 0,1 1 1,1 0-1,1 1 1,0 0-1,-10 23 1,19-35-17,1 0 1,0 0 0,0 1 0,1-1-1,0 1 1,0 0 0,1-1 0,0 1-1,0 0 1,1 0 0,0 0-1,0-1 1,1 1 0,0 0 0,0 0-1,1-1 1,0 1 0,1-1-1,-1 1 1,1-1 0,1 0 0,-1 0-1,1 0 1,7 8 0,-2-4-7,2 0 0,0-1 0,0 0 0,0-1 0,1 0 0,1-1 0,0 0 0,27 12 0,-2-5-34,0-1 1,43 9-1,7-5-115,1-4 1,0-4-1,1-4 0,0-3 0,124-13 0,50-32-382,-28 3 78,-215 39 432,-1 1 1,0 0-1,0 2 1,0 0-1,-1 2 1,21 6-1,3 1-5,123 21 21,-65-14-304,170 56 0,113 74-2225,255 88-1713,-501-195 3669,1-5 0,247 31-1,-340-64 806,87-3-1,-111-2-121,0-2 0,0 0 0,0-2 0,0 0 0,-1-2 0,23-9 0,-9-4 117,-35 19-221,1 0 0,-1 0 0,0 1-1,0-1 1,0 0 0,0 0 0,0 0 0,1 1 0,-2-1 0,1 0 0,0 0 0,0 0-1,0 0 1,0 1 0,0-1 0,-1 0 0,1 0 0,0 0 0,-1 1 0,1-1 0,-1-1-1,0 2 7,1-2-53,-1 1 0,1-1-1,-1 1 1,1 0-1,-1-1 1,0 1 0,0 0-1,0-1 1,0 1 0,0 0-1,0 0 1,0 0 0,0 0-1,-1 0 1,1 0 0,0 0-1,-1 1 1,1-1 0,0 0-1,-1 1 1,1-1 0,-1 1-1,1-1 1,-3 0-1,-2-1-458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29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108 147 4748,'1'-3'291,"0"1"-1,0-1 1,0 1-1,0-1 1,0 1 0,1 0-1,-1-1 1,1 1-1,-1 0 1,1 0-1,0 0 1,0 0-1,0 1 1,4-4-1,36-25 1888,-2 10-1490,0 2-1,49-16 0,-68 27-560,-18 6-7,-5 3-102,1 0-1,-1-1 0,0 1 1,0 0-1,0-1 1,0 1-1,0-1 0,0 0 1,0 1-1,0-1 0,-1 0 1,-2 0-1,-43 11 158,-1-2 0,0-3 0,-51 2-1,11-1 1245,85-7-1099,8 0-47,769 169-231,423 32-7387,-346-135 4721,-618-53 2252,-5-4-1708,-115-3 913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30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8673,'140'3'1580,"-48"-8"-268,10-1-228,12 3-132,13 3-164,16 3-184,22 0-124,16 5-72,9 4-344,10 2-456,7 3-608,5-2-396,1 5-2424,-13 2-2533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30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5541,'92'-3'1328,"-16"6"-204,-3 5-20,10 1-236,9-3-244,19-1-112,19 1-116,16 8-44,10-2-180,15-1-536,13 1-320,10-1-956,3 9-1108,12 9-853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3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7757,'-105'60'1116,"99"-42"-112,16 2-192,18 11-144,17-17-116,18 3-168,23 1-68,28-4-64,29 0-100,32-2-416,22 2-568,18 0-276,11 6-2100,9 3-1409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0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939 528 11761,'0'0'1782,"-2"3"-90,-116 146 4102,-120 152-3717,104-123-1609,116-155-405,-334 405 578,333-408-636,10-11 15,0 1 1,1 0-1,0 1 1,1 0-1,-9 17 1,51-53 3,-2-2 7,-2-3 0,45-52 0,54-82-133,-74 90 96,237-319 51,235-284 1147,-488 633-813,69-61 1,-97 95-280,0 0 1,1 1 0,-1 1-1,2 0 1,-1 1-1,1 0 1,0 1 0,0 1-1,1 0 1,0 1-1,20-4 1,-26 8-49,-1 0 1,0 0-1,0 1 1,0 0 0,1 0-1,-1 1 1,0 0-1,-1 0 1,1 1-1,0 0 1,-1 0-1,1 1 1,-1 0-1,0 0 1,0 1-1,-1 0 1,1 0 0,-1 1-1,0-1 1,-1 1-1,1 1 1,-1-1-1,6 10 1,1 4 30,-1 0 0,0 0 0,-2 2 1,0-1-1,-1 1 0,-2 0 0,6 28 1,-3 10-47,-2 1 1,-3-1-1,-3 1 0,-2 0 1,-3 0-1,-16 84 1,-107 356-3008,69-299 805,-57 169-5837,81-276 2636,14-10-2954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0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79 680 13389,'-23'-17'950,"-22"-20"3487,44 37-4308,0-1-1,0 0 0,0 1 0,1-1 0,-1 0 0,0 0 1,1 1-1,-1-1 0,1 0 0,-1 0 0,1 0 0,-1 0 1,1 0-1,0 0 0,-1 0 0,1 0 0,0 0 0,0 0 1,0 0-1,-1 0 0,1 0 0,0 0 0,0 0 0,1 0 0,-1-1 1,1 0 0,-1 1 0,1-1 0,0 0 0,0 1 0,0-1 0,1 1 0,-1-1 0,0 1 0,0 0 0,1-1 0,-1 1 0,4-2 0,6-4 206,0 1 0,0 1-1,18-7 1,-26 11-241,90-29 227,2 4 0,132-18 0,-150 30-664,808-121-5977,-127 24 1430,-273 17 3271,-265 50 1979,-20-8 1765,-198 52-2052,0 0 0,-1 0 0,1 0 0,-1 0 1,1 1-1,0-1 0,-1 0 0,1 0 0,-1 1 0,1 0 1,0-1-1,-1 1 0,1 0 0,-1-1 0,0 1 0,1 0 1,-1 0-1,0 0 0,1 0 0,-1 0 0,0 1 0,2 1 1,-5 3 10,1-1 0,-1 0 0,0 0 0,0 1 0,-1-1 0,0 0 0,-5 7 0,-2 4 72,-26 47-165,-53 70 0,11-19-2567,-33 45-5039,89-115 2802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1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31 912 6789,'7'-54'672,"16"-81"1603,-9 83-1153,3 0 0,2 2 0,46-90 0,100-129 2570,-153 251-3406,0 1 1,1 0-1,1 0 0,0 2 1,1 0-1,1 0 1,32-22-1,-47 36-251,1 0 0,0 0 0,-1 0-1,1 0 1,0 1 0,-1-1 0,1 0 0,0 1 0,0-1-1,-1 1 1,1 0 0,0 0 0,0 0 0,0 0 0,0 0-1,0 0 1,-1 0 0,4 1 0,-4 0-13,1-1-1,-1 1 1,0 0-1,0 0 1,0 0-1,0 0 1,0 0 0,0 0-1,0 0 1,0 0-1,0 0 1,-1 0 0,1 1-1,0-1 1,-1 0-1,1 1 1,-1-1 0,1 2-1,1 5 29,-1 0 1,0 0-1,-1 0 0,0 0 0,0 0 0,-2 11 1,-4 8 41,0 0 1,-2-1 0,-16 36 0,0 3 20,14-36-81,1 0 0,2 1 0,-7 54 0,13-73-45,0 0 1,2 0-1,-1 0 1,1 1-1,1-1 1,0 0-1,1 0 1,0-1-1,0 1 0,1-1 1,1 1-1,-1-1 1,12 17-1,11 8-204,38 40 0,-35-41 6,33 45 0,-50-59 171,0 0 1,-2 1 0,0 0 0,10 29 0,-17-38 29,-1 1 1,0-1-1,-1 1 0,0-1 0,-1 1 1,0-1-1,-1 1 0,0 0 1,-5 22-1,0-13 43,-2 1 0,0-1-1,-2 0 1,0 0 0,-1-1 0,-2 0 0,0-1 0,-1 0 0,-1-1-1,-1-1 1,0 0 0,-33 29 0,-5-3 88,-2-2 0,-1-2 1,-67 34-1,-30 2-21,43-24-1161,98-42-1496,29-14 314,30-13-1500,62-21-5599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1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1102 5 12085,'22'20'4297,"-21"-21"-3810,0-1 0,0 0 0,-1 1 0,1-1 0,-1 0 0,1 0 0,-1 0 1,0 1-1,0-1 0,0 0 0,0-3 0,-44 42 1224,-41 32-195,-360 260 1203,308-214-2179,-135 144-1,245-230-425,-44 60 0,65-80-98,0 0-1,1 0 0,0 1 1,0-1-1,1 1 0,1 0 1,-1 1-1,2-1 0,-1 0 0,2 1 1,-2 20-1,3-25-44,1 0 0,0 0 1,0 0-1,1 0 0,-1 0 0,1 0 0,1 0 0,-1-1 1,1 1-1,0-1 0,0 0 0,1 0 0,-1 0 0,1 0 1,0 0-1,0-1 0,1 0 0,0 0 0,8 6 0,3 1-205,0-2-1,1 0 1,0-1-1,1 0 0,24 7 1,6-3-838,81 12 0,446 36-7123,-329-50 2565,23-8-3097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2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10429,'20'-12'2924,"-18"10"-2579,0 0 1,1 0-1,-1 0 0,1 1 1,-1-1-1,1 1 0,0 0 1,-1-1-1,1 1 0,0 1 1,0-1-1,0 0 1,0 1-1,0-1 0,0 1 1,0 0-1,0 0 0,0 0 1,-1 0-1,1 1 0,0-1 1,0 1-1,5 1 0,44 22 2842,94 61-1,43 48-2260,-62-42-2646,-1-1-2996,-16-10-5125,-53-39 162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2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803 0 9529,'-162'57'1856,"89"-19"-336,-3 2-292,10 2-388,2 7-144,-3 2-308,-2 9-1000,-11-2-820,4 7-2608,6 10-2949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2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63 14553,'-7'1'811,"0"0"0,0 1 0,-1 0 0,1 1 0,-8 3 0,14-5-708,1 0-1,-1 0 1,0 0 0,1 0-1,-1 0 1,1 0 0,-1 0-1,1 0 1,-1 0-1,1 0 1,0 0 0,0 1-1,-1-1 1,1 0 0,0 0-1,0 0 1,0 0 0,1 3-1,0 17 427,0-18-469,1 0-1,-1 1 1,0-1-1,1 0 1,0 0-1,0 1 1,0-1 0,0-1-1,0 1 1,0 0-1,1 0 1,-1-1-1,1 0 1,0 1 0,0-1-1,0 0 1,0 0-1,0-1 1,0 1-1,1-1 1,-1 1-1,7 1 1,10 2 42,0 0 0,36 4 0,-44-7-79,33 2 36,1-1-1,0-3 1,62-6 0,136-36 61,-184 25 53,-1-2 1,78-38 0,14-4 651,-149 60-811,1 0 0,-1 0 0,0 0 1,1 0-1,-1 1 0,1-1 1,-1 1-1,1 0 0,-1 0 0,1 0 1,-1 0-1,1 0 0,-1 0 1,1 1-1,-1-1 0,1 1 0,-1-1 1,0 1-1,1 0 0,-1 0 1,0 0-1,0 1 0,0-1 0,1 0 1,-1 1-1,-1-1 0,1 1 1,3 4-1,-2-2-1,-1 0 0,0 0-1,0 0 1,0 1 0,0-1 0,-1 1 0,1-1 0,-1 1-1,-1 0 1,1-1 0,-1 1 0,1 0 0,-2 8 0,-6 39-28,-2-1 0,-3-1 0,-31 88 0,34-111-38,-215 533-874,-40-19 31,-77 46 355,309-536 712,-3-2-1,-1-2 1,-3-1-1,-2-2 0,-80 67 1,120-110-128,-1 1 0,0-1 0,1 0 0,-1 0 0,0 0 0,0 0 0,1 0 1,-1 0-1,0-1 0,0 1 0,0 0 0,0-1 0,0 0 0,0 1 0,0-1 1,0 0-1,-4 0 0,5-1-16,0 1 1,-1-1 0,1 1-1,-1-1 1,1 0-1,0 0 1,-1 1-1,1-1 1,0 0 0,0 0-1,0 0 1,0 0-1,0-1 1,0 1-1,0 0 1,0 0 0,0 0-1,0-2 1,-1-2 16,0 1 0,0-1 0,1 1 1,-1-1-1,1 0 0,1 0 0,-1 1 0,1-1 1,-1 0-1,1 0 0,1 0 0,0-7 0,8-22 117,1 1 0,2 0-1,30-60 1,66-88 118,-52 102-492,4 1 0,4 4 0,2 2 0,77-63 0,323-227-4644,-178 174-3917,-145 104-780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2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35 176 8733,'-12'-32'2302,"-9"-13"3217,19 42-4093,17-16 669,-9 13-1951,0 1 0,1-1 0,-1 1 0,1 0 1,0 1-1,0 0 0,0 0 0,1 0 1,0 1-1,-1 0 0,1 1 0,0-1 0,10 0 1,17-3 234,64-2 0,-65 6-225,7-1-24,0 2 0,0 2 0,49 6-1,-80-5-108,1 0 0,0 0-1,-1 0 1,0 2 0,1-1 0,-1 1-1,0 1 1,-1 0 0,1 0-1,-1 1 1,0 0 0,-1 0 0,1 1-1,-1 0 1,-1 1 0,1 0-1,9 13 1,-14-14-16,1-1 0,-2 1 0,1 0 0,-1 0 0,0 0 0,0 0 0,-1 0 0,0 0 0,0 1 0,-1-1 0,0 0 0,0 0 0,-1 1 0,0-1-1,0 0 1,-1 0 0,0 0 0,-4 11 0,-5 11 42,-2 1-1,-31 51 1,33-63-1,-107 155-35,6-11-29,97-136 37,1 0 0,1 1 0,1 0 0,-12 41 0,22-60-20,0-1 0,1 0 0,0 1 0,0-1 1,0 0-1,1 1 0,0-1 0,1 1 0,0-1 0,0 1 0,0-1 0,3 8 0,-2-10 2,0 0 1,1 0-1,0-1 1,0 1-1,0-1 1,0 1-1,1-1 0,-1 0 1,1 0-1,0 0 1,0-1-1,1 1 1,-1-1-1,1 0 0,0-1 1,9 5-1,12 3-34,0-1 1,0-2-1,1 0 0,0-2 0,0-1 0,53 1 1,167-16-1833,-230 10 1642,437-49-10402,-281 38 2273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4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419 246 6049,'-4'-9'595,"3"7"-355,0 0 0,1 0 0,-1 0-1,0 0 1,1 0 0,-1 0 0,1 0-1,0 0 1,-1 0 0,1 0 0,0-4 0,23-48 8971,-2-37-3539,-8 59-3719,-6 15-1307,-6 17-613,-1-1-1,0 1 1,0-1 0,1 1 0,-1-1 0,0 1 0,0-1-1,0 1 1,0-1 0,0 0 0,0 1 0,0-1 0,0 1 0,0-1-1,0 1 1,0-1 0,0 0 0,0 1 0,0-1 0,0 1-1,-1-1 1,1 0 0,-13 0 653,10 1-812,0 1 170,1-1 1,-1 1 0,1 0-1,0 0 1,-1 0 0,1 0-1,0 1 1,0-1 0,0 0-1,0 1 1,0 0 0,0-1 0,0 1-1,1 0 1,-1 0 0,-2 4-1,-26 43 420,20-31-257,-70 115 796,-95 169 384,153-262-1292,2 2 1,2 0-1,2 1 0,1 0 1,-14 76-1,27-103-87,0 0 0,1 0 0,1 0 0,1 0 0,0 0 0,1 0 0,0 0 0,8 24 0,-6-29-9,1 0 0,0-1 0,0 1-1,1-1 1,1 0 0,-1 0 0,2-1-1,-1 0 1,1 0 0,1 0 0,-1-1-1,20 13 1,-3-6-115,1-1-1,1 0 1,0-2 0,0-1 0,2-2-1,-1 0 1,1-2 0,51 6 0,21-3-1283,118-4 0,-41-12-768,0-7-1,-1-9 0,0-6 0,-2-9 1,-2-7-1,169-68 0,-253 78 1776,-2-5 0,-1-3 0,-2-4-1,96-70 1,-132 81 1109,-2-2-1,-1-3 1,-3-1 0,-1-2-1,-1-2 1,-3-2-1,59-98 1,-81 115 685,-1 0 1,-2-2-1,-1 1 1,13-64-1,-24 92-1096,1 0 0,-1-1 0,0 1 1,1 0-1,-2-1 0,1 1 0,0-1 0,-1 1 0,-1-6 0,2 8-236,0 0 0,0 1-1,-1-1 1,1 0 0,0 1-1,-1-1 1,1 0-1,-1 1 1,1-1 0,-1 1-1,1-1 1,-1 0-1,1 1 1,-1-1 0,0 1-1,1-1 1,-1 1-1,1 0 1,-1-1 0,0 1-1,0 0 1,1-1-1,-1 1 1,0 0 0,0 0-1,1 0 1,-1 0-1,0 0 1,0 0 0,1 0-1,-1 0 1,0 0 0,0 0-1,1 0 1,-1 0-1,0 0 1,0 0 0,1 1-1,-1-1 1,0 0-1,1 1 1,-1-1 0,0 1-1,0 0 1,-7 4 153,2 0-1,-1 0 1,1 1 0,-1 0 0,2 0-1,-1 0 1,1 1 0,-9 14 0,-1 5-206,-16 36 1,-11 41-11,-48 176 0,51-112-2365,35-157 1617,2 1 1,0 0-1,0 0 1,1 1-1,0-1 0,1 0 1,0 0-1,1 0 1,0 0-1,5 19 1,-5-28 346,0 0 1,0-1 0,0 1 0,0 0 0,0-1-1,0 1 1,0-1 0,0 1 0,1-1 0,-1 1-1,0-1 1,1 0 0,-1 0 0,1 0-1,0 0 1,-1 0 0,1 0 0,0 0 0,0 0-1,-1-1 1,1 1 0,0-1 0,3 1 0,-4-1 129,41 9-9328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4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455 1 11441,'0'0'4188,"4"1"-2319,1 0-1475,1 1 0,-1 0-1,0 0 1,1 1-1,-1 0 1,0 0 0,-1 0-1,1 0 1,0 1 0,-1-1-1,0 1 1,0 1 0,0-1-1,0 0 1,-1 1 0,4 5-1,49 61 1712,-40-51-1752,0-1 0,-1 2 1,19 35-1,-29-46-310,0 1-1,0 1 1,-1-1 0,0 1 0,-1-1-1,0 1 1,-1 0 0,-1 0 0,0 0-1,0 1 1,-1-1 0,-1 0 0,0 0-1,0 0 1,-2 0 0,1 0 0,-1 0-1,-1-1 1,0 1 0,-1-1 0,0 0-1,-1 0 1,-9 14 0,-2-2-74,0-1 0,-1-1-1,-2 0 1,-27 23 0,-95 65-1068,83-69-505,-115 58 1,91-60-2726,-1-5-4841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4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1 13881,'-19'5'2220,"-19"15"-7,3 9-117,-16 2-240,13 6-320,3 6-296,-3 9-352,3 8-104,0 0-228,16 6-744,0 5-624,0 0-632,3 1-872,4 2-792,5 0-2665,7 6-4872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0 325 8617,'5'-26'481,"-3"12"-74,0 0 0,1-1 1,1 2-1,0-1 1,1 0-1,11-21 1,-8 20 56,-4 8-280,0 0 0,0 0 0,1 0 1,0 0-1,0 1 0,0 0 0,1 0 0,7-6 0,12-9 446,33-21-1,-50 36-698,1 2 0,-1-1 0,1 1 1,0 1-1,0-1 0,0 2 0,1-1 0,-1 1 0,1 0 0,-1 1 0,1 1 1,-1-1-1,1 1 0,0 1 0,-1 0 0,1 0 0,-1 1 0,1 0 0,9 4 1,-15-5-23,-1 0 0,1 0 0,-1 1 1,0-1-1,1 1 0,-1 0 1,0 0-1,0 0 0,-1 0 0,1 1 1,0-1-1,-1 1 0,1 0 1,-1 0-1,0 0 0,0 0 0,0 0 1,2 6-1,-2-5-31,-1 1 1,-1-1-1,1 1 1,0 0-1,-1-1 1,0 1-1,0-1 1,-1 1-1,1 0 1,-1-1 0,0 1-1,-3 7 1,-3 6-206,-2 0 0,1-1 1,-2 0-1,0-1 1,-22 27-1,-70 63-32,69-75 979,-34 44 1,66-74-584,0 0 1,0 0 0,0 0 0,0 1 0,0-1 0,1 1 0,-1-1-1,0 0 1,1 1 0,-1-1 0,1 1 0,0 0 0,0-1 0,-1 1 0,1-1-1,0 1 1,0-1 0,0 1 0,1-1 0,-1 1 0,0-1 0,1 1-1,-1-1 1,0 1 0,1-1 0,0 1 0,-1-1 0,1 1 0,0-1 0,0 0-1,0 0 1,0 1 0,0-1 0,0 0 0,0 0 0,0 0 0,0 0-1,1 0 1,-1 0 0,0 0 0,1-1 0,1 2 0,5 2 58,0 0-1,-1 0 1,2-1 0,-1 0 0,0-1 0,15 3-1,43 4 179,105 0 1,69-16-1740,-40 0-2480,-69 9-80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5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0 255 6237,'80'-108'3563,"-72"97"-2727,-1 0-1,-1-1 0,0 0 0,0 0 1,-1 0-1,-1 0 0,0-1 0,0 0 1,2-22-1,-5 32 1339,-3 8-1647,-8 22-222,1 1 0,1 1 1,-4 40-1,-5 95-74,8-60-1105,6-68-790,3 61 1,10-9-4616,5-24-2563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5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78 7533,'-23'-26'1848,"20"6"3688,19 12-4528,0-4-295,22 10-57,29 2-180,6 0-112,22 2-308,22 4-664,33-6-312,21 0-449,26-8-707,22 5-1760,19-3-2561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7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1 6441,'0'0'4875,"1"5"-3803,0 12-454,-1 0 0,0 0 0,-1 0 0,-6 27 0,-21 74 861,8-44-956,0 14-277,-84 380-220,48-152-7140,36-168-540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8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61 10169,'-3'-4'685,"0"0"0,0 0 0,1-1 1,-1 1-1,1 0 0,0-1 0,1 0 0,-1 1 0,1-1 0,-2-8 1,3 10 462,-5 30 461,-1-1-1236,-7 32 375,-10 101-1,15 136-1002,-4 58-5408,3-223 464,2 2-3031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8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6 330 5525,'-2'-29'1149,"0"12"-55,0-1 0,3-24 0,0 29-507,1 0-1,0 0 1,1 1-1,1-1 1,0 1-1,0-1 1,2 1-1,10-18 1,-13 23-352,2 0 0,-1 0 0,1 0 0,0 1 0,0 0-1,1 0 1,0 1 0,0-1 0,0 1 0,1 0 0,-1 1 0,1 0 0,0 0 0,0 0 0,11-3 0,-11 6-167,-1 0 0,1 1 0,0-1 0,-1 2 0,1-1 0,-1 1 0,1 0 0,-1 0 0,1 1 0,-1-1 0,0 2 0,1-1 0,-1 1-1,0 0 1,-1 0 0,1 0 0,5 5 0,3 2 6,0 1-1,0 0 0,-1 1 0,-1 0 0,14 18 1,-11-8-25,-1 0 0,0 1 1,-2 0-1,-1 1 1,-1 0-1,-1 1 1,-1 0-1,-1 1 1,7 50-1,-9-32-38,-3-1 0,-1 1 0,-2 0 0,-2 0 0,-10 54 0,0-37-6,-3 0 0,-2-1 1,-3-1-1,-40 81 0,-5-18-35,-22 47-22,87-168 45,1 0 1,-1 0-1,1 0 0,-1 0 0,1 0 0,-1 1 0,1-1 0,-1 0 1,1 0-1,0 0 0,0 0 0,0 0 0,0 1 0,0-1 0,0 0 1,0 0-1,0 0 0,0 0 0,0 1 0,0-1 0,1 0 0,-1 0 1,1 0-1,-1 0 0,1 0 0,-1 0 0,1 0 0,-1 0 0,1 0 1,0 0-1,0 0 0,0 0 0,-1 0 0,1-1 0,0 1 0,0 0 1,0 0-1,0-1 0,0 1 0,0-1 0,0 1 0,0-1 0,1 1 1,-1-1-1,0 0 0,0 0 0,0 1 0,0-1 0,3 0 1,4 0-125,0 1 0,0-1 1,1-1-1,-1 1 0,14-4 0,207-56-3067,-21 5-146,-31 18-838,16 5-2144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49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12 126 7369,'0'0'12900,"0"-4"-12676,1-2-196,1 0-1,0 1 1,0-1 0,0 0-1,0 0 1,1 1-1,0-1 1,0 1-1,1 0 1,-1 0 0,1 0-1,0 1 1,0-1-1,1 1 1,0 0-1,-1 0 1,1 0 0,0 1-1,1 0 1,-1 0-1,1 0 1,-1 1-1,1-1 1,10-1 0,-6 1-20,1 1-1,0 0 1,0 0 0,0 2 0,0-1 0,0 1 0,0 1 0,0 0 0,0 0 0,-1 1 0,1 1 0,0 0 0,-1 0 0,1 1-1,-1 0 1,0 1 0,-1 0 0,1 1 0,-1 0 0,12 10 0,-9-6-7,0 1 0,0 0 0,-1 1-1,-1 0 1,0 1 0,-1 0 0,0 1 0,-1 0 0,-1 0 0,0 1 0,0-1 0,-2 1-1,6 24 1,-6-14 9,-2-1 0,-1 1 0,0 0 0,-2 0 0,-1 0 0,-5 30-1,-1-17 7,-1-1 0,-2-1-1,-21 53 1,-11 0 28,-3-2 0,-69 100 0,26-57 19,-40 66 8,126-194-71,1 1 0,-1 0-1,1 0 1,0 0 0,0 0-1,0 0 1,0 0-1,-1 6 1,2-8-17,0 0 1,0 0-1,0 0 0,1 0 1,-1 0-1,0 0 0,0 0 1,0 0-1,1 0 1,-1 0-1,1 0 0,-1 0 1,1 0-1,-1-1 0,1 1 1,-1 0-1,1 0 0,0 0 1,0 0-1,2 1-57,0-1 1,-1 1 0,1-1-1,0 0 1,0 0-1,0-1 1,0 1-1,0-1 1,0 1 0,0-1-1,0 0 1,0 0-1,0 0 1,0 0-1,0-1 1,6-1 0,54-12-2229,66-25 0,-30 9-2168,37-8-3647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51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20 349 3976,'-19'-5'4373,"22"4"-3875,25-6 290,33-11-1,11-4-668,706-110 885,6 64-631,983-8-89,-1164 56-928,-365 22-734,-134 5-2955,-75-4 1470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53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737 0 4204,'-3'7'438,"0"-1"1,1 1-1,0-1 0,0 1 0,0 0 0,1-1 0,-1 14 0,-4 21 1118,-51 233 4695,18 0-3322,-8 284-947,-141 1215-1184,-68-362-4179,228-1276 2149,-38 200-2079,39-112-2263,21-132 831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5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5782 0 3928,'-10'19'257,"2"-8"-5,1 1 0,1 0 0,0 1 0,1-1 0,0 1 0,1 0 0,-4 23 0,-80 873 7154,35-268-5770,-54 140-634,-59-11-411,-94 76-171,67-235 240,-137 654 123,240-883-751,82-342-39,-3-1 0,-1 0 0,-1-1-1,-3 0 1,-1-1 0,-1-1 0,-2-1 0,-2 0 0,-1-2-1,-2-1 1,-31 33 0,12-24-12,-2-2 0,-2-2-1,-1-2 1,-2-3 0,-1-1 0,-2-3-1,-60 22 1,77-36 33,0-2 0,-1-2-1,0-1 1,0-2 0,-73 4 0,59-10-23,0-3 0,0-2 0,-97-20 0,-536-101-471,500 103 400,-325 4 0,273 32-337,0 10 1,-366 85-1,237 3-2513,133-17-3127,157-57 1380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55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420 591 3172,'-29'-7'747,"28"7"-697,0-1 0,0 1-1,0 0 1,0 0 0,1 0 0,-1 0 0,0 0-1,0 0 1,0 0 0,0 0 0,0 0 0,0 0 0,0 1-1,0-1 1,0 0 0,1 0 0,-1 1 0,0-1-1,0 1 1,0-1 0,-1 2 0,-2 0 152,-10 1 100,0-1 0,0-1-1,-1 0 1,1-1 0,0 0-1,-17-3 1,-22 0 384,-6 4 534,-75 12 0,131-13-991,5 3-5,0 0-193,0-1-1,0 1 0,0-1 0,1 0 1,-1 1-1,1-1 0,0 0 0,0-1 1,0 1-1,0 0 0,0-1 0,0 1 1,0-1-1,5 1 0,53 7 70,-49-8-66,457 22 298,3-27-231,-356 1-96,2769-55 149,-711 30-100,-37 1 92,-108-35-138,-15-105 35,-835-15 188,-616 58-387,-557 122 199,21-7-559,-27 9 507,0 0 0,0 0-1,0 0 1,-1 0 0,1 0 0,0 0 0,0 0 0,0 0 0,0 0 0,0 0 0,0 0 0,0 0 0,0 0 0,0 0 0,0-1 0,0 1-1,0 0 1,0 0 0,0 0 0,0 0 0,0 0 0,-1 0 0,1 0 0,0 0 0,0 0 0,0 0 0,0 0 0,0 0 0,0 0 0,0 0-1,0 0 1,0 0 0,0-1 0,0 1 0,0 0 0,0 0 0,0 0 0,0 0 0,0 0 0,0 0 0,0 0 0,0 0 0,0 0 0,0 0-1,0 0 1,0 0 0,0 0 0,0-1 0,0 1 0,0 0 0,1 0 0,-1 0 0,0 0 0,0 0 0,0 0 0,0 0 0,0 0 0,0 0-1,0 0 1,0 0 0,0 0 0,0 0 0,0 0 0,0 0 0,-17-1-656,-14 2-729,-1 2 1,-50 11-1,-21 12-2127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55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372 704 4444,'-213'-9'3865,"193"10"-3115,0 0 1,-1 1-1,1 0 1,0 2-1,-35 11 1,55-15-743,0 0 0,0 0 0,0 0 1,-1 0-1,1 0 0,0 0 0,0 0 0,0 0 1,0 0-1,0 0 0,0 1 0,0-1 0,0 0 1,-1 0-1,1 0 0,0 0 0,0 0 1,0 0-1,0 0 0,0 0 0,0 0 0,0 0 1,0 1-1,0-1 0,0 0 0,0 0 0,0 0 1,0 0-1,0 0 0,0 0 0,0 0 0,0 0 1,0 1-1,0-1 0,0 0 0,0 0 0,0 0 1,0 0-1,0 0 0,0 0 0,0 0 0,0 1 1,0-1-1,0 0 0,0 0 0,0 0 0,0 0 1,0 0-1,0 0 0,0 0 0,0 0 0,0 0 1,0 1-1,0-1 0,1 0 0,-1 0 0,0 0 1,0 0-1,4 8 98,0-1 1,1 1-1,0-1 1,1 0-1,-1 0 1,1-1-1,1 1 0,-1-1 1,1-1-1,0 1 1,0-1-1,1-1 1,-1 1-1,1-1 1,0 0-1,11 3 1,18 5 58,1 0 1,53 7 0,-76-16-125,106 17 262,221 7 1,126-30-84,-430 2-220,1565-103-45,-1245 74-4,2214-167-1326,8 46-980,-1886 122 1863,584-30-242,-4-28 372,-728 30 221,-10-40 40,-503 90 114,0-3 0,0 0-1,46-23 1,-79 33-17,0 0 0,0 0 0,0 0 0,0 0 0,0 0 0,0 0 0,-1 0 0,1 0 0,0-1 0,0 1 0,0 0-1,0 0 1,0 0 0,0 0 0,0 0 0,0 0 0,0 0 0,-1 0 0,1 0 0,0 0 0,0 0 0,0-1 0,0 1 0,0 0 0,0 0 0,0 0-1,0 0 1,0 0 0,0 0 0,0 0 0,0-1 0,0 1 0,0 0 0,0 0 0,0 0 0,0 0 0,0 0 0,0 0 0,0 0 0,0-1-1,0 1 1,0 0 0,0 0 0,0 0 0,0 0 0,0 0 0,0 0 0,0 0 0,0 0 0,1-1 0,-1 1 0,0 0 0,0 0 0,0 0-1,0 0 1,0 0 0,0 0 0,0 0 0,0 0 0,0 0 0,1 0 0,-1 0 0,0 0 0,0 0 0,0 0 0,0 0 0,-5-5-152,0 1 0,-1 1 0,0-1 0,1 1 0,-1 0 0,-1 0 0,1 1 0,0 0 0,-1 0 0,-9-2 0,-6 1-705,1 1 1,-27 1-1,-61 5-2453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56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604 1266 4440,'-34'8'740,"0"-1"-1,-1-2 1,-34 1-1,-127 0 1538,4-6-1206,153 2-786,34-1 1386,11-2-1236,293-22 1298,287-26-1106,476-62-200,58-5-324,1030-85 36,1114-107-287,-2797 264 206,661-69-60,-10-35 77,-1064 140-86,207-38 65,-203 33-297,0-3 0,67-27-1,-123 42 205,0 1 0,-1-1 0,1 1 0,-1-1 0,1 0 0,-1 1 0,1-1 0,-1 0 0,1 0-1,-1 0 1,0 0 0,0 0 0,1-1 0,-1 1 0,0 0 0,1-2 0,-2 1 6,-1 1 1,1 0-1,-1 0 1,0 0-1,1 0 1,-1 0-1,0 0 0,0 0 1,1 1-1,-1-1 1,0 0-1,0 0 1,0 1-1,0-1 0,0 0 1,0 1-1,0-1 1,0 1-1,-1-1 0,1 1 1,-2-1-1,-10-4-150,0 0 0,0 1-1,0 1 1,-1 0 0,1 1 0,-23-2-1,-91 6-700,84 0 595,-544 39-4806,348-14 1549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6T05:30:57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1283 5036,'0'0'1763,"1"-3"-39,7-10-917,0-1 0,1 2 0,1 0 0,0 0-1,1 0 1,0 1 0,0 1 0,1 0 0,0 1 0,1 0-1,14-7 1,22-11 589,95-38 0,-64 37-1014,1 3 1,88-15-1,172-15-30,-313 51-322,1179-108 343,939 16-1130,-1370 68 493,2549-130-212,-2101 74 428,-10-40 30,-714 49 57,-12-44-449,-477 116 321,0-1 1,0 0-1,-1-1 1,1 0 0,-1-1-1,18-13 1,-27 19 68,0-1 0,-1 1 0,1-1 0,0 1 0,-1-1 0,1 1 0,-1-1 0,1 0 0,0 1 0,-1-1-1,0 0 1,1 1 0,-1-1 0,1 0 0,-1 0 0,0 1 0,0-1 0,1 0 0,-1 0 0,0 0 0,0 0 0,0 1 0,0-1 0,0 0 0,0 0 0,0 0 0,0 0 0,-1-1-10,0 1 0,1 0 0,-1 0-1,0 0 1,0 0 0,0 0 0,0 0 0,0 0 0,0 0 0,0 0 0,0 0 0,0 0-1,-1 1 1,-1-2 0,-3-1-96,-1 1-1,0-1 1,0 1-1,0 0 1,-9 0-1,-28-1-843,1 3 1,0 1-1,-80 14 0,81-6-577,48 8 272,-5-14 999,1 0 1,0 0-1,0 0 1,0 0-1,0 0 0,1 0 1,-1-1-1,1 0 0,-1 1 1,1-1-1,0 0 1,0 0-1,0 0 0,0-1 1,0 1-1,0-1 0,1 1 1,-1-1-1,0 0 0,1 0 1,3 0-1,13 5-2549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63" Type="http://schemas.openxmlformats.org/officeDocument/2006/relationships/image" Target="../media/image32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3.xml"/><Relationship Id="rId247" Type="http://schemas.openxmlformats.org/officeDocument/2006/relationships/image" Target="../media/image124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181" Type="http://schemas.openxmlformats.org/officeDocument/2006/relationships/image" Target="../media/image91.png"/><Relationship Id="rId216" Type="http://schemas.openxmlformats.org/officeDocument/2006/relationships/customXml" Target="../ink/ink108.xml"/><Relationship Id="rId237" Type="http://schemas.openxmlformats.org/officeDocument/2006/relationships/image" Target="../media/image119.png"/><Relationship Id="rId22" Type="http://schemas.openxmlformats.org/officeDocument/2006/relationships/customXml" Target="../ink/ink11.xml"/><Relationship Id="rId43" Type="http://schemas.openxmlformats.org/officeDocument/2006/relationships/image" Target="../media/image22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4.png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33" Type="http://schemas.openxmlformats.org/officeDocument/2006/relationships/image" Target="../media/image17.png"/><Relationship Id="rId108" Type="http://schemas.openxmlformats.org/officeDocument/2006/relationships/customXml" Target="../ink/ink54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image" Target="../media/image109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4.xml"/><Relationship Id="rId249" Type="http://schemas.openxmlformats.org/officeDocument/2006/relationships/image" Target="../media/image125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customXml" Target="../ink/ink109.xml"/><Relationship Id="rId239" Type="http://schemas.openxmlformats.org/officeDocument/2006/relationships/image" Target="../media/image120.png"/><Relationship Id="rId250" Type="http://schemas.openxmlformats.org/officeDocument/2006/relationships/customXml" Target="../ink/ink125.xml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14" Type="http://schemas.openxmlformats.org/officeDocument/2006/relationships/customXml" Target="../ink/ink7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1" Type="http://schemas.openxmlformats.org/officeDocument/2006/relationships/image" Target="../media/image126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78" Type="http://schemas.openxmlformats.org/officeDocument/2006/relationships/customXml" Target="../ink/ink39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64" Type="http://schemas.openxmlformats.org/officeDocument/2006/relationships/customXml" Target="../ink/ink82.xml"/><Relationship Id="rId185" Type="http://schemas.openxmlformats.org/officeDocument/2006/relationships/image" Target="../media/image93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42" Type="http://schemas.openxmlformats.org/officeDocument/2006/relationships/customXml" Target="../ink/ink121.xml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243" Type="http://schemas.openxmlformats.org/officeDocument/2006/relationships/image" Target="../media/image122.png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45" Type="http://schemas.openxmlformats.org/officeDocument/2006/relationships/image" Target="../media/image123.png"/><Relationship Id="rId30" Type="http://schemas.openxmlformats.org/officeDocument/2006/relationships/customXml" Target="../ink/ink15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" Type="http://schemas.openxmlformats.org/officeDocument/2006/relationships/image" Target="../media/image2.png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Relationship Id="rId246" Type="http://schemas.openxmlformats.org/officeDocument/2006/relationships/customXml" Target="../ink/ink123.xml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5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4.png"/><Relationship Id="rId21" Type="http://schemas.openxmlformats.org/officeDocument/2006/relationships/image" Target="../media/image136.png"/><Relationship Id="rId42" Type="http://schemas.openxmlformats.org/officeDocument/2006/relationships/customXml" Target="../ink/ink146.xml"/><Relationship Id="rId63" Type="http://schemas.openxmlformats.org/officeDocument/2006/relationships/image" Target="../media/image157.png"/><Relationship Id="rId84" Type="http://schemas.openxmlformats.org/officeDocument/2006/relationships/customXml" Target="../ink/ink167.xml"/><Relationship Id="rId138" Type="http://schemas.openxmlformats.org/officeDocument/2006/relationships/customXml" Target="../ink/ink194.xml"/><Relationship Id="rId159" Type="http://schemas.openxmlformats.org/officeDocument/2006/relationships/image" Target="../media/image205.png"/><Relationship Id="rId170" Type="http://schemas.openxmlformats.org/officeDocument/2006/relationships/customXml" Target="../ink/ink210.xml"/><Relationship Id="rId107" Type="http://schemas.openxmlformats.org/officeDocument/2006/relationships/image" Target="../media/image179.png"/><Relationship Id="rId11" Type="http://schemas.openxmlformats.org/officeDocument/2006/relationships/image" Target="../media/image131.png"/><Relationship Id="rId32" Type="http://schemas.openxmlformats.org/officeDocument/2006/relationships/customXml" Target="../ink/ink141.xml"/><Relationship Id="rId53" Type="http://schemas.openxmlformats.org/officeDocument/2006/relationships/image" Target="../media/image152.png"/><Relationship Id="rId74" Type="http://schemas.openxmlformats.org/officeDocument/2006/relationships/customXml" Target="../ink/ink162.xml"/><Relationship Id="rId128" Type="http://schemas.openxmlformats.org/officeDocument/2006/relationships/customXml" Target="../ink/ink189.xml"/><Relationship Id="rId149" Type="http://schemas.openxmlformats.org/officeDocument/2006/relationships/image" Target="../media/image200.png"/><Relationship Id="rId5" Type="http://schemas.openxmlformats.org/officeDocument/2006/relationships/image" Target="../media/image128.png"/><Relationship Id="rId95" Type="http://schemas.openxmlformats.org/officeDocument/2006/relationships/image" Target="../media/image173.png"/><Relationship Id="rId160" Type="http://schemas.openxmlformats.org/officeDocument/2006/relationships/customXml" Target="../ink/ink205.xml"/><Relationship Id="rId181" Type="http://schemas.openxmlformats.org/officeDocument/2006/relationships/image" Target="../media/image216.png"/><Relationship Id="rId22" Type="http://schemas.openxmlformats.org/officeDocument/2006/relationships/customXml" Target="../ink/ink136.xml"/><Relationship Id="rId43" Type="http://schemas.openxmlformats.org/officeDocument/2006/relationships/image" Target="../media/image147.png"/><Relationship Id="rId64" Type="http://schemas.openxmlformats.org/officeDocument/2006/relationships/customXml" Target="../ink/ink157.xml"/><Relationship Id="rId118" Type="http://schemas.openxmlformats.org/officeDocument/2006/relationships/customXml" Target="../ink/ink184.xml"/><Relationship Id="rId139" Type="http://schemas.openxmlformats.org/officeDocument/2006/relationships/image" Target="../media/image195.png"/><Relationship Id="rId85" Type="http://schemas.openxmlformats.org/officeDocument/2006/relationships/image" Target="../media/image168.png"/><Relationship Id="rId150" Type="http://schemas.openxmlformats.org/officeDocument/2006/relationships/customXml" Target="../ink/ink200.xml"/><Relationship Id="rId171" Type="http://schemas.openxmlformats.org/officeDocument/2006/relationships/image" Target="../media/image211.png"/><Relationship Id="rId12" Type="http://schemas.openxmlformats.org/officeDocument/2006/relationships/customXml" Target="../ink/ink131.xml"/><Relationship Id="rId33" Type="http://schemas.openxmlformats.org/officeDocument/2006/relationships/image" Target="../media/image142.png"/><Relationship Id="rId108" Type="http://schemas.openxmlformats.org/officeDocument/2006/relationships/customXml" Target="../ink/ink179.xml"/><Relationship Id="rId129" Type="http://schemas.openxmlformats.org/officeDocument/2006/relationships/image" Target="../media/image190.png"/><Relationship Id="rId54" Type="http://schemas.openxmlformats.org/officeDocument/2006/relationships/customXml" Target="../ink/ink152.xml"/><Relationship Id="rId75" Type="http://schemas.openxmlformats.org/officeDocument/2006/relationships/image" Target="../media/image163.png"/><Relationship Id="rId96" Type="http://schemas.openxmlformats.org/officeDocument/2006/relationships/customXml" Target="../ink/ink173.xml"/><Relationship Id="rId140" Type="http://schemas.openxmlformats.org/officeDocument/2006/relationships/customXml" Target="../ink/ink195.xml"/><Relationship Id="rId161" Type="http://schemas.openxmlformats.org/officeDocument/2006/relationships/image" Target="../media/image206.png"/><Relationship Id="rId182" Type="http://schemas.openxmlformats.org/officeDocument/2006/relationships/customXml" Target="../ink/ink216.xml"/><Relationship Id="rId6" Type="http://schemas.openxmlformats.org/officeDocument/2006/relationships/customXml" Target="../ink/ink128.xml"/><Relationship Id="rId23" Type="http://schemas.openxmlformats.org/officeDocument/2006/relationships/image" Target="../media/image137.png"/><Relationship Id="rId119" Type="http://schemas.openxmlformats.org/officeDocument/2006/relationships/image" Target="../media/image185.png"/><Relationship Id="rId44" Type="http://schemas.openxmlformats.org/officeDocument/2006/relationships/customXml" Target="../ink/ink147.xml"/><Relationship Id="rId65" Type="http://schemas.openxmlformats.org/officeDocument/2006/relationships/image" Target="../media/image158.png"/><Relationship Id="rId86" Type="http://schemas.openxmlformats.org/officeDocument/2006/relationships/customXml" Target="../ink/ink168.xml"/><Relationship Id="rId130" Type="http://schemas.openxmlformats.org/officeDocument/2006/relationships/customXml" Target="../ink/ink190.xml"/><Relationship Id="rId151" Type="http://schemas.openxmlformats.org/officeDocument/2006/relationships/image" Target="../media/image201.png"/><Relationship Id="rId172" Type="http://schemas.openxmlformats.org/officeDocument/2006/relationships/customXml" Target="../ink/ink211.xml"/><Relationship Id="rId13" Type="http://schemas.openxmlformats.org/officeDocument/2006/relationships/image" Target="../media/image132.png"/><Relationship Id="rId18" Type="http://schemas.openxmlformats.org/officeDocument/2006/relationships/customXml" Target="../ink/ink134.xml"/><Relationship Id="rId39" Type="http://schemas.openxmlformats.org/officeDocument/2006/relationships/image" Target="../media/image145.png"/><Relationship Id="rId109" Type="http://schemas.openxmlformats.org/officeDocument/2006/relationships/image" Target="../media/image180.png"/><Relationship Id="rId34" Type="http://schemas.openxmlformats.org/officeDocument/2006/relationships/customXml" Target="../ink/ink142.xml"/><Relationship Id="rId50" Type="http://schemas.openxmlformats.org/officeDocument/2006/relationships/customXml" Target="../ink/ink150.xml"/><Relationship Id="rId55" Type="http://schemas.openxmlformats.org/officeDocument/2006/relationships/image" Target="../media/image153.png"/><Relationship Id="rId76" Type="http://schemas.openxmlformats.org/officeDocument/2006/relationships/customXml" Target="../ink/ink163.xml"/><Relationship Id="rId97" Type="http://schemas.openxmlformats.org/officeDocument/2006/relationships/image" Target="../media/image174.png"/><Relationship Id="rId104" Type="http://schemas.openxmlformats.org/officeDocument/2006/relationships/customXml" Target="../ink/ink177.xml"/><Relationship Id="rId120" Type="http://schemas.openxmlformats.org/officeDocument/2006/relationships/customXml" Target="../ink/ink185.xml"/><Relationship Id="rId125" Type="http://schemas.openxmlformats.org/officeDocument/2006/relationships/image" Target="../media/image188.png"/><Relationship Id="rId141" Type="http://schemas.openxmlformats.org/officeDocument/2006/relationships/image" Target="../media/image196.png"/><Relationship Id="rId146" Type="http://schemas.openxmlformats.org/officeDocument/2006/relationships/customXml" Target="../ink/ink198.xml"/><Relationship Id="rId167" Type="http://schemas.openxmlformats.org/officeDocument/2006/relationships/image" Target="../media/image209.png"/><Relationship Id="rId7" Type="http://schemas.openxmlformats.org/officeDocument/2006/relationships/image" Target="../media/image129.png"/><Relationship Id="rId71" Type="http://schemas.openxmlformats.org/officeDocument/2006/relationships/image" Target="../media/image161.png"/><Relationship Id="rId92" Type="http://schemas.openxmlformats.org/officeDocument/2006/relationships/customXml" Target="../ink/ink171.xml"/><Relationship Id="rId162" Type="http://schemas.openxmlformats.org/officeDocument/2006/relationships/customXml" Target="../ink/ink206.xml"/><Relationship Id="rId183" Type="http://schemas.openxmlformats.org/officeDocument/2006/relationships/image" Target="../media/image217.png"/><Relationship Id="rId2" Type="http://schemas.openxmlformats.org/officeDocument/2006/relationships/customXml" Target="../ink/ink126.xml"/><Relationship Id="rId29" Type="http://schemas.openxmlformats.org/officeDocument/2006/relationships/image" Target="../media/image140.png"/><Relationship Id="rId24" Type="http://schemas.openxmlformats.org/officeDocument/2006/relationships/customXml" Target="../ink/ink137.xml"/><Relationship Id="rId40" Type="http://schemas.openxmlformats.org/officeDocument/2006/relationships/customXml" Target="../ink/ink145.xml"/><Relationship Id="rId45" Type="http://schemas.openxmlformats.org/officeDocument/2006/relationships/image" Target="../media/image148.png"/><Relationship Id="rId66" Type="http://schemas.openxmlformats.org/officeDocument/2006/relationships/customXml" Target="../ink/ink158.xml"/><Relationship Id="rId87" Type="http://schemas.openxmlformats.org/officeDocument/2006/relationships/image" Target="../media/image169.png"/><Relationship Id="rId110" Type="http://schemas.openxmlformats.org/officeDocument/2006/relationships/customXml" Target="../ink/ink180.xml"/><Relationship Id="rId115" Type="http://schemas.openxmlformats.org/officeDocument/2006/relationships/image" Target="../media/image183.png"/><Relationship Id="rId131" Type="http://schemas.openxmlformats.org/officeDocument/2006/relationships/image" Target="../media/image191.png"/><Relationship Id="rId136" Type="http://schemas.openxmlformats.org/officeDocument/2006/relationships/customXml" Target="../ink/ink193.xml"/><Relationship Id="rId157" Type="http://schemas.openxmlformats.org/officeDocument/2006/relationships/image" Target="../media/image204.png"/><Relationship Id="rId178" Type="http://schemas.openxmlformats.org/officeDocument/2006/relationships/customXml" Target="../ink/ink214.xml"/><Relationship Id="rId61" Type="http://schemas.openxmlformats.org/officeDocument/2006/relationships/image" Target="../media/image156.png"/><Relationship Id="rId82" Type="http://schemas.openxmlformats.org/officeDocument/2006/relationships/customXml" Target="../ink/ink166.xml"/><Relationship Id="rId152" Type="http://schemas.openxmlformats.org/officeDocument/2006/relationships/customXml" Target="../ink/ink201.xml"/><Relationship Id="rId173" Type="http://schemas.openxmlformats.org/officeDocument/2006/relationships/image" Target="../media/image212.png"/><Relationship Id="rId19" Type="http://schemas.openxmlformats.org/officeDocument/2006/relationships/image" Target="../media/image135.png"/><Relationship Id="rId14" Type="http://schemas.openxmlformats.org/officeDocument/2006/relationships/customXml" Target="../ink/ink132.xml"/><Relationship Id="rId30" Type="http://schemas.openxmlformats.org/officeDocument/2006/relationships/customXml" Target="../ink/ink140.xml"/><Relationship Id="rId35" Type="http://schemas.openxmlformats.org/officeDocument/2006/relationships/image" Target="../media/image143.png"/><Relationship Id="rId56" Type="http://schemas.openxmlformats.org/officeDocument/2006/relationships/customXml" Target="../ink/ink153.xml"/><Relationship Id="rId77" Type="http://schemas.openxmlformats.org/officeDocument/2006/relationships/image" Target="../media/image164.png"/><Relationship Id="rId100" Type="http://schemas.openxmlformats.org/officeDocument/2006/relationships/customXml" Target="../ink/ink175.xml"/><Relationship Id="rId105" Type="http://schemas.openxmlformats.org/officeDocument/2006/relationships/image" Target="../media/image178.png"/><Relationship Id="rId126" Type="http://schemas.openxmlformats.org/officeDocument/2006/relationships/customXml" Target="../ink/ink188.xml"/><Relationship Id="rId147" Type="http://schemas.openxmlformats.org/officeDocument/2006/relationships/image" Target="../media/image199.png"/><Relationship Id="rId168" Type="http://schemas.openxmlformats.org/officeDocument/2006/relationships/customXml" Target="../ink/ink209.xml"/><Relationship Id="rId8" Type="http://schemas.openxmlformats.org/officeDocument/2006/relationships/customXml" Target="../ink/ink129.xml"/><Relationship Id="rId51" Type="http://schemas.openxmlformats.org/officeDocument/2006/relationships/image" Target="../media/image151.png"/><Relationship Id="rId72" Type="http://schemas.openxmlformats.org/officeDocument/2006/relationships/customXml" Target="../ink/ink161.xml"/><Relationship Id="rId93" Type="http://schemas.openxmlformats.org/officeDocument/2006/relationships/image" Target="../media/image172.png"/><Relationship Id="rId98" Type="http://schemas.openxmlformats.org/officeDocument/2006/relationships/customXml" Target="../ink/ink174.xml"/><Relationship Id="rId121" Type="http://schemas.openxmlformats.org/officeDocument/2006/relationships/image" Target="../media/image186.png"/><Relationship Id="rId142" Type="http://schemas.openxmlformats.org/officeDocument/2006/relationships/customXml" Target="../ink/ink196.xml"/><Relationship Id="rId163" Type="http://schemas.openxmlformats.org/officeDocument/2006/relationships/image" Target="../media/image207.png"/><Relationship Id="rId184" Type="http://schemas.openxmlformats.org/officeDocument/2006/relationships/customXml" Target="../ink/ink217.xml"/><Relationship Id="rId3" Type="http://schemas.openxmlformats.org/officeDocument/2006/relationships/image" Target="../media/image127.png"/><Relationship Id="rId25" Type="http://schemas.openxmlformats.org/officeDocument/2006/relationships/image" Target="../media/image138.png"/><Relationship Id="rId46" Type="http://schemas.openxmlformats.org/officeDocument/2006/relationships/customXml" Target="../ink/ink148.xml"/><Relationship Id="rId67" Type="http://schemas.openxmlformats.org/officeDocument/2006/relationships/image" Target="../media/image159.png"/><Relationship Id="rId116" Type="http://schemas.openxmlformats.org/officeDocument/2006/relationships/customXml" Target="../ink/ink183.xml"/><Relationship Id="rId137" Type="http://schemas.openxmlformats.org/officeDocument/2006/relationships/image" Target="../media/image194.png"/><Relationship Id="rId158" Type="http://schemas.openxmlformats.org/officeDocument/2006/relationships/customXml" Target="../ink/ink204.xml"/><Relationship Id="rId20" Type="http://schemas.openxmlformats.org/officeDocument/2006/relationships/customXml" Target="../ink/ink135.xml"/><Relationship Id="rId41" Type="http://schemas.openxmlformats.org/officeDocument/2006/relationships/image" Target="../media/image146.png"/><Relationship Id="rId62" Type="http://schemas.openxmlformats.org/officeDocument/2006/relationships/customXml" Target="../ink/ink156.xml"/><Relationship Id="rId83" Type="http://schemas.openxmlformats.org/officeDocument/2006/relationships/image" Target="../media/image167.png"/><Relationship Id="rId88" Type="http://schemas.openxmlformats.org/officeDocument/2006/relationships/customXml" Target="../ink/ink169.xml"/><Relationship Id="rId111" Type="http://schemas.openxmlformats.org/officeDocument/2006/relationships/image" Target="../media/image181.png"/><Relationship Id="rId132" Type="http://schemas.openxmlformats.org/officeDocument/2006/relationships/customXml" Target="../ink/ink191.xml"/><Relationship Id="rId153" Type="http://schemas.openxmlformats.org/officeDocument/2006/relationships/image" Target="../media/image202.png"/><Relationship Id="rId174" Type="http://schemas.openxmlformats.org/officeDocument/2006/relationships/customXml" Target="../ink/ink212.xml"/><Relationship Id="rId179" Type="http://schemas.openxmlformats.org/officeDocument/2006/relationships/image" Target="../media/image215.png"/><Relationship Id="rId15" Type="http://schemas.openxmlformats.org/officeDocument/2006/relationships/image" Target="../media/image133.png"/><Relationship Id="rId36" Type="http://schemas.openxmlformats.org/officeDocument/2006/relationships/customXml" Target="../ink/ink143.xml"/><Relationship Id="rId57" Type="http://schemas.openxmlformats.org/officeDocument/2006/relationships/image" Target="../media/image154.png"/><Relationship Id="rId106" Type="http://schemas.openxmlformats.org/officeDocument/2006/relationships/customXml" Target="../ink/ink178.xml"/><Relationship Id="rId127" Type="http://schemas.openxmlformats.org/officeDocument/2006/relationships/image" Target="../media/image189.png"/><Relationship Id="rId10" Type="http://schemas.openxmlformats.org/officeDocument/2006/relationships/customXml" Target="../ink/ink130.xml"/><Relationship Id="rId31" Type="http://schemas.openxmlformats.org/officeDocument/2006/relationships/image" Target="../media/image141.png"/><Relationship Id="rId52" Type="http://schemas.openxmlformats.org/officeDocument/2006/relationships/customXml" Target="../ink/ink151.xml"/><Relationship Id="rId73" Type="http://schemas.openxmlformats.org/officeDocument/2006/relationships/image" Target="../media/image162.png"/><Relationship Id="rId78" Type="http://schemas.openxmlformats.org/officeDocument/2006/relationships/customXml" Target="../ink/ink164.xml"/><Relationship Id="rId94" Type="http://schemas.openxmlformats.org/officeDocument/2006/relationships/customXml" Target="../ink/ink172.xml"/><Relationship Id="rId99" Type="http://schemas.openxmlformats.org/officeDocument/2006/relationships/image" Target="../media/image175.png"/><Relationship Id="rId101" Type="http://schemas.openxmlformats.org/officeDocument/2006/relationships/image" Target="../media/image176.png"/><Relationship Id="rId122" Type="http://schemas.openxmlformats.org/officeDocument/2006/relationships/customXml" Target="../ink/ink186.xml"/><Relationship Id="rId143" Type="http://schemas.openxmlformats.org/officeDocument/2006/relationships/image" Target="../media/image197.png"/><Relationship Id="rId148" Type="http://schemas.openxmlformats.org/officeDocument/2006/relationships/customXml" Target="../ink/ink199.xml"/><Relationship Id="rId164" Type="http://schemas.openxmlformats.org/officeDocument/2006/relationships/customXml" Target="../ink/ink207.xml"/><Relationship Id="rId169" Type="http://schemas.openxmlformats.org/officeDocument/2006/relationships/image" Target="../media/image210.png"/><Relationship Id="rId185" Type="http://schemas.openxmlformats.org/officeDocument/2006/relationships/image" Target="../media/image218.png"/><Relationship Id="rId4" Type="http://schemas.openxmlformats.org/officeDocument/2006/relationships/customXml" Target="../ink/ink127.xml"/><Relationship Id="rId9" Type="http://schemas.openxmlformats.org/officeDocument/2006/relationships/image" Target="../media/image130.png"/><Relationship Id="rId180" Type="http://schemas.openxmlformats.org/officeDocument/2006/relationships/customXml" Target="../ink/ink215.xml"/><Relationship Id="rId26" Type="http://schemas.openxmlformats.org/officeDocument/2006/relationships/customXml" Target="../ink/ink138.xml"/><Relationship Id="rId47" Type="http://schemas.openxmlformats.org/officeDocument/2006/relationships/image" Target="../media/image149.png"/><Relationship Id="rId68" Type="http://schemas.openxmlformats.org/officeDocument/2006/relationships/customXml" Target="../ink/ink159.xml"/><Relationship Id="rId89" Type="http://schemas.openxmlformats.org/officeDocument/2006/relationships/image" Target="../media/image170.png"/><Relationship Id="rId112" Type="http://schemas.openxmlformats.org/officeDocument/2006/relationships/customXml" Target="../ink/ink181.xml"/><Relationship Id="rId133" Type="http://schemas.openxmlformats.org/officeDocument/2006/relationships/image" Target="../media/image192.png"/><Relationship Id="rId154" Type="http://schemas.openxmlformats.org/officeDocument/2006/relationships/customXml" Target="../ink/ink202.xml"/><Relationship Id="rId175" Type="http://schemas.openxmlformats.org/officeDocument/2006/relationships/image" Target="../media/image213.png"/><Relationship Id="rId16" Type="http://schemas.openxmlformats.org/officeDocument/2006/relationships/customXml" Target="../ink/ink133.xml"/><Relationship Id="rId37" Type="http://schemas.openxmlformats.org/officeDocument/2006/relationships/image" Target="../media/image144.png"/><Relationship Id="rId58" Type="http://schemas.openxmlformats.org/officeDocument/2006/relationships/customXml" Target="../ink/ink154.xml"/><Relationship Id="rId79" Type="http://schemas.openxmlformats.org/officeDocument/2006/relationships/image" Target="../media/image165.png"/><Relationship Id="rId102" Type="http://schemas.openxmlformats.org/officeDocument/2006/relationships/customXml" Target="../ink/ink176.xml"/><Relationship Id="rId123" Type="http://schemas.openxmlformats.org/officeDocument/2006/relationships/image" Target="../media/image187.png"/><Relationship Id="rId144" Type="http://schemas.openxmlformats.org/officeDocument/2006/relationships/customXml" Target="../ink/ink197.xml"/><Relationship Id="rId90" Type="http://schemas.openxmlformats.org/officeDocument/2006/relationships/customXml" Target="../ink/ink170.xml"/><Relationship Id="rId165" Type="http://schemas.openxmlformats.org/officeDocument/2006/relationships/image" Target="../media/image208.png"/><Relationship Id="rId27" Type="http://schemas.openxmlformats.org/officeDocument/2006/relationships/image" Target="../media/image139.png"/><Relationship Id="rId48" Type="http://schemas.openxmlformats.org/officeDocument/2006/relationships/customXml" Target="../ink/ink149.xml"/><Relationship Id="rId69" Type="http://schemas.openxmlformats.org/officeDocument/2006/relationships/image" Target="../media/image160.png"/><Relationship Id="rId113" Type="http://schemas.openxmlformats.org/officeDocument/2006/relationships/image" Target="../media/image182.png"/><Relationship Id="rId134" Type="http://schemas.openxmlformats.org/officeDocument/2006/relationships/customXml" Target="../ink/ink192.xml"/><Relationship Id="rId80" Type="http://schemas.openxmlformats.org/officeDocument/2006/relationships/customXml" Target="../ink/ink165.xml"/><Relationship Id="rId155" Type="http://schemas.openxmlformats.org/officeDocument/2006/relationships/image" Target="../media/image203.png"/><Relationship Id="rId176" Type="http://schemas.openxmlformats.org/officeDocument/2006/relationships/customXml" Target="../ink/ink213.xml"/><Relationship Id="rId17" Type="http://schemas.openxmlformats.org/officeDocument/2006/relationships/image" Target="../media/image134.png"/><Relationship Id="rId38" Type="http://schemas.openxmlformats.org/officeDocument/2006/relationships/customXml" Target="../ink/ink144.xml"/><Relationship Id="rId59" Type="http://schemas.openxmlformats.org/officeDocument/2006/relationships/image" Target="../media/image155.png"/><Relationship Id="rId103" Type="http://schemas.openxmlformats.org/officeDocument/2006/relationships/image" Target="../media/image177.png"/><Relationship Id="rId124" Type="http://schemas.openxmlformats.org/officeDocument/2006/relationships/customXml" Target="../ink/ink187.xml"/><Relationship Id="rId70" Type="http://schemas.openxmlformats.org/officeDocument/2006/relationships/customXml" Target="../ink/ink160.xml"/><Relationship Id="rId91" Type="http://schemas.openxmlformats.org/officeDocument/2006/relationships/image" Target="../media/image171.png"/><Relationship Id="rId145" Type="http://schemas.openxmlformats.org/officeDocument/2006/relationships/image" Target="../media/image198.png"/><Relationship Id="rId166" Type="http://schemas.openxmlformats.org/officeDocument/2006/relationships/customXml" Target="../ink/ink208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39.xml"/><Relationship Id="rId49" Type="http://schemas.openxmlformats.org/officeDocument/2006/relationships/image" Target="../media/image150.png"/><Relationship Id="rId114" Type="http://schemas.openxmlformats.org/officeDocument/2006/relationships/customXml" Target="../ink/ink182.xml"/><Relationship Id="rId60" Type="http://schemas.openxmlformats.org/officeDocument/2006/relationships/customXml" Target="../ink/ink155.xml"/><Relationship Id="rId81" Type="http://schemas.openxmlformats.org/officeDocument/2006/relationships/image" Target="../media/image166.png"/><Relationship Id="rId135" Type="http://schemas.openxmlformats.org/officeDocument/2006/relationships/image" Target="../media/image193.png"/><Relationship Id="rId156" Type="http://schemas.openxmlformats.org/officeDocument/2006/relationships/customXml" Target="../ink/ink203.xml"/><Relationship Id="rId177" Type="http://schemas.openxmlformats.org/officeDocument/2006/relationships/image" Target="../media/image214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0.xml"/><Relationship Id="rId21" Type="http://schemas.openxmlformats.org/officeDocument/2006/relationships/image" Target="../media/image228.png"/><Relationship Id="rId42" Type="http://schemas.openxmlformats.org/officeDocument/2006/relationships/customXml" Target="../ink/ink238.xml"/><Relationship Id="rId47" Type="http://schemas.openxmlformats.org/officeDocument/2006/relationships/image" Target="../media/image241.png"/><Relationship Id="rId63" Type="http://schemas.openxmlformats.org/officeDocument/2006/relationships/image" Target="../media/image249.png"/><Relationship Id="rId68" Type="http://schemas.openxmlformats.org/officeDocument/2006/relationships/customXml" Target="../ink/ink251.xml"/><Relationship Id="rId84" Type="http://schemas.openxmlformats.org/officeDocument/2006/relationships/customXml" Target="../ink/ink259.xml"/><Relationship Id="rId16" Type="http://schemas.openxmlformats.org/officeDocument/2006/relationships/customXml" Target="../ink/ink225.xml"/><Relationship Id="rId11" Type="http://schemas.openxmlformats.org/officeDocument/2006/relationships/image" Target="../media/image223.png"/><Relationship Id="rId32" Type="http://schemas.openxmlformats.org/officeDocument/2006/relationships/customXml" Target="../ink/ink233.xml"/><Relationship Id="rId37" Type="http://schemas.openxmlformats.org/officeDocument/2006/relationships/image" Target="../media/image236.png"/><Relationship Id="rId53" Type="http://schemas.openxmlformats.org/officeDocument/2006/relationships/image" Target="../media/image244.png"/><Relationship Id="rId58" Type="http://schemas.openxmlformats.org/officeDocument/2006/relationships/customXml" Target="../ink/ink246.xml"/><Relationship Id="rId74" Type="http://schemas.openxmlformats.org/officeDocument/2006/relationships/customXml" Target="../ink/ink254.xml"/><Relationship Id="rId79" Type="http://schemas.openxmlformats.org/officeDocument/2006/relationships/image" Target="../media/image257.png"/><Relationship Id="rId5" Type="http://schemas.openxmlformats.org/officeDocument/2006/relationships/image" Target="../media/image220.png"/><Relationship Id="rId19" Type="http://schemas.openxmlformats.org/officeDocument/2006/relationships/image" Target="../media/image227.png"/><Relationship Id="rId14" Type="http://schemas.openxmlformats.org/officeDocument/2006/relationships/customXml" Target="../ink/ink224.xml"/><Relationship Id="rId22" Type="http://schemas.openxmlformats.org/officeDocument/2006/relationships/customXml" Target="../ink/ink228.xml"/><Relationship Id="rId27" Type="http://schemas.openxmlformats.org/officeDocument/2006/relationships/image" Target="../media/image231.png"/><Relationship Id="rId30" Type="http://schemas.openxmlformats.org/officeDocument/2006/relationships/customXml" Target="../ink/ink232.xml"/><Relationship Id="rId35" Type="http://schemas.openxmlformats.org/officeDocument/2006/relationships/image" Target="../media/image235.png"/><Relationship Id="rId43" Type="http://schemas.openxmlformats.org/officeDocument/2006/relationships/image" Target="../media/image239.png"/><Relationship Id="rId48" Type="http://schemas.openxmlformats.org/officeDocument/2006/relationships/customXml" Target="../ink/ink241.xml"/><Relationship Id="rId56" Type="http://schemas.openxmlformats.org/officeDocument/2006/relationships/customXml" Target="../ink/ink245.xml"/><Relationship Id="rId64" Type="http://schemas.openxmlformats.org/officeDocument/2006/relationships/customXml" Target="../ink/ink249.xml"/><Relationship Id="rId69" Type="http://schemas.openxmlformats.org/officeDocument/2006/relationships/image" Target="../media/image252.png"/><Relationship Id="rId77" Type="http://schemas.openxmlformats.org/officeDocument/2006/relationships/image" Target="../media/image256.png"/><Relationship Id="rId8" Type="http://schemas.openxmlformats.org/officeDocument/2006/relationships/customXml" Target="../ink/ink221.xml"/><Relationship Id="rId51" Type="http://schemas.openxmlformats.org/officeDocument/2006/relationships/image" Target="../media/image243.png"/><Relationship Id="rId72" Type="http://schemas.openxmlformats.org/officeDocument/2006/relationships/customXml" Target="../ink/ink253.xml"/><Relationship Id="rId80" Type="http://schemas.openxmlformats.org/officeDocument/2006/relationships/customXml" Target="../ink/ink257.xml"/><Relationship Id="rId85" Type="http://schemas.openxmlformats.org/officeDocument/2006/relationships/image" Target="../media/image260.png"/><Relationship Id="rId3" Type="http://schemas.openxmlformats.org/officeDocument/2006/relationships/image" Target="../media/image219.png"/><Relationship Id="rId12" Type="http://schemas.openxmlformats.org/officeDocument/2006/relationships/customXml" Target="../ink/ink223.xml"/><Relationship Id="rId17" Type="http://schemas.openxmlformats.org/officeDocument/2006/relationships/image" Target="../media/image226.png"/><Relationship Id="rId25" Type="http://schemas.openxmlformats.org/officeDocument/2006/relationships/image" Target="../media/image230.png"/><Relationship Id="rId33" Type="http://schemas.openxmlformats.org/officeDocument/2006/relationships/image" Target="../media/image234.png"/><Relationship Id="rId38" Type="http://schemas.openxmlformats.org/officeDocument/2006/relationships/customXml" Target="../ink/ink236.xml"/><Relationship Id="rId46" Type="http://schemas.openxmlformats.org/officeDocument/2006/relationships/customXml" Target="../ink/ink240.xml"/><Relationship Id="rId59" Type="http://schemas.openxmlformats.org/officeDocument/2006/relationships/image" Target="../media/image247.png"/><Relationship Id="rId67" Type="http://schemas.openxmlformats.org/officeDocument/2006/relationships/image" Target="../media/image251.png"/><Relationship Id="rId20" Type="http://schemas.openxmlformats.org/officeDocument/2006/relationships/customXml" Target="../ink/ink227.xml"/><Relationship Id="rId41" Type="http://schemas.openxmlformats.org/officeDocument/2006/relationships/image" Target="../media/image238.png"/><Relationship Id="rId54" Type="http://schemas.openxmlformats.org/officeDocument/2006/relationships/customXml" Target="../ink/ink244.xml"/><Relationship Id="rId62" Type="http://schemas.openxmlformats.org/officeDocument/2006/relationships/customXml" Target="../ink/ink248.xml"/><Relationship Id="rId70" Type="http://schemas.openxmlformats.org/officeDocument/2006/relationships/customXml" Target="../ink/ink252.xml"/><Relationship Id="rId75" Type="http://schemas.openxmlformats.org/officeDocument/2006/relationships/image" Target="../media/image255.png"/><Relationship Id="rId83" Type="http://schemas.openxmlformats.org/officeDocument/2006/relationships/image" Target="../media/image25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0.xml"/><Relationship Id="rId15" Type="http://schemas.openxmlformats.org/officeDocument/2006/relationships/image" Target="../media/image225.png"/><Relationship Id="rId23" Type="http://schemas.openxmlformats.org/officeDocument/2006/relationships/image" Target="../media/image229.png"/><Relationship Id="rId28" Type="http://schemas.openxmlformats.org/officeDocument/2006/relationships/customXml" Target="../ink/ink231.xml"/><Relationship Id="rId36" Type="http://schemas.openxmlformats.org/officeDocument/2006/relationships/customXml" Target="../ink/ink235.xml"/><Relationship Id="rId49" Type="http://schemas.openxmlformats.org/officeDocument/2006/relationships/image" Target="../media/image242.png"/><Relationship Id="rId57" Type="http://schemas.openxmlformats.org/officeDocument/2006/relationships/image" Target="../media/image246.png"/><Relationship Id="rId10" Type="http://schemas.openxmlformats.org/officeDocument/2006/relationships/customXml" Target="../ink/ink222.xml"/><Relationship Id="rId31" Type="http://schemas.openxmlformats.org/officeDocument/2006/relationships/image" Target="../media/image233.png"/><Relationship Id="rId44" Type="http://schemas.openxmlformats.org/officeDocument/2006/relationships/customXml" Target="../ink/ink239.xml"/><Relationship Id="rId52" Type="http://schemas.openxmlformats.org/officeDocument/2006/relationships/customXml" Target="../ink/ink243.xml"/><Relationship Id="rId60" Type="http://schemas.openxmlformats.org/officeDocument/2006/relationships/customXml" Target="../ink/ink247.xml"/><Relationship Id="rId65" Type="http://schemas.openxmlformats.org/officeDocument/2006/relationships/image" Target="../media/image250.png"/><Relationship Id="rId73" Type="http://schemas.openxmlformats.org/officeDocument/2006/relationships/image" Target="../media/image254.png"/><Relationship Id="rId78" Type="http://schemas.openxmlformats.org/officeDocument/2006/relationships/customXml" Target="../ink/ink256.xml"/><Relationship Id="rId81" Type="http://schemas.openxmlformats.org/officeDocument/2006/relationships/image" Target="../media/image258.png"/><Relationship Id="rId86" Type="http://schemas.openxmlformats.org/officeDocument/2006/relationships/customXml" Target="../ink/ink260.xml"/><Relationship Id="rId4" Type="http://schemas.openxmlformats.org/officeDocument/2006/relationships/customXml" Target="../ink/ink219.xml"/><Relationship Id="rId9" Type="http://schemas.openxmlformats.org/officeDocument/2006/relationships/image" Target="../media/image222.png"/><Relationship Id="rId13" Type="http://schemas.openxmlformats.org/officeDocument/2006/relationships/image" Target="../media/image224.png"/><Relationship Id="rId18" Type="http://schemas.openxmlformats.org/officeDocument/2006/relationships/customXml" Target="../ink/ink226.xml"/><Relationship Id="rId39" Type="http://schemas.openxmlformats.org/officeDocument/2006/relationships/image" Target="../media/image237.png"/><Relationship Id="rId34" Type="http://schemas.openxmlformats.org/officeDocument/2006/relationships/customXml" Target="../ink/ink234.xml"/><Relationship Id="rId50" Type="http://schemas.openxmlformats.org/officeDocument/2006/relationships/customXml" Target="../ink/ink242.xml"/><Relationship Id="rId55" Type="http://schemas.openxmlformats.org/officeDocument/2006/relationships/image" Target="../media/image245.png"/><Relationship Id="rId76" Type="http://schemas.openxmlformats.org/officeDocument/2006/relationships/customXml" Target="../ink/ink255.xml"/><Relationship Id="rId7" Type="http://schemas.openxmlformats.org/officeDocument/2006/relationships/image" Target="../media/image221.png"/><Relationship Id="rId71" Type="http://schemas.openxmlformats.org/officeDocument/2006/relationships/image" Target="../media/image253.png"/><Relationship Id="rId2" Type="http://schemas.openxmlformats.org/officeDocument/2006/relationships/customXml" Target="../ink/ink218.xml"/><Relationship Id="rId29" Type="http://schemas.openxmlformats.org/officeDocument/2006/relationships/image" Target="../media/image232.png"/><Relationship Id="rId24" Type="http://schemas.openxmlformats.org/officeDocument/2006/relationships/customXml" Target="../ink/ink229.xml"/><Relationship Id="rId40" Type="http://schemas.openxmlformats.org/officeDocument/2006/relationships/customXml" Target="../ink/ink237.xml"/><Relationship Id="rId45" Type="http://schemas.openxmlformats.org/officeDocument/2006/relationships/image" Target="../media/image240.png"/><Relationship Id="rId66" Type="http://schemas.openxmlformats.org/officeDocument/2006/relationships/customXml" Target="../ink/ink250.xml"/><Relationship Id="rId87" Type="http://schemas.openxmlformats.org/officeDocument/2006/relationships/image" Target="../media/image261.png"/><Relationship Id="rId61" Type="http://schemas.openxmlformats.org/officeDocument/2006/relationships/image" Target="../media/image248.png"/><Relationship Id="rId82" Type="http://schemas.openxmlformats.org/officeDocument/2006/relationships/customXml" Target="../ink/ink258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7.png"/><Relationship Id="rId18" Type="http://schemas.openxmlformats.org/officeDocument/2006/relationships/customXml" Target="../ink/ink269.xml"/><Relationship Id="rId26" Type="http://schemas.openxmlformats.org/officeDocument/2006/relationships/customXml" Target="../ink/ink273.xml"/><Relationship Id="rId39" Type="http://schemas.openxmlformats.org/officeDocument/2006/relationships/image" Target="../media/image280.png"/><Relationship Id="rId21" Type="http://schemas.openxmlformats.org/officeDocument/2006/relationships/image" Target="../media/image271.png"/><Relationship Id="rId34" Type="http://schemas.openxmlformats.org/officeDocument/2006/relationships/customXml" Target="../ink/ink277.xml"/><Relationship Id="rId42" Type="http://schemas.openxmlformats.org/officeDocument/2006/relationships/customXml" Target="../ink/ink281.xml"/><Relationship Id="rId47" Type="http://schemas.openxmlformats.org/officeDocument/2006/relationships/image" Target="../media/image284.png"/><Relationship Id="rId50" Type="http://schemas.openxmlformats.org/officeDocument/2006/relationships/customXml" Target="../ink/ink285.xml"/><Relationship Id="rId55" Type="http://schemas.openxmlformats.org/officeDocument/2006/relationships/image" Target="../media/image288.png"/><Relationship Id="rId7" Type="http://schemas.openxmlformats.org/officeDocument/2006/relationships/image" Target="../media/image264.png"/><Relationship Id="rId2" Type="http://schemas.openxmlformats.org/officeDocument/2006/relationships/customXml" Target="../ink/ink261.xml"/><Relationship Id="rId16" Type="http://schemas.openxmlformats.org/officeDocument/2006/relationships/customXml" Target="../ink/ink268.xml"/><Relationship Id="rId29" Type="http://schemas.openxmlformats.org/officeDocument/2006/relationships/image" Target="../media/image275.png"/><Relationship Id="rId11" Type="http://schemas.openxmlformats.org/officeDocument/2006/relationships/image" Target="../media/image266.png"/><Relationship Id="rId24" Type="http://schemas.openxmlformats.org/officeDocument/2006/relationships/customXml" Target="../ink/ink272.xml"/><Relationship Id="rId32" Type="http://schemas.openxmlformats.org/officeDocument/2006/relationships/customXml" Target="../ink/ink276.xml"/><Relationship Id="rId37" Type="http://schemas.openxmlformats.org/officeDocument/2006/relationships/image" Target="../media/image279.png"/><Relationship Id="rId40" Type="http://schemas.openxmlformats.org/officeDocument/2006/relationships/customXml" Target="../ink/ink280.xml"/><Relationship Id="rId45" Type="http://schemas.openxmlformats.org/officeDocument/2006/relationships/image" Target="../media/image283.png"/><Relationship Id="rId53" Type="http://schemas.openxmlformats.org/officeDocument/2006/relationships/image" Target="../media/image287.png"/><Relationship Id="rId58" Type="http://schemas.openxmlformats.org/officeDocument/2006/relationships/customXml" Target="../ink/ink289.xml"/><Relationship Id="rId5" Type="http://schemas.openxmlformats.org/officeDocument/2006/relationships/image" Target="../media/image263.png"/><Relationship Id="rId61" Type="http://schemas.openxmlformats.org/officeDocument/2006/relationships/image" Target="../media/image291.png"/><Relationship Id="rId19" Type="http://schemas.openxmlformats.org/officeDocument/2006/relationships/image" Target="../media/image270.png"/><Relationship Id="rId14" Type="http://schemas.openxmlformats.org/officeDocument/2006/relationships/customXml" Target="../ink/ink267.xml"/><Relationship Id="rId22" Type="http://schemas.openxmlformats.org/officeDocument/2006/relationships/customXml" Target="../ink/ink271.xml"/><Relationship Id="rId27" Type="http://schemas.openxmlformats.org/officeDocument/2006/relationships/image" Target="../media/image274.png"/><Relationship Id="rId30" Type="http://schemas.openxmlformats.org/officeDocument/2006/relationships/customXml" Target="../ink/ink275.xml"/><Relationship Id="rId35" Type="http://schemas.openxmlformats.org/officeDocument/2006/relationships/image" Target="../media/image278.png"/><Relationship Id="rId43" Type="http://schemas.openxmlformats.org/officeDocument/2006/relationships/image" Target="../media/image282.png"/><Relationship Id="rId48" Type="http://schemas.openxmlformats.org/officeDocument/2006/relationships/customXml" Target="../ink/ink284.xml"/><Relationship Id="rId56" Type="http://schemas.openxmlformats.org/officeDocument/2006/relationships/customXml" Target="../ink/ink288.xml"/><Relationship Id="rId8" Type="http://schemas.openxmlformats.org/officeDocument/2006/relationships/customXml" Target="../ink/ink264.xml"/><Relationship Id="rId51" Type="http://schemas.openxmlformats.org/officeDocument/2006/relationships/image" Target="../media/image286.png"/><Relationship Id="rId3" Type="http://schemas.openxmlformats.org/officeDocument/2006/relationships/image" Target="../media/image262.png"/><Relationship Id="rId12" Type="http://schemas.openxmlformats.org/officeDocument/2006/relationships/customXml" Target="../ink/ink266.xml"/><Relationship Id="rId17" Type="http://schemas.openxmlformats.org/officeDocument/2006/relationships/image" Target="../media/image269.png"/><Relationship Id="rId25" Type="http://schemas.openxmlformats.org/officeDocument/2006/relationships/image" Target="../media/image273.png"/><Relationship Id="rId33" Type="http://schemas.openxmlformats.org/officeDocument/2006/relationships/image" Target="../media/image277.png"/><Relationship Id="rId38" Type="http://schemas.openxmlformats.org/officeDocument/2006/relationships/customXml" Target="../ink/ink279.xml"/><Relationship Id="rId46" Type="http://schemas.openxmlformats.org/officeDocument/2006/relationships/customXml" Target="../ink/ink283.xml"/><Relationship Id="rId59" Type="http://schemas.openxmlformats.org/officeDocument/2006/relationships/image" Target="../media/image290.png"/><Relationship Id="rId20" Type="http://schemas.openxmlformats.org/officeDocument/2006/relationships/customXml" Target="../ink/ink270.xml"/><Relationship Id="rId41" Type="http://schemas.openxmlformats.org/officeDocument/2006/relationships/image" Target="../media/image281.png"/><Relationship Id="rId54" Type="http://schemas.openxmlformats.org/officeDocument/2006/relationships/customXml" Target="../ink/ink28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3.xml"/><Relationship Id="rId15" Type="http://schemas.openxmlformats.org/officeDocument/2006/relationships/image" Target="../media/image268.png"/><Relationship Id="rId23" Type="http://schemas.openxmlformats.org/officeDocument/2006/relationships/image" Target="../media/image272.png"/><Relationship Id="rId28" Type="http://schemas.openxmlformats.org/officeDocument/2006/relationships/customXml" Target="../ink/ink274.xml"/><Relationship Id="rId36" Type="http://schemas.openxmlformats.org/officeDocument/2006/relationships/customXml" Target="../ink/ink278.xml"/><Relationship Id="rId49" Type="http://schemas.openxmlformats.org/officeDocument/2006/relationships/image" Target="../media/image285.png"/><Relationship Id="rId57" Type="http://schemas.openxmlformats.org/officeDocument/2006/relationships/image" Target="../media/image289.png"/><Relationship Id="rId10" Type="http://schemas.openxmlformats.org/officeDocument/2006/relationships/customXml" Target="../ink/ink265.xml"/><Relationship Id="rId31" Type="http://schemas.openxmlformats.org/officeDocument/2006/relationships/image" Target="../media/image276.png"/><Relationship Id="rId44" Type="http://schemas.openxmlformats.org/officeDocument/2006/relationships/customXml" Target="../ink/ink282.xml"/><Relationship Id="rId52" Type="http://schemas.openxmlformats.org/officeDocument/2006/relationships/customXml" Target="../ink/ink286.xml"/><Relationship Id="rId60" Type="http://schemas.openxmlformats.org/officeDocument/2006/relationships/customXml" Target="../ink/ink290.xml"/><Relationship Id="rId4" Type="http://schemas.openxmlformats.org/officeDocument/2006/relationships/customXml" Target="../ink/ink262.xml"/><Relationship Id="rId9" Type="http://schemas.openxmlformats.org/officeDocument/2006/relationships/image" Target="../media/image265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3.xml"/><Relationship Id="rId21" Type="http://schemas.openxmlformats.org/officeDocument/2006/relationships/image" Target="../media/image301.png"/><Relationship Id="rId34" Type="http://schemas.openxmlformats.org/officeDocument/2006/relationships/customXml" Target="../ink/ink307.xml"/><Relationship Id="rId42" Type="http://schemas.openxmlformats.org/officeDocument/2006/relationships/customXml" Target="../ink/ink311.xml"/><Relationship Id="rId47" Type="http://schemas.openxmlformats.org/officeDocument/2006/relationships/image" Target="../media/image314.png"/><Relationship Id="rId50" Type="http://schemas.openxmlformats.org/officeDocument/2006/relationships/customXml" Target="../ink/ink315.xml"/><Relationship Id="rId55" Type="http://schemas.openxmlformats.org/officeDocument/2006/relationships/image" Target="../media/image318.png"/><Relationship Id="rId63" Type="http://schemas.openxmlformats.org/officeDocument/2006/relationships/image" Target="../media/image322.png"/><Relationship Id="rId7" Type="http://schemas.openxmlformats.org/officeDocument/2006/relationships/image" Target="../media/image294.png"/><Relationship Id="rId2" Type="http://schemas.openxmlformats.org/officeDocument/2006/relationships/customXml" Target="../ink/ink291.xml"/><Relationship Id="rId16" Type="http://schemas.openxmlformats.org/officeDocument/2006/relationships/customXml" Target="../ink/ink298.xml"/><Relationship Id="rId29" Type="http://schemas.openxmlformats.org/officeDocument/2006/relationships/image" Target="../media/image305.png"/><Relationship Id="rId11" Type="http://schemas.openxmlformats.org/officeDocument/2006/relationships/image" Target="../media/image296.png"/><Relationship Id="rId24" Type="http://schemas.openxmlformats.org/officeDocument/2006/relationships/customXml" Target="../ink/ink302.xml"/><Relationship Id="rId32" Type="http://schemas.openxmlformats.org/officeDocument/2006/relationships/customXml" Target="../ink/ink306.xml"/><Relationship Id="rId37" Type="http://schemas.openxmlformats.org/officeDocument/2006/relationships/image" Target="../media/image309.png"/><Relationship Id="rId40" Type="http://schemas.openxmlformats.org/officeDocument/2006/relationships/customXml" Target="../ink/ink310.xml"/><Relationship Id="rId45" Type="http://schemas.openxmlformats.org/officeDocument/2006/relationships/image" Target="../media/image313.png"/><Relationship Id="rId53" Type="http://schemas.openxmlformats.org/officeDocument/2006/relationships/image" Target="../media/image317.png"/><Relationship Id="rId58" Type="http://schemas.openxmlformats.org/officeDocument/2006/relationships/customXml" Target="../ink/ink319.xml"/><Relationship Id="rId66" Type="http://schemas.openxmlformats.org/officeDocument/2006/relationships/customXml" Target="../ink/ink323.xml"/><Relationship Id="rId5" Type="http://schemas.openxmlformats.org/officeDocument/2006/relationships/image" Target="../media/image293.png"/><Relationship Id="rId61" Type="http://schemas.openxmlformats.org/officeDocument/2006/relationships/image" Target="../media/image321.png"/><Relationship Id="rId19" Type="http://schemas.openxmlformats.org/officeDocument/2006/relationships/image" Target="../media/image300.png"/><Relationship Id="rId14" Type="http://schemas.openxmlformats.org/officeDocument/2006/relationships/customXml" Target="../ink/ink297.xml"/><Relationship Id="rId22" Type="http://schemas.openxmlformats.org/officeDocument/2006/relationships/customXml" Target="../ink/ink301.xml"/><Relationship Id="rId27" Type="http://schemas.openxmlformats.org/officeDocument/2006/relationships/image" Target="../media/image304.png"/><Relationship Id="rId30" Type="http://schemas.openxmlformats.org/officeDocument/2006/relationships/customXml" Target="../ink/ink305.xml"/><Relationship Id="rId35" Type="http://schemas.openxmlformats.org/officeDocument/2006/relationships/image" Target="../media/image308.png"/><Relationship Id="rId43" Type="http://schemas.openxmlformats.org/officeDocument/2006/relationships/image" Target="../media/image312.png"/><Relationship Id="rId48" Type="http://schemas.openxmlformats.org/officeDocument/2006/relationships/customXml" Target="../ink/ink314.xml"/><Relationship Id="rId56" Type="http://schemas.openxmlformats.org/officeDocument/2006/relationships/customXml" Target="../ink/ink318.xml"/><Relationship Id="rId64" Type="http://schemas.openxmlformats.org/officeDocument/2006/relationships/customXml" Target="../ink/ink322.xml"/><Relationship Id="rId8" Type="http://schemas.openxmlformats.org/officeDocument/2006/relationships/customXml" Target="../ink/ink294.xml"/><Relationship Id="rId51" Type="http://schemas.openxmlformats.org/officeDocument/2006/relationships/image" Target="../media/image316.png"/><Relationship Id="rId3" Type="http://schemas.openxmlformats.org/officeDocument/2006/relationships/image" Target="../media/image292.png"/><Relationship Id="rId12" Type="http://schemas.openxmlformats.org/officeDocument/2006/relationships/customXml" Target="../ink/ink296.xml"/><Relationship Id="rId17" Type="http://schemas.openxmlformats.org/officeDocument/2006/relationships/image" Target="../media/image299.png"/><Relationship Id="rId25" Type="http://schemas.openxmlformats.org/officeDocument/2006/relationships/image" Target="../media/image303.png"/><Relationship Id="rId33" Type="http://schemas.openxmlformats.org/officeDocument/2006/relationships/image" Target="../media/image307.png"/><Relationship Id="rId38" Type="http://schemas.openxmlformats.org/officeDocument/2006/relationships/customXml" Target="../ink/ink309.xml"/><Relationship Id="rId46" Type="http://schemas.openxmlformats.org/officeDocument/2006/relationships/customXml" Target="../ink/ink313.xml"/><Relationship Id="rId59" Type="http://schemas.openxmlformats.org/officeDocument/2006/relationships/image" Target="../media/image320.png"/><Relationship Id="rId67" Type="http://schemas.openxmlformats.org/officeDocument/2006/relationships/image" Target="../media/image324.png"/><Relationship Id="rId20" Type="http://schemas.openxmlformats.org/officeDocument/2006/relationships/customXml" Target="../ink/ink300.xml"/><Relationship Id="rId41" Type="http://schemas.openxmlformats.org/officeDocument/2006/relationships/image" Target="../media/image311.png"/><Relationship Id="rId54" Type="http://schemas.openxmlformats.org/officeDocument/2006/relationships/customXml" Target="../ink/ink317.xml"/><Relationship Id="rId62" Type="http://schemas.openxmlformats.org/officeDocument/2006/relationships/customXml" Target="../ink/ink3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3.xml"/><Relationship Id="rId15" Type="http://schemas.openxmlformats.org/officeDocument/2006/relationships/image" Target="../media/image298.png"/><Relationship Id="rId23" Type="http://schemas.openxmlformats.org/officeDocument/2006/relationships/image" Target="../media/image302.png"/><Relationship Id="rId28" Type="http://schemas.openxmlformats.org/officeDocument/2006/relationships/customXml" Target="../ink/ink304.xml"/><Relationship Id="rId36" Type="http://schemas.openxmlformats.org/officeDocument/2006/relationships/customXml" Target="../ink/ink308.xml"/><Relationship Id="rId49" Type="http://schemas.openxmlformats.org/officeDocument/2006/relationships/image" Target="../media/image315.png"/><Relationship Id="rId57" Type="http://schemas.openxmlformats.org/officeDocument/2006/relationships/image" Target="../media/image319.png"/><Relationship Id="rId10" Type="http://schemas.openxmlformats.org/officeDocument/2006/relationships/customXml" Target="../ink/ink295.xml"/><Relationship Id="rId31" Type="http://schemas.openxmlformats.org/officeDocument/2006/relationships/image" Target="../media/image306.png"/><Relationship Id="rId44" Type="http://schemas.openxmlformats.org/officeDocument/2006/relationships/customXml" Target="../ink/ink312.xml"/><Relationship Id="rId52" Type="http://schemas.openxmlformats.org/officeDocument/2006/relationships/customXml" Target="../ink/ink316.xml"/><Relationship Id="rId60" Type="http://schemas.openxmlformats.org/officeDocument/2006/relationships/customXml" Target="../ink/ink320.xml"/><Relationship Id="rId65" Type="http://schemas.openxmlformats.org/officeDocument/2006/relationships/image" Target="../media/image323.png"/><Relationship Id="rId4" Type="http://schemas.openxmlformats.org/officeDocument/2006/relationships/customXml" Target="../ink/ink292.xml"/><Relationship Id="rId9" Type="http://schemas.openxmlformats.org/officeDocument/2006/relationships/image" Target="../media/image295.png"/><Relationship Id="rId13" Type="http://schemas.openxmlformats.org/officeDocument/2006/relationships/image" Target="../media/image297.png"/><Relationship Id="rId18" Type="http://schemas.openxmlformats.org/officeDocument/2006/relationships/customXml" Target="../ink/ink299.xml"/><Relationship Id="rId39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customXml" Target="../ink/ink332.xml"/><Relationship Id="rId26" Type="http://schemas.openxmlformats.org/officeDocument/2006/relationships/customXml" Target="../ink/ink336.xml"/><Relationship Id="rId39" Type="http://schemas.openxmlformats.org/officeDocument/2006/relationships/image" Target="../media/image343.png"/><Relationship Id="rId21" Type="http://schemas.openxmlformats.org/officeDocument/2006/relationships/image" Target="../media/image334.png"/><Relationship Id="rId34" Type="http://schemas.openxmlformats.org/officeDocument/2006/relationships/customXml" Target="../ink/ink340.xml"/><Relationship Id="rId42" Type="http://schemas.openxmlformats.org/officeDocument/2006/relationships/customXml" Target="../ink/ink344.xml"/><Relationship Id="rId47" Type="http://schemas.openxmlformats.org/officeDocument/2006/relationships/image" Target="../media/image347.png"/><Relationship Id="rId50" Type="http://schemas.openxmlformats.org/officeDocument/2006/relationships/customXml" Target="../ink/ink348.xml"/><Relationship Id="rId55" Type="http://schemas.openxmlformats.org/officeDocument/2006/relationships/image" Target="../media/image351.png"/><Relationship Id="rId7" Type="http://schemas.openxmlformats.org/officeDocument/2006/relationships/image" Target="../media/image327.png"/><Relationship Id="rId2" Type="http://schemas.openxmlformats.org/officeDocument/2006/relationships/customXml" Target="../ink/ink324.xml"/><Relationship Id="rId16" Type="http://schemas.openxmlformats.org/officeDocument/2006/relationships/customXml" Target="../ink/ink331.xml"/><Relationship Id="rId29" Type="http://schemas.openxmlformats.org/officeDocument/2006/relationships/image" Target="../media/image338.png"/><Relationship Id="rId11" Type="http://schemas.openxmlformats.org/officeDocument/2006/relationships/image" Target="../media/image329.png"/><Relationship Id="rId24" Type="http://schemas.openxmlformats.org/officeDocument/2006/relationships/customXml" Target="../ink/ink335.xml"/><Relationship Id="rId32" Type="http://schemas.openxmlformats.org/officeDocument/2006/relationships/customXml" Target="../ink/ink339.xml"/><Relationship Id="rId37" Type="http://schemas.openxmlformats.org/officeDocument/2006/relationships/image" Target="../media/image342.png"/><Relationship Id="rId40" Type="http://schemas.openxmlformats.org/officeDocument/2006/relationships/customXml" Target="../ink/ink343.xml"/><Relationship Id="rId45" Type="http://schemas.openxmlformats.org/officeDocument/2006/relationships/image" Target="../media/image346.png"/><Relationship Id="rId53" Type="http://schemas.openxmlformats.org/officeDocument/2006/relationships/image" Target="../media/image350.png"/><Relationship Id="rId58" Type="http://schemas.openxmlformats.org/officeDocument/2006/relationships/customXml" Target="../ink/ink352.xml"/><Relationship Id="rId5" Type="http://schemas.openxmlformats.org/officeDocument/2006/relationships/image" Target="../media/image326.png"/><Relationship Id="rId61" Type="http://schemas.openxmlformats.org/officeDocument/2006/relationships/image" Target="../media/image354.png"/><Relationship Id="rId19" Type="http://schemas.openxmlformats.org/officeDocument/2006/relationships/image" Target="../media/image333.png"/><Relationship Id="rId14" Type="http://schemas.openxmlformats.org/officeDocument/2006/relationships/customXml" Target="../ink/ink330.xml"/><Relationship Id="rId22" Type="http://schemas.openxmlformats.org/officeDocument/2006/relationships/customXml" Target="../ink/ink334.xml"/><Relationship Id="rId27" Type="http://schemas.openxmlformats.org/officeDocument/2006/relationships/image" Target="../media/image337.png"/><Relationship Id="rId30" Type="http://schemas.openxmlformats.org/officeDocument/2006/relationships/customXml" Target="../ink/ink338.xml"/><Relationship Id="rId35" Type="http://schemas.openxmlformats.org/officeDocument/2006/relationships/image" Target="../media/image341.png"/><Relationship Id="rId43" Type="http://schemas.openxmlformats.org/officeDocument/2006/relationships/image" Target="../media/image345.png"/><Relationship Id="rId48" Type="http://schemas.openxmlformats.org/officeDocument/2006/relationships/customXml" Target="../ink/ink347.xml"/><Relationship Id="rId56" Type="http://schemas.openxmlformats.org/officeDocument/2006/relationships/customXml" Target="../ink/ink351.xml"/><Relationship Id="rId8" Type="http://schemas.openxmlformats.org/officeDocument/2006/relationships/customXml" Target="../ink/ink327.xml"/><Relationship Id="rId51" Type="http://schemas.openxmlformats.org/officeDocument/2006/relationships/image" Target="../media/image349.png"/><Relationship Id="rId3" Type="http://schemas.openxmlformats.org/officeDocument/2006/relationships/image" Target="../media/image325.png"/><Relationship Id="rId12" Type="http://schemas.openxmlformats.org/officeDocument/2006/relationships/customXml" Target="../ink/ink329.xml"/><Relationship Id="rId17" Type="http://schemas.openxmlformats.org/officeDocument/2006/relationships/image" Target="../media/image332.png"/><Relationship Id="rId25" Type="http://schemas.openxmlformats.org/officeDocument/2006/relationships/image" Target="../media/image336.png"/><Relationship Id="rId33" Type="http://schemas.openxmlformats.org/officeDocument/2006/relationships/image" Target="../media/image340.png"/><Relationship Id="rId38" Type="http://schemas.openxmlformats.org/officeDocument/2006/relationships/customXml" Target="../ink/ink342.xml"/><Relationship Id="rId46" Type="http://schemas.openxmlformats.org/officeDocument/2006/relationships/customXml" Target="../ink/ink346.xml"/><Relationship Id="rId59" Type="http://schemas.openxmlformats.org/officeDocument/2006/relationships/image" Target="../media/image353.png"/><Relationship Id="rId20" Type="http://schemas.openxmlformats.org/officeDocument/2006/relationships/customXml" Target="../ink/ink333.xml"/><Relationship Id="rId41" Type="http://schemas.openxmlformats.org/officeDocument/2006/relationships/image" Target="../media/image344.png"/><Relationship Id="rId54" Type="http://schemas.openxmlformats.org/officeDocument/2006/relationships/customXml" Target="../ink/ink35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15" Type="http://schemas.openxmlformats.org/officeDocument/2006/relationships/image" Target="../media/image331.png"/><Relationship Id="rId23" Type="http://schemas.openxmlformats.org/officeDocument/2006/relationships/image" Target="../media/image335.png"/><Relationship Id="rId28" Type="http://schemas.openxmlformats.org/officeDocument/2006/relationships/customXml" Target="../ink/ink337.xml"/><Relationship Id="rId36" Type="http://schemas.openxmlformats.org/officeDocument/2006/relationships/customXml" Target="../ink/ink341.xml"/><Relationship Id="rId49" Type="http://schemas.openxmlformats.org/officeDocument/2006/relationships/image" Target="../media/image348.png"/><Relationship Id="rId57" Type="http://schemas.openxmlformats.org/officeDocument/2006/relationships/image" Target="../media/image352.png"/><Relationship Id="rId10" Type="http://schemas.openxmlformats.org/officeDocument/2006/relationships/customXml" Target="../ink/ink328.xml"/><Relationship Id="rId31" Type="http://schemas.openxmlformats.org/officeDocument/2006/relationships/image" Target="../media/image339.png"/><Relationship Id="rId44" Type="http://schemas.openxmlformats.org/officeDocument/2006/relationships/customXml" Target="../ink/ink345.xml"/><Relationship Id="rId52" Type="http://schemas.openxmlformats.org/officeDocument/2006/relationships/customXml" Target="../ink/ink349.xml"/><Relationship Id="rId60" Type="http://schemas.openxmlformats.org/officeDocument/2006/relationships/customXml" Target="../ink/ink353.xml"/><Relationship Id="rId4" Type="http://schemas.openxmlformats.org/officeDocument/2006/relationships/customXml" Target="../ink/ink325.xml"/><Relationship Id="rId9" Type="http://schemas.openxmlformats.org/officeDocument/2006/relationships/image" Target="../media/image32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2.png"/><Relationship Id="rId21" Type="http://schemas.openxmlformats.org/officeDocument/2006/relationships/image" Target="../media/image364.png"/><Relationship Id="rId42" Type="http://schemas.openxmlformats.org/officeDocument/2006/relationships/customXml" Target="../ink/ink374.xml"/><Relationship Id="rId63" Type="http://schemas.openxmlformats.org/officeDocument/2006/relationships/image" Target="../media/image385.png"/><Relationship Id="rId84" Type="http://schemas.openxmlformats.org/officeDocument/2006/relationships/customXml" Target="../ink/ink395.xml"/><Relationship Id="rId138" Type="http://schemas.openxmlformats.org/officeDocument/2006/relationships/customXml" Target="../ink/ink422.xml"/><Relationship Id="rId159" Type="http://schemas.openxmlformats.org/officeDocument/2006/relationships/image" Target="../media/image433.png"/><Relationship Id="rId107" Type="http://schemas.openxmlformats.org/officeDocument/2006/relationships/image" Target="../media/image407.png"/><Relationship Id="rId11" Type="http://schemas.openxmlformats.org/officeDocument/2006/relationships/image" Target="../media/image359.png"/><Relationship Id="rId32" Type="http://schemas.openxmlformats.org/officeDocument/2006/relationships/customXml" Target="../ink/ink369.xml"/><Relationship Id="rId53" Type="http://schemas.openxmlformats.org/officeDocument/2006/relationships/image" Target="../media/image380.png"/><Relationship Id="rId74" Type="http://schemas.openxmlformats.org/officeDocument/2006/relationships/customXml" Target="../ink/ink390.xml"/><Relationship Id="rId128" Type="http://schemas.openxmlformats.org/officeDocument/2006/relationships/customXml" Target="../ink/ink417.xml"/><Relationship Id="rId149" Type="http://schemas.openxmlformats.org/officeDocument/2006/relationships/image" Target="../media/image428.png"/><Relationship Id="rId5" Type="http://schemas.openxmlformats.org/officeDocument/2006/relationships/image" Target="../media/image356.png"/><Relationship Id="rId95" Type="http://schemas.openxmlformats.org/officeDocument/2006/relationships/image" Target="../media/image401.png"/><Relationship Id="rId160" Type="http://schemas.openxmlformats.org/officeDocument/2006/relationships/customXml" Target="../ink/ink433.xml"/><Relationship Id="rId22" Type="http://schemas.openxmlformats.org/officeDocument/2006/relationships/customXml" Target="../ink/ink364.xml"/><Relationship Id="rId43" Type="http://schemas.openxmlformats.org/officeDocument/2006/relationships/image" Target="../media/image375.png"/><Relationship Id="rId64" Type="http://schemas.openxmlformats.org/officeDocument/2006/relationships/customXml" Target="../ink/ink385.xml"/><Relationship Id="rId118" Type="http://schemas.openxmlformats.org/officeDocument/2006/relationships/customXml" Target="../ink/ink412.xml"/><Relationship Id="rId139" Type="http://schemas.openxmlformats.org/officeDocument/2006/relationships/image" Target="../media/image423.png"/><Relationship Id="rId85" Type="http://schemas.openxmlformats.org/officeDocument/2006/relationships/image" Target="../media/image396.png"/><Relationship Id="rId150" Type="http://schemas.openxmlformats.org/officeDocument/2006/relationships/customXml" Target="../ink/ink428.xml"/><Relationship Id="rId12" Type="http://schemas.openxmlformats.org/officeDocument/2006/relationships/customXml" Target="../ink/ink359.xml"/><Relationship Id="rId17" Type="http://schemas.openxmlformats.org/officeDocument/2006/relationships/image" Target="../media/image362.png"/><Relationship Id="rId33" Type="http://schemas.openxmlformats.org/officeDocument/2006/relationships/image" Target="../media/image370.png"/><Relationship Id="rId38" Type="http://schemas.openxmlformats.org/officeDocument/2006/relationships/customXml" Target="../ink/ink372.xml"/><Relationship Id="rId59" Type="http://schemas.openxmlformats.org/officeDocument/2006/relationships/image" Target="../media/image383.png"/><Relationship Id="rId103" Type="http://schemas.openxmlformats.org/officeDocument/2006/relationships/image" Target="../media/image405.png"/><Relationship Id="rId108" Type="http://schemas.openxmlformats.org/officeDocument/2006/relationships/customXml" Target="../ink/ink407.xml"/><Relationship Id="rId124" Type="http://schemas.openxmlformats.org/officeDocument/2006/relationships/customXml" Target="../ink/ink415.xml"/><Relationship Id="rId129" Type="http://schemas.openxmlformats.org/officeDocument/2006/relationships/image" Target="../media/image418.png"/><Relationship Id="rId54" Type="http://schemas.openxmlformats.org/officeDocument/2006/relationships/customXml" Target="../ink/ink380.xml"/><Relationship Id="rId70" Type="http://schemas.openxmlformats.org/officeDocument/2006/relationships/customXml" Target="../ink/ink388.xml"/><Relationship Id="rId75" Type="http://schemas.openxmlformats.org/officeDocument/2006/relationships/image" Target="../media/image391.png"/><Relationship Id="rId91" Type="http://schemas.openxmlformats.org/officeDocument/2006/relationships/image" Target="../media/image399.png"/><Relationship Id="rId96" Type="http://schemas.openxmlformats.org/officeDocument/2006/relationships/customXml" Target="../ink/ink401.xml"/><Relationship Id="rId140" Type="http://schemas.openxmlformats.org/officeDocument/2006/relationships/customXml" Target="../ink/ink423.xml"/><Relationship Id="rId145" Type="http://schemas.openxmlformats.org/officeDocument/2006/relationships/image" Target="../media/image426.png"/><Relationship Id="rId161" Type="http://schemas.openxmlformats.org/officeDocument/2006/relationships/image" Target="../media/image4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6.xml"/><Relationship Id="rId23" Type="http://schemas.openxmlformats.org/officeDocument/2006/relationships/image" Target="../media/image365.png"/><Relationship Id="rId28" Type="http://schemas.openxmlformats.org/officeDocument/2006/relationships/customXml" Target="../ink/ink367.xml"/><Relationship Id="rId49" Type="http://schemas.openxmlformats.org/officeDocument/2006/relationships/image" Target="../media/image378.png"/><Relationship Id="rId114" Type="http://schemas.openxmlformats.org/officeDocument/2006/relationships/customXml" Target="../ink/ink410.xml"/><Relationship Id="rId119" Type="http://schemas.openxmlformats.org/officeDocument/2006/relationships/image" Target="../media/image413.png"/><Relationship Id="rId44" Type="http://schemas.openxmlformats.org/officeDocument/2006/relationships/customXml" Target="../ink/ink375.xml"/><Relationship Id="rId60" Type="http://schemas.openxmlformats.org/officeDocument/2006/relationships/customXml" Target="../ink/ink383.xml"/><Relationship Id="rId65" Type="http://schemas.openxmlformats.org/officeDocument/2006/relationships/image" Target="../media/image386.png"/><Relationship Id="rId81" Type="http://schemas.openxmlformats.org/officeDocument/2006/relationships/image" Target="../media/image394.png"/><Relationship Id="rId86" Type="http://schemas.openxmlformats.org/officeDocument/2006/relationships/customXml" Target="../ink/ink396.xml"/><Relationship Id="rId130" Type="http://schemas.openxmlformats.org/officeDocument/2006/relationships/customXml" Target="../ink/ink418.xml"/><Relationship Id="rId135" Type="http://schemas.openxmlformats.org/officeDocument/2006/relationships/image" Target="../media/image421.png"/><Relationship Id="rId151" Type="http://schemas.openxmlformats.org/officeDocument/2006/relationships/image" Target="../media/image429.png"/><Relationship Id="rId156" Type="http://schemas.openxmlformats.org/officeDocument/2006/relationships/customXml" Target="../ink/ink431.xml"/><Relationship Id="rId13" Type="http://schemas.openxmlformats.org/officeDocument/2006/relationships/image" Target="../media/image360.png"/><Relationship Id="rId18" Type="http://schemas.openxmlformats.org/officeDocument/2006/relationships/customXml" Target="../ink/ink362.xml"/><Relationship Id="rId39" Type="http://schemas.openxmlformats.org/officeDocument/2006/relationships/image" Target="../media/image373.png"/><Relationship Id="rId109" Type="http://schemas.openxmlformats.org/officeDocument/2006/relationships/image" Target="../media/image408.png"/><Relationship Id="rId34" Type="http://schemas.openxmlformats.org/officeDocument/2006/relationships/customXml" Target="../ink/ink370.xml"/><Relationship Id="rId50" Type="http://schemas.openxmlformats.org/officeDocument/2006/relationships/customXml" Target="../ink/ink378.xml"/><Relationship Id="rId55" Type="http://schemas.openxmlformats.org/officeDocument/2006/relationships/image" Target="../media/image381.png"/><Relationship Id="rId76" Type="http://schemas.openxmlformats.org/officeDocument/2006/relationships/customXml" Target="../ink/ink391.xml"/><Relationship Id="rId97" Type="http://schemas.openxmlformats.org/officeDocument/2006/relationships/image" Target="../media/image402.png"/><Relationship Id="rId104" Type="http://schemas.openxmlformats.org/officeDocument/2006/relationships/customXml" Target="../ink/ink405.xml"/><Relationship Id="rId120" Type="http://schemas.openxmlformats.org/officeDocument/2006/relationships/customXml" Target="../ink/ink413.xml"/><Relationship Id="rId125" Type="http://schemas.openxmlformats.org/officeDocument/2006/relationships/image" Target="../media/image416.png"/><Relationship Id="rId141" Type="http://schemas.openxmlformats.org/officeDocument/2006/relationships/image" Target="../media/image424.png"/><Relationship Id="rId146" Type="http://schemas.openxmlformats.org/officeDocument/2006/relationships/customXml" Target="../ink/ink426.xml"/><Relationship Id="rId7" Type="http://schemas.openxmlformats.org/officeDocument/2006/relationships/image" Target="../media/image357.png"/><Relationship Id="rId71" Type="http://schemas.openxmlformats.org/officeDocument/2006/relationships/image" Target="../media/image389.png"/><Relationship Id="rId92" Type="http://schemas.openxmlformats.org/officeDocument/2006/relationships/customXml" Target="../ink/ink399.xml"/><Relationship Id="rId2" Type="http://schemas.openxmlformats.org/officeDocument/2006/relationships/customXml" Target="../ink/ink354.xml"/><Relationship Id="rId29" Type="http://schemas.openxmlformats.org/officeDocument/2006/relationships/image" Target="../media/image368.png"/><Relationship Id="rId24" Type="http://schemas.openxmlformats.org/officeDocument/2006/relationships/customXml" Target="../ink/ink365.xml"/><Relationship Id="rId40" Type="http://schemas.openxmlformats.org/officeDocument/2006/relationships/customXml" Target="../ink/ink373.xml"/><Relationship Id="rId45" Type="http://schemas.openxmlformats.org/officeDocument/2006/relationships/image" Target="../media/image376.png"/><Relationship Id="rId66" Type="http://schemas.openxmlformats.org/officeDocument/2006/relationships/customXml" Target="../ink/ink386.xml"/><Relationship Id="rId87" Type="http://schemas.openxmlformats.org/officeDocument/2006/relationships/image" Target="../media/image397.png"/><Relationship Id="rId110" Type="http://schemas.openxmlformats.org/officeDocument/2006/relationships/customXml" Target="../ink/ink408.xml"/><Relationship Id="rId115" Type="http://schemas.openxmlformats.org/officeDocument/2006/relationships/image" Target="../media/image411.png"/><Relationship Id="rId131" Type="http://schemas.openxmlformats.org/officeDocument/2006/relationships/image" Target="../media/image419.png"/><Relationship Id="rId136" Type="http://schemas.openxmlformats.org/officeDocument/2006/relationships/customXml" Target="../ink/ink421.xml"/><Relationship Id="rId157" Type="http://schemas.openxmlformats.org/officeDocument/2006/relationships/image" Target="../media/image432.png"/><Relationship Id="rId61" Type="http://schemas.openxmlformats.org/officeDocument/2006/relationships/image" Target="../media/image384.png"/><Relationship Id="rId82" Type="http://schemas.openxmlformats.org/officeDocument/2006/relationships/customXml" Target="../ink/ink394.xml"/><Relationship Id="rId152" Type="http://schemas.openxmlformats.org/officeDocument/2006/relationships/customXml" Target="../ink/ink429.xml"/><Relationship Id="rId19" Type="http://schemas.openxmlformats.org/officeDocument/2006/relationships/image" Target="../media/image363.png"/><Relationship Id="rId14" Type="http://schemas.openxmlformats.org/officeDocument/2006/relationships/customXml" Target="../ink/ink360.xml"/><Relationship Id="rId30" Type="http://schemas.openxmlformats.org/officeDocument/2006/relationships/customXml" Target="../ink/ink368.xml"/><Relationship Id="rId35" Type="http://schemas.openxmlformats.org/officeDocument/2006/relationships/image" Target="../media/image371.png"/><Relationship Id="rId56" Type="http://schemas.openxmlformats.org/officeDocument/2006/relationships/customXml" Target="../ink/ink381.xml"/><Relationship Id="rId77" Type="http://schemas.openxmlformats.org/officeDocument/2006/relationships/image" Target="../media/image392.png"/><Relationship Id="rId100" Type="http://schemas.openxmlformats.org/officeDocument/2006/relationships/customXml" Target="../ink/ink403.xml"/><Relationship Id="rId105" Type="http://schemas.openxmlformats.org/officeDocument/2006/relationships/image" Target="../media/image406.png"/><Relationship Id="rId126" Type="http://schemas.openxmlformats.org/officeDocument/2006/relationships/customXml" Target="../ink/ink416.xml"/><Relationship Id="rId147" Type="http://schemas.openxmlformats.org/officeDocument/2006/relationships/image" Target="../media/image427.png"/><Relationship Id="rId8" Type="http://schemas.openxmlformats.org/officeDocument/2006/relationships/customXml" Target="../ink/ink357.xml"/><Relationship Id="rId51" Type="http://schemas.openxmlformats.org/officeDocument/2006/relationships/image" Target="../media/image379.png"/><Relationship Id="rId72" Type="http://schemas.openxmlformats.org/officeDocument/2006/relationships/customXml" Target="../ink/ink389.xml"/><Relationship Id="rId93" Type="http://schemas.openxmlformats.org/officeDocument/2006/relationships/image" Target="../media/image400.png"/><Relationship Id="rId98" Type="http://schemas.openxmlformats.org/officeDocument/2006/relationships/customXml" Target="../ink/ink402.xml"/><Relationship Id="rId121" Type="http://schemas.openxmlformats.org/officeDocument/2006/relationships/image" Target="../media/image414.png"/><Relationship Id="rId142" Type="http://schemas.openxmlformats.org/officeDocument/2006/relationships/customXml" Target="../ink/ink424.xml"/><Relationship Id="rId3" Type="http://schemas.openxmlformats.org/officeDocument/2006/relationships/image" Target="../media/image355.png"/><Relationship Id="rId25" Type="http://schemas.openxmlformats.org/officeDocument/2006/relationships/image" Target="../media/image366.png"/><Relationship Id="rId46" Type="http://schemas.openxmlformats.org/officeDocument/2006/relationships/customXml" Target="../ink/ink376.xml"/><Relationship Id="rId67" Type="http://schemas.openxmlformats.org/officeDocument/2006/relationships/image" Target="../media/image387.png"/><Relationship Id="rId116" Type="http://schemas.openxmlformats.org/officeDocument/2006/relationships/customXml" Target="../ink/ink411.xml"/><Relationship Id="rId137" Type="http://schemas.openxmlformats.org/officeDocument/2006/relationships/image" Target="../media/image422.png"/><Relationship Id="rId158" Type="http://schemas.openxmlformats.org/officeDocument/2006/relationships/customXml" Target="../ink/ink432.xml"/><Relationship Id="rId20" Type="http://schemas.openxmlformats.org/officeDocument/2006/relationships/customXml" Target="../ink/ink363.xml"/><Relationship Id="rId41" Type="http://schemas.openxmlformats.org/officeDocument/2006/relationships/image" Target="../media/image374.png"/><Relationship Id="rId62" Type="http://schemas.openxmlformats.org/officeDocument/2006/relationships/customXml" Target="../ink/ink384.xml"/><Relationship Id="rId83" Type="http://schemas.openxmlformats.org/officeDocument/2006/relationships/image" Target="../media/image395.png"/><Relationship Id="rId88" Type="http://schemas.openxmlformats.org/officeDocument/2006/relationships/customXml" Target="../ink/ink397.xml"/><Relationship Id="rId111" Type="http://schemas.openxmlformats.org/officeDocument/2006/relationships/image" Target="../media/image409.png"/><Relationship Id="rId132" Type="http://schemas.openxmlformats.org/officeDocument/2006/relationships/customXml" Target="../ink/ink419.xml"/><Relationship Id="rId153" Type="http://schemas.openxmlformats.org/officeDocument/2006/relationships/image" Target="../media/image430.png"/><Relationship Id="rId15" Type="http://schemas.openxmlformats.org/officeDocument/2006/relationships/image" Target="../media/image361.png"/><Relationship Id="rId36" Type="http://schemas.openxmlformats.org/officeDocument/2006/relationships/customXml" Target="../ink/ink371.xml"/><Relationship Id="rId57" Type="http://schemas.openxmlformats.org/officeDocument/2006/relationships/image" Target="../media/image382.png"/><Relationship Id="rId106" Type="http://schemas.openxmlformats.org/officeDocument/2006/relationships/customXml" Target="../ink/ink406.xml"/><Relationship Id="rId127" Type="http://schemas.openxmlformats.org/officeDocument/2006/relationships/image" Target="../media/image417.png"/><Relationship Id="rId10" Type="http://schemas.openxmlformats.org/officeDocument/2006/relationships/customXml" Target="../ink/ink358.xml"/><Relationship Id="rId31" Type="http://schemas.openxmlformats.org/officeDocument/2006/relationships/image" Target="../media/image369.png"/><Relationship Id="rId52" Type="http://schemas.openxmlformats.org/officeDocument/2006/relationships/customXml" Target="../ink/ink379.xml"/><Relationship Id="rId73" Type="http://schemas.openxmlformats.org/officeDocument/2006/relationships/image" Target="../media/image390.png"/><Relationship Id="rId78" Type="http://schemas.openxmlformats.org/officeDocument/2006/relationships/customXml" Target="../ink/ink392.xml"/><Relationship Id="rId94" Type="http://schemas.openxmlformats.org/officeDocument/2006/relationships/customXml" Target="../ink/ink400.xml"/><Relationship Id="rId99" Type="http://schemas.openxmlformats.org/officeDocument/2006/relationships/image" Target="../media/image403.png"/><Relationship Id="rId101" Type="http://schemas.openxmlformats.org/officeDocument/2006/relationships/image" Target="../media/image404.png"/><Relationship Id="rId122" Type="http://schemas.openxmlformats.org/officeDocument/2006/relationships/customXml" Target="../ink/ink414.xml"/><Relationship Id="rId143" Type="http://schemas.openxmlformats.org/officeDocument/2006/relationships/image" Target="../media/image425.png"/><Relationship Id="rId148" Type="http://schemas.openxmlformats.org/officeDocument/2006/relationships/customXml" Target="../ink/ink427.xml"/><Relationship Id="rId4" Type="http://schemas.openxmlformats.org/officeDocument/2006/relationships/customXml" Target="../ink/ink355.xml"/><Relationship Id="rId9" Type="http://schemas.openxmlformats.org/officeDocument/2006/relationships/image" Target="../media/image358.png"/><Relationship Id="rId26" Type="http://schemas.openxmlformats.org/officeDocument/2006/relationships/customXml" Target="../ink/ink366.xml"/><Relationship Id="rId47" Type="http://schemas.openxmlformats.org/officeDocument/2006/relationships/image" Target="../media/image377.png"/><Relationship Id="rId68" Type="http://schemas.openxmlformats.org/officeDocument/2006/relationships/customXml" Target="../ink/ink387.xml"/><Relationship Id="rId89" Type="http://schemas.openxmlformats.org/officeDocument/2006/relationships/image" Target="../media/image398.png"/><Relationship Id="rId112" Type="http://schemas.openxmlformats.org/officeDocument/2006/relationships/customXml" Target="../ink/ink409.xml"/><Relationship Id="rId133" Type="http://schemas.openxmlformats.org/officeDocument/2006/relationships/image" Target="../media/image420.png"/><Relationship Id="rId154" Type="http://schemas.openxmlformats.org/officeDocument/2006/relationships/customXml" Target="../ink/ink430.xml"/><Relationship Id="rId16" Type="http://schemas.openxmlformats.org/officeDocument/2006/relationships/customXml" Target="../ink/ink361.xml"/><Relationship Id="rId37" Type="http://schemas.openxmlformats.org/officeDocument/2006/relationships/image" Target="../media/image372.png"/><Relationship Id="rId58" Type="http://schemas.openxmlformats.org/officeDocument/2006/relationships/customXml" Target="../ink/ink382.xml"/><Relationship Id="rId79" Type="http://schemas.openxmlformats.org/officeDocument/2006/relationships/image" Target="../media/image393.png"/><Relationship Id="rId102" Type="http://schemas.openxmlformats.org/officeDocument/2006/relationships/customXml" Target="../ink/ink404.xml"/><Relationship Id="rId123" Type="http://schemas.openxmlformats.org/officeDocument/2006/relationships/image" Target="../media/image415.png"/><Relationship Id="rId144" Type="http://schemas.openxmlformats.org/officeDocument/2006/relationships/customXml" Target="../ink/ink425.xml"/><Relationship Id="rId90" Type="http://schemas.openxmlformats.org/officeDocument/2006/relationships/customXml" Target="../ink/ink398.xml"/><Relationship Id="rId27" Type="http://schemas.openxmlformats.org/officeDocument/2006/relationships/image" Target="../media/image367.png"/><Relationship Id="rId48" Type="http://schemas.openxmlformats.org/officeDocument/2006/relationships/customXml" Target="../ink/ink377.xml"/><Relationship Id="rId69" Type="http://schemas.openxmlformats.org/officeDocument/2006/relationships/image" Target="../media/image388.png"/><Relationship Id="rId113" Type="http://schemas.openxmlformats.org/officeDocument/2006/relationships/image" Target="../media/image410.png"/><Relationship Id="rId134" Type="http://schemas.openxmlformats.org/officeDocument/2006/relationships/customXml" Target="../ink/ink420.xml"/><Relationship Id="rId80" Type="http://schemas.openxmlformats.org/officeDocument/2006/relationships/customXml" Target="../ink/ink393.xml"/><Relationship Id="rId155" Type="http://schemas.openxmlformats.org/officeDocument/2006/relationships/image" Target="../media/image43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0.png"/><Relationship Id="rId18" Type="http://schemas.openxmlformats.org/officeDocument/2006/relationships/customXml" Target="../ink/ink442.xml"/><Relationship Id="rId26" Type="http://schemas.openxmlformats.org/officeDocument/2006/relationships/customXml" Target="../ink/ink446.xml"/><Relationship Id="rId39" Type="http://schemas.openxmlformats.org/officeDocument/2006/relationships/image" Target="../media/image453.png"/><Relationship Id="rId21" Type="http://schemas.openxmlformats.org/officeDocument/2006/relationships/image" Target="../media/image444.png"/><Relationship Id="rId34" Type="http://schemas.openxmlformats.org/officeDocument/2006/relationships/customXml" Target="../ink/ink450.xml"/><Relationship Id="rId42" Type="http://schemas.openxmlformats.org/officeDocument/2006/relationships/customXml" Target="../ink/ink454.xml"/><Relationship Id="rId47" Type="http://schemas.openxmlformats.org/officeDocument/2006/relationships/image" Target="../media/image457.png"/><Relationship Id="rId50" Type="http://schemas.openxmlformats.org/officeDocument/2006/relationships/customXml" Target="../ink/ink458.xml"/><Relationship Id="rId7" Type="http://schemas.openxmlformats.org/officeDocument/2006/relationships/image" Target="../media/image437.png"/><Relationship Id="rId2" Type="http://schemas.openxmlformats.org/officeDocument/2006/relationships/customXml" Target="../ink/ink434.xml"/><Relationship Id="rId16" Type="http://schemas.openxmlformats.org/officeDocument/2006/relationships/customXml" Target="../ink/ink441.xml"/><Relationship Id="rId29" Type="http://schemas.openxmlformats.org/officeDocument/2006/relationships/image" Target="../media/image448.png"/><Relationship Id="rId11" Type="http://schemas.openxmlformats.org/officeDocument/2006/relationships/image" Target="../media/image439.png"/><Relationship Id="rId24" Type="http://schemas.openxmlformats.org/officeDocument/2006/relationships/customXml" Target="../ink/ink445.xml"/><Relationship Id="rId32" Type="http://schemas.openxmlformats.org/officeDocument/2006/relationships/customXml" Target="../ink/ink449.xml"/><Relationship Id="rId37" Type="http://schemas.openxmlformats.org/officeDocument/2006/relationships/image" Target="../media/image452.png"/><Relationship Id="rId40" Type="http://schemas.openxmlformats.org/officeDocument/2006/relationships/customXml" Target="../ink/ink453.xml"/><Relationship Id="rId45" Type="http://schemas.openxmlformats.org/officeDocument/2006/relationships/image" Target="../media/image456.png"/><Relationship Id="rId5" Type="http://schemas.openxmlformats.org/officeDocument/2006/relationships/image" Target="../media/image436.png"/><Relationship Id="rId15" Type="http://schemas.openxmlformats.org/officeDocument/2006/relationships/image" Target="../media/image441.png"/><Relationship Id="rId23" Type="http://schemas.openxmlformats.org/officeDocument/2006/relationships/image" Target="../media/image445.png"/><Relationship Id="rId28" Type="http://schemas.openxmlformats.org/officeDocument/2006/relationships/customXml" Target="../ink/ink447.xml"/><Relationship Id="rId36" Type="http://schemas.openxmlformats.org/officeDocument/2006/relationships/customXml" Target="../ink/ink451.xml"/><Relationship Id="rId49" Type="http://schemas.openxmlformats.org/officeDocument/2006/relationships/image" Target="../media/image458.png"/><Relationship Id="rId10" Type="http://schemas.openxmlformats.org/officeDocument/2006/relationships/customXml" Target="../ink/ink438.xml"/><Relationship Id="rId19" Type="http://schemas.openxmlformats.org/officeDocument/2006/relationships/image" Target="../media/image443.png"/><Relationship Id="rId31" Type="http://schemas.openxmlformats.org/officeDocument/2006/relationships/image" Target="../media/image449.png"/><Relationship Id="rId44" Type="http://schemas.openxmlformats.org/officeDocument/2006/relationships/customXml" Target="../ink/ink455.xml"/><Relationship Id="rId4" Type="http://schemas.openxmlformats.org/officeDocument/2006/relationships/customXml" Target="../ink/ink435.xml"/><Relationship Id="rId9" Type="http://schemas.openxmlformats.org/officeDocument/2006/relationships/image" Target="../media/image438.png"/><Relationship Id="rId14" Type="http://schemas.openxmlformats.org/officeDocument/2006/relationships/customXml" Target="../ink/ink440.xml"/><Relationship Id="rId22" Type="http://schemas.openxmlformats.org/officeDocument/2006/relationships/customXml" Target="../ink/ink444.xml"/><Relationship Id="rId27" Type="http://schemas.openxmlformats.org/officeDocument/2006/relationships/image" Target="../media/image447.png"/><Relationship Id="rId30" Type="http://schemas.openxmlformats.org/officeDocument/2006/relationships/customXml" Target="../ink/ink448.xml"/><Relationship Id="rId35" Type="http://schemas.openxmlformats.org/officeDocument/2006/relationships/image" Target="../media/image451.png"/><Relationship Id="rId43" Type="http://schemas.openxmlformats.org/officeDocument/2006/relationships/image" Target="../media/image455.png"/><Relationship Id="rId48" Type="http://schemas.openxmlformats.org/officeDocument/2006/relationships/customXml" Target="../ink/ink457.xml"/><Relationship Id="rId8" Type="http://schemas.openxmlformats.org/officeDocument/2006/relationships/customXml" Target="../ink/ink437.xml"/><Relationship Id="rId51" Type="http://schemas.openxmlformats.org/officeDocument/2006/relationships/image" Target="../media/image459.png"/><Relationship Id="rId3" Type="http://schemas.openxmlformats.org/officeDocument/2006/relationships/image" Target="../media/image435.png"/><Relationship Id="rId12" Type="http://schemas.openxmlformats.org/officeDocument/2006/relationships/customXml" Target="../ink/ink439.xml"/><Relationship Id="rId17" Type="http://schemas.openxmlformats.org/officeDocument/2006/relationships/image" Target="../media/image442.png"/><Relationship Id="rId25" Type="http://schemas.openxmlformats.org/officeDocument/2006/relationships/image" Target="../media/image446.png"/><Relationship Id="rId33" Type="http://schemas.openxmlformats.org/officeDocument/2006/relationships/image" Target="../media/image450.png"/><Relationship Id="rId38" Type="http://schemas.openxmlformats.org/officeDocument/2006/relationships/customXml" Target="../ink/ink452.xml"/><Relationship Id="rId46" Type="http://schemas.openxmlformats.org/officeDocument/2006/relationships/customXml" Target="../ink/ink456.xml"/><Relationship Id="rId20" Type="http://schemas.openxmlformats.org/officeDocument/2006/relationships/customXml" Target="../ink/ink443.xml"/><Relationship Id="rId41" Type="http://schemas.openxmlformats.org/officeDocument/2006/relationships/image" Target="../media/image45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45DF71-9E1A-2A4D-5482-6ADC913587BE}"/>
              </a:ext>
            </a:extLst>
          </p:cNvPr>
          <p:cNvGrpSpPr/>
          <p:nvPr/>
        </p:nvGrpSpPr>
        <p:grpSpPr>
          <a:xfrm>
            <a:off x="948615" y="515535"/>
            <a:ext cx="1035720" cy="726480"/>
            <a:chOff x="948615" y="515535"/>
            <a:chExt cx="103572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FFB45ED-6123-8AF6-3DE8-F63D26767BFD}"/>
                    </a:ext>
                  </a:extLst>
                </p14:cNvPr>
                <p14:cNvContentPartPr/>
                <p14:nvPr/>
              </p14:nvContentPartPr>
              <p14:xfrm>
                <a:off x="948615" y="731535"/>
                <a:ext cx="21960" cy="510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FFB45ED-6123-8AF6-3DE8-F63D26767B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4295" y="727215"/>
                  <a:ext cx="306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BC1AC1E-5347-B129-D136-698B62E9C4EC}"/>
                    </a:ext>
                  </a:extLst>
                </p14:cNvPr>
                <p14:cNvContentPartPr/>
                <p14:nvPr/>
              </p14:nvContentPartPr>
              <p14:xfrm>
                <a:off x="968775" y="515535"/>
                <a:ext cx="298800" cy="360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BC1AC1E-5347-B129-D136-698B62E9C4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4455" y="511215"/>
                  <a:ext cx="3074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B6A1B04-FA2E-51CD-4604-88389EAC2005}"/>
                    </a:ext>
                  </a:extLst>
                </p14:cNvPr>
                <p14:cNvContentPartPr/>
                <p14:nvPr/>
              </p14:nvContentPartPr>
              <p14:xfrm>
                <a:off x="1506255" y="589335"/>
                <a:ext cx="99720" cy="515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B6A1B04-FA2E-51CD-4604-88389EAC200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1935" y="585015"/>
                  <a:ext cx="10836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A94823-73EE-E28C-FB9C-60B3AC5B61DA}"/>
                    </a:ext>
                  </a:extLst>
                </p14:cNvPr>
                <p14:cNvContentPartPr/>
                <p14:nvPr/>
              </p14:nvContentPartPr>
              <p14:xfrm>
                <a:off x="1563135" y="599775"/>
                <a:ext cx="421200" cy="378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A94823-73EE-E28C-FB9C-60B3AC5B61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58815" y="595455"/>
                  <a:ext cx="4298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16C6AD2-4E37-C19B-1381-FF0FB8E5F33B}"/>
                    </a:ext>
                  </a:extLst>
                </p14:cNvPr>
                <p14:cNvContentPartPr/>
                <p14:nvPr/>
              </p14:nvContentPartPr>
              <p14:xfrm>
                <a:off x="1325535" y="959775"/>
                <a:ext cx="67680" cy="2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16C6AD2-4E37-C19B-1381-FF0FB8E5F3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21215" y="955455"/>
                  <a:ext cx="7632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E626B5-F476-13D9-856F-D89CF3CBFABF}"/>
                  </a:ext>
                </a:extLst>
              </p14:cNvPr>
              <p14:cNvContentPartPr/>
              <p14:nvPr/>
            </p14:nvContentPartPr>
            <p14:xfrm>
              <a:off x="2251455" y="822975"/>
              <a:ext cx="34560" cy="51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E626B5-F476-13D9-856F-D89CF3CBFA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47135" y="818655"/>
                <a:ext cx="4320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4CB2041-2D75-5483-0179-7B85BDEBE130}"/>
              </a:ext>
            </a:extLst>
          </p:cNvPr>
          <p:cNvGrpSpPr/>
          <p:nvPr/>
        </p:nvGrpSpPr>
        <p:grpSpPr>
          <a:xfrm>
            <a:off x="6526455" y="446415"/>
            <a:ext cx="885960" cy="580320"/>
            <a:chOff x="6526455" y="446415"/>
            <a:chExt cx="88596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B3F01C4-213C-5394-E6F6-F1FF773EF7CA}"/>
                    </a:ext>
                  </a:extLst>
                </p14:cNvPr>
                <p14:cNvContentPartPr/>
                <p14:nvPr/>
              </p14:nvContentPartPr>
              <p14:xfrm>
                <a:off x="6550215" y="600495"/>
                <a:ext cx="92880" cy="426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B3F01C4-213C-5394-E6F6-F1FF773EF7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45895" y="596175"/>
                  <a:ext cx="1015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F6B9F2E-20EE-7FC3-BCE0-DE4C187E3EBD}"/>
                    </a:ext>
                  </a:extLst>
                </p14:cNvPr>
                <p14:cNvContentPartPr/>
                <p14:nvPr/>
              </p14:nvContentPartPr>
              <p14:xfrm>
                <a:off x="6647415" y="446415"/>
                <a:ext cx="182160" cy="83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F6B9F2E-20EE-7FC3-BCE0-DE4C187E3E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43095" y="442095"/>
                  <a:ext cx="1908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5A3BEC-7FA1-CDD1-F6C3-91D20AE65784}"/>
                    </a:ext>
                  </a:extLst>
                </p14:cNvPr>
                <p14:cNvContentPartPr/>
                <p14:nvPr/>
              </p14:nvContentPartPr>
              <p14:xfrm>
                <a:off x="6526455" y="759255"/>
                <a:ext cx="250560" cy="88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5A3BEC-7FA1-CDD1-F6C3-91D20AE657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22135" y="754935"/>
                  <a:ext cx="259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E61931-F8C6-6004-6A0D-65C124A3B242}"/>
                    </a:ext>
                  </a:extLst>
                </p14:cNvPr>
                <p14:cNvContentPartPr/>
                <p14:nvPr/>
              </p14:nvContentPartPr>
              <p14:xfrm>
                <a:off x="7055295" y="588255"/>
                <a:ext cx="357120" cy="337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E61931-F8C6-6004-6A0D-65C124A3B2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50975" y="583935"/>
                  <a:ext cx="365760" cy="34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5AB156A-49C8-2EEE-598D-69B26ADAAD4A}"/>
                  </a:ext>
                </a:extLst>
              </p14:cNvPr>
              <p14:cNvContentPartPr/>
              <p14:nvPr/>
            </p14:nvContentPartPr>
            <p14:xfrm>
              <a:off x="1847895" y="2406975"/>
              <a:ext cx="41760" cy="90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5AB156A-49C8-2EEE-598D-69B26ADAAD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43575" y="2402655"/>
                <a:ext cx="50400" cy="9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F23D643-6B9E-A5BA-19FF-DCA54A7051D0}"/>
                  </a:ext>
                </a:extLst>
              </p14:cNvPr>
              <p14:cNvContentPartPr/>
              <p14:nvPr/>
            </p14:nvContentPartPr>
            <p14:xfrm>
              <a:off x="8392695" y="2198535"/>
              <a:ext cx="799200" cy="3286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F23D643-6B9E-A5BA-19FF-DCA54A7051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86575" y="2192415"/>
                <a:ext cx="811440" cy="32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B7CF8EA-B85D-C303-3D2F-1901067CAB10}"/>
                  </a:ext>
                </a:extLst>
              </p14:cNvPr>
              <p14:cNvContentPartPr/>
              <p14:nvPr/>
            </p14:nvContentPartPr>
            <p14:xfrm>
              <a:off x="7007415" y="2296455"/>
              <a:ext cx="1111320" cy="3497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B7CF8EA-B85D-C303-3D2F-1901067CAB1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01295" y="2290335"/>
                <a:ext cx="1123560" cy="35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579A54D-2CC9-E063-5A34-BD92ECE12168}"/>
                  </a:ext>
                </a:extLst>
              </p14:cNvPr>
              <p14:cNvContentPartPr/>
              <p14:nvPr/>
            </p14:nvContentPartPr>
            <p14:xfrm>
              <a:off x="7913175" y="2142735"/>
              <a:ext cx="2665440" cy="3368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579A54D-2CC9-E063-5A34-BD92ECE1216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07055" y="2136615"/>
                <a:ext cx="2677680" cy="33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4BD76F4-7AFB-84E0-8B75-E11C94DAAA63}"/>
                  </a:ext>
                </a:extLst>
              </p14:cNvPr>
              <p14:cNvContentPartPr/>
              <p14:nvPr/>
            </p14:nvContentPartPr>
            <p14:xfrm>
              <a:off x="6864855" y="5415135"/>
              <a:ext cx="3364560" cy="302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4BD76F4-7AFB-84E0-8B75-E11C94DAAA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58735" y="5409015"/>
                <a:ext cx="33768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5725964-AC5B-8F07-1628-81BE86D9825B}"/>
                  </a:ext>
                </a:extLst>
              </p14:cNvPr>
              <p14:cNvContentPartPr/>
              <p14:nvPr/>
            </p14:nvContentPartPr>
            <p14:xfrm>
              <a:off x="7657215" y="2918895"/>
              <a:ext cx="2784600" cy="45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5725964-AC5B-8F07-1628-81BE86D9825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51095" y="2912775"/>
                <a:ext cx="27968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3562BF4-E770-8FEC-34FE-4BE782BC16EB}"/>
                  </a:ext>
                </a:extLst>
              </p14:cNvPr>
              <p14:cNvContentPartPr/>
              <p14:nvPr/>
            </p14:nvContentPartPr>
            <p14:xfrm>
              <a:off x="8052135" y="2518215"/>
              <a:ext cx="212040" cy="2124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3562BF4-E770-8FEC-34FE-4BE782BC16E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046015" y="2512095"/>
                <a:ext cx="2242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2580457-E238-8E5D-7754-800920844FE7}"/>
                  </a:ext>
                </a:extLst>
              </p14:cNvPr>
              <p14:cNvContentPartPr/>
              <p14:nvPr/>
            </p14:nvContentPartPr>
            <p14:xfrm>
              <a:off x="8449935" y="2586975"/>
              <a:ext cx="59760" cy="126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2580457-E238-8E5D-7754-800920844F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443815" y="2580855"/>
                <a:ext cx="720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AEB50FB-C79E-FF9D-888D-3BB220BFEA08}"/>
                  </a:ext>
                </a:extLst>
              </p14:cNvPr>
              <p14:cNvContentPartPr/>
              <p14:nvPr/>
            </p14:nvContentPartPr>
            <p14:xfrm>
              <a:off x="8486655" y="2441175"/>
              <a:ext cx="97560" cy="568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AEB50FB-C79E-FF9D-888D-3BB220BFEA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80535" y="2435055"/>
                <a:ext cx="1098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B77F670-5F86-C40E-FE1E-BDD246E98924}"/>
                  </a:ext>
                </a:extLst>
              </p14:cNvPr>
              <p14:cNvContentPartPr/>
              <p14:nvPr/>
            </p14:nvContentPartPr>
            <p14:xfrm>
              <a:off x="8263815" y="2791815"/>
              <a:ext cx="78120" cy="313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B77F670-5F86-C40E-FE1E-BDD246E9892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57695" y="2785695"/>
                <a:ext cx="903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92A347C-1113-6BDC-574F-079D510E18CF}"/>
                  </a:ext>
                </a:extLst>
              </p14:cNvPr>
              <p14:cNvContentPartPr/>
              <p14:nvPr/>
            </p14:nvContentPartPr>
            <p14:xfrm>
              <a:off x="8587095" y="2571495"/>
              <a:ext cx="89640" cy="119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92A347C-1113-6BDC-574F-079D510E18C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80975" y="2565375"/>
                <a:ext cx="1018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F6D93F9-761C-13E3-1A2D-D58737E8053A}"/>
                  </a:ext>
                </a:extLst>
              </p14:cNvPr>
              <p14:cNvContentPartPr/>
              <p14:nvPr/>
            </p14:nvContentPartPr>
            <p14:xfrm>
              <a:off x="8541375" y="2460615"/>
              <a:ext cx="200520" cy="3265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F6D93F9-761C-13E3-1A2D-D58737E8053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35255" y="2454495"/>
                <a:ext cx="2127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FD9E8D2-9DE4-1F3B-2FCA-35B8B4AD99E5}"/>
                  </a:ext>
                </a:extLst>
              </p14:cNvPr>
              <p14:cNvContentPartPr/>
              <p14:nvPr/>
            </p14:nvContentPartPr>
            <p14:xfrm>
              <a:off x="9437055" y="2446215"/>
              <a:ext cx="543600" cy="263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FD9E8D2-9DE4-1F3B-2FCA-35B8B4AD99E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30935" y="2440095"/>
                <a:ext cx="5558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B4768F3-6DD6-5860-3835-DDA13629A23F}"/>
                  </a:ext>
                </a:extLst>
              </p14:cNvPr>
              <p14:cNvContentPartPr/>
              <p14:nvPr/>
            </p14:nvContentPartPr>
            <p14:xfrm>
              <a:off x="10102695" y="2547015"/>
              <a:ext cx="72360" cy="97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B4768F3-6DD6-5860-3835-DDA13629A23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96575" y="2540895"/>
                <a:ext cx="846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C81D6A6-58DA-4662-937C-8EE7A2549B85}"/>
                  </a:ext>
                </a:extLst>
              </p14:cNvPr>
              <p14:cNvContentPartPr/>
              <p14:nvPr/>
            </p14:nvContentPartPr>
            <p14:xfrm>
              <a:off x="10260375" y="2549895"/>
              <a:ext cx="30240" cy="2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C81D6A6-58DA-4662-937C-8EE7A2549B8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254255" y="2543775"/>
                <a:ext cx="4248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4E386A3-5A9A-B929-B01C-95EC5E20E0B3}"/>
                  </a:ext>
                </a:extLst>
              </p14:cNvPr>
              <p14:cNvContentPartPr/>
              <p14:nvPr/>
            </p14:nvContentPartPr>
            <p14:xfrm>
              <a:off x="8112255" y="3124095"/>
              <a:ext cx="171360" cy="441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4E386A3-5A9A-B929-B01C-95EC5E20E0B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06135" y="3117975"/>
                <a:ext cx="18360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B91FF51-09EF-6100-0793-FBE998E102F7}"/>
                  </a:ext>
                </a:extLst>
              </p14:cNvPr>
              <p14:cNvContentPartPr/>
              <p14:nvPr/>
            </p14:nvContentPartPr>
            <p14:xfrm>
              <a:off x="9519135" y="3213375"/>
              <a:ext cx="116640" cy="2228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B91FF51-09EF-6100-0793-FBE998E102F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513015" y="3207255"/>
                <a:ext cx="1288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5A09104-D6A3-4FB9-D218-040152F4DC2D}"/>
                  </a:ext>
                </a:extLst>
              </p14:cNvPr>
              <p14:cNvContentPartPr/>
              <p14:nvPr/>
            </p14:nvContentPartPr>
            <p14:xfrm>
              <a:off x="9494655" y="3297615"/>
              <a:ext cx="292320" cy="1724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5A09104-D6A3-4FB9-D218-040152F4DC2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488535" y="3291495"/>
                <a:ext cx="3045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1FEE408-3C9E-1191-EB21-1DC0E58A823F}"/>
                  </a:ext>
                </a:extLst>
              </p14:cNvPr>
              <p14:cNvContentPartPr/>
              <p14:nvPr/>
            </p14:nvContentPartPr>
            <p14:xfrm>
              <a:off x="9728655" y="3207255"/>
              <a:ext cx="456840" cy="609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1FEE408-3C9E-1191-EB21-1DC0E58A823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722535" y="3201135"/>
                <a:ext cx="469080" cy="6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2A69994-05B3-92E2-EED8-28B5AE376208}"/>
                  </a:ext>
                </a:extLst>
              </p14:cNvPr>
              <p14:cNvContentPartPr/>
              <p14:nvPr/>
            </p14:nvContentPartPr>
            <p14:xfrm>
              <a:off x="8025855" y="3877215"/>
              <a:ext cx="144360" cy="3448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2A69994-05B3-92E2-EED8-28B5AE37620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19735" y="3871095"/>
                <a:ext cx="15660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3907294-508D-363A-A9AC-A69BF59F3836}"/>
                  </a:ext>
                </a:extLst>
              </p14:cNvPr>
              <p14:cNvContentPartPr/>
              <p14:nvPr/>
            </p14:nvContentPartPr>
            <p14:xfrm>
              <a:off x="9177855" y="3930135"/>
              <a:ext cx="260280" cy="315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3907294-508D-363A-A9AC-A69BF59F383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171735" y="3924015"/>
                <a:ext cx="27252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2D762BC-79D8-A096-7F30-6D33C6F23234}"/>
                  </a:ext>
                </a:extLst>
              </p14:cNvPr>
              <p14:cNvContentPartPr/>
              <p14:nvPr/>
            </p14:nvContentPartPr>
            <p14:xfrm>
              <a:off x="9568095" y="3910335"/>
              <a:ext cx="189720" cy="246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2D762BC-79D8-A096-7F30-6D33C6F2323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61975" y="3904215"/>
                <a:ext cx="2019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AE02520-6730-FC6D-6A01-30E4D44FEB01}"/>
                  </a:ext>
                </a:extLst>
              </p14:cNvPr>
              <p14:cNvContentPartPr/>
              <p14:nvPr/>
            </p14:nvContentPartPr>
            <p14:xfrm>
              <a:off x="9690135" y="3901695"/>
              <a:ext cx="151200" cy="468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AE02520-6730-FC6D-6A01-30E4D44FEB0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684015" y="3895575"/>
                <a:ext cx="1634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72280A7-2A8E-D713-D008-01F3072F39B6}"/>
                  </a:ext>
                </a:extLst>
              </p14:cNvPr>
              <p14:cNvContentPartPr/>
              <p14:nvPr/>
            </p14:nvContentPartPr>
            <p14:xfrm>
              <a:off x="9565575" y="4062255"/>
              <a:ext cx="142200" cy="414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72280A7-2A8E-D713-D008-01F3072F39B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559455" y="4056135"/>
                <a:ext cx="1544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22BA848-6864-3C36-8ECD-4F07FCA922E0}"/>
                  </a:ext>
                </a:extLst>
              </p14:cNvPr>
              <p14:cNvContentPartPr/>
              <p14:nvPr/>
            </p14:nvContentPartPr>
            <p14:xfrm>
              <a:off x="7853775" y="4463655"/>
              <a:ext cx="336960" cy="2476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22BA848-6864-3C36-8ECD-4F07FCA922E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47655" y="4457535"/>
                <a:ext cx="3492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850F7CF-48C1-B8EA-BB0E-3EFF9C1A8E07}"/>
                  </a:ext>
                </a:extLst>
              </p14:cNvPr>
              <p14:cNvContentPartPr/>
              <p14:nvPr/>
            </p14:nvContentPartPr>
            <p14:xfrm>
              <a:off x="9099375" y="4531335"/>
              <a:ext cx="236880" cy="354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850F7CF-48C1-B8EA-BB0E-3EFF9C1A8E0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093255" y="4525215"/>
                <a:ext cx="2491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2118AF0-924D-5284-4C56-D8FE53AC1AFE}"/>
                  </a:ext>
                </a:extLst>
              </p14:cNvPr>
              <p14:cNvContentPartPr/>
              <p14:nvPr/>
            </p14:nvContentPartPr>
            <p14:xfrm>
              <a:off x="9331215" y="4485615"/>
              <a:ext cx="182160" cy="2156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2118AF0-924D-5284-4C56-D8FE53AC1AF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325095" y="4479495"/>
                <a:ext cx="1944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0BEF3A4-24F5-2670-C35F-803838011669}"/>
                  </a:ext>
                </a:extLst>
              </p14:cNvPr>
              <p14:cNvContentPartPr/>
              <p14:nvPr/>
            </p14:nvContentPartPr>
            <p14:xfrm>
              <a:off x="9553335" y="4529175"/>
              <a:ext cx="284400" cy="4345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0BEF3A4-24F5-2670-C35F-80383801166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547215" y="4523055"/>
                <a:ext cx="29664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DB3C8B6-5119-582D-4803-8E5FC34F8961}"/>
                  </a:ext>
                </a:extLst>
              </p14:cNvPr>
              <p14:cNvContentPartPr/>
              <p14:nvPr/>
            </p14:nvContentPartPr>
            <p14:xfrm>
              <a:off x="7735335" y="4981335"/>
              <a:ext cx="305640" cy="3553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DB3C8B6-5119-582D-4803-8E5FC34F896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729215" y="4975215"/>
                <a:ext cx="3178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A500994-9D9D-46D9-A0EC-79CCEE74644B}"/>
                  </a:ext>
                </a:extLst>
              </p14:cNvPr>
              <p14:cNvContentPartPr/>
              <p14:nvPr/>
            </p14:nvContentPartPr>
            <p14:xfrm>
              <a:off x="9195135" y="4964415"/>
              <a:ext cx="271080" cy="3589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A500994-9D9D-46D9-A0EC-79CCEE74644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189015" y="4958295"/>
                <a:ext cx="28332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A847C30-379F-668C-7D25-346AF5A67264}"/>
                  </a:ext>
                </a:extLst>
              </p14:cNvPr>
              <p14:cNvContentPartPr/>
              <p14:nvPr/>
            </p14:nvContentPartPr>
            <p14:xfrm>
              <a:off x="9532455" y="5100135"/>
              <a:ext cx="53280" cy="1958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A847C30-379F-668C-7D25-346AF5A6726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526335" y="5094015"/>
                <a:ext cx="655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063253E-5362-2470-E3E9-83670818C432}"/>
                  </a:ext>
                </a:extLst>
              </p14:cNvPr>
              <p14:cNvContentPartPr/>
              <p14:nvPr/>
            </p14:nvContentPartPr>
            <p14:xfrm>
              <a:off x="9526695" y="5152695"/>
              <a:ext cx="164880" cy="1897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063253E-5362-2470-E3E9-83670818C43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20575" y="5146575"/>
                <a:ext cx="1771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92F274F-C6AC-A4AE-2258-35008A83795F}"/>
                  </a:ext>
                </a:extLst>
              </p14:cNvPr>
              <p14:cNvContentPartPr/>
              <p14:nvPr/>
            </p14:nvContentPartPr>
            <p14:xfrm>
              <a:off x="9772575" y="5175375"/>
              <a:ext cx="3960" cy="75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92F274F-C6AC-A4AE-2258-35008A83795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766455" y="5169255"/>
                <a:ext cx="162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265461E4-FC7E-3AB5-A483-DE854BD69D25}"/>
                  </a:ext>
                </a:extLst>
              </p14:cNvPr>
              <p14:cNvContentPartPr/>
              <p14:nvPr/>
            </p14:nvContentPartPr>
            <p14:xfrm>
              <a:off x="2359095" y="690855"/>
              <a:ext cx="431280" cy="230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265461E4-FC7E-3AB5-A483-DE854BD69D2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52975" y="684735"/>
                <a:ext cx="4435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1A1D27B-DFE6-2025-1113-7E8EC4ADB199}"/>
                  </a:ext>
                </a:extLst>
              </p14:cNvPr>
              <p14:cNvContentPartPr/>
              <p14:nvPr/>
            </p14:nvContentPartPr>
            <p14:xfrm>
              <a:off x="3067575" y="563775"/>
              <a:ext cx="341280" cy="3751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1A1D27B-DFE6-2025-1113-7E8EC4ADB19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061455" y="557655"/>
                <a:ext cx="35352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9C369C0C-9BD9-E295-9E8C-A0B9DA78808F}"/>
                  </a:ext>
                </a:extLst>
              </p14:cNvPr>
              <p14:cNvContentPartPr/>
              <p14:nvPr/>
            </p14:nvContentPartPr>
            <p14:xfrm>
              <a:off x="3552135" y="669255"/>
              <a:ext cx="484920" cy="2505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9C369C0C-9BD9-E295-9E8C-A0B9DA78808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546015" y="663135"/>
                <a:ext cx="49716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D95483B-03CC-F748-0722-844121DA278F}"/>
                  </a:ext>
                </a:extLst>
              </p14:cNvPr>
              <p14:cNvContentPartPr/>
              <p14:nvPr/>
            </p14:nvContentPartPr>
            <p14:xfrm>
              <a:off x="4255215" y="545055"/>
              <a:ext cx="39240" cy="774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D95483B-03CC-F748-0722-844121DA278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249095" y="538935"/>
                <a:ext cx="514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D07B318-0C3C-43E6-0C24-A66D10A8D54C}"/>
                  </a:ext>
                </a:extLst>
              </p14:cNvPr>
              <p14:cNvContentPartPr/>
              <p14:nvPr/>
            </p14:nvContentPartPr>
            <p14:xfrm>
              <a:off x="4279335" y="721455"/>
              <a:ext cx="189000" cy="3135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D07B318-0C3C-43E6-0C24-A66D10A8D54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73215" y="715335"/>
                <a:ext cx="20124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7EC8F38-20F1-5073-FCED-C0A92A8CCFA1}"/>
                  </a:ext>
                </a:extLst>
              </p14:cNvPr>
              <p14:cNvContentPartPr/>
              <p14:nvPr/>
            </p14:nvContentPartPr>
            <p14:xfrm>
              <a:off x="4779735" y="775455"/>
              <a:ext cx="678240" cy="248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7EC8F38-20F1-5073-FCED-C0A92A8CCFA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773615" y="769335"/>
                <a:ext cx="6904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FA5D445-E1F4-AA96-46B4-102B46C4C6AD}"/>
                  </a:ext>
                </a:extLst>
              </p14:cNvPr>
              <p14:cNvContentPartPr/>
              <p14:nvPr/>
            </p14:nvContentPartPr>
            <p14:xfrm>
              <a:off x="3178815" y="1059495"/>
              <a:ext cx="154440" cy="3182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FA5D445-E1F4-AA96-46B4-102B46C4C6A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172695" y="1053375"/>
                <a:ext cx="1666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D84DD71-509B-F71D-4B5C-9F37B3ECD7DC}"/>
                  </a:ext>
                </a:extLst>
              </p14:cNvPr>
              <p14:cNvContentPartPr/>
              <p14:nvPr/>
            </p14:nvContentPartPr>
            <p14:xfrm>
              <a:off x="3535575" y="1059495"/>
              <a:ext cx="493920" cy="381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D84DD71-509B-F71D-4B5C-9F37B3ECD7D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529455" y="1053375"/>
                <a:ext cx="50616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BAACE8A-69EA-9271-6E04-AAE17D95AD67}"/>
                  </a:ext>
                </a:extLst>
              </p14:cNvPr>
              <p14:cNvContentPartPr/>
              <p14:nvPr/>
            </p14:nvContentPartPr>
            <p14:xfrm>
              <a:off x="4264215" y="1247775"/>
              <a:ext cx="133920" cy="2678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BAACE8A-69EA-9271-6E04-AAE17D95AD6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258095" y="1241655"/>
                <a:ext cx="1461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7D041A7-2AF4-356C-4BD6-41042EEAFF9B}"/>
                  </a:ext>
                </a:extLst>
              </p14:cNvPr>
              <p14:cNvContentPartPr/>
              <p14:nvPr/>
            </p14:nvContentPartPr>
            <p14:xfrm>
              <a:off x="4276815" y="1405095"/>
              <a:ext cx="346680" cy="36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7D041A7-2AF4-356C-4BD6-41042EEAFF9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270695" y="1398975"/>
                <a:ext cx="3589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7206A44-B0CE-EC24-4DF9-F36135F929CD}"/>
                  </a:ext>
                </a:extLst>
              </p14:cNvPr>
              <p14:cNvContentPartPr/>
              <p14:nvPr/>
            </p14:nvContentPartPr>
            <p14:xfrm>
              <a:off x="4561575" y="1346415"/>
              <a:ext cx="214200" cy="2887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7206A44-B0CE-EC24-4DF9-F36135F929C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555455" y="1340295"/>
                <a:ext cx="2264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74D995D9-0EBC-D05A-1871-9D3286985A88}"/>
                  </a:ext>
                </a:extLst>
              </p14:cNvPr>
              <p14:cNvContentPartPr/>
              <p14:nvPr/>
            </p14:nvContentPartPr>
            <p14:xfrm>
              <a:off x="4821135" y="1329135"/>
              <a:ext cx="34560" cy="2422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74D995D9-0EBC-D05A-1871-9D3286985A8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815015" y="1323015"/>
                <a:ext cx="468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8089765-CC9A-8F90-69A3-A9191626D653}"/>
                  </a:ext>
                </a:extLst>
              </p14:cNvPr>
              <p14:cNvContentPartPr/>
              <p14:nvPr/>
            </p14:nvContentPartPr>
            <p14:xfrm>
              <a:off x="5007255" y="1428855"/>
              <a:ext cx="42480" cy="1339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8089765-CC9A-8F90-69A3-A9191626D65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001135" y="1422735"/>
                <a:ext cx="547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17B966F-1C1A-63D1-8B40-ADA9C9D6CD0C}"/>
                  </a:ext>
                </a:extLst>
              </p14:cNvPr>
              <p14:cNvContentPartPr/>
              <p14:nvPr/>
            </p14:nvContentPartPr>
            <p14:xfrm>
              <a:off x="5170695" y="1437495"/>
              <a:ext cx="302400" cy="1789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17B966F-1C1A-63D1-8B40-ADA9C9D6CD0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64575" y="1431375"/>
                <a:ext cx="314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1D066BD-550F-E49F-CE0D-296F96157C45}"/>
                  </a:ext>
                </a:extLst>
              </p14:cNvPr>
              <p14:cNvContentPartPr/>
              <p14:nvPr/>
            </p14:nvContentPartPr>
            <p14:xfrm>
              <a:off x="5573175" y="1554135"/>
              <a:ext cx="14040" cy="252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1D066BD-550F-E49F-CE0D-296F96157C4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567055" y="1548015"/>
                <a:ext cx="262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22C6FC1-4290-ACD0-253F-49BDF58A34CF}"/>
                  </a:ext>
                </a:extLst>
              </p14:cNvPr>
              <p14:cNvContentPartPr/>
              <p14:nvPr/>
            </p14:nvContentPartPr>
            <p14:xfrm>
              <a:off x="7912815" y="625335"/>
              <a:ext cx="66600" cy="42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22C6FC1-4290-ACD0-253F-49BDF58A34C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906695" y="619215"/>
                <a:ext cx="788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57A66FE-4625-0FB6-1C74-0D9F96803C0A}"/>
                  </a:ext>
                </a:extLst>
              </p14:cNvPr>
              <p14:cNvContentPartPr/>
              <p14:nvPr/>
            </p14:nvContentPartPr>
            <p14:xfrm>
              <a:off x="7835055" y="1142655"/>
              <a:ext cx="23400" cy="75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57A66FE-4625-0FB6-1C74-0D9F96803C0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828935" y="1136535"/>
                <a:ext cx="356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9E64090-9C9F-E331-59F2-22A93E9A6825}"/>
                  </a:ext>
                </a:extLst>
              </p14:cNvPr>
              <p14:cNvContentPartPr/>
              <p14:nvPr/>
            </p14:nvContentPartPr>
            <p14:xfrm>
              <a:off x="8083095" y="1051215"/>
              <a:ext cx="146520" cy="35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9E64090-9C9F-E331-59F2-22A93E9A682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076975" y="1045095"/>
                <a:ext cx="1587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4F338857-C58C-81DF-CC3A-97434E6B1F8F}"/>
                  </a:ext>
                </a:extLst>
              </p14:cNvPr>
              <p14:cNvContentPartPr/>
              <p14:nvPr/>
            </p14:nvContentPartPr>
            <p14:xfrm>
              <a:off x="8841975" y="497535"/>
              <a:ext cx="966240" cy="3276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4F338857-C58C-81DF-CC3A-97434E6B1F8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35855" y="491415"/>
                <a:ext cx="97848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96C85DD-812C-116C-AE61-2713CF6A4679}"/>
                  </a:ext>
                </a:extLst>
              </p14:cNvPr>
              <p14:cNvContentPartPr/>
              <p14:nvPr/>
            </p14:nvContentPartPr>
            <p14:xfrm>
              <a:off x="9862935" y="788775"/>
              <a:ext cx="15120" cy="169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96C85DD-812C-116C-AE61-2713CF6A467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856815" y="782655"/>
                <a:ext cx="27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5320A96-800A-CEDA-713C-C73552338C6C}"/>
                  </a:ext>
                </a:extLst>
              </p14:cNvPr>
              <p14:cNvContentPartPr/>
              <p14:nvPr/>
            </p14:nvContentPartPr>
            <p14:xfrm>
              <a:off x="5148015" y="1645935"/>
              <a:ext cx="26640" cy="457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5320A96-800A-CEDA-713C-C73552338C6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141895" y="1639815"/>
                <a:ext cx="388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E7D2358-41A9-8D54-7CD2-79955585ABF4}"/>
                  </a:ext>
                </a:extLst>
              </p14:cNvPr>
              <p14:cNvContentPartPr/>
              <p14:nvPr/>
            </p14:nvContentPartPr>
            <p14:xfrm>
              <a:off x="2364855" y="1859415"/>
              <a:ext cx="5399640" cy="10180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E7D2358-41A9-8D54-7CD2-79955585ABF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358735" y="1853295"/>
                <a:ext cx="5411880" cy="10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9E7347E9-BB8B-73DC-DED9-F245D96A5150}"/>
                  </a:ext>
                </a:extLst>
              </p14:cNvPr>
              <p14:cNvContentPartPr/>
              <p14:nvPr/>
            </p14:nvContentPartPr>
            <p14:xfrm>
              <a:off x="7507095" y="2194215"/>
              <a:ext cx="353880" cy="4384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9E7347E9-BB8B-73DC-DED9-F245D96A515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500975" y="2188095"/>
                <a:ext cx="36612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B64DAD9-DAF4-D7D3-354F-41792EFCF495}"/>
                  </a:ext>
                </a:extLst>
              </p14:cNvPr>
              <p14:cNvContentPartPr/>
              <p14:nvPr/>
            </p14:nvContentPartPr>
            <p14:xfrm>
              <a:off x="7742535" y="2688855"/>
              <a:ext cx="15120" cy="25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B64DAD9-DAF4-D7D3-354F-41792EFCF49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736415" y="2682735"/>
                <a:ext cx="273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77F3655-1BFD-786D-B460-9A76DED78823}"/>
                  </a:ext>
                </a:extLst>
              </p14:cNvPr>
              <p14:cNvContentPartPr/>
              <p14:nvPr/>
            </p14:nvContentPartPr>
            <p14:xfrm>
              <a:off x="1793175" y="3017535"/>
              <a:ext cx="345600" cy="2052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77F3655-1BFD-786D-B460-9A76DED7882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787055" y="3011415"/>
                <a:ext cx="357840" cy="20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4071750E-C14B-62EC-AC77-3CD75E6934C3}"/>
                  </a:ext>
                </a:extLst>
              </p14:cNvPr>
              <p14:cNvContentPartPr/>
              <p14:nvPr/>
            </p14:nvContentPartPr>
            <p14:xfrm>
              <a:off x="7285695" y="2949855"/>
              <a:ext cx="569160" cy="1768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4071750E-C14B-62EC-AC77-3CD75E6934C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279575" y="2943735"/>
                <a:ext cx="581400" cy="17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02C81C06-7E98-E653-004D-CD6CE9B23A71}"/>
                  </a:ext>
                </a:extLst>
              </p14:cNvPr>
              <p14:cNvContentPartPr/>
              <p14:nvPr/>
            </p14:nvContentPartPr>
            <p14:xfrm>
              <a:off x="2504175" y="5751375"/>
              <a:ext cx="35640" cy="547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02C81C06-7E98-E653-004D-CD6CE9B23A7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498055" y="5745255"/>
                <a:ext cx="478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5D9D6F6-2036-E52B-A01D-33D0AF99FCA6}"/>
                  </a:ext>
                </a:extLst>
              </p14:cNvPr>
              <p14:cNvContentPartPr/>
              <p14:nvPr/>
            </p14:nvContentPartPr>
            <p14:xfrm>
              <a:off x="6894375" y="5633655"/>
              <a:ext cx="104400" cy="892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5D9D6F6-2036-E52B-A01D-33D0AF99FCA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888255" y="5627535"/>
                <a:ext cx="11664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E98843C-3C62-D1DC-CEA5-0308AC37B970}"/>
              </a:ext>
            </a:extLst>
          </p:cNvPr>
          <p:cNvGrpSpPr/>
          <p:nvPr/>
        </p:nvGrpSpPr>
        <p:grpSpPr>
          <a:xfrm>
            <a:off x="7492335" y="5794935"/>
            <a:ext cx="921600" cy="815760"/>
            <a:chOff x="7492335" y="5794935"/>
            <a:chExt cx="921600" cy="81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33FF53-9101-1E52-4E96-B23D5073BF60}"/>
                    </a:ext>
                  </a:extLst>
                </p14:cNvPr>
                <p14:cNvContentPartPr/>
                <p14:nvPr/>
              </p14:nvContentPartPr>
              <p14:xfrm>
                <a:off x="7626975" y="5794935"/>
                <a:ext cx="381960" cy="514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33FF53-9101-1E52-4E96-B23D5073BF6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620855" y="5788815"/>
                  <a:ext cx="3942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5957BC3-9BDD-77D5-161C-5920F38BA6F4}"/>
                    </a:ext>
                  </a:extLst>
                </p14:cNvPr>
                <p14:cNvContentPartPr/>
                <p14:nvPr/>
              </p14:nvContentPartPr>
              <p14:xfrm>
                <a:off x="8042055" y="5895375"/>
                <a:ext cx="149040" cy="40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5957BC3-9BDD-77D5-161C-5920F38BA6F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35935" y="5889255"/>
                  <a:ext cx="161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9E68CAF-B3FE-82AE-3860-3512FB0FC1B7}"/>
                    </a:ext>
                  </a:extLst>
                </p14:cNvPr>
                <p14:cNvContentPartPr/>
                <p14:nvPr/>
              </p14:nvContentPartPr>
              <p14:xfrm>
                <a:off x="8106135" y="6095895"/>
                <a:ext cx="175320" cy="204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9E68CAF-B3FE-82AE-3860-3512FB0FC1B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00015" y="6089775"/>
                  <a:ext cx="187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B011B31-6DF8-0BB6-7D65-030B0CD70192}"/>
                    </a:ext>
                  </a:extLst>
                </p14:cNvPr>
                <p14:cNvContentPartPr/>
                <p14:nvPr/>
              </p14:nvContentPartPr>
              <p14:xfrm>
                <a:off x="8053575" y="6191655"/>
                <a:ext cx="360360" cy="2390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B011B31-6DF8-0BB6-7D65-030B0CD701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47455" y="6185535"/>
                  <a:ext cx="372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65BEEB2-C44A-A595-AFC8-347918E176A2}"/>
                    </a:ext>
                  </a:extLst>
                </p14:cNvPr>
                <p14:cNvContentPartPr/>
                <p14:nvPr/>
              </p14:nvContentPartPr>
              <p14:xfrm>
                <a:off x="7562175" y="6322335"/>
                <a:ext cx="160200" cy="288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65BEEB2-C44A-A595-AFC8-347918E176A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556055" y="6316215"/>
                  <a:ext cx="172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D66BA0A-BCFB-9079-F3DD-C776624DAAAD}"/>
                    </a:ext>
                  </a:extLst>
                </p14:cNvPr>
                <p14:cNvContentPartPr/>
                <p14:nvPr/>
              </p14:nvContentPartPr>
              <p14:xfrm>
                <a:off x="7492335" y="6444735"/>
                <a:ext cx="276840" cy="34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D66BA0A-BCFB-9079-F3DD-C776624DAAA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86215" y="6438615"/>
                  <a:ext cx="289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B2FF50A-EF78-AB82-742E-51FAF5E35ADB}"/>
                    </a:ext>
                  </a:extLst>
                </p14:cNvPr>
                <p14:cNvContentPartPr/>
                <p14:nvPr/>
              </p14:nvContentPartPr>
              <p14:xfrm>
                <a:off x="7960695" y="6411615"/>
                <a:ext cx="25560" cy="156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B2FF50A-EF78-AB82-742E-51FAF5E35A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54575" y="6405495"/>
                  <a:ext cx="37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FC0F819-DD0F-2315-CEAA-79742BAF4319}"/>
                    </a:ext>
                  </a:extLst>
                </p14:cNvPr>
                <p14:cNvContentPartPr/>
                <p14:nvPr/>
              </p14:nvContentPartPr>
              <p14:xfrm>
                <a:off x="7745775" y="6432495"/>
                <a:ext cx="305640" cy="150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FC0F819-DD0F-2315-CEAA-79742BAF431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39655" y="6426375"/>
                  <a:ext cx="317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61FE1C2-D674-483E-BD42-8082270F8178}"/>
                    </a:ext>
                  </a:extLst>
                </p14:cNvPr>
                <p14:cNvContentPartPr/>
                <p14:nvPr/>
              </p14:nvContentPartPr>
              <p14:xfrm>
                <a:off x="8187135" y="6450855"/>
                <a:ext cx="10800" cy="20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61FE1C2-D674-483E-BD42-8082270F817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81015" y="6444735"/>
                  <a:ext cx="230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E102733-32AC-DA89-302D-87C4B4FA6A48}"/>
                  </a:ext>
                </a:extLst>
              </p14:cNvPr>
              <p14:cNvContentPartPr/>
              <p14:nvPr/>
            </p14:nvContentPartPr>
            <p14:xfrm>
              <a:off x="6803655" y="4855695"/>
              <a:ext cx="31320" cy="106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E102733-32AC-DA89-302D-87C4B4FA6A4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797535" y="4849575"/>
                <a:ext cx="43560" cy="11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05E3336-6EFE-FDCC-DF00-756B72A0EA0F}"/>
              </a:ext>
            </a:extLst>
          </p:cNvPr>
          <p:cNvGrpSpPr/>
          <p:nvPr/>
        </p:nvGrpSpPr>
        <p:grpSpPr>
          <a:xfrm>
            <a:off x="1363695" y="2346855"/>
            <a:ext cx="3629520" cy="4244400"/>
            <a:chOff x="1363695" y="2346855"/>
            <a:chExt cx="3629520" cy="424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9199E4-B7D3-57D9-972A-09109E0D52B9}"/>
                    </a:ext>
                  </a:extLst>
                </p14:cNvPr>
                <p14:cNvContentPartPr/>
                <p14:nvPr/>
              </p14:nvContentPartPr>
              <p14:xfrm>
                <a:off x="1465215" y="2372055"/>
                <a:ext cx="419400" cy="3511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9199E4-B7D3-57D9-972A-09109E0D52B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59095" y="2365935"/>
                  <a:ext cx="431640" cy="35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28C0EFF-0758-7E6D-C243-A002ADAAA6F3}"/>
                    </a:ext>
                  </a:extLst>
                </p14:cNvPr>
                <p14:cNvContentPartPr/>
                <p14:nvPr/>
              </p14:nvContentPartPr>
              <p14:xfrm>
                <a:off x="1919175" y="2346855"/>
                <a:ext cx="3074040" cy="3443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28C0EFF-0758-7E6D-C243-A002ADAAA6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13055" y="2340735"/>
                  <a:ext cx="3086280" cy="34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CF1FCC-B5E1-8C86-D72D-64154C9FEDD3}"/>
                    </a:ext>
                  </a:extLst>
                </p14:cNvPr>
                <p14:cNvContentPartPr/>
                <p14:nvPr/>
              </p14:nvContentPartPr>
              <p14:xfrm>
                <a:off x="1363695" y="5795655"/>
                <a:ext cx="3508200" cy="9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CF1FCC-B5E1-8C86-D72D-64154C9FEDD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57575" y="5789535"/>
                  <a:ext cx="3520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2300D0-B975-82CF-7BBA-98041463CC9E}"/>
                    </a:ext>
                  </a:extLst>
                </p14:cNvPr>
                <p14:cNvContentPartPr/>
                <p14:nvPr/>
              </p14:nvContentPartPr>
              <p14:xfrm>
                <a:off x="2956695" y="2394735"/>
                <a:ext cx="406440" cy="3484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2300D0-B975-82CF-7BBA-98041463CC9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50575" y="2388615"/>
                  <a:ext cx="418680" cy="34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0F8959-5B7A-7F7F-2D45-E7EBE1EBD9D6}"/>
                    </a:ext>
                  </a:extLst>
                </p14:cNvPr>
                <p14:cNvContentPartPr/>
                <p14:nvPr/>
              </p14:nvContentPartPr>
              <p14:xfrm>
                <a:off x="1976055" y="3033375"/>
                <a:ext cx="50760" cy="6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0F8959-5B7A-7F7F-2D45-E7EBE1EBD9D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69935" y="3027255"/>
                  <a:ext cx="63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51194E-91E6-6D06-6848-C20F14C29357}"/>
                    </a:ext>
                  </a:extLst>
                </p14:cNvPr>
                <p14:cNvContentPartPr/>
                <p14:nvPr/>
              </p14:nvContentPartPr>
              <p14:xfrm>
                <a:off x="1786695" y="3027615"/>
                <a:ext cx="2863440" cy="84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51194E-91E6-6D06-6848-C20F14C2935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80575" y="3021495"/>
                  <a:ext cx="2875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E3DB3E3-B611-C613-9738-34B1578D19CA}"/>
                    </a:ext>
                  </a:extLst>
                </p14:cNvPr>
                <p14:cNvContentPartPr/>
                <p14:nvPr/>
              </p14:nvContentPartPr>
              <p14:xfrm>
                <a:off x="2173695" y="2568975"/>
                <a:ext cx="215280" cy="244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E3DB3E3-B611-C613-9738-34B1578D19C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67575" y="2562855"/>
                  <a:ext cx="227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FD3B37C-88D1-C96E-D65B-DD915FBCCFD5}"/>
                    </a:ext>
                  </a:extLst>
                </p14:cNvPr>
                <p14:cNvContentPartPr/>
                <p14:nvPr/>
              </p14:nvContentPartPr>
              <p14:xfrm>
                <a:off x="2567175" y="2613975"/>
                <a:ext cx="59760" cy="19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FD3B37C-88D1-C96E-D65B-DD915FBCCFD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61055" y="2607855"/>
                  <a:ext cx="72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EC3280-15F2-8FAD-4488-EF3C421A90D1}"/>
                    </a:ext>
                  </a:extLst>
                </p14:cNvPr>
                <p14:cNvContentPartPr/>
                <p14:nvPr/>
              </p14:nvContentPartPr>
              <p14:xfrm>
                <a:off x="2616135" y="2527575"/>
                <a:ext cx="43920" cy="16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EC3280-15F2-8FAD-4488-EF3C421A90D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10015" y="2521455"/>
                  <a:ext cx="56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071A89-4DBD-623E-46E5-ADCE065721FB}"/>
                    </a:ext>
                  </a:extLst>
                </p14:cNvPr>
                <p14:cNvContentPartPr/>
                <p14:nvPr/>
              </p14:nvContentPartPr>
              <p14:xfrm>
                <a:off x="2466375" y="2792895"/>
                <a:ext cx="113400" cy="51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071A89-4DBD-623E-46E5-ADCE065721F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60255" y="2786775"/>
                  <a:ext cx="125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CB2C53-1A0C-8872-8E67-B4252626F778}"/>
                    </a:ext>
                  </a:extLst>
                </p14:cNvPr>
                <p14:cNvContentPartPr/>
                <p14:nvPr/>
              </p14:nvContentPartPr>
              <p14:xfrm>
                <a:off x="2757975" y="2582295"/>
                <a:ext cx="58320" cy="232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CB2C53-1A0C-8872-8E67-B4252626F77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51855" y="2576175"/>
                  <a:ext cx="705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8B4DFC6-56A1-9475-0834-21B0CF7BB85D}"/>
                    </a:ext>
                  </a:extLst>
                </p14:cNvPr>
                <p14:cNvContentPartPr/>
                <p14:nvPr/>
              </p14:nvContentPartPr>
              <p14:xfrm>
                <a:off x="2693895" y="2549895"/>
                <a:ext cx="215280" cy="369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8B4DFC6-56A1-9475-0834-21B0CF7BB85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687775" y="2543775"/>
                  <a:ext cx="2275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140904-9F85-EA43-AE75-9E3622434450}"/>
                    </a:ext>
                  </a:extLst>
                </p14:cNvPr>
                <p14:cNvContentPartPr/>
                <p14:nvPr/>
              </p14:nvContentPartPr>
              <p14:xfrm>
                <a:off x="2386455" y="2699295"/>
                <a:ext cx="12960" cy="21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140904-9F85-EA43-AE75-9E362243445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80335" y="2693175"/>
                  <a:ext cx="25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CA52E6-C956-32B5-2A6D-76D636F435C5}"/>
                    </a:ext>
                  </a:extLst>
                </p14:cNvPr>
                <p14:cNvContentPartPr/>
                <p14:nvPr/>
              </p14:nvContentPartPr>
              <p14:xfrm>
                <a:off x="2294655" y="3211575"/>
                <a:ext cx="167400" cy="480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CA52E6-C956-32B5-2A6D-76D636F435C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88535" y="3205455"/>
                  <a:ext cx="1796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80C6E0-B68F-AE24-4074-75B25C37837C}"/>
                    </a:ext>
                  </a:extLst>
                </p14:cNvPr>
                <p14:cNvContentPartPr/>
                <p14:nvPr/>
              </p14:nvContentPartPr>
              <p14:xfrm>
                <a:off x="2156775" y="4063335"/>
                <a:ext cx="378360" cy="367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80C6E0-B68F-AE24-4074-75B25C37837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50655" y="4057215"/>
                  <a:ext cx="3906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F72AEDF-8DF1-5D31-0D4B-22AFA3092ECB}"/>
                    </a:ext>
                  </a:extLst>
                </p14:cNvPr>
                <p14:cNvContentPartPr/>
                <p14:nvPr/>
              </p14:nvContentPartPr>
              <p14:xfrm>
                <a:off x="2201415" y="4757055"/>
                <a:ext cx="256680" cy="520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F72AEDF-8DF1-5D31-0D4B-22AFA3092EC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95295" y="4750935"/>
                  <a:ext cx="2689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16C3491-515C-2D72-1DBD-E9DE70A285D3}"/>
                    </a:ext>
                  </a:extLst>
                </p14:cNvPr>
                <p14:cNvContentPartPr/>
                <p14:nvPr/>
              </p14:nvContentPartPr>
              <p14:xfrm>
                <a:off x="2275575" y="5371935"/>
                <a:ext cx="7200" cy="16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16C3491-515C-2D72-1DBD-E9DE70A285D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69455" y="5365815"/>
                  <a:ext cx="19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CC86EC-8B88-C1A0-DE81-3652AF99F4F2}"/>
                    </a:ext>
                  </a:extLst>
                </p14:cNvPr>
                <p14:cNvContentPartPr/>
                <p14:nvPr/>
              </p14:nvContentPartPr>
              <p14:xfrm>
                <a:off x="2245695" y="5322615"/>
                <a:ext cx="261000" cy="356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CC86EC-8B88-C1A0-DE81-3652AF99F4F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39575" y="5316495"/>
                  <a:ext cx="2732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0AF79D-CD30-C523-00C3-1EADE9F0F3AF}"/>
                    </a:ext>
                  </a:extLst>
                </p14:cNvPr>
                <p14:cNvContentPartPr/>
                <p14:nvPr/>
              </p14:nvContentPartPr>
              <p14:xfrm>
                <a:off x="3700815" y="2754735"/>
                <a:ext cx="65520" cy="219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0AF79D-CD30-C523-00C3-1EADE9F0F3A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94695" y="2748615"/>
                  <a:ext cx="77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B6E058-7354-9F33-CCF6-2C69AD4A4721}"/>
                    </a:ext>
                  </a:extLst>
                </p14:cNvPr>
                <p14:cNvContentPartPr/>
                <p14:nvPr/>
              </p14:nvContentPartPr>
              <p14:xfrm>
                <a:off x="3746535" y="2648175"/>
                <a:ext cx="120960" cy="9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B6E058-7354-9F33-CCF6-2C69AD4A472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40415" y="2642055"/>
                  <a:ext cx="133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69C4B01-6343-87B8-39FB-9B271D3F62D4}"/>
                    </a:ext>
                  </a:extLst>
                </p14:cNvPr>
                <p14:cNvContentPartPr/>
                <p14:nvPr/>
              </p14:nvContentPartPr>
              <p14:xfrm>
                <a:off x="3940935" y="2810175"/>
                <a:ext cx="257400" cy="174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69C4B01-6343-87B8-39FB-9B271D3F62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34815" y="2804055"/>
                  <a:ext cx="269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CAA9389-5CA1-4BAA-0C80-EADF62B88EFD}"/>
                    </a:ext>
                  </a:extLst>
                </p14:cNvPr>
                <p14:cNvContentPartPr/>
                <p14:nvPr/>
              </p14:nvContentPartPr>
              <p14:xfrm>
                <a:off x="4224615" y="2672295"/>
                <a:ext cx="156600" cy="255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CAA9389-5CA1-4BAA-0C80-EADF62B88EF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18495" y="2666175"/>
                  <a:ext cx="1688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72A305E-83FB-08BB-6E30-380EC8354D85}"/>
                    </a:ext>
                  </a:extLst>
                </p14:cNvPr>
                <p14:cNvContentPartPr/>
                <p14:nvPr/>
              </p14:nvContentPartPr>
              <p14:xfrm>
                <a:off x="3879015" y="3225255"/>
                <a:ext cx="291960" cy="501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72A305E-83FB-08BB-6E30-380EC8354D8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72895" y="3219135"/>
                  <a:ext cx="30420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870774-6A4B-D0C2-3A30-50689184D567}"/>
                    </a:ext>
                  </a:extLst>
                </p14:cNvPr>
                <p14:cNvContentPartPr/>
                <p14:nvPr/>
              </p14:nvContentPartPr>
              <p14:xfrm>
                <a:off x="3978735" y="3397695"/>
                <a:ext cx="297720" cy="44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870774-6A4B-D0C2-3A30-50689184D56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72615" y="3391575"/>
                  <a:ext cx="309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B08A532-8CF9-37EB-4B30-8305669CD3DF}"/>
                    </a:ext>
                  </a:extLst>
                </p14:cNvPr>
                <p14:cNvContentPartPr/>
                <p14:nvPr/>
              </p14:nvContentPartPr>
              <p14:xfrm>
                <a:off x="4239375" y="3209415"/>
                <a:ext cx="310680" cy="463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B08A532-8CF9-37EB-4B30-8305669CD3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33255" y="3203295"/>
                  <a:ext cx="32292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08938D-6A19-2CE5-D1BB-588963E1DA2C}"/>
                    </a:ext>
                  </a:extLst>
                </p14:cNvPr>
                <p14:cNvContentPartPr/>
                <p14:nvPr/>
              </p14:nvContentPartPr>
              <p14:xfrm>
                <a:off x="3752295" y="3940575"/>
                <a:ext cx="275760" cy="264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08938D-6A19-2CE5-D1BB-588963E1DA2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46175" y="3934455"/>
                  <a:ext cx="288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44A409D-D8F8-4ECD-2154-2F9D3527CAA7}"/>
                    </a:ext>
                  </a:extLst>
                </p14:cNvPr>
                <p14:cNvContentPartPr/>
                <p14:nvPr/>
              </p14:nvContentPartPr>
              <p14:xfrm>
                <a:off x="4223175" y="3925455"/>
                <a:ext cx="110160" cy="261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44A409D-D8F8-4ECD-2154-2F9D3527CAA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217055" y="3919335"/>
                  <a:ext cx="122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2C16EB6-4F7E-1F4F-502E-B78866B5487E}"/>
                    </a:ext>
                  </a:extLst>
                </p14:cNvPr>
                <p14:cNvContentPartPr/>
                <p14:nvPr/>
              </p14:nvContentPartPr>
              <p14:xfrm>
                <a:off x="4111215" y="3836535"/>
                <a:ext cx="343800" cy="442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2C16EB6-4F7E-1F4F-502E-B78866B5487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105095" y="3830415"/>
                  <a:ext cx="3560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6F914AF-7BD6-C0AD-05D9-CF4CE3D94FC9}"/>
                    </a:ext>
                  </a:extLst>
                </p14:cNvPr>
                <p14:cNvContentPartPr/>
                <p14:nvPr/>
              </p14:nvContentPartPr>
              <p14:xfrm>
                <a:off x="3611535" y="4633575"/>
                <a:ext cx="165960" cy="291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6F914AF-7BD6-C0AD-05D9-CF4CE3D94FC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05415" y="4627455"/>
                  <a:ext cx="1782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7819AD3-2B57-EFCA-F660-E9CD18B659AC}"/>
                    </a:ext>
                  </a:extLst>
                </p14:cNvPr>
                <p14:cNvContentPartPr/>
                <p14:nvPr/>
              </p14:nvContentPartPr>
              <p14:xfrm>
                <a:off x="3537375" y="4515855"/>
                <a:ext cx="373320" cy="412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7819AD3-2B57-EFCA-F660-E9CD18B659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31255" y="4509735"/>
                  <a:ext cx="3855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88ED6F8-70FA-C3B3-721D-9DE306A45449}"/>
                    </a:ext>
                  </a:extLst>
                </p14:cNvPr>
                <p14:cNvContentPartPr/>
                <p14:nvPr/>
              </p14:nvContentPartPr>
              <p14:xfrm>
                <a:off x="3920415" y="4724655"/>
                <a:ext cx="77040" cy="175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88ED6F8-70FA-C3B3-721D-9DE306A4544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14295" y="4718535"/>
                  <a:ext cx="89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77B9E72-F0E0-81E4-0A79-8F0F31126813}"/>
                    </a:ext>
                  </a:extLst>
                </p14:cNvPr>
                <p14:cNvContentPartPr/>
                <p14:nvPr/>
              </p14:nvContentPartPr>
              <p14:xfrm>
                <a:off x="4102215" y="4504695"/>
                <a:ext cx="121680" cy="63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77B9E72-F0E0-81E4-0A79-8F0F3112681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96095" y="4498575"/>
                  <a:ext cx="133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4186C29-BE9D-416C-9DC4-3D3809F4D376}"/>
                    </a:ext>
                  </a:extLst>
                </p14:cNvPr>
                <p14:cNvContentPartPr/>
                <p14:nvPr/>
              </p14:nvContentPartPr>
              <p14:xfrm>
                <a:off x="4075935" y="4737975"/>
                <a:ext cx="89640" cy="24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4186C29-BE9D-416C-9DC4-3D3809F4D37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69815" y="4731855"/>
                  <a:ext cx="101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82A7F2-1F92-832C-638F-0FF60600CC78}"/>
                    </a:ext>
                  </a:extLst>
                </p14:cNvPr>
                <p14:cNvContentPartPr/>
                <p14:nvPr/>
              </p14:nvContentPartPr>
              <p14:xfrm>
                <a:off x="3526215" y="5169975"/>
                <a:ext cx="153000" cy="299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82A7F2-1F92-832C-638F-0FF60600CC7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20095" y="5163855"/>
                  <a:ext cx="1652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B57374-5104-F09F-A4E5-716F786C9D0C}"/>
                    </a:ext>
                  </a:extLst>
                </p14:cNvPr>
                <p14:cNvContentPartPr/>
                <p14:nvPr/>
              </p14:nvContentPartPr>
              <p14:xfrm>
                <a:off x="3690735" y="5087895"/>
                <a:ext cx="71280" cy="24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B57374-5104-F09F-A4E5-716F786C9D0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84615" y="5081775"/>
                  <a:ext cx="83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F4902C6-4485-2811-8E09-C42B7FB25C6B}"/>
                    </a:ext>
                  </a:extLst>
                </p14:cNvPr>
                <p14:cNvContentPartPr/>
                <p14:nvPr/>
              </p14:nvContentPartPr>
              <p14:xfrm>
                <a:off x="3604695" y="5263575"/>
                <a:ext cx="190080" cy="42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F4902C6-4485-2811-8E09-C42B7FB25C6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98575" y="5257455"/>
                  <a:ext cx="202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D3E4C6E-1F8C-6134-051C-D952902CAF7F}"/>
                    </a:ext>
                  </a:extLst>
                </p14:cNvPr>
                <p14:cNvContentPartPr/>
                <p14:nvPr/>
              </p14:nvContentPartPr>
              <p14:xfrm>
                <a:off x="3843735" y="5225775"/>
                <a:ext cx="142200" cy="205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D3E4C6E-1F8C-6134-051C-D952902CAF7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837615" y="5219655"/>
                  <a:ext cx="154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B3910E1-62E9-EB8B-1142-0C64A59F0AA7}"/>
                    </a:ext>
                  </a:extLst>
                </p14:cNvPr>
                <p14:cNvContentPartPr/>
                <p14:nvPr/>
              </p14:nvContentPartPr>
              <p14:xfrm>
                <a:off x="3992415" y="5066295"/>
                <a:ext cx="138600" cy="14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B3910E1-62E9-EB8B-1142-0C64A59F0AA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86295" y="5060175"/>
                  <a:ext cx="150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9CE9F08-E3CB-5935-AA7A-1691F3476763}"/>
                    </a:ext>
                  </a:extLst>
                </p14:cNvPr>
                <p14:cNvContentPartPr/>
                <p14:nvPr/>
              </p14:nvContentPartPr>
              <p14:xfrm>
                <a:off x="3929415" y="5277255"/>
                <a:ext cx="146520" cy="55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9CE9F08-E3CB-5935-AA7A-1691F347676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23295" y="5271135"/>
                  <a:ext cx="158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F5F2078-6263-D113-143F-5D0131C94FEB}"/>
                    </a:ext>
                  </a:extLst>
                </p14:cNvPr>
                <p14:cNvContentPartPr/>
                <p14:nvPr/>
              </p14:nvContentPartPr>
              <p14:xfrm>
                <a:off x="2238855" y="6098055"/>
                <a:ext cx="390240" cy="383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F5F2078-6263-D113-143F-5D0131C94FE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32735" y="6091935"/>
                  <a:ext cx="4024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158B705-A226-E3EE-527C-49A1B5915F98}"/>
                    </a:ext>
                  </a:extLst>
                </p14:cNvPr>
                <p14:cNvContentPartPr/>
                <p14:nvPr/>
              </p14:nvContentPartPr>
              <p14:xfrm>
                <a:off x="2154255" y="6101295"/>
                <a:ext cx="619920" cy="489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158B705-A226-E3EE-527C-49A1B5915F9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148135" y="6095175"/>
                  <a:ext cx="6321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2560420-F266-BDC0-5F7B-C2571D26E55B}"/>
                    </a:ext>
                  </a:extLst>
                </p14:cNvPr>
                <p14:cNvContentPartPr/>
                <p14:nvPr/>
              </p14:nvContentPartPr>
              <p14:xfrm>
                <a:off x="2121855" y="5938575"/>
                <a:ext cx="45360" cy="47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2560420-F266-BDC0-5F7B-C2571D26E55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15735" y="5932455"/>
                  <a:ext cx="57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776DD08-2606-4F11-D173-BA8C7AE3A05A}"/>
                    </a:ext>
                  </a:extLst>
                </p14:cNvPr>
                <p14:cNvContentPartPr/>
                <p14:nvPr/>
              </p14:nvContentPartPr>
              <p14:xfrm>
                <a:off x="2121135" y="5281575"/>
                <a:ext cx="6120" cy="16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776DD08-2606-4F11-D173-BA8C7AE3A05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115015" y="5275455"/>
                  <a:ext cx="1836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0EB8AB6-79BC-CE09-6661-25D208BBA7F5}"/>
                  </a:ext>
                </a:extLst>
              </p14:cNvPr>
              <p14:cNvContentPartPr/>
              <p14:nvPr/>
            </p14:nvContentPartPr>
            <p14:xfrm>
              <a:off x="6821295" y="5251695"/>
              <a:ext cx="189000" cy="65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0EB8AB6-79BC-CE09-6661-25D208BBA7F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815175" y="5245575"/>
                <a:ext cx="201240" cy="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49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96F942-38A3-3710-E43D-55FB7AACC755}"/>
                  </a:ext>
                </a:extLst>
              </p14:cNvPr>
              <p14:cNvContentPartPr/>
              <p14:nvPr/>
            </p14:nvContentPartPr>
            <p14:xfrm>
              <a:off x="980655" y="487815"/>
              <a:ext cx="993240" cy="626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96F942-38A3-3710-E43D-55FB7AACC7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4535" y="481695"/>
                <a:ext cx="100548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724376-A8EA-3391-AEB0-C657BEE6BE13}"/>
                  </a:ext>
                </a:extLst>
              </p14:cNvPr>
              <p14:cNvContentPartPr/>
              <p14:nvPr/>
            </p14:nvContentPartPr>
            <p14:xfrm>
              <a:off x="2343975" y="691575"/>
              <a:ext cx="369720" cy="403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724376-A8EA-3391-AEB0-C657BEE6BE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7855" y="685455"/>
                <a:ext cx="38196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0C8723-7CDB-BB8E-DAB0-6326DA71193A}"/>
                  </a:ext>
                </a:extLst>
              </p14:cNvPr>
              <p14:cNvContentPartPr/>
              <p14:nvPr/>
            </p14:nvContentPartPr>
            <p14:xfrm>
              <a:off x="2796495" y="489255"/>
              <a:ext cx="863640" cy="611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0C8723-7CDB-BB8E-DAB0-6326DA7119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90375" y="483135"/>
                <a:ext cx="875880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CFEE541-8647-B961-6644-290BF85C287A}"/>
                  </a:ext>
                </a:extLst>
              </p14:cNvPr>
              <p14:cNvContentPartPr/>
              <p14:nvPr/>
            </p14:nvContentPartPr>
            <p14:xfrm>
              <a:off x="3834735" y="549375"/>
              <a:ext cx="51840" cy="8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CFEE541-8647-B961-6644-290BF85C28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8615" y="543255"/>
                <a:ext cx="640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6868C45-7F9B-5184-6FBA-ACBAA2A279FD}"/>
                  </a:ext>
                </a:extLst>
              </p14:cNvPr>
              <p14:cNvContentPartPr/>
              <p14:nvPr/>
            </p14:nvContentPartPr>
            <p14:xfrm>
              <a:off x="3908895" y="793455"/>
              <a:ext cx="305640" cy="377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6868C45-7F9B-5184-6FBA-ACBAA2A279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02775" y="787335"/>
                <a:ext cx="31788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0E7659-C330-16B1-23ED-861495F9FAE4}"/>
                  </a:ext>
                </a:extLst>
              </p14:cNvPr>
              <p14:cNvContentPartPr/>
              <p14:nvPr/>
            </p14:nvContentPartPr>
            <p14:xfrm>
              <a:off x="4548255" y="721455"/>
              <a:ext cx="394200" cy="404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0E7659-C330-16B1-23ED-861495F9FA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42135" y="715335"/>
                <a:ext cx="40644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86EE4D7-F7AE-C67C-3FD0-1288A33A466B}"/>
                  </a:ext>
                </a:extLst>
              </p14:cNvPr>
              <p14:cNvContentPartPr/>
              <p14:nvPr/>
            </p14:nvContentPartPr>
            <p14:xfrm>
              <a:off x="5396415" y="436695"/>
              <a:ext cx="747360" cy="789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86EE4D7-F7AE-C67C-3FD0-1288A33A46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0295" y="430575"/>
                <a:ext cx="759600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BDBECBF-170C-8073-E60B-338314F37BFB}"/>
                  </a:ext>
                </a:extLst>
              </p14:cNvPr>
              <p14:cNvContentPartPr/>
              <p14:nvPr/>
            </p14:nvContentPartPr>
            <p14:xfrm>
              <a:off x="6364095" y="689415"/>
              <a:ext cx="33480" cy="61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DBECBF-170C-8073-E60B-338314F37BF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57975" y="683295"/>
                <a:ext cx="457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B215FD6-337C-4634-7255-8DBBF83B6186}"/>
                  </a:ext>
                </a:extLst>
              </p14:cNvPr>
              <p14:cNvContentPartPr/>
              <p14:nvPr/>
            </p14:nvContentPartPr>
            <p14:xfrm>
              <a:off x="6704655" y="513375"/>
              <a:ext cx="236880" cy="560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B215FD6-337C-4634-7255-8DBBF83B618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98535" y="507255"/>
                <a:ext cx="24912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7AB2294-DC80-BF58-9094-C95C91C8C7F2}"/>
                  </a:ext>
                </a:extLst>
              </p14:cNvPr>
              <p14:cNvContentPartPr/>
              <p14:nvPr/>
            </p14:nvContentPartPr>
            <p14:xfrm>
              <a:off x="6717255" y="703455"/>
              <a:ext cx="1041480" cy="1151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7AB2294-DC80-BF58-9094-C95C91C8C7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11135" y="697335"/>
                <a:ext cx="1053720" cy="11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7854AB3-1E3D-339D-D7AF-D0340BE844F6}"/>
                  </a:ext>
                </a:extLst>
              </p14:cNvPr>
              <p14:cNvContentPartPr/>
              <p14:nvPr/>
            </p14:nvContentPartPr>
            <p14:xfrm>
              <a:off x="8289015" y="837375"/>
              <a:ext cx="202680" cy="55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7854AB3-1E3D-339D-D7AF-D0340BE844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82895" y="831255"/>
                <a:ext cx="21492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27FD0091-B4AA-D17B-E4CA-0B0F5D1C24D9}"/>
              </a:ext>
            </a:extLst>
          </p:cNvPr>
          <p:cNvGrpSpPr/>
          <p:nvPr/>
        </p:nvGrpSpPr>
        <p:grpSpPr>
          <a:xfrm>
            <a:off x="763215" y="1498335"/>
            <a:ext cx="9692280" cy="4606560"/>
            <a:chOff x="763215" y="1498335"/>
            <a:chExt cx="9692280" cy="460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28FCAB-C87C-0B7D-4912-44A6E587B287}"/>
                    </a:ext>
                  </a:extLst>
                </p14:cNvPr>
                <p14:cNvContentPartPr/>
                <p14:nvPr/>
              </p14:nvContentPartPr>
              <p14:xfrm>
                <a:off x="2271975" y="2104575"/>
                <a:ext cx="534240" cy="2624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28FCAB-C87C-0B7D-4912-44A6E587B2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5855" y="2098455"/>
                  <a:ext cx="546480" cy="263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315184-DCD8-C65C-7214-781E05359D1F}"/>
                    </a:ext>
                  </a:extLst>
                </p14:cNvPr>
                <p14:cNvContentPartPr/>
                <p14:nvPr/>
              </p14:nvContentPartPr>
              <p14:xfrm>
                <a:off x="1224015" y="1995495"/>
                <a:ext cx="3543840" cy="249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9315184-DCD8-C65C-7214-781E05359D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17895" y="1989375"/>
                  <a:ext cx="3556080" cy="25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6E1154-EA64-6DFB-5FBE-B1794B4AF3DF}"/>
                    </a:ext>
                  </a:extLst>
                </p14:cNvPr>
                <p14:cNvContentPartPr/>
                <p14:nvPr/>
              </p14:nvContentPartPr>
              <p14:xfrm>
                <a:off x="763215" y="2039055"/>
                <a:ext cx="3538080" cy="2995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6E1154-EA64-6DFB-5FBE-B1794B4AF3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7095" y="2032935"/>
                  <a:ext cx="3550320" cy="30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D49AA5-29EA-6CFD-FD70-5D1DEE554EF6}"/>
                    </a:ext>
                  </a:extLst>
                </p14:cNvPr>
                <p14:cNvContentPartPr/>
                <p14:nvPr/>
              </p14:nvContentPartPr>
              <p14:xfrm>
                <a:off x="4077015" y="4525575"/>
                <a:ext cx="149400" cy="309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D49AA5-29EA-6CFD-FD70-5D1DEE554E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70895" y="4519455"/>
                  <a:ext cx="161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BB331C-00E4-AB9A-DA8B-A8E55F4E1E3F}"/>
                    </a:ext>
                  </a:extLst>
                </p14:cNvPr>
                <p14:cNvContentPartPr/>
                <p14:nvPr/>
              </p14:nvContentPartPr>
              <p14:xfrm>
                <a:off x="1145175" y="2711535"/>
                <a:ext cx="3716280" cy="6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BB331C-00E4-AB9A-DA8B-A8E55F4E1E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39055" y="2705415"/>
                  <a:ext cx="3728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D15234-588A-2BF1-9E90-8960940A4DC1}"/>
                    </a:ext>
                  </a:extLst>
                </p14:cNvPr>
                <p14:cNvContentPartPr/>
                <p14:nvPr/>
              </p14:nvContentPartPr>
              <p14:xfrm>
                <a:off x="1530015" y="2147415"/>
                <a:ext cx="172080" cy="383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D15234-588A-2BF1-9E90-8960940A4D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23895" y="2141295"/>
                  <a:ext cx="1843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528BF9-6BED-2A7D-A9BA-6EF988EB08CB}"/>
                    </a:ext>
                  </a:extLst>
                </p14:cNvPr>
                <p14:cNvContentPartPr/>
                <p14:nvPr/>
              </p14:nvContentPartPr>
              <p14:xfrm>
                <a:off x="2030775" y="2245695"/>
                <a:ext cx="17640" cy="195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528BF9-6BED-2A7D-A9BA-6EF988EB08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24655" y="2239575"/>
                  <a:ext cx="29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11C85F-5C6A-EEF9-E4CE-2F4F5A611EF4}"/>
                    </a:ext>
                  </a:extLst>
                </p14:cNvPr>
                <p14:cNvContentPartPr/>
                <p14:nvPr/>
              </p14:nvContentPartPr>
              <p14:xfrm>
                <a:off x="1928175" y="2039055"/>
                <a:ext cx="192240" cy="101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11C85F-5C6A-EEF9-E4CE-2F4F5A611E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22055" y="2032935"/>
                  <a:ext cx="204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E576D96-BA74-4232-DA7C-2C4153D09B2F}"/>
                    </a:ext>
                  </a:extLst>
                </p14:cNvPr>
                <p14:cNvContentPartPr/>
                <p14:nvPr/>
              </p14:nvContentPartPr>
              <p14:xfrm>
                <a:off x="1854735" y="2532975"/>
                <a:ext cx="63360" cy="1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E576D96-BA74-4232-DA7C-2C4153D09B2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48615" y="2526855"/>
                  <a:ext cx="75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414AC2-CAD1-EB7F-540F-12193D040886}"/>
                    </a:ext>
                  </a:extLst>
                </p14:cNvPr>
                <p14:cNvContentPartPr/>
                <p14:nvPr/>
              </p14:nvContentPartPr>
              <p14:xfrm>
                <a:off x="2248215" y="2240655"/>
                <a:ext cx="61920" cy="213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414AC2-CAD1-EB7F-540F-12193D04088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42095" y="2234535"/>
                  <a:ext cx="74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60FC506-7A25-9184-0898-7035C7E2941A}"/>
                    </a:ext>
                  </a:extLst>
                </p14:cNvPr>
                <p14:cNvContentPartPr/>
                <p14:nvPr/>
              </p14:nvContentPartPr>
              <p14:xfrm>
                <a:off x="2146335" y="2122935"/>
                <a:ext cx="309240" cy="443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60FC506-7A25-9184-0898-7035C7E294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40215" y="2116815"/>
                  <a:ext cx="3214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F140BB-C445-E4D2-98E8-8F1B932CC066}"/>
                    </a:ext>
                  </a:extLst>
                </p14:cNvPr>
                <p14:cNvContentPartPr/>
                <p14:nvPr/>
              </p14:nvContentPartPr>
              <p14:xfrm>
                <a:off x="3220935" y="2459895"/>
                <a:ext cx="5652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F140BB-C445-E4D2-98E8-8F1B932CC0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14815" y="2453775"/>
                  <a:ext cx="68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C967DD-0AE8-9CD9-6A64-631EFA8C7E11}"/>
                    </a:ext>
                  </a:extLst>
                </p14:cNvPr>
                <p14:cNvContentPartPr/>
                <p14:nvPr/>
              </p14:nvContentPartPr>
              <p14:xfrm>
                <a:off x="3294735" y="2117175"/>
                <a:ext cx="258120" cy="291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C967DD-0AE8-9CD9-6A64-631EFA8C7E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88615" y="2111055"/>
                  <a:ext cx="2703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E3825FD-00D9-68C7-3DB3-5FA47369960D}"/>
                    </a:ext>
                  </a:extLst>
                </p14:cNvPr>
                <p14:cNvContentPartPr/>
                <p14:nvPr/>
              </p14:nvContentPartPr>
              <p14:xfrm>
                <a:off x="3800175" y="2361975"/>
                <a:ext cx="124920" cy="212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E3825FD-00D9-68C7-3DB3-5FA4736996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94055" y="2355855"/>
                  <a:ext cx="1371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1E3298-CA1D-26B8-52BF-02B24F4D0196}"/>
                    </a:ext>
                  </a:extLst>
                </p14:cNvPr>
                <p14:cNvContentPartPr/>
                <p14:nvPr/>
              </p14:nvContentPartPr>
              <p14:xfrm>
                <a:off x="4003575" y="2286735"/>
                <a:ext cx="182880" cy="267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E3298-CA1D-26B8-52BF-02B24F4D01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7455" y="2280615"/>
                  <a:ext cx="1951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4ACC1A-CBFB-3CEB-9E14-34F45F731027}"/>
                    </a:ext>
                  </a:extLst>
                </p14:cNvPr>
                <p14:cNvContentPartPr/>
                <p14:nvPr/>
              </p14:nvContentPartPr>
              <p14:xfrm>
                <a:off x="4279335" y="2269455"/>
                <a:ext cx="201960" cy="28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4ACC1A-CBFB-3CEB-9E14-34F45F7310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73215" y="2263335"/>
                  <a:ext cx="2142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A1522A-D9E0-782E-9752-F8C4922BFA88}"/>
                    </a:ext>
                  </a:extLst>
                </p14:cNvPr>
                <p14:cNvContentPartPr/>
                <p14:nvPr/>
              </p14:nvContentPartPr>
              <p14:xfrm>
                <a:off x="4597935" y="2437215"/>
                <a:ext cx="15120" cy="11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A1522A-D9E0-782E-9752-F8C4922BFA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91815" y="2431095"/>
                  <a:ext cx="27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3212151-A583-1180-D888-A0F0DC19BAE5}"/>
                    </a:ext>
                  </a:extLst>
                </p14:cNvPr>
                <p14:cNvContentPartPr/>
                <p14:nvPr/>
              </p14:nvContentPartPr>
              <p14:xfrm>
                <a:off x="1834215" y="2745735"/>
                <a:ext cx="132840" cy="420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3212151-A583-1180-D888-A0F0DC19BAE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28095" y="2739615"/>
                  <a:ext cx="14508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44516D-3A85-D32F-7160-AF375A8FC2A8}"/>
                    </a:ext>
                  </a:extLst>
                </p14:cNvPr>
                <p14:cNvContentPartPr/>
                <p14:nvPr/>
              </p14:nvContentPartPr>
              <p14:xfrm>
                <a:off x="1670415" y="3315615"/>
                <a:ext cx="363240" cy="426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44516D-3A85-D32F-7160-AF375A8FC2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64295" y="3309495"/>
                  <a:ext cx="3754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1DEE16D-E5F6-0502-FB7F-ED265956DE49}"/>
                    </a:ext>
                  </a:extLst>
                </p14:cNvPr>
                <p14:cNvContentPartPr/>
                <p14:nvPr/>
              </p14:nvContentPartPr>
              <p14:xfrm>
                <a:off x="1669695" y="3898095"/>
                <a:ext cx="176760" cy="426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1DEE16D-E5F6-0502-FB7F-ED265956DE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63575" y="3891975"/>
                  <a:ext cx="1890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FA670D4-45C7-BE02-BB2E-5C6BD4FC834C}"/>
                    </a:ext>
                  </a:extLst>
                </p14:cNvPr>
                <p14:cNvContentPartPr/>
                <p14:nvPr/>
              </p14:nvContentPartPr>
              <p14:xfrm>
                <a:off x="1682295" y="4445295"/>
                <a:ext cx="320040" cy="301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FA670D4-45C7-BE02-BB2E-5C6BD4FC834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76175" y="4439175"/>
                  <a:ext cx="3322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0E5DB9-91D4-1D2B-94BB-ABC55BE5D6F9}"/>
                    </a:ext>
                  </a:extLst>
                </p14:cNvPr>
                <p14:cNvContentPartPr/>
                <p14:nvPr/>
              </p14:nvContentPartPr>
              <p14:xfrm>
                <a:off x="3419655" y="2934375"/>
                <a:ext cx="219960" cy="26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0E5DB9-91D4-1D2B-94BB-ABC55BE5D6F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13535" y="2928255"/>
                  <a:ext cx="232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6DD52DD-BAB1-F10E-C05B-2C41612B920B}"/>
                    </a:ext>
                  </a:extLst>
                </p14:cNvPr>
                <p14:cNvContentPartPr/>
                <p14:nvPr/>
              </p14:nvContentPartPr>
              <p14:xfrm>
                <a:off x="3170535" y="3462855"/>
                <a:ext cx="375120" cy="106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6DD52DD-BAB1-F10E-C05B-2C41612B920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64415" y="3456735"/>
                  <a:ext cx="387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00502BC-3BA5-3726-D790-33DAC86878A1}"/>
                    </a:ext>
                  </a:extLst>
                </p14:cNvPr>
                <p14:cNvContentPartPr/>
                <p14:nvPr/>
              </p14:nvContentPartPr>
              <p14:xfrm>
                <a:off x="3353415" y="3914295"/>
                <a:ext cx="146520" cy="14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00502BC-3BA5-3726-D790-33DAC86878A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47295" y="3908175"/>
                  <a:ext cx="158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E91B99-4D36-4BB8-965E-76412FC34F9F}"/>
                    </a:ext>
                  </a:extLst>
                </p14:cNvPr>
                <p14:cNvContentPartPr/>
                <p14:nvPr/>
              </p14:nvContentPartPr>
              <p14:xfrm>
                <a:off x="2982975" y="4445295"/>
                <a:ext cx="300960" cy="126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E91B99-4D36-4BB8-965E-76412FC34F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76855" y="4439175"/>
                  <a:ext cx="313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8F8688D-E29D-DE6B-89C4-BD713979CE14}"/>
                    </a:ext>
                  </a:extLst>
                </p14:cNvPr>
                <p14:cNvContentPartPr/>
                <p14:nvPr/>
              </p14:nvContentPartPr>
              <p14:xfrm>
                <a:off x="6374535" y="2242815"/>
                <a:ext cx="478080" cy="2636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8F8688D-E29D-DE6B-89C4-BD713979CE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68415" y="2236695"/>
                  <a:ext cx="490320" cy="26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852077-B8F3-0209-14BF-0D306BD9F0B2}"/>
                    </a:ext>
                  </a:extLst>
                </p14:cNvPr>
                <p14:cNvContentPartPr/>
                <p14:nvPr/>
              </p14:nvContentPartPr>
              <p14:xfrm>
                <a:off x="7004895" y="2101335"/>
                <a:ext cx="3257280" cy="27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852077-B8F3-0209-14BF-0D306BD9F0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98775" y="2095215"/>
                  <a:ext cx="3269520" cy="27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C61839-2816-79A9-9870-A37457045BE2}"/>
                    </a:ext>
                  </a:extLst>
                </p14:cNvPr>
                <p14:cNvContentPartPr/>
                <p14:nvPr/>
              </p14:nvContentPartPr>
              <p14:xfrm>
                <a:off x="8266335" y="2124375"/>
                <a:ext cx="467640" cy="2870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C61839-2816-79A9-9870-A37457045B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60215" y="2118255"/>
                  <a:ext cx="479880" cy="28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83AE6B-F8A2-1018-17FB-AA314E5251F1}"/>
                    </a:ext>
                  </a:extLst>
                </p14:cNvPr>
                <p14:cNvContentPartPr/>
                <p14:nvPr/>
              </p14:nvContentPartPr>
              <p14:xfrm>
                <a:off x="6776655" y="2831775"/>
                <a:ext cx="3678840" cy="193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83AE6B-F8A2-1018-17FB-AA314E5251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70535" y="2825655"/>
                  <a:ext cx="3691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7CF8947-5842-2C16-84AC-CF11E86A4813}"/>
                    </a:ext>
                  </a:extLst>
                </p14:cNvPr>
                <p14:cNvContentPartPr/>
                <p14:nvPr/>
              </p14:nvContentPartPr>
              <p14:xfrm>
                <a:off x="7218015" y="2405175"/>
                <a:ext cx="249120" cy="34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7CF8947-5842-2C16-84AC-CF11E86A48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11895" y="2399055"/>
                  <a:ext cx="2613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89A3E3-4F8C-A04F-1052-E5597F5F1D79}"/>
                    </a:ext>
                  </a:extLst>
                </p14:cNvPr>
                <p14:cNvContentPartPr/>
                <p14:nvPr/>
              </p14:nvContentPartPr>
              <p14:xfrm>
                <a:off x="7781415" y="2404095"/>
                <a:ext cx="63720" cy="263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89A3E3-4F8C-A04F-1052-E5597F5F1D7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75295" y="2397975"/>
                  <a:ext cx="75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C150237-F102-5530-121F-B3C1C8393345}"/>
                    </a:ext>
                  </a:extLst>
                </p14:cNvPr>
                <p14:cNvContentPartPr/>
                <p14:nvPr/>
              </p14:nvContentPartPr>
              <p14:xfrm>
                <a:off x="7729935" y="2330295"/>
                <a:ext cx="185400" cy="12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C150237-F102-5530-121F-B3C1C839334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23815" y="2324175"/>
                  <a:ext cx="197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13F5A3-0D66-5869-1875-42280A8306C5}"/>
                    </a:ext>
                  </a:extLst>
                </p14:cNvPr>
                <p14:cNvContentPartPr/>
                <p14:nvPr/>
              </p14:nvContentPartPr>
              <p14:xfrm>
                <a:off x="7980135" y="2600655"/>
                <a:ext cx="100800" cy="256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13F5A3-0D66-5869-1875-42280A8306C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74015" y="2594535"/>
                  <a:ext cx="1130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4BE1EA0-1963-0EB9-70CE-507B111202F7}"/>
                    </a:ext>
                  </a:extLst>
                </p14:cNvPr>
                <p14:cNvContentPartPr/>
                <p14:nvPr/>
              </p14:nvContentPartPr>
              <p14:xfrm>
                <a:off x="7905975" y="2386815"/>
                <a:ext cx="335160" cy="445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4BE1EA0-1963-0EB9-70CE-507B111202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99855" y="2380695"/>
                  <a:ext cx="3474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848DD91-3C45-1630-4013-7A4951EE279F}"/>
                    </a:ext>
                  </a:extLst>
                </p14:cNvPr>
                <p14:cNvContentPartPr/>
                <p14:nvPr/>
              </p14:nvContentPartPr>
              <p14:xfrm>
                <a:off x="9021615" y="2423175"/>
                <a:ext cx="136440" cy="432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848DD91-3C45-1630-4013-7A4951EE279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15495" y="2417055"/>
                  <a:ext cx="1486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464F441-1EDE-DE24-2B84-DBAD2BD380ED}"/>
                    </a:ext>
                  </a:extLst>
                </p14:cNvPr>
                <p14:cNvContentPartPr/>
                <p14:nvPr/>
              </p14:nvContentPartPr>
              <p14:xfrm>
                <a:off x="9141495" y="2301135"/>
                <a:ext cx="243360" cy="308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464F441-1EDE-DE24-2B84-DBAD2BD380E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35375" y="2295015"/>
                  <a:ext cx="2556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0A12764-D6AC-21A9-90A2-4BAA6DCD93CD}"/>
                    </a:ext>
                  </a:extLst>
                </p14:cNvPr>
                <p14:cNvContentPartPr/>
                <p14:nvPr/>
              </p14:nvContentPartPr>
              <p14:xfrm>
                <a:off x="9358575" y="2545215"/>
                <a:ext cx="240120" cy="203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0A12764-D6AC-21A9-90A2-4BAA6DCD93C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52455" y="2539095"/>
                  <a:ext cx="252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EA23DB3-E467-3622-FCC1-2F0B1376C957}"/>
                    </a:ext>
                  </a:extLst>
                </p14:cNvPr>
                <p14:cNvContentPartPr/>
                <p14:nvPr/>
              </p14:nvContentPartPr>
              <p14:xfrm>
                <a:off x="9020895" y="2299335"/>
                <a:ext cx="916560" cy="523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EA23DB3-E467-3622-FCC1-2F0B1376C9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14775" y="2293215"/>
                  <a:ext cx="92880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49AFA1C-4113-C31B-1C9B-0E5FC67AF68A}"/>
                    </a:ext>
                  </a:extLst>
                </p14:cNvPr>
                <p14:cNvContentPartPr/>
                <p14:nvPr/>
              </p14:nvContentPartPr>
              <p14:xfrm>
                <a:off x="10172535" y="2624415"/>
                <a:ext cx="2520" cy="11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49AFA1C-4113-C31B-1C9B-0E5FC67AF68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66415" y="2618295"/>
                  <a:ext cx="14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A5F06C1-14FE-7534-F987-8968A623039B}"/>
                    </a:ext>
                  </a:extLst>
                </p14:cNvPr>
                <p14:cNvContentPartPr/>
                <p14:nvPr/>
              </p14:nvContentPartPr>
              <p14:xfrm>
                <a:off x="7507095" y="3018255"/>
                <a:ext cx="94320" cy="270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A5F06C1-14FE-7534-F987-8968A62303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00975" y="3012135"/>
                  <a:ext cx="106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EE553A-40EB-E12B-77F2-3DEE71F5201A}"/>
                    </a:ext>
                  </a:extLst>
                </p14:cNvPr>
                <p14:cNvContentPartPr/>
                <p14:nvPr/>
              </p14:nvContentPartPr>
              <p14:xfrm>
                <a:off x="7385775" y="3512895"/>
                <a:ext cx="102240" cy="196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EE553A-40EB-E12B-77F2-3DEE71F520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79655" y="3506775"/>
                  <a:ext cx="114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AE02F0B-48D2-14F7-4001-07F9F9D16076}"/>
                    </a:ext>
                  </a:extLst>
                </p14:cNvPr>
                <p14:cNvContentPartPr/>
                <p14:nvPr/>
              </p14:nvContentPartPr>
              <p14:xfrm>
                <a:off x="7132335" y="3896655"/>
                <a:ext cx="346680" cy="30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AE02F0B-48D2-14F7-4001-07F9F9D160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26215" y="3890535"/>
                  <a:ext cx="3589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79E84F0-44FB-1588-A2D8-1441FF1A1643}"/>
                    </a:ext>
                  </a:extLst>
                </p14:cNvPr>
                <p14:cNvContentPartPr/>
                <p14:nvPr/>
              </p14:nvContentPartPr>
              <p14:xfrm>
                <a:off x="7244295" y="4376175"/>
                <a:ext cx="308880" cy="135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79E84F0-44FB-1588-A2D8-1441FF1A16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38175" y="4370055"/>
                  <a:ext cx="321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49F5A84-4236-BFD2-637A-9F3E061676DC}"/>
                    </a:ext>
                  </a:extLst>
                </p14:cNvPr>
                <p14:cNvContentPartPr/>
                <p14:nvPr/>
              </p14:nvContentPartPr>
              <p14:xfrm>
                <a:off x="7274175" y="4938855"/>
                <a:ext cx="54000" cy="39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49F5A84-4236-BFD2-637A-9F3E061676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68055" y="4932735"/>
                  <a:ext cx="66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D3C3F1-CFF4-B51A-A99F-994D6D8BC717}"/>
                    </a:ext>
                  </a:extLst>
                </p14:cNvPr>
                <p14:cNvContentPartPr/>
                <p14:nvPr/>
              </p14:nvContentPartPr>
              <p14:xfrm>
                <a:off x="6298935" y="4712775"/>
                <a:ext cx="111240" cy="1139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D3C3F1-CFF4-B51A-A99F-994D6D8BC71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92815" y="4706655"/>
                  <a:ext cx="123480" cy="11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6B08BF-281B-E14D-039D-F87528968D7F}"/>
                    </a:ext>
                  </a:extLst>
                </p14:cNvPr>
                <p14:cNvContentPartPr/>
                <p14:nvPr/>
              </p14:nvContentPartPr>
              <p14:xfrm>
                <a:off x="8156175" y="4749495"/>
                <a:ext cx="207720" cy="126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6B08BF-281B-E14D-039D-F87528968D7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50055" y="4743375"/>
                  <a:ext cx="219960" cy="12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DAEF62E-29F6-02E4-CE56-B9E3DE7C0BEA}"/>
                    </a:ext>
                  </a:extLst>
                </p14:cNvPr>
                <p14:cNvContentPartPr/>
                <p14:nvPr/>
              </p14:nvContentPartPr>
              <p14:xfrm>
                <a:off x="9500415" y="4646895"/>
                <a:ext cx="601560" cy="1458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DAEF62E-29F6-02E4-CE56-B9E3DE7C0BE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494295" y="4640775"/>
                  <a:ext cx="613800" cy="14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A9989D3-AF76-88B0-3B31-F1C9858C70F9}"/>
                    </a:ext>
                  </a:extLst>
                </p14:cNvPr>
                <p14:cNvContentPartPr/>
                <p14:nvPr/>
              </p14:nvContentPartPr>
              <p14:xfrm>
                <a:off x="7100295" y="4760655"/>
                <a:ext cx="598680" cy="66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A9989D3-AF76-88B0-3B31-F1C9858C70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94175" y="4754535"/>
                  <a:ext cx="61092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34EC486-A511-3FA8-915B-A6058C3190CE}"/>
                    </a:ext>
                  </a:extLst>
                </p14:cNvPr>
                <p14:cNvContentPartPr/>
                <p14:nvPr/>
              </p14:nvContentPartPr>
              <p14:xfrm>
                <a:off x="7071495" y="5577855"/>
                <a:ext cx="292320" cy="349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34EC486-A511-3FA8-915B-A6058C3190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65375" y="5571735"/>
                  <a:ext cx="3045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BC0A112-E041-E708-3DCD-33C268C1E2BA}"/>
                    </a:ext>
                  </a:extLst>
                </p14:cNvPr>
                <p14:cNvContentPartPr/>
                <p14:nvPr/>
              </p14:nvContentPartPr>
              <p14:xfrm>
                <a:off x="9101535" y="3190335"/>
                <a:ext cx="529560" cy="45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BC0A112-E041-E708-3DCD-33C268C1E2B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95415" y="3184215"/>
                  <a:ext cx="541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25C1006-84FC-0187-D7EE-00E1C108D690}"/>
                    </a:ext>
                  </a:extLst>
                </p14:cNvPr>
                <p14:cNvContentPartPr/>
                <p14:nvPr/>
              </p14:nvContentPartPr>
              <p14:xfrm>
                <a:off x="9337695" y="3662655"/>
                <a:ext cx="239400" cy="89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25C1006-84FC-0187-D7EE-00E1C108D6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31575" y="3656535"/>
                  <a:ext cx="251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C0ECA0-3845-95C7-E01C-7DCD80C6A54B}"/>
                    </a:ext>
                  </a:extLst>
                </p14:cNvPr>
                <p14:cNvContentPartPr/>
                <p14:nvPr/>
              </p14:nvContentPartPr>
              <p14:xfrm>
                <a:off x="9085695" y="4136415"/>
                <a:ext cx="329400" cy="85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C0ECA0-3845-95C7-E01C-7DCD80C6A54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9575" y="4130295"/>
                  <a:ext cx="341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E4085ED-4BE2-A403-A4B6-69CF719C0140}"/>
                    </a:ext>
                  </a:extLst>
                </p14:cNvPr>
                <p14:cNvContentPartPr/>
                <p14:nvPr/>
              </p14:nvContentPartPr>
              <p14:xfrm>
                <a:off x="9067335" y="4659135"/>
                <a:ext cx="264240" cy="41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E4085ED-4BE2-A403-A4B6-69CF719C014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61215" y="4653015"/>
                  <a:ext cx="276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A2D3523-216C-6FC2-6DD5-3A995583AA0F}"/>
                    </a:ext>
                  </a:extLst>
                </p14:cNvPr>
                <p14:cNvContentPartPr/>
                <p14:nvPr/>
              </p14:nvContentPartPr>
              <p14:xfrm>
                <a:off x="8909655" y="5216775"/>
                <a:ext cx="225360" cy="33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A2D3523-216C-6FC2-6DD5-3A995583AA0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03535" y="5210655"/>
                  <a:ext cx="2376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0496DA3-3E1E-1E88-E7DE-C97CB174F925}"/>
                    </a:ext>
                  </a:extLst>
                </p14:cNvPr>
                <p14:cNvContentPartPr/>
                <p14:nvPr/>
              </p14:nvContentPartPr>
              <p14:xfrm>
                <a:off x="8967975" y="5658135"/>
                <a:ext cx="137520" cy="24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0496DA3-3E1E-1E88-E7DE-C97CB174F92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61855" y="5652015"/>
                  <a:ext cx="149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4BD25FC-7B78-C142-AB6F-A2C403129F65}"/>
                    </a:ext>
                  </a:extLst>
                </p14:cNvPr>
                <p14:cNvContentPartPr/>
                <p14:nvPr/>
              </p14:nvContentPartPr>
              <p14:xfrm>
                <a:off x="2486895" y="1498335"/>
                <a:ext cx="4720680" cy="94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4BD25FC-7B78-C142-AB6F-A2C403129F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80775" y="1492215"/>
                  <a:ext cx="4732920" cy="9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1C5F382-4459-5B6E-7284-6BD14DF1BE8A}"/>
                    </a:ext>
                  </a:extLst>
                </p14:cNvPr>
                <p14:cNvContentPartPr/>
                <p14:nvPr/>
              </p14:nvContentPartPr>
              <p14:xfrm>
                <a:off x="6649935" y="2032935"/>
                <a:ext cx="397800" cy="46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1C5F382-4459-5B6E-7284-6BD14DF1BE8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43815" y="2026815"/>
                  <a:ext cx="41004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99CB895-E8BE-4AA7-E875-A999BD80C907}"/>
                    </a:ext>
                  </a:extLst>
                </p14:cNvPr>
                <p14:cNvContentPartPr/>
                <p14:nvPr/>
              </p14:nvContentPartPr>
              <p14:xfrm>
                <a:off x="7094535" y="2515335"/>
                <a:ext cx="7200" cy="3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99CB895-E8BE-4AA7-E875-A999BD80C9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88415" y="2509215"/>
                  <a:ext cx="194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137BA43-97D3-EE3C-4B65-020CE48DFCA6}"/>
                    </a:ext>
                  </a:extLst>
                </p14:cNvPr>
                <p14:cNvContentPartPr/>
                <p14:nvPr/>
              </p14:nvContentPartPr>
              <p14:xfrm>
                <a:off x="2458455" y="1593015"/>
                <a:ext cx="303480" cy="372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137BA43-97D3-EE3C-4B65-020CE48DFCA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52335" y="1586895"/>
                  <a:ext cx="3157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7C5E86D-DA6F-B5B7-F232-316543F75993}"/>
                    </a:ext>
                  </a:extLst>
                </p14:cNvPr>
                <p14:cNvContentPartPr/>
                <p14:nvPr/>
              </p14:nvContentPartPr>
              <p14:xfrm>
                <a:off x="2029695" y="2894415"/>
                <a:ext cx="482760" cy="134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7C5E86D-DA6F-B5B7-F232-316543F7599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23575" y="2888295"/>
                  <a:ext cx="49500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35C1A85-1CF0-0190-9DDE-11B53E774F5F}"/>
                  </a:ext>
                </a:extLst>
              </p14:cNvPr>
              <p14:cNvContentPartPr/>
              <p14:nvPr/>
            </p14:nvContentPartPr>
            <p14:xfrm>
              <a:off x="2044815" y="3607935"/>
              <a:ext cx="47520" cy="414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35C1A85-1CF0-0190-9DDE-11B53E774F5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035815" y="3599295"/>
                <a:ext cx="6516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F271BAC-9B00-F63F-A327-E7A6CFF09AAA}"/>
              </a:ext>
            </a:extLst>
          </p:cNvPr>
          <p:cNvGrpSpPr/>
          <p:nvPr/>
        </p:nvGrpSpPr>
        <p:grpSpPr>
          <a:xfrm>
            <a:off x="6842535" y="2784615"/>
            <a:ext cx="1150560" cy="1942200"/>
            <a:chOff x="6842535" y="2784615"/>
            <a:chExt cx="1150560" cy="19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C4626D5-8525-DA76-8E49-EB9C74925278}"/>
                    </a:ext>
                  </a:extLst>
                </p14:cNvPr>
                <p14:cNvContentPartPr/>
                <p14:nvPr/>
              </p14:nvContentPartPr>
              <p14:xfrm>
                <a:off x="7094535" y="2784615"/>
                <a:ext cx="898560" cy="572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C4626D5-8525-DA76-8E49-EB9C7492527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85535" y="2775615"/>
                  <a:ext cx="91620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55410AC-9EBA-557C-7FEF-0693762F7B4A}"/>
                    </a:ext>
                  </a:extLst>
                </p14:cNvPr>
                <p14:cNvContentPartPr/>
                <p14:nvPr/>
              </p14:nvContentPartPr>
              <p14:xfrm>
                <a:off x="6925335" y="3180255"/>
                <a:ext cx="950760" cy="695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55410AC-9EBA-557C-7FEF-0693762F7B4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16335" y="3171615"/>
                  <a:ext cx="96840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5BEE4A8-9516-AA47-1F8B-4EAB297D6180}"/>
                    </a:ext>
                  </a:extLst>
                </p14:cNvPr>
                <p14:cNvContentPartPr/>
                <p14:nvPr/>
              </p14:nvContentPartPr>
              <p14:xfrm>
                <a:off x="6842535" y="3768855"/>
                <a:ext cx="786600" cy="545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5BEE4A8-9516-AA47-1F8B-4EAB297D618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33535" y="3759855"/>
                  <a:ext cx="8042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1D08295-3A05-8EB0-D22B-5FF82F775307}"/>
                    </a:ext>
                  </a:extLst>
                </p14:cNvPr>
                <p14:cNvContentPartPr/>
                <p14:nvPr/>
              </p14:nvContentPartPr>
              <p14:xfrm>
                <a:off x="7007055" y="4282215"/>
                <a:ext cx="621720" cy="444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1D08295-3A05-8EB0-D22B-5FF82F77530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98055" y="4273575"/>
                  <a:ext cx="639360" cy="46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EE0A6FD-5043-A116-64C9-117BA0E21002}"/>
                  </a:ext>
                </a:extLst>
              </p14:cNvPr>
              <p14:cNvContentPartPr/>
              <p14:nvPr/>
            </p14:nvContentPartPr>
            <p14:xfrm>
              <a:off x="1617855" y="3793335"/>
              <a:ext cx="484560" cy="468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EE0A6FD-5043-A116-64C9-117BA0E2100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609215" y="3784335"/>
                <a:ext cx="502200" cy="4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2323E0A-73C9-BB20-7531-3857DE0726CE}"/>
              </a:ext>
            </a:extLst>
          </p:cNvPr>
          <p:cNvGrpSpPr/>
          <p:nvPr/>
        </p:nvGrpSpPr>
        <p:grpSpPr>
          <a:xfrm>
            <a:off x="6799335" y="4735095"/>
            <a:ext cx="849600" cy="1320480"/>
            <a:chOff x="6799335" y="4735095"/>
            <a:chExt cx="849600" cy="13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B7AD1F9-25FC-E244-FDD2-ED0652691E4A}"/>
                    </a:ext>
                  </a:extLst>
                </p14:cNvPr>
                <p14:cNvContentPartPr/>
                <p14:nvPr/>
              </p14:nvContentPartPr>
              <p14:xfrm>
                <a:off x="6978615" y="4735095"/>
                <a:ext cx="670320" cy="629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B7AD1F9-25FC-E244-FDD2-ED0652691E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69615" y="4726095"/>
                  <a:ext cx="68796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14A4982-221B-7A17-24CA-F2BB52782982}"/>
                    </a:ext>
                  </a:extLst>
                </p14:cNvPr>
                <p14:cNvContentPartPr/>
                <p14:nvPr/>
              </p14:nvContentPartPr>
              <p14:xfrm>
                <a:off x="6799335" y="5579655"/>
                <a:ext cx="649080" cy="475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14A4982-221B-7A17-24CA-F2BB5278298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90335" y="5571015"/>
                  <a:ext cx="666720" cy="49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D184559-E05D-5C9A-7A41-7F76687CE0FA}"/>
                  </a:ext>
                </a:extLst>
              </p14:cNvPr>
              <p14:cNvContentPartPr/>
              <p14:nvPr/>
            </p14:nvContentPartPr>
            <p14:xfrm>
              <a:off x="2725935" y="1917735"/>
              <a:ext cx="11880" cy="115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D184559-E05D-5C9A-7A41-7F76687CE0F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716935" y="1908735"/>
                <a:ext cx="295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D0D99CC-E8AB-D57A-D3B8-D706E8A07F9C}"/>
                  </a:ext>
                </a:extLst>
              </p14:cNvPr>
              <p14:cNvContentPartPr/>
              <p14:nvPr/>
            </p14:nvContentPartPr>
            <p14:xfrm>
              <a:off x="1758975" y="5366895"/>
              <a:ext cx="118800" cy="4860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D0D99CC-E8AB-D57A-D3B8-D706E8A07F9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49975" y="5357895"/>
                <a:ext cx="136440" cy="50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0E39FA5-9BC1-4F5A-76C8-5438DC0CC07D}"/>
              </a:ext>
            </a:extLst>
          </p:cNvPr>
          <p:cNvGrpSpPr/>
          <p:nvPr/>
        </p:nvGrpSpPr>
        <p:grpSpPr>
          <a:xfrm>
            <a:off x="3153255" y="5168535"/>
            <a:ext cx="2137680" cy="667800"/>
            <a:chOff x="3153255" y="5168535"/>
            <a:chExt cx="213768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396248-4542-0807-8765-FF500D5371C9}"/>
                    </a:ext>
                  </a:extLst>
                </p14:cNvPr>
                <p14:cNvContentPartPr/>
                <p14:nvPr/>
              </p14:nvContentPartPr>
              <p14:xfrm>
                <a:off x="3234615" y="5279415"/>
                <a:ext cx="56520" cy="342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396248-4542-0807-8765-FF500D5371C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25615" y="5270775"/>
                  <a:ext cx="741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0BBE77C-1E6A-3E7C-4BEF-15C837E87515}"/>
                    </a:ext>
                  </a:extLst>
                </p14:cNvPr>
                <p14:cNvContentPartPr/>
                <p14:nvPr/>
              </p14:nvContentPartPr>
              <p14:xfrm>
                <a:off x="3153255" y="5399295"/>
                <a:ext cx="522000" cy="163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0BBE77C-1E6A-3E7C-4BEF-15C837E875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44615" y="5390655"/>
                  <a:ext cx="539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E95DC1A-0F42-0774-7466-77C2EBA95017}"/>
                    </a:ext>
                  </a:extLst>
                </p14:cNvPr>
                <p14:cNvContentPartPr/>
                <p14:nvPr/>
              </p14:nvContentPartPr>
              <p14:xfrm>
                <a:off x="3965055" y="5264655"/>
                <a:ext cx="654120" cy="176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E95DC1A-0F42-0774-7466-77C2EBA9501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956055" y="5256015"/>
                  <a:ext cx="671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62B6626-7B34-F3B3-35AF-3B4B3618669D}"/>
                    </a:ext>
                  </a:extLst>
                </p14:cNvPr>
                <p14:cNvContentPartPr/>
                <p14:nvPr/>
              </p14:nvContentPartPr>
              <p14:xfrm>
                <a:off x="4896375" y="5168535"/>
                <a:ext cx="394560" cy="667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62B6626-7B34-F3B3-35AF-3B4B3618669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87735" y="5159535"/>
                  <a:ext cx="412200" cy="68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19575D3-B5A0-51AB-B78F-7D3CBF3C084C}"/>
                  </a:ext>
                </a:extLst>
              </p14:cNvPr>
              <p14:cNvContentPartPr/>
              <p14:nvPr/>
            </p14:nvContentPartPr>
            <p14:xfrm>
              <a:off x="5881695" y="5136495"/>
              <a:ext cx="32400" cy="252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19575D3-B5A0-51AB-B78F-7D3CBF3C084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873055" y="5127495"/>
                <a:ext cx="500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0A87275-FF6D-0AC9-FEDA-4DCF5844F601}"/>
              </a:ext>
            </a:extLst>
          </p:cNvPr>
          <p:cNvGrpSpPr/>
          <p:nvPr/>
        </p:nvGrpSpPr>
        <p:grpSpPr>
          <a:xfrm>
            <a:off x="7937655" y="1541175"/>
            <a:ext cx="2458080" cy="529920"/>
            <a:chOff x="7937655" y="1541175"/>
            <a:chExt cx="245808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E02E720-821E-2041-E115-92549359933F}"/>
                    </a:ext>
                  </a:extLst>
                </p14:cNvPr>
                <p14:cNvContentPartPr/>
                <p14:nvPr/>
              </p14:nvContentPartPr>
              <p14:xfrm>
                <a:off x="7937655" y="1563495"/>
                <a:ext cx="1180080" cy="72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E02E720-821E-2041-E115-92549359933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28655" y="1554855"/>
                  <a:ext cx="1197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9C23B4C-CB73-411A-8BC4-CA77CA2C43DC}"/>
                    </a:ext>
                  </a:extLst>
                </p14:cNvPr>
                <p14:cNvContentPartPr/>
                <p14:nvPr/>
              </p14:nvContentPartPr>
              <p14:xfrm>
                <a:off x="8499255" y="1609215"/>
                <a:ext cx="133920" cy="268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9C23B4C-CB73-411A-8BC4-CA77CA2C43D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490255" y="1600215"/>
                  <a:ext cx="151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D5513B-05BF-89E7-B9C4-DEF1456F648D}"/>
                    </a:ext>
                  </a:extLst>
                </p14:cNvPr>
                <p14:cNvContentPartPr/>
                <p14:nvPr/>
              </p14:nvContentPartPr>
              <p14:xfrm>
                <a:off x="8930895" y="1727295"/>
                <a:ext cx="564480" cy="207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D5513B-05BF-89E7-B9C4-DEF1456F648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22255" y="1718655"/>
                  <a:ext cx="582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1F4A96C-5B76-B343-0932-36EA3F699B07}"/>
                    </a:ext>
                  </a:extLst>
                </p14:cNvPr>
                <p14:cNvContentPartPr/>
                <p14:nvPr/>
              </p14:nvContentPartPr>
              <p14:xfrm>
                <a:off x="9812535" y="1541175"/>
                <a:ext cx="179640" cy="272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1F4A96C-5B76-B343-0932-36EA3F699B0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803535" y="1532175"/>
                  <a:ext cx="197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F178159-1AF9-575F-AB2B-396F846CE570}"/>
                    </a:ext>
                  </a:extLst>
                </p14:cNvPr>
                <p14:cNvContentPartPr/>
                <p14:nvPr/>
              </p14:nvContentPartPr>
              <p14:xfrm>
                <a:off x="10057695" y="1829535"/>
                <a:ext cx="74160" cy="167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F178159-1AF9-575F-AB2B-396F846CE57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048695" y="1820895"/>
                  <a:ext cx="91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2E4074C-38F7-2A46-69D3-B80019DC1C4A}"/>
                    </a:ext>
                  </a:extLst>
                </p14:cNvPr>
                <p14:cNvContentPartPr/>
                <p14:nvPr/>
              </p14:nvContentPartPr>
              <p14:xfrm>
                <a:off x="10333815" y="1986495"/>
                <a:ext cx="61920" cy="84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2E4074C-38F7-2A46-69D3-B80019DC1C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24815" y="1977855"/>
                  <a:ext cx="79560" cy="10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474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B9402CB-B21E-CA72-764A-6C5A64B936F6}"/>
              </a:ext>
            </a:extLst>
          </p:cNvPr>
          <p:cNvGrpSpPr/>
          <p:nvPr/>
        </p:nvGrpSpPr>
        <p:grpSpPr>
          <a:xfrm>
            <a:off x="676455" y="114495"/>
            <a:ext cx="10761480" cy="5947200"/>
            <a:chOff x="676455" y="114495"/>
            <a:chExt cx="10761480" cy="594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A64352B-A033-F0CB-0E5D-A23A4C270BC3}"/>
                    </a:ext>
                  </a:extLst>
                </p14:cNvPr>
                <p14:cNvContentPartPr/>
                <p14:nvPr/>
              </p14:nvContentPartPr>
              <p14:xfrm>
                <a:off x="811455" y="1098015"/>
                <a:ext cx="5349600" cy="2988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A64352B-A033-F0CB-0E5D-A23A4C270BC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2455" y="1089015"/>
                  <a:ext cx="5367240" cy="30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BC4C45F-1116-29CA-EC12-884B1C0AD5AE}"/>
                    </a:ext>
                  </a:extLst>
                </p14:cNvPr>
                <p14:cNvContentPartPr/>
                <p14:nvPr/>
              </p14:nvContentPartPr>
              <p14:xfrm>
                <a:off x="676455" y="1186575"/>
                <a:ext cx="4855680" cy="319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BC4C45F-1116-29CA-EC12-884B1C0AD5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7815" y="1177575"/>
                  <a:ext cx="4873320" cy="32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C3CDBA-EACA-B11D-C9A0-4D1C9CC2FA72}"/>
                    </a:ext>
                  </a:extLst>
                </p14:cNvPr>
                <p14:cNvContentPartPr/>
                <p14:nvPr/>
              </p14:nvContentPartPr>
              <p14:xfrm>
                <a:off x="1994775" y="1132935"/>
                <a:ext cx="254160" cy="298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C3CDBA-EACA-B11D-C9A0-4D1C9CC2FA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86135" y="1123935"/>
                  <a:ext cx="271800" cy="30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E7FF87-2A98-65FB-62E6-EB7C1BFD8E5A}"/>
                    </a:ext>
                  </a:extLst>
                </p14:cNvPr>
                <p14:cNvContentPartPr/>
                <p14:nvPr/>
              </p14:nvContentPartPr>
              <p14:xfrm>
                <a:off x="797415" y="1899015"/>
                <a:ext cx="4589280" cy="26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E7FF87-2A98-65FB-62E6-EB7C1BFD8E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775" y="1890375"/>
                  <a:ext cx="46069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67509A-1134-4E3D-E44F-5C0365EFF3A4}"/>
                    </a:ext>
                  </a:extLst>
                </p14:cNvPr>
                <p14:cNvContentPartPr/>
                <p14:nvPr/>
              </p14:nvContentPartPr>
              <p14:xfrm>
                <a:off x="1112775" y="1492935"/>
                <a:ext cx="464760" cy="391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67509A-1134-4E3D-E44F-5C0365EFF3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3775" y="1483935"/>
                  <a:ext cx="4824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FB9155-C107-554F-22BB-0FA043C10C02}"/>
                    </a:ext>
                  </a:extLst>
                </p14:cNvPr>
                <p14:cNvContentPartPr/>
                <p14:nvPr/>
              </p14:nvContentPartPr>
              <p14:xfrm>
                <a:off x="1579335" y="1351815"/>
                <a:ext cx="35640" cy="71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FB9155-C107-554F-22BB-0FA043C10C0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70695" y="1343175"/>
                  <a:ext cx="532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4D9A82-5CCE-4AC1-3CE9-BE9F56203C9A}"/>
                    </a:ext>
                  </a:extLst>
                </p14:cNvPr>
                <p14:cNvContentPartPr/>
                <p14:nvPr/>
              </p14:nvContentPartPr>
              <p14:xfrm>
                <a:off x="1746375" y="1329855"/>
                <a:ext cx="106200" cy="421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4D9A82-5CCE-4AC1-3CE9-BE9F56203C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37735" y="1320855"/>
                  <a:ext cx="1238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AA2525-0755-ADCB-FACB-77346F6C93A0}"/>
                    </a:ext>
                  </a:extLst>
                </p14:cNvPr>
                <p14:cNvContentPartPr/>
                <p14:nvPr/>
              </p14:nvContentPartPr>
              <p14:xfrm>
                <a:off x="1451175" y="2189895"/>
                <a:ext cx="66960" cy="362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AA2525-0755-ADCB-FACB-77346F6C93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42535" y="2180895"/>
                  <a:ext cx="84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470A51-CDBC-083B-7224-71F46E201C0E}"/>
                    </a:ext>
                  </a:extLst>
                </p14:cNvPr>
                <p14:cNvContentPartPr/>
                <p14:nvPr/>
              </p14:nvContentPartPr>
              <p14:xfrm>
                <a:off x="1512015" y="2787855"/>
                <a:ext cx="20880" cy="293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470A51-CDBC-083B-7224-71F46E201C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03015" y="2779215"/>
                  <a:ext cx="385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624E8D-43DA-4BE5-CD9E-B248033DF3D2}"/>
                    </a:ext>
                  </a:extLst>
                </p14:cNvPr>
                <p14:cNvContentPartPr/>
                <p14:nvPr/>
              </p14:nvContentPartPr>
              <p14:xfrm>
                <a:off x="1504815" y="3253695"/>
                <a:ext cx="172440" cy="36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624E8D-43DA-4BE5-CD9E-B248033DF3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96175" y="3244695"/>
                  <a:ext cx="1900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6EEF91A-08A6-2E2C-6EB8-2971AF3EFB12}"/>
                    </a:ext>
                  </a:extLst>
                </p14:cNvPr>
                <p14:cNvContentPartPr/>
                <p14:nvPr/>
              </p14:nvContentPartPr>
              <p14:xfrm>
                <a:off x="1601295" y="3654375"/>
                <a:ext cx="254160" cy="215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6EEF91A-08A6-2E2C-6EB8-2971AF3EFB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92295" y="3645735"/>
                  <a:ext cx="271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EE3040-EC60-79B1-114B-7D4D95EC1711}"/>
                    </a:ext>
                  </a:extLst>
                </p14:cNvPr>
                <p14:cNvContentPartPr/>
                <p14:nvPr/>
              </p14:nvContentPartPr>
              <p14:xfrm>
                <a:off x="1579335" y="4196175"/>
                <a:ext cx="19800" cy="136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EE3040-EC60-79B1-114B-7D4D95EC17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70695" y="4187535"/>
                  <a:ext cx="37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A8FD26-E190-1B6D-0208-4BF813819054}"/>
                    </a:ext>
                  </a:extLst>
                </p14:cNvPr>
                <p14:cNvContentPartPr/>
                <p14:nvPr/>
              </p14:nvContentPartPr>
              <p14:xfrm>
                <a:off x="1442175" y="3931935"/>
                <a:ext cx="281520" cy="47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A8FD26-E190-1B6D-0208-4BF8138190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33535" y="3922935"/>
                  <a:ext cx="29916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9934C2-EC72-686E-F1A1-EECFF94FC8B6}"/>
                    </a:ext>
                  </a:extLst>
                </p14:cNvPr>
                <p14:cNvContentPartPr/>
                <p14:nvPr/>
              </p14:nvContentPartPr>
              <p14:xfrm>
                <a:off x="1403295" y="4474455"/>
                <a:ext cx="304560" cy="448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9934C2-EC72-686E-F1A1-EECFF94FC8B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94655" y="4465815"/>
                  <a:ext cx="3222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9D67035-13DF-5E25-94E4-10C7DCD34894}"/>
                    </a:ext>
                  </a:extLst>
                </p14:cNvPr>
                <p14:cNvContentPartPr/>
                <p14:nvPr/>
              </p14:nvContentPartPr>
              <p14:xfrm>
                <a:off x="1323735" y="5008335"/>
                <a:ext cx="343080" cy="403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9D67035-13DF-5E25-94E4-10C7DCD348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15095" y="4999335"/>
                  <a:ext cx="3607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1E90B3-D95A-8973-0E91-1C43EFCDDBCE}"/>
                    </a:ext>
                  </a:extLst>
                </p14:cNvPr>
                <p14:cNvContentPartPr/>
                <p14:nvPr/>
              </p14:nvContentPartPr>
              <p14:xfrm>
                <a:off x="1173255" y="5735175"/>
                <a:ext cx="417600" cy="326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1E90B3-D95A-8973-0E91-1C43EFCDDB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4615" y="5726175"/>
                  <a:ext cx="4352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CADBAE6-5F8B-67F1-38B7-A83E3D441C28}"/>
                    </a:ext>
                  </a:extLst>
                </p14:cNvPr>
                <p14:cNvContentPartPr/>
                <p14:nvPr/>
              </p14:nvContentPartPr>
              <p14:xfrm>
                <a:off x="7076175" y="1277655"/>
                <a:ext cx="911160" cy="2376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CADBAE6-5F8B-67F1-38B7-A83E3D441C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67175" y="1269015"/>
                  <a:ext cx="928800" cy="23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44A5E5-32E0-AAAA-60FA-1254B7C210E3}"/>
                    </a:ext>
                  </a:extLst>
                </p14:cNvPr>
                <p14:cNvContentPartPr/>
                <p14:nvPr/>
              </p14:nvContentPartPr>
              <p14:xfrm>
                <a:off x="7388655" y="1283055"/>
                <a:ext cx="4049280" cy="2503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44A5E5-32E0-AAAA-60FA-1254B7C210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80015" y="1274055"/>
                  <a:ext cx="4066920" cy="25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24371F-7CDB-A3D4-0075-AD815198E5C0}"/>
                    </a:ext>
                  </a:extLst>
                </p14:cNvPr>
                <p14:cNvContentPartPr/>
                <p14:nvPr/>
              </p14:nvContentPartPr>
              <p14:xfrm>
                <a:off x="8219535" y="1388175"/>
                <a:ext cx="666360" cy="1959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24371F-7CDB-A3D4-0075-AD815198E5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10535" y="1379535"/>
                  <a:ext cx="684000" cy="19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7C7A001-FBE4-E564-FD9E-B44C97F95E67}"/>
                    </a:ext>
                  </a:extLst>
                </p14:cNvPr>
                <p14:cNvContentPartPr/>
                <p14:nvPr/>
              </p14:nvContentPartPr>
              <p14:xfrm>
                <a:off x="9102255" y="1368015"/>
                <a:ext cx="1082160" cy="2174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7C7A001-FBE4-E564-FD9E-B44C97F95E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93255" y="1359375"/>
                  <a:ext cx="1099800" cy="21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62DFA5-BA7E-3823-4210-2649100D0BD6}"/>
                    </a:ext>
                  </a:extLst>
                </p14:cNvPr>
                <p14:cNvContentPartPr/>
                <p14:nvPr/>
              </p14:nvContentPartPr>
              <p14:xfrm>
                <a:off x="7722015" y="2119335"/>
                <a:ext cx="3705840" cy="28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62DFA5-BA7E-3823-4210-2649100D0B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13015" y="2110695"/>
                  <a:ext cx="3723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D62874-D93B-6F84-B4AE-CF415D6FE8DD}"/>
                    </a:ext>
                  </a:extLst>
                </p14:cNvPr>
                <p14:cNvContentPartPr/>
                <p14:nvPr/>
              </p14:nvContentPartPr>
              <p14:xfrm>
                <a:off x="8080575" y="1652775"/>
                <a:ext cx="603000" cy="371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D62874-D93B-6F84-B4AE-CF415D6FE8D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71935" y="1643775"/>
                  <a:ext cx="6206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858982-3724-7A3C-CB8C-B792A6CA124E}"/>
                    </a:ext>
                  </a:extLst>
                </p14:cNvPr>
                <p14:cNvContentPartPr/>
                <p14:nvPr/>
              </p14:nvContentPartPr>
              <p14:xfrm>
                <a:off x="8753055" y="1511295"/>
                <a:ext cx="32400" cy="75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858982-3724-7A3C-CB8C-B792A6CA124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44055" y="1502655"/>
                  <a:ext cx="50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3D5487-7132-BEDB-ED3C-508DAD6956E8}"/>
                    </a:ext>
                  </a:extLst>
                </p14:cNvPr>
                <p14:cNvContentPartPr/>
                <p14:nvPr/>
              </p14:nvContentPartPr>
              <p14:xfrm>
                <a:off x="8453535" y="1544415"/>
                <a:ext cx="177480" cy="271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3D5487-7132-BEDB-ED3C-508DAD6956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4535" y="1535415"/>
                  <a:ext cx="1951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2584789-1AC0-4922-B58D-EAAFE2D7DDA2}"/>
                    </a:ext>
                  </a:extLst>
                </p14:cNvPr>
                <p14:cNvContentPartPr/>
                <p14:nvPr/>
              </p14:nvContentPartPr>
              <p14:xfrm>
                <a:off x="8574495" y="1452975"/>
                <a:ext cx="88920" cy="13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2584789-1AC0-4922-B58D-EAAFE2D7DD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65855" y="1444335"/>
                  <a:ext cx="106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BB70DA-616B-F7EF-2A5C-C6E68C686E8F}"/>
                    </a:ext>
                  </a:extLst>
                </p14:cNvPr>
                <p14:cNvContentPartPr/>
                <p14:nvPr/>
              </p14:nvContentPartPr>
              <p14:xfrm>
                <a:off x="8466135" y="1787055"/>
                <a:ext cx="153360" cy="6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BB70DA-616B-F7EF-2A5C-C6E68C686E8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57135" y="1778055"/>
                  <a:ext cx="171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308378-3668-B88F-3D7E-78AEB5BE91AE}"/>
                    </a:ext>
                  </a:extLst>
                </p14:cNvPr>
                <p14:cNvContentPartPr/>
                <p14:nvPr/>
              </p14:nvContentPartPr>
              <p14:xfrm>
                <a:off x="8695815" y="1510575"/>
                <a:ext cx="172800" cy="154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308378-3668-B88F-3D7E-78AEB5BE91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86815" y="1501575"/>
                  <a:ext cx="19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D1F060-DC9E-A6FB-A824-4F8CC0C95D28}"/>
                    </a:ext>
                  </a:extLst>
                </p14:cNvPr>
                <p14:cNvContentPartPr/>
                <p14:nvPr/>
              </p14:nvContentPartPr>
              <p14:xfrm>
                <a:off x="7910655" y="2305815"/>
                <a:ext cx="124560" cy="45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D1F060-DC9E-A6FB-A824-4F8CC0C95D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01655" y="2297175"/>
                  <a:ext cx="1422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D14F6F-E8A9-2B33-AFB5-DBEB0DD030AB}"/>
                    </a:ext>
                  </a:extLst>
                </p14:cNvPr>
                <p14:cNvContentPartPr/>
                <p14:nvPr/>
              </p14:nvContentPartPr>
              <p14:xfrm>
                <a:off x="7817775" y="2883975"/>
                <a:ext cx="146160" cy="335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D14F6F-E8A9-2B33-AFB5-DBEB0DD030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09135" y="2875335"/>
                  <a:ext cx="1638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7BD746-DB5E-17B8-C5DB-524FF9AB85B2}"/>
                    </a:ext>
                  </a:extLst>
                </p14:cNvPr>
                <p14:cNvContentPartPr/>
                <p14:nvPr/>
              </p14:nvContentPartPr>
              <p14:xfrm>
                <a:off x="7659375" y="3493815"/>
                <a:ext cx="469800" cy="533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7BD746-DB5E-17B8-C5DB-524FF9AB85B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50735" y="3485175"/>
                  <a:ext cx="48744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DCBE3F9-F5FF-0D04-7A5F-C6A77BB6221B}"/>
                    </a:ext>
                  </a:extLst>
                </p14:cNvPr>
                <p14:cNvContentPartPr/>
                <p14:nvPr/>
              </p14:nvContentPartPr>
              <p14:xfrm>
                <a:off x="7592775" y="4298415"/>
                <a:ext cx="425520" cy="234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DCBE3F9-F5FF-0D04-7A5F-C6A77BB622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83775" y="4289415"/>
                  <a:ext cx="443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659219-9337-C763-D8C3-9BA99EB03930}"/>
                    </a:ext>
                  </a:extLst>
                </p14:cNvPr>
                <p14:cNvContentPartPr/>
                <p14:nvPr/>
              </p14:nvContentPartPr>
              <p14:xfrm>
                <a:off x="7545975" y="4760295"/>
                <a:ext cx="395280" cy="392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659219-9337-C763-D8C3-9BA99EB039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36975" y="4751655"/>
                  <a:ext cx="4129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53C7AC-27B1-D7AC-1A61-686906965DA6}"/>
                    </a:ext>
                  </a:extLst>
                </p14:cNvPr>
                <p14:cNvContentPartPr/>
                <p14:nvPr/>
              </p14:nvContentPartPr>
              <p14:xfrm>
                <a:off x="7263735" y="5441775"/>
                <a:ext cx="519480" cy="507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53C7AC-27B1-D7AC-1A61-686906965D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54735" y="5433135"/>
                  <a:ext cx="5371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EE5EE2D-8982-C86C-9E16-95A9CABFE91D}"/>
                    </a:ext>
                  </a:extLst>
                </p14:cNvPr>
                <p14:cNvContentPartPr/>
                <p14:nvPr/>
              </p14:nvContentPartPr>
              <p14:xfrm>
                <a:off x="1962375" y="674295"/>
                <a:ext cx="5867280" cy="916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EE5EE2D-8982-C86C-9E16-95A9CABFE91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53375" y="665295"/>
                  <a:ext cx="5884920" cy="9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23EDE9E-45D2-4DE6-8D71-0E72AC81923E}"/>
                    </a:ext>
                  </a:extLst>
                </p14:cNvPr>
                <p14:cNvContentPartPr/>
                <p14:nvPr/>
              </p14:nvContentPartPr>
              <p14:xfrm>
                <a:off x="7189215" y="1141935"/>
                <a:ext cx="550080" cy="642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23EDE9E-45D2-4DE6-8D71-0E72AC81923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80575" y="1133295"/>
                  <a:ext cx="56772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C607B6-203B-24AC-B90D-EE06334DF26A}"/>
                    </a:ext>
                  </a:extLst>
                </p14:cNvPr>
                <p14:cNvContentPartPr/>
                <p14:nvPr/>
              </p14:nvContentPartPr>
              <p14:xfrm>
                <a:off x="2753295" y="975255"/>
                <a:ext cx="9360" cy="1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C607B6-203B-24AC-B90D-EE06334DF26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44655" y="966615"/>
                  <a:ext cx="27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556B482-F99E-6E55-9DC7-AD2E00BE10F1}"/>
                    </a:ext>
                  </a:extLst>
                </p14:cNvPr>
                <p14:cNvContentPartPr/>
                <p14:nvPr/>
              </p14:nvContentPartPr>
              <p14:xfrm>
                <a:off x="1968135" y="784095"/>
                <a:ext cx="435960" cy="54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556B482-F99E-6E55-9DC7-AD2E00BE10F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59135" y="775095"/>
                  <a:ext cx="4536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560ABE-3B70-E68A-B58C-4C58D2298467}"/>
                    </a:ext>
                  </a:extLst>
                </p14:cNvPr>
                <p14:cNvContentPartPr/>
                <p14:nvPr/>
              </p14:nvContentPartPr>
              <p14:xfrm>
                <a:off x="3883695" y="177135"/>
                <a:ext cx="71280" cy="313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560ABE-3B70-E68A-B58C-4C58D229846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75055" y="168135"/>
                  <a:ext cx="889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8277BFF-B12B-F53A-8DE3-7BE50719CBD9}"/>
                    </a:ext>
                  </a:extLst>
                </p14:cNvPr>
                <p14:cNvContentPartPr/>
                <p14:nvPr/>
              </p14:nvContentPartPr>
              <p14:xfrm>
                <a:off x="3926175" y="114495"/>
                <a:ext cx="1459800" cy="701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8277BFF-B12B-F53A-8DE3-7BE50719CBD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17175" y="105495"/>
                  <a:ext cx="147744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93A1C1-346F-E595-FAC2-20D9B521241E}"/>
                    </a:ext>
                  </a:extLst>
                </p14:cNvPr>
                <p14:cNvContentPartPr/>
                <p14:nvPr/>
              </p14:nvContentPartPr>
              <p14:xfrm>
                <a:off x="5973135" y="333735"/>
                <a:ext cx="256320" cy="349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93A1C1-346F-E595-FAC2-20D9B521241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64495" y="325095"/>
                  <a:ext cx="2739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44B99F-90FA-3B92-DA91-664319777C03}"/>
                    </a:ext>
                  </a:extLst>
                </p14:cNvPr>
                <p14:cNvContentPartPr/>
                <p14:nvPr/>
              </p14:nvContentPartPr>
              <p14:xfrm>
                <a:off x="5985735" y="475575"/>
                <a:ext cx="443880" cy="165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44B99F-90FA-3B92-DA91-664319777C0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76735" y="466575"/>
                  <a:ext cx="461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AA7E8E9-9E12-1A18-28BC-20FE9840E922}"/>
                    </a:ext>
                  </a:extLst>
                </p14:cNvPr>
                <p14:cNvContentPartPr/>
                <p14:nvPr/>
              </p14:nvContentPartPr>
              <p14:xfrm>
                <a:off x="6652095" y="404295"/>
                <a:ext cx="1207440" cy="621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AA7E8E9-9E12-1A18-28BC-20FE9840E92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43095" y="395655"/>
                  <a:ext cx="122508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0872DEC-E76B-5712-F2D1-206E90ACE69F}"/>
                    </a:ext>
                  </a:extLst>
                </p14:cNvPr>
                <p14:cNvContentPartPr/>
                <p14:nvPr/>
              </p14:nvContentPartPr>
              <p14:xfrm>
                <a:off x="7971135" y="630735"/>
                <a:ext cx="15120" cy="4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0872DEC-E76B-5712-F2D1-206E90ACE6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62135" y="622095"/>
                  <a:ext cx="32760" cy="2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283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8C8F37D1-8C76-5183-9C2B-624E42539341}"/>
              </a:ext>
            </a:extLst>
          </p:cNvPr>
          <p:cNvGrpSpPr/>
          <p:nvPr/>
        </p:nvGrpSpPr>
        <p:grpSpPr>
          <a:xfrm>
            <a:off x="1560975" y="650895"/>
            <a:ext cx="9942480" cy="5239080"/>
            <a:chOff x="1560975" y="650895"/>
            <a:chExt cx="9942480" cy="523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9E59AAB-58C5-EF18-4FBE-A9EA5E64B14E}"/>
                    </a:ext>
                  </a:extLst>
                </p14:cNvPr>
                <p14:cNvContentPartPr/>
                <p14:nvPr/>
              </p14:nvContentPartPr>
              <p14:xfrm>
                <a:off x="7751535" y="1700655"/>
                <a:ext cx="217440" cy="121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9E59AAB-58C5-EF18-4FBE-A9EA5E64B1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42895" y="1691655"/>
                  <a:ext cx="235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446B09C-D578-C228-2E10-CB0C1F007B70}"/>
                    </a:ext>
                  </a:extLst>
                </p14:cNvPr>
                <p14:cNvContentPartPr/>
                <p14:nvPr/>
              </p14:nvContentPartPr>
              <p14:xfrm>
                <a:off x="7702575" y="1226535"/>
                <a:ext cx="157680" cy="2180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446B09C-D578-C228-2E10-CB0C1F007B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93935" y="1217895"/>
                  <a:ext cx="175320" cy="21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0186BB-E1B4-F8BD-1C9C-4020A9DC170C}"/>
                    </a:ext>
                  </a:extLst>
                </p14:cNvPr>
                <p14:cNvContentPartPr/>
                <p14:nvPr/>
              </p14:nvContentPartPr>
              <p14:xfrm>
                <a:off x="7681695" y="782655"/>
                <a:ext cx="3167280" cy="2859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0186BB-E1B4-F8BD-1C9C-4020A9DC170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73055" y="773655"/>
                  <a:ext cx="3184920" cy="28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96C3DE-A23B-5766-5CA2-55B8E0D8DC4F}"/>
                    </a:ext>
                  </a:extLst>
                </p14:cNvPr>
                <p14:cNvContentPartPr/>
                <p14:nvPr/>
              </p14:nvContentPartPr>
              <p14:xfrm>
                <a:off x="8910735" y="667815"/>
                <a:ext cx="221760" cy="2679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96C3DE-A23B-5766-5CA2-55B8E0D8DC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02095" y="658815"/>
                  <a:ext cx="239400" cy="26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4FEBBF-B563-4E90-A863-FFA8EA2DB272}"/>
                    </a:ext>
                  </a:extLst>
                </p14:cNvPr>
                <p14:cNvContentPartPr/>
                <p14:nvPr/>
              </p14:nvContentPartPr>
              <p14:xfrm>
                <a:off x="7863495" y="1336335"/>
                <a:ext cx="3639960" cy="832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4FEBBF-B563-4E90-A863-FFA8EA2DB2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54855" y="1327695"/>
                  <a:ext cx="365760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1F954A-D1B8-5807-0A4E-23B21F0846AB}"/>
                    </a:ext>
                  </a:extLst>
                </p14:cNvPr>
                <p14:cNvContentPartPr/>
                <p14:nvPr/>
              </p14:nvContentPartPr>
              <p14:xfrm>
                <a:off x="8461815" y="2163975"/>
                <a:ext cx="80280" cy="557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1F954A-D1B8-5807-0A4E-23B21F0846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52815" y="2154975"/>
                  <a:ext cx="9792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B4BC2B-9096-3723-5DE5-422A39C21F9C}"/>
                    </a:ext>
                  </a:extLst>
                </p14:cNvPr>
                <p14:cNvContentPartPr/>
                <p14:nvPr/>
              </p14:nvContentPartPr>
              <p14:xfrm>
                <a:off x="8284695" y="2864535"/>
                <a:ext cx="321120" cy="37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B4BC2B-9096-3723-5DE5-422A39C21F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75695" y="2855895"/>
                  <a:ext cx="338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BEFBAC3-862F-91F3-F991-BBEBD2C7C5B1}"/>
                    </a:ext>
                  </a:extLst>
                </p14:cNvPr>
                <p14:cNvContentPartPr/>
                <p14:nvPr/>
              </p14:nvContentPartPr>
              <p14:xfrm>
                <a:off x="8086695" y="3567975"/>
                <a:ext cx="542880" cy="800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BEFBAC3-862F-91F3-F991-BBEBD2C7C5B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77695" y="3559335"/>
                  <a:ext cx="56052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9A7163-54DB-1629-A7BC-1B6A16F0BC49}"/>
                    </a:ext>
                  </a:extLst>
                </p14:cNvPr>
                <p14:cNvContentPartPr/>
                <p14:nvPr/>
              </p14:nvContentPartPr>
              <p14:xfrm>
                <a:off x="1610295" y="1510575"/>
                <a:ext cx="181080" cy="2462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9A7163-54DB-1629-A7BC-1B6A16F0BC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01655" y="1501935"/>
                  <a:ext cx="198720" cy="24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B4AB4EA-30EE-E8AF-3AC6-467A8E565933}"/>
                    </a:ext>
                  </a:extLst>
                </p14:cNvPr>
                <p14:cNvContentPartPr/>
                <p14:nvPr/>
              </p14:nvContentPartPr>
              <p14:xfrm>
                <a:off x="1560975" y="650895"/>
                <a:ext cx="2575440" cy="331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B4AB4EA-30EE-E8AF-3AC6-467A8E5659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52335" y="641895"/>
                  <a:ext cx="2593080" cy="33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DB1B52-0AAA-7002-1E7A-3B2019571580}"/>
                    </a:ext>
                  </a:extLst>
                </p14:cNvPr>
                <p14:cNvContentPartPr/>
                <p14:nvPr/>
              </p14:nvContentPartPr>
              <p14:xfrm>
                <a:off x="2549535" y="969855"/>
                <a:ext cx="484200" cy="2860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DB1B52-0AAA-7002-1E7A-3B20195715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0895" y="961215"/>
                  <a:ext cx="501840" cy="28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EF734E-DF50-A28F-73E0-51EB07E0D4BB}"/>
                    </a:ext>
                  </a:extLst>
                </p14:cNvPr>
                <p14:cNvContentPartPr/>
                <p14:nvPr/>
              </p14:nvContentPartPr>
              <p14:xfrm>
                <a:off x="1695615" y="1455855"/>
                <a:ext cx="3051360" cy="732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EF734E-DF50-A28F-73E0-51EB07E0D4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86975" y="1446855"/>
                  <a:ext cx="306900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2B033D-B420-C049-4BD3-6E955D0053CC}"/>
                    </a:ext>
                  </a:extLst>
                </p14:cNvPr>
                <p14:cNvContentPartPr/>
                <p14:nvPr/>
              </p14:nvContentPartPr>
              <p14:xfrm>
                <a:off x="2162895" y="2184135"/>
                <a:ext cx="76680" cy="539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2B033D-B420-C049-4BD3-6E955D0053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53895" y="2175135"/>
                  <a:ext cx="943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36AE90-51B5-7E5F-E2AF-91DC87EA5F3C}"/>
                    </a:ext>
                  </a:extLst>
                </p14:cNvPr>
                <p14:cNvContentPartPr/>
                <p14:nvPr/>
              </p14:nvContentPartPr>
              <p14:xfrm>
                <a:off x="2243535" y="2996655"/>
                <a:ext cx="15120" cy="39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36AE90-51B5-7E5F-E2AF-91DC87EA5F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34535" y="2988015"/>
                  <a:ext cx="32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0B4DC2-D8B6-50EC-3AA3-4D8586E47D50}"/>
                    </a:ext>
                  </a:extLst>
                </p14:cNvPr>
                <p14:cNvContentPartPr/>
                <p14:nvPr/>
              </p14:nvContentPartPr>
              <p14:xfrm>
                <a:off x="2300775" y="2898015"/>
                <a:ext cx="35640" cy="451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0B4DC2-D8B6-50EC-3AA3-4D8586E47D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91775" y="2889015"/>
                  <a:ext cx="532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A7667F-70E7-57DA-07E1-450E45DAC372}"/>
                    </a:ext>
                  </a:extLst>
                </p14:cNvPr>
                <p14:cNvContentPartPr/>
                <p14:nvPr/>
              </p14:nvContentPartPr>
              <p14:xfrm>
                <a:off x="2126175" y="3642495"/>
                <a:ext cx="582840" cy="767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A7667F-70E7-57DA-07E1-450E45DAC3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17535" y="3633855"/>
                  <a:ext cx="60048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11D2A3-8B85-59C4-7B38-B746672B86E0}"/>
                    </a:ext>
                  </a:extLst>
                </p14:cNvPr>
                <p14:cNvContentPartPr/>
                <p14:nvPr/>
              </p14:nvContentPartPr>
              <p14:xfrm>
                <a:off x="2386455" y="4379415"/>
                <a:ext cx="559080" cy="82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11D2A3-8B85-59C4-7B38-B746672B86E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77815" y="4370415"/>
                  <a:ext cx="57672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5CAA926-D3E5-8FC7-27AD-CC525F35E106}"/>
                    </a:ext>
                  </a:extLst>
                </p14:cNvPr>
                <p14:cNvContentPartPr/>
                <p14:nvPr/>
              </p14:nvContentPartPr>
              <p14:xfrm>
                <a:off x="2635575" y="5061615"/>
                <a:ext cx="307440" cy="67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5CAA926-D3E5-8FC7-27AD-CC525F35E10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26935" y="5052615"/>
                  <a:ext cx="32508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FA6BFE-F073-6EE3-1FD8-FA867A29BEC4}"/>
                    </a:ext>
                  </a:extLst>
                </p14:cNvPr>
                <p14:cNvContentPartPr/>
                <p14:nvPr/>
              </p14:nvContentPartPr>
              <p14:xfrm>
                <a:off x="2936175" y="5523135"/>
                <a:ext cx="289800" cy="366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FA6BFE-F073-6EE3-1FD8-FA867A29BE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27535" y="5514135"/>
                  <a:ext cx="3074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5DCBB8A-CC8E-527D-5732-7989933871D2}"/>
                    </a:ext>
                  </a:extLst>
                </p14:cNvPr>
                <p14:cNvContentPartPr/>
                <p14:nvPr/>
              </p14:nvContentPartPr>
              <p14:xfrm>
                <a:off x="4476255" y="1111335"/>
                <a:ext cx="3352320" cy="980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5DCBB8A-CC8E-527D-5732-7989933871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67615" y="1102695"/>
                  <a:ext cx="3369960" cy="9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940B61-EB1B-C13E-A5D0-D72C83558178}"/>
                    </a:ext>
                  </a:extLst>
                </p14:cNvPr>
                <p14:cNvContentPartPr/>
                <p14:nvPr/>
              </p14:nvContentPartPr>
              <p14:xfrm>
                <a:off x="4325055" y="1669695"/>
                <a:ext cx="642600" cy="762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940B61-EB1B-C13E-A5D0-D72C835581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16055" y="1661055"/>
                  <a:ext cx="660240" cy="7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EB7F71-E12D-6B96-FB23-ACC3834E67CB}"/>
                    </a:ext>
                  </a:extLst>
                </p14:cNvPr>
                <p14:cNvContentPartPr/>
                <p14:nvPr/>
              </p14:nvContentPartPr>
              <p14:xfrm>
                <a:off x="4929855" y="2923575"/>
                <a:ext cx="50400" cy="541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EB7F71-E12D-6B96-FB23-ACC3834E67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21215" y="2914935"/>
                  <a:ext cx="6804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25D099-E239-85A1-9C00-01BA1098C7A5}"/>
                    </a:ext>
                  </a:extLst>
                </p14:cNvPr>
                <p14:cNvContentPartPr/>
                <p14:nvPr/>
              </p14:nvContentPartPr>
              <p14:xfrm>
                <a:off x="4976295" y="2853375"/>
                <a:ext cx="47160" cy="26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25D099-E239-85A1-9C00-01BA1098C7A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67655" y="2844375"/>
                  <a:ext cx="64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37EA9CD-D85F-781D-3390-FC050136D6A3}"/>
                    </a:ext>
                  </a:extLst>
                </p14:cNvPr>
                <p14:cNvContentPartPr/>
                <p14:nvPr/>
              </p14:nvContentPartPr>
              <p14:xfrm>
                <a:off x="4859295" y="2719455"/>
                <a:ext cx="419040" cy="739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37EA9CD-D85F-781D-3390-FC050136D6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50655" y="2710455"/>
                  <a:ext cx="4366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92C78C4-71EF-3AD0-D595-28BD9B8EEA91}"/>
                    </a:ext>
                  </a:extLst>
                </p14:cNvPr>
                <p14:cNvContentPartPr/>
                <p14:nvPr/>
              </p14:nvContentPartPr>
              <p14:xfrm>
                <a:off x="5250255" y="2682735"/>
                <a:ext cx="832680" cy="502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92C78C4-71EF-3AD0-D595-28BD9B8EEA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41615" y="2673735"/>
                  <a:ext cx="85032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1C0DDC-52E2-496A-5637-02BCF40E40D7}"/>
                    </a:ext>
                  </a:extLst>
                </p14:cNvPr>
                <p14:cNvContentPartPr/>
                <p14:nvPr/>
              </p14:nvContentPartPr>
              <p14:xfrm>
                <a:off x="5266815" y="3490215"/>
                <a:ext cx="111960" cy="515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1C0DDC-52E2-496A-5637-02BCF40E40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57815" y="3481575"/>
                  <a:ext cx="1296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8F1864-6005-602C-68B5-0A3F12F47577}"/>
                    </a:ext>
                  </a:extLst>
                </p14:cNvPr>
                <p14:cNvContentPartPr/>
                <p14:nvPr/>
              </p14:nvContentPartPr>
              <p14:xfrm>
                <a:off x="5227935" y="3674895"/>
                <a:ext cx="501480" cy="27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8F1864-6005-602C-68B5-0A3F12F475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18935" y="3666255"/>
                  <a:ext cx="5191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E8ABC3-0B45-0316-420B-A06FCD339204}"/>
                    </a:ext>
                  </a:extLst>
                </p14:cNvPr>
                <p14:cNvContentPartPr/>
                <p14:nvPr/>
              </p14:nvContentPartPr>
              <p14:xfrm>
                <a:off x="5724015" y="4187175"/>
                <a:ext cx="71640" cy="354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E8ABC3-0B45-0316-420B-A06FCD33920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15015" y="4178175"/>
                  <a:ext cx="89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27068E3-0442-FE21-414F-610350CE2A3F}"/>
                    </a:ext>
                  </a:extLst>
                </p14:cNvPr>
                <p14:cNvContentPartPr/>
                <p14:nvPr/>
              </p14:nvContentPartPr>
              <p14:xfrm>
                <a:off x="5835975" y="3899175"/>
                <a:ext cx="1332000" cy="462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27068E3-0442-FE21-414F-610350CE2A3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27335" y="3890175"/>
                  <a:ext cx="13496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5248432-5450-6B53-4511-098465E8425B}"/>
                    </a:ext>
                  </a:extLst>
                </p14:cNvPr>
                <p14:cNvContentPartPr/>
                <p14:nvPr/>
              </p14:nvContentPartPr>
              <p14:xfrm>
                <a:off x="7265895" y="3942015"/>
                <a:ext cx="52920" cy="63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5248432-5450-6B53-4511-098465E842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56895" y="3933375"/>
                  <a:ext cx="70560" cy="8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62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DBB553C8-485D-8C24-856A-17851EC9FB87}"/>
              </a:ext>
            </a:extLst>
          </p:cNvPr>
          <p:cNvGrpSpPr/>
          <p:nvPr/>
        </p:nvGrpSpPr>
        <p:grpSpPr>
          <a:xfrm>
            <a:off x="835935" y="501495"/>
            <a:ext cx="10556280" cy="5044320"/>
            <a:chOff x="835935" y="501495"/>
            <a:chExt cx="10556280" cy="50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1F2AE63-F927-5C49-1E2D-C3CC9159F149}"/>
                    </a:ext>
                  </a:extLst>
                </p14:cNvPr>
                <p14:cNvContentPartPr/>
                <p14:nvPr/>
              </p14:nvContentPartPr>
              <p14:xfrm>
                <a:off x="9600855" y="1649175"/>
                <a:ext cx="133920" cy="603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1F2AE63-F927-5C49-1E2D-C3CC9159F14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92215" y="1640175"/>
                  <a:ext cx="15156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B450EE0-DAA1-F819-7086-394375FDCE18}"/>
                    </a:ext>
                  </a:extLst>
                </p14:cNvPr>
                <p14:cNvContentPartPr/>
                <p14:nvPr/>
              </p14:nvContentPartPr>
              <p14:xfrm>
                <a:off x="9731175" y="1494375"/>
                <a:ext cx="653040" cy="703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B450EE0-DAA1-F819-7086-394375FDCE1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22175" y="1485375"/>
                  <a:ext cx="67068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27C682-749E-6195-326A-7841C96DF436}"/>
                    </a:ext>
                  </a:extLst>
                </p14:cNvPr>
                <p14:cNvContentPartPr/>
                <p14:nvPr/>
              </p14:nvContentPartPr>
              <p14:xfrm>
                <a:off x="10605615" y="1647015"/>
                <a:ext cx="786600" cy="297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27C682-749E-6195-326A-7841C96DF43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96975" y="1638375"/>
                  <a:ext cx="8042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007C253-4680-E68E-7E70-237B04C90B9A}"/>
                    </a:ext>
                  </a:extLst>
                </p14:cNvPr>
                <p14:cNvContentPartPr/>
                <p14:nvPr/>
              </p14:nvContentPartPr>
              <p14:xfrm>
                <a:off x="5109495" y="2401215"/>
                <a:ext cx="35280" cy="579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007C253-4680-E68E-7E70-237B04C90B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00855" y="2392215"/>
                  <a:ext cx="529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B072BEC-9709-A8FC-065E-A0D3AEB8E636}"/>
                    </a:ext>
                  </a:extLst>
                </p14:cNvPr>
                <p14:cNvContentPartPr/>
                <p14:nvPr/>
              </p14:nvContentPartPr>
              <p14:xfrm>
                <a:off x="5372295" y="2028255"/>
                <a:ext cx="199800" cy="227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B072BEC-9709-A8FC-065E-A0D3AEB8E6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63655" y="2019255"/>
                  <a:ext cx="217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78F98E-0D9A-EB29-B49A-11F1ECD85807}"/>
                    </a:ext>
                  </a:extLst>
                </p14:cNvPr>
                <p14:cNvContentPartPr/>
                <p14:nvPr/>
              </p14:nvContentPartPr>
              <p14:xfrm>
                <a:off x="5687295" y="2149935"/>
                <a:ext cx="1071720" cy="395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78F98E-0D9A-EB29-B49A-11F1ECD858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78655" y="2141295"/>
                  <a:ext cx="10893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66AFDB-C5A5-8D1E-1C38-2B6B1891982C}"/>
                    </a:ext>
                  </a:extLst>
                </p14:cNvPr>
                <p14:cNvContentPartPr/>
                <p14:nvPr/>
              </p14:nvContentPartPr>
              <p14:xfrm>
                <a:off x="6816615" y="2199615"/>
                <a:ext cx="114840" cy="71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66AFDB-C5A5-8D1E-1C38-2B6B189198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07975" y="2190615"/>
                  <a:ext cx="132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9D1F80-4DAF-B32C-1124-A280AAF8E438}"/>
                    </a:ext>
                  </a:extLst>
                </p14:cNvPr>
                <p14:cNvContentPartPr/>
                <p14:nvPr/>
              </p14:nvContentPartPr>
              <p14:xfrm>
                <a:off x="7158255" y="1916655"/>
                <a:ext cx="139680" cy="465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9D1F80-4DAF-B32C-1124-A280AAF8E4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49615" y="1907655"/>
                  <a:ext cx="1573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5581A3-0A02-3E49-C45B-0FF563F5B828}"/>
                    </a:ext>
                  </a:extLst>
                </p14:cNvPr>
                <p14:cNvContentPartPr/>
                <p14:nvPr/>
              </p14:nvContentPartPr>
              <p14:xfrm>
                <a:off x="7176615" y="1963095"/>
                <a:ext cx="677160" cy="237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5581A3-0A02-3E49-C45B-0FF563F5B8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67975" y="1954095"/>
                  <a:ext cx="694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FA595A-B78F-84C4-20F9-E3C7E502C856}"/>
                    </a:ext>
                  </a:extLst>
                </p14:cNvPr>
                <p14:cNvContentPartPr/>
                <p14:nvPr/>
              </p14:nvContentPartPr>
              <p14:xfrm>
                <a:off x="4435575" y="1741695"/>
                <a:ext cx="232560" cy="149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FA595A-B78F-84C4-20F9-E3C7E502C8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6935" y="1733055"/>
                  <a:ext cx="250200" cy="15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BF7B62-AEA8-329D-90A2-4C004ABF1680}"/>
                    </a:ext>
                  </a:extLst>
                </p14:cNvPr>
                <p14:cNvContentPartPr/>
                <p14:nvPr/>
              </p14:nvContentPartPr>
              <p14:xfrm>
                <a:off x="4057575" y="1203135"/>
                <a:ext cx="4143240" cy="2118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BF7B62-AEA8-329D-90A2-4C004ABF16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48575" y="1194495"/>
                  <a:ext cx="4160880" cy="21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6FE99E-DA05-744A-B22E-D2B7035F2C13}"/>
                    </a:ext>
                  </a:extLst>
                </p14:cNvPr>
                <p14:cNvContentPartPr/>
                <p14:nvPr/>
              </p14:nvContentPartPr>
              <p14:xfrm>
                <a:off x="835935" y="2261175"/>
                <a:ext cx="96840" cy="450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6FE99E-DA05-744A-B22E-D2B7035F2C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6935" y="2252535"/>
                  <a:ext cx="1144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067EBA-22BC-FAD7-00F0-F4BEB87E407A}"/>
                    </a:ext>
                  </a:extLst>
                </p14:cNvPr>
                <p14:cNvContentPartPr/>
                <p14:nvPr/>
              </p14:nvContentPartPr>
              <p14:xfrm>
                <a:off x="969495" y="1935735"/>
                <a:ext cx="255960" cy="689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067EBA-22BC-FAD7-00F0-F4BEB87E40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0855" y="1927095"/>
                  <a:ext cx="27360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FC5848-672C-F685-240A-158108F2D243}"/>
                    </a:ext>
                  </a:extLst>
                </p14:cNvPr>
                <p14:cNvContentPartPr/>
                <p14:nvPr/>
              </p14:nvContentPartPr>
              <p14:xfrm>
                <a:off x="1827375" y="1917735"/>
                <a:ext cx="725040" cy="48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FC5848-672C-F685-240A-158108F2D24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8735" y="1908735"/>
                  <a:ext cx="74268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16D1E3-E007-1041-1761-54929750938A}"/>
                    </a:ext>
                  </a:extLst>
                </p14:cNvPr>
                <p14:cNvContentPartPr/>
                <p14:nvPr/>
              </p14:nvContentPartPr>
              <p14:xfrm>
                <a:off x="2877135" y="1299255"/>
                <a:ext cx="100440" cy="71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16D1E3-E007-1041-1761-5492975093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68135" y="1290615"/>
                  <a:ext cx="11808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E3F0C7-084A-9636-7EDB-D77B833DD6E6}"/>
                    </a:ext>
                  </a:extLst>
                </p14:cNvPr>
                <p14:cNvContentPartPr/>
                <p14:nvPr/>
              </p14:nvContentPartPr>
              <p14:xfrm>
                <a:off x="2796855" y="1167855"/>
                <a:ext cx="354960" cy="33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E3F0C7-084A-9636-7EDB-D77B833DD6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88215" y="1159215"/>
                  <a:ext cx="372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713E93-26DC-8F54-9F44-524587219336}"/>
                    </a:ext>
                  </a:extLst>
                </p14:cNvPr>
                <p14:cNvContentPartPr/>
                <p14:nvPr/>
              </p14:nvContentPartPr>
              <p14:xfrm>
                <a:off x="3526575" y="1156335"/>
                <a:ext cx="508320" cy="416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713E93-26DC-8F54-9F44-5245872193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17575" y="1147335"/>
                  <a:ext cx="5259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1F749E1-C39D-DAF0-0269-7AF8AB490773}"/>
                    </a:ext>
                  </a:extLst>
                </p14:cNvPr>
                <p14:cNvContentPartPr/>
                <p14:nvPr/>
              </p14:nvContentPartPr>
              <p14:xfrm>
                <a:off x="4083855" y="957975"/>
                <a:ext cx="70200" cy="12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1F749E1-C39D-DAF0-0269-7AF8AB49077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4855" y="948975"/>
                  <a:ext cx="87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7370AB-26DC-2642-4B37-F6C5766F33F7}"/>
                    </a:ext>
                  </a:extLst>
                </p14:cNvPr>
                <p14:cNvContentPartPr/>
                <p14:nvPr/>
              </p14:nvContentPartPr>
              <p14:xfrm>
                <a:off x="1626135" y="4443135"/>
                <a:ext cx="61920" cy="509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7370AB-26DC-2642-4B37-F6C5766F33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17495" y="4434135"/>
                  <a:ext cx="795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5A0BD1-8A95-1BA5-32D8-893D83DB6F02}"/>
                    </a:ext>
                  </a:extLst>
                </p14:cNvPr>
                <p14:cNvContentPartPr/>
                <p14:nvPr/>
              </p14:nvContentPartPr>
              <p14:xfrm>
                <a:off x="1800015" y="4235415"/>
                <a:ext cx="960480" cy="810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5A0BD1-8A95-1BA5-32D8-893D83DB6F0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91375" y="4226415"/>
                  <a:ext cx="97812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F86058-86F3-9493-9D46-F4C1DA79AA5D}"/>
                    </a:ext>
                  </a:extLst>
                </p14:cNvPr>
                <p14:cNvContentPartPr/>
                <p14:nvPr/>
              </p14:nvContentPartPr>
              <p14:xfrm>
                <a:off x="2842575" y="4175655"/>
                <a:ext cx="23400" cy="54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F86058-86F3-9493-9D46-F4C1DA79AA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33575" y="4167015"/>
                  <a:ext cx="41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AB08F4-14DE-7B9E-FB79-2878427496B0}"/>
                    </a:ext>
                  </a:extLst>
                </p14:cNvPr>
                <p14:cNvContentPartPr/>
                <p14:nvPr/>
              </p14:nvContentPartPr>
              <p14:xfrm>
                <a:off x="2978655" y="4493175"/>
                <a:ext cx="437040" cy="7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AB08F4-14DE-7B9E-FB79-2878427496B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69655" y="4484535"/>
                  <a:ext cx="4546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80EAB5-51C2-594F-1BFA-662D45FC960F}"/>
                    </a:ext>
                  </a:extLst>
                </p14:cNvPr>
                <p14:cNvContentPartPr/>
                <p14:nvPr/>
              </p14:nvContentPartPr>
              <p14:xfrm>
                <a:off x="3848775" y="4047855"/>
                <a:ext cx="66240" cy="591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80EAB5-51C2-594F-1BFA-662D45FC96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40135" y="4038855"/>
                  <a:ext cx="8388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DA0942-7DF4-9920-0C1B-F5E88F983107}"/>
                    </a:ext>
                  </a:extLst>
                </p14:cNvPr>
                <p14:cNvContentPartPr/>
                <p14:nvPr/>
              </p14:nvContentPartPr>
              <p14:xfrm>
                <a:off x="4005015" y="3814215"/>
                <a:ext cx="257040" cy="421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DA0942-7DF4-9920-0C1B-F5E88F9831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96015" y="3805575"/>
                  <a:ext cx="2746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7997BFA-2996-215E-019A-ED9BE2F6F16B}"/>
                    </a:ext>
                  </a:extLst>
                </p14:cNvPr>
                <p14:cNvContentPartPr/>
                <p14:nvPr/>
              </p14:nvContentPartPr>
              <p14:xfrm>
                <a:off x="4536375" y="4173495"/>
                <a:ext cx="545400" cy="282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7997BFA-2996-215E-019A-ED9BE2F6F1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27735" y="4164855"/>
                  <a:ext cx="5630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5E8A91-7A2D-ED53-DFCF-0D991B0C8528}"/>
                    </a:ext>
                  </a:extLst>
                </p14:cNvPr>
                <p14:cNvContentPartPr/>
                <p14:nvPr/>
              </p14:nvContentPartPr>
              <p14:xfrm>
                <a:off x="1680495" y="3265575"/>
                <a:ext cx="3544560" cy="228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5E8A91-7A2D-ED53-DFCF-0D991B0C85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71495" y="3256935"/>
                  <a:ext cx="3562200" cy="22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E89C04-D93D-3FE7-5CA2-F30C198436A3}"/>
                    </a:ext>
                  </a:extLst>
                </p14:cNvPr>
                <p14:cNvContentPartPr/>
                <p14:nvPr/>
              </p14:nvContentPartPr>
              <p14:xfrm>
                <a:off x="1603815" y="501495"/>
                <a:ext cx="2822040" cy="2227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E89C04-D93D-3FE7-5CA2-F30C198436A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95175" y="492495"/>
                  <a:ext cx="2839680" cy="22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FC8018-8281-86FD-B1ED-3FCD12F72DD6}"/>
                    </a:ext>
                  </a:extLst>
                </p14:cNvPr>
                <p14:cNvContentPartPr/>
                <p14:nvPr/>
              </p14:nvContentPartPr>
              <p14:xfrm>
                <a:off x="3470055" y="2262255"/>
                <a:ext cx="1131840" cy="288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FC8018-8281-86FD-B1ED-3FCD12F72DD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61055" y="2253615"/>
                  <a:ext cx="1149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A02124F-8FD8-CCA3-A6E1-0FFE516BFF97}"/>
                    </a:ext>
                  </a:extLst>
                </p14:cNvPr>
                <p14:cNvContentPartPr/>
                <p14:nvPr/>
              </p14:nvContentPartPr>
              <p14:xfrm>
                <a:off x="4285095" y="3241455"/>
                <a:ext cx="372960" cy="356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A02124F-8FD8-CCA3-A6E1-0FFE516BFF9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76095" y="3232815"/>
                  <a:ext cx="3906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B03146-5EA7-4F82-511A-EE3270F25D3B}"/>
                    </a:ext>
                  </a:extLst>
                </p14:cNvPr>
                <p14:cNvContentPartPr/>
                <p14:nvPr/>
              </p14:nvContentPartPr>
              <p14:xfrm>
                <a:off x="8467215" y="1953735"/>
                <a:ext cx="1340640" cy="8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B03146-5EA7-4F82-511A-EE3270F25D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58215" y="1945095"/>
                  <a:ext cx="1358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ECAB391-E087-B099-F9D4-DF4062E22775}"/>
                    </a:ext>
                  </a:extLst>
                </p14:cNvPr>
                <p14:cNvContentPartPr/>
                <p14:nvPr/>
              </p14:nvContentPartPr>
              <p14:xfrm>
                <a:off x="8876535" y="1236615"/>
                <a:ext cx="609480" cy="1271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ECAB391-E087-B099-F9D4-DF4062E2277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67895" y="1227975"/>
                  <a:ext cx="627120" cy="12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A36D20-E756-DC62-9CAE-D61D0AAB2E35}"/>
                    </a:ext>
                  </a:extLst>
                </p14:cNvPr>
                <p14:cNvContentPartPr/>
                <p14:nvPr/>
              </p14:nvContentPartPr>
              <p14:xfrm>
                <a:off x="8623815" y="1201695"/>
                <a:ext cx="2739960" cy="1414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A36D20-E756-DC62-9CAE-D61D0AAB2E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14815" y="1192695"/>
                  <a:ext cx="2757600" cy="14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66ACFE-D109-86B6-03D2-A337C3218C4B}"/>
                    </a:ext>
                  </a:extLst>
                </p14:cNvPr>
                <p14:cNvContentPartPr/>
                <p14:nvPr/>
              </p14:nvContentPartPr>
              <p14:xfrm>
                <a:off x="8190375" y="1533975"/>
                <a:ext cx="1101240" cy="37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66ACFE-D109-86B6-03D2-A337C3218C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81375" y="1525335"/>
                  <a:ext cx="1118880" cy="39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411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62AC1EC-E0F2-DFBB-6E5F-03618750EAD2}"/>
              </a:ext>
            </a:extLst>
          </p:cNvPr>
          <p:cNvGrpSpPr/>
          <p:nvPr/>
        </p:nvGrpSpPr>
        <p:grpSpPr>
          <a:xfrm>
            <a:off x="1991895" y="57615"/>
            <a:ext cx="7388640" cy="4721400"/>
            <a:chOff x="1991895" y="57615"/>
            <a:chExt cx="7388640" cy="47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C6A6B9-76EA-4659-6BC4-801E81536234}"/>
                    </a:ext>
                  </a:extLst>
                </p14:cNvPr>
                <p14:cNvContentPartPr/>
                <p14:nvPr/>
              </p14:nvContentPartPr>
              <p14:xfrm>
                <a:off x="2635575" y="3822855"/>
                <a:ext cx="227880" cy="893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C6A6B9-76EA-4659-6BC4-801E8153623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26935" y="3813855"/>
                  <a:ext cx="24552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F86C7D-4AD9-EE4D-FF7D-B77208FB1289}"/>
                    </a:ext>
                  </a:extLst>
                </p14:cNvPr>
                <p14:cNvContentPartPr/>
                <p14:nvPr/>
              </p14:nvContentPartPr>
              <p14:xfrm>
                <a:off x="2130135" y="3638535"/>
                <a:ext cx="2438280" cy="1140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F86C7D-4AD9-EE4D-FF7D-B77208FB12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21495" y="3629895"/>
                  <a:ext cx="2455920" cy="11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07467F-F82D-DFFC-396F-ADB5FE9BAB67}"/>
                    </a:ext>
                  </a:extLst>
                </p14:cNvPr>
                <p14:cNvContentPartPr/>
                <p14:nvPr/>
              </p14:nvContentPartPr>
              <p14:xfrm>
                <a:off x="7592775" y="3686055"/>
                <a:ext cx="246600" cy="1015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07467F-F82D-DFFC-396F-ADB5FE9BAB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83775" y="3677055"/>
                  <a:ext cx="264240" cy="10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823A607-FA7E-84E4-D613-1B94AF07B380}"/>
                    </a:ext>
                  </a:extLst>
                </p14:cNvPr>
                <p14:cNvContentPartPr/>
                <p14:nvPr/>
              </p14:nvContentPartPr>
              <p14:xfrm>
                <a:off x="7234935" y="3442335"/>
                <a:ext cx="2008800" cy="1329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823A607-FA7E-84E4-D613-1B94AF07B3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26295" y="3433335"/>
                  <a:ext cx="2026440" cy="13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A0C034-C3D3-1B86-3BBC-D2EA6982EDE0}"/>
                    </a:ext>
                  </a:extLst>
                </p14:cNvPr>
                <p14:cNvContentPartPr/>
                <p14:nvPr/>
              </p14:nvContentPartPr>
              <p14:xfrm>
                <a:off x="4543215" y="2174775"/>
                <a:ext cx="101880" cy="866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A0C034-C3D3-1B86-3BBC-D2EA6982EDE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34575" y="2166135"/>
                  <a:ext cx="119520" cy="88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D89D31C-63B5-719D-AB12-7B60CF4F5F2D}"/>
                    </a:ext>
                  </a:extLst>
                </p14:cNvPr>
                <p14:cNvContentPartPr/>
                <p14:nvPr/>
              </p14:nvContentPartPr>
              <p14:xfrm>
                <a:off x="4600455" y="1926015"/>
                <a:ext cx="1895400" cy="1022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D89D31C-63B5-719D-AB12-7B60CF4F5F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91455" y="1917015"/>
                  <a:ext cx="1913040" cy="10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1E2D09-BC31-E979-B184-BAED07B9D9A2}"/>
                    </a:ext>
                  </a:extLst>
                </p14:cNvPr>
                <p14:cNvContentPartPr/>
                <p14:nvPr/>
              </p14:nvContentPartPr>
              <p14:xfrm>
                <a:off x="4624575" y="3002055"/>
                <a:ext cx="32400" cy="27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1E2D09-BC31-E979-B184-BAED07B9D9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15575" y="2993055"/>
                  <a:ext cx="50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B64B021-2DE0-0746-B948-0726108FD93B}"/>
                    </a:ext>
                  </a:extLst>
                </p14:cNvPr>
                <p14:cNvContentPartPr/>
                <p14:nvPr/>
              </p14:nvContentPartPr>
              <p14:xfrm>
                <a:off x="4601535" y="2760855"/>
                <a:ext cx="1984680" cy="23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B64B021-2DE0-0746-B948-0726108FD9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92895" y="2751855"/>
                  <a:ext cx="2002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3B88AF-9400-3334-7C7B-078E851F12F3}"/>
                    </a:ext>
                  </a:extLst>
                </p14:cNvPr>
                <p14:cNvContentPartPr/>
                <p14:nvPr/>
              </p14:nvContentPartPr>
              <p14:xfrm>
                <a:off x="7898055" y="981735"/>
                <a:ext cx="57240" cy="544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3B88AF-9400-3334-7C7B-078E851F12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89415" y="972735"/>
                  <a:ext cx="7488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FBF9C8-99C3-D119-ED09-04638EB14DEC}"/>
                    </a:ext>
                  </a:extLst>
                </p14:cNvPr>
                <p14:cNvContentPartPr/>
                <p14:nvPr/>
              </p14:nvContentPartPr>
              <p14:xfrm>
                <a:off x="7990575" y="775815"/>
                <a:ext cx="1389960" cy="822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FBF9C8-99C3-D119-ED09-04638EB14DE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935" y="766815"/>
                  <a:ext cx="140760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EACA04-143C-5BD7-45BF-FCE80BAC34C5}"/>
                    </a:ext>
                  </a:extLst>
                </p14:cNvPr>
                <p14:cNvContentPartPr/>
                <p14:nvPr/>
              </p14:nvContentPartPr>
              <p14:xfrm>
                <a:off x="2209335" y="973095"/>
                <a:ext cx="96480" cy="902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EACA04-143C-5BD7-45BF-FCE80BAC34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0335" y="964095"/>
                  <a:ext cx="11412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32E7171-8606-F80A-79EB-5D79F61F3F1E}"/>
                    </a:ext>
                  </a:extLst>
                </p14:cNvPr>
                <p14:cNvContentPartPr/>
                <p14:nvPr/>
              </p14:nvContentPartPr>
              <p14:xfrm>
                <a:off x="1991895" y="735495"/>
                <a:ext cx="1577880" cy="132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32E7171-8606-F80A-79EB-5D79F61F3F1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83255" y="726855"/>
                  <a:ext cx="1595520" cy="13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A32E52-657B-315D-DE68-BB21B0608E70}"/>
                    </a:ext>
                  </a:extLst>
                </p14:cNvPr>
                <p14:cNvContentPartPr/>
                <p14:nvPr/>
              </p14:nvContentPartPr>
              <p14:xfrm>
                <a:off x="3386175" y="1406895"/>
                <a:ext cx="1373400" cy="69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A32E52-657B-315D-DE68-BB21B0608E7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77535" y="1397895"/>
                  <a:ext cx="139104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EC43B5A-E958-8E52-BFE2-C4AA7933890B}"/>
                    </a:ext>
                  </a:extLst>
                </p14:cNvPr>
                <p14:cNvContentPartPr/>
                <p14:nvPr/>
              </p14:nvContentPartPr>
              <p14:xfrm>
                <a:off x="6509175" y="1250655"/>
                <a:ext cx="1629720" cy="91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EC43B5A-E958-8E52-BFE2-C4AA793389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00535" y="1242015"/>
                  <a:ext cx="1647360" cy="9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55E9B5-F012-618A-558C-3D1FE3AE375C}"/>
                    </a:ext>
                  </a:extLst>
                </p14:cNvPr>
                <p14:cNvContentPartPr/>
                <p14:nvPr/>
              </p14:nvContentPartPr>
              <p14:xfrm>
                <a:off x="6277335" y="2847615"/>
                <a:ext cx="1101600" cy="1663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55E9B5-F012-618A-558C-3D1FE3AE37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68335" y="2838615"/>
                  <a:ext cx="1119240" cy="16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8C0045-B5EA-EA4C-D52E-96ABA7D3B0B6}"/>
                    </a:ext>
                  </a:extLst>
                </p14:cNvPr>
                <p14:cNvContentPartPr/>
                <p14:nvPr/>
              </p14:nvContentPartPr>
              <p14:xfrm>
                <a:off x="6332055" y="2813775"/>
                <a:ext cx="1440360" cy="121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8C0045-B5EA-EA4C-D52E-96ABA7D3B0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23415" y="2804775"/>
                  <a:ext cx="1458000" cy="12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182DEB-A4CD-B38F-15A8-C73FED26D99F}"/>
                    </a:ext>
                  </a:extLst>
                </p14:cNvPr>
                <p14:cNvContentPartPr/>
                <p14:nvPr/>
              </p14:nvContentPartPr>
              <p14:xfrm>
                <a:off x="3723855" y="2723055"/>
                <a:ext cx="1046520" cy="848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C182DEB-A4CD-B38F-15A8-C73FED26D9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14855" y="2714055"/>
                  <a:ext cx="106416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AB1A3D-294D-76BE-3ED3-56CB27D46EDA}"/>
                    </a:ext>
                  </a:extLst>
                </p14:cNvPr>
                <p14:cNvContentPartPr/>
                <p14:nvPr/>
              </p14:nvContentPartPr>
              <p14:xfrm>
                <a:off x="4442775" y="2752935"/>
                <a:ext cx="318240" cy="1134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AB1A3D-294D-76BE-3ED3-56CB27D46E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33775" y="2744295"/>
                  <a:ext cx="335880" cy="11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8CDFD13-E9F4-9FC9-64D9-232C43FA6270}"/>
                    </a:ext>
                  </a:extLst>
                </p14:cNvPr>
                <p14:cNvContentPartPr/>
                <p14:nvPr/>
              </p14:nvContentPartPr>
              <p14:xfrm>
                <a:off x="4695135" y="153735"/>
                <a:ext cx="209160" cy="705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8CDFD13-E9F4-9FC9-64D9-232C43FA627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86495" y="145095"/>
                  <a:ext cx="2268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7A7811-7DCA-3F57-A0DB-08EFB3CAE763}"/>
                    </a:ext>
                  </a:extLst>
                </p14:cNvPr>
                <p14:cNvContentPartPr/>
                <p14:nvPr/>
              </p14:nvContentPartPr>
              <p14:xfrm>
                <a:off x="5157015" y="289095"/>
                <a:ext cx="80280" cy="422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7A7811-7DCA-3F57-A0DB-08EFB3CAE7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48375" y="280455"/>
                  <a:ext cx="979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450312-F3DF-F9B3-BA3F-4E53F67EF502}"/>
                    </a:ext>
                  </a:extLst>
                </p14:cNvPr>
                <p14:cNvContentPartPr/>
                <p14:nvPr/>
              </p14:nvContentPartPr>
              <p14:xfrm>
                <a:off x="5062335" y="452895"/>
                <a:ext cx="571320" cy="172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450312-F3DF-F9B3-BA3F-4E53F67EF5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53335" y="443895"/>
                  <a:ext cx="588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5E874C-EFFA-12B6-CFC6-4593C2FC82FC}"/>
                    </a:ext>
                  </a:extLst>
                </p14:cNvPr>
                <p14:cNvContentPartPr/>
                <p14:nvPr/>
              </p14:nvContentPartPr>
              <p14:xfrm>
                <a:off x="5862255" y="379455"/>
                <a:ext cx="167400" cy="215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5E874C-EFFA-12B6-CFC6-4593C2FC82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53615" y="370815"/>
                  <a:ext cx="185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1BC7D4-C20A-257B-832E-96DB7D5DF35D}"/>
                    </a:ext>
                  </a:extLst>
                </p14:cNvPr>
                <p14:cNvContentPartPr/>
                <p14:nvPr/>
              </p14:nvContentPartPr>
              <p14:xfrm>
                <a:off x="6410895" y="305655"/>
                <a:ext cx="21960" cy="31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1BC7D4-C20A-257B-832E-96DB7D5DF35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02255" y="297015"/>
                  <a:ext cx="39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B047BF1-ED01-C2E0-8A1B-EACD093428DE}"/>
                    </a:ext>
                  </a:extLst>
                </p14:cNvPr>
                <p14:cNvContentPartPr/>
                <p14:nvPr/>
              </p14:nvContentPartPr>
              <p14:xfrm>
                <a:off x="6263655" y="124215"/>
                <a:ext cx="276480" cy="558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B047BF1-ED01-C2E0-8A1B-EACD093428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55015" y="115575"/>
                  <a:ext cx="29412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CB7CA5-1919-D92A-AFE6-CEEB2DC6C4E1}"/>
                    </a:ext>
                  </a:extLst>
                </p14:cNvPr>
                <p14:cNvContentPartPr/>
                <p14:nvPr/>
              </p14:nvContentPartPr>
              <p14:xfrm>
                <a:off x="6688815" y="309975"/>
                <a:ext cx="1106640" cy="207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CB7CA5-1919-D92A-AFE6-CEEB2DC6C4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80175" y="300975"/>
                  <a:ext cx="1124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F520AE-E11A-57C4-A486-8A38550A4017}"/>
                    </a:ext>
                  </a:extLst>
                </p14:cNvPr>
                <p14:cNvContentPartPr/>
                <p14:nvPr/>
              </p14:nvContentPartPr>
              <p14:xfrm>
                <a:off x="7927575" y="337695"/>
                <a:ext cx="26640" cy="35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F520AE-E11A-57C4-A486-8A38550A40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18935" y="328695"/>
                  <a:ext cx="44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85631E3-4AEB-9655-D757-B6E3442D009A}"/>
                    </a:ext>
                  </a:extLst>
                </p14:cNvPr>
                <p14:cNvContentPartPr/>
                <p14:nvPr/>
              </p14:nvContentPartPr>
              <p14:xfrm>
                <a:off x="4416495" y="1038615"/>
                <a:ext cx="3400560" cy="66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85631E3-4AEB-9655-D757-B6E3442D00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07495" y="1029975"/>
                  <a:ext cx="3418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CDEC14D-E353-4BDB-0F02-238D1D752206}"/>
                    </a:ext>
                  </a:extLst>
                </p14:cNvPr>
                <p14:cNvContentPartPr/>
                <p14:nvPr/>
              </p14:nvContentPartPr>
              <p14:xfrm>
                <a:off x="4433415" y="148335"/>
                <a:ext cx="201240" cy="918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CDEC14D-E353-4BDB-0F02-238D1D75220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24775" y="139335"/>
                  <a:ext cx="218880" cy="9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7B9900-2AEA-E0F2-2FFA-3DC07166DCC7}"/>
                    </a:ext>
                  </a:extLst>
                </p14:cNvPr>
                <p14:cNvContentPartPr/>
                <p14:nvPr/>
              </p14:nvContentPartPr>
              <p14:xfrm>
                <a:off x="4731855" y="57615"/>
                <a:ext cx="3283560" cy="1125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7B9900-2AEA-E0F2-2FFA-3DC07166DCC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23215" y="48975"/>
                  <a:ext cx="3301200" cy="11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41272F-54D6-8798-FAD9-8C2B0FBD67FB}"/>
                    </a:ext>
                  </a:extLst>
                </p14:cNvPr>
                <p14:cNvContentPartPr/>
                <p14:nvPr/>
              </p14:nvContentPartPr>
              <p14:xfrm>
                <a:off x="7868175" y="932055"/>
                <a:ext cx="14040" cy="8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041272F-54D6-8798-FAD9-8C2B0FBD67F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59535" y="923415"/>
                  <a:ext cx="31680" cy="2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180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166C90A-AC2D-1828-8E8A-FB33389A6B99}"/>
                  </a:ext>
                </a:extLst>
              </p14:cNvPr>
              <p14:cNvContentPartPr/>
              <p14:nvPr/>
            </p14:nvContentPartPr>
            <p14:xfrm>
              <a:off x="1077495" y="4753455"/>
              <a:ext cx="1111680" cy="7812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166C90A-AC2D-1828-8E8A-FB33389A6B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8495" y="4744815"/>
                <a:ext cx="1129320" cy="7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C0CCF39-7D0B-0738-BDC1-0BB8544B30FB}"/>
                  </a:ext>
                </a:extLst>
              </p14:cNvPr>
              <p14:cNvContentPartPr/>
              <p14:nvPr/>
            </p14:nvContentPartPr>
            <p14:xfrm>
              <a:off x="1526775" y="5657055"/>
              <a:ext cx="361440" cy="4348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C0CCF39-7D0B-0738-BDC1-0BB8544B30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8135" y="5648055"/>
                <a:ext cx="379080" cy="45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577E9EE-9E0E-32AA-4734-306574B25600}"/>
              </a:ext>
            </a:extLst>
          </p:cNvPr>
          <p:cNvGrpSpPr/>
          <p:nvPr/>
        </p:nvGrpSpPr>
        <p:grpSpPr>
          <a:xfrm>
            <a:off x="555495" y="575295"/>
            <a:ext cx="10556280" cy="4556160"/>
            <a:chOff x="555495" y="575295"/>
            <a:chExt cx="10556280" cy="455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554FCFC-183B-49EE-F1EA-0D4534152796}"/>
                    </a:ext>
                  </a:extLst>
                </p14:cNvPr>
                <p14:cNvContentPartPr/>
                <p14:nvPr/>
              </p14:nvContentPartPr>
              <p14:xfrm>
                <a:off x="693015" y="766095"/>
                <a:ext cx="328320" cy="2724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554FCFC-183B-49EE-F1EA-0D45341527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4375" y="757455"/>
                  <a:ext cx="345960" cy="27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DAC9AE-C5F1-24EB-B34E-59F4B183387C}"/>
                    </a:ext>
                  </a:extLst>
                </p14:cNvPr>
                <p14:cNvContentPartPr/>
                <p14:nvPr/>
              </p14:nvContentPartPr>
              <p14:xfrm>
                <a:off x="956895" y="575295"/>
                <a:ext cx="4416480" cy="2547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DAC9AE-C5F1-24EB-B34E-59F4B18338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7895" y="566295"/>
                  <a:ext cx="4434120" cy="25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02E47D-8F6A-93BE-867A-A2D3F57E6EE5}"/>
                    </a:ext>
                  </a:extLst>
                </p14:cNvPr>
                <p14:cNvContentPartPr/>
                <p14:nvPr/>
              </p14:nvContentPartPr>
              <p14:xfrm>
                <a:off x="649455" y="3124455"/>
                <a:ext cx="4136400" cy="345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02E47D-8F6A-93BE-867A-A2D3F57E6E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0815" y="3115455"/>
                  <a:ext cx="41540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3E7C72D-8E25-65E2-F310-1A2283ECF736}"/>
                    </a:ext>
                  </a:extLst>
                </p14:cNvPr>
                <p14:cNvContentPartPr/>
                <p14:nvPr/>
              </p14:nvContentPartPr>
              <p14:xfrm>
                <a:off x="1858695" y="726135"/>
                <a:ext cx="334440" cy="1956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3E7C72D-8E25-65E2-F310-1A2283ECF7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49695" y="717495"/>
                  <a:ext cx="352080" cy="19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C09E73-81E8-1F58-FB91-F7E2C0A85153}"/>
                    </a:ext>
                  </a:extLst>
                </p14:cNvPr>
                <p14:cNvContentPartPr/>
                <p14:nvPr/>
              </p14:nvContentPartPr>
              <p14:xfrm>
                <a:off x="2981175" y="651615"/>
                <a:ext cx="381960" cy="247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C09E73-81E8-1F58-FB91-F7E2C0A851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72175" y="642975"/>
                  <a:ext cx="399600" cy="24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248FD7-A2C4-FEC7-BB5B-E0362FC5DDE2}"/>
                    </a:ext>
                  </a:extLst>
                </p14:cNvPr>
                <p14:cNvContentPartPr/>
                <p14:nvPr/>
              </p14:nvContentPartPr>
              <p14:xfrm>
                <a:off x="1782015" y="2462775"/>
                <a:ext cx="91080" cy="915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248FD7-A2C4-FEC7-BB5B-E0362FC5DD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3015" y="2454135"/>
                  <a:ext cx="108720" cy="9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613A84B-3CC3-CA76-AE53-67FE4F58304D}"/>
                    </a:ext>
                  </a:extLst>
                </p14:cNvPr>
                <p14:cNvContentPartPr/>
                <p14:nvPr/>
              </p14:nvContentPartPr>
              <p14:xfrm>
                <a:off x="855015" y="1443255"/>
                <a:ext cx="4517280" cy="129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613A84B-3CC3-CA76-AE53-67FE4F5830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6015" y="1434615"/>
                  <a:ext cx="4534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FD7114-517D-E06A-3FC5-32A1B08B6FF4}"/>
                    </a:ext>
                  </a:extLst>
                </p14:cNvPr>
                <p14:cNvContentPartPr/>
                <p14:nvPr/>
              </p14:nvContentPartPr>
              <p14:xfrm>
                <a:off x="1371255" y="1590855"/>
                <a:ext cx="95400" cy="393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FD7114-517D-E06A-3FC5-32A1B08B6F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62615" y="1582215"/>
                  <a:ext cx="1130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F140B1-0C2F-94DB-3128-67CFD1697DFF}"/>
                    </a:ext>
                  </a:extLst>
                </p14:cNvPr>
                <p14:cNvContentPartPr/>
                <p14:nvPr/>
              </p14:nvContentPartPr>
              <p14:xfrm>
                <a:off x="2259375" y="1594815"/>
                <a:ext cx="161640" cy="25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F140B1-0C2F-94DB-3128-67CFD1697D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50735" y="1585815"/>
                  <a:ext cx="179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138E0D-5DE9-5ADE-C76E-1321F9F58DB2}"/>
                    </a:ext>
                  </a:extLst>
                </p14:cNvPr>
                <p14:cNvContentPartPr/>
                <p14:nvPr/>
              </p14:nvContentPartPr>
              <p14:xfrm>
                <a:off x="2276655" y="1668615"/>
                <a:ext cx="178560" cy="129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138E0D-5DE9-5ADE-C76E-1321F9F58D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8015" y="1659975"/>
                  <a:ext cx="196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F419DD-8736-BB73-1E7D-835462F5D4A4}"/>
                    </a:ext>
                  </a:extLst>
                </p14:cNvPr>
                <p14:cNvContentPartPr/>
                <p14:nvPr/>
              </p14:nvContentPartPr>
              <p14:xfrm>
                <a:off x="2597775" y="1544415"/>
                <a:ext cx="198000" cy="480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F419DD-8736-BB73-1E7D-835462F5D4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89135" y="1535415"/>
                  <a:ext cx="21564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734A92-5AF5-B5E1-AF01-438C3E122455}"/>
                    </a:ext>
                  </a:extLst>
                </p14:cNvPr>
                <p14:cNvContentPartPr/>
                <p14:nvPr/>
              </p14:nvContentPartPr>
              <p14:xfrm>
                <a:off x="2911695" y="1511295"/>
                <a:ext cx="167040" cy="31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734A92-5AF5-B5E1-AF01-438C3E1224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03055" y="1502655"/>
                  <a:ext cx="184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E775A3-281D-4A92-AE7A-CAC0EEDE7ADD}"/>
                    </a:ext>
                  </a:extLst>
                </p14:cNvPr>
                <p14:cNvContentPartPr/>
                <p14:nvPr/>
              </p14:nvContentPartPr>
              <p14:xfrm>
                <a:off x="3747255" y="1633695"/>
                <a:ext cx="60120" cy="374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E775A3-281D-4A92-AE7A-CAC0EEDE7AD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38615" y="1625055"/>
                  <a:ext cx="777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05CE05-347E-0FE7-4B65-DFCE8B16EDF8}"/>
                    </a:ext>
                  </a:extLst>
                </p14:cNvPr>
                <p14:cNvContentPartPr/>
                <p14:nvPr/>
              </p14:nvContentPartPr>
              <p14:xfrm>
                <a:off x="3596775" y="1597695"/>
                <a:ext cx="319320" cy="54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05CE05-347E-0FE7-4B65-DFCE8B16ED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8135" y="1589055"/>
                  <a:ext cx="336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FFAF0B-8CE9-8103-6A40-10D46378DC97}"/>
                    </a:ext>
                  </a:extLst>
                </p14:cNvPr>
                <p14:cNvContentPartPr/>
                <p14:nvPr/>
              </p14:nvContentPartPr>
              <p14:xfrm>
                <a:off x="3713415" y="1776975"/>
                <a:ext cx="208440" cy="6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FFAF0B-8CE9-8103-6A40-10D46378DC9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04775" y="1767975"/>
                  <a:ext cx="226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A50DB72-D626-AB6A-8B37-764C02F668A1}"/>
                    </a:ext>
                  </a:extLst>
                </p14:cNvPr>
                <p14:cNvContentPartPr/>
                <p14:nvPr/>
              </p14:nvContentPartPr>
              <p14:xfrm>
                <a:off x="4268895" y="1639815"/>
                <a:ext cx="414000" cy="253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A50DB72-D626-AB6A-8B37-764C02F668A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59895" y="1631175"/>
                  <a:ext cx="4316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3D1519-BBA7-3A64-F486-897891E96808}"/>
                    </a:ext>
                  </a:extLst>
                </p14:cNvPr>
                <p14:cNvContentPartPr/>
                <p14:nvPr/>
              </p14:nvContentPartPr>
              <p14:xfrm>
                <a:off x="555495" y="2446215"/>
                <a:ext cx="4345920" cy="9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3D1519-BBA7-3A64-F486-897891E9680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6495" y="2437575"/>
                  <a:ext cx="4363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7419EB-25BA-0153-539B-B7ED3A0E173A}"/>
                    </a:ext>
                  </a:extLst>
                </p14:cNvPr>
                <p14:cNvContentPartPr/>
                <p14:nvPr/>
              </p14:nvContentPartPr>
              <p14:xfrm>
                <a:off x="5168895" y="1464855"/>
                <a:ext cx="3820320" cy="20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7419EB-25BA-0153-539B-B7ED3A0E17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59895" y="1456215"/>
                  <a:ext cx="3837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E0350A-2DD8-2268-2E6D-268AF8F86A01}"/>
                    </a:ext>
                  </a:extLst>
                </p14:cNvPr>
                <p14:cNvContentPartPr/>
                <p14:nvPr/>
              </p14:nvContentPartPr>
              <p14:xfrm>
                <a:off x="4881255" y="2181975"/>
                <a:ext cx="3819240" cy="210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E0350A-2DD8-2268-2E6D-268AF8F86A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72615" y="2173335"/>
                  <a:ext cx="3836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972631-BC2D-371D-E304-9FE83C23BF8D}"/>
                    </a:ext>
                  </a:extLst>
                </p14:cNvPr>
                <p14:cNvContentPartPr/>
                <p14:nvPr/>
              </p14:nvContentPartPr>
              <p14:xfrm>
                <a:off x="5774415" y="1729815"/>
                <a:ext cx="414000" cy="28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972631-BC2D-371D-E304-9FE83C23BF8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65415" y="1721175"/>
                  <a:ext cx="4316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70A989-BB35-A1CB-0F98-D4FE7DF6932B}"/>
                    </a:ext>
                  </a:extLst>
                </p14:cNvPr>
                <p14:cNvContentPartPr/>
                <p14:nvPr/>
              </p14:nvContentPartPr>
              <p14:xfrm>
                <a:off x="5850735" y="1749615"/>
                <a:ext cx="399240" cy="195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70A989-BB35-A1CB-0F98-D4FE7DF693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42095" y="1740975"/>
                  <a:ext cx="416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4F74C0-1C9D-D256-E42E-23AB81CC12CE}"/>
                    </a:ext>
                  </a:extLst>
                </p14:cNvPr>
                <p14:cNvContentPartPr/>
                <p14:nvPr/>
              </p14:nvContentPartPr>
              <p14:xfrm>
                <a:off x="6153135" y="1734495"/>
                <a:ext cx="357480" cy="357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4F74C0-1C9D-D256-E42E-23AB81CC12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44135" y="1725855"/>
                  <a:ext cx="3751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91C65C8-F1C3-88BC-0BB4-DC0F82D2BD11}"/>
                    </a:ext>
                  </a:extLst>
                </p14:cNvPr>
                <p14:cNvContentPartPr/>
                <p14:nvPr/>
              </p14:nvContentPartPr>
              <p14:xfrm>
                <a:off x="6830295" y="1816935"/>
                <a:ext cx="759240" cy="227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91C65C8-F1C3-88BC-0BB4-DC0F82D2BD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21655" y="1808295"/>
                  <a:ext cx="776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7408A0-537B-57E0-48B2-24FA85CFB601}"/>
                    </a:ext>
                  </a:extLst>
                </p14:cNvPr>
                <p14:cNvContentPartPr/>
                <p14:nvPr/>
              </p14:nvContentPartPr>
              <p14:xfrm>
                <a:off x="1187655" y="2600655"/>
                <a:ext cx="410760" cy="31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7408A0-537B-57E0-48B2-24FA85CFB6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78655" y="2592015"/>
                  <a:ext cx="4284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1BD66DC-C1EB-004B-5CAB-510C5839CEF2}"/>
                    </a:ext>
                  </a:extLst>
                </p14:cNvPr>
                <p14:cNvContentPartPr/>
                <p14:nvPr/>
              </p14:nvContentPartPr>
              <p14:xfrm>
                <a:off x="1243455" y="2663295"/>
                <a:ext cx="25560" cy="15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1BD66DC-C1EB-004B-5CAB-510C5839CE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34455" y="2654655"/>
                  <a:ext cx="43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C11341-62E1-2CAA-1D62-4AAB62B4D820}"/>
                    </a:ext>
                  </a:extLst>
                </p14:cNvPr>
                <p14:cNvContentPartPr/>
                <p14:nvPr/>
              </p14:nvContentPartPr>
              <p14:xfrm>
                <a:off x="1239855" y="2663295"/>
                <a:ext cx="138600" cy="456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C11341-62E1-2CAA-1D62-4AAB62B4D8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31215" y="2654655"/>
                  <a:ext cx="1562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64C98A5-D418-30E8-EDCA-7DB2175A752D}"/>
                    </a:ext>
                  </a:extLst>
                </p14:cNvPr>
                <p14:cNvContentPartPr/>
                <p14:nvPr/>
              </p14:nvContentPartPr>
              <p14:xfrm>
                <a:off x="1360095" y="2697495"/>
                <a:ext cx="12960" cy="37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64C98A5-D418-30E8-EDCA-7DB2175A752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51095" y="2688495"/>
                  <a:ext cx="30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9210BB-578B-0558-383C-211EA746F556}"/>
                    </a:ext>
                  </a:extLst>
                </p14:cNvPr>
                <p14:cNvContentPartPr/>
                <p14:nvPr/>
              </p14:nvContentPartPr>
              <p14:xfrm>
                <a:off x="2261895" y="2609655"/>
                <a:ext cx="313560" cy="398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9210BB-578B-0558-383C-211EA746F5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52895" y="2600655"/>
                  <a:ext cx="3312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701E23-EE1B-7CCE-CA48-0FE92259D3AF}"/>
                    </a:ext>
                  </a:extLst>
                </p14:cNvPr>
                <p14:cNvContentPartPr/>
                <p14:nvPr/>
              </p14:nvContentPartPr>
              <p14:xfrm>
                <a:off x="2361255" y="2741775"/>
                <a:ext cx="432360" cy="263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701E23-EE1B-7CCE-CA48-0FE92259D3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2615" y="2732775"/>
                  <a:ext cx="450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012491-D514-71D5-152C-765142955A55}"/>
                    </a:ext>
                  </a:extLst>
                </p14:cNvPr>
                <p14:cNvContentPartPr/>
                <p14:nvPr/>
              </p14:nvContentPartPr>
              <p14:xfrm>
                <a:off x="3338655" y="2637735"/>
                <a:ext cx="95400" cy="375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012491-D514-71D5-152C-765142955A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29655" y="2629095"/>
                  <a:ext cx="1130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66AAF5-F585-71AD-6DB1-33D61F025C63}"/>
                    </a:ext>
                  </a:extLst>
                </p14:cNvPr>
                <p14:cNvContentPartPr/>
                <p14:nvPr/>
              </p14:nvContentPartPr>
              <p14:xfrm>
                <a:off x="3608295" y="2610375"/>
                <a:ext cx="376200" cy="332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66AAF5-F585-71AD-6DB1-33D61F025C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99295" y="2601735"/>
                  <a:ext cx="3938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AA989E-BE30-842F-6324-D2C3170956CA}"/>
                    </a:ext>
                  </a:extLst>
                </p14:cNvPr>
                <p14:cNvContentPartPr/>
                <p14:nvPr/>
              </p14:nvContentPartPr>
              <p14:xfrm>
                <a:off x="3839055" y="2677695"/>
                <a:ext cx="828720" cy="221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AA989E-BE30-842F-6324-D2C3170956C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30415" y="2669055"/>
                  <a:ext cx="846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39F85F-5695-F80E-3935-4C9541301EA3}"/>
                    </a:ext>
                  </a:extLst>
                </p14:cNvPr>
                <p14:cNvContentPartPr/>
                <p14:nvPr/>
              </p14:nvContentPartPr>
              <p14:xfrm>
                <a:off x="5829135" y="2596695"/>
                <a:ext cx="383400" cy="246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39F85F-5695-F80E-3935-4C9541301EA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20135" y="2587695"/>
                  <a:ext cx="401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A2BE16-8F86-E4C0-546C-792BA0B1F989}"/>
                    </a:ext>
                  </a:extLst>
                </p14:cNvPr>
                <p14:cNvContentPartPr/>
                <p14:nvPr/>
              </p14:nvContentPartPr>
              <p14:xfrm>
                <a:off x="5958375" y="2603895"/>
                <a:ext cx="211680" cy="258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A2BE16-8F86-E4C0-546C-792BA0B1F9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49375" y="2594895"/>
                  <a:ext cx="229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573540-5CFD-A5C1-BC2D-D4D28473191C}"/>
                    </a:ext>
                  </a:extLst>
                </p14:cNvPr>
                <p14:cNvContentPartPr/>
                <p14:nvPr/>
              </p14:nvContentPartPr>
              <p14:xfrm>
                <a:off x="6603855" y="2444775"/>
                <a:ext cx="447480" cy="33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573540-5CFD-A5C1-BC2D-D4D2847319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95215" y="2436135"/>
                  <a:ext cx="4651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D0E04B-9A07-8548-91C6-66FA77CBB8A3}"/>
                    </a:ext>
                  </a:extLst>
                </p14:cNvPr>
                <p14:cNvContentPartPr/>
                <p14:nvPr/>
              </p14:nvContentPartPr>
              <p14:xfrm>
                <a:off x="7779615" y="2524695"/>
                <a:ext cx="435600" cy="76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D0E04B-9A07-8548-91C6-66FA77CBB8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70615" y="2515695"/>
                  <a:ext cx="453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5615F13-9B61-42AC-BD64-DCA8493DA11D}"/>
                    </a:ext>
                  </a:extLst>
                </p14:cNvPr>
                <p14:cNvContentPartPr/>
                <p14:nvPr/>
              </p14:nvContentPartPr>
              <p14:xfrm>
                <a:off x="8407815" y="2607855"/>
                <a:ext cx="18720" cy="18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5615F13-9B61-42AC-BD64-DCA8493DA11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98815" y="2599215"/>
                  <a:ext cx="36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17192D-C091-5DE8-FB78-7AD9A1E18F44}"/>
                    </a:ext>
                  </a:extLst>
                </p14:cNvPr>
                <p14:cNvContentPartPr/>
                <p14:nvPr/>
              </p14:nvContentPartPr>
              <p14:xfrm>
                <a:off x="1256415" y="3660135"/>
                <a:ext cx="35280" cy="48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17192D-C091-5DE8-FB78-7AD9A1E18F4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47775" y="3651495"/>
                  <a:ext cx="529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E6E81D-68ED-7A36-641A-9C86ECB8A2F5}"/>
                    </a:ext>
                  </a:extLst>
                </p14:cNvPr>
                <p14:cNvContentPartPr/>
                <p14:nvPr/>
              </p14:nvContentPartPr>
              <p14:xfrm>
                <a:off x="2226615" y="3669495"/>
                <a:ext cx="436680" cy="329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E6E81D-68ED-7A36-641A-9C86ECB8A2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17975" y="3660855"/>
                  <a:ext cx="4543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A0C1EAD-3043-7CA8-4669-2CC20899A1CA}"/>
                    </a:ext>
                  </a:extLst>
                </p14:cNvPr>
                <p14:cNvContentPartPr/>
                <p14:nvPr/>
              </p14:nvContentPartPr>
              <p14:xfrm>
                <a:off x="2794695" y="3629535"/>
                <a:ext cx="74520" cy="327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A0C1EAD-3043-7CA8-4669-2CC20899A1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5695" y="3620895"/>
                  <a:ext cx="92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DF0719-A72A-A498-9426-8B8524F6A8C4}"/>
                    </a:ext>
                  </a:extLst>
                </p14:cNvPr>
                <p14:cNvContentPartPr/>
                <p14:nvPr/>
              </p14:nvContentPartPr>
              <p14:xfrm>
                <a:off x="2811615" y="3600735"/>
                <a:ext cx="127800" cy="326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DF0719-A72A-A498-9426-8B8524F6A8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02615" y="3591735"/>
                  <a:ext cx="1454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0E030A-44E8-3D6E-1345-9AE80A8923CF}"/>
                    </a:ext>
                  </a:extLst>
                </p14:cNvPr>
                <p14:cNvContentPartPr/>
                <p14:nvPr/>
              </p14:nvContentPartPr>
              <p14:xfrm>
                <a:off x="3025455" y="3760935"/>
                <a:ext cx="65520" cy="186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D0E030A-44E8-3D6E-1345-9AE80A8923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16815" y="3752295"/>
                  <a:ext cx="83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C76B32-256B-3E8E-3BF5-47EEB66A59E0}"/>
                    </a:ext>
                  </a:extLst>
                </p14:cNvPr>
                <p14:cNvContentPartPr/>
                <p14:nvPr/>
              </p14:nvContentPartPr>
              <p14:xfrm>
                <a:off x="3060735" y="3508935"/>
                <a:ext cx="142200" cy="173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C76B32-256B-3E8E-3BF5-47EEB66A59E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52095" y="3500295"/>
                  <a:ext cx="159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374F57-2613-ED62-5310-494ED7D83E0F}"/>
                    </a:ext>
                  </a:extLst>
                </p14:cNvPr>
                <p14:cNvContentPartPr/>
                <p14:nvPr/>
              </p14:nvContentPartPr>
              <p14:xfrm>
                <a:off x="3849855" y="3369615"/>
                <a:ext cx="1110960" cy="576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374F57-2613-ED62-5310-494ED7D83E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40855" y="3360975"/>
                  <a:ext cx="112860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4998B3-98D9-6806-AB5E-4E4FE7B5A8A7}"/>
                    </a:ext>
                  </a:extLst>
                </p14:cNvPr>
                <p14:cNvContentPartPr/>
                <p14:nvPr/>
              </p14:nvContentPartPr>
              <p14:xfrm>
                <a:off x="5818695" y="3471855"/>
                <a:ext cx="507960" cy="20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4998B3-98D9-6806-AB5E-4E4FE7B5A8A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10055" y="3462855"/>
                  <a:ext cx="525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64E7D11-21E5-B3EA-1A27-DF3D838F7BF3}"/>
                    </a:ext>
                  </a:extLst>
                </p14:cNvPr>
                <p14:cNvContentPartPr/>
                <p14:nvPr/>
              </p14:nvContentPartPr>
              <p14:xfrm>
                <a:off x="6135495" y="3371775"/>
                <a:ext cx="232560" cy="262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64E7D11-21E5-B3EA-1A27-DF3D838F7BF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26495" y="3362775"/>
                  <a:ext cx="2502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891DE3E-5875-8619-28A2-B88E3A21FF4D}"/>
                    </a:ext>
                  </a:extLst>
                </p14:cNvPr>
                <p14:cNvContentPartPr/>
                <p14:nvPr/>
              </p14:nvContentPartPr>
              <p14:xfrm>
                <a:off x="6747135" y="3324975"/>
                <a:ext cx="988920" cy="19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891DE3E-5875-8619-28A2-B88E3A21FF4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38135" y="3316335"/>
                  <a:ext cx="1006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16F119-9953-A6DF-D7CF-AC702477CCA3}"/>
                    </a:ext>
                  </a:extLst>
                </p14:cNvPr>
                <p14:cNvContentPartPr/>
                <p14:nvPr/>
              </p14:nvContentPartPr>
              <p14:xfrm>
                <a:off x="8181375" y="3330015"/>
                <a:ext cx="154800" cy="28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16F119-9953-A6DF-D7CF-AC702477CCA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72735" y="3321375"/>
                  <a:ext cx="172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957E7B7-BB30-AF58-CC4A-F7D56AAA1650}"/>
                    </a:ext>
                  </a:extLst>
                </p14:cNvPr>
                <p14:cNvContentPartPr/>
                <p14:nvPr/>
              </p14:nvContentPartPr>
              <p14:xfrm>
                <a:off x="1861935" y="4623135"/>
                <a:ext cx="8280" cy="1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957E7B7-BB30-AF58-CC4A-F7D56AAA165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52935" y="4614495"/>
                  <a:ext cx="25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9336A92-D33A-5554-E057-F5C0B891BD5E}"/>
                    </a:ext>
                  </a:extLst>
                </p14:cNvPr>
                <p14:cNvContentPartPr/>
                <p14:nvPr/>
              </p14:nvContentPartPr>
              <p14:xfrm>
                <a:off x="753135" y="3484455"/>
                <a:ext cx="7585920" cy="1212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9336A92-D33A-5554-E057-F5C0B891BD5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4135" y="3475455"/>
                  <a:ext cx="7603560" cy="12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E14878-38E9-B590-9886-17A125D726B9}"/>
                    </a:ext>
                  </a:extLst>
                </p14:cNvPr>
                <p14:cNvContentPartPr/>
                <p14:nvPr/>
              </p14:nvContentPartPr>
              <p14:xfrm>
                <a:off x="4784775" y="3092775"/>
                <a:ext cx="4192560" cy="1425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E14878-38E9-B590-9886-17A125D726B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76135" y="3084135"/>
                  <a:ext cx="4210200" cy="14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F109FBF-93CB-E260-3D26-13EF268660A3}"/>
                    </a:ext>
                  </a:extLst>
                </p14:cNvPr>
                <p14:cNvContentPartPr/>
                <p14:nvPr/>
              </p14:nvContentPartPr>
              <p14:xfrm>
                <a:off x="8363175" y="1689135"/>
                <a:ext cx="612000" cy="1536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F109FBF-93CB-E260-3D26-13EF268660A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54175" y="1680495"/>
                  <a:ext cx="629640" cy="15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9EA9CC3-FCFC-21C7-8AE5-0477E5AF9418}"/>
                    </a:ext>
                  </a:extLst>
                </p14:cNvPr>
                <p14:cNvContentPartPr/>
                <p14:nvPr/>
              </p14:nvContentPartPr>
              <p14:xfrm>
                <a:off x="2440815" y="4520175"/>
                <a:ext cx="225720" cy="611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9EA9CC3-FCFC-21C7-8AE5-0477E5AF941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31815" y="4511535"/>
                  <a:ext cx="24336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F3C5DDB-F5AE-0E53-0DB0-0745775DBC2D}"/>
                    </a:ext>
                  </a:extLst>
                </p14:cNvPr>
                <p14:cNvContentPartPr/>
                <p14:nvPr/>
              </p14:nvContentPartPr>
              <p14:xfrm>
                <a:off x="2525775" y="4714575"/>
                <a:ext cx="342000" cy="103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F3C5DDB-F5AE-0E53-0DB0-0745775DBC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17135" y="4705935"/>
                  <a:ext cx="359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70E6CC0-1539-31C5-2720-4449831EE600}"/>
                    </a:ext>
                  </a:extLst>
                </p14:cNvPr>
                <p14:cNvContentPartPr/>
                <p14:nvPr/>
              </p14:nvContentPartPr>
              <p14:xfrm>
                <a:off x="2917455" y="4588215"/>
                <a:ext cx="295920" cy="38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70E6CC0-1539-31C5-2720-4449831EE60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908455" y="4579215"/>
                  <a:ext cx="3135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DF59D5F-3596-1964-6484-D0C13355A6B4}"/>
                    </a:ext>
                  </a:extLst>
                </p14:cNvPr>
                <p14:cNvContentPartPr/>
                <p14:nvPr/>
              </p14:nvContentPartPr>
              <p14:xfrm>
                <a:off x="3376095" y="4584975"/>
                <a:ext cx="150120" cy="421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DF59D5F-3596-1964-6484-D0C13355A6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67095" y="4576335"/>
                  <a:ext cx="16776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ACE2577-38E3-DC17-2EB7-8771467B0E89}"/>
                    </a:ext>
                  </a:extLst>
                </p14:cNvPr>
                <p14:cNvContentPartPr/>
                <p14:nvPr/>
              </p14:nvContentPartPr>
              <p14:xfrm>
                <a:off x="4596135" y="4501815"/>
                <a:ext cx="230760" cy="399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ACE2577-38E3-DC17-2EB7-8771467B0E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87495" y="4493175"/>
                  <a:ext cx="2484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3B64924-0728-BDF0-5141-A11927886CE9}"/>
                    </a:ext>
                  </a:extLst>
                </p14:cNvPr>
                <p14:cNvContentPartPr/>
                <p14:nvPr/>
              </p14:nvContentPartPr>
              <p14:xfrm>
                <a:off x="5090775" y="4663095"/>
                <a:ext cx="242640" cy="14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3B64924-0728-BDF0-5141-A11927886C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81775" y="4654455"/>
                  <a:ext cx="260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E03B817-B93A-9078-3E74-628392AE33C7}"/>
                    </a:ext>
                  </a:extLst>
                </p14:cNvPr>
                <p14:cNvContentPartPr/>
                <p14:nvPr/>
              </p14:nvContentPartPr>
              <p14:xfrm>
                <a:off x="6558495" y="4382655"/>
                <a:ext cx="347760" cy="439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E03B817-B93A-9078-3E74-628392AE33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49495" y="4373655"/>
                  <a:ext cx="3654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BC2D20F-0AD1-F2F9-4767-DCD44EC1D90D}"/>
                    </a:ext>
                  </a:extLst>
                </p14:cNvPr>
                <p14:cNvContentPartPr/>
                <p14:nvPr/>
              </p14:nvContentPartPr>
              <p14:xfrm>
                <a:off x="6684135" y="4548975"/>
                <a:ext cx="430200" cy="83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BC2D20F-0AD1-F2F9-4767-DCD44EC1D9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75135" y="4540335"/>
                  <a:ext cx="447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4ED9846-D4A9-F483-36BD-08EA37D581F4}"/>
                    </a:ext>
                  </a:extLst>
                </p14:cNvPr>
                <p14:cNvContentPartPr/>
                <p14:nvPr/>
              </p14:nvContentPartPr>
              <p14:xfrm>
                <a:off x="7270575" y="4295175"/>
                <a:ext cx="399240" cy="330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4ED9846-D4A9-F483-36BD-08EA37D581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61935" y="4286535"/>
                  <a:ext cx="416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C14DB29-F957-1BEA-DFEA-3FEA7CB1A391}"/>
                    </a:ext>
                  </a:extLst>
                </p14:cNvPr>
                <p14:cNvContentPartPr/>
                <p14:nvPr/>
              </p14:nvContentPartPr>
              <p14:xfrm>
                <a:off x="8247615" y="4295895"/>
                <a:ext cx="973800" cy="121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C14DB29-F957-1BEA-DFEA-3FEA7CB1A3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38975" y="4287255"/>
                  <a:ext cx="991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C80BFC3-0D31-C429-A244-6416CC454999}"/>
                    </a:ext>
                  </a:extLst>
                </p14:cNvPr>
                <p14:cNvContentPartPr/>
                <p14:nvPr/>
              </p14:nvContentPartPr>
              <p14:xfrm>
                <a:off x="731175" y="1398615"/>
                <a:ext cx="911520" cy="1135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C80BFC3-0D31-C429-A244-6416CC45499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2175" y="1389975"/>
                  <a:ext cx="929160" cy="11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EFEE972-7EDF-C0EC-4AC2-E78526AC1718}"/>
                    </a:ext>
                  </a:extLst>
                </p14:cNvPr>
                <p14:cNvContentPartPr/>
                <p14:nvPr/>
              </p14:nvContentPartPr>
              <p14:xfrm>
                <a:off x="740895" y="2362335"/>
                <a:ext cx="1092240" cy="1040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EFEE972-7EDF-C0EC-4AC2-E78526AC171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2255" y="2353335"/>
                  <a:ext cx="1109880" cy="10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3BC647E-D268-3B18-44B2-F99828CBD63F}"/>
                    </a:ext>
                  </a:extLst>
                </p14:cNvPr>
                <p14:cNvContentPartPr/>
                <p14:nvPr/>
              </p14:nvContentPartPr>
              <p14:xfrm>
                <a:off x="5476695" y="1265775"/>
                <a:ext cx="2100240" cy="1195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3BC647E-D268-3B18-44B2-F99828CBD63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68055" y="1256775"/>
                  <a:ext cx="2117880" cy="12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6807982-9ABF-71DB-3B25-C5B0C559CD01}"/>
                    </a:ext>
                  </a:extLst>
                </p14:cNvPr>
                <p14:cNvContentPartPr/>
                <p14:nvPr/>
              </p14:nvContentPartPr>
              <p14:xfrm>
                <a:off x="5599815" y="2145615"/>
                <a:ext cx="2266920" cy="1000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6807982-9ABF-71DB-3B25-C5B0C559CD0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90815" y="2136975"/>
                  <a:ext cx="2284560" cy="10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8EA0793-D5B7-237E-583D-2DB39A71D9FC}"/>
                    </a:ext>
                  </a:extLst>
                </p14:cNvPr>
                <p14:cNvContentPartPr/>
                <p14:nvPr/>
              </p14:nvContentPartPr>
              <p14:xfrm>
                <a:off x="2058855" y="1249575"/>
                <a:ext cx="1216800" cy="902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8EA0793-D5B7-237E-583D-2DB39A71D9F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049855" y="1240935"/>
                  <a:ext cx="123444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2864526-DAC8-C4A7-0BFF-7DC048ED6758}"/>
                    </a:ext>
                  </a:extLst>
                </p14:cNvPr>
                <p14:cNvContentPartPr/>
                <p14:nvPr/>
              </p14:nvContentPartPr>
              <p14:xfrm>
                <a:off x="1877055" y="2272335"/>
                <a:ext cx="1148400" cy="951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2864526-DAC8-C4A7-0BFF-7DC048ED675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68415" y="2263335"/>
                  <a:ext cx="116604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4634117-0DA6-1D13-57F9-EBDE6B2B1465}"/>
                    </a:ext>
                  </a:extLst>
                </p14:cNvPr>
                <p14:cNvContentPartPr/>
                <p14:nvPr/>
              </p14:nvContentPartPr>
              <p14:xfrm>
                <a:off x="961575" y="3420375"/>
                <a:ext cx="798840" cy="962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4634117-0DA6-1D13-57F9-EBDE6B2B14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2575" y="3411735"/>
                  <a:ext cx="816480" cy="9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D6F1A46-F5D7-D147-70D3-E98EF3724FC8}"/>
                    </a:ext>
                  </a:extLst>
                </p14:cNvPr>
                <p14:cNvContentPartPr/>
                <p14:nvPr/>
              </p14:nvContentPartPr>
              <p14:xfrm>
                <a:off x="5663175" y="2932215"/>
                <a:ext cx="2700000" cy="1275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D6F1A46-F5D7-D147-70D3-E98EF3724FC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54535" y="2923215"/>
                  <a:ext cx="2717640" cy="12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C3B88FA-D800-85E3-C284-9FB5DE86E005}"/>
                    </a:ext>
                  </a:extLst>
                </p14:cNvPr>
                <p14:cNvContentPartPr/>
                <p14:nvPr/>
              </p14:nvContentPartPr>
              <p14:xfrm>
                <a:off x="3314535" y="1529295"/>
                <a:ext cx="48960" cy="99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C3B88FA-D800-85E3-C284-9FB5DE86E00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05535" y="1520655"/>
                  <a:ext cx="66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FFA5D21-328E-B1BE-D6ED-A5904C0F0059}"/>
                    </a:ext>
                  </a:extLst>
                </p14:cNvPr>
                <p14:cNvContentPartPr/>
                <p14:nvPr/>
              </p14:nvContentPartPr>
              <p14:xfrm>
                <a:off x="1310775" y="2176935"/>
                <a:ext cx="36000" cy="32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FFA5D21-328E-B1BE-D6ED-A5904C0F005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02135" y="2167935"/>
                  <a:ext cx="53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F05DB36-C09F-ED78-0166-07A37C194F2C}"/>
                    </a:ext>
                  </a:extLst>
                </p14:cNvPr>
                <p14:cNvContentPartPr/>
                <p14:nvPr/>
              </p14:nvContentPartPr>
              <p14:xfrm>
                <a:off x="1389615" y="4408215"/>
                <a:ext cx="75960" cy="159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F05DB36-C09F-ED78-0166-07A37C194F2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80975" y="4399215"/>
                  <a:ext cx="93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ABB3F21-4747-2117-43C7-F87370A7BCBF}"/>
                    </a:ext>
                  </a:extLst>
                </p14:cNvPr>
                <p14:cNvContentPartPr/>
                <p14:nvPr/>
              </p14:nvContentPartPr>
              <p14:xfrm>
                <a:off x="9562335" y="776895"/>
                <a:ext cx="1549440" cy="595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BB3F21-4747-2117-43C7-F87370A7BCB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53695" y="767895"/>
                  <a:ext cx="156708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DD6733-9AD7-E9A9-859D-1CD6F552C62F}"/>
                    </a:ext>
                  </a:extLst>
                </p14:cNvPr>
                <p14:cNvContentPartPr/>
                <p14:nvPr/>
              </p14:nvContentPartPr>
              <p14:xfrm>
                <a:off x="9885615" y="1674735"/>
                <a:ext cx="1222200" cy="193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DD6733-9AD7-E9A9-859D-1CD6F552C62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76975" y="1666095"/>
                  <a:ext cx="1239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809FCF-8FA5-9594-FE25-C893786AD232}"/>
                    </a:ext>
                  </a:extLst>
                </p14:cNvPr>
                <p14:cNvContentPartPr/>
                <p14:nvPr/>
              </p14:nvContentPartPr>
              <p14:xfrm>
                <a:off x="9433095" y="2511375"/>
                <a:ext cx="823320" cy="41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809FCF-8FA5-9594-FE25-C893786AD23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24095" y="2502375"/>
                  <a:ext cx="840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FCC5C7E-6C52-C77F-F6CC-2AA2D2A7109E}"/>
                    </a:ext>
                  </a:extLst>
                </p14:cNvPr>
                <p14:cNvContentPartPr/>
                <p14:nvPr/>
              </p14:nvContentPartPr>
              <p14:xfrm>
                <a:off x="9619215" y="2901255"/>
                <a:ext cx="689760" cy="52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FCC5C7E-6C52-C77F-F6CC-2AA2D2A7109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10575" y="2892255"/>
                  <a:ext cx="707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985B59C-1269-E3EE-C203-4523310C3FE2}"/>
                    </a:ext>
                  </a:extLst>
                </p14:cNvPr>
                <p14:cNvContentPartPr/>
                <p14:nvPr/>
              </p14:nvContentPartPr>
              <p14:xfrm>
                <a:off x="9282255" y="3627375"/>
                <a:ext cx="553680" cy="104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985B59C-1269-E3EE-C203-4523310C3FE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273255" y="3618375"/>
                  <a:ext cx="571320" cy="12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47060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EBDF5A15-4C38-DC9B-1790-A2E2671C56DF}"/>
              </a:ext>
            </a:extLst>
          </p:cNvPr>
          <p:cNvGrpSpPr/>
          <p:nvPr/>
        </p:nvGrpSpPr>
        <p:grpSpPr>
          <a:xfrm>
            <a:off x="732615" y="833415"/>
            <a:ext cx="6226200" cy="3936600"/>
            <a:chOff x="732615" y="833415"/>
            <a:chExt cx="6226200" cy="39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BC1E0F8-8E62-1F10-AFD0-99D8735CFB76}"/>
                    </a:ext>
                  </a:extLst>
                </p14:cNvPr>
                <p14:cNvContentPartPr/>
                <p14:nvPr/>
              </p14:nvContentPartPr>
              <p14:xfrm>
                <a:off x="1733055" y="1018815"/>
                <a:ext cx="644760" cy="738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BC1E0F8-8E62-1F10-AFD0-99D8735CFB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24415" y="1010175"/>
                  <a:ext cx="66240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41FF8EE-9B94-47BC-5834-8BBF62558D9C}"/>
                    </a:ext>
                  </a:extLst>
                </p14:cNvPr>
                <p14:cNvContentPartPr/>
                <p14:nvPr/>
              </p14:nvContentPartPr>
              <p14:xfrm>
                <a:off x="1933935" y="1230855"/>
                <a:ext cx="1137600" cy="244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41FF8EE-9B94-47BC-5834-8BBF62558D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24935" y="1221855"/>
                  <a:ext cx="11552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47384D-E1E2-53FF-55DD-9802E660E2F5}"/>
                    </a:ext>
                  </a:extLst>
                </p14:cNvPr>
                <p14:cNvContentPartPr/>
                <p14:nvPr/>
              </p14:nvContentPartPr>
              <p14:xfrm>
                <a:off x="3012135" y="1007295"/>
                <a:ext cx="267840" cy="638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47384D-E1E2-53FF-55DD-9802E660E2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03495" y="998655"/>
                  <a:ext cx="28548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5252DA6-D83B-4608-2A63-46EAE71BE6EF}"/>
                    </a:ext>
                  </a:extLst>
                </p14:cNvPr>
                <p14:cNvContentPartPr/>
                <p14:nvPr/>
              </p14:nvContentPartPr>
              <p14:xfrm>
                <a:off x="3470055" y="1221495"/>
                <a:ext cx="524880" cy="484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5252DA6-D83B-4608-2A63-46EAE71BE6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61415" y="1212855"/>
                  <a:ext cx="54252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E7875CE-431F-BAB1-3E2F-33F7A54F87CD}"/>
                    </a:ext>
                  </a:extLst>
                </p14:cNvPr>
                <p14:cNvContentPartPr/>
                <p14:nvPr/>
              </p14:nvContentPartPr>
              <p14:xfrm>
                <a:off x="1846815" y="2260095"/>
                <a:ext cx="324000" cy="198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E7875CE-431F-BAB1-3E2F-33F7A54F87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38175" y="2251455"/>
                  <a:ext cx="341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A2CFA7-CA35-71D3-E3A6-06B90303E640}"/>
                    </a:ext>
                  </a:extLst>
                </p14:cNvPr>
                <p14:cNvContentPartPr/>
                <p14:nvPr/>
              </p14:nvContentPartPr>
              <p14:xfrm>
                <a:off x="2032215" y="2307615"/>
                <a:ext cx="289440" cy="192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A2CFA7-CA35-71D3-E3A6-06B90303E6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23215" y="2298615"/>
                  <a:ext cx="307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271F72B-E4FE-374E-8288-9029547B5A86}"/>
                    </a:ext>
                  </a:extLst>
                </p14:cNvPr>
                <p14:cNvContentPartPr/>
                <p14:nvPr/>
              </p14:nvContentPartPr>
              <p14:xfrm>
                <a:off x="2698935" y="2189535"/>
                <a:ext cx="529200" cy="885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271F72B-E4FE-374E-8288-9029547B5A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89935" y="2180895"/>
                  <a:ext cx="54684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E280E2-4224-1DF9-1614-98DD12DA2A85}"/>
                    </a:ext>
                  </a:extLst>
                </p14:cNvPr>
                <p14:cNvContentPartPr/>
                <p14:nvPr/>
              </p14:nvContentPartPr>
              <p14:xfrm>
                <a:off x="3706575" y="2093055"/>
                <a:ext cx="542160" cy="41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E280E2-4224-1DF9-1614-98DD12DA2A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97575" y="2084055"/>
                  <a:ext cx="5598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522C67-148F-FE6F-C00C-32B1A1709671}"/>
                    </a:ext>
                  </a:extLst>
                </p14:cNvPr>
                <p14:cNvContentPartPr/>
                <p14:nvPr/>
              </p14:nvContentPartPr>
              <p14:xfrm>
                <a:off x="1945455" y="3358815"/>
                <a:ext cx="1130040" cy="46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522C67-148F-FE6F-C00C-32B1A170967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36455" y="3350175"/>
                  <a:ext cx="114768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5F50E73-4EFA-F9C2-4B82-15907A132396}"/>
                    </a:ext>
                  </a:extLst>
                </p14:cNvPr>
                <p14:cNvContentPartPr/>
                <p14:nvPr/>
              </p14:nvContentPartPr>
              <p14:xfrm>
                <a:off x="3075495" y="3291855"/>
                <a:ext cx="255960" cy="35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5F50E73-4EFA-F9C2-4B82-15907A1323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66495" y="3283215"/>
                  <a:ext cx="2736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AD2D68-D2D1-4DD2-0BA6-992DEDEF71B4}"/>
                    </a:ext>
                  </a:extLst>
                </p14:cNvPr>
                <p14:cNvContentPartPr/>
                <p14:nvPr/>
              </p14:nvContentPartPr>
              <p14:xfrm>
                <a:off x="3646095" y="3243615"/>
                <a:ext cx="150120" cy="304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AD2D68-D2D1-4DD2-0BA6-992DEDEF71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37095" y="3234975"/>
                  <a:ext cx="167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37542C-250F-8C05-210A-9FDA88257BFD}"/>
                    </a:ext>
                  </a:extLst>
                </p14:cNvPr>
                <p14:cNvContentPartPr/>
                <p14:nvPr/>
              </p14:nvContentPartPr>
              <p14:xfrm>
                <a:off x="3933015" y="3122655"/>
                <a:ext cx="376560" cy="205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37542C-250F-8C05-210A-9FDA88257B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24015" y="3113655"/>
                  <a:ext cx="394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06E376-930E-9777-AFF2-1109F717C25C}"/>
                    </a:ext>
                  </a:extLst>
                </p14:cNvPr>
                <p14:cNvContentPartPr/>
                <p14:nvPr/>
              </p14:nvContentPartPr>
              <p14:xfrm>
                <a:off x="1712175" y="4276455"/>
                <a:ext cx="49680" cy="256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06E376-930E-9777-AFF2-1109F717C2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03175" y="4267815"/>
                  <a:ext cx="67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B7AD486-763E-15C1-DF26-332F915E9AC3}"/>
                    </a:ext>
                  </a:extLst>
                </p14:cNvPr>
                <p14:cNvContentPartPr/>
                <p14:nvPr/>
              </p14:nvContentPartPr>
              <p14:xfrm>
                <a:off x="2221935" y="4266015"/>
                <a:ext cx="503280" cy="28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7AD486-763E-15C1-DF26-332F915E9A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12935" y="4257375"/>
                  <a:ext cx="520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094B13-8B78-F743-4EB1-BB8F42A58F89}"/>
                    </a:ext>
                  </a:extLst>
                </p14:cNvPr>
                <p14:cNvContentPartPr/>
                <p14:nvPr/>
              </p14:nvContentPartPr>
              <p14:xfrm>
                <a:off x="1078935" y="1148055"/>
                <a:ext cx="92520" cy="478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094B13-8B78-F743-4EB1-BB8F42A58F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9935" y="1139415"/>
                  <a:ext cx="11016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1B31C2-FF52-EEC8-8405-4E47886D7347}"/>
                    </a:ext>
                  </a:extLst>
                </p14:cNvPr>
                <p14:cNvContentPartPr/>
                <p14:nvPr/>
              </p14:nvContentPartPr>
              <p14:xfrm>
                <a:off x="1202415" y="2196375"/>
                <a:ext cx="39240" cy="425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1B31C2-FF52-EEC8-8405-4E47886D73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93415" y="2187735"/>
                  <a:ext cx="568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F8A50D-600B-D84C-2117-F28C3EC97ED1}"/>
                    </a:ext>
                  </a:extLst>
                </p14:cNvPr>
                <p14:cNvContentPartPr/>
                <p14:nvPr/>
              </p14:nvContentPartPr>
              <p14:xfrm>
                <a:off x="732615" y="3392655"/>
                <a:ext cx="386640" cy="519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F8A50D-600B-D84C-2117-F28C3EC97E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3615" y="3383655"/>
                  <a:ext cx="4042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FB0F01-3600-AE90-EF82-08AB5C61CF7F}"/>
                    </a:ext>
                  </a:extLst>
                </p14:cNvPr>
                <p14:cNvContentPartPr/>
                <p14:nvPr/>
              </p14:nvContentPartPr>
              <p14:xfrm>
                <a:off x="928455" y="4258095"/>
                <a:ext cx="177480" cy="511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FB0F01-3600-AE90-EF82-08AB5C61CF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9455" y="4249095"/>
                  <a:ext cx="1951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E34FE1-9B8D-B550-1ADE-6371BB7583BE}"/>
                    </a:ext>
                  </a:extLst>
                </p14:cNvPr>
                <p14:cNvContentPartPr/>
                <p14:nvPr/>
              </p14:nvContentPartPr>
              <p14:xfrm>
                <a:off x="4995735" y="1054455"/>
                <a:ext cx="1608480" cy="12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E34FE1-9B8D-B550-1ADE-6371BB7583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87095" y="1045455"/>
                  <a:ext cx="1626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9C49AC-C4DC-EA15-0F1B-4D7207E17718}"/>
                    </a:ext>
                  </a:extLst>
                </p14:cNvPr>
                <p14:cNvContentPartPr/>
                <p14:nvPr/>
              </p14:nvContentPartPr>
              <p14:xfrm>
                <a:off x="4860015" y="1259295"/>
                <a:ext cx="265680" cy="1865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9C49AC-C4DC-EA15-0F1B-4D7207E177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51015" y="1250295"/>
                  <a:ext cx="283320" cy="18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765689C-69A9-F40E-BD26-EDB3C28F8846}"/>
                    </a:ext>
                  </a:extLst>
                </p14:cNvPr>
                <p14:cNvContentPartPr/>
                <p14:nvPr/>
              </p14:nvContentPartPr>
              <p14:xfrm>
                <a:off x="4876935" y="833415"/>
                <a:ext cx="2081880" cy="265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765689C-69A9-F40E-BD26-EDB3C28F884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68295" y="824415"/>
                  <a:ext cx="2099520" cy="26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8544A4-C732-7CB7-D65A-54DF86ED1B02}"/>
                    </a:ext>
                  </a:extLst>
                </p14:cNvPr>
                <p14:cNvContentPartPr/>
                <p14:nvPr/>
              </p14:nvContentPartPr>
              <p14:xfrm>
                <a:off x="933495" y="1662855"/>
                <a:ext cx="5109120" cy="241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8544A4-C732-7CB7-D65A-54DF86ED1B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4855" y="1654215"/>
                  <a:ext cx="5126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134B446-173F-7116-2658-C5A3818CB72E}"/>
                    </a:ext>
                  </a:extLst>
                </p14:cNvPr>
                <p14:cNvContentPartPr/>
                <p14:nvPr/>
              </p14:nvContentPartPr>
              <p14:xfrm>
                <a:off x="942855" y="2800095"/>
                <a:ext cx="4640760" cy="331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134B446-173F-7116-2658-C5A3818CB7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4215" y="2791095"/>
                  <a:ext cx="46584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F650A5-9133-9B92-8067-1108A4005D3A}"/>
                    </a:ext>
                  </a:extLst>
                </p14:cNvPr>
                <p14:cNvContentPartPr/>
                <p14:nvPr/>
              </p14:nvContentPartPr>
              <p14:xfrm>
                <a:off x="942855" y="3735375"/>
                <a:ext cx="4241520" cy="468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F650A5-9133-9B92-8067-1108A4005D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3855" y="3726375"/>
                  <a:ext cx="42591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CBF9FE-EA9E-3A31-8D40-93C88D8FE92C}"/>
                    </a:ext>
                  </a:extLst>
                </p14:cNvPr>
                <p14:cNvContentPartPr/>
                <p14:nvPr/>
              </p14:nvContentPartPr>
              <p14:xfrm>
                <a:off x="970215" y="4307415"/>
                <a:ext cx="4326840" cy="46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CBF9FE-EA9E-3A31-8D40-93C88D8FE9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1575" y="4298775"/>
                  <a:ext cx="4344480" cy="47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09628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93</TotalTime>
  <Words>143</Words>
  <Application>Microsoft Office PowerPoint</Application>
  <PresentationFormat>Widescreen</PresentationFormat>
  <Paragraphs>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testBI Power</cp:lastModifiedBy>
  <cp:revision>37</cp:revision>
  <dcterms:created xsi:type="dcterms:W3CDTF">2024-07-03T21:35:18Z</dcterms:created>
  <dcterms:modified xsi:type="dcterms:W3CDTF">2026-03-21T08:15:03Z</dcterms:modified>
</cp:coreProperties>
</file>